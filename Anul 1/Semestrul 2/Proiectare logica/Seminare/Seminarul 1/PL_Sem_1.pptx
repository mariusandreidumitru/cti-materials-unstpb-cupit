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8" r:id="rId2"/>
    <p:sldId id="281" r:id="rId3"/>
    <p:sldId id="282" r:id="rId4"/>
    <p:sldId id="283" r:id="rId5"/>
    <p:sldId id="284" r:id="rId6"/>
    <p:sldId id="285" r:id="rId7"/>
    <p:sldId id="287" r:id="rId8"/>
    <p:sldId id="286" r:id="rId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2:53.0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35,'11'0,"15"-2,20-3,15-1,10-1,6-1,-4 3,-13 3,-15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2:53.3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1,'16'5,"21"1,25 0,24-6,18-7,-8-3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2:50.7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28,'2'0,"8"9,9 12,10 14,9 15,8 10,7 8,1 5,1 0,-5-2,-3-5,-8-9,-9-9,-6-11,-8-12</inkml:trace>
  <inkml:trace contextRef="#ctx0" brushRef="#br0" timeOffset="246.303">442 15,'-13'-7,"-10"0,-5 6,-2 14,-1 17,0 16,-1 19,0 14,1 10,2 6,0-1,4-4,5-10,7-20</inkml:trace>
  <inkml:trace contextRef="#ctx0" brushRef="#br0" timeOffset="965.382">683 470,'-4'-15,"16"35,0 2,-1-1,-1 1,-1 1,-1 0,2 12,0-2,-1-3,28 61,-36-90,-1 0,1 0,0 1,0-1,-1 0,1 0,0 0,0 0,0-1,0 1,0 0,0 0,0-1,0 1,1 0,-1-1,0 1,0-1,0 1,1-1,-1 0,0 0,1 1,-1-1,0 0,1 0,-1 0,0 0,0-1,1 1,-1 0,0 0,1-1,-1 1,0-1,0 1,0-1,0 0,1 1,-1-1,0 0,0 0,0 0,0 0,-1 0,2-1,33-53,-26 34,-1 0,-1-1,-1 0,-1 0,-1 0,-1-1,-1 1,-1-23,-5 25,-6 24,7 3,1-1,-1 0,1 1,0-1,1 1,0 0,0 0,0-1,1 1,0 0,0 0,0 0,1 0,0-1,1 1,0 0,0-1,0 1,1-1,-1 0,2 0,-1 0,1 0,-1 0,2-1,-1 1,1-1,-1 0,1-1,1 1,-1-1,1 0,-1 0,1-1,0 0,1 0,-1 0,4 1,-4-3,0 0,-1-1,1 1,0-1,0 0,0 0,0-1,-1 0,1 0,0 0,-1 0,1-1,-1 0,1-1,-1 1,0-1,0 0,0 0,0 0,-1-1,1 0,-1 0,0 0,0 0,0-1,-1 1,1-1,-1 0,0 0,-1 0,1 0,-1-1,0 1,0-4,0 5,-1 0,0-1,0 1,-1 0,1-1,-1 1,0 0,0-1,-1 1,1 0,-1-1,0 1,0 0,0-1,-1 1,0 0,1 0,-1 0,-1 1,1-1,0 0,-1 1,0-1,0 1,0 0,0 0,-1 0,-2-1,4 4,0 0,-1 1,1 0,0-1,0 1,0 0,-1 0,1 0,0 0,0 1,0-1,0 0,1 1,-1 0,0-1,1 1,-1 0,1 0,-1 0,1 0,0 0,0 0,0 0,0 0,0 0,0 1,1-1,-1 0,1 1,-1-1,1 0,0 1,0-1,-2 5,0 1,0 0,1-1,0 1,0 0,1 0,-1-1,2 1,-1 0,1 0,1-1,-1 1,1 0,1-1,-1 0,1 1,1-1,-1 0,1-1,0 1,1-1,-1 1,1-1,1-1,-1 1,1-1,0 0,0 0,0 0,1-1,2 1,103 27,-56-24</inkml:trace>
  <inkml:trace contextRef="#ctx0" brushRef="#br0" timeOffset="1356.914">1632 629,'-14'-10,"0"1,-1 0,0 0,-1 2,1 0,-1 0,-1 2,1 0,-1 1,-3 0,16 4,1-1,-1 1,1 0,-1 1,1-1,0 1,-1 0,1-1,0 1,-1 1,1-1,0 0,0 1,0 0,0-1,0 1,0 1,1-1,-1 0,1 0,-1 1,1 0,0-1,0 1,0 0,0 0,1 0,-1 0,1 0,0 1,0-1,0 0,0 1,0-1,1 2,-2 3,1 0,0 1,0-1,1 0,0 0,1 0,0 1,0-1,0 0,1 0,1 0,-1 0,1-1,3 6,-2-8,0 1,0-1,0-1,0 1,1 0,0-1,0 0,0 0,0-1,1 1,-1-1,1 0,0-1,0 0,0 0,0 0,1 0,-1-1,0 0,1 0,-1-1,1 0,-1 0,0 0,1-1,-1 0,0 0,1-1,-1 0,0 0,0 0,0-1,0 1,-1-1,1-1,-1 1,0-1,0 0,0 0,0-1,-1 0,1 1,-1-1,-1-1,1 1,2-5,-3 4,0-1,0 0,0 0,-1 0,0-1,-1 1,1 0,-1-1,-1 1,0-1,0 0,0 1,-1-1,0 1,0 0,-1-1,0 1,2 7,0 1,0-1,0 0,0 1,0-1,-1 0,1 1,0-1,0 0,0 1,-1-1,1 0,0 0,-1 1,1-1,0 0,0 0,-1 1,1-1,0 0,-1 0,1 0,-1 0,1 0,0 1,-1-1,1 0,0 0,-1 0,1 0,-1 0,1 0,0 0,-1 0,1 0,0-1,-1 1,1 0,0 0,-1 0,1 0,0 0,-1-1,1 1,0 0,-1 0,1-1,0 1,-1 0,1 0,0-1,0 1,0 0,-1-1,1 1,0 0,0-1,0 1,0 0,-1-1,1 1,0 0,0-1,0 1,0-1,0 1,0 0,0-1,0 1,-9 29,8-23,1 1,0 0,0 0,1-1,-1 1,1 0,1-1,-1 1,1 0,1-1,-1 0,1 0,0 1,0-2,1 1,0 0,0-1,0 1,0-1,1 0,0-1,0 1,0-1,1 0,0 0,12 7,0 0,0-2,0 0,1-1,1 0,-1-2,16 3,13 1</inkml:trace>
  <inkml:trace contextRef="#ctx0" brushRef="#br0" timeOffset="1747.788">1926 522,'22'57,"-5"-31,1 1,1-2,2-1,0 0,1-1,1-2,2 0,0-2,1 0,11 4,-20-13,0 0,1-1,0-1,1-1,0 0,0-2,0 0,1-1,13 1,-30-5,1 1,-1-1,0 0,0 0,1 0,-1 0,0-1,0 1,1-1,-1 0,0 0,0 0,0 0,0-1,0 1,0-1,-1 0,1 1,0-1,-1-1,1 1,-1 0,0 0,0-1,0 0,0 1,0-1,-1 0,1 0,-1 0,1 0,-1 0,0 0,0 0,0-2,-2-6,1-1,-1 1,-1 0,0-1,-1 1,0 0,-1 0,0 1,0-1,-1 1,-1 0,1 0,-2 0,1 1,-1 0,-1 0,0 1,-6-6,8 7,1 0,-1 1,0 0,-1 0,0 0,0 1,0 0,0 0,-1 1,1 0,-1 0,-1 1,1 0,0 0,-1 1,1 0,-1 0,1 1,-1 0,0 1,0 0,1 0,-1 1,0 0,1 1,-6 1,-2 7,0 2,1 0,0 0,1 1,0 1,1 1,1 0,0 0,1 1,1 1,0 0,1 0,0 4,-98 217,84-173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2:54.0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308 725,'-8'13,"0"-1,-1 1,-1-2,0 1,-1-1,0 0,0-1,-1-1,0 0,-5 2,16-10,0-1,0 1,0-1,-1 1,1-1,0 1,0-1,-1 0,1 1,0-1,-1 0,1 0,0 0,-1 0,1 0,0 0,-1-1,1 1,0 0,0-1,-1 1,1-1,0 1,0-1,0 0,-1 1,1-1,0 0,0 0,0 0,0 0,0 0,1 0,-1 0,0 0,0 0,1 0,-1 0,0 0,1-1,-1 1,1 0,0 0,-1-1,1 1,0 0,0-1,0 1,-2-69,5 53,1 0,1 1,0-1,1 1,1 1,1-1,0 1,1 1,0-1,1 2,1-1,0 1,1 1,0 0,1 1,0 0,11-6,-21 14,0 1,0 0,0 0,0 1,0-1,0 1,0-1,0 1,1 0,-1 0,0 1,1-1,-1 1,1-1,-1 1,1 0,-1 0,1 1,-1-1,1 1,-1 0,0 0,1 0,-1 0,0 0,0 1,0-1,0 1,0 0,0 0,0 0,1 2,4 8,-1 1,0 0,-1 0,0 1,-1 0,-1-1,0 2,-1-1,0 0,-1 1,-1-1,0 1,-1 5,-1 7,-1 1,-2 0,-1-1,0 0,-2 0,-2-1,0 0,-1 0,-2-1,0 0,-2-1,-1-1,-1 0,0-1,-2 0,-1-2,0 0,-1-1,-2-1,1-1,-6 2,18-13,1 0,-1 0,0-1,0 0,-1 0,1-1,-1-1,0 1,0-1,-1-1,1 0,0-1,-1 0,1 0,-4-1,12-1,1 0,-1 0,0 1,0-1,0-1,1 1,-1 0,1 0,-1-1,1 1,-1-1,1 1,0-1,0 1,0-1,0 0,0 0,0 1,0-1,0 0,1 0,-1 0,1 0,-1 0,1 0,0 0,0 0,0 0,0 0,0 0,0 0,1 0,-1 0,1 0,-1 0,1 0,0 0,0 0,-1 1,1-1,1 0,-1 0,0 1,0-1,1 1,-1-1,1 1,-1 0,1-1,-1 1,1 0,0 0,1 0,5-5,1 1,0 1,0 0,1 0,-1 0,1 1,0 1,0 0,0 0,0 1,0 0,0 1,0 0,1 1,-1 0,0 0,0 1,0 0,-1 1,1 0,-1 1,1 0,-1 0,0 1,0 0,2 2,32 15,-19-7,1-1,0-1,1-2,0 0,1-2,0 0,0-3,1 0,0-1,0-2,0-1,0-1,10-2,-32 1,1-1,-1 0,1 0,-1-1,0 1,0-1,0-1,0 1,0-1,-1 0,1-1,-1 1,0-1,0 0,0-1,0 1,-1-1,1 0,-1 0,-1 0,1 0,-1-1,0 1,0-1,0 0,-1 0,0-1,-1 4,-1 1,0 0,0-1,0 1,-1 0,1-1,-1 1,1 0,-1 0,0-1,0 1,1 0,-2 0,1 0,0 0,0 0,-1 0,1 0,-1 1,1-1,-1 0,0 1,0-1,0 1,0 0,0 0,0-1,0 1,0 1,0-1,-20-8</inkml:trace>
  <inkml:trace contextRef="#ctx0" brushRef="#br0" timeOffset="1596">602 42,'32'-20,"-15"15,1 0,-1 1,1 1,-1 1,1 1,0 0,0 1,7 1,-22-1,0 1,-1-1,1 0,-1 1,1-1,-1 1,1 0,-1 0,0 0,1 0,-1 0,0 1,0-1,0 1,0-1,0 1,0 0,0 0,-1 0,1 0,0 0,-1 0,0 0,1 0,-1 1,0-1,0 0,-1 1,1-1,0 1,-1-1,1 1,-1-1,0 1,0 0,0-1,0 1,-1-1,1 1,0-1,-1 1,0-1,0 1,0-1,0 0,0 1,0-1,-5 11,-1-1,0 0,-1-1,0 0,-1 0,0-1,-1 0,-9 7,20-17,0 0,-1 0,1 0,-1 0,1 1,-1-1,1 0,-1 0,1 0,-1 1,1-1,-1 0,1 0,-1 1,1-1,-1 0,0 1,1-1,-1 1,1-1,-1 0,0 1,1-1,-1 1,0-1,0 1,0-1,1 1,-1-1,0 1,0-1,0 1,0 0,0-1,0 1,0-1,0 1,0-1,0 1,0-1,0 1,0-1,0 1,-1 0,1-1,0 1,0-1,-1 0,1 1,0-1,-1 1,1-1,0 1,-1-1,1 0,40 0,-32-1,1-1,-1 2,0-1,0 1,1 1,-1-1,0 1,0 1,0 0,0 0,0 0,0 1,0 0,-1 1,0-1,1 2,-1-1,-1 1,1 0,-1 0,3 3,-6-4,0 1,0-1,0 1,-1 0,0-1,0 1,0 0,0 0,-1 0,0 1,0-1,0 0,-1 0,0 1,0-1,0 0,0 1,-1-1,0 0,0 0,-1 0,1 0,-1 0,0 0,0 0,-1 0,0-1,1 1,-2-1,1 0,0 0,-1 0,0 0,0-1,0 1,0-1,0 0,-4 2,-4 1,-1 0,1-1,-1-1,0 0,0 0,-1-2,1 1,-1-2,1 0,-1 0,1-1,-1-1,0 0,1-1,-11-3,24 5,0 0,0 0,0 1,0-1,0 0,0 1,0-1,0 0,-1 0,1 1,0-1,0 0,0 1,0-1,0 0,19 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2:57.9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15,'495'-15,"-397"16,-85-1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2:58.7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8 247,'10'-45,"-2"0,-3-1,-1 0,-2-19,-3 139,0 15,3 1,14 88,7-9,-24-167,1-1,-1 1,1-1,-1 1,0-1,0 1,0-1,0 0,0 1,0-1,0 0,0 0,0 0,-1 0,1 0,0 0,-1 0,1 0,-1 0,1-1,-1 1,0 0,1-1,-1 0,1 1,-1-1,0 0,1 0,-1 0,0 0,1 0,-1 0,0 0,1-1,-30-4,391-33,-313 27,-33 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2:59.5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0 326,'14'0,"15"0,15 0,11 0,7-2,3-1,-1 0,-5 0,-5 1,-7 1,-10 1,-11 2,-9 1</inkml:trace>
  <inkml:trace contextRef="#ctx0" brushRef="#br0" timeOffset="265.814">200 539,'16'10,"17"2,16-1,13-1,13-6,6-5,4-5,-2-6,-14-1</inkml:trace>
  <inkml:trace contextRef="#ctx0" brushRef="#br0" timeOffset="766.515">1043 86,'7'-8,"1"1,0 0,0 0,1 1,0 0,0 0,0 1,0 0,1 1,0 0,0 1,0-1,1 2,-1 0,0 0,1 1,0 0,-1 1,5 0,30-4,0 3,1 1,-1 2,20 4,-60-5,1 1,-1-1,1 1,-1 0,0 0,0 0,0 1,0 0,0 0,-1 0,1 0,-1 1,0 0,0 0,0 0,-1 0,1 0,-1 1,0 0,0 0,-1 0,1 0,-1 0,0 0,-1 0,1 1,-1-1,0 1,0-1,-1 1,0 0,0-1,1 37,-3-1,-1 0,-2 0,-3 5,-9 75,12-66,3-1,1 1,4 0,4 23,-7-76,0-1,0 0,0 0,0 0,0 0,0 0,0 0,0 0,0 1,0-1,0 0,1 0,-1 0,1 0,-1 0,1 0,-1 0,1 0,-1 0,1 0,0-1,-1 1,1 0,0 0,0 0,0-1,0 1,0 0,0-1,0 1,0-1,0 1,0-1,0 0,0 1,1-1,6-5</inkml:trace>
  <inkml:trace contextRef="#ctx0" brushRef="#br0" timeOffset="1139.24">1310 432,'-2'-2,"3"-3,12-3,16-2,20-3,17 0,13 0,7-1,0 0,-5 2,-10 1,-12 3,-14 2,-15 0,-10 1,-6-1,-6-1,-3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07.7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1,'18'2,"20"1,19 0,17-1,12 0,7-1,-2-1,-7 3,-18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08.0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1,'14'6,"17"3,23 2,22-1,19-2,8-2,-12-3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05.2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0 147,'16'16,"12"12,10 10,8 6,3 4,3 1,-2-1,-2-2,-2-4,-5-5,-4-8,-9-10</inkml:trace>
  <inkml:trace contextRef="#ctx0" brushRef="#br0" timeOffset="283.409">749 1,'-11'15,"-7"15,-4 12,-1 9,-3 10,-2 11,-3 8,-3 10,-2 4,0 4,1-1,5-2,8-6,7-5,6-7,7-8,4-15</inkml:trace>
  <inkml:trace contextRef="#ctx0" brushRef="#br0" timeOffset="1592.668">802 842,'0'-4,"0"0,1 0,-1-1,1 1,0 0,-1 0,2 0,-1 0,1 0,-1 0,1 0,0 0,0 1,1-1,-1 1,1-1,0 1,0 0,0 0,0 0,0 1,0-1,1 1,0-1,-1 1,1 0,0 1,0-1,0 1,0 0,0 0,0 0,1 0,-1 1,0-1,0 1,1 0,-1 0,0 1,0 0,0-1,1 1,-1 0,0 1,0-1,0 1,-1 0,1 0,0 0,1 2,1 0,1 1,-2 1,1-1,-1 1,1 0,-2 0,1 0,-1 1,0 0,0 0,-1 0,1 0,-2 0,1 1,0 3,18 120,-20-121,17 108,-17-117,0 0,0 0,0 0,1 0,-1 0,0 0,0 0,1 0,-1-1,0 1,1-1,-1 1,1-1,-1 1,1-1,-1 0,1 1,-1-1,1 0,-1 0,1 0,-1 0,1-1,-1 1,1 0,-1-1,1 1,-1-1,1 1,-1-1,0 0,1 1,-1-1,0 0,0 0,1 0,-1 0,0 0,0 0,0-1,0 1,0 0,-1 0,1-1,0 1,-1 0,1-1,0 1,-1-1,0 1,1-1,12-19,0 0,-1 0,-2-1,0-1,-1 0,-1 0,-1-1,2-16,0 3,-7 90,10 54,-11-103,0-1,0 0,0 0,1 0,-1 0,1 0,0-1,0 1,0 0,0-1,0 1,0-1,1 0,-1 0,1 0,0 0,0 0,-1-1,1 1,0-1,0 0,1 1,-1-1,0-1,0 1,0 0,1-1,-1 0,0 0,1 0,0 0,7-2,-1 0,0-1,0-1,0 1,0-1,-1-1,0 0,0 0,0-1,0 0,-1-1,0 0,0 0,-1-1,0 0,0 0,-1 0,0-1,0 0,-1 0,-1 0,1-1,-1 0,1-6,3-25,-5 27,-4 37,1-16,0 0,0-1,1 1,0 0,0-1,0 1,1-1,0 1,0-1,1 0,-1 0,1 0,1 0,-1 0,1-1,0 1,0-1,1 0,0 0,-1-1,2 0,-1 1,0-2,1 1,0-1,0 1,0-2,0 1,2 0,10 2,2-1,-1-1,0-1,1 0,-1-1,1-1,-1-1,1-1,-1-1,0-1,0 0,0-1,0-1,-1-1,0-1,14-8,-25 13,0-1,0-1,0 1,-1-1,1-1,-1 1,0-1,-1 0,4-5,-7 9,-1 0,0 1,0-1,0 0,0 0,0 0,0 0,0 0,-1-1,1 1,-1 0,1 0,-1 0,0 0,0-1,0 1,0 0,0 0,-1 0,1 0,-1-1,1 1,-1 0,0 0,0 0,0 0,0 0,0 0,0 1,0-1,-1 0,1 0,-1 1,1-1,-1 1,0 0,0-1,-3-2,1 1,-1 0,0 1,0-1,0 1,-1 0,1 0,0 1,-1 0,1 0,-1 0,1 0,-1 1,1 0,-1 0,0 0,1 1,-1 0,1 0,-1 0,1 1,0 0,0 0,-1 0,1 1,1-1,-1 1,0 1,1-1,-1 0,1 1,0 0,0 0,1 0,-1 1,1-1,0 1,0 0,0 0,1 0,0 0,0 0,0 0,0 1,1-1,0 1,0-1,1 1,-1-1,1 1,1-2,-1-1,0 1,1-1,0 0,-1 1,1-1,1 0,-1 1,0-1,1 0,0 0,0 0,0 0,0-1,0 1,0 0,1-1,-1 0,1 1,0-1,-1 0,1 0,0-1,0 1,0-1,1 1,-1-1,0 0,0 0,1 0,-1-1,2 1,3 0,0-1,0 1,0-2,0 1,0-1,0 0,0-1,-1 1,1-2,0 1,-1-1,0 0,6-4,-7 4,1-1,-2 0,1-1,0 0,-1 0,0 0,0 0,0-1,-1 0,0 0,0 0,0 0,-1-1,0 1,0-1,-1 0,0 0,0 0,0 0,-1 0,0 0,0 0,-1-4,2 53,0-36,0 1,0-1,1 0,0 0,0-1,1 1,-1-1,1 1,0-1,1 0,-1-1,1 1,0-1,0 0,1 0,-1 0,1-1,5 3,20 8</inkml:trace>
  <inkml:trace contextRef="#ctx0" brushRef="#br0" timeOffset="1872.522">2406 776,'5'16,"5"9,9 8,8 3,7-1,9-1,2-2,4-4,-1-5,-3-4,-5-5,-9-5</inkml:trace>
  <inkml:trace contextRef="#ctx0" brushRef="#br0" timeOffset="2136.173">2820 776,'-18'4,"-12"7,-7 7,-3 11,0 11,3 8,6 8,7 2,8-1,7-10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2.4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9 220,'-6'-59,"3"-32,6 87,0-1,0 1,0 0,0 0,0 1,1-1,0 1,0-1,0 1,0 0,0 1,0-1,1 1,0 0,-1 0,1 0,0 1,0-1,0 1,0 0,0 1,0-1,0 1,0 0,3 0,10-3,1 0,0 1,-1 1,1 1,-1 0,1 2,0 0,-1 1,0 1,0 0,0 1,0 2,-1-1,0 2,0 0,-1 1,0 1,12 9,-24-13,1-1,0 1,-1 0,0 0,-1 0,1 1,-1-1,-1 1,1 0,-1 0,0 0,0 0,-1 0,0 0,-1 0,1 1,-1-1,-1 0,1 0,-1 0,0 1,-1-1,0 0,0 0,-5 14,-1 0,-1-1,-1 0,0 0,-2-1,0-1,-6 6,-209 243,222-260,0-1,0 0,1 1,0 0,0 0,0 1,1-1,0 1,0-1,1 1,0 0,0 4,2-10,0 0,0 0,0 0,1 0,-1-1,1 1,-1 0,1 0,0-1,-1 1,1 0,0-1,0 1,0-1,1 1,-1-1,0 1,0-1,1 0,-1 0,1 1,-1-1,1 0,-1-1,1 1,0 0,0 0,-1-1,1 1,1 0,60 8,-58-8,57 0,0-3,0-3,0-2,55-15,-53 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2.8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4,'19'-3,"16"3,17 0,17 0,14 3,7 1,3 0,-5-1,-14 1,-19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3.1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1,'16'11,"18"7,23-1,19-3,17-3,-7-4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5.1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1,'25'0,"22"0,19 0,14 0,9 0,4 0,-6 2,-12 3,-18 4,-17-1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5.4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1,'21'4,"17"5,19 2,18 2,16-2,14 0,7-2,0-2,-5-3,-21-2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5.9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626 182,'-2'-8,"0"0,0 0,-1 0,0 1,-1-1,1 1,-2 0,1 0,-1 1,0-1,0 1,0 0,-1 0,0 1,-1-1,1 1,-1 1,0-1,-3-1,-6-2,1 1,-1 0,0 1,0 1,-1 0,0 1,0 1,-14-1,14 2,-1 1,1 1,-1 1,1 0,0 1,-1 1,1 0,0 1,1 1,-1 1,1 0,0 2,1-1,-1 2,1 0,1 1,0 0,0 1,1 1,-4 5,13-13,1 0,1 0,-1 1,0-1,1 0,0 1,0 0,0-1,1 1,0 0,0 0,0 0,0 0,1 0,-1 0,2 0,-1 0,0 0,1 0,0 0,0 0,0 0,1 0,0 0,0-1,0 1,0 0,1-1,-1 0,1 0,0 0,1 0,1 1,7 5,0-2,0 0,1 0,0-1,0 0,1-2,0 1,0-2,1 0,-1 0,1-2,0 1,-1-2,1 0,0-1,0-1,0 0,0 0,-1-2,1 0,2-1,-4-1,0 0,0 0,-1-1,1-1,-1 0,-1 0,0-2,0 1,0-1,-1-1,-1 0,1 0,-2-1,1 0,-2 0,1-1,-1 0,-1-1,-1 1,5-13,-10 25,0 1,0-1,0 1,0-1,1 0,-1 1,0-1,0 0,0 1,1-1,-1 0,0 1,1-1,-1 0,0 0,1 1,-1-1,0 0,1 0,-1 0,0 1,1-1,-1 0,0 0,1 0,-1 0,1 0,-1 0,0 0,1 0,-1 0,1 0,-1 0,0 0,1 0,-1 0,1 0,-1 0,0-1,1 1,-1 0,0 0,1 0,-1-1,0 1,1 0,-1 0,0-1,1 1,-1 0,0-1,26 82,-4 0,-3 2,3 50,-15-91,-1 0,-3 0,-1 1,-2-1,-2 1,-2 8,3-44,0 0,0 1,-1-1,0 0,0-1,0 1,-1 0,0-1,-1 1,1-1,-1 0,0 0,-1 0,1-1,-1 0,-1 1,1-2,0 1,-1-1,0 0,0 0,0 0,-1-1,-5 2,-11 0,-1-2,0-1,0 0,1-2,-1-1,0-1,0-1,1-1,-1-1,-10-4,0 2,-62-12,92 16,7 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3.5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76,'451'1,"-436"-1,96 10,-107-9,1 0,-1 0,1 0,-1 1,0 0,0 0,0 0,0 0,0 1,0 0,0-1,-1 1,0 0,1 1,-1-1,0 1,-1-1,1 1,-1 0,1 0,-1 0,0 1,1 10,-1 1,0-1,-1 1,-1-1,0 1,-1-1,-1 0,0 1,-2-1,1 0,-6 13,0 6,0 9,2 0,1 0,3 0,1 0,2 1,2-1,2 0,8 34,16 77,-28-136,-2-6</inkml:trace>
  <inkml:trace contextRef="#ctx0" brushRef="#br0" timeOffset="266.33">241 585,'14'-3,"20"0,22 1,23-3,16 0,12 2,1-3,-3 1,-21 1</inkml:trace>
  <inkml:trace contextRef="#ctx0" brushRef="#br0" timeOffset="420.462">1177 518,'16'0,"16"0,15 0,10 0,7 0,4 0,0 0,-4 0,-6 2,-13 1,-12 0</inkml:trace>
  <inkml:trace contextRef="#ctx0" brushRef="#br0" timeOffset="588.544">1524 264,'-13'21,"-5"17,0 15,4 11,9 6,10 3,8-2,4-4,2-7,-3-7,-3-9,-5-13</inkml:trace>
  <inkml:trace contextRef="#ctx0" brushRef="#br0" timeOffset="1023.637">1992 76,'0'-3,"1"0,-1 0,1 0,-1 0,1-1,0 1,0 0,1 0,-1 1,0-1,1 0,0 0,0 1,0-1,0 1,0-1,0 1,1 0,-1 0,1 0,-1 0,1 1,0-1,0 1,-1-1,1 1,0 0,0 0,1 0,-1 1,1-1,103-5,-94 7,1 0,0 1,-1 1,1 0,-1 1,0 0,0 1,-1 1,1 0,-1 0,0 1,-1 1,0 0,0 1,-1 0,0 0,8 9,-15-12,0 0,0 0,-1 0,0 0,0 1,0-1,-1 1,0-1,0 1,0 0,-1-1,0 1,-1 0,1-1,-1 1,0-1,-1 1,0-1,0 0,-1 4,-67 116,8-40,31-45,2 0,2 2,-15 33,39-72,0 0,1 0,-1 0,1 0,0 0,0 1,1-1,-1 1,1-1,0 1,1 0,-1-1,1 1,-1 0,2 0,-1-1,0 1,1 0,0-1,0 1,0 0,1-1,-1 0,1 1,0-1,0 0,1 0,-1 0,1 0,1 0,4 1,1 0,0-1,1 0,-1-1,1 0,0 0,0-1,-1 0,1-1,0 0,1-1,4 0,-5 0,212-1,-154-3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1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0 335,'18'-2,"18"-1,11 0,10 1,6 0,3 1,0 1,-4-1,-6 1,-10 0,-14 1</inkml:trace>
  <inkml:trace contextRef="#ctx0" brushRef="#br0" timeOffset="251.314">294 1,'-2'22,"-1"20,0 13,1 10,3 4,1 2,2-2,3-4,3-5,0-7,-3-10,-1-12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09.3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14,'14'18,"15"18,17 13,15 11,12 6,9 5,6 2,-5 0,-6 0,-12-5,-13-4,-15-4,-13-8,-12-10,-7-12</inkml:trace>
  <inkml:trace contextRef="#ctx0" brushRef="#br0" timeOffset="248.25">602 1,'-16'7,"-10"11,-7 16,-3 19,-1 18,-5 17,-3 15,-4 8,0 0,4-4,7-12,10-22</inkml:trace>
  <inkml:trace contextRef="#ctx0" brushRef="#br0" timeOffset="1269.268">829 642,'63'-40,"-61"39,0 0,1 0,-1 1,0-1,0 1,1-1,-1 1,0 0,0 0,1 0,-1 0,0 0,1 0,-1 1,0-1,0 1,1-1,-1 1,0 0,0 0,0 0,0 0,0 1,0-1,0 0,-1 1,1-1,0 1,-1 0,2 1,3 9,0 0,-1 1,0 0,-1 0,-1 0,0 0,-1 1,0-1,-1 1,0 0,-2-1,0 11,1-13,4 78,-5-88,1-1,0 1,0 0,0 0,0 0,0-1,0 1,1 0,-1 0,0-1,0 1,0 0,1 0,-1-1,0 1,1 0,-1-1,1 1,-1 0,1-1,-1 1,1-1,-1 1,1 0,0-1,-1 0,1 1,0-1,-1 1,1-1,0 0,0 1,-1-1,1 0,0 0,0 0,-1 0,1 0,0 1,0-1,0 0,-1-1,1 1,0 0,0 0,-1 0,1 0,0-1,0 1,-1 0,1-1,0 1,0-1,33-29,-20 10,-1-1,0 0,-1 0,-2-1,0-1,-1 0,-2 0,0 0,-2-1,1-5,-5 159,-1-125,1-1,-1 0,1 0,0 0,1 0,-1 0,0 0,1 0,0 0,0-1,0 1,1-1,-1 1,1-1,0 0,-1 0,2 0,-1 0,0-1,0 1,1-1,-1 0,1 0,0 0,0 0,0-1,0 1,0-1,0 0,0 0,0-1,0 1,0-1,1 0,-1 0,0 0,0-1,0 0,1 1,-1-1,2-1,3-2,-1-1,1 1,-1-2,1 1,-1-1,-1 0,1-1,-1 1,0-1,-1-1,0 0,0 0,-1 0,1 0,-2-1,1 0,-1 0,-1 0,0 0,0-1,-1 1,0-1,0 0,-1 1,-1-1,1-7,-2 17,1 0,0 1,0-1,0 0,0 0,0 0,0 0,-1 0,1 0,0 0,0 0,0 0,0 0,-1 0,1 0,0 0,0 0,0 0,0 0,-1 0,1 0,0 0,0 0,0 0,0 0,-5 22,3-13,1 0,0 0,0 0,1 0,0 1,1-1,0 0,1 0,-1 0,2 0,-1-1,1 1,1 0,-1-1,1 0,1 0,0 0,0 0,0-1,1 0,0 0,0 0,1-1,0 0,0 0,0-1,2 1,6 1,1-1,0 0,0-1,0 0,1-1,0-1,0-1,-1-1,9 0,32 0</inkml:trace>
  <inkml:trace contextRef="#ctx0" brushRef="#br0" timeOffset="1671.621">2005 790,'-6'-9,"-1"1,0 0,-1 0,0 0,0 1,-1 0,0 1,0 0,0 0,-1 1,0 0,0 1,0 0,-4-1,8 4,0-1,0 1,0 0,0 1,0-1,-1 1,1 0,0 1,0-1,0 1,0 0,0 1,0 0,0 0,1 0,-1 0,1 1,-1 0,1 0,0 1,0-1,0 1,1 0,-1 0,1 1,0 0,1-2,-1 0,1 0,1 0,-1 1,0-1,1 1,0 0,0 0,0 0,0 0,1 0,-1 0,1 0,0 0,0 1,1-1,-1 0,1 1,0-1,0 0,1 1,-1-1,1 0,0 1,0-1,0 0,1 0,-1 0,1 0,0 0,0 0,1 0,-1-1,1 1,-1-1,1 0,0 1,3 1,2-2,0 0,1-1,-1 0,1 0,-1 0,1-1,0-1,0 0,-1 0,1 0,0-1,-1 0,1-1,-1 0,1 0,-1-1,0 0,0-1,0 1,0-2,-1 1,0-1,1 0,-2 0,1-1,-1 0,0 0,0-1,0 0,-1 0,0 0,0-1,-2 3,-1 1,1-1,-1 1,0-1,0 0,-1 0,1 0,-1 0,0 0,-1 0,1 0,-1 0,0 0,0 0,-1 0,1 0,-1 0,0 0,0 0,-1 0,0 0,0 0,0 0,2 5,-1 0,1-1,-1 1,1-1,-1 1,1 0,-1 0,1-1,-1 1,1 0,-1 0,0-1,1 1,-1 0,1 0,-1 0,0 0,1 0,-1 0,1 0,-1 0,0 0,1 0,-1 1,1-1,-1 0,1 0,-1 1,0-1,1 0,-1 0,1 1,-1-1,1 1,0-1,-1 0,1 1,-1-1,1 1,0-1,-1 1,1-1,0 1,-1-1,1 1,0-1,0 1,0 0,-1-1,1 1,0-1,0 1,0 0,0-1,0 1,0-1,0 1,0 0,1-1,-1 1,0-1,0 1,0 0,1 0,-1 4,0 1,0 0,0 0,1 0,0 0,1 0,-1-1,1 1,0 0,0-1,1 1,0-1,0 0,0 0,0 0,1-1,0 1,0-1,3 3,3 3,1-1,0-1,0 1,0-2,1 0,0 0,1-1,0 0,84 19,-56-20</inkml:trace>
  <inkml:trace contextRef="#ctx0" brushRef="#br0" timeOffset="1956.536">2220 616,'15'18,"16"13,10 8,8 4,4 2,1-3,-5-5,-6-8,-8-8,-10-8</inkml:trace>
  <inkml:trace contextRef="#ctx0" brushRef="#br0" timeOffset="2138.295">2580 576,'-18'7,"-15"11,-11 12,-5 9,-1 8,6 7,10 1,11-2,16-5,10-11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17.8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0 241,'28'-79,"-20"58,0-1,-1 1,-2-1,0 0,0-11,-4 32,-1 1,0 0,1-1,-1 1,0-1,1 1,-1-1,0 1,0 0,0-1,1 1,-1-1,0 1,0-1,0 0,0 1,0-1,0 1,0-1,0 1,0-1,0 1,0-1,-1 1,1-1,0 1,0-1,0 1,-1-1,1 1,0 0,0-1,-1 1,1-1,0 1,-1 0,1-1,-1 1,1 0,0-1,-1 1,1 0,-1 0,1-1,-1 1,1 0,-1 0,1 0,-1 0,1-1,-1 1,1 0,-1 0,1 0,-1 0,1 0,-1 1,1-1,-1 0,1 0,-1 0,1 0,-1 0,-4 8,1 0,-1 0,2 0,-1 1,1-1,0 1,1 0,0 0,1-1,0 1,0 1,0 2,1-10,-3 19,1 0,0 0,2 0,0 0,2 0,0 0,1-1,1 1,1-1,1 0,2 2,5 3</inkml:trace>
  <inkml:trace contextRef="#ctx0" brushRef="#br0" timeOffset="342.52">267 227,'9'10,"1"0,0-1,1 0,0-1,0 0,1-1,0 0,0-1,1 0,-1-1,1-1,1 0,-1 0,0-1,1-1,0 0,3-1,-14-1,1 0,0 0,-1 0,1 0,-1-1,1 1,-1-1,0 0,1 0,-1 0,0-1,1 1,-1-1,0 0,0 0,0 0,-1 0,1 0,0-1,-1 1,1-1,-1 0,0 1,0-1,0 0,-1 0,1-1,0 1,-1 0,0-1,0 1,0 0,0-1,-1 1,1-1,-1 1,0-1,0 1,0-1,-1 1,1-1,-1 0,1 0,-1-1,0 1,-1 0,1 0,-1 0,1 0,-1 0,-1 0,1 0,0 0,-1 1,0-1,0 1,0 0,0 0,0 0,0 0,-1 1,0-1,1 1,-1 0,0 0,0 0,0 1,-1-1,1 1,0 0,0 0,-1 0,1 1,0 0,-1 0,1 0,-1 0,1 0,0 1,-1 0,1 0,0 0,0 1,0-1,-3 2,-20 19,3 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25.8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0,'16'2,"14"2,16-1,11-1,8 0,3 1,-2 1,-8 1,-12 3,-14-1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26.0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0,'18'5,"22"1,22 0,17-2,8-3,-10-2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26.6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1 429,'17'-73,"-2"11,-2-1,-2 0,1-63,-12 93,0 24,-1 24,16 403,-14-392,2 1,1-1,1 0,1 0,2 3,5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27.1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48 225,'-2'10,"-1"0,2 0,-1 0,1 0,1 0,0 0,0 0,1 0,0 1,1-1,0-1,1 1,0 0,0-1,1 1,0-1,1 0,0 0,1-1,-1 1,1-1,1-1,0 1,0-1,0 0,1-1,0 1,2 0,-4-4,0 0,-1 0,1-1,0 1,0-1,1-1,-1 1,0-1,0 0,1 0,-1-1,1 0,-1 0,0 0,1-1,-1 0,0-1,1 1,-1-1,0 0,0 0,0-1,-1 0,1 0,-1-1,1 1,-1-1,0 0,0 0,-1-1,1 1,-1-1,0 0,0-1,0-1,1-1,-1-1,0 1,0-1,-1 0,0 0,0 0,-1 0,-1-1,0 1,0-1,0 1,-1-1,-1 1,0-1,0 1,0 0,-2-1,1 1,-1 0,0 0,-1 0,0 1,0-1,-1 1,0 0,-1 0,1 1,-1-1,-1 1,0 1,0-1,0 1,0 0,-1 1,0 0,-1 0,-3-1,6 3,-1 0,0 0,0 1,1-1,-1 2,-1-1,1 1,0 0,0 1,0-1,-1 2,1-1,0 1,0 0,0 0,0 1,0 0,0 0,0 1,0-1,1 2,0-1,-1 1,1 0,0 0,1 0,-1 1,1 0,0 0,0 1,1-1,-1 1,1 0,-1 3,0 0,1 1,-1-1,2 1,0 0,0 0,1 0,0 1,0-1,1 0,1 1,0-1,0 1,1-1,0 1,1-1,0 0,1 0,0 0,1 0,0 0,0-1,1 1,0-1,5 6,20 22</inkml:trace>
  <inkml:trace contextRef="#ctx0" brushRef="#br0" timeOffset="413.634">609 279,'-4'8,"0"-1,1 1,0 1,0-1,1 0,0 1,0-1,1 1,0 0,1-1,-1 1,2 0,-1-1,1 1,1 0,0-1,0 1,0-1,1 0,1 0,-1 0,1 0,0-1,1 1,0-1,0 0,1 0,-1-1,2 0,-1 1,0-3,0 0,-1 0,1 0,1-1,-1 0,0 0,1 0,-1-1,1 0,0 0,0-1,0 0,0 0,0-1,0 0,0 0,0 0,-1-1,1 0,0-1,0 1,0-1,-1 0,1-1,-1 0,1 0,-1 0,0-1,-1 0,1 0,0 0,-1-1,0 0,0 0,-1 0,1-1,2-5,-1 0,-1-1,-1 0,0 0,-1 0,0 0,-1 0,0-1,-1 1,0-1,-1 0,-1 1,0-1,-1 1,0-1,0 1,-2 0,1 0,-2 0,1 0,-2 1,1 0,-2 0,1 0,-2 1,1 0,-1 0,-1 0,0 2,0-1,-8-5,13 11,-1 0,1 1,0-1,-1 1,1 0,-1 1,0-1,0 1,0 0,0 0,1 0,-1 1,0-1,0 1,0 1,0-1,0 1,0-1,0 2,0-1,0 0,0 1,1 0,-1 0,1 0,-1 1,1-1,0 1,0 0,0 1,1-1,-1 0,1 1,-1 0,1 0,0 0,-1 3,-1 0,0 1,1 0,0 0,0 0,1 0,-1 1,2 0,0-1,0 1,0 0,1 0,0 0,1 0,0 0,1 0,-1 0,2 0,-1 0,1 0,1-1,-1 1,2-1,-1 1,1-1,0 0,1 0,0-1,0 1,0-1,1 0,1-1,26 18</inkml:trace>
  <inkml:trace contextRef="#ctx0" brushRef="#br0" timeOffset="1144.972">1197 360,'12'-68,"3"0,3 2,3 0,7-11,-19 63,-4 20,-3 30,-2-26,39 447,-46-415,31-41,256-8,-253 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24.4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484 77,'-10'-8,"-1"-1,-1 2,1-1,-1 1,0 1,-1 0,1 1,-1 1,0 0,0 0,-1 1,1 1,-1 0,1 1,-1 0,0 2,1-1,-1 1,1 1,-1 1,1 0,0 0,0 1,0 1,0 0,1 1,-4 3,6-3,1 1,0 1,0-1,1 1,0 1,0 0,1 0,0 0,0 1,1 0,1 0,0 1,0 0,1-1,0 2,1-1,0 0,1 1,0-1,1 1,0-1,1 3,0-11,1 0,-1 0,1 1,-1-1,1 0,0 0,0 0,0-1,1 1,-1 0,1 0,-1-1,1 1,0-1,0 1,0-1,1 0,-1 0,0 0,1 0,-1 0,1 0,0-1,-1 1,1-1,0 0,0 0,0 0,0 0,0 0,0-1,0 1,1-1,6 0,-1 0,0 0,0-1,0 0,0-1,0 0,0 0,0-1,-1 0,8-4,12-8,-1-1,0-1,-2-1,0-2,-1 0,-1-2,19-22,10-32,-57 99,0 1,2 0,0-1,2 1,1 0,1 0,0 0,2 0,1-1,1 1,5 14,-2-1,4 13,-1 1,-3 0,-2 1,-2 0,-3 0,-2-1,-5 35,3-71,-1-1,0 1,-1 0,0-1,-1 0,-1 0,0-1,-1 0,0 0,-1-1,-1 1,5-7,-1 0,0 0,-1 0,1-1,-1 0,0 0,0-1,-1 1,1-2,-1 1,0-1,0 0,0-1,0 0,0 0,-1-1,1 0,0 0,-1-1,-4 0,-3-3,0 0,1-1,-1 0,1-1,0-1,0-1,1 0,0-1,0 0,1-1,0 0,1-1,-10-11,22 21,1 0,-1 0,1 0,0 0,-1 0,1 0,-1 0,1 0,0 0,-1-1,1 1,-1 0,1 0,-1-1,1 1,-1 0,1-1,-1 1,1-1,-1 1,0-1,1 1,-1-1,1 1,-1-1,0 1,0-1,1 1,-1-1,0 1,0-1,0 0,1 1,-1-1,0 1,0-1,0 0,0 1,0-1,0 1,0-1,-1 0,1 1,0-1,0 1,0-1,-1 1,1-1,0 1,0-1,-1 0,1 1,0 0,-1-1,1 1,-1-1,1 1,-1-1,1 1,-1 0,1-1,-1 1,1 0,-1 0,1-1,-1 1,0 0,1 0,-1 0,20-2</inkml:trace>
  <inkml:trace contextRef="#ctx0" brushRef="#br0" timeOffset="601.313">846 1080,'-15'-240,"19"522,-4-274,0-1,1 0,0 0,1 0,0 0,0 0,0 0,1 0,0 0,0-1,0 0,4 4,6 4</inkml:trace>
  <inkml:trace contextRef="#ctx0" brushRef="#br0" timeOffset="973.303">1099 1013,'0'5,"-1"0,1 1,0-1,0 0,1 0,-1 0,1 0,0 0,0 0,1 0,0 0,0 0,0 0,0-1,1 1,-1-1,1 1,1-1,-1 0,0-1,1 1,0 0,0-1,0 0,0 0,0 0,1 0,-1-1,1 0,4 2,-3-2,-1 0,1-1,-1 0,1 0,-1 0,1-1,0 0,-1 0,1 0,-1-1,1 0,0 0,-1 0,0 0,1-1,-1 0,0 0,0-1,0 0,0 1,0-2,-1 1,1 0,-1-1,0 0,0 0,0 0,-1 0,1-1,-1 0,0 1,0-1,-1 0,0 0,0-1,0 1,0 0,-1-1,1-4,-1 4,-1 1,0 0,0 0,-1 0,0 0,0-1,0 1,0 0,-1 0,0 0,0 1,0-1,0 0,-1 1,0 0,0-1,0 1,-1 0,1 0,-1 1,0-1,0 1,0 0,0 0,-1 0,1 1,-1-1,1 1,-1 0,0 0,0 1,0 0,0 0,0 0,-1 0,1 1,0-1,0 2,0-1,-1 0,1 1,0 0,1 0,0-1,1 1,-1 0,0 0,1 1,-1-1,1 1,-1-1,1 1,0 0,0 1,0-1,0 0,0 1,0 0,1-1,-1 1,1 0,0 1,0-1,0 0,0 0,1 1,-1-1,1 1,0 0,0-1,0 1,0 0,1 0,-1-1,1 1,0 0,0 0,1 0,-1 0,1-1,0 1,0 0,0-1,0 1,1-1,1 4,15 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3.8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0 693,'214'-194,"-199"180,-1 0,-1-1,-1-1,0 0,-1-1,-1 0,0 0,-1-1,-1 0,-1-1,-1 0,0 0,-1 0,-1-1,-1 0,-1 0,-1 1,0-1,-2 0,0 0,-2-1,3 16,-1 0,0 0,0 1,0-1,-1 1,0-1,0 1,0-1,0 1,-1 0,1 0,-1 0,0 0,0 1,-1-1,1 1,-1 0,0 0,0 0,0 0,0 1,0-1,0 1,-1 0,1 1,-1-1,1 1,-1 0,0 0,0 0,1 0,-1 1,0 0,0 0,0 1,0-1,1 1,-1 0,-2 0,0 3,-1 1,1-1,-1 1,1 1,1-1,-1 1,1 0,0 1,0-1,1 1,0 0,0 1,0-1,1 1,1 0,-4 8,-33 138,36-134,2 0,0 0,0 1,2-1,1 0,0 0,2 0,0 0,1 0,1 0,1-1,1 0,1 0,0-1,1 0,1 0,1-1,0 0,3 1,-2-4,1-1,0 0,1 0,0-2,1 0,1 0,-1-1,2-1,-1-1,1 0,0-1,1-1,0-1,0 0,0-2,0 0,1-1,-1 0,1-2,0 0,-1-1,1-1,-1-1,0 0,0-1,0-1,0-1,-9 1,0 0,0-1,-1 0,0 0,0 0,-1-1,0-1,0 1,0-1,-1 0,0 0,-1-1,1 0,-2 0,0 0,0-1,0 1,-1-1,0 0,-1 0,-1 0,1-6,-1 13,-1 0,1 0,-1 0,0 1,0-1,0 0,-1 0,1 0,-1 1,0-1,1 0,-1 1,0-1,0 0,-1 1,1-1,-1 1,1 0,-1-1,0 1,1 0,-1 0,0 0,-1 0,1 1,0-1,0 0,-1 1,1 0,-1-1,1 1,-1 0,-2 0,-5-1,0 1,0 1,0 0,-1 0,1 1,0 0,0 0,0 1,0 1,0 0,1 0,-1 1,1 0,0 1,0 0,0 0,1 1,-1 0,1 0,1 1,-1 0,1 1,1 0,-1 0,1 0,1 0,-1 1,2 0,-1 0,1 1,1-1,-2 4,5-10,-1 0,1 0,-1 0,1 0,0 0,0 0,1 0,-1 0,0 0,1 0,0 0,0 0,0 0,0 0,0 0,0-1,1 1,0 0,-1-1,1 0,0 1,0-1,0 0,0 0,1 0,-1 0,1 0,-1 0,1-1,-1 1,1-1,0 0,0 0,0 0,0 0,0 0,0-1,0 1,0-1,0 0,0 0,0 0,0 0,2-1,7 0,0 0,-1-1,1 0,-1 0,1-2,-1 1,0-1,0-1,-1 0,1-1,-1 0,0 0,-1-1,1 0,-4 2,0 0,-1 0,0 0,0 0,0-1,0 0,-1 0,0 0,0-1,-1 1,1-1,-2 0,1 0,-1 0,0 0,0 0,-1 0,0-1,0 1,-1-1,0 1,0-5,-11 34,12-13,1 1,0-1,0 1,1-1,0 0,0 0,1 0,1-1,-1 1,2-1,-1 0,1 0,0-1,0 1,1-2,0 1,0-1,1 0,0 0,0-1,0 0,1 0,-1-1,1 0,0-1,9 3,36 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4.4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0,'9'7,"3"2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5.1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227 227,'-13'-4,"-1"0,0 1,0 0,0 2,0-1,0 1,0 1,0 1,0 0,0 1,0 0,-7 3,19-4,-1-1,1 1,0 0,0 0,0 0,0 0,1 0,-1 1,0-1,0 1,1-1,-1 1,1-1,-1 1,1 0,0 0,-1 0,1 0,0 0,0 0,1 0,-1 0,0 0,1 0,-1 0,1 1,0-1,-1 0,1 0,0 0,1 1,-1-1,0 0,1 0,-1 0,1 1,-1-1,1 0,48 73,41 5,-68-63,0 2,-1 1,-1 0,13 18,-31-37,-1 0,0 0,1 1,-1-1,0 1,0-1,0 1,0-1,0 1,-1-1,1 1,0 0,-1-1,1 1,-1 0,1 0,-1 0,0-1,0 1,0 0,0 0,0 0,0-1,-1 1,1 0,0 0,-1-1,0 1,1 0,-1 0,0-1,0 1,0-1,0 1,0-1,0 1,0-1,0 0,-1 0,1 1,-1-1,1 0,-1 0,1 0,-1 0,1-1,-2 1,-5 3,1-2,-1 1,0-1,0 0,0-1,0 0,0 0,0-1,0 0,0 0,-8-2,15 2,0 0,0 0,0 0,0 0,0 0,1-1,-1 1,0 0,0-1,0 1,0-1,0 1,1-1,-1 1,0-1,0 0,1 1,-1-1,0 0,1 1,-1-1,1 0,-1 0,1 0,-1 0,1 0,-1 1,1-1,0 0,0 0,0 0,-1 0,1 0,0 0,0 0,0 0,0 0,0 0,1 0,-1 0,0 0,0 0,1 0,-1 0,0 1,1-1,-1 0,1 0,-1 0,1 0,0 1,-1-1,1 0,0 1,-1-1,42-45,-41 44,302-259,-303 261,0-1,0 1,1-1,-1 1,0-1,0 1,1 0,-1-1,0 1,0-1,1 1,-1 0,1-1,-1 1,0 0,1-1,-1 1,1 0,-1 0,0 0,1-1,-1 1,1 0,-1 0,1 0,-1 0,1 0,-1 0,1 0,-1 0,1 0,-1 0,1 0,-1 0,1 0,-1 0,1 0,-1 0,1 1,-1-1,1 0,-1 0,0 1,1-1,-1 0,1 0,-1 1,0-1,1 1,-1-1,0 0,1 1,-1-1,2 30,-2-28,-4 215,3-215,1-1,0 1,-1 0,1-1,0 1,0-1,0 1,1 0,-1-1,0 1,0-1,1 1,-1-1,1 1,-1-1,1 1,0-1,0 1,0-1,-1 0,1 0,0 1,1-1,-1 0,0 0,0 0,0 0,1 0,-1 0,0 0,1-1,-1 1,1 0,-1-1,1 1,-1-1,1 0,-1 1,1-1,0 0,-1 0,1 0,-1 0,1 0,0 0,-1-1,1 1,-1 0,2-1,8-8</inkml:trace>
  <inkml:trace contextRef="#ctx0" brushRef="#br0" timeOffset="248.908">521 1,'-7'2,"3"8,11 8,8 11,9 8,0-4</inkml:trace>
  <inkml:trace contextRef="#ctx0" brushRef="#br0" timeOffset="794.55">748 575,'3'-42,"1"1,2 0,11-37,0-3,12-82,-29 162,0 0,0 0,-1 0,1 0,0 0,0 0,0 0,1 0,-1 0,0 0,0 0,0 0,1 0,-1 0,1 0,-1 0,1 0,-1 0,1 0,-1 0,1 0,0 1,-1-1,1 0,0 1,0-1,-1 0,1 1,0-1,0 1,0-1,0 1,0-1,0 1,0 0,0-1,0 1,0 0,0 0,0 0,0 0,0 0,0 0,0 0,0 0,0 0,0 1,0-1,0 0,0 1,0-1,0 1,1 0,176 82,-173-81,1-1,-1 1,1 0,-1 0,0 1,0 0,0 0,0 0,0 0,0 1,-1 0,0 0,0 0,0 0,0 1,-1-1,1 1,-1 0,-1 0,1 0,-1 0,1 1,-1-1,-1 1,1-1,0 6,-19 155,17-163,1 1,-1-1,1 0,-1 0,1 0,0 0,0 0,0 0,1 0,-1-1,1 1,-1 0,1-1,0 1,0-1,0 1,1-1,-1 0,0 0,1 0,-1 0,1-1,0 1,-1-1,1 1,0-1,0 0,0 0,0 0,0-1,0 1,3 0,104-4,-94 1,0-2,0 0,-1-1,0 0,0-1,0-1,0 0,-1-1,-1-1,1 0,-1-1,-1 0,0-1,0 0,-1-1,-1-1,0 1,-1-2,0 1,-1-1,0 0,-1-1,-6 13,0 0,0 0,0 1,0-1,0 0,-1 0,1 0,0 0,-1 0,0-1,1 1,-1 0,0 0,0 0,0 0,-1 0,1 0,0 0,-1 0,1 0,-1 0,0 0,0 0,0 0,0 0,0 0,0 0,0 1,0-1,-1 1,1-1,-1 1,1-1,-1 1,0 0,1-1,-1 1,0 0,0 0,0 1,0-1,0 0,-1 0,-2 1,0-1,0 1,0 0,-1 1,1-1,0 1,0 0,0 0,0 1,0-1,0 1,0 0,1 0,-1 1,1 0,-1-1,1 2,0-1,0 0,0 1,1 0,-1-1,1 1,0 1,0-1,0 0,1 1,0 0,0-1,0 1,0 0,1 0,-1 0,1 0,0 0,1 0,-1 1,1-1,0 0,1 0,-1 0,1 1,0-1,2 4,0 0,0-1,1 1,0-1,1 1,0-2,0 1,1 0,0-1,1 0,-1 0,1-1,0 0,1 0,-1-1,1 0,7 4,9 3,0 0,1-2,0 0,0-2,11 1,42 8,-7-7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4.1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 16,'-4'16,"-5"12,0 6,2 4,1 0,5-2,4-3,6-4,5-7,-1-8</inkml:trace>
  <inkml:trace contextRef="#ctx0" brushRef="#br0" timeOffset="524.249">184 270,'19'-4,"1"-1,-1 0,0-2,-1 0,0-1,0-1,0-1,-1-1,-1 0,0-1,9-9,-20 17,0 0,-1 0,0 0,1 0,-2-1,1 0,0 0,-1 0,0 0,0 0,-1-1,1 1,-1-1,0 0,-1 0,1 1,-1-1,-1 0,1 0,-1 0,0 0,0 0,-1-2,-1 5,0 0,-1 1,0-1,1 1,-1 0,0 0,0 0,0 0,0 0,-1 1,1 0,0-1,-1 1,1 0,-1 1,1-1,-1 0,1 1,-1 0,1 0,-1 0,0 0,1 1,-1 0,1-1,-1 1,1 0,0 1,-1-1,1 0,0 1,-3 1,0 0,0-1,1 1,-1 0,0 1,1-1,0 1,0 0,0 1,0-1,1 1,0 0,0 0,0 0,0 0,1 1,0 0,0-1,0 1,1 0,0 1,0-1,1 0,-1 0,1 1,1-1,-1 1,1-1,0 1,1-1,0 0,0 1,0-1,0 0,1 1,0-1,1 0,-1 0,3 2,0 0,1-1,1 0,-1 0,1-1,1 0,-1 0,1 0,0-1,6 3,34 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1.8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39 200,'-22'481,"7"-253,13-195,3-33,-1 0,0 0,0 0,1 0,-1 0,0 0,0 0,1 0,-1 0,0 0,0 0,0 0,1 0,-1 1,0-1,0 0,0 0,1 0,-1 0,0 1,0-1,0 0,0 0,1 0,-1 1,0-1,0 0,0 0,0 1,0-1,0 0,0 0,0 0,0 1,0-1,0 0,0 0,0 1,0-1,0 0,0 0,0 1,0-1,0 0,0 0,8-21,-7 20,3-14,1-1,0 1,1 0,1 0,0 1,1 0,1 0,0 1,1 0,1 0,0 1,5-4,-15 15,1-1,0 1,0 0,0 0,0 0,0 0,0 0,0 1,0-1,0 1,0-1,1 1,-1 0,0 0,0 0,0 0,1 0,-1 0,0 0,0 1,0-1,0 1,0 0,0 0,0-1,0 1,0 1,0-1,0 0,0 0,-1 1,1-1,0 1,-1-1,1 1,-1 0,0-1,1 1,-1 0,0 0,34 85,-34-83,1 0,-1 0,0 1,-1-1,1 0,0 1,-1-1,0 1,0-1,-1 1,1-1,-1 0,0 1,0-1,0 0,-1 1,0-1,1 0,-2 0,1 0,0-1,-1 1,1 0,-1-1,0 0,0 1,-1-1,1-1,0 1,-1 0,-1 0,-2 0,0 0,0 0,-1-1,1 0,-1 0,1 0,-1-1,0-1,1 1,-1-1,0 0,0-1,4 1,1-1,-1 1,1-1,-1 0,1 0,0 0,-1 0,1-1,0 1,0-1,0 0,0 0,0 0,0 0,0-1,1 1,-1-1,1 1,0-1,0 0,0 0,0 0,0 0,1 0,-1-1,1 1,0-1,0 1,0-1,1 1,0-1,-1 0,1 1,1-1,-1 1,0-1,1 1,0-1,0 1,0-1,0 1,1 0,-1 0,1-1,0 1,0 0,0 0,0 1,0-1,1 0,-1 1,1-1,71-51,-39 34,0 2,1 1,1 2,1 1,0 2,5 1,-42 10,0 0,1 1,-1-1,1 1,-1-1,1 1,-1-1,0 1,1 0,-1 0,1 0,-1 0,1 0,0 0,-1 0,0 0,1 1,-1-1,1 0,-1 1,1-1,-1 1,0 0,1 0,-1-1,0 1,0 0,1 0,-1 0,0 0,0 0,0 0,0 1,0-1,-1 0,1 0,0 1,0-1,-1 0,1 1,-1-1,1 1,-1-1,0 1,0-1,4 54,-4-42,-1-1,2 1,0 0,1 0,0-1,0 1,2-1,-1 0,2 0,-1 0,2 0,0-1,0 0,7 10,15-3,-16-14</inkml:trace>
  <inkml:trace contextRef="#ctx0" brushRef="#br0" timeOffset="264.202">387 402,'7'11,"2"4</inkml:trace>
  <inkml:trace contextRef="#ctx0" brushRef="#br0" timeOffset="667.227">748 0,'11'472,"-18"-151,25-216,-18-102,1 0,0 0,0 0,1 0,-1 0,1 0,-1-1,1 1,0 0,0-1,0 1,0-1,1 0,-1 0,0 0,1 0,0 0,-1 0,1-1,0 0,0 1,0-1,0 0,0 0,0 0,0-1,0 1,1-1,-1 0,0 0,2 0,4-3,0 0,0-1,0-1,0 1,-1-1,0-1,0 0,0 0,-1 0,0-1,0 0,-1 0,0-1,0 1,4-8,-6 10,101-150,-90 143,-12 34,-5 38,6 67,-4-123,1-1,0 1,0 0,1-1,-1 0,1 1,-1-1,1 0,0 0,0 0,1 0,-1 0,1 0,-1-1,1 1,0-1,0 0,0 1,0-2,1 2,16 6</inkml:trace>
  <inkml:trace contextRef="#ctx0" brushRef="#br0" timeOffset="916.084">1215 509,'-13'-7,"-5"-5,1 1</inkml:trace>
  <inkml:trace contextRef="#ctx0" brushRef="#br0" timeOffset="1069.242">641 228,'0'-5,"12"-3,21-1,28 1,29 0,22 2,14 1,-14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0.80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158 11,'0'-10,"-1"24,-4 20,-1-1,-2 0,-1 0,-2-1,-1 0,-16 29,10-20,-38 86,56-126,0-1,-1 1,1-1,-1 1,1 0,0-1,-1 1,1-1,0 1,0 0,0 0,-1-1,1 1,0 0,0-1,0 1,0 0,0-1,0 1,0 0,1 0,-1-1,0 1,0 0,0-1,1 1,-1 0,0-1,1 1,-1-1,1 1,-1 0,0-1,1 1,-1-1,1 1,0-1,-1 0,1 1,-1-1,1 1,0-1,-1 0,1 0,0 1,-1-1,1 0,0 0,-1 0,1 0,0 0,-1 0,1 0,0 0,42-11,-37 9,60-23,-40 13,1 2,0 1,1 1,0 1,0 1,0 2,15-1,-8 10,-22-1</inkml:trace>
  <inkml:trace contextRef="#ctx0" brushRef="#br0" timeOffset="261.552">359 198,'-9'18,"-3"16,0 10,3 10,0 6,2 8,2 5,2 3,1 2,1-5,1-14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29.1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1 148,'9'4,"12"5,14-1,15 2,12-1,12-3,4-1,3-3,-3 2,-9-1,-10 0,-14 1,-15 3,-12-1</inkml:trace>
  <inkml:trace contextRef="#ctx0" brushRef="#br0" timeOffset="217.927">95 388,'18'9,"20"3,21 0,20-3,13-2,8-3,-2-2,-9-1,-12-1,-15-3,-18 0</inkml:trace>
  <inkml:trace contextRef="#ctx0" brushRef="#br0" timeOffset="586.526">709 1,'3'7,"-1"-1,1 1,1-1,-1 0,1 0,0 0,0-1,1 1,-1-1,1 0,0 0,1-1,-1 0,1 1,0-2,3 3,317 193,-319-195,0 0,-1 0,1 1,-1 0,0 0,0 0,0 1,-1 0,0 0,0 0,-1 1,0 0,0 0,0 0,-1 0,0 0,0 1,-1-1,0 1,0 0,-1-1,0 1,0 0,-1 0,0 0,0 0,-1 0,-1 2,-6 6,-2 0,0 0,-1-1,0 0,-1-1,-1-1,0 0,-1 0,0-1,-1-1,0-1,-1 0,-4 1,-125 71,82-50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7.8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0 308,'5'2,"8"1,8 0,13-1,12 0,9-1,9-3,2 0,0-1,-7 0,-14 2</inkml:trace>
  <inkml:trace contextRef="#ctx0" brushRef="#br0" timeOffset="247.037">107 469,'19'0,"16"0,17 0,13 0,11 0,6-3,2 0,-8 0,-17 1</inkml:trace>
  <inkml:trace contextRef="#ctx0" brushRef="#br0" timeOffset="482.656">629 1,'4'9,"0"0,1 0,0 0,1-1,0 0,0 0,1 0,0-1,0 0,1 0,0-1,0 0,3 1,2 4,96 70,-59-46,-2 2,36 38,-78-70,0 0,0 1,-1-1,0 1,0 1,-1-1,1 1,-1 0,-1-1,1 2,-1-1,-1 0,1 1,-1-1,0 1,-1 0,0 0,0-1,-1 1,0 6,-4-3,-1 1,-1-2,1 1,-2 0,1-1,-2 0,1-1,-1 0,-1 0,1-1,-2 1,1-2,-1 0,0 0,0-1,-1 0,-3 1,-49 28,-1-2,-2-4,-37 11,13-8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3:39.3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0 134,'20'27,"2"-2,0 0,2-2,0 0,1-2,2 0,0-2,1-1,1-2,0 0,1-2,15 4,-41-17,0 1,-1-1,1 0,0 0,0-1,0 1,0-1,-1 0,1 0,0 0,0-1,0 1,0-1,0 0,-1 0,1 0,0-1,-1 1,1-1,-1 0,0 0,1 0,-1 0,0-1,0 1,0-1,-1 0,1 0,-1 0,1 0,-1 0,0 0,0-1,-1 1,1-1,0 0,1-7,1-1,-2 0,1 0,-2 1,0-1,0 0,-1-1,-1-6,1 20,0-1,-1 0,1 0,0 1,-1-1,1 0,-1 0,1 0,-1 1,1-1,0 0,-1 0,1 0,-1 0,1 0,-1 0,1 0,-1 0,1 0,-1 0,1 0,-1 0,1 0,0-1,-1 1,1 0,-1 0,1 0,-1-1,1 1,0 0,-1 0,1-1,0 1,-1 0,1-1,0 1,-1 0,1-1,0 1,0-1,-1 1,1 0,0-1,0 1,0-1,0 1,0-1,0 1,0-1,-1 1,-5 20,1 1,0 1,2-1,0 0,1 1,1-1,2 8,-2 4,3 134,7-1,13 42,-9-93,-12-100,1-10,-1 0,-1 0,1 0,-1 0,0 0,0 0,0 0,0 0,-1 0,0 0,0 0,-1 0,0 0,1 0,-1 0,-1 0,0-3,0-1,0 0,0 0,0-1,0 1,-1 0,1-1,0 0,0 0,0 0,0 0,-1 0,1-1,0 1,0-1,0 0,0 0,0 0,0 0,0-1,0 1,1-1,-1 0,0 0,1 0,-1 0,1 0,0 0,0-1,0 1,-2-3,-7-6,1 0,0 0,1-1,0 0,1-1,1 0,0 0,0-1,1 0,1 0,0-1,1 1,0-7,3 17,1 0,-1 0,1 0,0 0,1-1,-1 1,1 0,0 0,0 0,0 0,0 0,0 1,1-1,0 0,0 0,0 1,0 0,1-1,-1 1,1 0,0 0,0 0,0 0,0 1,0-1,1 1,-1 0,1 0,0 0,-1 1,1-1,0 1,1-1,17-3,0 0,0 2,0 0,1 2,-1 0,1 2,-1 0,0 2,1 0,-1 1,0 1,-1 2,0 0,13 6,-21-7,0 0,-1 0,0 1,0 1,-1 0,0 0,0 1,-1 1,-7-8,-1 0,1 1,-1-1,0 1,1 0,-2 0,1 0,0 0,0 0,-1 0,0 0,1 1,-1-1,-1 0,1 1,0-1,-1 1,0-1,0 1,0-1,0 1,0-1,-1 1,1-1,-1 1,0-1,0 0,0 1,-1-1,1 0,-1 0,0 0,0 1,-4 2,0 0,1 0,-2 0,1-1,-1 0,0-1,0 0,0 0,0 0,-1-1,1 0,-1 0,-1 0,17-6,7-3,-1 1,1 1,0 0,1 1,-1 1,0 0,1 1,-1 1,1 0,0 1,-13 0,-1 0,1 0,-1 0,0 0,1 0,-1 1,0-1,0 1,0-1,0 1,0 0,0 0,0 0,-1 0,1 0,-1 0,1 0,-1 1,0-1,0 1,0-1,0 1,-1-1,1 1,0-1,-1 1,0-1,0 3,-9 74,7-71,-1 0,0 0,-1-1,1 1,-1-1,-1 0,0 0,0-1,0 1,0-1,-1 0,0 0,-1-1,1 0,-1 0,0 0,0-1,0 0,-1 0,1-1,-1 0,0-1,0 1,0-1,0-1,-3 1,-5-2</inkml:trace>
  <inkml:trace contextRef="#ctx0" brushRef="#br0" timeOffset="1098.921">1217 14,'4'19,"1"-1,0 0,2 0,0-1,0 0,2 0,0-1,1 0,1 0,1-1,0-1,0 0,1 0,1-1,1-1,-1-1,2 0,0-1,0 0,1-1,0-1,0-1,1 0,6 0,-19-4,2-1,-1 0,0 0,0-1,0 0,1 0,-1 0,1-1,-1 0,1 0,-1 0,0-1,1 0,-1-1,0 1,0-1,1 0,-1-1,-1 1,1-1,0-1,-1 1,0-1,1 0,-1 0,-1 0,1 0,-1-1,1 0,-1 0,-1 0,1-1,-1 1,0-2,0 2,-1-1,-1 1,1-1,-1 0,0 1,0-1,-1 0,0 0,0 0,0 0,0 1,-1-1,0 0,-1 0,1 1,-1-1,0 1,0-1,-1 1,0 0,-2-3,5 8,-1 0,0 0,0 0,1 0,-1 0,0 0,0 0,1 1,-1-1,0 0,1 1,-1-1,0 0,1 1,-1-1,0 1,1-1,-1 1,1-1,-1 1,1-1,-1 1,1 0,-1-1,1 1,0 0,-1-1,1 1,0 0,-1 0,1-1,0 1,0 0,0 0,0-1,0 1,0 0,0 0,0-1,0 1,0 0,0 0,1-1,-1 1,0 0,0 0,1-1,-1 1,1 0,25 171,-9-88,-7-29,-2 0,-3 1,-1 0,-4 1,-4 37,4-88,0-1,-1 1,0 0,0 0,0 0,0-1,-1 1,0-1,0 1,-1-1,0 0,0 0,0 0,0 0,-1 0,1-1,-1 1,-2 0,4-6,0 1,-1-1,1 1,0-1,-1 0,1 0,0 0,0 0,0 0,0 0,0-1,0 1,0 0,0-1,0 0,1 0,-1 1,1-1,-1 0,1 0,0 0,0 0,0-1,0 1,0 0,0 0,0-1,1 1,0 0,-1-1,1 1,0-1,0-1,-1 1,-40-205,41 207,-1-2,0 0,0 0,1 0,-1 0,1 0,-1 0,1 0,0 0,0-1,0 1,1 0,-1 0,1 0,0 0,0 0,0 0,0 0,0 0,1 0,-1 0,1 0,0 1,0-1,0 1,0-1,0 1,0 0,1 0,-1 0,3-2,8 2,1 1,-1 0,0 0,0 2,0-1,0 2,0-1,0 2,0 0,0 0,-1 2,3 0,-11-4,14 3,-1 1,1 0,-1 1,0 1,-1 0,0 1,0 1,-1 1,0 0,0 1,-1 0,-1 1,0 1,0 0,-1 1,5 8,-15-17,0-1,0 0,0 1,-1-1,0 1,0 0,0-1,0 1,-1 0,0-1,0 1,0 0,0 0,-1-1,0 1,0 0,0-1,0 1,-1-1,0 1,0-1,0 0,-2 4,-80 81,31-38,52-50,0 0,0-1,0 1,0 0,1 0,-1 0,0 0,1 0,-1 0,0 0,1 0,0 0,-1 0,1 1,0-1,-1 0,1 0,0 0,0 1,0-1,0 0,0 0,0 0,0 0,1 1,-1-1,0 0,1 0,-1 0,1 0,-1 0,1 0,-1 0,1 0,0 0,-1 0,1 0,0 0,0 0,0 0,0-1,0 1,0 0,0-1,0 1,0-1,0 1,0-1,0 1,62 18,-15-12,0-2,1-3,-1-1,1-2,18-5,-20 0</inkml:trace>
  <inkml:trace contextRef="#ctx0" brushRef="#br0" timeOffset="1720.195">2419 55,'130'130,"-95"-91,2-2,1-1,27 18,-62-50,0-1,1 0,-1 0,1 0,0 0,0-1,0 1,0-1,0 0,0-1,0 1,1-1,-1 1,1-1,-1 0,1-1,-1 1,1-1,0 0,-1 0,1-1,-1 1,1-1,0 0,-1 0,0-1,1 1,-1-1,0 0,0 0,1-1,3-6,-1-1,0-1,0 1,-1-1,0 0,-1 0,0-1,-1 0,-1 0,1 0,-2 0,0 0,0-8,-2 19,2-33,-2 33,0 0,0 1,0-1,0 1,0-1,0 0,0 1,-1-1,1 1,0-1,0 0,0 1,-1-1,1 1,0-1,-1 1,1-1,0 1,-1-1,1 1,-1-1,1 1,0 0,-1-1,1 1,-1 0,1-1,-1 1,0 0,1-1,-1 1,1 0,-1 0,1 0,-1 0,0 0,1 0,-1 0,0 0,1 0,-1 0,1 0,-1 0,0 0,1 0,-1 0,1 0,-1 1,0-1,-4 4,0 1,0-1,0 1,1 0,0 0,0 0,0 0,0 1,1 0,0 0,0 0,1 0,-1 0,2 0,-1 1,0-1,1 1,0 5,-4 29,3 0,1 1,2-1,1 0,3 0,1 0,2 0,2-1,14 38,18 93,-36-75,-6-93,0 0,-1 0,1 0,-1 0,0 0,0 0,0 0,0-1,-1 1,1 0,-1-1,0 1,1-1,-1 1,0-1,0 0,-1 0,1 0,0 0,-1 0,1-1,-1 1,0-1,1 0,-1 1,0-1,0 0,0-1,-2 2,0-2,0 1,0-1,0 0,-1 0,1 0,0-1,0 0,1 0,-1 0,0-1,0 1,0-1,1 0,-1-1,1 1,0-1,-1 0,1 0,0 0,1 0,-1-1,1 1,-1-1,1 0,0 0,1-1,-1 1,-1-5,-3-3,2 0,0 0,0-1,1 0,0 0,2 0,-1 0,1-1,1 1,1-6,-1 14,0-1,1 1,0 0,1-1,-1 1,1 0,0-1,0 1,0 0,1 0,0 0,0 0,0 0,1 0,-1 0,1 1,0 0,1-1,-1 1,1 0,0 0,0 1,0-1,0 1,0 0,1 0,0 1,-1-1,1 1,0 0,3-1,8 1,0 1,0 1,0 0,1 2,-1-1,0 2,0 0,-1 1,12 4,14 4</inkml:trace>
  <inkml:trace contextRef="#ctx0" brushRef="#br0" timeOffset="1971.851">3222 776,'4'-7,"3"0,-1 4,-4 9,-2 12,-3 13,-1 7,-1 7,2 3,3-1,4-1,3-6,6-8,2-9,-1-9</inkml:trace>
  <inkml:trace contextRef="#ctx0" brushRef="#br0" timeOffset="2810.599">3503 1,'19'8,"1"0,-1 1,-1 1,0 1,0 1,-1 1,0 0,-1 1,5 7,-7-7,1-1,0 0,0-1,1-1,1 0,0-1,0-1,1-1,0 0,15 4,-26-11,0-1,0 1,-1-1,1 0,0-1,0 0,-1 0,1 0,-1-1,1 0,-1 0,1 0,-1-1,0 0,0-1,0 1,-1-1,1 0,-1 0,0-1,0 0,-1 1,1-2,-1 1,0 0,0-1,-1 0,0 0,0 0,0 0,-1 0,1-1,-2 1,2-4,4-28,-7 38,-1 0,1 0,0 0,0 0,0 0,0 0,0 0,0 0,-1 0,1 0,0 0,0 0,0 0,0 0,0 0,-1 0,1 0,0 0,0 0,0 0,0 0,0 0,-1 0,1 0,0 0,0 0,0 0,0 0,0 0,0 0,0 0,-1-1,1 1,0 0,-6 19,1 33,1 0,3 0,3 1,1-1,3 0,2-1,2 1,3-2,16 43,-14-36,-2-11,-4-18,-2-1,0 1,-2 0,-2 0,1 23,-4-48,0 1,-1-1,0 0,1 1,-1-1,0 0,0 0,-1 0,1 0,-1 0,0 0,1 0,-1-1,0 1,-1 0,1-1,0 0,-1 1,1-1,-1 0,0 0,0-1,0 1,0-1,0 1,0-1,0 0,0 0,0 0,-1 0,1-1,0 1,-1-1,1 0,0 0,-1 0,1-1,-3 0,-8 0,1-1,-1 0,1-1,0-1,0 0,0-1,0 0,1-1,0-1,0 0,1 0,-1-1,2 0,-1-1,1-1,1 1,-1-2,2 1,-1-1,-3-8,9 16,1-1,0 1,0-1,1 1,-1-1,1 0,-1 0,1 0,1 0,-1 0,0 0,1 0,0 0,0 0,0 0,0 0,1 0,-1 0,1 0,0 0,1 1,-1-1,0 0,1 0,0 1,0-1,0 1,1-1,-1 1,1 0,-1 0,1 0,0 1,0-1,1 0,14-7,1 1,-1 0,2 1,-1 2,1 0,0 0,1 2,-1 1,12-1,152-8,-182 12,-1-1,1 1,0 0,-1 0,1 0,-1 0,1 0,0 1,-1-1,1 0,-1 1,1-1,-1 1,1 0,-1-1,1 1,-1 0,0 0,1 0,-1 0,0 0,0 0,0 0,0 0,0 0,0 1,0-1,0 0,0 1,-1-1,1 1,0-1,-1 1,1-1,-1 1,0-1,1 1,-1 0,0-1,0 1,0 19,0-14,0 0,0-1,0 1,1 0,0-1,0 1,1-1,0 1,0-1,0 0,1 0,3 6,-1-6,0 0,1 0,0 0,0-1,0 1,1-2,-1 1,1-1,0 0,1 0,-1-1,1 0,-1 0,1-1,0 0,0-1,0 1,0-1,6-1,-9 1,0-1,0 0,0 0,0 0,0-1,0 1,0-1,0-1,0 1,0-1,0 1,0-2,-1 1,1 0,-1-1,0 0,0 0,0 0,0 0,0-1,-1 1,1-1,-1 0,0 0,0 0,-1-1,1 1,-1-1,0 0,0 1,0-4,0 3,-1-1,0 1,0 0,-1 0,0 0,0-1,0 1,0 0,-1 0,0 0,0-1,-1 1,1 0,-1 0,0 1,0-1,-1 0,1 1,-1-1,0 1,0 0,-1 0,1 0,-1 0,0 1,0-1,0 1,0 0,-3-1,-1-1,-1 1,1-1,-1 2,1 0,-1 0,0 0,0 1,0 0,-1 1,1 0,0 1,-1 0,1 0,0 1,0 0,-6 1,-34 15,4 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1:53.7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3892 1443,'32'274,"-15"-114,-6 1,-12 154,-38 312,36-576,3-1,2 1,2 0,2 0,2-1,5 6,-6 4,-11-51</inkml:trace>
  <inkml:trace contextRef="#ctx0" brushRef="#br0" timeOffset="1719.435">3971 1457,'0'0,"-8"-6,1-1,0 1,1-1,-1-1,1 1,1-1,0 0,0 0,0-1,1 1,0-1,1 0,0 0,0 0,1 0,0-4,7-85,-3 95,1 0,0 0,-1 1,1-1,0 1,1 0,-1 0,0 0,1 0,-1 0,1 1,-1 0,1 0,0 0,-1 0,1 0,0 1,0-1,0 1,-1 0,1 0,0 1,0-1,1 1,5-1,937-48,-294 5,65-8,104 3,-578 38,60 12,-36 11,174 24,-419-37,-20 0,0-1,-1 0,1 1,0 0,0 0,-1 0,1 0,0 0,0 0,-1 1,1-1,0 1,-1 0,1 0,0 0,-1 0,1 0,-1 1,0-1,1 1,-1-1,0 1,0 0,0 0,0 0,0 0,-1 0,1 0,-1 1,1-1,-1 0,1 3,-10 140,11-92,1-1,3 1,2-1,2 0,2-1,7 10,3 22,127 475,-115-421,-6 1,-6 1,0 62,8 107,-28-180,1-113,1-22,3-23,-8 10</inkml:trace>
  <inkml:trace contextRef="#ctx0" brushRef="#br0" timeOffset="3606.962">3944 3209,'-1'0,"-1"0,1 0,-1 0,1 0,0 1,-1-1,1 0,-1 1,1-1,0 1,-1 0,1 0,0-1,0 1,0 0,0 0,0 0,0 0,0 0,0 0,0 0,0 0,0 1,1-1,-1 0,0 1,1-1,-1 0,1 1,-1-1,1 0,0 1,0-1,0 2,1 57,0-41,5 321,-6-336,-1 1,2-1,-1 0,0 0,1-1,0 1,0 0,0 0,0 0,0 0,1-1,0 1,0 0,0-1,0 0,0 1,1-1,0 0,-1 0,1-1,0 1,0 0,1-1,-1 0,0 0,1 0,-1 0,1 0,0-1,0 0,0 0,-1 0,1 0,2 0,26 1,-1-2,0-1,0-2,0-1,16-4,4 0,170-19,2 11,39 9,651-29,-740 22,91-7,112 12,-15 22,-307-16,44-3,1 4,13 6,288 19,-370-23,1-1,1 1,-1 2,1 1,-1 1,0 2,2 1,246 56,-134-46,-116-13,0-2,0-2,1 0,-1-2,0-1,0-1,7-1,53-12,-86 16,0-1,0 1,0-1,0 0,0 1,0-1,-1 0,1-1,-1 1,1 0,-1-1,0 1,0-1,0 0,0 0,-1 1,1-1,-1 0,0-1,0 1,0 0,0 0,0 0,-1-1,1 1,-1-11,0 0,-1 1,0-1,-1 0,-1 1,0-1,-3-5,-4-22,-2-31,3 0,3-1,4-24,1 86,2 6,-1 1,1-1,-1 1,0 0,-1-1,1 1,-1-1,0 1,0 0,0-1,-1 1,0 0,1 0,-1 0,-1 0,1 0,0 1,-1-1,-2-1,-15-8</inkml:trace>
  <inkml:trace contextRef="#ctx0" brushRef="#br0" timeOffset="4709.556">1793 1818,'459'12,"-37"-12,262 7,-383 23,-285-25,-40-4,3-1</inkml:trace>
  <inkml:trace contextRef="#ctx0" brushRef="#br0" timeOffset="5033.428">2608 1657,'11'-2,"164"43,-170-40,52 13,-1 2,0 3,26 14,-16 12,-64-44,0 1,-1 0,1-1,-1 1,0 0,0 0,0 0,0 0,0 0,0 0,0 0,-1 0,1 0,0 0,-1 0,0 0,0 1,0-1,0 0,0 0,0 0,0 1,-1-1,1 0,-1 0,1 0,-1 0,0 0,0 0,0 0,0 0,0 0,-2 1,-6 8,-2-1,1 0,-1-1,-1 0,0-1,0 0,0-1,-1 0,-3 0,-5 4,-113 58,72-40</inkml:trace>
  <inkml:trace contextRef="#ctx0" brushRef="#br0" timeOffset="5591.748">1845 2593,'700'-33,"-300"29,52 21,-318-10,-130-6,-23-1,17 0,-21 0</inkml:trace>
  <inkml:trace contextRef="#ctx0" brushRef="#br0" timeOffset="5920.01">2514 2353,'36'13,"127"44,-95-36,-1 3,-1 3,27 17,-31 0,-61-43,1 1,-1-1,0 1,1 0,-1-1,0 1,0 0,0-1,0 1,0 0,-1 0,1 0,-1 0,1 0,-1 0,0 0,1 0,-1 0,0 0,0 0,0 0,-1 0,1 0,0 0,-1 0,0 0,1 0,-1 0,0 0,0 0,0-1,0 1,0 0,-1 0,-8 9,-1-1,0 0,-1 0,0-1,-1-1,1 0,-1-1,-1-1,-6 3,8-3,-56 25,4-4</inkml:trace>
  <inkml:trace contextRef="#ctx0" brushRef="#br0" timeOffset="6342.442">1993 3302,'846'-25,"-313"23,-412 10,-113-6,-10 0</inkml:trace>
  <inkml:trace contextRef="#ctx0" brushRef="#br0" timeOffset="6653.929">2888 3141,'21'0,"17"5,17 3,10 5,5 6,2 0,-1 3,-10 2,-9 1,-12 1,-13 0,-17 1,-22 3,-25 5,-27 5,-24 6,-26 3,7-6</inkml:trace>
  <inkml:trace contextRef="#ctx0" brushRef="#br0" timeOffset="7381.856">482 1510,'16'7,"10"7,5 7,1 10,3 8,0 8,-2 3,-2 2,-1-3,-4-6,-4-7,-4-7,-4-8</inkml:trace>
  <inkml:trace contextRef="#ctx0" brushRef="#br0" timeOffset="7597.395">789 1484,'-9'16,"-7"14,-9 11,-3 8,-5 5,-3 4,0-1,1-3,3-9,6-11</inkml:trace>
  <inkml:trace contextRef="#ctx0" brushRef="#br0" timeOffset="7968.021">896 1711,'7'-5,"-1"-1,1 1,0 1,0 0,0 0,1 0,-1 1,1 0,0 0,0 1,0 0,0 0,0 1,0 0,1 1,-1 0,0 0,1 0,-1 1,1 1,-5 1,-1 0,1 1,-1 0,0-1,0 1,-1 0,1 1,-1-1,0 0,0 1,0-1,-1 1,0 0,1-1,-2 1,1 0,0 0,-1 0,0-1,0 1,-1 0,1 0,-1 0,0 0,0-1,-1 1,1-1,-1 1,0-1,-1 2,-5 15,-1-1,-1 0,-1-1,-1 0,-6 7,-32 56,49-81,0 1,1-1,-1 0,0 1,1-1,-1 1,1-1,-1 1,1-1,0 1,0-1,0 1,0-1,0 1,0 0,0-1,0 1,0-1,1 1,-1-1,1 1,-1-1,1 1,0-1,-1 0,1 1,0-1,0 0,0 0,0 1,0-1,0 0,0 0,1 0,-1 0,0-1,1 1,-1 0,0 0,1-1,-1 1,1-1,-1 1,1-1,-1 0,1 1,-1-1,1 0,-1 0,1 0,1 0,31 3,1-1,0-2,0-1,0-2,-1-1,1-2,5-3,14-2</inkml:trace>
  <inkml:trace contextRef="#ctx0" brushRef="#br0" timeOffset="9191.574">402 3141,'14'16,"13"14,14 9,8 8,6 1,0 0,-3-1,-3-4,-5-5,-6-7,-5-8,-8-9</inkml:trace>
  <inkml:trace contextRef="#ctx0" brushRef="#br0" timeOffset="9456.053">843 3168,'-16'14,"-10"15,-7 15,-4 11,-2 7,0 3,4-1,6-5,7-7,8-13</inkml:trace>
  <inkml:trace contextRef="#ctx0" brushRef="#br0" timeOffset="9702.612">990 3542,'6'8,"0"0,1-1,0 0,0 0,0 0,1-1,0 0,0-1,1 1,-1-2,1 1,0-1,1-1,-1 1,0-2,1 1,0-1,0-1,-1 0,1 0,0-1,0 0,0-1,0 0,0 0,-1-1,1-1,-1 1,1-2,-1 1,0-1,0-1,0 1,7-6,-13 7,1 0,0 0,-1 0,0-1,0 1,0-1,0 0,0 0,-1 0,0 0,0 0,0 0,0 0,-1-1,1 1,-1-1,0 0,0 1,-1-1,0 1,0-1,0 0,0 1,0-1,-1 0,0 1,0-1,-1 1,1-1,-1 1,0 0,0-1,0 1,0 0,-1 0,0 1,0-1,0 0,0 1,0 0,-1 0,1 0,-1 0,0 0,-3-1,0 1,-1 1,1-1,-1 1,1 0,-1 1,0 0,0 0,0 1,1 0,-1 0,0 1,0 0,1 0,-1 1,0 0,1 0,-1 1,1 0,0 0,0 1,0-1,1 2,-1-1,1 1,0 0,0 0,1 1,-1-1,1 1,0 1,1-1,0 1,-24 32</inkml:trace>
  <inkml:trace contextRef="#ctx0" brushRef="#br0" timeOffset="8311.742">495 2312,'9'16,"10"15,9 10,8 6,5 3,3 1,0-2,-1-5,-2-7,-4-6,-7-5,-7-8</inkml:trace>
  <inkml:trace contextRef="#ctx0" brushRef="#br0" timeOffset="8572.131">816 2353,'-13'22,"-10"20,-7 13,-8 9,-4 3,-2-1,0-3,7-12</inkml:trace>
  <inkml:trace contextRef="#ctx0" brushRef="#br0" timeOffset="8819.701">1111 2526,'0'3,"0"7,0 11,0 13,0 17,0 14,0 8,0 7,0-11</inkml:trace>
  <inkml:trace contextRef="#ctx0" brushRef="#br0" timeOffset="11113.624">5295 2232,'0'4,"1"0,-1 0,1-1,0 1,0 0,0-1,0 1,1-1,-1 1,1-1,0 0,0 0,0 0,0 0,2 2,-3-5,0-1,0 1,0-1,0 1,0-1,0 0,0 1,-1-1,1 0,0 1,-1-1,1 0,0 0,-1 0,1 0,-1 0,1 0,-1 0,0 1,1-1,-1 0,0 0,0-1,0 1,1 0,-1 0,0 0,0 0,-1 0,1 0,0 0,0 0,0-7,-1 0,1 0,-1 0,-1 0,0 0,0 1,0-1,-1 0,0 1,-1 0,1 0,-1 0,-1 0,1 0,-1 1,-1 0,1 0,-1 0,0 1,-6-4,8 5,-1 0,0 0,-1 1,1 0,-1 0,1 1,-1-1,0 1,0 0,0 1,0 0,0-1,0 2,0-1,-1 1,1 0,0 0,0 1,0 0,0 0,0 0,0 1,0 0,0 0,0 0,1 1,-2 0,1 2,-1 0,1 0,0 1,0 0,0 0,1 0,0 0,0 1,1 0,0 0,0 0,1 1,0-1,0 1,0 0,1 0,0 0,1 0,0 0,0 0,1 7,-1 2,2-1,0 1,1-1,0 1,2-1,0 0,0 0,2-1,0 1,4 5,-3-7,1-1,1 0,0 0,1-1,1 0,0-1,0 0,1-1,0-1,1 1,0-2,0 0,1 0,0-2,2 1,-6-3,0 0,0-1,1 0,-1 0,1-1,-1-1,1 0,0 0,0-1,0-1,-1 0,1 0,0-1,-1 0,1-1,-1 0,0-1,1 0,-2 0,1-1,-1-1,1 0,58-59,-42 30</inkml:trace>
  <inkml:trace contextRef="#ctx0" brushRef="#br0" timeOffset="11392.435">5723 2045,'-5'32,"1"1,2-1,1 0,1 1,2-1,4 15,-3-16,-2-18,0 13,2-1,1 1,1-1,1 0,1 0,-5-19,0 1,1-1,0 0,0 0,1 0,-1-1,1 1,1-1,-1 1,1-2,0 1,0 0,0-1,0 0,1 0,0 0,0-1,0 0,0 0,0-1,3 1,13 1,0 0,1-2,-1 0,1-2,0 0,-1-2,1 0,-1-2,0 0,0-2,0 0,0-2,31-9</inkml:trace>
  <inkml:trace contextRef="#ctx0" brushRef="#br0" timeOffset="12202.168">6672 2179,'1'3,"6"10,-6-19,-3-3,-1 0,0 0,0 1,0-1,-1 1,-1-1,1 1,-1 1,-1-1,1 1,-1 0,0 0,-1 0,0 1,0 0,0 1,-1-1,0 1,0 1,0 0,0 0,-1 0,0 1,1 0,-1 1,0 0,0 0,-1 1,1 0,-5 1,3 2,1 0,0 0,-1 1,1 1,0-1,0 2,1-1,-1 1,1 1,0 0,1 0,-1 1,1 0,0 0,1 1,0 0,0 0,1 1,0 0,0 0,1 0,0 1,1-1,0 1,1 0,0 1,0-1,1 0,0 1,1 0,0-1,1 1,0 0,1-1,0 1,1-1,0 1,0-1,1 1,0-1,1 0,1 0,8 5,0-1,1-1,0 0,1-1,1 0,0-1,0-1,1-1,1 0,-1-2,1 1,0-2,1-1,0 0,0-1,0-1,0-1,15 0,-3 1,0-1,0-2,0-1,0-1,0-2,6-2,13-7</inkml:trace>
  <inkml:trace contextRef="#ctx0" brushRef="#br0" timeOffset="16529.532">175 4572,'22'16,"20"14,16 14,13 10,9 10,3 5,-3 3,-5-3,-6-3,-8-6,-8-7,-8-7,-10-8,-8-9,-9-11</inkml:trace>
  <inkml:trace contextRef="#ctx0" brushRef="#br0" timeOffset="16809.048">909 4452,'-15'11,"-15"18,-14 21,-10 24,-10 19,-8 14,-2 7,-1 1,6-9,10-13,15-22</inkml:trace>
  <inkml:trace contextRef="#ctx0" brushRef="#br0" timeOffset="18092.808">175 5347,'2'0,"3"0,3 0,5 0,4 0,5 0,2-2,0-1,-2 0,-3 1,-2 0,-4 1</inkml:trace>
  <inkml:trace contextRef="#ctx0" brushRef="#br0" timeOffset="18561.426">977 5321,'2'0,"4"0,6 0,9 0,5 0,6 0,-2 0,-5 0</inkml:trace>
  <inkml:trace contextRef="#ctx0" brushRef="#br0" timeOffset="19071.725">883 4492,'2'0,"4"0,4 0,8 0,6 0,2 0,5 0,-2 0,-3 0,-5 0</inkml:trace>
  <inkml:trace contextRef="#ctx0" brushRef="#br0" timeOffset="19538.01">1 4492,'4'0,"9"0,9 0,9 0,7 0,-3 0</inkml:trace>
  <inkml:trace contextRef="#ctx0" brushRef="#br0" timeOffset="22495.583">9961 3836,'4'7,"4"7,6 7,6 8,7 7,8 5,5 5,3 0,-2 0,-1-1,-3-3,-3-8,-5-8,-7-10</inkml:trace>
  <inkml:trace contextRef="#ctx0" brushRef="#br0" timeOffset="22912.695">10695 3850,'-17'8,"0"1,0 1,1 0,0 1,0 1,1 0,1 1,0 1,1 0,-3 6,6-7,0 0,1 1,1 0,0 0,1 1,1 0,0 0,1 1,0-1,2 1,0 0,0 1,2-1,0 0,1 0,0 1,1-1,2 6,9 479,-12-471,0-30,5 43,-5-42,0 0,0 0,1 0,-1-1,0 1,1 0,-1 0,1-1,-1 1,1 0,-1-1,1 1,0 0,-1-1,1 1,0-1,0 1,-1-1,1 1,0-1,0 0,-1 1,1-1,0 0,0 0,0 1,0-1,0 0,0 0,-1 0,1 0,0 0,0 0,0 0,0-1,0 1,0 0,-1 0,1-1,0 1,0 0,0-1,-1 1,2-1,13-8</inkml:trace>
  <inkml:trace contextRef="#ctx0" brushRef="#br0" timeOffset="23298.668">10990 4198,'4'-2,"7"-2,10 1,13 1,11 0,13 1,8 0,3 1,0 0,-6 0,-11 0,-14 1</inkml:trace>
  <inkml:trace contextRef="#ctx0" brushRef="#br0" timeOffset="23517.582">11017 4465,'22'9,"20"3,15-1,13-1,5-6,-10-3</inkml:trace>
  <inkml:trace contextRef="#ctx0" brushRef="#br0" timeOffset="23950.986">11859 3863,'6'16,"10"12,13 10,14 11,12 5,11 5,10 4,5 3,1 1,-2 1,-6-2,-9-3,-8-4,-12-4,-11-8,-9-6,-9-16,-7-11</inkml:trace>
  <inkml:trace contextRef="#ctx0" brushRef="#br0" timeOffset="24197.971">12594 3890,'-13'-3,"-12"5,-6 8,-5 9,-3 11,-1 14,-3 15,-4 14,-3 12,-4 10,-2 5,2-1,5-6,9-10,12-19</inkml:trace>
  <inkml:trace contextRef="#ctx0" brushRef="#br0" timeOffset="24879.234">12968 4291,'14'0,"13"0,14 0,13 0,11 0,9 0,2-2,-2-1,-7-2,-10-1,-13 2,-14-2,-11 1</inkml:trace>
  <inkml:trace contextRef="#ctx0" brushRef="#br0" timeOffset="25159.648">13329 4024,'-7'21,"-4"17,-1 14,2 8,3 4,2 1,2-4,2-3,1-8,3-6,5-8,4-9,6-9,1-8</inkml:trace>
  <inkml:trace contextRef="#ctx0" brushRef="#br0" timeOffset="26001.124">13931 4050,'-2'-3,"0"0,1 0,-1-1,1 1,0-1,0 0,0 1,0-1,1 0,-1 1,1-1,0 0,0 0,0 1,1-1,-1 0,1 0,0 1,0-1,0 1,1-1,-1 1,1-1,0 1,0 0,0 0,0 0,0 0,1 0,-1 0,1 1,0-1,0 1,0 0,15-7,-1 2,1 0,1 1,-1 1,1 1,0 0,0 2,0 0,0 1,0 1,13 1,-25-1,1-1,-1 2,0-1,1 1,-1 0,0 0,1 1,-1 0,0 1,0-1,-1 1,1 1,-1-1,1 1,-1 0,0 0,0 1,-1 0,1 0,-1 0,0 1,-1 0,1 0,-1 0,0 0,-1 1,2 3,-2 1,0 1,0-1,-1 1,-1 0,0-1,-1 1,0 0,-1 0,0-1,-1 1,0-1,-1 1,0-1,0 0,-2 0,1 0,-1 0,-1-1,0 0,0 0,-16 22,-2-2,0 0,-2-2,-1-1,-16 12,-87 69,129-107,0 0,-1-1,1 1,-1-1,1 1,-1 0,1-1,0 1,0 0,-1 0,1 0,0 0,0 0,0 1,0-1,0 0,0 0,0 1,1-1,-1 0,0 1,1-1,-1 1,1-1,0 1,-1-1,1 1,0-1,0 1,0-1,0 1,0-1,0 1,0 0,1-1,-1 1,0-1,1 0,-1 1,1-1,0 1,0 0,6 1,-1-1,1 0,0 0,0 0,0-1,0 0,0 0,1-1,-1 0,3 0,7 0,112-2,124-18,-64 2,-110 7,-72 5</inkml:trace>
  <inkml:trace contextRef="#ctx0" brushRef="#br0" timeOffset="27863.974">8597 1563,'472'25,"669"4,-927-26,-190 0,-22 2,-16-3,-1-1</inkml:trace>
  <inkml:trace contextRef="#ctx0" brushRef="#br0" timeOffset="28171.964">10081 1404,'1'2,"1"-1,-1 1,0 0,1-1,-1 1,1-1,0 0,-1 1,1-1,0 0,0 0,0 0,0 0,0-1,0 1,0 0,0-1,0 1,2-1,2 2,118 34,-78-24,-1 1,0 3,-1 1,22 13,-64-30,0 1,1 0,-1-1,0 1,1 0,-1 0,0 0,0 1,0-1,0 1,0-1,0 1,0-1,-1 1,1 0,0 0,-1 0,0 0,1 0,-1 0,0 0,0 1,0-1,0 0,-1 1,1-1,-1 0,1 1,-1-1,0 1,0-1,0 1,0-1,0 1,0-1,-1 0,0 1,1-1,-1 1,0-1,0 0,0 0,0 0,-1 2,-8 6,-1 0,0-1,0-1,-1 1,0-2,0 0,-1 0,0-1,-140 66,-80 23,145-61</inkml:trace>
  <inkml:trace contextRef="#ctx0" brushRef="#br0" timeOffset="28640.058">9493 1938,'-5'12,"1"5,4 3,1-3</inkml:trace>
  <inkml:trace contextRef="#ctx0" brushRef="#br0" timeOffset="28886.378">9452 2379,'7'16,"5"7,-1 3,-1-4</inkml:trace>
  <inkml:trace contextRef="#ctx0" brushRef="#br0" timeOffset="29118.241">9332 2834,'-2'13,"-1"6</inkml:trace>
  <inkml:trace contextRef="#ctx0" brushRef="#br0" timeOffset="29396.828">8864 3021,'1353'-39,"-887"26,-437 10,-29 2,0 1,0 0,0 0,-1 0,1 0,0-1,0 1,0 0,0 0,0 0,0-1,0 1,0 0,0 0,-1 0,1-1,0 1,0 0,0 0,0 0,0-1,0 1,0 0,1 0,-1-1,0 1,0 0,0 0,0 0,0-1,0 1,0 0,0 0,0 0,1-1,-30-3,29 4,-23-3,1 0</inkml:trace>
  <inkml:trace contextRef="#ctx0" brushRef="#br0" timeOffset="29677.63">10281 2793,'2'0,"8"3,14 2,13 3,15 5,7 3,3 2,-2 1,-10 2,-12 1,-16 5,-20 1,-27 6,-29 6,-31 2,-30 2,5-7</inkml:trace>
  <inkml:trace contextRef="#ctx0" brushRef="#br0" timeOffset="114280.904">1124 400,'10'-3,"1"0,0 1,0 0,0 0,0 1,0 1,0 0,6 1,-8-1,-6-1,1 0,-1 1,0 0,1 0,-1 0,0 0,1 0,-1 0,0 1,1 0,-1-1,0 1,0 1,0-1,0 0,0 1,0-1,0 1,0 0,-1 0,1 0,-1 0,1 1,-1-1,0 1,0-1,0 1,0 0,0 0,-1 0,1 0,-1 0,0 0,0 0,0 0,0 1,-1-1,1 0,-1 0,0 1,0-1,0 0,0 1,-1 1,-39 43,10-19,30-29,0 1,1 0,-1-1,0 1,0 0,0-1,1 1,-1-1,0 1,1-1,-1 1,0-1,1 1,-1-1,1 1,-1-1,1 1,-1-1,1 1,-1-1,1 0,0 0,-1 1,1-1,-1 0,1 0,0 1,-1-1,1 0,0 0,-1 0,1 0,-1 0,1 0,0 0,-1 0,1 0,0 0,-1-1,1 1,0 0,-1 0,1-1,0 1,24 1,-20-2,0 0,0 0,0 1,0 0,0 0,-1 0,1 1,0-1,0 1,0 0,0 1,-1-1,1 1,-1 0,1 0,-1 1,0-1,0 1,0 0,0 0,0 0,0 0,-1 1,0-1,1 3,-3-4,0 1,-1-1,1 1,-1-1,0 1,1 0,-1-1,-1 1,1 0,0-1,-1 1,1-1,-1 1,0-1,0 1,0-1,0 1,0-1,0 0,-1 0,1 1,-1-1,1 0,-1 0,0-1,0 1,0 0,0 0,-1 0,-67 41,58-36,0-1,-1-1,1 0,-1-1,0 0,0-1,0-1,-9 1,22-2,-1-1,0 0,1 0,-1 0,0 0,1 0,-1 1,0-1,0-1,1 1,-1 0,0 0,1 0,-1 0,0 0,1-1,-1 1,0 0,1 0,-1-1,1 1,-1-1,0 1,1-1,-1 1,1 0,-1-1,1 0,0 1,-1-1,1 1,-1-1,1 0,0 1,-1-1,1 1,0-1,0 0,0 0,0 1,-1-1,1 0,0 1,0-1,0 0,0 1,1-1,-1 0,0 0,0 1,0-1,0 0,1 1,-1-1,0 1,1-1,-1 0,1 1,-1-1,0 1,1-1,-1 1,1-1,11-15</inkml:trace>
  <inkml:trace contextRef="#ctx0" brushRef="#br0" timeOffset="114669.832">1525 468,'31'-14,"-1"-1,-1-2,-1-1,0-1,-1-1,-1-1,-1-2,1-3,-22 23,-1 0,-1 0,1 0,0-1,-1 1,0-1,0 0,0 1,0-1,0 0,-1 0,0 0,0-1,0 1,0 0,-1 0,1-1,-1 1,0 0,0 0,-1-1,1 1,-1 0,-1-3,0 6,0-1,0 1,0 0,0 0,0 0,0 1,-1-1,1 0,0 1,0 0,-1-1,1 1,0 0,-1 0,1 0,0 0,0 1,-1-1,1 1,0-1,0 1,0 0,-1 0,1 0,0 0,0 0,0 0,0 1,1-1,-1 1,0-1,1 1,-1 0,1-1,-1 1,0 1,-5 9,0 1,0-1,1 1,1 1,0-1,0 1,2 0,0 0,0 0,1 0,1 0,1 0,0 1,1 3,20 198,-4-86,-9-47,-3 1,-6 64,-2-117</inkml:trace>
  <inkml:trace contextRef="#ctx0" brushRef="#br0" timeOffset="115010.211">1578 668,'274'-93,"-135"50,-138 43,0-1,0 0,0 0,1 1,-1-1,0 1,1-1,-1 1,0 0,1-1,-1 1,1 0,-1 0,0 0,1 0,-1 0,1 0,-1 0,0 1,1-1,-1 0,0 1,1-1,-1 1,0 0,1-1,-1 1,0 0,0 0,0 0,0 0,0 0,0 0,0 0,0 0,0 0,0 0,-1 0,1 1,0-1,-1 0,1 0,-1 1,1-1,-1 1,0-1,0 0,1 1,-1 0,0 34,-1-30,0-1,0 1,1-1,0 1,0-1,0 1,1-1,0 1,0-1,0 1,1-1,-1 0,1 0,1 1,-1-1,1-1,0 1,0 0,0-1,1 0,-1 1,1-1,3 2,4 0</inkml:trace>
  <inkml:trace contextRef="#ctx0" brushRef="#br0" timeOffset="115272.164">2033 387,'0'2,"7"4,6 4,9 6,-1 0</inkml:trace>
  <inkml:trace contextRef="#ctx0" brushRef="#br0" timeOffset="115814.87">2261 694,'14'-228,"-15"227,1-1,0 1,0 0,0-1,0 1,0-1,0 1,0-1,0 1,1-1,-1 1,0 0,1-1,0 1,-1 0,1-1,0 1,-1 0,1 0,0 0,0-1,0 1,0 0,0 0,0 0,0 1,1-1,-1 0,0 0,0 1,1-1,-1 0,0 1,1 0,-1-1,1 1,-1 0,1-1,-1 1,0 0,2 0,134 29,-116-23,56 26,-75-31,0 1,0-1,0 1,-1-1,1 1,0 0,-1 0,1 0,-1 0,0 0,1 0,-1 0,0 0,0 1,0-1,-1 0,1 1,-1-1,1 0,-1 1,0-1,1 1,-2-1,1 1,0-1,0 1,-1-1,1 0,-1 1,0-1,0 2,-45 97,45-100,1 0,0 1,0-1,-1 1,1-1,0 0,0 1,1-1,-1 1,0-1,0 0,1 1,-1-1,0 0,1 1,0-1,-1 0,1 0,0 0,0 1,-1-1,1 0,0 0,0 0,0 0,0 0,0-1,1 1,-1 0,0 0,0-1,0 1,1 0,-1-1,0 0,1 1,0-1,56 8,-53-8,4 1,-1-1,0 0,1 0,-1 0,0-1,1-1,-1 1,0-1,0-1,0 0,0 0,-1 0,1-1,-1 0,0 0,0-1,0 0,-1 0,1-1,-1 1,-1-2,1 1,-1 0,2-3,2-10,-1 1,0-1,-2 0,0-1,-1 0,-1 0,0 0,-1-19,-7 12,-16 37,15-5,2-1,-1 1,1 0,0 1,0-1,0 1,0-1,1 1,0 0,1 0,-1 0,1 0,0 0,0 0,1 0,0 0,0 0,1 0,-1 1,1-1,0 0,1 0,0-1,0 1,0 0,0 0,1-1,0 0,0 1,1-1,-1 0,1-1,4 4,1-2,2 0,-1-1,0 0,1-1,0 0,0-1,0 0,0 0,1-2,-1 1,1-1,-1-1,1 0,-1-1,1 0,7-2,22-5</inkml:trace>
  <inkml:trace contextRef="#ctx0" brushRef="#br0" timeOffset="116155.122">3356 0,'11'16,"13"14,12 14,6 10,3 7,-1 8,-9 5,-17 6,-25 5,-34 9,-40 7,-39 6,-1-15</inkml:trace>
  <inkml:trace contextRef="#ctx0" brushRef="#br0" timeOffset="116674.981">776 147,'-16'9,"-9"12,-4 14,4 17,6 13,13 11,19 9,23 4,26 0,25-6,25-8,19-10,-14-16</inkml:trace>
  <inkml:trace contextRef="#ctx0" brushRef="#br0" timeOffset="117944.115">10468 480,'-157'84,"-69"53,145-83,3 2,2 4,3 4,-10 15,36-21,47-58,0 0,0 0,1 0,-1 1,0-1,0 0,0 0,1 0,-1 0,0 0,0 0,0 0,0 0,1 1,-1-1,0 0,0 0,0 0,0 0,0 1,1-1,-1 0,0 0,0 0,0 1,0-1,0 0,0 0,0 0,0 1,0-1,0 0,0 0,0 1,0-1,0 0,0 0,0 0,0 1,0-1,0 0,0 0,0 0,0 1,0-1,-1 0,1 0,0 0,0 1,18-13,-1-2,1 0</inkml:trace>
  <inkml:trace contextRef="#ctx0" brushRef="#br0" timeOffset="118489.858">9854 735,'-21'18,"0"1,2 1,0 0,1 1,1 1,2 1,0 1,1 0,1 0,2 2,-1 2,4-11,2-8,1 1,1 0,0 0,0 0,1 0,0 1,0-1,2 1,-2 7,3-17,0-1,0 1,1 0,-1 0,0 0,0 0,0-1,1 1,-1 0,0 0,1 0,-1-1,1 1,-1 0,1-1,-1 1,1 0,-1-1,1 1,0 0,-1-1,1 1,0-1,-1 1,1-1,0 0,0 1,0-1,-1 0,1 0,0 1,0-1,0 0,0 0,-1 0,1 0,0 0,0 0,0 0,0 0,0 0,-1-1,1 1,0 0,1-1,40-16,-37 15,51-31,-42 24,0 0,1 1,1 1,-1 0,1 1,16-4,-29 9,-1-1,0 0,0 0,0 0,0 0,0 0,0 0,0 0,-1-1,1 1,-1 0,0-1,1 0,-1 1,0-1,-1 0,1 1,0-1,-1 0,0 0,1 0,-1 1,0-1,-1 0,1 0,0 0,-1 0,0 1,0-3,1-7,1-11,-2 0,0 0,-1 0,-1 1,-1-1,-1 1,-1 0,-1 0,-1 1,-1 0,-1 0,-1 1,-7-9,-17-2,34 30,0 1,0 0,0-1,0 1,0 0,0 0,0-1,0 1,0 0,0 0,0 0,0 0,0 1,0-1,0 0,0 0,0 0,0 1,0-1,0 1,0-1,0 1,0-1,0 1,0-1,0 1,1 0,-1 0,0-1,1 1,-1 0,0 0,1 0,-1 0,1 0,-1-1,1 1,-1 0,1 0,0 0,0 1,-3 6,1-1,0 1,1 0,0 0,0 0,1 0,0 0,0 0,1 0,1 5,1 8</inkml:trace>
  <inkml:trace contextRef="#ctx0" brushRef="#br0" timeOffset="122151.134">11217 574,'-24'96,"4"-33,-27 116,47-178,-1 0,1 0,-1 0,1 1,0-1,0 0,0 1,-1-1,1 0,0 0,1 1,-1-1,0 0,0 0,1 1,-1-1,0 0,1 0,-1 0,1 1,0-1,-1 0,1 0,0 0,0 0,-1 0,1 0,0 0,0-1,0 1,0 0,0 0,0-1,1 1,-1-1,0 1,0-1,0 1,1-1,-1 0,0 1,0-1,1 0,-1 0,0 0,0 0,1 0,-1 0,1 0,112-48,66-6,-166 50</inkml:trace>
  <inkml:trace contextRef="#ctx0" brushRef="#br0" timeOffset="122398.711">11404 667,'0'12,"0"12,0 14,-2 12,-1 11,0 6,1 3,0-1,1-5,0-14</inkml:trace>
  <inkml:trace contextRef="#ctx0" brushRef="#br0" timeOffset="123199.136">11779 695,'15'2,"1"0,-1-1,1-1,0 0,-1-1,1-1,-1 0,1-1,-1-1,0-1,0 0,-1 0,1-2,-1 0,-1 0,1-1,1-2,-8 6,1 0,-1-1,0 0,0 0,0-1,-1 1,0-1,0-1,0 1,-1-1,0 0,0 0,-1-1,0 1,0-1,-1 0,0 0,0-1,0-1,-3 8,0 1,0-1,0 1,0-1,0 0,0 1,0-1,0 1,-1-1,1 1,-1-1,1 1,-1-1,0 1,1 0,-1-1,0 1,0 0,0-1,0 1,0 0,0 0,0 0,0 0,-1 0,1 0,0 0,-1 0,1 1,0-1,-1 0,1 1,-1 0,1-1,-1 1,1 0,-1-1,1 1,-1 0,0 0,1 0,-1 0,-2 1,0-1,0 1,0 0,0 0,1 0,-1 0,0 1,0-1,1 1,-1 0,1 0,0 0,0 1,-1-1,1 1,-1 1,-5 11,1 1,0 0,1 1,1 0,1 0,0 0,1 0,1 1,0-1,2 1,0 0,1 0,0 0,2 0,3 15,71 418,-75-360,-8-59</inkml:trace>
  <inkml:trace contextRef="#ctx0" brushRef="#br0" timeOffset="123588.197">12006 922,'1'0,"-1"0,0 0,1-1,-1 1,0 0,1 0,-1 0,0-1,1 1,-1 0,0-1,0 1,1 0,-1 0,0-1,0 1,1 0,-1-1,0 1,0-1,0 1,0 0,1-1,-1 1,0-1,0 1,0 0,0-1,0 1,0-1,0 1,0 0,0-1,-1 1,1-1,0 1,0 0,0-1,0 1,0 0,-1-1,1 1,0 0,0-1,-1 1,1 0,0-1,0 1,-1 0,1 0,0-1,-1 1,1 0,-1 0,1 0,0-1,-1 1,1 0,0 0,-1 0,1 0,-1 0,41-7,-36 7,46-4,0-3,-1-2,1-2,-2-2,0-3,3-2,-50 17,0 1,-1-1,1 1,0-1,0 1,0-1,0 1,-1 0,1-1,0 1,0 0,0 0,0 0,0 0,0 0,0 0,0 0,0 0,0 0,0 0,-1 0,1 1,0-1,0 0,0 1,0-1,0 0,-1 1,1-1,0 1,0 0,-1-1,1 1,0 0,-1-1,1 1,0 0,-1-1,1 1,-1 0,0 0,1 0,-1 0,0 0,1-1,-1 1,0 0,0 0,0 0,0 0,0 0,0 0,0 0,0 0,0 0,0 0,0 0,0-1,-1 1,1 0,-1 1,1 35,-1-26,0 1,0-1,1 0,0 0,1 1,1-1,0 0,0 0,1 0,0-1,1 1,0-1,1 0,0 0,1 0,0 0,0-1,3 2,4 0</inkml:trace>
  <inkml:trace contextRef="#ctx0" brushRef="#br0" timeOffset="123839.889">12487 601,'-9'4,"4"5,9 6,13 7,11 3,1-3</inkml:trace>
  <inkml:trace contextRef="#ctx0" brushRef="#br0" timeOffset="124411.635">12687 1042,'10'-51,"-2"-1,-2 0,-3-1,-2 1,-2-8,0 55,1 4,0 1,-1-1,1 1,0-1,-1 1,1-1,0 1,0-1,0 0,0 1,0-1,0 0,0 1,0-1,0 1,0-1,0 0,0 1,0-1,0 1,0-1,0 0,1 1,-1-1,0 1,1-1,-1 1,0-1,1 1,-1-1,0 1,1-1,-1 1,1-1,-1 1,1 0,-1-1,1 1,-1 0,1 0,0-1,-1 1,1 0,-1 0,1 0,0 0,-1-1,1 1,-1 0,1 0,0 0,0 1,120 46,-78-34,-29-10,0 2,1-1,-1 2,-1 0,1 0,-1 2,4 3,-13-7,-2 1,1-1,0 1,-1 0,0 0,0 0,-1 0,1 0,-1 0,0 0,0 1,-1-1,0 0,0 1,0-1,0 0,-1 0,0 1,0-1,0 0,-1 0,0 0,-1 3,1 2,-2 5,2-11,0 0,1 0,-1 0,1 0,0 0,0 0,0 0,1 1,-1-1,1 0,0 0,0 1,1-1,-1 0,1 0,0 1,0-1,1 0,-1 0,1 0,0 0,0-1,0 1,0 0,1-1,-1 0,1 1,1 0,6-1,-1 0,1 0,0-1,0-1,1 0,-1 0,0-1,0 0,0 0,1-2,-1 1,0-1,0 0,0-1,-1 0,1-1,-1 0,3-2,0 2,-1-1,0 0,0 0,-1-1,1 0,-1-1,-1 0,1-1,-1 0,-1 0,1-1,-2 0,1-1,-1 0,0 0,-1 0,0-1,-1 1,0-2,-1 1,0 0,-1-1,0 0,0-6,-3 16,1-1,-1 0,0 0,0 1,-1-1,1 0,-1 0,1 0,-1 1,0-1,0 0,0 1,0-1,0 1,-1-1,1 1,-1 0,0 0,1-1,-1 1,0 0,0 0,0 1,-1-1,1 0,0 1,-1-1,1 1,-1 0,1 0,-1 0,0 0,1 0,-1 1,0-1,0 1,1 0,-1 0,0 0,0 0,0 0,1 0,-1 1,0-1,0 1,1 0,-1 0,0 0,-4 3,1-1,0 1,0 1,0-1,0 1,0 0,1 0,0 1,0-1,1 1,-1 0,1 1,1-1,-1 1,1-1,0 1,1 0,-1 0,1 0,1 1,-1-1,1 0,1 1,-1-1,1 1,1-1,-1 1,1-1,1 0,-1 1,1-1,0 0,1 0,0 0,0-1,0 1,1 0,0-1,4 6,4-1,-1-1,2 1,-1-2,1 0,1 0,0-2,0 1,0-2,1 0,0 0,0-2,1 0,-1 0,1-2,11 1,21 3</inkml:trace>
  <inkml:trace contextRef="#ctx0" brushRef="#br0" timeOffset="124566.174">13944 1096,'0'-9,"0"-3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2.4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75,'5'9,"5"8,9 7,7 7,6 5,8 3,2 2,0 0,-1 1,-5-3,-5-3,-6-4,-9-4,-6-7</inkml:trace>
  <inkml:trace contextRef="#ctx0" brushRef="#br0" timeOffset="280.945">400 128,'-16'5,"-9"8,-6 9,-1 9,-3 9,-2 5,-1 3,1-2,4-4,8-7,11-9,12-12,6-8</inkml:trace>
  <inkml:trace contextRef="#ctx0" brushRef="#br0" timeOffset="542.276">601 156,'14'2,"9"1,7 0,5-1,4 0,0-1,0-1,-2 0,-6 0,-7 0</inkml:trace>
  <inkml:trace contextRef="#ctx0" brushRef="#br0" timeOffset="791.564">681 343,'21'6,"15"3,11 0,9-5,2-2,-3-4,-10-1</inkml:trace>
  <inkml:trace contextRef="#ctx0" brushRef="#br0" timeOffset="1226.982">1497 102,'-12'9,"0"-1,1 2,1-1,0 2,0-1,1 1,0 1,-6 11,12-18,1-1,-1 1,2-1,-1 1,0 0,1 0,0-1,0 1,0 0,1 0,-1 0,1 0,1 0,-1 0,1 0,-1 0,2 0,-1 0,0 0,1-1,0 1,0-1,0 1,1-1,-1 0,1 1,1 0,2 3,1-1,0 1,0-1,1 0,0-1,0 1,1-2,0 1,0-1,0-1,0 1,1-2,-1 1,1-1,0-1,0 0,0 0,1-1,-1 0,0-1,0 0,1 0,-1-1,0-1,0 0,0 0,0-1,0 0,0-1,-1 0,1-1,1-2,0-1,-1 0,0 0,0-1,-1-1,0 0,0 0,-1-1,-1 0,0 0,0 0,-1-1,0 0,2-11,-5 16,-1-1,0 1,0 0,-1 0,0-1,0 1,-1 0,1-1,-2 1,1-1,-1 1,0-1,-1 1,0 0,0 0,-1 0,1 0,-1 0,-1 1,1-1,-1 1,-1 0,1 0,-1 0,0 0,0 1,-1 0,-4-2,0 1,-1 0,1 0,-1 1,-1 0,1 1,-1 1,0 0,0 0,0 1,0 1,0 0,0 0,0 1,0 1,-1 0,1 1,0 0,0 1,1 0,-1 1,1 0,-1 1,1 0,1 1,-1 0,1 0,0 1,0 1,1 0,0 0,1 1,-1 0,-5 10,-9 12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7.9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0,'5'7,"5"7,9 7,9 6,10 4,7 4,5 3,1 1,1 0,-2-1,-4-5,-6-2,-6-6,-5-3,-6-7,-7-5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3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319 0,'-14'2,"-9"8,-5 9,-4 10,-2 8,0 5,0 4,1 0,3-1,5-6,7-7,8-9,6-8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5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20,'18'0,"14"-3,4 0,4 1,0-1,-1 2,-2 0,-2 0,-4 1,-4 0,-2 0,-3 0,-3-2,-5-1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8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 0,'-4'14,"-2"11,0 6,4 4,2 4,0 1,2 1,-1 1,0-3,-1-3,1-6,4-5,1-7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9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47,'22'-9,"0"1,0 1,1 1,0 0,0 2,1 1,-1 1,14 1,-34 1,0 0,0-1,0 2,0-1,0 0,-1 1,1-1,0 1,0 0,0 0,-1 0,1 0,-1 0,1 1,-1-1,1 1,-1 0,0 0,1 0,-1 0,0 0,-1 0,1 0,0 1,-1-1,1 0,-1 1,1 0,-1-1,0 1,0 0,-1 0,1-1,-1 1,1 0,-1 0,0 0,0 0,0 0,0 0,0-1,-1 1,1 0,-2 1,-4 11,-1 0,-1-1,0 0,-1-1,0 0,-1 0,-1-1,0 0,-1-1,-15 19,18-20,-36 58,45-66,0-1,0 1,0-1,0 1,0-1,0 1,0-1,0 1,0-1,1 0,-1 1,1-1,-1 1,1-1,-1 0,1 1,0-1,0 0,0 0,0 1,0-1,0 0,0 0,0 0,0 0,0 0,0-1,1 1,-1 0,0 0,1-1,-1 1,0-1,1 1,0-1,58 12,-57-12,305 5,-264-6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9.8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0,'5'0,"7"0,12 0,13 0,9 0,9 0,0 0,-3 0,-9 0,-11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0.1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0,'20'3,"17"0,12-1,10 1,6-2,3-2,0-4,-13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4.5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0,'16'0,"14"0,11 0,6 0,1 0,-3 0,-8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4.7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0,'13'0,"17"0,13 0,14 0,9 0,4 0,-10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3.5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67,'-6'10,"1"-1,0 1,0 1,1-1,0 0,1 1,0 0,1 0,0 0,1 0,0 0,1 8,0-14,0 1,1-1,-1 1,1-1,1 1,-1-1,1 1,0-1,0 0,0 0,1 0,-1 0,1 0,1-1,-1 1,1-1,0 0,-1 0,2 0,-1-1,0 1,1-1,0 0,0 0,4 2,-7-4,0-1,0 1,0 0,0-1,1 1,-1-1,0 1,0-1,1 0,-1 0,0 0,0 0,1-1,-1 1,0 0,0-1,0 0,0 1,0-1,0 0,0 0,0 0,0-1,0 1,0 0,0-1,-1 1,1-1,-1 1,1-1,-1 0,1 0,-1 0,0 0,0 0,0 0,24-80,-24 73,-1-1,1 1,-2 0,0 0,0 0,0-1,-1 1,-1 1,1-1,-1 0,-1 0,0 1,0 0,-1 0,1 0,-2 1,1-1,-1 1,0 0,-1 1,0-1,0 1,0 1,0-1,-1 1,0 1,-1-1,7 4,1 1,-1-1,1 0,-1 1,1 0,-1-1,1 1,-1 0,0 0,1 0,-1 0,1 0,-1 0,0 0,1 0,-1 1,1-1,-1 1,1-1,-1 1,1-1,-1 1,1 0,0 0,-1 0,1 0,0 0,0 0,0 0,-1 0,1 0,0 1,1-1,-1 0,0 1,0-1,0 1,1-1,-1 1,1-1,-1 1,1-1,0 1,0-1,-1 1,1 0,0-1,1 1,-1-1,0 1,0 0,1 0,0 18</inkml:trace>
  <inkml:trace contextRef="#ctx0" brushRef="#br0" timeOffset="245.202">364 188,'18'0,"15"0,14 0,5 0,3 0,-4-3,-5 0,-11 1</inkml:trace>
  <inkml:trace contextRef="#ctx0" brushRef="#br0" timeOffset="493.502">551 1,'-3'20,"3"14,2 10,4 5,3 3,2-1,-1-5,1-4,-3-6,-1-9</inkml:trace>
  <inkml:trace contextRef="#ctx0" brushRef="#br0" timeOffset="746.354">885 41,'22'-6,"0"1,0 1,0 1,0 1,1 1,-1 1,0 1,1 0,4 3,-24-4,1 1,-1-1,0 1,0 0,1 0,-1 0,0 0,0 0,0 1,0-1,0 1,-1 0,1 0,0 0,-1 0,1 1,-1-1,0 0,0 1,0 0,0 0,0-1,-1 1,1 0,-1 0,0 1,0-1,0 0,0 0,0 0,-1 1,1-1,-1 0,0 1,0-1,-5 10,1-1,-2 0,0 0,0 0,-1-1,0 0,-1-1,-1 1,1-1,-2-1,-2 3,-30 35,41-46,0 0,0 0,0 0,0 0,0 0,0 0,0 0,0 0,0 1,0-1,1 0,-1 0,0 1,1-1,-1 1,1-1,0 0,-1 1,1-1,0 1,0-1,0 1,0-1,0 1,0-1,0 1,1-1,-1 0,1 1,-1-1,1 1,-1-1,1 0,0 0,-1 1,1-1,0 0,0 0,0 0,0 0,0 0,0 0,0 0,0 0,1 0,-1 0,0-1,1 1,-1 0,0-1,1 1,-1-1,1 0,-1 1,1-1,21 5,1-1,-1-1,1-1,0-1,19-1,-17-1,27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6.7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11,'50'-10,"-41"10,11-1,0 1,0 1,0 1,-1 1,1 0,0 2,-1 0,0 1,0 1,2 2,-18-8,1 1,-1 0,0 0,0 0,0 0,0 1,0-1,-1 1,1-1,-1 1,0 0,1 0,-1 0,0 0,-1 1,1-1,-1 1,1-1,-1 1,0-1,0 1,-1-1,1 1,-1 0,0 0,0-1,0 1,0 0,0-1,-1 1,0 0,0-1,0 1,0-1,-1 1,1-1,-1 1,-8 13,-1-1,0 0,-1 0,-1-1,-1-1,0 0,-1-1,0-1,-15 10,-37 34,66-56,0 0,1 0,-1 0,0 1,0-1,0 0,1 1,-1-1,0 0,1 1,-1-1,0 1,1-1,-1 1,0-1,1 1,-1 0,1-1,-1 1,1 0,0-1,-1 1,1 0,0 0,-1 0,1-1,0 1,0 0,0 0,0 0,-1-1,1 1,0 0,1 0,-1 0,0-1,0 1,0 0,0 0,1 0,-1-1,0 1,1 0,-1 0,0-1,1 1,-1 0,1-1,-1 1,1 0,-1-1,1 1,0-1,-1 1,1-1,0 1,-1-1,1 0,0 1,0-1,0 0,0 1,140 7,58-10,-148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2.6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0,'0'3,"2"-1,8 1,11 0,11-2,12 0,7 0,2 1,-2 1,-6 2,-12 3,-11-1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2.8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10,'19'0,"18"0,20 0,18-2,13-1,4 0,-13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4.3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1 196,'0'7,"1"0,0 0,0 1,1-1,0 0,1 0,-1-1,1 1,0 0,1-1,0 0,0 0,0 0,1 0,0 0,0-1,0 0,0 0,6 3,-3 0,1-1,0 0,1 0,-1-1,1 0,0-1,1 0,-1-1,1 0,0 0,0-1,8 1,-13-3,1 0,-1-1,0 0,0 0,1 0,-1-1,0 0,0 0,1 0,-1-1,0 0,0 0,-1-1,1 1,0-1,-1 0,0-1,0 0,0 1,0-2,0 1,-1 0,4-5,-2 0,1-1,-1 1,-1-1,0 0,0 0,-1-1,0 0,-1 1,0-1,-1 0,0-1,-1 1,0 0,-1 0,0-1,-1 1,0 0,-1 0,0 0,0 0,-2 0,1 0,-1 1,-1-1,-3-5,3 10,0 1,-1 0,0 0,0 0,-1 1,1 0,-1 0,0 0,0 1,0 0,0 0,-1 1,1 0,-1 0,1 1,-1 0,0 1,0-1,1 1,-1 1,0-1,1 1,-1 1,0-1,1 2,0-1,-1 1,1 0,0 0,0 0,1 1,-1 1,1-1,0 1,0 0,0 0,1 1,-1-1,1 1,1 0,-1 1,1-1,-1 3,3-4,0 0,0 0,0-1,1 1,0 0,0 1,0-1,0 0,1 0,0 0,0 0,1 1,-1-1,1 1,8 28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4.6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3.2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138 154,'-6'6,"0"0,0 1,0-1,1 1,0 0,1 1,0-1,0 1,0 0,1 0,0 0,1 0,-1 0,2 1,-1-1,1 1,1 0,-1-1,1 1,1-1,0 1,0-1,1 1,0-1,0 1,1-1,0 0,0 0,1 0,0-1,0 1,1-1,3 4,0-1,0-1,1 0,0 0,1-1,0 0,0-1,0 0,1-1,0 0,1 0,9 3,-15-7,0 0,0-1,0 1,0-1,1-1,-1 1,0-1,0 0,1 0,-1-1,0 0,0 0,0 0,0-1,0 0,0 0,0 0,0-1,-1 0,1 0,-1 0,0-1,0 0,2-2,0 0,-1 0,1 0,-1-1,-1 0,1 0,-1-1,0 1,-1-1,0 0,0 0,-1-1,0 1,0-1,-1 1,0-1,0 0,-1 0,-1 0,1 0,-1 0,-1 0,0 0,0 0,-1 0,0 0,0 1,-1-1,0 1,0-1,-1 1,-1 0,1 0,-1 1,0 0,-1-1,0 2,0-1,0 1,-1 0,-1-1,-4 1,0 1,0 0,-1 0,1 2,-1 0,0 0,0 1,0 0,0 1,-1 1,1 0,0 1,0 0,0 1,0 1,0 0,0 0,1 2,-1-1,1 2,0-1,1 2,-1-1,1 2,1-1,-1 2,1-1,0 2,7-7,0-1,0 1,1 0,-1 1,1-1,-1 0,1 1,0-1,1 1,-1 0,0 0,1-1,0 1,0 0,0 0,1 0,-1 0,1 0,0 1,0-1,0 0,1 0,-1 0,1 0,0 0,0 0,0 0,1-1,0 3,28 25,6-7</inkml:trace>
  <inkml:trace contextRef="#ctx0" brushRef="#br0" timeOffset="400.57">686 195,'-6'-1,"1"2,0-1,0 1,0-1,0 1,0 1,0-1,1 1,-1 0,0 0,1 0,-1 0,1 1,0 0,-1 0,1 0,1 1,-1-1,0 1,1 0,0 0,0 0,0 0,0 0,1 1,0 0,0-1,0 1,0 0,1 0,0 0,0 0,0 0,0 0,1 0,0 0,0 0,1 0,-1 0,1 0,0 0,0 0,2 4,1 0,1 0,0 0,1 0,0-1,1 0,-1 0,1 0,1-1,0 0,0 0,0-1,0 0,1-1,0 0,1 0,-1-1,1 0,-1 0,1-1,0-1,1 1,-1-2,0 1,1-2,-1 1,4-2,-5 2,0-1,0 0,0 0,0-1,0-1,0 1,0-2,-1 1,1-1,-1 0,1-1,-1 0,0 0,-1-1,1 0,-1 0,0-1,0 0,0 0,-1 0,0-1,-1 0,1 0,-1-1,0 1,-1-1,0 0,0-1,-1 1,1-4,-3 4,0-1,-1 0,0 0,0 0,-1 0,0 1,-1-1,1 0,-2 1,1-1,-1 1,-1 0,1 0,-1 0,-1 0,0 0,0 1,0 0,-1 0,0 1,0-1,0 1,-1 1,0-1,0 1,-1 0,0 1,1 0,-1 0,-1 1,1 0,0 0,-1 1,0 0,1 0,-9 0,12 2,0 0,0 0,1 1,-1-1,0 1,0 0,1 1,-1-1,1 1,-1 0,1 0,0 0,0 0,0 1,0 0,0 0,0 0,1 0,-1 1,1-1,0 1,0 0,0 0,1 0,0 0,-1 0,1 1,1-1,-1 0,1 1,-1 0,1-1,1 1,-1 0,1 0,0 0,0-1,0 1,0 2,14 32,6-3</inkml:trace>
  <inkml:trace contextRef="#ctx0" brushRef="#br0" timeOffset="713.41">1288 302,'1'-32,"2"0,1 1,1 0,2 0,1 0,1 1,2 0,3-6,-13 35,-2 1,1-1,0 1,0-1,0 1,0-1,-1 1,1-1,0 1,0-1,0 1,0-1,0 1,0-1,0 1,1-1,-1 1,0-1,0 1,0-1,0 1,1-1,-1 1,0 0,0-1,1 1,-1-1,0 1,1 0,-1-1,0 1,1 0,-1-1,1 1,-1 0,1 0,-1-1,1 1,-1 0,0 0,1 0,-1 0,1-1,-1 1,1 0,-1 0,1 0,0 0,-1 0,1 0,-1 0,1 1,-1-1,1 0,-1 0,0 0,1 0,-1 1,1-1,-1 0,1 1,0 142,-2-87,9 140,12-133,-7-43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28.0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1,'16'0,"17"0,16 0,13 0,10 0,2 0,-5 0,-12 0,-15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28.3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1,'18'2,"20"1,19 0,16-1,11 0,8-1,-3-1,-17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29.4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0 255,'59'-241,"-53"227,-3 20,-2 26,-1-30,0 25,-2 3,1 1,2-1,1 0,2 0,0 0,2 0,2-1,0 0,2 0,5 8,-1-13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29.6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1 158,'0'-19,"2"-9,1-6,2 1,0 5,0 12,-2 20,-3 19,-2 18,0 15,0 14,5 9,4 2,1-12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28.7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94 133,'-7'5,"1"0,-1 0,1 1,0 0,0 0,1 0,-1 1,1 0,1 0,-1 0,1 0,-3 8,6-11,0 0,0 0,0 0,0 0,0 1,1-1,0 0,0 0,0 0,0 0,1 0,-1 1,1-1,0 0,0 0,1-1,-1 1,1 0,0 0,0-1,0 1,1-1,-1 1,1-1,0 0,2 3,5 1,1 0,-1-1,1 0,0-1,0 0,1 0,0-1,-1-1,1 0,0-1,1 0,-1 0,0-2,1 1,-1-2,0 0,1 0,-1-1,0 0,0-1,0-1,-1 0,1 0,-1-1,0-1,3-2,-7 5,-1-1,0 1,-1-2,1 1,-1 0,0-1,0 0,0-1,0 1,-1-1,0 0,0 0,-1 0,0 0,0 0,0-1,-1 0,0 1,0-1,-1 0,1 0,-2 0,1 0,-1 0,0 0,0-1,-1 1,0 0,0 1,-1-1,0 0,0 0,0 0,-1 1,0 0,-1-1,-2-3,-2 0,-1 0,0 1,-1 0,1 1,-2 0,1 1,-1 0,0 0,0 1,-1 1,0 0,0 0,0 1,-1 1,1 0,-1 1,0 0,1 1,-1 0,0 1,0 1,0 0,0 0,1 1,-1 1,0 0,7-1,1-1,-1 1,1 0,-1 0,1 0,-1 1,1 0,0 0,0 0,1 1,-1-1,1 1,-1 0,1 1,0-1,1 1,-1-1,1 1,0 0,0 0,1 1,-1-1,1 1,0-1,1 1,-1 0,1-1,0 1,1 0,-1 0,1 0,1 3,1-3,0 1,1-1,-1 1,2-1,-1 0,1 0,0 0,0 0,0-1,1 1,0-1,0 0,0-1,1 1,39 28</inkml:trace>
  <inkml:trace contextRef="#ctx0" brushRef="#br0" timeOffset="391.067">629 119,'-5'3,"0"0,0 1,1-1,-1 1,1 0,0 0,0 1,1-1,-1 1,1 0,0 0,0 0,0 0,1 0,0 1,0-1,0 1,1-1,0 1,0 0,0 0,0-1,1 1,0 0,1 0,-1 0,1-1,0 1,1 0,-1-1,1 1,0-1,0 1,1-1,0 0,0 0,0 0,0 0,1-1,0 1,0-1,0 0,0 0,1-1,4 4,2 0,-1 0,2-1,-1-1,1 0,0 0,0-1,0-1,1 0,-1-1,1 0,0-1,-1 0,1-1,0 0,0-1,-1-1,1 0,0 0,-1-2,0 1,0-2,0 1,0-2,-1 1,0-2,0 1,0-2,-1 1,4-5,-10 8,1-1,-1 1,-1-1,1 0,0 0,-1 0,0 0,0-1,-1 1,0-1,0 1,0-1,0 0,-1 0,0 0,0 0,-1 0,1 0,-2 0,1-1,0 1,-1 0,0 0,-1 0,1 1,-1-1,0 0,-1 0,1 1,-1 0,0-1,-1 1,1 0,-1 0,0 1,0-1,0 1,-3-1,-1-2,-1 2,1-1,-1 1,-1 1,1 0,-1 0,0 1,0 0,0 0,0 1,0 1,0 0,-8 0,13 0,-1 1,0 0,1 1,-1-1,1 1,-1 0,1 0,0 1,-1-1,1 1,0 1,0-1,0 1,0 0,1 0,-1 0,1 0,0 1,-1 0,2 0,-1 0,0 0,1 1,0-1,-2 5,3-5,1 1,-1-1,1 0,1 0,-1 1,1-1,-1 1,1-1,0 0,1 1,-1-1,1 0,0 1,0-1,0 0,1 0,-1 0,1 0,0 0,0 0,1 0,-1-1,1 1,0-1,2 3,23 25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26.38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19963 2983,'34'-4,"0"2,1 1,-1 2,0 2,1 1,-1 1,8 4,-40-9,37 12,-38-12,0 0,0 0,-1 1,1-1,0 0,-1 0,1 1,0-1,-1 0,1 1,0-1,-1 1,1-1,-1 1,1-1,-1 1,1-1,-1 1,1 0,-1-1,0 1,1 0,-1-1,0 1,1 0,-1-1,0 1,0 0,0 0,0-1,0 1,0 0,0 0,0-1,0 1,0 0,0 0,0-1,0 1,-1 0,1-1,0 1,-1 0,1-1,-1 2,-59 39,55-39,0 0,0 0,0 1,0 0,1 0,-1 0,1 0,-1 1,1-1,0 1,1 0,-1 0,1 1,-1-1,1 2,3-4,-1 1,1-1,0 1,0-1,1 0,-1 1,0-1,1 1,0-1,-1 0,1 0,0 1,0-1,0 0,0 0,1 0,-1 0,1 0,-1 0,1 0,0-1,-1 1,1 0,0-1,0 0,0 1,0-1,0 0,1 0,-1 0,0 0,2 0,3 3,42 24,-34-20,0-1,-1 2,0 0,0 1,-1 0,-1 1,0 0,10 13,-20-23,-1 0,0 1,0-1,0 1,0 0,-1-1,1 1,0 0,-1-1,1 1,-1 0,1 0,-1 0,0-1,0 1,0 0,0 0,0 0,0-1,0 1,-1 0,1 0,-1 0,1-1,-1 1,0 0,1-1,-1 1,0 0,0-1,0 1,-1-1,1 0,0 1,0-1,-1 0,1 0,-1 0,1 0,-1 0,1 0,-1 0,0 0,-1 0,-80 26,-206 14,270-39</inkml:trace>
  <inkml:trace contextRef="#ctx0" brushRef="#br0" timeOffset="-61638.481">16434 2113,'23'0,"18"0,14 0,7 0,2 0,-3 0,-8 0,-13 0</inkml:trace>
  <inkml:trace contextRef="#ctx0" brushRef="#br0" timeOffset="-61372.191">16501 2287,'16'3,"14"0,16 0,14-1,9 0,8-3,-10-2</inkml:trace>
  <inkml:trace contextRef="#ctx0" brushRef="#br0" timeOffset="-61107.791">17383 2141,'-4'3,"0"0,1 0,-1 1,1-1,0 1,0 0,0 0,1 0,-1 0,1 0,0 1,0-1,1 1,-1-1,1 1,0 0,0-1,0 1,1 0,0 0,0 0,0 0,0-1,1 1,0 0,0 0,0-1,1 1,-1-1,1 1,0-1,1 1,-1-1,1 0,-1 0,1 0,0-1,2 3,3 2,0 0,1-1,-1 0,1 0,1-1,-1 0,1 0,0-1,0-1,1 1,-1-2,1 1,0-2,0 1,0-1,0-1,1 0,8-1,-11 0,-1 0,0-1,0 0,0 0,0-1,0 0,-1 0,1-1,-1 0,1 0,-1-1,0 0,0 0,0-1,-1 0,0 0,0 0,0-1,0 0,-1 0,0-1,0 1,-1-1,0 0,0 0,1-3,-3 3,1 1,-1-1,0 0,-1 0,0 1,0-1,0 0,-1 0,0 0,0 0,-1 0,0 0,0 0,-1 0,0 0,0 0,0 1,-1-1,0 1,0 0,-1 0,0 0,0 0,0 1,-2-2,-3-3,0 1,-1 0,0 1,0-1,-1 2,-1 0,1 0,-1 1,0 0,0 1,-1 1,1 0,-1 0,-94-5,102 9,1 0,-1 1,1-1,-1 1,1 0,0 1,0-1,-1 1,1 0,0 0,0 0,1 0,-1 1,0-1,1 1,-1 0,1 0,0 1,0-1,0 0,1 1,-2 3,3-4,0 0,0 0,0 0,1 0,-1 0,1 0,0 0,0 1,0-1,1 0,-1 0,1 0,-1 0,1 0,0 0,0 0,1 0,-1 0,0-1,1 1,0 0,0-1,-1 1,2-1,-1 0,0 1,0-1,1 0,-1 0,3 1,27 20</inkml:trace>
  <inkml:trace contextRef="#ctx0" brushRef="#br0" timeOffset="-60859.126">18038 2141,'18'-2,"15"-1,14 0,9 0,8 2,3 0,-2 0,-8 1,-11 0,-14 0</inkml:trace>
  <inkml:trace contextRef="#ctx0" brushRef="#br0" timeOffset="-60654.097">18346 1900,'-16'18,"-5"15,-2 11,4 8,5 3,6 2,6 0,4 0,3-4,2-5,0-12</inkml:trace>
  <inkml:trace contextRef="#ctx0" brushRef="#br0" timeOffset="-60270.176">18720 1993,'8'-9,"0"1,1 0,0 0,1 0,0 2,0-1,0 1,1 0,0 1,8-3,-13 6,-1 0,0 0,1 1,-1 0,1 0,-1 0,1 1,0-1,-1 1,1 1,-1-1,1 1,0 0,-1 0,1 1,-1-1,0 1,0 0,0 1,0-1,0 1,0 0,3 3,-5-3,0 0,0 0,0 0,-1 0,1 1,-1-1,0 1,0 0,0 0,-1 0,1 0,-1 0,0 0,0 0,0 0,0 0,-1 0,0 1,0-1,0 0,0 0,-1 1,1-1,-1 0,0 0,-1 0,1 0,-2 3,-4 8,0 0,-1-1,-1 0,0 0,-1-1,-10 11,-100 116,118-139,1 1,-1 0,1-1,0 1,-1 0,1 0,0 0,0 0,1 0,-1 0,0 0,1 0,-1 0,1 0,-1 0,1 0,0 0,0 0,0 1,0-1,0 0,1 0,-1 0,1 0,-1 0,1 0,0 0,0 0,0 0,0 0,0 0,0 0,1-1,-1 1,1 1,7 2,0-1,1 0,-1-1,0 0,1 0,0-1,0 0,0 0,-1-1,1-1,10 0,-5 1,251-5,-219 0</inkml:trace>
  <inkml:trace contextRef="#ctx0" brushRef="#br0" timeOffset="-125791.91">1501 603,'3'4,"4"9,7 9,7 7,7 8,5 5,4 2,3 0,-1-1,-3-2,-5-5,-7-3,-9-5,-6-8</inkml:trace>
  <inkml:trace contextRef="#ctx0" brushRef="#br0" timeOffset="-125544.197">1822 576,'-14'-6,"-6"3,-7 15,-6 16,-4 17,-4 17,-3 9,0 5,2-1,7-5,9-10,9-16</inkml:trace>
  <inkml:trace contextRef="#ctx0" brushRef="#br0" timeOffset="-125125.404">2010 911,'0'0,"1"0,0 0,-1 0,1 0,0 0,-1 0,1 0,-1 0,1 0,0 0,-1 0,1 0,0-1,-1 1,1 0,-1 0,1-1,-1 1,1 0,-1-1,1 1,-1-1,1 1,-1-1,1 1,-1-1,0 1,1-1,-1 1,0-1,1 1,-1-1,0 0,0 1,1-1,-1 1,0-1,0 0,0 1,0-1,0 0,0 1,0-1,0 0,0 1,0-1,-1 1,1-1,0 0,0 1,-1-1,1 1,0-1,0 1,-1-1,1 1,-1-1,1 1,-1-1,1 1,0-1,-1 1,1-1,-1 1,8-3,0 1,1 0,-1 1,0 0,1 0,0 0,-1 1,1 0,-1 1,1-1,-1 2,1-1,-1 1,1 0,-1 0,0 1,4 2,-9-2,0 1,0-1,-1 1,1 0,-1 0,0 0,0-1,0 1,0 0,-1 0,0 0,0 0,0 0,0 0,0 0,-1 0,0 0,0 0,0 0,0 0,-1 0,1-1,-1 1,0-1,0 1,0-1,-1 0,1 1,-1-1,1 0,-3 1,-143 176,147-179,0 0,0 0,0 0,0 0,1 0,-1 0,1 0,-1 0,1 1,-1-1,1 0,-1 0,1 1,0-1,0 0,0 0,0 1,0-1,0 0,0 1,0-1,0 0,1 0,-1 1,0-1,1 0,-1 0,1 0,-1 1,1-1,0 0,0 0,-1 0,1 0,0 0,0 0,0 0,0-1,0 1,0 0,0 0,0-1,0 1,1-1,-1 1,0-1,0 1,0-1,1 0,-1 0,0 1,1-1,-1 0,0 0,1 0,27 2,1-1,0-1,0-1,-1-2,1-1,28-7,-21 4,43-7</inkml:trace>
  <inkml:trace contextRef="#ctx0" brushRef="#br0" timeOffset="-124630.046">2637 510,'3'2,"4"8,7 11,4 11,8 9,4 10,5 4,6 2,4-1,4-2,1-5,0-4,-3-8,-8-7,-10-9</inkml:trace>
  <inkml:trace contextRef="#ctx0" brushRef="#br0" timeOffset="-124381.744">3012 576,'-14'16,"-11"17,-8 16,-8 13,-3 10,-2 7,1 0,6-3,9-8,10-16</inkml:trace>
  <inkml:trace contextRef="#ctx0" brushRef="#br0" timeOffset="-124103.044">3373 937,'-7'23,"-2"19,0 11,2 8,7 3,7-3,8-5,1-12</inkml:trace>
  <inkml:trace contextRef="#ctx0" brushRef="#br0" timeOffset="-123730.373">3948 510,'7'18,"8"15,10 11,9 8,10 3,9 1,4-1,3-3,-4-5,-5-4,-10-9,-10-6,-9-10</inkml:trace>
  <inkml:trace contextRef="#ctx0" brushRef="#br0" timeOffset="-123467.122">4349 576,'-18'5,"-13"5,-8 11,-5 13,0 12,1 10,2 6,4 4,2 3,6-2,8-7,7-10,6-13</inkml:trace>
  <inkml:trace contextRef="#ctx0" brushRef="#br0" timeOffset="-123139.136">4562 1004,'7'9,"-1"0,2 0,-1 0,1-1,0 0,1-1,0 0,0 0,0-1,1 0,0-1,0 0,1-1,-1 0,1 0,0-1,0 0,0-1,0-1,1 1,-1-2,0 0,1 0,-1-1,0 0,0-1,1 0,-1-1,8-3,-14 3,0 0,0 0,-1 0,1-1,-1 0,0 0,0 0,0 0,-1 0,1-1,-1 0,0 0,-1 0,1 0,-1 0,0 0,0-1,0 1,-1-1,0 1,0-1,0 1,-1-1,0 0,0 1,0-1,-1 0,0 1,0-1,0 1,-1-1,0 1,0-1,0 1,-1 0,1 0,-1 0,-1 1,1-1,0 1,-1-1,0 1,0 0,-2-1,0 0,0 1,-1 0,1 0,-1 0,0 1,1-1,-2 2,1-1,0 1,0 0,-1 1,1-1,-1 2,0-1,1 1,-1 0,1 0,-1 1,1 0,-1 1,-2 0,-11 4,1 1,1 0,-1 1,1 1,1 1,0 1,-2 2,-22 16</inkml:trace>
  <inkml:trace contextRef="#ctx0" brushRef="#br0" timeOffset="-121225.239">1154 1472,'133'20,"2"-6,0-5,0-7,6-5,-1 1,741-24,-309 17,618 3,-215-20,16 27,-436 12,70 4,254-5,-571-14,599 19,68 40,-589-50,-145-6,140 23,-180 3,-201-27,0 0,0 0,0-1,0 1,0 0,0 0,0 0,-1 0,-11-3</inkml:trace>
  <inkml:trace contextRef="#ctx0" brushRef="#br0" timeOffset="-119363.032">5512 109,'7'210,"14"42,-18-225,33 482,-38-265,-30 198,-36 350,60 115,-17-438,26 634,25-530,-21-498,55 604,41 280,-58-165,-32-462,2-60,9 393,-46-75,23-587,0 9,0 0,1 0,0 0,1 0,0 0,1 0,1 0,-1 0,4 6,-1-10</inkml:trace>
  <inkml:trace contextRef="#ctx0" brushRef="#br0" timeOffset="-118040.201">6354 469,'16'123,"-14"-117,-1 0,1-1,1 1,-1-1,1 1,0-1,0 0,0 0,1 0,-1-1,1 1,1-1,-1 0,0 0,1 0,0-1,0 1,0-1,0 0,1-1,4 2,-8-3,1 0,0-1,0 1,0-1,0 0,0 0,0 0,0 0,0-1,0 1,0-1,0 1,-1-1,1 0,0 0,0-1,-1 1,1 0,-1-1,1 0,-1 1,0-1,1 0,-1 0,0-1,0 1,-1 0,1-1,0 1,0-3,3-3,0-1,-1 0,0 0,-1 0,0-1,0 1,-1-1,1-6,0-76,-5 174,15 337,-13-387,-8 85,7-115,0 1,0-1,0 0,0 0,-1 1,1-1,0 0,-1 0,0 0,1 0,-1-1,0 1,0 0,0-1,0 1,0-1,0 0,-1 0,1 0,0 0,-1 0,1 0,-1 0,1-1,-1 0,1 1,-1-1,1 0,-1 0,1 0,-1 0,1-1,-1 1,1-1,-1 1,1-1,0 0,-1 0,1 0,0 0,0 0,0-1,0 1,0-1,0 0,0 1,0-1,0 0,-12-9,1 0,1 0,0-1,0-1,1 0,1 0,0-1,1 0,1-1,0 0,0 0,-2-12,9 26,0 0,0-1,1 1,-1 0,0 0,1-1,-1 1,1 0,0-1,-1 1,1 0,0-1,0 1,0-1,0 1,0 0,0-1,0 1,0-1,1 1,-1 0,0-1,1 1,-1 0,1-1,0 1,-1 0,1 0,0 0,0 0,0-1,-1 1,1 0,1 0,-1 1,0-1,0 0,0 0,0 0,0 1,1-1,-1 1,0-1,1 1,-1-1,0 1,1 0,-1 0,1-1,0 1,240-3,-186-1,-7-2</inkml:trace>
  <inkml:trace contextRef="#ctx0" brushRef="#br0" timeOffset="-117498.236">6983 817,'15'0,"-4"-1,1 1,-1 0,0 1,1 0,-1 0,0 2,0-1,0 1,0 1,1 0,-10-3,-1 0,1 0,-1 0,0 0,1 0,-1 0,0 1,1-1,-1 0,0 1,0-1,0 1,0-1,0 1,-1-1,1 1,0 0,-1-1,1 1,-1 0,0 0,1-1,-1 1,0 0,0 0,0-1,0 1,-1 0,1 0,0-1,-1 1,1 0,-1-1,0 1,1 0,-1-1,0 1,0-1,0 1,0-1,0 1,0-1,-2 1,-54 55,54-55,2-2,1 0,0 0,-1 0,1 0,-1 0,1 0,0 0,-1 0,1 0,-1 0,1 0,0 0,-1 1,1-1,-1 0,1 0,0 0,-1 1,1-1,0 0,-1 0,1 1,0-1,-1 0,1 1,0-1,0 0,-1 1,1-1,0 0,0 1,0-1,0 1,-1-1,1 0,0 1,0-1,0 1,0-1,0 0,0 1,0-1,0 1,0-1,0 1,0-1,1 0,-1 1,0-1,0 1,0-1,0 0,1 1,-1-1,0 0,0 1,1-1,-1 0,0 1,1-1,-1 0,0 0,1 1,-1-1,0 0,1 0,-1 0,56 4,-50-5,-1 1,1-1,0 1,-1 0,1 0,0 1,-1 0,1 0,-1 0,1 1,-1-1,1 1,-1 1,0-1,0 1,0 0,-1 0,1 0,0 1,-1-1,0 1,0 0,0 1,2 3,-4-5,-1 1,1-1,-1 1,0-1,0 1,0 0,-1-1,1 1,-1 0,0 0,0-1,0 1,-1 0,1 0,-1-1,0 1,0 0,0-1,0 1,-1-1,1 1,-1-1,0 0,0 0,0 0,-1 0,1 0,-1 0,-1 1,-7 7,0-1,-1 0,0-1,0 0,-1-1,-12 6,11-7,0 0,-1 0,0-2,0 0,0 0,-1-2,1 0,-10 1,3-4</inkml:trace>
  <inkml:trace contextRef="#ctx0" brushRef="#br0" timeOffset="-116613.787">7758 429,'1'8,"0"0,1 0,0 0,1 0,0-1,0 1,1-1,-1 0,6 6,-3-2,1 3,1-1,0-1,1 0,1 0,0 0,0-1,1-1,12 10,-18-16,1-1,-1 1,1-1,0 0,0 0,0-1,0 0,1 0,-1 0,0-1,1 0,-1 0,1 0,0-1,-1 0,1-1,-1 1,1-1,-1 0,1-1,4-1,-3-1,0 0,-1 0,0 0,0-1,0 0,0-1,-1 1,0-1,0 0,-1-1,1 1,-1-1,-1 0,1-1,-1 1,-1-1,1 0,-1 0,-1 0,1 0,-2 0,1 0,-1-1,0 1,0-1,-1 1,-1-1,0-3,2 12,-1 0,0-1,0 1,1 0,-1-1,0 1,0 0,0-1,1 1,-1-1,0 1,0 0,0-1,0 1,0-1,0 1,0 0,0-1,0 1,0-1,0 1,0 0,0-1,0 1,0-1,-1 1,1 0,0-1,0 1,0-1,0 1,-1 0,1-1,0 1,-1 0,1 0,0-1,0 1,-1 0,1 0,-1-1,1 1,0 0,-1 0,1 0,0-1,-1 1,1 0,-1 0,1 0,0 0,-1 0,1 0,-1 0,1 0,-1 0,1 0,0 0,-1 0,1 0,-1 1,1-1,0 0,-1 0,1 0,0 0,-1 1,1-1,-17 28,9 2,1 1,1-1,2 1,1 1,1-1,2 0,2 19,37 324,-38-373,0 1,-1-1,1 1,-1 0,0-1,1 1,-1-1,0 1,0 0,0-1,0 1,0 0,-1-1,1 1,0-1,-1 1,1 0,-1-1,1 1,-1-1,0 1,0-1,0 0,0 1,0-1,0 0,0 0,0 1,0-1,-1 0,1 0,0 0,-1-1,1 1,-1 0,1 0,-1-1,1 1,-1-1,1 1,-1-1,0 0,1 0,-1 0,0 0,1 0,-1 0,-1 0,-3-6,0 1,0-2,0 1,1-1,0 1,0-1,1-1,0 1,0-1,1 1,0-1,0 0,0 0,1-1,0-4,-13-94,16 104,0 1,0 0,0 0,0 0,1 0,-1 0,1 0,0 0,0 0,-1 1,1-1,0 1,0-1,0 1,1 0,-1 0,0 0,0 0,1 0,-1 0,0 1,1-1,-1 1,1-1,-1 1,1 0,-1 0,1 0,-1 1,1-1,5-1,78-6,-1 4,55 5,-140-2,53 8,-52-8,0 0,0 0,0 1,0-1,0 1,0-1,0 0,0 1,0 0,0-1,0 1,0-1,0 1,0 0,-1 0,1-1,0 1,-1 0,1 0,0 0,-1 0,1 0,-1 0,1 0,-1 0,0 0,0 0,1 0,-1 0,0 0,0 0,0 1,0-1,0 0,0 0,0 0,0 0,-1 0,1 0,0 0,-1 0,1 0,-1 0,0 1,-64 76,40-52,-65 85,89-110,-1 0,2 0,-1 0,0 0,0 1,0-1,0 0,1 0,-1 0,0 1,1-1,-1 0,1 1,0-1,-1 0,1 1,0-1,0 1,0-1,0 1,0-1,0 0,0 1,1-1,-1 1,0-1,1 0,-1 1,1-1,-1 0,1 0,0 1,0-1,0 0,-1 0,1 0,0 0,0 0,0 0,0 0,1 0,-1 0,0-1,0 1,1 0,-1-1,0 1,0-1,1 1,-1-1,1 0,25 4,0-1,0-2,0-1,0 0,0-3,0 0,14-4,-15 3,36-5</inkml:trace>
  <inkml:trace contextRef="#ctx0" brushRef="#br0" timeOffset="-115708.222">9189 376,'3'16,"2"-1,-1 0,2 0,0 0,1-1,1 0,0-1,1 1,0-1,1-1,0 0,1 0,0-1,1-1,1 0,-1 0,1-1,1-1,0 0,0-1,0-1,1 0,0-1,6 2,-15-7,-1 1,0-1,0 0,1 0,-1-1,0 1,0-1,0 0,1-1,-1 1,-1-1,1 0,0 0,0-1,-1 1,1-1,-1 0,0 0,0-1,0 1,0-1,0 0,-1 0,0 0,0 0,0-1,0 0,3-5,0-1,-1 1,0-1,-1 0,0-1,-1 1,0-1,-1 0,0 1,-1-9,0 267,15 68,-10-177,-5-136,-1-1,1 0,-1 1,0-1,1 1,-1 0,0-1,0 1,0-1,0 1,-1-1,1 1,0-1,0 1,-1-1,1 1,-1-1,0 1,1-1,-1 0,0 1,0-1,0 0,0 0,0 1,0-1,0 0,0 0,0 0,0 0,-1 0,1-1,0 1,-1 0,1-1,-1 1,1-1,-1 1,1-1,-1 1,1-1,-1 0,1 0,-1 0,1 0,-1 0,-9-6,-1 0,1-1,1 0,0-1,0 0,0-1,1 0,0 0,1-1,0 0,0-2,5 9,-4-4,1-1,0 0,0 0,0-1,1 1,1-1,0 0,0 0,0-1,-1-9,5 17,0-1,0 1,0 0,0-1,1 1,-1 0,1-1,0 1,-1 0,1 0,0 0,0-1,1 1,-1 0,0 1,1-1,-1 0,1 0,0 0,-1 1,1-1,0 1,0-1,0 1,0 0,0 0,0 0,0 0,1 0,68-21,-68 21,67-11,1 3,1 4,-1 2,8 4,-70-1,-7-1,0 0,0 1,1-1,-1 1,0 0,1 0,-1 0,0 0,1 0,-1 0,0 1,1-1,-1 1,0-1,0 1,1 0,-1 0,0 0,0 0,0 0,0 1,0-1,-1 1,1-1,0 1,-1 0,1-1,-1 1,1 0,-1 0,0 0,0 0,0 0,0 0,0 1,-25 127,24-128,-4 10,1-1,1 1,0 0,0 0,1 0,1 0,0 1,0-1,1 0,1 0,0 0,4 11,4-4</inkml:trace>
  <inkml:trace contextRef="#ctx0" brushRef="#br0" timeOffset="-114662.908">10352 443,'69'59,"-40"-30,-15-16,0-1,1-1,0-1,0 0,2-1,-1 0,1-1,2-1,-11-4,-1 0,1-1,0 0,0 0,0-1,0 0,0-1,0 0,1 0,-1-1,0 1,0-2,0 1,0-1,-1-1,1 1,0-1,-1-1,5-2,3-4,-1-1,0-1,-1 0,-1-1,0 0,0-1,-1 0,-1-1,-1 0,0 0,-1-1,0-1,-2 1,4-11,-11 27,1 0,-1 0,1 0,-1 0,1 0,-1 1,1-1,-1 0,0 0,1 0,-1 0,1-1,-1 1,1 0,-1 0,1 0,-1 0,1 0,-1-1,1 1,-1 0,1-1,-1 1,1 0,0-1,-1 1,1 0,-1-1,1 1,0-1,-1 1,1 0,0-1,0 1,-1-1,1 1,0-1,0 1,0-1,0 1,-1-1,1 0,0 1,0-1,0 1,0-1,0 1,0-1,1 1,-1-1,0 1,0-1,0 1,0-1,1 1,-1-1,0 1,0-1,1 1,-1-1,0 1,1-1,-1 1,1 0,-1-1,0 1,1 0,-9 8,1 1,0 0,1 0,0 1,0 0,1 0,0 0,1 1,0 0,1 0,0 0,-1 8,1 3,0 0,2 1,0-1,2 1,0-1,2 0,0 0,2 0,0 0,1 0,2-1,0 0,1-1,1 0,11 17,-3-4,-9-19,1 1,-2 1,0-1,-1 1,-1 1,0-1,-1 1,-1 0,0 0,-2 1,0-1,0 10,-5-19,1 0,-1 0,-1 0,0 0,0-1,0 0,-1 1,0-2,-1 1,1 0,-1-1,0 0,-1-1,0 1,1-1,-2-1,1 1,0-1,-1 0,0-1,0 0,0 0,0-1,-1 0,1 0,-1-1,0 0,6 0,0 0,0 0,-1 0,1-1,0 0,0 1,0-1,-1 0,1-1,0 1,0-1,-1 1,1-1,0 0,0 0,0 0,0-1,0 1,0-1,1 0,-1 1,0-1,1 0,0-1,-1 1,1 0,0-1,0 1,0-1,0 0,1 1,-1-1,0-1,0-7,1-1,-1 1,2 0,0-1,0 1,1-1,0 1,1 0,1-1,0 1,0 0,1 1,0-1,1 1,0-1,1 1,0 1,0-1,1 1,0 0,1 1,0 0,5-4,-2 3,0-1,1 2,0 0,1 0,0 2,0-1,0 1,1 1,0 1,0 0,0 0,1 2,-1-1,1 2,-1 0,1 1,-1 0,1 1,10 3,-20-3,0 1,-1 1,1-1,0 0,-1 1,1 0,-1 0,0 1,0-1,0 1,0-1,-1 1,0 1,0-1,0 0,0 1,0-1,-1 1,0 0,0 0,0 0,-1 0,1 5,24 44,-23-51,-1 1,1-1,0 0,0 0,0 0,0-1,0 1,1-1,-1 0,1 1,-1-2,1 1,0 0,0-1,0 0,0 1,0-2,0 1,0 0,0-1,0 0,1 0,-1 0,0 0,0-1,0 0,0 1,0-2,0 1,0 0,0-1,0 0,2-1,1-1,1 0,-1 0,-1 0,1-1,-1 0,1-1,-1 1,-1-1,1 0,-1-1,0 1,-1-1,1 0,-2 0,1-1,0-1,-2 5,0-1,-1 0,0 1,0-1,0 0,0 0,-1 1,0-1,0 0,0 0,-1 0,1 0,-1 1,0-1,-1 0,1 1,-1-1,0 1,0-1,0 1,-1 0,1 0,-1 0,0 0,0 0,-1 1,-1-3,-1 2,0 0,0 0,0 1,-1 0,1 0,-1 0,0 1,0 0,0 0,0 1,0-1,0 2,0-1,0 1,0 0,0 1,0-1,0 1,-1 1,2-1,-1 1,0 1,0-1,1 1,-1 0,1 1,0-1,0 1,0 1,1-1,-1 1,1 0,0 0,0 0,1 1,0-1,0 1,0 0,0 1,1-1,-2 5,-19 77,19-48</inkml:trace>
  <inkml:trace contextRef="#ctx0" brushRef="#br0" timeOffset="-112452.528">967 175,'25'206,"26"226,-19 2,-19 59,-28 308,1-202,14-534,1 432,39 211,104 405,-141-1094,118 1135,-95-703,3 153,-7-16,-19 499,-13-706,18-168,-8-210,1-2,-1 0,0 0,1 0,-1-1,0 1,0 0,0 0,0 0,0 0,0 0,0 0,0 0,0-1,-1 1,1 0,0 0,-1 0,1 0,0 0,-1-1,1 1,-1 0,1 0,-1-1,1 1,-1 0,0-1,1 1,-1-1,0 1,0 0,-7 0</inkml:trace>
  <inkml:trace contextRef="#ctx0" brushRef="#br0" timeOffset="-109629.156">1742 2087,'-3'0,"1"-1,-1 1,0 0,1 0,-1 0,1 0,-1 1,0-1,1 1,-1-1,1 1,-1 0,1 0,-1 0,1 0,0 1,-1-1,1 1,0-1,0 1,0 0,0 0,1 0,-1 0,0 0,1 0,-1 0,0 2,-29 70,29-64,1 1,0 0,0 0,1 0,1 0,0 0,0 0,1-1,0 1,1 0,0-1,1 0,0 1,1-2,0 1,0 0,1-1,0 0,1 0,0-1,0 0,1 0,0-1,0 0,1 0,0-1,7 4,0 1,0 0,1-2,1 0,-1-1,2-1,-1-1,0 0,1-1,0-1,12 0,-26-4,-1 1,1-2,0 1,0-1,-1 1,1-1,0-1,-1 1,1-1,-1 1,1-1,-1 0,0-1,0 1,0-1,0 0,0 0,-1 0,1-1,-1 1,0-1,0 1,0-1,0 0,-1-1,0 1,0 0,0 0,0-1,-1 0,1 1,-1-4,4-16,-1 0,-1 0,-2 0,0-1,-2 1,-1-1,0 1,-2 0,-1 0,0 0,-2 1,-9-20,14 35,0 0,-1 0,-1 0,1 0,-1 1,0-1,-1 1,0 0,0 0,-1 1,1-1,-1 1,-1 1,1-1,-1 1,0 0,0 0,-1 1,1 0,-1 0,0 1,0 0,0 1,0-1,-3 1,-3 2,-1 0,0 2,1-1,-1 2,1 0,0 0,0 2,0-1,0 2,1 0,0 1,0 0,1 1,0 0,0 1,1 0,-6 6,10-9,2 0,-1 0,1 0,-1 1,2 0,-1 0,1 0,0 0,1 1,-1-1,1 1,1 0,0 0,0 0,0 0,1 1,1-1,-1 0,1 1,0-1,2 7,7 24</inkml:trace>
  <inkml:trace contextRef="#ctx0" brushRef="#br0" timeOffset="-108835.782">3052 2034,'-7'9,"2"1,0 0,0 1,0-1,2 1,-1 0,1 0,1 0,0 0,1 1,0-1,0 1,1-1,1 0,0 1,0-1,1 0,1 0,0 0,0 0,1 0,1 0,0-1,0 0,1 0,0 0,1-1,0 0,0 0,1-1,7 7,-3-7,-1 0,1-1,0 0,0-1,1-1,-1 1,2-2,-1 0,0-1,1 0,-1-1,1 0,0-1,-1-1,7 0,-12-1,0 0,1 0,-1 0,0-1,0 0,0-1,0 0,-1 0,1 0,-1-1,0 0,0-1,0 0,0 0,-1 0,0-1,0 1,0-2,-1 1,0-1,0 1,-1-1,0-1,0 1,3-8,-5 8,0 0,0-1,-1 1,0-1,0 0,0 1,-1-1,0 0,-1 1,0-1,0 0,-1 1,1-1,-2 1,1 0,-1 0,0 0,-1 0,1 0,-1 1,-1-1,1 1,-1 0,-2-1,-4-7,-2 2,0 0,0 0,-1 1,0 1,-1 1,0 0,0 0,-1 2,-4-2,15 7,0-1,0 1,-1-1,1 2,0-1,-1 1,0-1,1 2,-1-1,1 0,-1 1,0 0,0 1,1-1,-1 1,1 0,-1 0,1 1,-1 0,1 0,0 0,-1 0,1 1,1 0,-1 0,0 1,1-1,-1 1,1 0,0 0,0 0,1 4,-1-1,1 1,0 0,1 0,-1 0,2 1,-1-1,1 0,1 1,-1-1,1 0,1 1,0-1,0 1,1 1,7 39</inkml:trace>
  <inkml:trace contextRef="#ctx0" brushRef="#br0" timeOffset="-108088.705">4362 2154,'-2'8,"0"0,1 0,0 0,0 0,0 0,1 0,0 0,1 0,0 0,0 0,1 0,0 0,0 0,1 0,0-1,1 1,-1-1,1 0,1 0,-1 0,1-1,0 0,1 0,-1 0,3 2,5 0,1 0,0-1,0 0,1-2,0 1,0-2,0 0,0 0,1-2,-1 0,1 0,0-2,0 0,-1 0,1-2,0 0,-1-1,0 0,1-1,-2-1,1-1,0 0,-1 0,0-2,5-3,-12 7,-1 1,-1-1,1 0,0-1,-1 0,0 1,0-1,0-1,-1 1,0-1,0 0,0 0,0 0,-1 0,0-1,-1 1,0-1,0 0,0 0,0 0,-1 0,-1 0,1 0,-1 0,0 0,0 0,-1 0,0 0,-1 0,1 0,-1 0,-1 0,-3-4,-1 0,0 0,0 1,-1 0,-1 1,0 0,0 0,-1 0,0 1,0 1,-1 0,0 0,0 1,0 1,-1 0,0 0,0 1,-1 1,1 0,0 0,-1 1,0 1,0 0,1 1,-9 1,14 0,-1 0,1 0,0 1,-1 0,1 0,0 1,0 0,1 0,-1 1,1 0,0 0,0 1,0-1,0 1,1 0,-1 1,1-1,1 1,-1 0,1 0,0 1,1-1,-1 1,1 0,0 3,-13 41,8-3</inkml:trace>
  <inkml:trace contextRef="#ctx0" brushRef="#br0" timeOffset="-106934.297">1916 3384,'-10'11,"1"1,0 0,1 1,1 0,0 0,0 1,1 0,1 0,-1 7,4-15,1 0,0 0,0 1,0-1,1 0,0 0,0 0,1 0,0 0,0 1,0-1,1 0,0-1,0 1,0 0,1-1,0 1,0-1,0 0,0 1,1-2,0 1,0 0,1 0,7 3,0 0,0 0,1-1,0-1,0 0,1 0,-1-2,1 0,0 0,1-1,-1-1,0 0,1-1,-1-1,1 0,-1-1,1-1,-1 0,0 0,0-2,13-4,-16 4,-2-1,1 0,-1 0,1-1,-2 0,1 0,-1-1,0-1,0 1,0-1,-1 0,-1-1,1 0,-2 0,1 0,-1-1,0 1,-1-1,0 0,-1-1,0-1,0 4,-1-1,-1 0,1 1,-2-1,1 0,-1 0,0 0,-1 1,0-1,-1 0,1 0,-2 1,1 0,-1-1,0 1,-1 0,0 0,0 0,-1 1,0 0,0 0,-1 0,0 0,0 1,-1 0,0 0,-1 0,-1 1,0 1,-1-1,1 2,-1-1,0 1,1 1,-1-1,-1 2,1-1,0 2,0-1,0 1,-1 1,1 0,0 0,0 1,0 0,0 1,0 0,1 1,-1 0,1 0,0 1,0 0,1 1,-1 0,1 0,0 0,1 1,0 1,0-1,0 1,1 0,0 1,1-1,0 1,0 1,1-1,0 0,-2 8,5-10,-1 0,1 0,1 0,-1 0,1 0,1 0,-1 1,1-1,0 0,1 0,0-1,0 1,0 0,1-1,0 1,0-1,0 0,1 0,0 0,0 0,1-1,3 4,31 30</inkml:trace>
  <inkml:trace contextRef="#ctx0" brushRef="#br0" timeOffset="-106450.228">3199 3397,'-4'-2,"0"0,-1 0,1 0,0 1,-1-1,0 1,1 0,-1 1,1-1,-1 1,0 0,0 0,1 0,-1 1,0-1,1 1,-1 0,1 1,-1-1,1 1,0 0,-1 0,1 0,0 1,0-1,1 1,-1 0,0 0,1 1,0-1,0 1,0-1,0 1,1 0,-3 4,3-3,1 0,0 1,0-1,0 0,1 1,0-1,0 1,0-1,0 1,1-1,0 0,0 1,1-1,-1 0,1 0,0 0,1 0,-1 0,1 0,0-1,2 3,2 4,1-1,1 0,0-1,0 0,1-1,0 1,0-2,8 5,-7-5,0 0,1-1,-1-1,1 1,0-2,1 0,-1 0,1-1,0-1,-1 0,1-1,0 0,0-1,0 0,0-1,0-1,0 0,-1-1,1 0,-1-1,1 0,-1-1,-1 0,1-1,-1 0,0-1,0 0,-1-1,0 0,0-1,-1 0,0-1,0 1,-1-2,-1 1,0-1,3-7,-6 10,0 0,-1-1,0 0,-1 0,0 0,0 0,-1 0,0 0,0 0,-1-1,-1 1,1 0,-2 0,1 0,-1 0,-1 0,1 0,-1 0,-1 1,0-1,0 1,-1 0,1 0,-2 1,1-1,-1 1,0 0,-1 1,0 0,0 0,-7-5,-3 3,0 0,-1 1,0 0,0 2,0 0,-1 1,0 1,1 1,-1 1,0 0,0 1,0 1,-19 4,31-5,-1 0,1 1,-1-1,1 2,0-1,-1 1,1 0,0 1,0-1,1 2,-1-1,1 1,-1 0,1 0,0 0,0 1,1 0,-1 0,1 1,1-1,-1 1,1 0,0 0,0 1,0-1,1 1,0 0,0 0,1 0,0 0,0 0,1 2,2 0,0 0,1 0,0 0,1-1,0 1,0-1,1 1,0-1,0 0,1 0,0-1,0 0,1 1,0-2,0 1,1-1,0 0,37 35</inkml:trace>
  <inkml:trace contextRef="#ctx0" brushRef="#br0" timeOffset="-106029.086">4229 3544,'30'-30,"-1"-2,-2-1,-1-1,-1-2,-2 0,-2-1,3-10,-15 34,-6 31,3 74,3 0,5 0,3-1,6 5,-3-14,-2-10</inkml:trace>
  <inkml:trace contextRef="#ctx0" brushRef="#br0" timeOffset="-105111.168">1916 4787,'-10'26,"1"0,1 0,1 1,2-1,0 2,2-1,0 26,1-43,1-1,0 1,1-1,-1 1,2 0,-1-1,1 1,1-1,0 1,0-1,1 1,0-1,1 0,0-1,0 1,1 0,0-1,0 0,1-1,0 1,1-1,-1 0,1 0,1-1,-1 0,3 1,1-3,0 0,0-1,0 0,0-1,0-1,1 1,-1-2,0 0,1 0,-1-1,0 0,1-1,-1 0,0-1,0 0,-1-1,1 0,-1-1,6-3,0 0,0-2,-1 1,0-2,-1 0,0-1,-1 0,-1-1,0 0,0-1,-1-1,-1 0,0-1,-4 6,0-1,-1 0,0 0,-1 0,0-1,-1 1,0-1,-1 0,-1 0,1 0,-2 0,0 0,0 0,-1 0,0 0,-1 1,-1-1,0 0,0 1,-1-1,-1 1,0 0,0 0,-1 1,-1 0,0 0,0 0,0 1,-1 0,-1 0,0 1,0 0,0 1,-4-2,4 3,-1 1,1 0,-1 0,0 1,0 0,-1 1,1 0,-1 1,0 0,1 1,-1 0,0 1,0 0,0 0,0 1,1 1,-1-1,0 2,1 0,0 0,-1 1,1 0,1 1,-1 0,1 0,-1 1,2 0,-1 1,1 0,0 0,0 1,1 0,0 0,0 1,-4 7,6-2,-1 0,2 1,0 0,0-1,1 1,1 0,1 1,0-1,1 0,1 0,0 0,1 1,0-1,2-1,-1 1,7 13,12 33</inkml:trace>
  <inkml:trace contextRef="#ctx0" brushRef="#br0" timeOffset="-104719.806">3240 5015,'37'-376,"-29"328,0 71,-9 43,-2-1,-10 48,-3 111,16-213,0-1,1 0,0 1,1-1,0 0,0 0,1 0,1 0,-1 0,2 0,-1-1,2 0,2 4,16 15</inkml:trace>
  <inkml:trace contextRef="#ctx0" brushRef="#br0" timeOffset="-104154.497">4335 4881,'-4'9,"0"0,1 0,0 0,1 1,0-1,0 1,1-1,0 1,1 0,0-1,0 1,1 0,0-1,1 1,0-1,1 1,0-1,0 0,1 0,0 0,0-1,1 1,1-1,-1 0,1-1,1 1,1-1,1-1,1-1,-1 0,1 0,0 0,0-1,0-1,1 0,-1 0,1-1,0 0,-1-1,1 0,0-1,0 0,0-1,-1 0,1-1,0 0,-1 0,1-2,-1 1,0-1,7-4,-3 2,-1 0,-1-1,1-1,-1 0,0 0,-1-1,0-1,0 0,-1-1,-1 0,0 0,0-1,-1 0,0-1,-1 1,-1-1,0-1,0-2,-3 9,0-1,-1 1,0-1,0 0,-1 0,0 1,-1-1,1 0,-1 0,-1 0,0 0,0 0,0 1,-1-1,0 0,-1 1,1-1,-2 1,1 0,-1 0,0 0,0 1,-1-1,0 1,0 0,0 0,-4-2,1 3,0 0,0 0,-1 1,0 0,0 0,0 1,-1 0,1 1,-1 0,1 0,-1 1,0 0,1 1,-1 0,0 1,0 0,1 0,-1 1,1 0,-4 2,-5 2,0 1,1 0,0 1,0 1,1 1,0 0,0 1,2 1,-1 0,0 3,-33 36,8-2</inkml:trace>
  <inkml:trace contextRef="#ctx0" brushRef="#br0" timeOffset="-103188.96">1809 6365,'-9'16,"1"1,1-1,1 2,0-1,1 1,1 0,1 0,0 0,1 0,1 0,1 1,2 7,-1-14,0 0,1-1,1 1,0-1,0 1,1-1,1 0,0-1,0 1,1-1,0 0,1 0,0-1,1 0,0 0,0-1,1 0,0 0,6 3,-4-3,1-1,0-1,1 1,-1-2,1 0,1 0,-1-2,0 1,1-2,0 0,-1 0,1-1,0-1,0 0,0-1,0-1,-1 0,1-1,-1 0,1-1,-1 0,0-1,-1-1,1 0,-1-1,0 0,-1-1,0 0,0-1,0 0,-1 0,-1-1,0-1,0 0,-1 0,0 0,-1-1,1-3,-3 1,0-1,-1-1,-1 1,0-1,-1 1,-1-1,0 0,-1 1,-1-1,0 0,-1 0,-1 1,0-1,-1 1,-4-9,4 14,0-1,-1 1,0-1,0 1,-1 1,0-1,-1 1,0 0,-1 1,0-1,0 1,0 1,-1 0,-1 0,1 1,-1 0,0 0,0 1,0 1,-1 0,-8-3,8 6,1-1,-1 1,1 1,-1 0,1 0,0 1,-1 0,1 1,0 1,-1-1,1 1,1 1,-1 0,0 0,1 1,0 0,0 1,1 0,-1 0,1 1,0 0,1 1,0-1,0 1,1 1,0-1,-1 3,-1 0,2-1,-1 1,1 1,1-1,0 1,1 0,0 0,0 0,2 0,-1 1,2-1,0 1,0-1,1 1,0 0,1-1,1 1,0-1,1 1,0-1,1 0,2 6,33 42,5-10</inkml:trace>
  <inkml:trace contextRef="#ctx0" brushRef="#br0" timeOffset="-102837.433">3360 6512,'7'-32,"17"-78,32-88,-47 178,-9 20,-1 0,1 0,0 0,-1 0,1 1,0-1,0 0,-1 0,1 1,0-1,0 0,0 1,-1-1,1 0,0 1,0-1,0 0,0 1,0-1,0 0,0 1,0-1,0 0,0 1,0-1,0 0,0 1,0-1,0 0,0 1,0-1,0 0,0 1,0-1,1 0,-1 1,0-1,0 0,0 1,1-1,-1 0,0 0,0 1,1-1,-1 0,0 0,0 0,1 1,-1-1,0 0,1 0,-1 0,0 0,1 0,-1 0,0 0,1 1,-1-1,0 0,1 0,-1 0,0 0,1-1,-1 1,0 0,1 0,-1 0,0 0,1 0,-44 242,15 14,27-185</inkml:trace>
  <inkml:trace contextRef="#ctx0" brushRef="#br0" timeOffset="-102215.461">4456 6472,'52'-108,"34"-107,-63 132,-19 128,4 470,-8-425</inkml:trace>
  <inkml:trace contextRef="#ctx0" brushRef="#br0" timeOffset="-101374.347">1916 8143,'2'-26,"1"0,1 0,2 0,1 0,0 1,8-15,3-13,7-29,-3-2,1-26,-14 64,-7 41,-3 12,-3 17,-13 54,0-13,4 1,2 0,3 1,3 0,3 45,3-93,2-1,0 1,1-1,1 0,0 0,2 0,0 0,20 33</inkml:trace>
  <inkml:trace contextRef="#ctx0" brushRef="#br0" timeOffset="-100843.441">3319 7916,'-4'6,"0"1,0-1,0 1,1 0,0 0,0 0,1 1,-1-1,2 1,-1-1,1 1,0-1,1 1,0 0,0 0,1-1,0 1,0 0,0-1,1 1,1-1,-1 0,1 0,0 0,1 0,-1 0,1-1,1 1,-1-1,1 0,3 2,4 1,1-1,0 0,0-1,1-1,0 0,0-1,0 0,0-1,1-1,0 0,0-1,0 0,0-2,0 0,0 0,0-1,0-1,0-1,-1 0,9-3,-10 2,1-1,-1 0,0-1,0-1,0 0,-1-1,0 0,-1 0,0-2,0 1,-1-1,0-1,0 0,-2 0,1-1,-1 0,-1 0,0-1,-1 0,0 0,-1-1,-1 1,0-1,-1 0,0 0,0-11,-4 17,0 0,0 1,-1-1,0 1,0-1,-1 1,0 0,0 0,-1 0,1 0,-2 1,1-1,-1 1,0 0,0 1,0-1,-1 1,0 0,0 0,0 1,-1 0,0 0,0 0,0 1,0 0,0 0,0 1,-1 0,1 0,-1 1,0 0,1 0,-1 1,0 0,-11-2,1 1,-1 1,1 0,-1 2,1 0,-1 1,1 0,0 2,0 0,1 1,-1 1,1 1,1 0,-1 1,0 2,13-9,0 0,0 0,1 0,-1 1,1 0,0-1,-1 1,1 1,0-1,1 0,-1 1,1-1,-1 1,1 0,0 0,1-1,-1 2,1-1,-1 0,1 0,0 0,1 0,-1 1,1-1,0 0,0 1,0-1,0 0,1 1,0-1,0 0,0 0,0 1,1-1,0 0,-1-1,2 1,0 2,35 31,8-5</inkml:trace>
  <inkml:trace contextRef="#ctx0" brushRef="#br0" timeOffset="-100407.532">4603 7822,'-2'19,"1"1,0-1,2 1,0-1,2 0,0 1,1-1,0 0,2-1,6 15,-8-24,1 1,0 0,0-1,1 0,1-1,-1 1,1-1,1 0,-1-1,1 0,1 0,-1 0,1-1,0-1,1 0,-1 0,1 0,0-1,0-1,1 1,0-2,-1 1,1-2,0 1,-1-1,1-1,0 0,0-1,-1 0,1 0,0-1,-1 0,0-1,1 0,-1-1,0 0,-1-1,1 0,-1 0,0-1,0 0,0-1,-1 0,0 0,-1-1,1 0,-2 0,6-8,-6 7,0-1,0 1,-1-1,0 0,-1 0,0 0,-1-1,0 1,-1-1,0 0,0 0,-1 0,-1 0,0 0,0 0,-1 0,-1 0,0 0,0 0,-1 1,0-1,-1 1,0 0,-1 0,0 0,0 0,-1 1,-1 0,1 0,-1 1,-3-2,1 0,-1 1,-1 1,1 0,-1 0,-1 1,0 0,0 1,0 0,0 1,-1 1,0 0,0 0,0 1,0 1,-1 0,1 1,-1 1,1 0,-1 0,-10 3,4 0,-1 1,1 1,-1 1,2 1,-1 0,1 2,0 0,0 1,1 1,1 1,0 0,1 1,-1 2,-41 45,10-2</inkml:trace>
  <inkml:trace contextRef="#ctx0" brushRef="#br0" timeOffset="-99667.616">1969 9493,'32'-83,"-4"-1,-4-1,-4-2,9-88,-26 161,-3 36,0-19,0 15,-2 77,4 0,4 0,14 65,-3-82</inkml:trace>
  <inkml:trace contextRef="#ctx0" brushRef="#br0" timeOffset="-99108.205">3373 9199,'-6'10,"0"1,1-1,0 1,1 0,0 0,0 1,2-1,-1 1,1-1,1 1,0 0,1 0,0-1,1 1,0 0,1 0,0-1,1 1,0-1,1 0,0 0,1 0,0 0,0-1,1 0,1 0,0-1,3 4,0-4,1 0,1 0,-1-1,1-1,1 0,0 0,0-1,0-1,0 0,1-1,0-1,-1 0,2-1,-1 0,0-1,0 0,0-1,0-1,1-1,-1 0,0 0,0-1,-1-1,1-1,-1 0,0 0,0-1,0-1,-1 0,0-1,-1 0,0-1,0 0,0-1,-1 0,-1-1,0 0,0 0,5-11,-9 11,0 0,0-1,-1 1,-1-1,0 0,0 0,-2 0,1 0,-1 0,-1 0,0 0,-1 0,0-1,-1 1,0 0,-1 1,-1-1,0 0,0 1,-1 0,0 0,-1 0,0 1,-1 0,0 0,-1 0,0 1,0 0,-1 1,0 0,-1 0,1 1,-2 0,1 1,-1 0,0 0,-5-1,6 4,0-1,0 1,0 1,0 0,-1 0,1 1,-1 1,1 0,-1 0,1 1,-1 0,1 1,0 0,0 0,0 1,0 1,0 0,0 0,1 1,0 0,0 0,0 1,1 0,0 1,0 0,0 0,1 1,0 0,1 0,-1 1,2 0,-1 0,-3 8,5-8,1 0,0-1,1 1,0 0,0 1,0-1,2 0,-1 0,1 1,0-1,1 0,0 1,0-1,1 0,1 0,-1 0,1 0,1-1,0 1,23 39</inkml:trace>
  <inkml:trace contextRef="#ctx0" brushRef="#br0" timeOffset="-98703.411">4750 9360,'71'-294,"-43"163,-22 124,-4 26,-20 627,22-576</inkml:trace>
  <inkml:trace contextRef="#ctx0" brushRef="#br0" timeOffset="-97712.245">1501 10015,'8'649,"-21"-238,-17 0,-33 97,54-442,-11 86,5 1,7 52,13-153,-1-44</inkml:trace>
  <inkml:trace contextRef="#ctx0" brushRef="#br0" timeOffset="-96951.392">2023 10884,'32'-87,"148"-294,-149 327,-31 54,1 0,0 0,-1 0,1 0,-1 0,1 0,-1 0,1 1,0-1,-1 0,1 0,-1 1,1-1,-1 0,1 0,-1 1,1-1,-1 0,0 1,1-1,-1 1,1-1,-1 1,0-1,1 1,-1-1,0 1,0-1,1 1,-1-1,0 1,0-1,0 1,0-1,0 1,0 0,0-1,0 1,0-1,0 1,0-1,0 1,0 0,0-1,0 1,0-1,-1 1,1-1,0 1,0 0,3 86,-3 1,-8 55,5-95,-29 413,29-398</inkml:trace>
  <inkml:trace contextRef="#ctx0" brushRef="#br0" timeOffset="-96297.352">3680 10870,'18'-50,"1"2,3 0,5-6,15-32,15-39,-43 112,-11 40,-10 116,2-58,3 0,3 0,8 33,22 4,-13-81</inkml:trace>
  <inkml:trace contextRef="#ctx0" brushRef="#br0" timeOffset="-95781.532">4856 10736,'-6'14,"0"0,0 0,2 0,-1 0,2 1,0 0,1-1,0 1,1 10,1-19,0 1,1 0,-1 0,2 0,-1-1,1 1,0 0,0-1,0 0,1 1,0-1,1 0,-1 0,1-1,0 1,1-1,-1 0,1 0,0 0,0-1,5 4,-1-3,0 1,0-2,1 0,0 0,-1 0,1-1,0-1,1 0,-1 0,0-1,0 0,1-1,-1 0,1 0,-1-2,0 1,0-1,1 0,-1-1,-1 0,5-3,-1 1,1-1,-1-1,1-1,-2 0,1 0,-1-1,-1-1,0 0,0 0,-1-1,0-1,-1 1,0-2,3-7,-5 8,-1-1,-1 1,0-1,-1-1,0 1,-1-1,-1 1,0-1,-1 0,0 0,-1 0,0 0,-2 1,1-1,-2 0,0 1,0-1,-1 1,-1 0,0 0,-1 0,0 1,-1 0,-1 0,0 1,0 0,-1 0,0 1,-1 0,0 0,-1 1,-8-5,11 10,1 0,-1 1,1 0,-1 0,0 1,0 0,0 1,-1-1,1 1,0 1,0 0,-1 0,1 1,0-1,0 2,0-1,0 1,0 1,0-1,0 1,1 1,-1-1,1 1,0 1,0-1,0 1,1 0,0 1,0 0,0 0,0 0,-2 5,-46 92,40-56</inkml:trace>
  <inkml:trace contextRef="#ctx0" brushRef="#br0" timeOffset="-94969.496">5712 10041,'2'186,"10"42,47 352,-51 115,0 14,-2-596,6-1,6 12,-10-82,2 0,2 0,2-1,1-1,3 0,0-1,4 1,-7-16</inkml:trace>
  <inkml:trace contextRef="#ctx0" brushRef="#br0" timeOffset="-94108.246">2223 12715,'48'-170,"-27"108,-2-1,-4-1,-2 0,-3-1,-3 0,-2-26,-13 171,-7 101,10 169,11-270,3-15</inkml:trace>
  <inkml:trace contextRef="#ctx0" brushRef="#br0" timeOffset="-93564.208">3894 12528,'74'-329,"-53"185,-21 187,0-7,-3 78,6 1,4 0,13 51,-7-104</inkml:trace>
  <inkml:trace contextRef="#ctx0" brushRef="#br0" timeOffset="-93126.448">5030 12461,'45'-96,"-15"35,-3-1,-2-1,-3-1,11-62,-30 101,-6 20,-4 19,-13 56,3 0,3 1,3 1,3 0,3 29,-2 83,5-107</inkml:trace>
  <inkml:trace contextRef="#ctx0" brushRef="#br0" timeOffset="-91566.478">1368 12541,'0'918,"0"-903,8 43,-7-57,0 0,1 0,-1 0,0 0,1-1,-1 1,1 0,-1-1,1 1,-1-1,1 0,-1 0,1 1,-1-1,1 0,-1 0,1 0,-1 0,1-1,-1 1,1 0,-1-1,1 1,-1-1,1 1,-1-1,0 0,1 0,-1 1,1-2,5 0,51-14,1 3,0 2,1 3,0 2,0 3,47 5,-84-2,922 15,-507-4,-172-5,1698 17,-686-37,-132 27,19-6,-191-13,314-7,-375-1,-901 14,-9 1,1-1,-1 1,0-1,1 0,-1 0,0 0,0-1,1 1,-1-1,0 0,0 0,0 0,0 0,0-1,3 0,-4-8,-6-1</inkml:trace>
  <inkml:trace contextRef="#ctx0" brushRef="#br0" timeOffset="-89177.792">953 95,'220'-25,"-175"16,0 2,1 2,0 2,38 3,316 22,471-40,-472 10,272 35,-646-26,817 3,-726-6,897-8,-253-37,497 47,173-14,316 14,-1539 4,104 18,265 31,-388-37,-172-16</inkml:trace>
  <inkml:trace contextRef="#ctx0" brushRef="#br1" timeOffset="-84229.276">1354 2047,'-21'-9,"-8"-6,-4-1,1 0,6 2,5 3,6 6,2 6,-3 4,-6 2,-1 0</inkml:trace>
  <inkml:trace contextRef="#ctx0" brushRef="#br1" timeOffset="-83339.681">365 2100,'-1'-1,"0"1,-1-1,1 0,0 0,0 1,0-1,0 0,-1 1,1-1,0 1,0 0,-1-1,1 1,0 0,-1 0,1 0,0 0,-1 0,1 0,0 0,-1 1,1-1,0 0,-1 1,1-1,0 1,0-1,-1 1,1-1,0 1,0 0,0 0,0 0,0 0,0 0,0 0,-31 40,30-37,-1 0,1 0,0 0,0 1,1-1,-1 1,1-1,0 1,0 0,0-1,1 1,0 0,0 0,0 0,0-1,1 1,-1 0,1-1,1 1,-1 0,1-1,-1 1,1-1,1 0,-1 0,1 0,-1 0,1 0,0 0,0-1,1 1,-1-1,1 0,0 0,0 0,3 2,3-2,0 1,0-1,1-1,-1 0,0 0,1-1,0 0,-1-1,1 0,-1-1,1 0,-1-1,1 0,-1-1,0 0,2-1,-6 0,-1-1,1 0,-1 0,0 0,0-1,0 0,-1 0,0 0,0 0,-1 0,0-1,0 0,0 0,-1 0,0 0,0 0,-1 0,0 0,0-1,-1 1,0 0,0-1,0 1,-1 0,0-1,-1 1,0 0,0 0,-2-5,2 7,-1-1,1 1,-1 0,0 0,0 0,-1 0,1 0,-1 1,0-1,-1 1,1 0,-1 0,0 1,1-1,-2 1,1 0,0 1,0-1,-1 1,0 0,1 0,-1 1,0 0,0 0,0 0,0 0,0 1,0 0,0 1,0-1,1 1,-1 0,0 1,0-1,0 1,1 0,-1 0,1 1,0 0,0 0,0 0,0 1,-4 3,-4 5,1 0,0 1,0 1,2 0,0 1,0-1,2 2,0-1,0 1,2 1,0-1,1 1,0 0,1 0,1 1,1 1,-5 39</inkml:trace>
  <inkml:trace contextRef="#ctx0" brushRef="#br1" timeOffset="-82741.166">445 3852,'-1'-19,"0"0,1 0,0 0,2 0,0 1,2-1,0 0,0 1,2 0,1 0,0 1,1 0,0 0,2 0,1 0,15-35,7-18,-29 82,-40 314,22-168,7-89</inkml:trace>
  <inkml:trace contextRef="#ctx0" brushRef="#br1" timeOffset="-82042.925">258 4881,'20'1,"0"0,0 2,0 0,-1 1,1 1,-1 1,0 0,-1 1,1 2,-2 0,13 8,-26-14,0 1,0 0,0 1,0-1,-1 1,1 0,-1-1,0 2,-1-1,1 0,-1 0,0 1,-1-1,1 1,-1 0,0-1,0 1,-1 0,0 0,0-1,0 1,0 0,-1 0,0-1,-1 1,1 0,-1-1,0 1,0-1,-3 5,-14 22,0 0,-2-2,-1 0,-2-1,-1-2,0 0,-5 0,-63 71,91-96,-1 1,-1 1,1 0,0 0,0 0,0 0,0 0,1 1,0-1,0 1,0-1,0 1,1 0,-1 2,2-5,1-1,-1 1,1 0,0-1,-1 1,1-1,0 1,0-1,0 1,0-1,0 0,0 1,1-1,-1 0,0 0,0 0,1 0,-1 0,1 0,-1 0,1-1,0 1,-1 0,1-1,0 1,-1-1,1 0,0 1,-1-1,1 0,0 0,0 0,0 0,25 2,1-1,0-1,-1-2,1-1,14-3,5 0,150-16,-113 14</inkml:trace>
  <inkml:trace contextRef="#ctx0" brushRef="#br1" timeOffset="-81371.339">351 6272,'16'-4,"0"1,1 0,-1 1,0 1,0 1,9 0,9 0,1-1,-19-1,0 1,1 1,-1 0,0 2,1 0,-1 0,14 5,-28-6,0 0,0-1,0 1,0 0,0 1,0-1,0 0,0 0,0 1,-1-1,1 1,-1 0,1-1,-1 1,0 0,1 0,-1 0,0 0,0 0,-1 0,1 0,0 0,-1 0,1 0,-1 1,1-1,-1 0,0 0,0 1,0-1,0 0,-1 0,1 0,-1 1,1-1,-1 0,-38 74,8-38,-2-2,-2 0,-36 27,68-60,1-3,1 0,0 1,0-1,0 1,0-1,0 1,0 0,0-1,0 1,0 0,0-1,1 1,-1 0,0 0,0 0,1 0,-1 0,0 0,1 0,-1 0,1 0,-1 0,1 0,0 0,0 1,-1-1,1 0,0 0,0 0,0 0,0 1,0-1,0 0,1 0,-1 0,0 1,87 10,-72-11,0 1,0 1,0 0,0 1,0 1,-1 0,0 1,0 1,-1 0,0 0,12 9,-23-14,0 0,1 0,-1 1,0-1,0 0,0 1,0-1,-1 1,1 0,-1 0,1-1,-1 1,0 0,0 0,-1 0,1 0,0 0,-1 1,0-1,0 0,0 0,0 0,0 0,-1 0,1 0,-1 0,0 0,0 0,0 0,0 0,0 0,-1 0,0 0,-4 7,-1 0,0-1,-1 0,0 0,0-1,0 0,-1 0,-4 1,-20 15,-2-2,0-1,-1-2,-1-2,-1-1,0-2,-35 8,42-14</inkml:trace>
  <inkml:trace contextRef="#ctx0" brushRef="#br1" timeOffset="-80809.922">472 7742,'-35'70,"3"2,4 1,3 1,3 2,-1 21,19-80,2-10,0 1,1 0,0 0,0 0,0 0,1 0,1 0,-1 0,1 0,2 6,-1-11,1 0,0 0,-1-1,1 1,0-1,1 0,-1 0,0 0,1 0,-1 0,1-1,-1 0,1 1,0-1,-1-1,1 1,0 0,0-1,0 0,-1 0,1 0,0 0,0-1,0 0,-1 1,1-1,0-1,-1 1,1 0,-1-1,1 0,1-1,25-8,0-1,-1-2,-1-1,0-1,-1-1,-1-1,0-2,-2 0,11-12,-23 20,-22 48,-21 57,3 2,5 2,4 0,3 9,6-33</inkml:trace>
  <inkml:trace contextRef="#ctx0" brushRef="#br1" timeOffset="-80467.747">338 9266,'3'14,"2"13,5 9,8 8,6 3,2 0,2-1,-3-4,-5-2,-5-1,-10 0,-12-3,-17 0,-15-2,-15-6,-12-9,5-7</inkml:trace>
  <inkml:trace contextRef="#ctx0" brushRef="#br1" timeOffset="-80295.16">311 9226,'18'-9,"20"-8,17-5,17-6,13 0,7 2,2 5,-6 7,-11 10,-19 6</inkml:trace>
  <inkml:trace contextRef="#ctx0" brushRef="#br1" timeOffset="-79657.069">459 10629,'-11'-3,"1"1,-1 0,0 0,1 1,-1 0,0 1,0 0,0 1,1 0,-1 1,0 0,1 1,0 0,-1 0,1 1,0 0,1 1,-1 0,1 1,-7 5,-1 5,0 0,1 1,1 1,1 1,0 0,1 0,1 2,1-1,1 2,1-1,1 1,1 0,1 1,0 0,2 0,1 0,1 1,0-1,1-14,-1 0,1 0,1 0,0 0,0 0,1 0,0 0,0 0,1 0,0 0,1 0,-1-1,2 1,-1-1,1 0,1 0,0-1,0 1,0-1,1 0,0 0,0 0,0-1,1 0,0-1,1 1,-1-1,1-1,0 1,8 2,-6-5,1-1,0 1,0-2,0 0,0 0,0-1,0 0,0-1,0 0,-1-1,1 0,-1-1,0 0,0-1,0 0,0 0,-1-1,0 0,0-1,-1 0,1 0,-2-1,1 0,-1 0,0-1,5-9,-10 15,0-1,0 1,0-1,-1 1,1-1,-1 0,0 0,0 0,0 0,-1 0,1 0,-1 0,0 0,0 0,-1 0,1 0,-1 0,0 0,0 0,0 0,0 0,-1 1,0-1,0 0,0 1,0-1,0 1,-1 0,1 0,-1 0,0 0,0 0,0 0,0 1,0 0,-1-1,1 1,-1 1,1-1,-1 0,0 1,-2-1,1 1,0 0,0 0,-1 0,1 1,0 0,0 0,-1 0,1 1,0-1,0 1,0 1,0-1,0 1,0 0,0 0,0 0,1 0,-1 1,1 0,0 0,-1 0,1 1,1-1,-1 1,1 0,-1 0,1 0,0 1,-1 1,-5 10,0-1,0 2,2-1,0 1,1 0,1 1,-3 14,-4 34</inkml:trace>
  <inkml:trace contextRef="#ctx0" brushRef="#br1" timeOffset="-79329.076">4 12127,'-1'-4,"0"0,0 0,1 1,-1-1,1 0,0 0,0 0,1 0,-1 0,1 0,0 0,0 1,0-1,0 0,1 0,-1 1,1-1,0 1,0 0,0-1,1 1,-1 0,1 0,0 1,0-1,0 0,0 1,2-1,4-4,1 0,1 1,-1 0,1 1,0 0,1 0,-1 2,10-3,-11 3,0 1,0 0,0 1,0 0,0 0,0 1,0 0,0 1,1 0,-1 1,-1 0,1 0,0 1,0 1,-1-1,0 2,0-1,0 1,0 0,-1 1,0 0,0 1,0-1,-1 2,0-1,0 1,-1 0,0 0,4 8,-3-2,-2 0,0 0,-1 0,0 0,-1 1,0-1,-1 1,-1 0,-1-1,0 1,-1 9,-32 167,14-104,9-37,2 0,2 0,3 1,2 35,5-47</inkml:trace>
  <inkml:trace contextRef="#ctx0" brushRef="#br1" timeOffset="-79080.944">151 12395,'16'-7,"26"-7,30-7,33-6,30-2,20 2,6 2,-25 7</inkml:trace>
  <inkml:trace contextRef="#ctx0" brushRef="#br0" timeOffset="-71242.598">12343 55,'-14'56,"3"1,2 0,2 0,3 1,3-1,5 57,-3-16,0-14,0 142,-20 136,4-147,9 1,9 0,10 6,-5 14,-14 57,1 57,13-197,16 72,5 69,-4 324,21-68,-43-379,15 221,3-175,-7 89,-14-214,1 105,-22 156,-29 106,37-1,8-145,-20 285,7-61,-8 90,12-140,-6 154,17-597,-10 136,7 0,13 95,78 753,-9-297,-57-517,-3-52,-6 67,-9 24,5-219,-1-73,-5 35,-1 1,0 0,1 0,-1 0,0-1,-1 1,1 0,-1 0,1 1,-1-1,0 0,0 0,0 1,0-1,0 1,-2-1,-13-13</inkml:trace>
  <inkml:trace contextRef="#ctx0" brushRef="#br0" timeOffset="-61902.778">15511 1954,'24'-8,"-5"0,0 1,1 1,-1 1,1 1,0 1,0 0,0 2,16 0,-33 1,-1 0,1 0,0 1,-1-1,1 1,-1-1,1 1,-1 0,1 0,-1 0,0 1,0-1,1 0,-1 1,0-1,0 1,0 0,0 0,-1 0,1 0,0 0,-1 0,0 0,1 1,-1-1,0 0,0 1,0-1,0 1,-1-1,1 1,-1-1,0 1,1 0,-1-1,0 1,0-1,-1 1,1 0,-1-1,1 2,-7 14,0 1,-1-1,0 0,-2 0,0-1,-1 0,-1-1,0 0,-1-1,-2 1,1 1,-5 4,9-10,0 1,0 0,1 0,0 1,1 0,1 0,0 1,1 0,0 0,-1 6,6-17,1 1,0-1,-1 1,1 0,0-1,1 1,-1-1,1 1,-1-1,1 1,0-1,1 0,-1 1,0-1,1 0,0 0,0 0,0 0,0 0,0 0,0-1,1 1,-1-1,1 1,0-1,0 0,0 0,0 0,0-1,0 1,0-1,1 1,-1-1,0 0,2 0,128 20,-131-21,133 1,-74-5</inkml:trace>
  <inkml:trace contextRef="#ctx0" brushRef="#br0" timeOffset="-64691.311">12784 1834,'11'8,"7"9,4 3,3 2,4 3,2 1,2 1,3 0,-1 1,-1-3,-5-4,-4-2,-5-2,-5-5</inkml:trace>
  <inkml:trace contextRef="#ctx0" brushRef="#br0" timeOffset="-64270.804">13386 1806,'-2'0,"1"0,-1 0,0 0,0 0,0 0,0 0,0 0,0 1,0-1,1 1,-1-1,0 1,0 0,1 0,-1 0,0 0,1 0,-1 0,1 0,-1 0,1 1,0-1,-1 1,-3 2,-4 2,1-1,1 2,-1-1,1 1,1 0,-1 1,1 0,0 0,1 0,0 0,0 1,1 0,0 0,0 0,1 1,0-1,1 1,0-1,1 1,0 2,-8 209,-3-139,6-46,1 0,2 1,1-1,3 22,-1-52,1 1,-1-1,2 0,-1 0,1 1,0-1,0 0,1-1,-1 1,1 0,0-1,1 1,0-1,2 3,6 2</inkml:trace>
  <inkml:trace contextRef="#ctx0" brushRef="#br0" timeOffset="-64005.615">13520 2100,'15'-4,"16"-2,10 0,8 2,2 0,0 2,-5 1,-10 1</inkml:trace>
  <inkml:trace contextRef="#ctx0" brushRef="#br0" timeOffset="-63753.468">13586 2248,'23'4,"19"2,13 0,9-4,-6-1</inkml:trace>
  <inkml:trace contextRef="#ctx0" brushRef="#br0" timeOffset="-63445.099">14175 1873,'4'9,"5"8,2 7,4 7,4 7,5 4,6 2,7 0,6-1,5 0,1-4,-3-3,-8-6,-7-6,-9-4,-11-6,-7-5</inkml:trace>
  <inkml:trace contextRef="#ctx0" brushRef="#br0" timeOffset="-63196.742">14522 1873,'-16'9,"-14"12,-9 12,-7 11,-5 10,-2 5,0 1,5 0,7-4,9-9,13-10,10-11</inkml:trace>
  <inkml:trace contextRef="#ctx0" brushRef="#br0" timeOffset="-62947.847">14723 2154,'16'-5,"12"-1,10 1,11 0,5 2,0 1,-1 1,-4 0,-7 1,-7 1,-9-1</inkml:trace>
  <inkml:trace contextRef="#ctx0" brushRef="#br0" timeOffset="-62684.178">15003 1940,'-13'20,"-5"14,0 10,7 5,6 3,5 1,4 1,2 1,-1-3,-2-5,-3-11</inkml:trace>
  <inkml:trace contextRef="#ctx0" brushRef="#br0" timeOffset="-54975.16">6568 1967,'-6'4,"0"0,0 1,1 0,0 0,0 0,0 1,0-1,1 1,0 0,0 1,0-1,1 1,0-1,1 1,-1 0,1 0,-1 7,-8 16,9-20,1 0,0 1,0-1,0 1,2-1,-1 0,1 1,1-1,0 0,0 0,1 0,0 0,1 0,0 0,1-1,0 0,0 0,6 7,6 18,-13-24,-1-1,2 0,-1 0,1-1,0 1,1-1,0 0,0-1,1 1,0-1,0 0,1-1,0 0,0 0,0-1,1 0,-1 0,1-1,0 0,6 1,1-1,-8-1,-1 0,1-1,0 0,0 0,0-1,0 0,0 0,1-1,-1 0,0-1,0 0,0 0,0 0,0-1,0-1,0 1,-1-1,1 0,5-4,-4 0,0-1,-1 0,0 0,-1-1,1 0,-2 0,1 0,-1-1,-1 0,0 0,0-1,-1 0,0 0,-1 0,0 0,-1 0,0 0,-1-1,0 1,-1-12,-1 2,2 2,-1 0,0 1,-2-1,0 1,-2-1,0 1,0 0,-2 0,-4-8,-51-65,52 82,-1 1,-1 0,1 1,-1 0,0 0,-1 1,0 1,0 0,0 1,0 0,-3 0,2 1,-1 0,1 1,-1 1,1 0,-1 0,1 2,-12 1,16 1,1 0,-1 1,1 1,0-1,0 1,0 1,1-1,0 1,0 1,0-1,1 1,0 0,0 1,1-1,0 1,0 0,1 0,-3 7,0-1,0 0,1 0,0 0,1 1,1-1,0 1,1 1,-1 10,3-4</inkml:trace>
  <inkml:trace contextRef="#ctx0" brushRef="#br0" timeOffset="-53779.057">8159 1900,'-7'3,"0"-1,0 1,0 1,0-1,1 1,0 1,0-1,0 1,0 0,0 0,1 1,0-1,1 1,-1 0,1 1,0-1,0 1,1-1,0 1,0 0,1 1,0-1,0 0,1 1,-1-1,2 1,-1 2,0 8,1-1,0 1,1-1,1 1,1-1,1 1,0-1,1 0,1-1,0 1,1-1,1 0,1-1,0 0,2 2,-3-6,0-1,1 0,0 0,0-1,1 0,0 0,1-1,0-1,0 1,1-2,-1 0,1 0,1-1,-1-1,1 0,0 0,0-2,0 1,0-2,4 1,-9-1,1-1,-1 1,0-1,1-1,-1 1,0-2,0 1,0-1,1 0,-2-1,1 1,0-2,0 1,-1-1,0 0,0-1,0 0,0 0,-1 0,4-8,-1-1,-1 1,0-1,-1-1,-1 1,0-1,-1-1,0 1,-1-1,-1 1,-1-1,0 0,-1 0,0 0,-2 0,0 0,0 0,-4-12,5 23,0-5,0 0,-1 0,1 0,-2 0,0 0,0 0,0 1,-1-1,-1 1,0-1,0 1,-1 0,0 1,0-1,-1 1,0 0,0 0,-1 1,0 0,-1 0,1 1,-1 0,-1 0,1 1,-1 0,0 0,0 1,0 0,0 0,-1 1,-9-1,-6 2,0 2,1 0,-1 2,1 0,-1 2,1 1,-21 7,39-10,0 0,0 0,1 1,-1 0,1 0,0 1,-1-1,1 1,1 0,-1 0,1 1,0-1,0 1,0 0,0 0,1 1,0-1,0 1,0-1,1 1,0 0,0 0,0 0,1 0,0 0,0 5,-2 28,3-2</inkml:trace>
  <inkml:trace contextRef="#ctx0" brushRef="#br0" timeOffset="-52751.662">9870 2087,'11'-10,"-1"-1,0 0,-1 0,0-1,0-1,-2 0,1 0,-2 0,0-1,0 1,-1-1,-1-1,0 1,-1-1,0-2,2-16,4 41,4 115,11 283,-24-404,1 0,-1 0,0 0,0 0,0 0,0 0,-1 0,1 0,0 0,-1 0,1 0,-1 0,0 0,0 0,0 0,0-1,0 1,0 0,0-1,0 1,-1-1,1 1,-1-1,1 1,-1-1,0 0,1 0,-1 0,0 0,0 0,0 0,1 0,-1-1,0 1,0-1,0 1,0-1,0 0,0 0,-1 0,1 0,-1 0,-18-2,22 1,-1 1,0 0,0 0,0 0,1 0,-1 0,0 0,0-1,0 1,0 0,1 0,-1 0,0-1,0 1,0 0,0 0,0 0,0-1,0 1,0 0,0 0,0-1,1 1,-1 0,0 0,0-1,0 1,-1 0,1 0,0 0,0-1,0 1,0 0,0 0,0-1,0 1,0 0,0 0,0 0,-1-1,1 1,0 0,0 0,0 0,0 0,-1-1,1 1,0 0,0 0,0 0,-1 0,1 0,0 0,0 0,0 0,-1-1,1 1,0 0,0 0,-1 0,1 0,0 0,0 0,95-24,-77 21,55-6,0 3,0 4,0 2,5 4,-37-1</inkml:trace>
  <inkml:trace contextRef="#ctx0" brushRef="#br0" timeOffset="-52068.903">11140 1993,'-6'3,"-1"-1,1 1,0 0,1 1,-1 0,0 0,1 0,0 0,0 1,1 0,-1 0,1 0,0 0,0 1,0 0,1-1,0 1,0 1,1-1,0 0,0 1,0-1,1 1,0 0,0-1,0 1,1 0,0-1,1 1,-1 0,1 1,6 3,0 0,1-1,0 0,1 0,0-1,0 0,1 0,0-1,1 0,-1-1,1-1,1 1,-1-2,1 1,12 2,-6 0,0 0,1-2,-1 0,1-2,1 0,6 0,-20-3,1 0,0-1,-1 0,1 0,0-1,-1 0,1 0,0 0,-1-1,1 0,-1 0,0-1,0 0,0 0,0 0,0-1,-1 0,0 0,1 0,-1-1,2-5,0-1,-1 1,0-1,-1 0,0 0,0-1,-1 0,-1 0,0 0,-1 0,0 0,-1 0,0 0,-1-1,0 1,-1 0,0-1,-1 1,-1 0,0 0,0 0,-1 1,-1-1,0 1,0 0,-1 0,-1 1,0-1,0 1,-1 1,-1-2,1 1,-1 1,1 0,-1 0,-1 1,0 0,0 0,0 1,-1 1,0 0,-1 0,1 1,-1 0,0 1,0 1,0 0,-1 0,1 1,-1 1,1 0,-1 1,1 0,-1 1,0 0,1 1,0 1,-1 0,1 0,-3 2,0 3,0 0,0 1,1 1,1 0,0 1,0 0,1 1,0 0,1 1,1 0,0 1,1 0,0 1,1 0,1 0,0 0,1 1,-1 6,1 1</inkml:trace>
  <inkml:trace contextRef="#ctx0" brushRef="#br2" timeOffset="-45034.896">1768 1806,'-22'-5,"0"1,0 1,-1 1,1 0,-1 2,0 1,-4 1,17 1,0 1,-1 0,1 0,1 1,-1 0,1 1,0 0,0 0,0 1,1 0,0 1,1 0,-1 0,2 0,-1 1,1 0,0 0,1 1,0 0,1 0,0 1,2-8,-12 21,2 1,1 0,1 1,0 0,3 0,0 1,1 0,2 1,1-1,1 1,1 10,1-23,1 1,0 0,2-1,0 1,0-1,1 0,1 0,1 0,0 0,1-1,0 0,1-1,1 1,0-2,1 1,0-1,3 2,1 0,1-1,0 0,1 0,0-2,1 0,0-1,1 0,0-2,1 0,-1-1,1-1,17 3,317 62,-311-57,1-3,0-1,1-2,-1-2,15-1,421-6,-93-27,-111 13,92-34,-58 39,-203 2,-1-5,38-11,126-33,3 19,-251 31,-1 0,0-2,-1 0,0-1,0-1,-1 0,-1-2,0 0,0-1,4-6,-15 15,0 0,1-1,-2 0,1 0,-1-1,0 0,0 1,-1-2,0 1,0 0,-1-1,1 0,-2 0,1 0,-1 0,-1 0,2-8,-2 2,-1 0,0 0,-1 0,-1 0,0 0,0 1,-2-1,0 1,0-1,-1 1,-1 1,0-1,0 1,-2 0,-6-9,3 4,-1 1,0 0,-1 1,-1 0,0 1,-1 1,-1 0,0 1,-1 0,0 2,0 0,-10-3,-31-6,-2 3,0 3,-61-6,53 9,-104-12,-115 2,-549-8,709 29,-367-9,379 3,1 6,-15 5,-169 0,103 7,8 2,120-14,59 2</inkml:trace>
  <inkml:trace contextRef="#ctx0" brushRef="#br2" timeOffset="-39532.857">6448 1753,'-12'4,"0"2,1-1,-1 2,1-1,1 1,-1 1,1 0,1 1,-1 0,2 0,-1 1,1 0,1 0,-1 1,2 0,0 0,0 1,1-1,0 1,0 6,-4 12,1 1,2 0,1 0,1 0,2 1,1-1,3 28,1-7,2 0,3 0,1-1,3 0,7 13,-14-50,1-1,1 0,0 0,0 0,2-1,-1 0,1-1,1 0,0 0,1-1,0-1,0 0,1 0,0-1,1 0,0-1,0-1,0 0,12 3,67 21,2-4,73 9,-27-5,-17-7,2-5,0-6,0-5,17-6,663 11,-44-54,-242 16,-31-21,-117 36,-217 3,-64 6,0-5,23-8,-84 10,110-20,101-32,-227 52,-1 0,1-1,-1 0,-1-1,1 0,-1-1,0 0,-1-1,0 0,0-1,3-5,7-5,-8 9,0-1,-1 0,-1-1,1 0,-2 0,0-1,-1-1,0 1,0-4,6-19,-1-1,-2-1,-2 0,-1-1,-2 0,0-32,-10-123,2 185,0 0,-1 1,0-1,0 1,-1 0,0 0,-1 0,0 0,0 1,-1 0,0 0,-1 0,1 1,-1 0,-1 0,0 1,1 0,-2 0,1 0,-1 2,0-1,-20-12,0 1,-1 2,-1 1,0 2,0 1,-26-5,-358-75,-428 10,475 46,-177 14,-544 21,881 4,-23 12,-103 20,-1 11,30-21,265-22,1 1,0 3,1 1,0 1,1 3,-28 13,58-24,0-1,0 2,0-1,1 1,-1-1,1 2,0-1,0 1,0 0,1 0,-1 1,1-1,1 1,-1 1,1-1,0 0,-2 6,2 0</inkml:trace>
  <inkml:trace contextRef="#ctx0" brushRef="#br2" timeOffset="-14488.152">1755 3223,'-5'-1,"0"1,0 0,0 0,0 0,0 0,0 1,1 0,-1 0,0 0,0 1,1-1,-1 1,0 0,1 1,0-1,0 1,-1-1,2 1,-1 1,0-1,-1 2,-7 11,0 1,1 1,1 0,1 0,1 1,0 0,1 0,1 1,1 0,1 0,1 0,0 1,2-1,0 2,2-2,1 1,1 0,0-1,2 0,0 0,2 0,0-1,1 0,1 0,0-1,2 0,0 0,1-2,1 1,0-1,1-1,1-1,0 0,1-1,0 0,1-1,3 0,206 133,-200-126,1-1,0-1,2-1,0-2,1-1,0-1,29 7,296 56,-94-29,-160-36,1-4,87-7,-85-1,20 3,95 13,-152-8,1-2,0-4,0-3,45-8,45-1,58-10,-173 13,0-2,-1-1,-1-2,21-11,-27 9,-16 9,0-1,0 0,-1-2,-1 0,1-1,-1 0,-1-1,0-1,-1-1,-1 0,0-1,-1-1,0 0,2-6,3-22,-3 0,-1-1,-2 0,-2-1,-3-1,-1 1,-2-1,-3 0,-1 0,-6-37,5 52,-1 0,-2 1,-1 0,-2 0,-9-30,11 48,0 0,0 0,-2 1,1 0,-2 0,1 0,-2 1,1 0,-2 0,1 1,-1 1,-1 0,0 0,-9-5,-14-4,-1 2,-1 1,0 1,-1 3,-14-3,16 4,-60-10,-1 4,0 5,-1 3,0 5,-77 8,28-4,-598 0,623 7,1 5,-67 18,137-22,-224 24,219-30,0 2,0 3,0 1,-50 18,-144 70,171-49,70-41</inkml:trace>
  <inkml:trace contextRef="#ctx0" brushRef="#br0" timeOffset="-8320.203">6715 3384,'-4'-3,"1"1,-1 0,0-1,1 2,-1-1,0 0,0 1,-1 0,1 0,0 0,0 0,0 1,-1-1,1 1,0 0,-1 0,1 1,0-1,0 1,0 0,-1 0,1 1,0-1,0 1,1 0,-1 0,0 0,1 1,-1-1,1 1,0 0,-1 0,1 0,1 0,-2 1,-2 5,0 1,1 0,0 1,0-1,1 1,0 0,1 0,0 0,1 0,0 1,1-1,0 1,1-1,1 1,-1-1,2 1,-1-1,2 0,-1 1,2-1,-1 0,2-1,-1 1,1-1,1 0,0 0,3 4,1-5,-1 0,1-1,0 0,1 0,0-1,0 0,1-1,0-1,0 0,0 0,1-1,-1-1,1 0,0 0,0-2,0 1,0-2,0 0,0 0,0-1,0-1,0 0,0-1,0 0,-1-1,1-1,-1 1,0-2,-1 0,1 0,-1-1,-1-1,1 0,-1 0,0-1,-1 0,-3 0,0 1,0-1,-1 0,-1 0,0-1,0 1,0-1,-1 0,-1 0,0 0,0-1,-1 1,0 0,-1-1,0 1,-1 0,0 0,0-1,-1 1,-1 0,0 0,0 0,-1 1,0-1,0 1,-1 0,-1 0,1 0,-1 1,-1 0,0 0,0 0,0 1,-1 0,0 1,0 0,-1 0,0 1,0-1,-4 0,3 1,0 0,-1 1,1 1,-1-1,0 2,0-1,0 2,0-1,0 2,-1-1,1 2,0-1,0 1,0 1,0 0,0 1,0 0,0 1,1 0,-1 0,1 1,0 0,-1 2,7-4,1 0,0 0,0 0,0 0,1 1,-1-1,1 1,-1 0,1-1,0 1,1 0,-1 0,1 0,0 1,-1-1,2 0,-1 2,0 29</inkml:trace>
  <inkml:trace contextRef="#ctx0" brushRef="#br0" timeOffset="-7636.064">8172 3357,'-5'-2,"0"0,0 0,0 0,0 1,0 0,0 0,-1 0,1 0,0 1,-1 0,1 0,0 0,-1 1,1 0,0 0,0 0,0 1,0-1,0 1,0 0,0 1,0-1,1 1,-1 0,1 0,0 1,0-1,0 1,0 0,1 0,0 0,-1 0,1 1,-1 3,0 3,0 0,1 1,0 0,1 0,0 0,1 0,1 0,0 0,0 0,1 0,1 0,0 0,0 0,1 0,1-1,0 1,1-1,0 0,0 0,1-1,1 1,0-1,0-1,1 0,0 0,0 0,1-1,0 0,1 0,0-1,0-1,1 0,-1 0,8 2,2 1,1-1,0-1,0-1,1-1,-1-1,1-1,0-1,0 0,1-2,-1 0,0-2,15-3,-21 3,1-1,-1-1,0-1,-1 0,1-1,-1-1,0 0,0-1,-1 0,0-2,-1 1,0-2,0 0,-1 0,-1-1,0 0,1-3,-6 7,-1 1,0-1,0 0,-1 0,0 0,-1-1,1 1,-2-1,1 0,-1 0,-1 0,0 0,0 0,-1-1,0 1,0 0,-1 0,0 0,-1 0,0 0,0 0,-1 0,0 1,-1-1,1 1,-2 0,1 0,-1 0,-1 0,1 1,-1 0,-2-2,-2 0,-1 0,1 1,-2 0,1 1,-1 0,0 0,0 2,0-1,-1 2,0-1,0 2,0 0,-1 0,1 2,-1-1,1 2,-1 0,1 0,-10 2,1 1,1 0,0 2,0 0,1 1,-1 1,1 1,1 1,-1 1,2 0,-1 1,2 1,-3 3,14-11,-1 1,1 0,0 0,0 1,0-1,1 1,0 1,0-1,1 1,0-1,0 1,0 1,1-1,0 0,0 1,1 0,0-1,0 1,1 0,0 0,1 0,-1 0,1 0,1 0,0 0,0 0,0 0,1 0,18 34</inkml:trace>
  <inkml:trace contextRef="#ctx0" brushRef="#br0" timeOffset="-6986.293">10017 3517,'6'-25,"2"0,0 1,2 0,0 0,2 1,1 1,0 0,2 0,0 2,11-11,-23 26,82-107,-68 95,-17 17,0 0,1 0,-1-1,1 1,-1 0,1 0,-1 1,1-1,-1 0,0 0,1 0,-1 0,1 0,-1 0,0 1,1-1,-1 0,1 0,-1 0,0 1,1-1,-1 0,0 1,0-1,1 0,-1 1,0-1,1 0,-1 1,0-1,0 0,0 1,0-1,1 1,-1-1,0 1,0-1,0 0,0 1,0-1,0 1,0-1,0 1,0-1,0 0,0 1,0-1,-1 1,1-1,0 1,0-1,0 0,-1 1,1-1,0 0,0 1,-1-1,1 0,0 1,-1-1,1 0,-31 264,31-212,2 0,2 0,2 0,2-1,5 8,-2-14</inkml:trace>
  <inkml:trace contextRef="#ctx0" brushRef="#br0" timeOffset="-6330.27">11247 3504,'90'-227,"-76"175,-3-1,-2-1,-1-9,-6 47,-2 100,-1 30,-2 7,6 1,13 81,-7-152</inkml:trace>
  <inkml:trace contextRef="#ctx0" brushRef="#br0" timeOffset="-5445.574">12985 3156,'9'14,"10"11,8 6,9 2,6 1,3-2,2-4,-2-2,-5-3,-7-3,-7-5,-7-6</inkml:trace>
  <inkml:trace contextRef="#ctx0" brushRef="#br0" timeOffset="-5028.643">13560 3090,'-1'11,"-1"0,0 0,0 0,-1 0,-1 0,0-1,0 0,-1 1,0-2,-1 1,-3 4,2-3,0-1,1 2,1-1,0 0,0 1,1 0,1 0,0 1,0 0,3 23,1 0,1 0,2 0,2 0,1-1,5 11,9 55,-4 40,-18-140,1 0,0 0,0 0,0 0,0 0,0 0,1 0,-1-1,0 1,0 0,0 0,1 0,-1 0,1 0,-1 0,1-1,-1 1,1 0,-1 0,1-1,0 1,-1 0,1-1,0 1,-1 0,1-1,0 1,0-1,0 0,0 1,-1-1,2 1,6-2</inkml:trace>
  <inkml:trace contextRef="#ctx0" brushRef="#br0" timeOffset="-4075.275">13908 3371,'-7'0,"0"0,8 0,11 0,12 0,13 0,13 0,6 0,2 0,-3 0,-7 0,-12 0</inkml:trace>
  <inkml:trace contextRef="#ctx0" brushRef="#br0" timeOffset="-3826.066">14014 3491,'18'11,"15"6,14 3,10 0,6-3,2-5,-10-5</inkml:trace>
  <inkml:trace contextRef="#ctx0" brushRef="#br0" timeOffset="-3561.143">14522 3277,'14'13,"13"12,11 9,9 6,7 5,4 0,-1-2,-4-4,-6-4,-9-6,-11-6,-9-6</inkml:trace>
  <inkml:trace contextRef="#ctx0" brushRef="#br0" timeOffset="-3388.896">14923 3290,'-16'0,"-9"4,-6 9,0 9,2 10,0 8,1 6,3 6,4 1,5-2,5-6,4-9,9-9,3-11</inkml:trace>
  <inkml:trace contextRef="#ctx0" brushRef="#br0" timeOffset="-3201.846">15110 3531,'16'-2,"12"-4,13 0,10 1,9 1,5-1,0 1,-6 0,-8 1,-14 2</inkml:trace>
  <inkml:trace contextRef="#ctx0" brushRef="#br0" timeOffset="-2936.58">15404 3290,'-9'13,"-3"15,1 13,4 11,5 8,7 3,1 0,0-4,1-6,2-8,1-11,0-10</inkml:trace>
  <inkml:trace contextRef="#ctx0" brushRef="#br0" timeOffset="-2624.788">15712 3330,'13'-4,"1"0,1 1,-1 0,0 1,1 1,-1 0,1 1,-1 1,1 0,-1 1,1 1,-1 0,0 0,0 2,8 3,-20-7,0 0,1 0,-1 0,0 0,0 0,0 1,0-1,0 0,-1 1,1 0,0-1,-1 1,1 0,-1 0,0 0,1 0,-1 0,0 0,0 1,0-1,-1 0,1 0,0 1,-1-1,0 0,1 1,-1-1,0 1,0-1,0 0,-1 1,1-1,-1 0,1 1,-1-1,0 0,0 0,0 2,-76 93,29-42,42-48,0-1,1-1,1 1,-1 0,1 0,0 0,0 1,1-1,0 1,0 0,1 0,0 0,0 1,0-1,1 0,0 3,3-7,1 1,-1 0,1-1,0 1,0-1,0 0,1 0,-1 0,1 0,0-1,-1 1,1-1,0 0,1 0,-1-1,0 1,0-1,1 0,-1 0,1 0,-1-1,1 1,-1-1,1 0,-1 0,1-1,0 0,0 2,36 0,-1-1,1-3,-1-1,9-3,23-5</inkml:trace>
  <inkml:trace contextRef="#ctx0" brushRef="#br0" timeOffset="-2218.159">16782 3290,'20'2,"19"1,15 3,13-1,9 0,0-2,-11-1,-13-1,-16 0</inkml:trace>
  <inkml:trace contextRef="#ctx0" brushRef="#br0" timeOffset="-2047.934">16875 3411,'18'9,"17"3,17-1,13-2,7-2,4-3,-9-2</inkml:trace>
  <inkml:trace contextRef="#ctx0" brushRef="#br0" timeOffset="-1723.492">17651 3343,'24'-244,"-16"338,45 222,-37-270,-9-41</inkml:trace>
  <inkml:trace contextRef="#ctx0" brushRef="#br0" timeOffset="-1520.226">17958 3357,'20'-2,"14"-1,11 0,5 0,3-1,0 0,-4-1,-6-1,-5-1,-9-1,-10 0</inkml:trace>
  <inkml:trace contextRef="#ctx0" brushRef="#br0" timeOffset="-1319.641">18252 3130,'-14'7,"-6"9,0 10,3 9,7 7,7 2,7 2,5-1,3-3,2-4,0-7,-1-8</inkml:trace>
  <inkml:trace contextRef="#ctx0" brushRef="#br0" timeOffset="-948.195">18520 3169,'32'-7,"1"0,-1 2,1 2,33 0,-65 3,41 3,-41-3,0 1,0-1,0 0,0 0,0 0,-1 1,1-1,0 0,0 1,0-1,0 0,-1 1,1 0,0-1,0 1,-1-1,1 1,-1 0,1-1,0 1,-1 0,1 0,-1-1,0 1,1 0,-1 0,1 0,-1 0,0-1,0 1,0 0,0 0,1 0,-1 0,0 0,0 0,-1 0,1 0,0-1,0 1,0 1,-4 6,-1 0,1-1,-1 1,-1-1,1 0,-1 0,-1 0,1-1,-7 5,-12 13,23-22,-6 5,0 1,0 0,0 1,1 0,0 0,1 0,0 1,0 0,1 0,1 0,0 1,0 0,1 0,-1 5,4-14,0 1,0 0,0 0,1 0,0-1,-1 1,1 0,0-1,0 1,0 0,1-1,-1 1,1-1,-1 0,1 1,0-1,0 0,0 0,0 0,0-1,0 1,0 0,1-1,-1 1,1-1,-1 0,1 0,0 1,80 15,-55-17,0 0,0-2,-1-1,1-1,0-2,26-6</inkml:trace>
  <inkml:trace contextRef="#ctx0" brushRef="#br0" timeOffset="-696.742">19201 3184,'18'-3,"15"0,12 0,6-2,4 1,0 0,-5 1,-10 1,-10 1</inkml:trace>
  <inkml:trace contextRef="#ctx0" brushRef="#br0" timeOffset="-419.534">19295 3250,'16'9,"14"4,11-2,10-2,6-2,1-5,-8-3</inkml:trace>
  <inkml:trace contextRef="#ctx0" brushRef="#br0" timeOffset="6125.333">6554 4774,'-4'-2,"-1"0,0 0,0 1,1-1,-1 1,0 0,0 1,0-1,0 1,0 0,0 0,0 0,-1 1,2 0,-1 0,0 0,0 1,0-1,0 1,1 0,-1 0,1 1,0 0,0-1,-1 1,2 1,-1-1,-3 4,2 0,0 1,1 0,-1 0,1 1,1-1,0 1,0 0,1 0,0 0,0 0,1 0,0 0,1 0,0 1,0-1,1 0,0 0,1 0,0 0,0 0,1 0,0 0,1-1,0 1,0-1,0 0,1 0,1-1,-1 1,1-1,1 0,-1-1,1 0,3 3,12 5,-1 0,2-2,0-1,0 0,1-2,0 0,1-2,0-1,0-1,0-1,1-1,18-1,-12 2,1-2,0-1,-1-2,1-1,-1-1,0-2,0-2,0 0,-1-2,0-2,0-1,-2-1,15-9,-36 18,-1 0,0-1,0 0,-1 0,1-1,-1 0,0 0,-1 0,0 0,0-1,0 0,-1 0,0-1,0 1,0-1,-1 0,-1 0,1 0,-1 0,-1 0,1-1,-2 1,1 0,-1-1,0 1,0 0,-1-1,-1 1,1-1,-7-7,-1 0,0 0,-1 1,0 0,-2 1,1 0,-2 1,0 0,0 1,-1 0,-1 1,0 1,0 0,-1 2,0-1,-8-1,-1-3,0 1,-1 1,0 1,0 2,-1 0,0 2,-1 1,1 1,-1 2,0 1,0 0,0 2,1 2,-1 0,-14 5,32-5,0 1,0 0,0 0,0 1,1 0,0 1,0 0,0 0,1 1,0 0,0 1,0 0,1 0,1 1,-1-1,2 1,-1 1,1-1,0 1,1 0,0 0,1 0,0 0,0 1,1 0,1 2,2 63,11-6</inkml:trace>
  <inkml:trace contextRef="#ctx0" brushRef="#br0" timeOffset="6907.605">8412 4894,'3'-17,"0"-1,1 0,0 1,2 0,0 0,0 0,2 1,0 0,1 1,1-1,4-3,13-28,27-48,-54 95,0 0,0 0,0 1,0-1,0 0,0 1,0-1,0 0,0 1,0-1,0 0,0 0,0 1,0-1,0 0,1 0,-1 1,0-1,0 0,0 0,1 1,-1-1,0 0,0 0,1 0,-1 1,0-1,0 0,1 0,-1 0,0 0,0 0,1 0,-1 1,0-1,1 0,-1 0,0 0,0 0,1 0,-1 0,0 0,1 0,-1 0,0-1,1 1,-1 0,0 0,0 0,1 0,-1 0,0 0,0-1,1 1,-1 0,0 0,0 0,1-1,-1 1,0 0,0 0,0 0,0-1,1 1,-1 0,0-1,0 1,0 0,3 29,-3-27,-1 192,-2-98,5 0,5 17,23 17,-11-84</inkml:trace>
  <inkml:trace contextRef="#ctx0" brushRef="#br0" timeOffset="7777.492">10245 4694,'-6'3,"0"-1,0 1,0 0,1 0,0 1,0-1,0 1,0 0,0 1,1-1,-1 1,1 0,1 0,-1 0,1 0,0 1,0 0,0-1,1 1,0 0,0 0,0 0,1 1,0-1,0 0,1 0,-1 1,1-1,1 0,-1 1,1-1,0 0,1 0,0 0,0 1,0-2,0 1,1 0,1 1,5 5,1-1,0 0,0 0,1-1,1 0,0-1,0-1,1 0,0 0,0-1,0-1,1 0,0-1,1 0,-1-2,1 1,-1-2,1 0,0 0,0-2,0 0,0 0,0-2,0 0,5-1,-7 0,0 0,1-1,-1 0,-1-1,1 0,-1-1,0-1,0 0,0 0,-1-1,-1-1,6-5,-10 9,-1-1,1 0,-1 0,-1 0,1-1,-1 0,0 0,-1 0,1 0,-2 0,1-1,-1 1,0-1,0 0,-1 0,0 0,-1 0,1 0,-2 1,1-1,-1 0,0-2,-3-2,0 1,0-1,-1 1,0 0,-1 0,0 1,-1-1,0 2,-1-1,0 1,0 0,-1 0,0 1,-1 1,1-1,-1 1,-1 1,0 0,1 1,-2 0,1 0,-10-2,12 4,-1-1,0 1,0 1,0 0,-1 1,1-1,0 2,-1 0,1 0,0 1,-1 0,1 0,0 1,0 1,0 0,0 0,1 1,-1 0,1 1,0 0,0 0,0 1,1 0,0 1,0 0,-6 7,10-9,0 1,1 0,-1 0,1 0,0 1,1-1,-1 1,1-1,1 1,-1 0,1 0,0 0,1 0,0 0,0 0,0 0,1 0,0 0,0-1,1 1,0 0,0 0,0-1,1 0,0 1,0-1,1 0,0 0,0-1,4 6,42 36,4-9</inkml:trace>
  <inkml:trace contextRef="#ctx0" brushRef="#br0" timeOffset="8184.781">11408 4787,'-3'7,"0"0,0 0,1 0,0 0,0 0,1 0,0 0,0 0,1 1,0-1,0 0,1 1,0-1,0 0,0 0,1 0,0 0,1 0,0 0,0 0,0-1,1 0,0 1,0-1,0-1,1 1,0-1,0 1,0-1,4 2,2 2,1 0,0-1,0 0,1 0,0-1,1-1,-1-1,1 0,1 0,-1-1,4-1,-10-1,0-1,1 0,-1 0,0-1,0 0,1-1,-1 0,0 0,0-1,0 0,0 0,0-1,0 0,-1 0,1-1,-1 0,0 0,0 0,0-1,3-4,0-3,-1 0,-1 0,0-1,0 0,-1-1,-1 0,0 0,-1 0,-1-1,0 1,-1-1,-1 0,0 0,-1 0,0-1,-1 1,-1 0,-1 0,0 0,0 0,-2 0,-2-5,3 9,-1 1,-1 0,0 0,0 1,-1 0,0 0,0 0,-1 0,0 1,-1 0,0 1,0 0,-1 0,0 0,0 1,0 1,-1 0,1 0,-1 0,-1 2,1-1,0 1,-1 1,0-1,0 2,1 0,-1 0,0 1,0 0,-5 0,1 1,0 1,0 0,0 1,0 1,0 0,1 1,-1 1,1 0,1 0,-1 2,1 0,0 0,1 1,0 1,0 0,1 0,1 1,0 1,0 0,1 0,0 1,1 0,-2 6,-17 50,10-4</inkml:trace>
  <inkml:trace contextRef="#ctx0" brushRef="#br0" timeOffset="10150.802">6461 6285,'-5'-2,"-1"1,0-1,0 1,1 0,-1 1,0-1,0 1,0 0,0 1,0-1,1 1,-1 1,0-1,0 1,1 0,-1 0,1 0,0 1,0 0,0 0,0 0,0 1,0-1,1 1,0 0,0 1,0-1,0 1,1 0,-2 2,-2 3,1 1,0-1,1 1,0 1,1-1,0 1,1-1,0 1,1 0,0 0,1 0,0 0,1 1,1 4,0-8,1-1,0 1,0-1,0 0,1 0,1 0,-1 0,1-1,1 1,-1-1,1 0,0 0,1-1,0 0,0 1,0-2,1 1,0-1,0 0,0-1,0 1,1-1,2 0,13 6,-1-2,1 0,1-2,-1-1,1 0,0-2,18 0,-14-1,0-2,0-1,0-1,-1-1,20-6,-36 7,0-1,0 0,-1-1,1 0,-1 0,0-2,0 1,-1-1,0 0,0-1,0 0,-1-1,0 0,0 0,3-4,-7 5,0 1,-1-1,0 0,0 0,0 0,-1 0,0 0,0-1,-1 1,0-1,0 1,-1-1,0 1,0-1,-1 1,0-1,0 1,-1-1,0-1,-5-13,-1-1,-1 1,-1 1,0 0,-9-11,5 7,-2 1,0 0,-2 1,0 1,-11-8,22 23,0 0,-1 1,1 0,-2 0,1 1,0 0,-1 1,0-1,0 2,-1-1,1 1,-1 1,1 0,-1 0,0 1,0 0,-6 1,1 1,0 2,1 0,-1 0,1 2,-1-1,1 2,1 0,-1 1,1 0,0 1,1 0,0 1,0 0,1 1,0 1,1-1,0 2,1 0,0 0,0 0,-1 6,7-12,-1 0,2 1,-1-1,1 1,0 0,0 0,1 0,0 0,0 0,1 0,-1 0,2 0,-1 0,1 0,0 0,0 0,1 0,0 0,0 0,1-1,0 1,0-1,0 0,3 3,27 38</inkml:trace>
  <inkml:trace contextRef="#ctx0" brushRef="#br0" timeOffset="10724.085">8359 6432,'162'-451,"-155"433,-2 32,-15 114,4-92,2 1,1-1,1 0,2 1,2-1,2 0,1 0,1 0,2-1,2 1,1-2,5 9,13 7</inkml:trace>
  <inkml:trace contextRef="#ctx0" brushRef="#br0" timeOffset="11444.271">10352 6017,'-5'0,"0"0,0 0,-1 0,1 1,0 0,1 0,-1 0,0 1,0-1,0 1,1 0,-1 1,1-1,0 1,-1 0,1 0,0 0,1 0,-1 1,1 0,-1 0,1 0,0 0,1 0,-1 0,1 1,-1-1,1 1,1 0,-1-1,0 6,0 0,1 0,0 0,0 0,1 0,1 0,0 0,0 0,1-1,0 1,0 0,1-1,1 1,0-1,0 0,0 0,1-1,1 1,-1-1,2 0,5 6,0-1,0-1,0 0,1-1,1 0,0-2,0 1,1-2,1 0,-1 0,1-2,14 5,-19-7,1 0,-1-1,1 0,0 0,-1-2,1 1,0-2,0 1,0-2,0 1,0-2,0 0,0 0,-1-1,1 0,-1-1,0 0,0-1,0-1,0 1,-1-2,0 1,-1-1,1-1,-1 0,-1 0,1-2,-2 0,-2-1,1 0,-2-1,1 1,-2-1,1 0,-2 0,1 0,-2 0,0 0,0-1,-1 1,0 0,-2-1,1 1,-1 0,-1 0,0 0,-1 0,0 1,0-1,-2 1,1 0,-1 0,-1 1,0 0,0 0,-1 1,-1-1,1 2,-1-1,-1 1,1 1,-2 0,1 0,-1 1,1 0,-2 1,-8-3,13 4,0 1,-1 1,1-1,-1 1,0 1,0-1,0 1,0 0,0 1,1 0,-1 0,0 1,0 0,0 1,0-1,0 1,1 1,-1 0,1 0,0 0,0 1,0 0,0 0,1 0,-1 1,1 0,0 1,1-1,-1 1,1 0,-2 4,3-1,0 0,1 0,0 1,0-1,1 1,0-1,1 1,0 0,0 0,1-1,1 1,0 0,0 0,0-1,3 5,9 37</inkml:trace>
  <inkml:trace contextRef="#ctx0" brushRef="#br0" timeOffset="11936.803">11394 6058,'43'-73,"40"-79,-76 137,-2 28,-6 288,11 28,-9-301</inkml:trace>
  <inkml:trace contextRef="#ctx0" brushRef="#br0" timeOffset="12188.484">11461 6459,'-4'0,"0"0,8 0,12 0,15 0,14-2,7-1,5 0,-3 0,-8 2,-12 0</inkml:trace>
  <inkml:trace contextRef="#ctx0" brushRef="#br0" timeOffset="13296.024">6287 7661,'-10'0,"-1"0,0 0,0 1,1 0,-1 1,1 0,-1 1,1 0,0 0,0 1,0 1,1-1,-1 2,1-1,0 1,1 1,-1 0,1 0,1 0,-1 1,1 0,1 1,-1-1,1 1,1 1,0-1,0 1,1 0,-2 7,4-7,1 0,0 1,1-1,0 1,1 0,0-1,0 0,1 1,1-1,0 0,0 0,1 0,0 0,1-1,0 0,0 0,1 0,0 0,1-1,0 0,0-1,0 1,1-1,0-1,1 1,0-1,0-1,0 0,0 0,1-1,0 0,0-1,0 0,6 1,3 1,0 0,0-2,1 0,0-2,0 0,-1-1,1-1,0 0,-1-2,1 0,-1-2,0 0,12-5,-20 6,0 0,0-1,-1 0,1-1,-1 0,-1-1,1 0,-1 0,-1-1,1 0,-1-1,0 0,-1 0,0 0,-1-1,0 0,0-1,-1 1,-1-1,1 0,-2 0,0 0,1-7,-3 5,-1 0,0 1,-1-1,0 0,-1 1,-1-1,0 1,-1 0,0 0,-1 0,0 0,-1 1,0 0,-1 0,0 0,0 1,-1 0,-1 1,0-1,0 2,-1-1,0 1,0 1,-1 0,1 0,-2 1,1 1,-1 0,0 0,0 1,0 1,-1 0,1 0,-1 1,1 1,-1 0,0 1,0 1,1 0,-1 0,0 1,1 1,0 0,-8 3,10-2,-1 0,1 1,0 0,0 1,1 0,0 0,0 1,0 0,1 1,0 0,0 0,1 1,0-1,1 2,0-1,0 1,1 0,0 0,1 0,0 1,1 0,0 0,1 0,0 0,0 0,1 9,7 28</inkml:trace>
  <inkml:trace contextRef="#ctx0" brushRef="#br0" timeOffset="13965.046">8266 7862,'60'-107,"-43"81,-1-1,-1 0,-2-2,0 1,-2-2,-1 1,-2-2,2-12,-13-4,2 47,0 0,0 0,0 0,0 0,0 0,0 0,1 0,-1 0,0 0,0 1,0-1,0 0,0 1,1-1,-1 1,0-1,0 1,0-1,1 1,-1-1,0 1,1 0,-1-1,1 1,-1 0,1 0,-1-1,1 1,-1 0,1 0,0 0,-1 0,1-1,0 1,0 1,-12 24,1 2,1-1,2 2,1-1,1 1,-2 28,2-13,1 0,3 1,1-1,2 1,7 40,3-24</inkml:trace>
  <inkml:trace contextRef="#ctx0" brushRef="#br0" timeOffset="14725.873">10124 7835,'21'-31,"-1"-1,-2 0,-2-2,-1 0,-1-1,-2 0,-1-1,-3 0,1-6,5-53,-11 124,9 326,-12-317,1 0,3 0,1 0,1-1,6 12,1-10</inkml:trace>
  <inkml:trace contextRef="#ctx0" brushRef="#br0" timeOffset="15225.283">11140 7768,'-2'11,"1"0,0-1,0 1,1 0,1 0,0-1,0 1,1-1,1 1,-1-1,2 0,-1 1,1-2,1 1,0 0,0-1,1 0,0 0,1-1,0 0,0 0,1 0,0 0,6 4,0 0,1-1,0-1,1 0,0-1,0-1,1 0,0-1,0-1,1-1,0 0,0-1,3-1,-7-2,-1-1,1-1,-1 0,1 0,-1-2,0 0,0 0,0-1,0-1,-1 0,1-1,-1 0,-1-1,1 0,-1-1,0 0,-1-1,0 0,0 0,-1-1,-1-1,1 1,-2-1,1-1,-1 0,-1 0,1 1,-1 0,-1 0,1-1,-2 0,0 0,0 0,-1 0,-1-1,0 1,0-1,-2 0,1 1,-2-1,1 0,-2 1,0-1,0 1,-1-1,-1 1,0 0,0 0,-1 1,-1-1,0 1,-1 0,0 1,-6-8,5 10,-1 0,1 0,-1 1,-1 0,1 1,-1 0,-1 1,1 0,-1 0,1 1,-1 0,-1 1,1 1,0-1,-1 2,1 0,-1 0,1 1,-1 0,-2 1,-9 2,-1 0,1 2,0 0,0 2,1 1,0 0,0 2,1 0,-10 7,4 0,1 1,1 1,0 1,2 1,0 1,2 2,0 0,1 1,2 0,1 2,-8 16,-10 29</inkml:trace>
  <inkml:trace contextRef="#ctx0" brushRef="#br0" timeOffset="16206.824">6341 9400,'-5'-2,"0"0,0 1,0 0,0 0,0 1,0-1,0 1,0 0,0 1,0-1,0 1,0 0,0 0,0 0,0 1,0 0,1 0,-1 0,1 0,-1 1,1 0,0 0,0 0,0 0,0 1,1-1,-1 1,-1 3,1 4,0 0,0 0,1 0,1 1,0-1,1 1,0 0,0-1,1 1,1 0,0-1,1 1,0 0,0-1,1 0,1 0,0 0,1 0,0 0,0-1,1 0,0 0,1-1,0 1,1-1,0-1,0 0,1 0,0 0,0-1,1-1,0 1,0-2,7 4,0-3,-1 0,1-1,1-1,-1 0,1-2,-1 0,1 0,0-2,0 0,-1-1,1-1,0-1,-1 0,0-2,0 0,0 0,0-2,-1 0,0-1,0 0,-1-1,0-1,-1-1,0 0,-1 0,0-2,0 1,-2-2,0 0,0 0,-1-1,-1 0,0 0,-1-3,-4 8,0 0,-2 0,1-1,-1 1,-1-1,0 1,0-1,-1 0,0 1,-1-1,0 1,-1-1,0 1,-1-1,0 1,0 0,-1 0,-1 1,0-1,0 1,0 0,-1 0,-1 0,1 1,-2 0,1 1,-1-1,0 1,0 1,-1 0,0 0,0 0,0 1,-1 1,0 0,-2-1,-1 2,0 0,0 0,0 1,0 1,0 0,0 1,0 0,0 1,0 0,0 1,0 1,0 0,0 1,1 0,0 1,0 0,0 1,0 1,1 0,0 0,1 1,-1 0,2 1,-1 0,1 0,0 1,1 0,1 1,-1 0,1 0,1 1,-2 6,5-11,1 0,0 0,0 1,1-1,0 0,0 1,0 0,1-1,1 1,-1-1,1 1,0-1,1 1,0-1,0 0,0 0,1 0,0 0,1 0,-1 0,5 5,25 29</inkml:trace>
  <inkml:trace contextRef="#ctx0" brushRef="#br0" timeOffset="16705.327">8306 9586,'23'-65,"-3"-1,-3-1,-3-1,-2 0,-3-13,-11 58,-20 148,16-85,1 0,3 0,1 1,2-1,2 0,2 0,1 0,2-1,2 0,9 22,4-10</inkml:trace>
  <inkml:trace contextRef="#ctx0" brushRef="#br0" timeOffset="17328.06">10191 9453,'65'-194,"-46"149,-3-1,-1-1,2-21,-17 53,-12 49,0 15,2 2,2-1,3 1,1 0,3 0,3 13,17 42,-5-68</inkml:trace>
  <inkml:trace contextRef="#ctx0" brushRef="#br0" timeOffset="17763.342">11153 9400,'105'-413,"-91"336,-25 124,0 41,4 0,3 0,5 0,3 0,8 34,-5-65,-2-10</inkml:trace>
  <inkml:trace contextRef="#ctx0" brushRef="#br0" timeOffset="21422.126">6595 10817,'86'-152,"-57"107,-3-2,-1 0,-3-1,8-26,-28 66,7-15,-7 43,10 298,-10-294,2-8,-1 0,-1 0,-1 1,0-1,-1 1,0-1,-2 1,0-1,0 0,-2 0,0 0,-1 0,-1 0,0-1,-1 0,0 0,-4 3,8-14,-1-1,0 1,-1-1,1 0,0 0,-1 0,0 0,1-1,-1 0,0 0,0 0,-1-1,1 1,0-1,0-1,-1 1,1-1,0 0,-1 0,1 0,0-1,-11 3,22 3,28 3,319-1,-268-7</inkml:trace>
  <inkml:trace contextRef="#ctx0" brushRef="#br0" timeOffset="22122.472">8412 10536,'-5'7,"-1"0,1 1,0-1,1 1,-1 0,2 0,-1 0,1 1,0-1,1 1,0 0,0 0,1 0,0 0,1 0,0 0,0 0,1 0,0 0,1-1,-1 1,2 0,-1-1,1 1,1-1,0 0,0 0,3 5,7 0,1-1,0-1,0 0,1-1,0-1,1 0,0-1,1-1,-1 0,1-2,0 0,1-1,-1-1,1 0,0-2,0 0,0-1,-1-1,3-1,-2 1,-1 0,0-2,1 0,-1-1,-1-1,1-1,-1 0,0-1,3-2,-14 6,1-1,-1 1,-1-1,1-1,0 1,-1-1,0 1,0-2,-1 1,1 0,-1-1,0 0,0 0,-1 0,0 0,0-1,-1 1,1-1,-1 0,-1 0,1 0,-1 1,0-1,-1-1,0-1,-2-5,-1-1,0 1,-1-1,-1 1,0 1,-1-1,0 1,-1 0,0 0,-1 0,-1 1,0 1,-1 0,0 0,0 0,-1 2,-1-1,0 1,0 1,0 0,-1 1,-12-5,12 6,1 1,-1 1,1 0,-1 1,-1 0,1 1,0 1,0 0,-1 1,1 0,0 1,-1 0,1 1,0 1,0 0,0 1,1 0,-1 1,1 0,0 1,0 0,1 1,0 1,0-1,0 2,1 0,1 0,-1 0,2 1,-8 10,13-15,0 0,0 0,1 0,-1 1,1-1,0 1,1-1,-1 1,1-1,0 1,1 0,-1-1,1 1,0 0,1 0,0-1,-1 1,2 0,-1-1,1 1,-1-1,2 1,-1-1,0 0,2 2,34 34,6-6</inkml:trace>
  <inkml:trace contextRef="#ctx0" brushRef="#br0" timeOffset="22765.909">10338 10616,'-5'7,"2"0,-1 1,1-1,0 1,0-1,1 1,0 0,1 0,0 0,0 0,0 0,1 1,1-1,-1 0,1 0,0 0,1 0,0 0,1-1,-1 1,1 0,1-1,-1 0,1 0,0 0,1 0,1 1,5-1,0 0,0 0,0-1,1-1,0 0,0 0,1-2,-1 1,1-1,0-1,0-1,0 1,0-2,0 0,0 0,0-2,-1 1,1-2,0 1,-1-2,1 0,8-4,-15 5,1-1,-1 0,0 0,0-1,0 0,0 0,-1 0,0 0,0-1,0 0,-1 0,0-1,0 1,0-1,-1 0,0 0,-1 0,1 0,-1 0,-1 0,1-1,-1 1,0-1,-1 1,0-1,0 1,-1-1,0 1,0-1,-1 1,0-1,0 1,0 0,-1 0,0 0,-1 0,-2-6,0 1,-1 0,-1 0,0 1,0 0,-1 0,0 1,-1 0,0 0,-1 1,0 1,0 0,-1 0,0 1,0 1,-1 0,0 0,0 2,0-1,0 2,-1 0,0 0,1 1,-1 1,0 0,0 1,-13 2,11 0,0 0,0 1,0 1,0 1,1 0,0 1,-11 6,20-9,-1 0,1 0,1 1,-1 0,1 0,-1 1,1-1,0 1,1 0,-1 1,1-1,0 1,0-1,1 1,0 1,0-1,0 0,1 1,-1 2,2-3,1 0,0 0,1 0,0 0,-1 0,2 0,-1 0,1-1,0 1,0 0,0-1,1 1,0-1,0 0,0 0,1 0,0-1,0 1,0-1,0 0,1 0,-1 0,1 0,2 0,39 29</inkml:trace>
  <inkml:trace contextRef="#ctx0" brushRef="#br0" timeOffset="23250.45">11341 10576,'-2'11,"0"0,1 0,0 0,1 0,0 0,1 0,0 0,0 0,1 0,1-1,0 1,1-1,0 1,0-1,1 0,0 0,1-1,0 0,0 0,1 0,0-1,1 0,0 0,0-1,1 0,0 0,0-1,0 0,1-1,0 0,0 0,0-1,1-1,-1 0,1 0,0-1,0 0,0-1,0 0,0-1,0 0,9-1,-12-1,1 0,-1-1,0 0,0 0,-1-1,1 1,-1-2,0 1,0-1,0 0,0-1,-1 1,0-1,0-1,-1 1,1-1,-2 0,1 0,-1 0,0-1,0 0,-1 1,0-1,0 0,-1-1,0 0,1-4,0 0,-1 0,-1 0,0 0,0 0,-2-1,1 1,-2 0,0 0,0 0,-1 0,-1 1,0-1,-1 1,0 0,-5-8,3 10,0 1,-1-1,0 1,-1 1,0-1,0 2,-1-1,0 1,0 0,0 1,-1 1,0 0,0 0,-1 1,1 0,-1 1,0 0,0 1,0 0,0 1,0 1,0 0,-1 0,1 1,0 1,0 0,0 0,1 1,-1 1,1 0,-1 1,1 0,1 0,-1 1,1 1,0 0,0 0,1 1,0 0,0 1,-7 8,-36 85,35-55</inkml:trace>
  <inkml:trace contextRef="#ctx0" brushRef="#br0" timeOffset="24059.497">6781 12274,'94'-249,"-51"77,-46 230,-17 110,7-81,4 0,4 1,6 64,3-100</inkml:trace>
  <inkml:trace contextRef="#ctx0" brushRef="#br0" timeOffset="24685.52">8292 12140,'-6'15,"0"0,2 1,-1-1,2 1,0 0,1 0,0 0,2 0,0 0,0 3,1-12,0 0,0 0,0 0,1-1,0 1,1 0,-1-1,1 1,0-1,1 0,0 0,0-1,0 1,0-1,1 0,0 0,0 0,0 0,1-1,-1 0,1 0,0-1,1 1,1 0,3 0,0 1,0-2,0 1,0-2,1 1,-1-2,1 1,-1-1,1-1,-1 0,1-1,0 0,-1-1,1 0,-1-1,0 0,0-1,0 0,-1-1,1 0,-1 0,0-1,0-1,-1 0,0 0,0-1,-1 0,0 0,0-1,-1 0,0 0,0-1,-1 0,-1 0,1-2,-1-2,0 1,-2-1,0 0,0 0,-1 0,-1 0,-1 0,0-1,0 1,-2 0,0 0,0 0,-2-4,2 9,-1 1,0 0,0 0,0 0,-1 0,0 0,-1 1,0 0,0 0,0 0,-1 1,0 0,0 0,-1 0,0 1,0-1,0 2,0-1,-1 1,0 0,0 1,-3-1,-4 1,0 1,0 0,0 2,0-1,0 2,0 0,0 1,0 1,0 0,1 0,-1 2,1 0,0 1,0 0,1 1,0 0,0 1,0 1,1 0,1 0,0 2,0-1,1 1,-6 8,11-14,0 0,0 1,1 0,-1 0,1 0,1 0,-1 1,1 0,0-1,1 1,-1 0,1 0,1 1,-1-1,2 0,-1 0,0 1,1-1,1 1,-1-1,1 0,1 0,-1 1,1-1,0 0,1 0,-1-1,3 4,22 27</inkml:trace>
  <inkml:trace contextRef="#ctx0" brushRef="#br0" timeOffset="25404.758">10017 12140,'-5'2,"0"0,0 0,0 1,1 0,-1 0,1 0,-1 0,1 1,0-1,0 1,1 0,-1 1,1-1,0 0,0 1,0 0,1 0,-1 0,1 0,0 0,1 0,-1 0,1 1,0-1,1 0,-1 1,1-1,0 1,0-1,1 1,0-1,0 0,0 1,0-1,1 0,0 0,0 0,0 0,1 0,-1 0,1-1,1 1,1 1,7 5,1 0,0-1,1-1,0 0,0-1,1-1,0 0,1-1,-1 0,1-1,0-1,1-1,-1 0,0-1,1-1,14-1,-12 1,0 0,1-2,-1 0,0-2,1 0,-1-1,-1-1,1 0,-1-2,0 0,0-1,-1 0,0-2,0 0,-1-1,-1-1,1 0,-2-1,0-1,-10 9,1-1,-1 1,-1-1,1 0,-1-1,-1 1,1 0,-1-1,0 0,0 1,-1-1,0 0,0 0,0 0,-1 0,0 0,-1 0,1 0,-1 0,-1 1,1-1,-1 0,0 1,-1-1,0 1,0-1,0 1,-1 0,1 1,-2-1,1 1,0-1,-6-3,-4-3,-1 1,-1 1,0 0,0 1,-1 0,0 2,0 0,-1 1,0 0,0 2,-1 0,1 1,-1 1,1 1,-1 0,0 2,0 0,1 1,-1 1,1 0,-6 3,10-2,1 0,-1 1,1 0,0 1,0 1,1 0,0 1,0 0,1 1,0 0,-5 6,11-11,1 0,0 0,1 1,-1 0,1 0,0 0,0 0,0 0,1 0,0 1,0 0,0-1,1 1,-1 0,2-1,-1 1,0 0,1 0,0 0,1 0,-1 0,1 0,0-1,1 1,-1 0,1-1,0 1,3 4,28 37,7-8</inkml:trace>
  <inkml:trace contextRef="#ctx0" brushRef="#br0" timeOffset="26086.292">11301 12127,'95'-148,"-79"117,0 0,-3-1,0-1,5-22,-14 50,-3 21,-1-14,21 490,-20-480,0-4,0 0,0 1,-1-1,0 1,-1-1,1 0,-2 1,1-1,-1 0,0 0,-1 0,0 0,0 0,-1-1,-2 5,4-10,0 0,-1 0,1-1,0 1,-1-1,1 0,0 1,-1-1,0 0,1 0,-1-1,1 1,-1 0,0-1,0 0,1 1,-1-1,0 0,0-1,1 1,-1 0,0-1,0 0,1 1,-1-1,1 0,-1 0,-1-2,4 4,1-1,-1 0,0 0,1 1,-1-1,1 0,-1 0,0 0,1 0,-1 0,1 0,-1 0,1 0,-1 0,1 0,-1 0,1 0,-1 0,0 0,1 0,-1 0,1-1,-1 1,1 0,-1 0,0 0,1-1,-1 1,0 0,1-1,-1 1,0 0,1-1,-1 1,0 0,0-1,1 1,-1 0,0-1,0 1,0-1,1 1,-1-1,0 1,0 0,0-1,0 1,0-1,0 1,0-1,0 1,0-1,0 1,0 0,0-1,-1 1,1-1,0 1,0-1,0 1,-1 0,1-1,0 1,0-1,-1 1,1 0,0-1,244 5,-177-3,-8-1</inkml:trace>
  <inkml:trace contextRef="#ctx0" brushRef="#br0" timeOffset="26336.035">12183 12515,'0'0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2.4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75,'5'9,"5"8,9 7,7 7,6 5,8 3,2 2,0 0,-1 1,-5-3,-5-3,-6-4,-9-4,-6-7</inkml:trace>
  <inkml:trace contextRef="#ctx0" brushRef="#br0" timeOffset="280.945">400 128,'-16'5,"-9"8,-6 9,-1 9,-3 9,-2 5,-1 3,1-2,4-4,8-7,11-9,12-12,6-8</inkml:trace>
  <inkml:trace contextRef="#ctx0" brushRef="#br0" timeOffset="542.276">601 156,'14'2,"9"1,7 0,5-1,4 0,0-1,0-1,-2 0,-6 0,-7 0</inkml:trace>
  <inkml:trace contextRef="#ctx0" brushRef="#br0" timeOffset="791.564">681 343,'21'6,"15"3,11 0,9-5,2-2,-3-4,-10-1</inkml:trace>
  <inkml:trace contextRef="#ctx0" brushRef="#br0" timeOffset="1226.982">1497 102,'-12'9,"0"-1,1 2,1-1,0 2,0-1,1 1,0 1,-6 11,12-18,1-1,-1 1,2-1,-1 1,0 0,1 0,0-1,0 1,0 0,1 0,-1 0,1 0,1 0,-1 0,1 0,-1 0,2 0,-1 0,0 0,1-1,0 1,0-1,0 1,1-1,-1 0,1 1,1 0,2 3,1-1,0 1,0-1,1 0,0-1,0 1,1-2,0 1,0-1,0-1,0 1,1-2,-1 1,1-1,0-1,0 0,0 0,1-1,-1 0,0-1,0 0,1 0,-1-1,0-1,0 0,0 0,0-1,0 0,0-1,-1 0,1-1,1-2,0-1,-1 0,0 0,0-1,-1-1,0 0,0 0,-1-1,-1 0,0 0,0 0,-1-1,0 0,2-11,-5 16,-1-1,0 1,0 0,-1 0,0-1,0 1,-1 0,1-1,-2 1,1-1,-1 1,0-1,-1 1,0 0,0 0,-1 0,1 0,-1 0,-1 1,1-1,-1 1,-1 0,1 0,-1 0,0 0,0 1,-1 0,-4-2,0 1,-1 0,1 0,-1 1,-1 0,1 1,-1 1,0 0,0 0,0 1,0 1,0 0,0 0,0 1,0 1,-1 0,1 1,0 0,0 1,1 0,-1 1,1 0,-1 1,1 0,1 1,-1 0,1 0,0 1,0 1,1 0,0 0,1 1,-1 0,-5 10,-9 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7.9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0,'5'7,"5"7,9 7,9 6,10 4,7 4,5 3,1 1,1 0,-2-1,-4-5,-6-2,-6-6,-5-3,-6-7,-7-5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3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319 0,'-14'2,"-9"8,-5 9,-4 10,-2 8,0 5,0 4,1 0,3-1,5-6,7-7,8-9,6-8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5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20,'18'0,"14"-3,4 0,4 1,0-1,-1 2,-2 0,-2 0,-4 1,-4 0,-2 0,-3 0,-3-2,-5-1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8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 0,'-4'14,"-2"11,0 6,4 4,2 4,0 1,2 1,-1 1,0-3,-1-3,1-6,4-5,1-7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9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47,'22'-9,"0"1,0 1,1 1,0 0,0 2,1 1,-1 1,14 1,-34 1,0 0,0-1,0 2,0-1,0 0,-1 1,1-1,0 1,0 0,0 0,-1 0,1 0,-1 0,1 1,-1-1,1 1,-1 0,0 0,1 0,-1 0,0 0,-1 0,1 0,0 1,-1-1,1 0,-1 1,1 0,-1-1,0 1,0 0,-1 0,1-1,-1 1,1 0,-1 0,0 0,0 0,0 0,0 0,0-1,-1 1,1 0,-2 1,-4 11,-1 0,-1-1,0 0,-1-1,0 0,-1 0,-1-1,0 0,-1-1,-15 19,18-20,-36 58,45-66,0-1,0 1,0-1,0 1,0-1,0 1,0-1,0 1,0-1,1 0,-1 1,1-1,-1 1,1-1,-1 0,1 1,0-1,0 0,0 0,0 1,0-1,0 0,0 0,0 0,0 0,0 0,0-1,1 1,-1 0,0 0,1-1,-1 1,0-1,1 1,0-1,58 12,-57-12,305 5,-264-6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9.8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0,'5'0,"7"0,12 0,13 0,9 0,9 0,0 0,-3 0,-9 0,-11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0.1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0,'20'3,"17"0,12-1,10 1,6-2,3-2,0-4,-13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4.5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0,'16'0,"14"0,11 0,6 0,1 0,-3 0,-8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4.7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0,'13'0,"17"0,13 0,14 0,9 0,4 0,-10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3.5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67,'-6'10,"1"-1,0 1,0 1,1-1,0 0,1 1,0 0,1 0,0 0,1 0,0 0,1 8,0-14,0 1,1-1,-1 1,1-1,1 1,-1-1,1 1,0-1,0 0,0 0,1 0,-1 0,1 0,1-1,-1 1,1-1,0 0,-1 0,2 0,-1-1,0 1,1-1,0 0,0 0,4 2,-7-4,0-1,0 1,0 0,0-1,1 1,-1-1,0 1,0-1,1 0,-1 0,0 0,0 0,1-1,-1 1,0 0,0-1,0 0,0 1,0-1,0 0,0 0,0 0,0-1,0 1,0 0,0-1,-1 1,1-1,-1 1,1-1,-1 0,1 0,-1 0,0 0,0 0,0 0,24-80,-24 73,-1-1,1 1,-2 0,0 0,0 0,0-1,-1 1,-1 1,1-1,-1 0,-1 0,0 1,0 0,-1 0,1 0,-2 1,1-1,-1 1,0 0,-1 1,0-1,0 1,0 1,0-1,-1 1,0 1,-1-1,7 4,1 1,-1-1,1 0,-1 1,1 0,-1-1,1 1,-1 0,0 0,1 0,-1 0,1 0,-1 0,0 0,1 0,-1 1,1-1,-1 1,1-1,-1 1,1-1,-1 1,1 0,0 0,-1 0,1 0,0 0,0 0,0 0,-1 0,1 0,0 1,1-1,-1 0,0 1,0-1,0 1,1-1,-1 1,1-1,-1 1,1-1,0 1,0-1,-1 1,1 0,0-1,1 1,-1-1,0 1,0 0,1 0,0 18</inkml:trace>
  <inkml:trace contextRef="#ctx0" brushRef="#br0" timeOffset="245.202">364 188,'18'0,"15"0,14 0,5 0,3 0,-4-3,-5 0,-11 1</inkml:trace>
  <inkml:trace contextRef="#ctx0" brushRef="#br0" timeOffset="493.502">551 1,'-3'20,"3"14,2 10,4 5,3 3,2-1,-1-5,1-4,-3-6,-1-9</inkml:trace>
  <inkml:trace contextRef="#ctx0" brushRef="#br0" timeOffset="746.354">885 41,'22'-6,"0"1,0 1,0 1,0 1,1 1,-1 1,0 1,1 0,4 3,-24-4,1 1,-1-1,0 1,0 0,1 0,-1 0,0 0,0 0,0 1,0-1,0 1,-1 0,1 0,0 0,-1 0,1 1,-1-1,0 0,0 1,0 0,0 0,0-1,-1 1,1 0,-1 0,0 1,0-1,0 0,0 0,0 0,-1 1,1-1,-1 0,0 1,0-1,-5 10,1-1,-2 0,0 0,0 0,-1-1,0 0,-1-1,-1 1,1-1,-2-1,-2 3,-30 35,41-46,0 0,0 0,0 0,0 0,0 0,0 0,0 0,0 0,0 1,0-1,1 0,-1 0,0 1,1-1,-1 1,1-1,0 0,-1 1,1-1,0 1,0-1,0 1,0-1,0 1,0-1,0 1,1-1,-1 0,1 1,-1-1,1 1,-1-1,1 0,0 0,-1 1,1-1,0 0,0 0,0 0,0 0,0 0,0 0,0 0,0 0,1 0,-1 0,0-1,1 1,-1 0,0-1,1 1,-1-1,1 0,-1 1,1-1,21 5,1-1,-1-1,1-1,0-1,19-1,-17-1,27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6.7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11,'50'-10,"-41"10,11-1,0 1,0 1,0 1,-1 1,1 0,0 2,-1 0,0 1,0 1,2 2,-18-8,1 1,-1 0,0 0,0 0,0 0,0 1,0-1,-1 1,1-1,-1 1,0 0,1 0,-1 0,0 0,-1 1,1-1,-1 1,1-1,-1 1,0-1,0 1,-1-1,1 1,-1 0,0 0,0-1,0 1,0 0,0-1,-1 1,0 0,0-1,0 1,0-1,-1 1,1-1,-1 1,-8 13,-1-1,0 0,-1 0,-1-1,-1-1,0 0,-1-1,0-1,-15 10,-37 34,66-56,0 0,1 0,-1 0,0 1,0-1,0 0,1 1,-1-1,0 0,1 1,-1-1,0 1,1-1,-1 1,0-1,1 1,-1 0,1-1,-1 1,1 0,0-1,-1 1,1 0,0 0,-1 0,1-1,0 1,0 0,0 0,0 0,-1-1,1 1,0 0,1 0,-1 0,0-1,0 1,0 0,0 0,1 0,-1-1,0 1,1 0,-1 0,0-1,1 1,-1 0,1-1,-1 1,1 0,-1-1,1 1,0-1,-1 1,1-1,0 1,-1-1,1 0,0 1,0-1,0 0,0 1,140 7,58-10,-148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2.6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0,'0'3,"2"-1,8 1,11 0,11-2,12 0,7 0,2 1,-2 1,-6 2,-12 3,-11-1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2.8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10,'19'0,"18"0,20 0,18-2,13-1,4 0,-13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4.3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1 196,'0'7,"1"0,0 0,0 1,1-1,0 0,1 0,-1-1,1 1,0 0,1-1,0 0,0 0,0 0,1 0,0 0,0-1,0 0,0 0,6 3,-3 0,1-1,0 0,1 0,-1-1,1 0,0-1,1 0,-1-1,1 0,0 0,0-1,8 1,-13-3,1 0,-1-1,0 0,0 0,1 0,-1-1,0 0,0 0,1 0,-1-1,0 0,0 0,-1-1,1 1,0-1,-1 0,0-1,0 0,0 1,0-2,0 1,-1 0,4-5,-2 0,1-1,-1 1,-1-1,0 0,0 0,-1-1,0 0,-1 1,0-1,-1 0,0-1,-1 1,0 0,-1 0,0-1,-1 1,0 0,-1 0,0 0,0 0,-2 0,1 0,-1 1,-1-1,-3-5,3 10,0 1,-1 0,0 0,0 0,-1 1,1 0,-1 0,0 0,0 1,0 0,0 0,-1 1,1 0,-1 0,1 1,-1 0,0 1,0-1,1 1,-1 1,0-1,1 1,-1 1,0-1,1 2,0-1,-1 1,1 0,0 0,0 0,1 1,-1 1,1-1,0 1,0 0,0 0,1 1,-1-1,1 1,1 0,-1 1,1-1,-1 3,3-4,0 0,0 0,0-1,1 1,0 0,0 1,0-1,0 0,1 0,0 0,0 0,1 1,-1-1,1 1,8 28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4.6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3.2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138 154,'-6'6,"0"0,0 1,0-1,1 1,0 0,1 1,0-1,0 1,0 0,1 0,0 0,1 0,-1 0,2 1,-1-1,1 1,1 0,-1-1,1 1,1-1,0 1,0-1,1 1,0-1,0 1,1-1,0 0,0 0,1 0,0-1,0 1,1-1,3 4,0-1,0-1,1 0,0 0,1-1,0 0,0-1,0 0,1-1,0 0,1 0,9 3,-15-7,0 0,0-1,0 1,0-1,1-1,-1 1,0-1,0 0,1 0,-1-1,0 0,0 0,0 0,0-1,0 0,0 0,0 0,0-1,-1 0,1 0,-1 0,0-1,0 0,2-2,0 0,-1 0,1 0,-1-1,-1 0,1 0,-1-1,0 1,-1-1,0 0,0 0,-1-1,0 1,0-1,-1 1,0-1,0 0,-1 0,-1 0,1 0,-1 0,-1 0,0 0,0 0,-1 0,0 0,0 1,-1-1,0 1,0-1,-1 1,-1 0,1 0,-1 1,0 0,-1-1,0 2,0-1,0 1,-1 0,-1-1,-4 1,0 1,0 0,-1 0,1 2,-1 0,0 0,0 1,0 0,0 1,-1 1,1 0,0 1,0 0,0 1,0 1,0 0,0 0,1 2,-1-1,1 2,0-1,1 2,-1-1,1 2,1-1,-1 2,1-1,0 2,7-7,0-1,0 1,1 0,-1 1,1-1,-1 0,1 1,0-1,1 1,-1 0,0 0,1-1,0 1,0 0,0 0,1 0,-1 0,1 0,0 1,0-1,0 0,1 0,-1 0,1 0,0 0,0 0,0 0,1-1,0 3,28 25,6-7</inkml:trace>
  <inkml:trace contextRef="#ctx0" brushRef="#br0" timeOffset="400.57">686 195,'-6'-1,"1"2,0-1,0 1,0-1,0 1,0 1,0-1,1 1,-1 0,0 0,1 0,-1 0,1 1,0 0,-1 0,1 0,1 1,-1-1,0 1,1 0,0 0,0 0,0 0,0 0,1 1,0 0,0-1,0 1,0 0,1 0,0 0,0 0,0 0,0 0,1 0,0 0,0 0,1 0,-1 0,1 0,0 0,0 0,2 4,1 0,1 0,0 0,1 0,0-1,1 0,-1 0,1 0,1-1,0 0,0 0,0-1,0 0,1-1,0 0,1 0,-1-1,1 0,-1 0,1-1,0-1,1 1,-1-2,0 1,1-2,-1 1,4-2,-5 2,0-1,0 0,0 0,0-1,0-1,0 1,0-2,-1 1,1-1,-1 0,1-1,-1 0,0 0,-1-1,1 0,-1 0,0-1,0 0,0 0,-1 0,0-1,-1 0,1 0,-1-1,0 1,-1-1,0 0,0-1,-1 1,1-4,-3 4,0-1,-1 0,0 0,0 0,-1 0,0 1,-1-1,1 0,-2 1,1-1,-1 1,-1 0,1 0,-1 0,-1 0,0 0,0 1,0 0,-1 0,0 1,0-1,0 1,-1 1,0-1,0 1,-1 0,0 1,1 0,-1 0,-1 1,1 0,0 0,-1 1,0 0,1 0,-9 0,12 2,0 0,0 0,1 1,-1-1,0 1,0 0,1 1,-1-1,1 1,-1 0,1 0,0 0,0 0,0 1,0 0,0 0,0 0,1 0,-1 1,1-1,0 1,0 0,0 0,1 0,0 0,-1 0,1 1,1-1,-1 0,1 1,-1 0,1-1,1 1,-1 0,1 0,0 0,0-1,0 1,0 2,14 32,6-3</inkml:trace>
  <inkml:trace contextRef="#ctx0" brushRef="#br0" timeOffset="713.41">1288 302,'1'-32,"2"0,1 1,1 0,2 0,1 0,1 1,2 0,3-6,-13 35,-2 1,1-1,0 1,0-1,0 1,0-1,-1 1,1-1,0 1,0-1,0 1,0-1,0 1,0-1,0 1,1-1,-1 1,0-1,0 1,0-1,0 1,1-1,-1 1,0 0,0-1,1 1,-1-1,0 1,1 0,-1-1,0 1,1 0,-1-1,1 1,-1 0,1 0,-1-1,1 1,-1 0,0 0,1 0,-1 0,1-1,-1 1,1 0,-1 0,1 0,0 0,-1 0,1 0,-1 0,1 1,-1-1,1 0,-1 0,0 0,1 0,-1 1,1-1,-1 0,1 1,0 142,-2-87,9 140,12-133,-7-43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4:20.59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1501 602,'2'4,"6"10,6 7,7 8,6 9,7 3,3 3,3 0,-1-1,-3-2,-5-5,-8-3,-7-5,-7-8</inkml:trace>
  <inkml:trace contextRef="#ctx0" brushRef="#br0" timeOffset="247.712">1822 576,'-14'-7,"-6"4,-7 15,-6 16,-4 18,-4 15,-3 11,0 3,2 0,7-5,9-10,8-16</inkml:trace>
  <inkml:trace contextRef="#ctx0" brushRef="#br0" timeOffset="666.506">2010 910,'0'0,"1"0,-1 0,1 0,0 0,-1 0,1 0,0 0,-1 0,1 0,0 0,-1 0,1 0,-1 0,1-1,0 1,-1 0,1-1,-1 1,1 0,-1-1,1 1,-1-1,1 1,-1 0,1-1,-1 1,0-1,1 0,-1 1,0-1,1 1,-1-1,0 1,0-1,0 0,1 1,-1-1,0 0,0 1,0-1,0 1,0-1,0 0,0 1,0-1,-1 0,1 1,0-1,0 1,0-1,-1 0,1 1,0-1,-1 1,1-1,0 1,-1-1,1 1,-1-1,1 1,-1-1,1 1,-1 0,1-1,7-1,0-1,0 2,1-1,-1 1,1 0,-1 0,1 1,0 0,-1 1,1 0,-1 0,1 0,-1 1,0 0,1 0,-1 1,4 2,-9-2,0 1,0 0,-1-1,1 1,-1 0,0 0,0 0,0 0,-1-1,1 1,-1 0,0 1,0-1,0 0,-1 0,1-1,-1 1,0 0,0 0,0 0,-1 0,1-1,-1 1,0 0,0-1,0 0,-1 1,1-1,-1 0,0 0,-2 1,-143 176,147-179,1 0,-1 0,0 0,0 0,1 0,-1 0,0 0,1 0,-1 1,1-1,0 0,-1 0,1 1,0-1,0 0,-1 1,1-1,0 0,1 0,-1 1,0-1,0 0,0 0,1 1,-1-1,1 0,-1 0,1 1,-1-1,1 0,0 0,-1 0,1 0,0 0,0 0,0 0,0 0,0-1,0 1,0 0,0 0,0-1,0 1,0-1,1 1,-1-1,0 1,0-1,1 0,-1 1,0-1,0 0,1 0,-1 0,1 0,27 2,1-1,0-1,-1-1,1-2,-1 0,29-9,-20 5,42-7</inkml:trace>
  <inkml:trace contextRef="#ctx0" brushRef="#br0" timeOffset="1161.862">2637 509,'2'2,"6"8,6 11,4 11,7 9,6 10,4 4,6 2,4-1,4-2,1-5,0-4,-3-8,-8-7,-10-9</inkml:trace>
  <inkml:trace contextRef="#ctx0" brushRef="#br0" timeOffset="1410.166">3012 576,'-14'16,"-11"16,-8 17,-8 13,-3 11,-2 5,1 2,6-5,9-7,9-16</inkml:trace>
  <inkml:trace contextRef="#ctx0" brushRef="#br0" timeOffset="1688.866">3373 936,'-7'23,"-2"19,0 11,2 8,7 3,7-3,8-5,1-11</inkml:trace>
  <inkml:trace contextRef="#ctx0" brushRef="#br0" timeOffset="2061.537">3948 509,'6'18,"10"15,9 12,9 6,10 4,9 2,4-3,2-2,-2-4,-6-6,-10-7,-10-8,-9-8</inkml:trace>
  <inkml:trace contextRef="#ctx0" brushRef="#br0" timeOffset="2324.787">4349 576,'-18'4,"-13"7,-8 10,-5 12,0 13,1 10,2 6,4 5,2 1,6-1,8-7,7-10,6-13</inkml:trace>
  <inkml:trace contextRef="#ctx0" brushRef="#br0" timeOffset="2652.774">4562 1003,'7'9,"-1"0,1 0,1 0,0-1,0 0,1-1,0 0,0 0,0-1,1 0,0-1,0 0,1 0,-1-1,1-1,0 0,0 0,0-1,0 0,1-1,-1-1,0 1,1-2,-1 0,0 0,0-1,0 0,0-1,9-3,-15 3,0 0,0 0,-1 0,1-1,-1 0,0 0,0 0,0 0,-1 0,0-1,1 0,-1 1,-1-1,1-1,-1 1,0 0,0 0,-1-1,1 1,-1-1,0 0,-1 1,1-1,-1 0,0 1,-1-1,1 0,-1 1,0-1,-1 1,1-1,-1 1,0 0,0-1,-1 1,0 0,0 1,0-1,0 0,-1 1,1 0,-1-1,0 2,-2-3,0 2,0-1,-1 1,1 0,-1 0,0 1,0 0,0 0,0 0,0 1,-1 0,1 1,-1 0,1 0,-1 0,1 1,-1 0,0 0,1 1,-1 0,1 1,-3 0,-11 4,1 1,1 0,-1 1,1 2,1-1,0 2,-2 2,-22 16</inkml:trace>
  <inkml:trace contextRef="#ctx0" brushRef="#br0" timeOffset="4566.671">1154 1471,'133'20,"2"-6,0-5,0-7,6-5,-2 2,743-26,-310 18,618 4,-215-22,16 28,-436 12,70 4,254-5,-571-14,599 19,67 40,-587-50,-146-6,140 23,-181 3,-200-27,0 0,0 0,0 0,0-1,0 1,0 0,0 0,0 0,-13-3</inkml:trace>
  <inkml:trace contextRef="#ctx0" brushRef="#br0" timeOffset="6428.878">5512 108,'7'210,"14"42,-19-224,35 480,-40-264,-28 198,-37 350,60 115,-17-438,25 634,27-530,-22-498,55 605,41 278,-58-164,-32-461,2-62,9 394,-47-75,25-587,-1 9,0 0,1 0,0 0,1 0,0 0,1 0,0 0,1 0,3 6,-2-10</inkml:trace>
  <inkml:trace contextRef="#ctx0" brushRef="#br0" timeOffset="7751.709">6354 468,'16'123,"-14"-117,-1 0,1-1,0 1,1-1,0 1,-1-1,2 0,-1 0,1 0,-1-1,1 1,0-1,1 0,-1 0,1 0,0 0,0-1,0 0,0 0,1-1,3 2,-6-3,0 0,0-1,0 1,0-1,0 0,0 0,0 0,0 0,0 0,0-1,-1 0,1 1,0-1,0 0,0 0,-1-1,1 1,0 0,-1-1,1 0,-1 1,0-1,0 0,0 0,0 0,0-1,0 1,0 0,0-1,0-2,3-3,0-1,-1 0,0 0,-1 0,0 0,0-1,-1 1,1-8,0-75,-6 174,17 337,-14-387,-9 85,9-115,-1 1,0-1,0 0,-1 1,1-1,0 0,-1 0,1 0,-1 0,0 0,1-1,-1 1,0 0,0-1,0 1,0-1,-1 0,1 0,0 0,0 0,-1 0,1 0,-1 0,1-1,-1 1,1-1,-1 0,1 0,-1 0,1 0,-1 0,1 0,-1-1,1 0,-1 1,1-1,0 0,-1 0,1 0,0 0,0 0,-1-1,1 1,0-1,0 1,1-1,-1 0,0 0,-12-8,1-1,1-1,0 0,0 0,1-1,1-1,0 0,1 0,0-1,1 0,1 0,-3-12,9 26,0 0,0-1,0 1,1 0,-1 0,1-1,-1 1,1 0,-1-1,1 1,0 0,0-1,0 1,-1 0,1-1,1 1,-1-1,0 1,0 0,0-1,1 1,-1-1,1 1,-1 0,1 0,-1-1,1 1,0 0,0 0,-1 0,1 0,0 0,0 0,0 0,0 0,1 0,-1 0,0 0,0 1,0-1,1 0,-1 1,0-1,1 1,-1-1,0 1,1 0,-1 0,0 0,2 0,239-4,-186 0,-7-1</inkml:trace>
  <inkml:trace contextRef="#ctx0" brushRef="#br0" timeOffset="8293.673">6982 816,'16'0,"-5"-1,0 1,1 0,-1 1,1 0,-1 1,0 0,0 0,0 1,0 1,1 1,-11-5,1 1,-1 0,1 0,-1 0,1 0,-1 1,0-1,0 0,1 1,-1-1,0 0,0 1,0-1,-1 1,1 0,0-1,-1 1,1 0,-1-1,1 1,-1 0,0-1,0 1,1 0,-1 0,0 0,-1-1,1 1,0 0,-1 0,1-1,-1 1,1 0,-1-1,0 1,1-1,-1 1,0-1,0 1,0-1,0 1,-1-1,0 1,-56 55,56-55,1-2,1 0,-1 0,1 0,0 0,-1 0,1 0,-1 0,1 0,0 0,-1 0,1 0,-1 1,1-1,0 0,-1 0,1 0,-1 0,1 1,0-1,-1 0,1 0,0 1,0-1,-1 0,1 1,0-1,0 0,-1 1,1-1,0 1,0-1,0 0,-1 1,1-1,0 1,0-1,0 0,0 1,0-1,0 1,0-1,0 0,0 1,0-1,0 1,0-1,0 0,1 1,-1-1,0 1,0-1,0 0,0 1,1-1,-1 0,0 1,1-1,-1 0,0 1,0-1,1 0,-1 1,0-1,1 0,-1 0,1 0,-1 1,56 2,-50-4,-1 1,1-1,0 1,-1 0,1 1,0-1,-1 1,1 0,-1 0,1 1,-1 0,0 0,1 0,-1 0,0 1,0 0,-1 0,1 0,-1 1,1 0,-1-1,0 1,0 1,2 3,-4-5,-1 1,1-1,-1 1,0-1,0 1,0 0,-1-1,1 1,-1 0,0 0,0-1,0 1,-1 0,1 0,-1-1,0 1,0 0,0-1,0 1,-1-1,0 1,1-1,-1 0,0 0,-1 0,1 0,0 0,-1 0,-1 1,-7 7,0-1,-1 0,0-1,0 0,-1-1,-12 6,11-7,0 0,-1 0,0-2,0 0,0 0,-1-2,0 0,-8 1,2-4</inkml:trace>
  <inkml:trace contextRef="#ctx0" brushRef="#br0" timeOffset="9178.123">7757 428,'2'8,"-1"0,1 0,0 0,1 0,0-1,0 1,0-1,1 0,4 6,-2-2,2 3,0-1,0-1,1 1,0-2,1 1,1-1,0-1,12 10,-18-16,1-1,-1 1,1-1,0 0,0 0,0-1,0 1,0-2,1 1,-1-1,1 0,-1 0,1 0,-1-1,1 0,0 0,-1-1,1 0,-1 0,0-1,6-1,-4-1,0 0,-1 0,0 0,0-1,0 0,0 0,-1-1,0 0,0 0,-1-1,0 1,0-1,0 0,-1-1,0 1,0-1,-1 1,0-1,0 0,-1-1,0 1,0 0,-1-1,0 1,-1 0,1-1,-2 1,0-5,2 13,-1 0,0-1,0 1,1 0,-1-1,0 1,0 0,0-1,0 1,1 0,-1-1,0 1,0-1,0 1,0 0,0-1,0 1,0-1,0 1,0-1,0 1,0 0,0-1,0 1,-1-1,1 1,0 0,0-1,0 1,0 0,-1-1,1 1,0 0,0-1,-1 1,1 0,0-1,-1 1,1 0,0 0,-1-1,1 1,0 0,-1 0,1 0,-1 0,1-1,0 1,-1 0,1 0,-1 0,1 0,0 0,-1 0,1 0,-1 0,1 0,0 0,-1 0,1 1,-1-1,1 0,0 0,-1 0,1 0,-1 1,1-1,0 0,-17 28,8 2,2 1,2 0,0 0,3 0,0 0,2 0,2 19,37 324,-38-373,0 1,-1-1,1 1,-1 0,0-1,1 1,-1 0,0-1,0 1,0-1,0 1,0 0,-1-1,1 1,0 0,-1-1,1 1,-1-1,0 1,1-1,-1 1,0-1,0 0,0 1,0-1,0 0,0 1,0-1,-1 0,1 0,0 0,-1 0,1 0,0-1,-1 1,1 0,-1-1,1 1,-1-1,0 1,1-1,-1 0,1 0,-1 1,0-1,1 0,-1-1,-1 1,-4-5,1-1,1 0,-1-1,1 1,0-1,0 0,1 0,0-1,0 1,0-1,1 0,1 0,-1 0,1 0,0-6,-13-93,15 105,2-1,-1 1,0 0,0 0,1 0,-1 0,1 0,0 0,-1 1,1-1,0 0,0 1,0-1,0 1,0 0,1 0,-1 0,0 0,0 0,1 0,-1 1,1-1,-1 1,1 0,-1-1,0 1,1 0,-1 0,1 1,0-1,5-1,77-6,1 4,54 6,-140-3,53 7,-52-7,0 0,0 1,0-1,0 0,0 1,0-1,0 1,0-1,0 1,0-1,0 1,0 0,0-1,-1 1,1 0,0 0,0-1,-1 1,1 0,0 0,-1 0,1 0,-1 0,0 0,1 0,-1 0,0 0,1 0,-1 0,0 1,0-1,0 0,0 0,0 0,0 0,0 0,-1 0,1 0,0 0,0 0,-1 0,1 0,-1 0,0 1,-64 77,40-54,-66 86,90-110,0 0,0 0,0 0,1 1,-1-1,0 0,0 0,0 0,1 1,-1-1,1 0,-1 1,1-1,0 0,-1 1,1-1,0 0,0 1,0-1,0 1,0-1,0 1,0-1,0 0,1 1,-1-1,1 0,-1 1,1-1,-1 0,1 1,0-1,0 0,-1 0,1 0,0 0,0 0,0 0,0 0,0 0,0 0,1 0,-1-1,0 1,0 0,1-1,-1 1,0-1,1 1,-1-1,1 0,24 4,1-1,1-2,-1 0,0-2,0-1,0-2,14-3,-15 3,36-5</inkml:trace>
  <inkml:trace contextRef="#ctx0" brushRef="#br0" timeOffset="10083.688">9188 375,'4'16,"0"-1,1 0,1 0,0 0,1-1,1 0,0 0,0-1,2 0,0-1,0 0,1 0,0-1,1-1,0 0,1 0,0-1,1-1,0 0,0-1,0-1,1 0,0 0,6 0,-16-6,1 1,-1-1,0 0,0 0,1-1,-1 1,0-1,0 0,0-1,0 1,0-1,0 0,0 0,0-1,-1 1,1-1,-1 0,0 0,0-1,0 1,0-1,-1 0,1 0,-1 0,0 0,0-1,0 0,3-5,-1 0,1-1,-2 0,1 0,-2-1,1 1,-2-1,1 0,-2 1,1-9,-1 267,14 68,-8-177,-6-136,-1-1,0 1,1-1,-1 1,0-1,1 1,-1-1,0 1,0-1,-1 1,1-1,0 1,0-1,-1 1,1-1,-1 1,1-1,-1 1,1-1,-1 1,0-1,0 0,0 0,0 1,0-1,0 0,0 0,0 0,0 0,-1 0,1 0,0 0,-1-1,1 1,0 0,-1-1,1 1,-1-1,1 0,-1 1,1-1,-1 0,1 0,-1 0,0 0,1 0,-11-6,1 0,0-1,1 0,-1-1,1 0,1-1,0 0,0 0,0-1,2 0,-2-2,7 9,-5-4,0-1,1 0,1 0,-1-1,1 1,1-1,-1 0,2 0,-1-1,-1-9,5 17,0 0,0-1,0 1,0-1,1 1,-1 0,1 0,-1-1,1 1,0 0,0 0,0 0,0 0,1 0,-1 0,1 0,-1 0,1 0,-1 1,1-1,0 0,0 1,0 0,0-1,0 1,0 0,0 0,0 0,1 0,68-21,-69 21,69-11,0 4,1 2,-1 3,8 4,-70-1,-7-1,0 1,0-1,1 1,-1-1,0 1,1 0,-1 0,0 0,1 0,-1 0,0 1,1-1,-1 1,0-1,0 1,0 0,1 0,-1 0,0 0,0 1,0-1,-1 0,1 1,0-1,0 1,-1 0,1-1,-1 1,1 0,-1 0,0 0,0 0,0 0,0 0,0 1,-25 127,24-128,-4 10,1-1,0 1,1 0,1 0,0 0,0 1,1-1,1 0,0 0,1 0,0 0,4 11,4-4</inkml:trace>
  <inkml:trace contextRef="#ctx0" brushRef="#br0" timeOffset="11129.001">10352 442,'69'59,"-40"-30,-16-16,2-1,-1-1,2-1,-1 0,1 0,1-2,0 0,2-1,-12-4,1 0,0-1,0 0,0 0,0-1,0 0,0-1,0 0,0 0,0 0,1-1,-1-1,0 1,-1-1,1-1,0 1,0-1,-1 0,5-4,3-3,-1-1,0-1,-1 0,-1-1,0 0,0-1,-2 0,1-1,-2 0,0 0,-1-1,0-1,-2 1,4-11,-11 27,1 0,-1 0,1 0,-1 1,0-1,1 0,-1 0,1 0,-1 0,1 0,-1 0,1 0,-1-1,1 1,-1 0,1 0,-1 0,1 0,-1-1,1 1,-1 0,1 0,-1-1,1 1,-1 0,1-1,0 1,-1-1,1 1,0 0,-1-1,1 1,0-1,-1 1,1-1,0 1,0-1,0 1,-1-1,1 1,0-1,0 1,0-1,0 0,0 1,0-1,0 1,0-1,0 1,1-1,-1 1,0-1,0 1,0-1,0 1,1-1,-1 1,0-1,1 1,-1-1,0 1,1 0,-1-1,0 1,1-1,-1 1,1 0,-9 8,1 1,0 0,1 1,0-1,0 1,1 0,0 1,1-1,0 1,1 0,0 0,-1 8,1 3,0 1,2-1,0 0,2 1,0-1,2 0,0 1,2-1,0-1,1 1,1-1,2 0,0 0,1-1,11 16,-3-3,-9-19,0 1,0 1,-1-1,-1 1,-1 1,0-1,-1 1,-1 0,0 0,-2 1,0-1,0 10,-5-19,1 0,-2 0,1 0,-1 0,0-1,0 1,-1-1,0 0,-1-1,1 1,-1-1,-1 0,1-1,-1 1,0-1,0 0,0-1,-1 0,1 0,-1-1,0 0,0 0,-1 0,1-1,0-1,-1 1,0-1,6 0,0-1,0 1,-1 0,1-1,0 1,0-1,-1 0,1 0,0-1,0 1,-1-1,1 1,0-1,0 0,0 0,0 0,0-1,0 1,0-1,1 1,-1-1,0 0,1 0,-1 0,1-1,0 1,0 0,0-1,0 0,0 1,0-1,1 0,-1-1,0-7,0-1,1 1,1 0,0-1,0 1,1-1,0 1,1 0,1 0,-1-1,2 1,0 1,0-1,1 1,0-1,0 2,2-1,-1 0,1 1,0 0,1 1,0 0,5-4,-2 3,0 0,1 0,0 1,1 1,0 0,0 0,0 2,1-1,0 2,0 0,0 0,0 2,1 0,-1 0,1 1,0 1,-1 0,1 2,10 1,-20-1,-1 0,1 0,0 0,0 1,-1-1,1 1,-1 0,0 1,0-1,0 1,-1 0,1 0,-1 0,0 0,0 0,0 1,-1 0,1-1,-1 1,0 0,-1 0,1 0,0 5,24 44,-23-50,-1-1,1 0,0 0,0 0,0 0,0-1,0 1,1-1,-1 1,1-1,-1 0,1-1,0 1,0-1,0 1,0-1,0 0,0-1,0 1,0-1,0 0,0 0,1 0,-1 0,0-1,0 1,0-1,0 0,0-1,0 1,0-1,-1 1,4-3,0 0,0 1,0-2,0 1,0-1,-1 0,0-1,0 1,0-1,0 0,-1-1,0 1,-1-1,0 0,0 0,0 0,0-3,-2 6,-1-1,1 1,-1-1,0 0,0 0,-1 0,1 1,-1-1,0 0,0 0,-1 0,0 0,1 1,-1-1,-1 0,1 1,-1-1,0 1,0-1,0 1,-1 0,1 0,-1 0,0 0,0 0,-1 1,-2-3,1 2,-1 0,0 0,-1 1,1 0,-1 0,1 0,-1 1,0 0,0 0,0 1,0 0,0 0,0 0,0 1,0 0,0 1,-1-1,1 2,0-1,0 1,1 0,-1 0,0 0,1 1,-1 0,1 1,0 0,0-1,0 2,0-1,1 1,0 0,0 0,0 0,1 1,-1 0,1 0,1 0,-1 0,1 0,-2 5,-19 78,19-50</inkml:trace>
  <inkml:trace contextRef="#ctx0" brushRef="#br0" timeOffset="13339.382">967 174,'25'206,"26"226,-19 2,-19 59,-28 308,1-202,14-534,1 432,39 211,104 405,-141-1094,118 1135,-95-702,3 151,-7-15,-19 499,-14-706,20-167,-9-212,1-1,-1 0,0 0,0 0,1 0,-1-1,0 1,0 0,0 0,0 0,0 0,0 0,0 0,-1 0,1-1,0 1,0 0,-1 0,1 0,0 0,-1-1,1 1,-1 0,1 0,-1-1,0 1,1 0,-1-1,1 1,-1-1,0 1,0 0,-8 0</inkml:trace>
  <inkml:trace contextRef="#ctx0" brushRef="#br0" timeOffset="16162.755">1742 2086,'-3'0,"1"0,-1-1,0 1,1 0,-1 0,0 1,1-1,-1 0,1 1,-1 0,0-1,1 1,0 0,-1 0,1 1,0-1,-1 0,1 1,0-1,0 1,0 0,0 0,0 0,1 0,-1 0,1 0,-1 0,0 2,-29 70,29-64,1 1,0 0,0 0,1 0,1 0,-1 0,2 0,0 0,0-1,1 1,0-1,1 1,0-1,0 0,1-1,1 1,0-1,0 0,1 0,0-1,0 0,1 0,0-1,0 1,1-2,0 1,7 3,0 0,0 1,1-2,1 0,-1-1,1-1,1-1,-1 0,1-1,0-1,12 0,-27-3,1-1,0-1,0 1,0 0,-1-1,1 0,0 0,-1-1,1 1,-1-1,1 0,-1 0,0-1,0 1,0-1,0 0,0 0,-1 0,1 0,-1-1,0 0,0 1,0-1,-1 0,1 0,-1-1,0 1,0 0,0-1,-1 1,1-1,-1-3,4-15,-1-2,-2 1,0 0,-2-1,0 1,-2 0,0-1,-2 1,-1 0,-1 0,0 1,-10-20,14 35,-1 0,0 0,0 0,0 0,-1 1,-1-1,1 1,-1 0,0 0,-1 1,1 0,-2-1,1 2,0-1,-1 1,0 0,0 0,-1 1,1 0,-1 1,0-1,0 1,0 1,0 0,-3-1,-3 3,-1 1,0 0,1 0,-1 2,1 0,0 1,0 0,0 1,0 0,1 1,0 1,0 0,1 1,-1 0,2 1,-1 0,-5 7,11-11,0 1,1 0,-1 0,1 1,0 0,1 0,0 0,0 0,0 1,1 0,0-1,1 1,0 0,0 0,0 1,1-1,0 0,1 0,0 1,0-1,2 7,7 24</inkml:trace>
  <inkml:trace contextRef="#ctx0" brushRef="#br0" timeOffset="16956.127">3051 2033,'-6'9,"1"1,-1 1,2-1,-1 0,1 1,1 0,0 0,1 0,0 1,0-1,1 0,1 1,0-1,1 1,0-1,0 0,1 0,1 1,0-1,0 0,1-1,1 1,0-1,0 0,1 0,0 0,0-1,1 0,1 0,0-1,7 7,-4-7,1 0,0-1,0 0,0-1,1 0,-1-1,1-1,1 0,-1-1,0 0,1-1,0 0,-1-1,1-1,6 0,-12-1,0 1,1-2,-1 1,0-1,0 0,0-1,0 1,-1-2,1 1,-1-1,0 0,0-1,0 1,0-1,-1-1,0 1,0-1,-1 0,1-1,-1 1,0-1,-1 0,0 0,0-1,2-7,-3 8,-1 0,0-1,-1 1,0-1,0 1,0-1,-1 0,-1 0,1 1,-1-1,0 1,-1-1,0 1,0-1,0 1,-1 0,0 0,-1 0,1 0,-1 1,-1-1,1 1,-1 0,-2-1,-5-6,0 0,-1 1,0 1,-1 0,0 0,-1 2,0 0,-1 0,1 2,-5-2,15 7,0-1,0 1,-1 0,1 0,-1 0,1 1,-1 0,1 0,-1 0,0 1,1-1,-1 1,0 1,1-1,-1 1,0 0,1 1,-1-1,1 1,0 0,-1 0,1 1,0-1,0 1,1 0,-1 1,1-1,-1 1,1 0,0 0,0 0,0 4,1-1,0 1,0 0,0 0,1 0,1 1,-1-1,1 0,0 1,1-1,0 1,1-1,-1 0,2 1,0 1,7 40</inkml:trace>
  <inkml:trace contextRef="#ctx0" brushRef="#br0" timeOffset="17703.205">4362 2153,'-2'8,"0"0,1 0,-1 0,2 0,-1 0,1 0,0 0,1 0,0 0,0 0,1 0,0 0,0 0,1 0,0-1,0 1,1-1,0 0,0 0,1 0,0-1,0 0,0 1,1-2,2 3,5 0,1 0,0-1,0 0,1-1,0-1,0 0,0-1,0-1,1 0,-1-1,1-1,0-1,-1 0,1 0,0-2,-1 0,1-1,-1 0,0-1,0-1,0-1,0 0,-1 0,0-2,5-3,-13 7,0 1,0-1,0 0,0-1,-1 1,0-1,0 0,0-1,-1 1,0-1,0 0,0 0,-1 0,0 0,0-1,0 1,-1-1,0 0,0 0,-1 0,0 0,0 0,0 0,-1 0,0 0,-1 0,1 0,-1 0,-1 0,1 0,-1 1,-1-2,-3-3,-1 0,0 1,-1-1,0 1,0 1,-1 0,0 0,-1 1,0 0,0 0,-1 1,0 1,0-1,-1 2,1 0,-1 0,0 1,-1 1,1 0,-1 0,1 1,-1 1,0 0,1 1,-9 1,13 0,1 0,0 0,-1 1,1 0,0 1,0-1,0 1,1 1,-1-1,1 1,-1 0,1 1,0-1,1 1,-1 0,1 1,0-1,1 1,-1 0,1 0,0 1,0-1,1 1,0 0,-1 3,-11 41,6-2</inkml:trace>
  <inkml:trace contextRef="#ctx0" brushRef="#br0" timeOffset="18857.61">1916 3383,'-10'11,"1"1,0 0,1 1,0 0,1 0,1 1,0 0,1 0,-2 8,6-17,-1 2,1-1,1 0,-1 0,1 0,0 0,0 0,1 0,-1 1,2-1,-1 0,1 0,-1 0,1-1,1 1,-1 0,1-1,0 0,1 1,-1-1,1 0,0-1,0 1,1 0,7 3,0 1,0-2,1 0,0 0,0-2,1 1,-1-2,1 1,0-2,0 0,1-1,-1 0,1-1,-1-1,1 0,-1-1,0 0,1-2,-1 1,0-2,13-4,-17 4,0-1,0 0,-1 0,0-1,0 0,0 0,-1-1,0 0,0-1,-1 0,0 0,0-1,-1 1,0-2,0 1,-1 0,-1-1,1 0,-2 0,1-1,-1-1,0 4,-2-1,1 1,-1-1,0 0,0 0,-1 0,-1 1,1-1,-1 0,-1 0,0 1,0-1,0 1,-1-1,-1 1,1 0,-1 0,-1 1,1-1,-1 1,-1 0,1 0,-1 0,0 1,-1 0,0 0,-1 1,-1 0,0 0,-1 1,1 0,-1 0,0 1,0 1,0 0,0 0,0 1,0 0,0 0,-1 1,1 1,0 0,0 0,0 1,0 0,0 1,0 0,1 1,-1 0,1 0,0 1,0 0,0 1,1 0,0 0,0 1,1 0,0 0,0 0,0 1,1 1,0-1,1 1,0 0,0 0,1 0,0 0,-2 8,5-10,-1 0,1 0,1 0,-1 0,1 1,0-1,1 0,0 0,0 0,1 0,-1 0,1-1,1 1,-1 0,1-1,1 0,-1 1,1-1,0-1,0 1,1 0,2 2,33 31</inkml:trace>
  <inkml:trace contextRef="#ctx0" brushRef="#br0" timeOffset="19341.682">3199 3396,'-4'-2,"0"0,-1 0,1 0,-1 1,1-1,-1 1,1 0,-1 1,0-1,1 1,-1 0,0 0,1 0,-1 1,0 0,1-1,-1 2,1-1,-1 0,1 1,0 0,-1 0,1 1,0-1,0 1,1-1,-1 1,0 0,1 1,0-1,0 1,0-1,0 1,0 0,-1 4,2-3,1 0,0 1,0-1,0 0,1 1,-1-1,1 1,1-1,-1 1,1-1,0 0,0 1,0-1,1 0,0 0,0 0,0 0,1 0,0 0,0-1,1 3,4 4,0-1,1 0,0-1,0 0,1 0,0-1,0-1,8 5,-7-5,0 0,0-1,1 0,0-1,0-1,1 0,-1 0,1-1,-1-1,1 0,0-1,0 0,0-1,0 0,0-1,0-1,0 0,-1-1,1 0,-1-1,0 0,0-1,0 0,0-1,-1 0,0-1,0 0,-1-1,0 0,0-1,-1 0,0-1,0 1,-1-2,-1 1,0-1,3-6,-6 8,0 1,-1-1,0 0,-1 0,0 0,0 0,-1 0,0 0,-1 0,0-1,0 1,-1 0,0 0,0 0,-1 0,-1 0,1 0,-2 0,1 1,-1-1,0 1,-1 0,0 0,0 1,0 0,-1-1,-1 2,1-1,-1 1,0 0,-7-5,-3 3,0 0,-1 1,0 1,0 0,0 1,-1 1,0 1,0 1,0 1,0 0,0 1,0 1,-18 4,29-5,1 0,0 1,-1 0,1 0,0 0,-1 1,1 0,0 1,0 0,0 0,1 0,-1 1,1 0,0 0,0 0,0 1,1 0,-1 0,1 1,0-1,1 1,-1 0,1 0,1 1,-1-1,1 1,0 0,0 0,1 0,0 0,0 0,1 2,2 0,0 0,1 0,0 0,1 0,0-1,0 1,1-1,0 0,0 0,1 0,0-1,0 1,1-1,0 0,0-1,1 0,0 1,37 33</inkml:trace>
  <inkml:trace contextRef="#ctx0" brushRef="#br0" timeOffset="19762.824">4229 3544,'30'-31,"-1"-1,-2-1,-1-1,-1-1,-2-2,-2 0,3-10,-15 34,-6 31,2 74,5 1,3-2,5 0,5 5,-3-14,-2-10</inkml:trace>
  <inkml:trace contextRef="#ctx0" brushRef="#br0" timeOffset="20680.742">1916 4787,'-11'25,"2"1,2 0,0 1,1 0,2 0,1 0,0 26,1-43,1-1,0 1,0-1,1 1,0 0,1-1,0 1,1 0,0-1,0 0,1 1,0-1,1 0,0 0,0-1,1 1,0-1,0 0,1 0,0-1,0 0,1 0,0 0,1-1,-1 0,3 1,1-3,0 0,0-1,0 0,0-1,0 0,0-1,1-1,-1 1,1-2,-1 0,0 0,0-1,1 0,-1-1,0 0,-1-1,1 0,-1-1,6-3,0 0,0-1,-1-1,-1-1,1 0,-2-1,1 0,-2-1,0 0,0-1,-1-1,-1 0,0-1,-4 6,0-1,-1 0,0 0,-1 0,-1 0,1-1,-2 0,1 0,-2 1,0-1,0 0,-1 0,0 0,-1 0,-1 0,0 0,0 0,-1 0,-1 1,0-1,0 1,-1 0,-1 1,1-1,-2 1,0 0,0 0,-1 1,0 0,0 1,-1-1,0 2,0-1,-4-1,4 3,-1 1,0 0,1 0,-1 1,-1 1,1-1,-1 2,1-1,-1 1,0 1,1 0,-1 1,0 0,0 0,0 1,0 1,1 0,-1 0,1 1,-1 0,1 1,0 0,0 1,1 0,-1 0,1 1,0 0,1 1,0 0,0 0,0 1,1 0,0 0,0 1,-4 7,5-2,1 1,0-1,1 1,1 0,0 0,1 0,1 0,0 0,1 0,1 0,0 1,1-1,0 0,1 0,1-1,5 14,14 33</inkml:trace>
  <inkml:trace contextRef="#ctx0" brushRef="#br0" timeOffset="21072.105">3239 5014,'38'-376,"-30"328,-1 71,-7 43,-3-1,-10 48,-3 111,15-213,2-1,0 1,0-1,0 0,1 0,1 1,0-1,0-1,1 1,1 0,-1-1,1 0,4 4,14 15</inkml:trace>
  <inkml:trace contextRef="#ctx0" brushRef="#br0" timeOffset="21637.413">4335 4880,'-4'9,"0"0,1 0,0 1,0-1,1 0,1 1,0 0,0-1,0 1,1 0,1-1,0 1,0 0,1-1,0 0,1 1,0-1,0 0,1 0,0 0,0-1,1 1,0-1,1 0,0-1,1 1,1-1,1-1,1-1,-1 1,1-2,0 1,0-1,0-1,0 0,1 0,0-1,-1 0,1-1,0 0,0-1,0 0,0-1,-1 0,1-1,0 0,-1 0,1-1,-1-1,0 0,7-3,-4 1,0-1,0 0,0 0,-1-2,0 1,-1-1,0-1,-1 0,0-1,0 0,-1 0,0-1,-1 0,-1 0,0-1,0 0,-1-1,0-2,-3 9,0-1,-1 1,0-1,-1 0,1 1,-1-1,-1 0,0 0,0 0,0 0,-1 0,0 1,0-1,-1 0,0 0,-1 1,0 0,0-1,0 1,-1 0,0 0,0 1,-1-1,0 1,0 0,0 1,-4-4,1 4,0 0,-1 0,1 1,-1 0,0 0,0 1,-1 0,1 1,-1 0,1 0,-1 1,0 0,0 1,1 0,-1 1,0 0,1 0,-1 1,1 0,-5 2,-4 2,1 1,-1 0,1 1,1 1,-1 1,2 0,-1 1,1 1,1 0,-1 3,-33 37,8-3</inkml:trace>
  <inkml:trace contextRef="#ctx0" brushRef="#br0" timeOffset="22602.949">1808 6364,'-8'16,"0"1,1 0,0 0,2 0,0 1,1 0,0 0,2 0,0 0,1 0,1 1,1 8,0-16,1 1,0 0,0-1,1 1,1-1,0 0,1 0,-1-1,2 1,0-1,0 0,1 0,0-1,1 0,0 0,0-1,1 0,0 0,6 3,-4-3,1-1,0 0,1-1,-1-1,1 0,0 0,1-1,-1-1,1 0,-1-1,1-1,0 0,0-1,0 0,0-1,-1-1,1 0,0 0,-1-2,0 0,1 0,-1-1,-1-1,1 0,-1-1,0 0,-1-1,0 0,0-1,-1 0,0 0,0-1,-1-1,0 0,-1 0,0 0,-1-1,1-2,-3-1,0 0,-1-1,-1 1,0 0,-1-1,-1 0,0 0,-1 1,-1-1,0 0,-1 1,-1-1,0 1,-1-1,-4-7,4 12,0 0,-1 1,0 0,0 0,-1 0,-1 0,1 1,-1 0,-1 1,0-1,0 2,-1-1,1 1,-2 0,1 1,-1 0,0 0,0 1,-1 1,1 0,-10-3,10 6,0-1,-1 1,1 1,-1 0,1 0,-1 1,1 1,0-1,-1 2,1-1,0 2,0-1,1 1,-1 1,1-1,0 2,0-1,0 1,1 1,0-1,0 1,1 1,0 0,0 0,1 0,0 0,-1 4,-1-2,1 1,1 0,0 0,1 0,0 1,0 0,2 0,-1 0,1 0,1 1,1-1,-1 1,2 0,0-1,0 1,1 0,1-1,0 1,1-1,0 0,1 0,2 6,33 43,5-11</inkml:trace>
  <inkml:trace contextRef="#ctx0" brushRef="#br0" timeOffset="22954.477">3360 6512,'7'-33,"17"-77,32-88,-47 178,-10 20,1 0,0 0,-1 0,1 1,0-1,0 0,-1 0,1 1,0-1,0 0,0 0,-1 1,1-1,0 0,0 1,0-1,0 0,0 1,0-1,0 0,-1 1,1-1,0 0,0 1,0-1,0 1,1-1,-1 0,0 1,0-1,0 0,0 1,0-1,0 0,0 0,1 1,-1-1,0 0,0 1,0-1,1 0,-1 0,0 1,0-1,1 0,-1 0,0 1,1-1,-1 0,0 0,0 0,1 0,-1 0,0 0,1 1,-1-1,1 0,-1 0,0 0,1 0,-1 0,0 0,1 0,-1 0,0-1,1 1,-1 0,0 0,1 0,-44 242,15 14,27-185</inkml:trace>
  <inkml:trace contextRef="#ctx0" brushRef="#br0" timeOffset="23576.449">4456 6471,'52'-108,"34"-107,-63 133,-19 126,4 471,-8-425</inkml:trace>
  <inkml:trace contextRef="#ctx0" brushRef="#br0" timeOffset="24417.563">1916 8143,'2'-27,"1"1,1 0,2 0,0 0,2 1,7-15,3-13,7-29,-3-2,1-26,-14 65,-7 39,-3 13,-3 17,-13 54,0-13,3 1,3 0,3 1,3 0,3 45,4-93,0 0,2-1,0 0,1 0,0 0,2 0,0 0,20 33</inkml:trace>
  <inkml:trace contextRef="#ctx0" brushRef="#br0" timeOffset="24948.469">3319 7915,'-4'6,"-1"1,2-1,-1 1,1 0,0 0,0 1,0-1,1 0,1 1,-1-1,1 1,0 0,1-1,0 1,0 0,1-1,-1 1,2 0,-1-1,1 1,0-1,1 0,0 0,0 0,0 0,1 0,0 0,1-1,-1 0,1 0,3 2,4 1,1-1,0 0,0-1,1-1,-1 0,1 0,1-2,-1 0,1-1,0 0,0-1,0 0,0-2,0 1,0-2,0 0,0-1,0-1,-1 0,8-3,-8 2,0-1,-1 0,0-1,0-1,0 0,-1 0,0-2,-1 1,0-1,0-1,-1 0,0-1,-1 0,0 0,0-1,-1 0,-1 0,0-1,-1 0,-1 0,1 0,-2-1,0 0,-1 0,0 0,0-11,-4 17,0 0,0 1,-1-1,0 1,0-1,-1 1,0 0,0 0,-1 0,0 0,0 1,0 0,-1-1,0 1,0 1,0-1,-1 1,0 0,0 0,-1 1,1 0,-1 0,0 0,0 1,0 0,0 1,0-1,-1 1,1 1,-1-1,0 1,1 1,-1-1,0 1,-11-2,1 1,-1 1,1 0,-1 2,1 0,-1 1,1 0,0 2,0 0,0 1,1 1,0 1,1 0,-1 1,0 2,13-9,0 0,0 0,1 1,-1-1,1 1,-1 0,1 0,0 0,0 0,1 0,-1 1,1-1,-1 1,1 0,0 0,0 0,1 0,-1 0,1 0,0 0,0 0,0 1,1-1,0 0,-1 1,2-1,-1 0,0 1,1-1,0 0,0 0,0 1,0-1,1 0,-1 0,1 0,0-1,2 3,34 31,8-4</inkml:trace>
  <inkml:trace contextRef="#ctx0" brushRef="#br0" timeOffset="25384.378">4603 7821,'-2'20,"0"-1,2 0,1 1,0-1,1 1,2-1,0 0,0 0,2-1,6 15,-8-23,1-1,0 1,0-1,1 0,0 0,1-1,0 0,0 0,1-1,0 0,1 0,-1 0,1-1,0-1,1 1,-1-2,1 1,0-1,0-1,1 1,0-2,-1 1,1-2,-1 1,1-1,0-1,0 0,-1 0,1-1,0-1,-1 0,1 0,-1-1,1 0,-1-1,0 0,-1-1,1 0,-1 0,0-1,0 0,-1-1,1 0,-1 0,-1-1,0 0,0 0,5-8,-6 7,0 0,0-1,-1 0,0 0,-1 0,0 0,-1-1,0 1,-1-1,0 0,-1 0,0 0,0 0,-1 0,-1 0,1 0,-2 0,0 0,0 1,-1-1,0 0,-1 1,0 0,-1 0,0 0,-1 1,1-1,-2 1,1 1,-1-1,-3-1,1 1,-1 0,-1 0,1 1,-2 0,1 1,-1 0,0 1,0 0,0 1,-1 1,0 0,0 0,0 1,-1 1,1 0,0 1,-1 1,1 0,-1 1,-10 1,4 1,-1 1,0 1,1 1,0 1,1 1,0 0,0 1,0 1,1 1,1 1,0 0,0 1,1 2,-43 45,12-2</inkml:trace>
  <inkml:trace contextRef="#ctx0" brushRef="#br0" timeOffset="26124.294">1969 9493,'32'-83,"-5"-2,-2 0,-5-2,9-88,-26 162,-3 35,0-20,0 16,-2 77,4 0,4 1,14 64,-3-83</inkml:trace>
  <inkml:trace contextRef="#ctx0" brushRef="#br0" timeOffset="26683.704">3373 9199,'-6'10,"0"0,1 0,0 1,0 0,2 0,-1 1,1-1,1 1,0-1,1 1,0 0,1 0,0-1,1 1,0 0,1 0,0-1,1 1,0-1,0 0,2 0,-1 0,2 0,-1-1,1 0,1 0,0 0,3 2,0-3,1 0,0 0,1-1,0-1,1 0,-1 0,1-1,1-1,-1 0,1-1,-1-1,1 0,0 0,0-2,1 0,-1 0,0-1,0-1,0 0,1-1,-1-1,-1 0,1-1,0-1,-1 0,0 0,0-1,-1-1,1 0,-1-1,-1 0,0-1,0 0,-1-1,0 0,0-1,-1 0,0 0,5-11,-9 11,0 0,0 0,-1-1,-1 0,0 0,-1 1,0-1,0-1,-1 1,-1 0,0 0,-1 0,0 0,-1 0,-1 0,0 0,0 0,-1 0,0 1,-1 0,0 0,-1 0,-1 1,1 0,-1 0,-1 0,0 1,0 0,-1 1,0 0,-1 0,0 1,0 0,0 1,-1 0,0 0,-5-1,6 4,0-1,0 1,0 1,0 0,-1 1,1-1,-1 2,1 0,-1 0,1 1,-1 0,1 1,0 0,-1 0,1 1,0 1,1 0,-1 0,1 1,0 0,0 0,0 1,1 1,-1-1,2 1,-1 1,1-1,0 1,0 0,1 1,0 0,1 0,-4 9,5-10,1 1,0 0,1 0,-1 0,2 0,-1 0,1 0,1 1,0-1,0 0,1 0,0 1,0-1,1 0,0 0,1 0,0 0,1-1,0 1,23 40</inkml:trace>
  <inkml:trace contextRef="#ctx0" brushRef="#br0" timeOffset="27088.499">4750 9359,'71'-294,"-43"164,-22 122,-4 27,-20 627,22-575</inkml:trace>
  <inkml:trace contextRef="#ctx0" brushRef="#br0" timeOffset="28079.665">1501 10014,'8'649,"-21"-238,-17 0,-33 98,54-443,-12 85,7 2,6 52,13-153,-1-44</inkml:trace>
  <inkml:trace contextRef="#ctx0" brushRef="#br0" timeOffset="28840.518">2023 10883,'32'-87,"148"-294,-149 327,-31 54,1 0,-1 0,1 0,0 0,-1 0,1 1,-1-1,1 0,-1 0,1 0,0 0,-1 1,1-1,-1 0,1 1,-1-1,0 0,1 1,-1-1,1 0,-1 1,0-1,1 1,-1-1,0 1,1-1,-1 1,0-1,0 1,1-1,-1 1,0-1,0 1,0 0,0-1,0 1,0-1,0 1,0-1,0 1,0 0,0-1,0 1,0-1,0 1,-1-1,1 1,0-1,-1 1,1 0,4 86,-4 1,-8 56,5-97,-29 414,29-398</inkml:trace>
  <inkml:trace contextRef="#ctx0" brushRef="#br0" timeOffset="29494.558">3680 10869,'17'-50,"3"2,2 0,5-6,15-32,15-39,-43 112,-11 40,-10 116,1-58,4 0,4 0,7 33,22 4,-13-81</inkml:trace>
  <inkml:trace contextRef="#ctx0" brushRef="#br0" timeOffset="30010.377">4856 10736,'-6'13,"0"1,0 0,1 0,1 0,1 1,0 0,1 0,0 0,1 9,1-17,0-1,0 1,1 0,0 0,1 0,-1-1,1 1,1-1,-1 1,1-1,0 0,0 0,1 0,0-1,0 1,0-1,1 0,0 0,0 0,0 0,5 2,-1-1,0-1,0-1,1 1,-1-2,1 1,0-1,0-1,0 0,1 0,-1-1,0 0,1-1,-1 0,0 0,1-1,-1-1,0 0,0 0,0-1,0 0,3-2,1-1,0 0,-1-1,0-1,0 1,-1-2,0 0,0-1,-1 0,0 0,-1-1,0 0,-1-1,0-1,3-7,-5 8,-1 0,-1-1,0 0,-1 0,0-1,-1 1,-1-1,0 0,-1 0,0 0,-1 0,-1 1,0-1,0 0,-2 0,0 1,0-1,-1 1,-1 0,0 0,-1 0,-1 1,0 0,0 0,-1 1,0 0,-1 0,-1 1,1 0,-2 0,1 1,-9-5,11 10,1 0,-1 1,1 0,-1 1,0-1,0 1,0 1,-1-1,1 2,0-1,0 1,-1 0,1 1,0 0,0 0,-1 0,1 1,0 1,1 0,-1 0,0 0,1 1,0 0,0 0,0 1,0-1,1 2,-1-1,1 1,1 0,-1 0,-2 5,-46 92,40-56</inkml:trace>
  <inkml:trace contextRef="#ctx0" brushRef="#br0" timeOffset="30822.414">5712 10040,'1'186,"12"42,46 352,-52 115,1 15,-1-598,4 0,8 12,-11-82,2 0,2 0,2-1,1-1,2 0,2-1,3 1,-7-16</inkml:trace>
  <inkml:trace contextRef="#ctx0" brushRef="#br0" timeOffset="31683.664">2223 12714,'48'-170,"-27"108,-3-1,-2 0,-3-2,-4 1,-2-2,-2-25,-12 171,-8 101,10 169,11-269,3-16</inkml:trace>
  <inkml:trace contextRef="#ctx0" brushRef="#br0" timeOffset="32227.702">3894 12527,'74'-329,"-54"185,-19 187,-1-7,-3 79,6-1,4 1,13 51,-7-104</inkml:trace>
  <inkml:trace contextRef="#ctx0" brushRef="#br0" timeOffset="32665.462">5030 12461,'45'-97,"-15"36,-3-1,-2-1,-4-1,13-61,-31 99,-6 21,-4 20,-13 54,3 2,3 0,3 0,3 1,3 29,-3 83,7-107</inkml:trace>
  <inkml:trace contextRef="#ctx0" brushRef="#br0" timeOffset="34225.432">1368 12540,'0'918,"-1"-903,10 44,-8-59,0 1,0 0,1 0,-1 0,1 0,-1-1,0 1,1-1,-1 1,1-1,-1 0,1 1,-1-1,1 0,0 0,-1 0,1 0,-1 0,1-1,-1 1,1 0,-1-1,1 1,-1-1,1 1,-1-1,0 0,1 1,-1-1,1-1,4 0,53-14,-1 3,2 2,-1 3,2 2,-1 3,47 5,-84-2,922 15,-507-4,-172-5,1698 17,-686-37,-133 27,21-6,-193-13,316-7,-376-1,-901 15,-9-1,1 1,-1-1,0 0,0 0,1 0,-1 0,0-1,1 1,-1-1,0 0,0 0,0 0,0 0,0 0,3-2,-4-7,-6-1</inkml:trace>
  <inkml:trace contextRef="#ctx0" brushRef="#br0" timeOffset="36614.118">953 95,'219'-26,"-173"17,-1 2,1 2,0 2,38 3,316 22,470-40,-470 10,271 35,-646-26,817 3,-726-6,897-7,-253-39,497 48,173-14,316 15,-1539 2,104 20,265 29,-389-36,-170-16</inkml:trace>
  <inkml:trace contextRef="#ctx0" brushRef="#br1" timeOffset="41562.634">1354 2046,'-21'-9,"-8"-6,-5-1,2 1,6 1,6 3,5 5,2 7,-3 4,-7 3,1-2</inkml:trace>
  <inkml:trace contextRef="#ctx0" brushRef="#br1" timeOffset="42452.229">364 2099,'-1'0,"0"-1,0 0,0 0,0 0,0 1,0-1,-1 1,1-1,0 1,0-1,-1 1,1 0,0-1,-1 1,1 0,0 0,-1 0,1 0,0 0,-1 0,1 1,0-1,-1 0,1 1,0-1,0 1,-1-1,1 1,0 0,0-1,0 1,0 0,0 0,0 0,0 0,0 0,-31 40,30-37,-1 0,1 0,0 0,0 1,0-1,1 1,0 0,0-1,0 1,0 0,1-1,-1 1,1 0,1 0,-1-1,1 1,-1 0,1 0,1-1,-1 1,1-1,-1 1,1-1,0 0,1 1,-1-1,1 0,0-1,0 1,0 0,1-1,-1 0,1 0,-1 0,1 0,4 2,2-1,0-1,0 0,0-1,1 0,-1 0,1-1,-1 0,1-1,0 0,-1-1,1 0,-1-1,0 0,1 0,-1-1,2-2,-6 1,-1-1,1 0,-1 0,0 0,0-1,-1 1,1-1,-1-1,0 1,-1 0,0-1,0 0,0 0,-1 0,0 0,0 0,-1 0,0 0,0-1,-1 1,0 0,0-1,-1 1,1 0,-2-1,1 1,-1 0,0 0,-2-4,2 5,-1 1,1-1,-1 1,0 0,0 0,-1 0,0 0,1 1,-2-1,1 1,0 0,-1 0,0 1,0 0,0-1,0 1,0 1,-1-1,1 1,-1 0,0 0,1 1,-1 0,0 0,0 0,0 1,0-1,0 1,0 1,0-1,0 1,0 0,1 1,-1-1,0 1,1 0,-1 1,1-1,0 1,-1 0,1 0,1 1,-5 3,-4 5,0 1,2 0,-1 0,2 1,0 1,0 0,2 0,0 0,0 1,2 1,0-1,0 1,2 0,0 0,1 1,1 1,-5 39</inkml:trace>
  <inkml:trace contextRef="#ctx0" brushRef="#br1" timeOffset="43050.744">445 3851,'-1'-19,"0"0,1 0,0 0,2 0,0 1,1-1,2 1,-1-1,2 1,0 0,2 1,-1 0,2 0,0 1,3-2,13-34,9-18,-30 83,-40 312,21-167,9-89</inkml:trace>
  <inkml:trace contextRef="#ctx0" brushRef="#br1" timeOffset="43748.985">258 4880,'20'1,"0"1,0 0,0 1,-1 1,1 1,-1 1,0 0,-1 2,0 0,0 1,11 8,-24-14,-1 1,0 1,0-1,0 0,-1 1,1 0,-1 0,-1 0,1 0,-1 0,1 0,-1 1,-1-1,1 1,-1 0,0-1,0 1,-1 0,0 0,0 0,0-1,-1 1,1 0,-1 0,-1-1,1 1,-1-1,0 1,0-1,-4 5,-12 23,-1-2,-2-1,-1 0,-2-1,-1-2,-1 0,-3 0,-64 71,91-96,-1 1,-1 1,1 0,0 0,0 0,0 0,0 0,1 1,-1-1,1 1,1-1,-1 1,1 0,-1 2,2-5,1-1,-1 1,1 0,-1-1,1 1,0-1,0 1,0-1,0 1,0-1,0 0,0 1,0-1,1 0,-1 0,0 0,1 0,-1 0,1 0,-1 0,1 0,-1-1,1 1,0-1,-1 1,1-1,0 1,-1-1,1 0,0 0,0 0,-1 0,1 0,26 2,0-1,-1-1,1-2,0 0,14-5,5 1,149-16,-111 14</inkml:trace>
  <inkml:trace contextRef="#ctx0" brushRef="#br1" timeOffset="44420.57">351 6271,'16'-4,"0"1,0 0,1 1,-1 1,0 1,8 0,11 0,0-1,-19-1,0 1,1 1,-1 1,0 0,0 1,1 0,13 5,-28-6,0 0,0 0,0 0,0 0,0 0,0 0,0 0,0 1,-1-1,1 1,0-1,-1 1,1-1,-1 1,0 0,0 0,0 0,0 0,0 0,0 0,0 0,0 0,-1 0,1 1,-1-1,0 0,1 0,-1 0,0 1,0-1,-1 0,1 0,0 1,-1-1,1 0,-1 0,-38 74,8-38,-3-1,0-2,-38 28,69-60,2-3,0 1,0-1,0 0,0 1,0-1,0 1,0 0,0-1,0 1,0 0,0 0,0-1,1 1,-1 0,0 0,0 0,1 0,-1 0,1 0,-1 0,1 0,-1 0,1 0,0 1,-1-1,1 0,0 0,0 0,0 0,0 1,0-1,0 0,0 0,0 0,1 0,-1 1,87 10,-72-10,0 0,0 0,0 2,0 0,-1 0,1 1,-1 1,0 1,-1 0,0 0,11 9,-21-14,-1 0,1 1,-1-1,0 0,0 1,0-1,-1 1,1-1,0 1,-1 0,0 0,1 0,-1-1,0 1,-1 0,1 1,-1-1,1 0,-1 0,0 0,0 0,0 0,0 0,-1 0,1 1,-1-1,0 0,0 0,0-1,0 1,0 0,-1 0,0 0,-4 7,-1 0,0-1,-1 0,0 0,0-1,-1 0,0 0,-3 1,-22 15,0-2,-1-1,-1-2,-1-2,-1-1,0-2,-35 8,42-14</inkml:trace>
  <inkml:trace contextRef="#ctx0" brushRef="#br1" timeOffset="44981.988">472 7741,'-35'71,"3"0,4 2,3 1,3 2,-1 21,19-80,2-10,0 1,1 0,0 0,0 0,0 0,1 0,0 0,1 0,0 0,2 6,-1-11,1 0,-1 0,1-1,0 1,0-1,0 0,1 0,-1 0,0 0,1 0,-1-1,1 1,0-1,-1 0,1 0,0-1,0 1,0-1,-1 0,1 0,0 0,0 0,0-1,-1 0,1 1,0-1,0-1,-1 1,1 0,-1-1,1 0,1-1,25-8,0-1,-1-2,-1-1,0-1,-1-1,-1-1,0-2,-2 0,10-12,-22 20,-21 48,-23 58,5 1,4 1,4 1,3 10,6-34</inkml:trace>
  <inkml:trace contextRef="#ctx0" brushRef="#br1" timeOffset="45324.162">338 9265,'2'14,"4"13,4 9,8 8,6 3,2 0,2-1,-4-4,-3-2,-6-1,-10 0,-12-3,-17 0,-15-1,-15-8,-12-8,5-7</inkml:trace>
  <inkml:trace contextRef="#ctx0" brushRef="#br1" timeOffset="45496.748">311 9225,'18'-9,"20"-8,17-5,17-6,13 0,7 2,2 5,-6 7,-11 10,-19 6</inkml:trace>
  <inkml:trace contextRef="#ctx0" brushRef="#br1" timeOffset="46134.841">458 10628,'-10'-3,"-1"1,1 0,-1 0,0 1,1 0,-1 1,0 0,0 1,1 0,-1 1,0 0,1 1,-1 0,1 0,0 1,0 1,0-1,1 2,0-1,-7 6,-1 5,0 0,1 1,1 1,0 1,2 0,0 1,1 0,1 0,1 2,1-1,1 1,1 1,0-1,2 1,1 0,1 0,1 1,0 0,1-15,-1-1,1 1,1 0,0 0,0 1,0-1,1 0,1-1,0 1,0 0,0 0,1-1,1 1,-1-1,1 0,1 0,-1 0,1-1,1 0,0 0,0 0,0 0,0-1,1 0,0-1,1 1,-1-1,1-1,0 1,7 2,-4-5,0 0,0-1,0-1,0 0,0 0,0-1,0 0,0-1,-1 0,1-1,0 0,-1-1,0 0,0-1,0 0,0 0,-1-1,0 0,0-1,-1 0,0 0,0-1,0 0,-1 0,0-1,5-8,-10 13,0 1,0-1,0 0,-1 1,1-1,-1 0,0 0,0 0,-1 0,1 0,-1 0,1 0,-1 0,-1 0,1 0,0 0,-1 0,0 0,0 0,0 0,-1 0,1 1,-1-1,0 0,0 1,0-1,0 1,-1 0,1 0,-1 0,0 0,0 0,0 1,0-1,0 1,-1 0,1 0,-1 0,0 0,1 0,-1 1,-2-1,1 1,0 0,-1 0,1 0,0 1,0 0,0 0,-1 0,1 1,0 0,0 0,0 0,0 0,0 1,0 0,0 0,0 0,1 1,-1-1,1 1,-1 0,1 1,0-1,0 1,1-1,-1 1,1 0,0 1,0-1,-1 2,-6 10,1 0,1 0,1 0,0 1,1 0,1 1,-3 15,-4 32</inkml:trace>
  <inkml:trace contextRef="#ctx0" brushRef="#br1" timeOffset="46462.834">4 12126,'-1'-4,"0"0,0 1,1-1,-1 0,1 0,0 0,0 0,0 0,1 0,0 0,0 0,0 1,0-1,0 0,1 1,-1-1,1 0,0 1,0 0,0 0,1-1,-1 1,1 0,0 1,0-1,0 0,0 1,1-1,6-4,0 0,1 1,-1 0,1 1,0 0,1 1,-1 0,10-2,-11 3,0 1,0 0,0 1,0 0,0 0,0 1,0 0,0 1,0 0,0 1,0 0,0 0,0 1,-1 1,1-1,-1 2,0-1,0 1,0 1,-1-1,0 1,0 1,0 0,-1 0,0 0,0 1,-1 0,0 0,4 9,-4-4,0 1,-1 0,-1 0,0 0,-1 1,0-1,-1 1,-1 0,-1 0,0-1,-1 10,-32 167,14-104,9-37,2 0,2 0,2 1,4 35,4-47</inkml:trace>
  <inkml:trace contextRef="#ctx0" brushRef="#br1" timeOffset="46710.966">151 12394,'16'-7,"25"-7,32-7,32-6,30-2,20 2,6 3,-25 5</inkml:trace>
  <inkml:trace contextRef="#ctx0" brushRef="#br0" timeOffset="54549.312">12343 54,'-14'56,"3"1,2 0,2 0,3 1,2-1,7 57,-4-15,0-16,0 143,-20 136,4-147,9 1,9 0,10 6,-6 14,-12 57,-1 57,15-196,15 70,5 70,-4 324,20-67,-41-381,14 222,3-175,-7 89,-14-213,1 103,-22 157,-30 106,39-1,7-144,-20 283,7-60,-8 90,12-140,-6 154,17-597,-11 136,9 0,12 95,77 753,-7-297,-58-517,-3-51,-6 65,-9 25,4-219,1-73,-7 36,1-1,-1 1,0 0,0 0,0 0,0 0,0 0,-1 0,1 0,-1 0,0 0,0 1,0-1,0 1,0-1,-2 0,-13-13</inkml:trace>
  <inkml:trace contextRef="#ctx0" brushRef="#br0" timeOffset="70816.749">6568 1966,'-6'4,"0"0,0 1,1 0,0 0,-1 0,2 1,-1 0,1-1,0 2,0-1,0 0,1 1,0 0,0-1,1 1,0 0,-1 7,-8 16,9-20,1 1,-1-1,2 0,-1 1,1-1,1 1,0-1,1 0,0 0,0 1,1-1,0 0,1-1,0 1,1-1,-1 0,2 0,4 7,8 18,-14-24,-1-1,1 0,1 0,0-1,0 1,1-1,0 0,0 0,1-1,0 0,0 0,1-1,-1 0,2 0,-1-1,0 0,1 0,0-1,0 0,6 1,1-1,-9-1,1 0,0-1,0 0,0 0,0-1,0 0,0 0,0-1,1 0,-1-1,0 0,0 0,0 0,0-1,0 0,-1-1,1 0,-1 0,7-4,-5 0,0-1,-1 0,0 0,-1-1,0 1,0-2,0 1,-1-1,-1 0,0 0,0-1,-1 0,0 1,-1-1,0 0,-1-1,0 1,-1 0,0-1,-1-11,-1 2,2 2,-1 0,-1 1,0-1,-2 1,0-1,-1 1,-1 0,0 0,-5-8,-51-65,51 82,1 1,-2 0,1 1,-1 0,-1 1,1 0,-1 0,0 1,0 1,0 0,-3 0,2 1,-1 0,1 1,-1 1,1 0,-1 1,0 0,-10 2,15 1,0 1,1 0,0 0,0 0,0 1,0 1,1-1,0 1,0 1,0-1,1 1,0 0,0 1,1-1,0 1,0 0,1 1,-3 5,0 0,0 0,0 0,2 0,0 1,1 0,0 0,1 0,-1 12,3-6</inkml:trace>
  <inkml:trace contextRef="#ctx0" brushRef="#br0" timeOffset="72012.854">8159 1899,'-8'3,"1"0,1 0,-1 0,0 1,1 0,-1 0,1 0,0 1,1 0,-1 0,1 1,0-1,0 1,1 0,0 1,0-1,0 1,1 0,0-1,0 2,1-1,0 0,0 0,0 1,1-1,0 1,1 2,-1 8,0-1,2 1,0 0,1-1,1 0,0 1,2-1,0 0,0-1,2 1,0-1,1 0,0-1,2 0,1 2,-3-6,0-1,0 0,1 0,1-1,0 0,0 0,1-1,0 0,0-1,0-1,1 0,0 0,1-1,-1-1,1 0,0 0,0-1,0-1,0-1,4 1,-9-1,0 0,1-1,-1 0,0-1,1 1,-1-1,0-1,0 0,0 0,0 0,0-1,0-1,-1 1,1-1,-1 0,0-1,0 0,-1 0,1 0,3-8,-1-1,-1 1,0-1,-1-1,-1 1,0-1,-1 0,0-1,-1 1,-1-1,-1 0,0 0,-1 0,-1 0,0 0,-1 0,-1 0,-2-12,3 23,2-5,-1 0,-1 0,0 0,0 0,-1 0,0 1,0-1,-1 0,-1 1,0 0,0-1,-1 2,0-1,0 0,-1 1,0 0,0 1,-1-1,0 1,-1 0,1 1,-1 0,-1 0,1 1,-1 0,0 0,0 1,0 0,-1 1,1 0,-10-2,-6 3,0 2,1 0,-1 2,0 1,1 0,0 2,-21 7,39-10,0 0,0 1,1-1,-1 1,1 0,-1 1,1-1,0 1,1 0,-1 0,1 1,-1 0,1-1,1 1,-1 0,1 1,0-1,0 1,0-1,1 1,0 0,0 0,0 0,1 0,0 0,0 5,-2 28,3-2</inkml:trace>
  <inkml:trace contextRef="#ctx0" brushRef="#br0" timeOffset="73040.246">9869 2086,'11'-10,"0"-1,-1 0,-1 0,0-1,-1-1,0 1,0-1,-2-1,0 1,0-1,-1 0,-1-1,0 1,-1-1,-1-2,4-16,3 41,4 115,11 283,-24-404,0 0,1 0,-1 0,0 0,0 0,-1 0,1 0,0 0,-1 0,1 0,-1 0,1 0,-1 0,0 0,0 0,0-1,0 1,0 0,0-1,-1 1,1 0,0-1,-1 0,1 1,-1-1,0 0,1 0,-1 0,0 0,0 0,0 0,0 0,0-1,0 1,0-1,0 1,0-1,0 0,0 0,0 0,0 0,-1 0,-18-2,21 2,1-1,-1 1,0 0,0 0,0 0,1 0,-1 0,0-1,0 1,0 0,0 0,1 0,-1 0,0-1,0 1,0 0,0 0,0-1,0 1,0 0,0 0,0 0,0-1,0 1,0 0,0 0,0-1,0 1,0 0,0 0,0-1,0 1,0 0,0 0,0 0,0-1,0 1,0 0,-1 0,1 0,0-1,0 1,0 0,0 0,-1 0,1 0,0-1,0 1,0 0,0 0,-1 0,1 0,0 0,0 0,-1 0,1 0,0 0,0 0,0 0,-1-1,1 1,0 0,0 1,95-26,-77 22,55-6,0 3,0 4,0 2,5 4,-37-1</inkml:trace>
  <inkml:trace contextRef="#ctx0" brushRef="#br0" timeOffset="73723.007">11140 1992,'-7'3,"1"-1,0 1,0 1,0-1,1 1,-1 0,1 0,0 0,0 1,0 0,1 0,0 0,0 0,0 1,0 0,1 0,0 0,0 0,1 0,-1 0,2 1,-1-1,1 1,-1 0,2-1,-1 1,1 0,0 0,0-1,1 1,0 1,6 3,0 0,1-1,0 0,1 0,0-1,0 0,1 0,0-1,0 0,1-1,0 0,1-1,-1 0,1-1,12 3,-6 0,0 0,1-2,-1 0,1-1,0-1,7 0,-19-4,0 1,-1-1,1 0,0 0,0-1,-1 0,1 0,-1 0,1-1,-1 0,1 0,-1-1,0 0,0 0,0 0,-1-1,1 0,-1 0,0 0,1-1,1-5,0 0,-1-1,0 0,-1 0,0 0,0-1,-1 0,-1 1,0-1,-1-1,0 1,-1 0,0 0,-1-1,0 1,-1 0,-1-1,0 1,0 0,-1 0,-1 0,0 1,0-1,-1 1,-1 0,0 0,0 1,-1-1,0 2,-1-1,-2-1,3 2,-2-1,1 1,-2 0,1 1,-1 0,0 1,-1-1,1 2,-1 0,-1 0,1 1,-1 1,0-1,0 2,0 0,-1 0,1 1,-1 1,1 0,-1 1,0 0,1 1,-1 0,1 1,-1 1,1 0,0 0,-4 3,1 1,1 1,-1 1,1 1,1 0,0 1,0 0,1 1,0 0,1 1,1 0,0 1,1 0,0 1,1 0,1 0,0 0,1 1,-1 6,1 1</inkml:trace>
  <inkml:trace contextRef="#ctx0" brushRef="#br2" timeOffset="80757.014">1768 1805,'-22'-5,"0"1,-1 1,1 1,-1 0,1 2,-1 1,-4 1,17 1,-1 1,1 0,0 0,0 1,1 0,0 1,-1 0,2 0,-1 1,1 0,0 1,1 0,-1 0,1 0,1 1,0 0,0 1,1-1,0 1,1 0,0 1,2-8,-12 21,2 1,1 0,0 1,2 0,1 0,2 1,0 0,2 1,0-1,2 1,2 10,0-22,1-1,0 1,1 0,1-1,1 0,0 1,1-1,1-1,0 1,1-1,0 0,1 0,1-1,0 0,0-1,2 0,2 2,1 0,0 0,2-1,0-1,0-1,1 0,0 0,1-2,0-1,0 0,1-1,0-1,17 3,317 63,-311-59,1-1,0-3,0-1,1-2,14-1,421-6,-94-26,-109 11,91-33,-58 39,-203 2,-1-4,38-13,126-32,3 19,-251 31,-1 0,-1-2,1 0,-1-1,-1-1,0 0,0-2,-1 0,-1-1,5-6,-14 15,-1 0,0-1,0 0,0 0,-1-1,0 1,0-1,-1 0,0-1,0 1,-1-1,0 0,0 1,-1-1,1-1,-2 1,1-8,-1 2,0 0,-1 0,-1 0,-1 0,0 0,-1 1,0-1,-1 1,0 0,-1 0,-1 0,0 0,-1 1,0 0,-7-9,3 4,-1 1,0 0,-1 1,-1 0,-1 1,0 1,0 0,-1 1,-1 0,0 2,-1 0,-8-3,-33-6,0 3,-2 3,-60-5,54 8,-105-13,-115 3,-549-8,709 29,-368-9,381 3,0 6,-15 5,-169 0,103 8,8 0,120-12,58 0</inkml:trace>
  <inkml:trace contextRef="#ctx0" brushRef="#br2" timeOffset="86259.054">6448 1752,'-12'5,"0"0,1 0,-1 2,1-1,1 2,-1-1,1 1,1 1,-1 0,1 0,1 1,0 0,0 0,1 1,1 0,-1 0,2 1,0 0,0 0,-1 5,-3 13,2 1,0 0,2 0,2 0,1 1,1-1,3 28,1-7,2 0,3 0,1-1,3 0,7 13,-14-50,1-1,1 0,0 0,0 0,1-1,1 0,0-1,1 0,0 0,1-1,0-1,0 1,1-2,0 0,1 0,-1-1,2-1,-1 0,11 3,69 21,1-4,73 9,-27-5,-17-7,2-5,0-6,0-5,17-5,663 9,-44-52,-243 14,-29-20,-118 36,-217 4,-64 4,-1-4,25-7,-85 9,110-20,101-33,-228 53,1 0,-1-1,0 0,0-1,0 0,-1-1,0 0,-1-1,0 0,0-1,3-5,7-5,-8 9,-1 0,1-2,-2 1,0-2,0 1,-1-1,-1-1,0 1,0-4,6-19,-1-1,-2-1,-2 0,-1-1,-2 1,0-34,-10-122,2 185,0 1,-1-1,0 0,0 1,-1 0,0 0,-1 0,0 0,-1 1,1 0,-1 0,-1 0,0 1,0 0,0 0,-1 1,0 0,0 0,0 1,-1 0,0 0,-20-12,0 2,-1 0,-1 3,0 0,0 2,-27-5,-356-75,-429 10,475 46,-177 14,-544 21,881 4,-23 12,-103 20,-1 11,29-21,267-22,0 1,0 3,1 1,0 2,1 1,-28 14,58-24,0 0,0 0,0 0,1 1,-1 0,1 0,0 0,0 1,0 0,0 0,1 1,0 0,0 0,1 0,0 0,0 0,-3 7,4-2</inkml:trace>
  <inkml:trace contextRef="#ctx0" brushRef="#br2" timeOffset="111303.757">1755 3222,'-5'0,"0"-1,0 1,0 0,0 0,0 0,0 1,0 0,1 0,-1 0,0 1,0-1,1 1,-1 0,1 1,0-1,-1 1,1 0,0 0,1 0,-1 0,-1 2,-7 12,0 0,1 0,1 1,1 0,0 1,2 0,0 0,1 1,1 0,1 0,0 0,2 1,1-1,0 2,2-1,1-1,1 1,0-1,2 0,0 0,2 0,0-1,1 0,1 0,0-1,2 0,0 0,1-1,0-1,2 0,0-1,1-1,0 0,1 0,0-2,1 0,3 0,205 133,-198-125,0-2,0-2,2 0,0-2,0 0,2-3,28 8,296 56,-94-29,-160-36,1-4,87-7,-86 0,22 1,94 14,-152-8,1-2,0-4,0-3,45-8,45-1,58-10,-173 13,0-1,-1-3,-1-1,21-11,-27 9,-16 9,0-1,-1 0,1-1,-2-2,1 1,-2-2,1 0,-2-1,1-1,-2 0,0-1,-1-1,0 0,2-6,3-21,-3-2,-1 0,-2 0,-3-1,-1 0,-2-1,-2 0,-3 0,-1 0,-6-37,5 52,-2 1,0-1,-2 1,-2 0,-9-30,11 48,0 0,-1 0,0 1,-1 0,0 0,-1 0,0 1,-1 0,0 1,0 0,-2 0,1 1,-1 0,-9-5,-14-4,-1 2,-1 1,0 2,-1 1,-14-2,16 5,-60-12,-1 6,0 3,-1 4,0 5,-77 8,28-4,-598 0,623 7,1 5,-67 18,137-22,-224 24,219-30,-1 2,1 3,1 2,-51 16,-145 72,173-50,69-42</inkml:trace>
  <inkml:trace contextRef="#ctx0" brushRef="#br0" timeOffset="117471.708">6715 3383,'-4'-3,"1"1,-1 0,0 0,0 0,0 0,0 0,0 1,0 0,0 0,0 0,0 0,-1 1,1-1,0 1,0 0,-1 1,1-1,0 1,0-1,-1 1,1 1,0-1,0 1,0-1,0 1,1 0,-1 0,0 1,1-1,0 1,-1 0,1 0,0 0,0 0,0 1,-3 5,0 1,0 0,1 1,1-1,0 1,0 0,1 0,0 0,1 1,0-1,1 0,0 1,1-1,0 1,1-1,0 1,1-1,1 1,-1-1,2 0,-1 0,2-1,-1 1,1-1,1 0,0 0,3 4,0-5,1 0,0-1,0 0,1 0,0-1,0 0,1-1,0-1,0 0,0 0,1-1,-1-1,1 0,0 0,0-2,0 1,0-2,0 0,0 0,0-1,0-1,0 0,0-1,0 0,-1-1,0 0,1-1,-2-1,1 0,-1 0,1-1,-2-1,1 0,-1 0,0-1,-1 0,-3 0,0 1,-1-1,0 0,0 0,-1-1,0 1,-1-1,0 0,0 0,-1 0,0 0,-1-1,0 1,-1 0,0-1,-1 1,0 0,-1-1,0 1,0 0,-1 0,0 0,-1 1,0-1,0 1,-1 0,-1 0,1 0,-1 1,-1 0,0 0,0 1,0-1,-1 2,0-1,0 1,-1 0,0 1,0 0,-4-2,3 2,0 1,-1-1,1 2,-1 0,0 0,0 1,0 0,0 1,-1 0,1 1,0 0,0 0,0 2,-1-1,1 1,1 1,-1 0,0 1,1 0,-1 0,1 1,0 0,-1 3,7-6,1 1,0 0,0 0,0 1,0-1,1 0,-1 1,1 0,0 0,0-1,0 1,1 1,0-1,-1 0,1 0,0 0,1 2,-1 29</inkml:trace>
  <inkml:trace contextRef="#ctx0" brushRef="#br0" timeOffset="118155.845">8172 3357,'-5'-3,"0"1,0 0,0 0,0 1,0 0,0 0,-1 0,1 0,0 1,-1 0,1 0,0 0,-1 1,1 0,0 0,0 0,0 1,-1-1,2 1,-1 1,0-1,0 1,1-1,-1 1,1 0,0 1,0-1,0 1,0 0,1 0,-1 0,1 0,0 1,-1 3,0 3,0 1,1-1,0 1,1 0,0 0,1 0,1 0,-1 0,2 0,0 0,0 0,2 0,-1 0,1 0,1 0,0-1,0 0,2 0,-1 0,1-1,1 1,-1-1,2-1,0 1,0-1,0-1,1 0,0 0,1 0,0-1,0-1,0 0,1 0,7 2,2 1,1-1,0-1,0-1,1-1,-1-1,1-1,0 0,0-2,0-1,1 0,-1-2,15-3,-21 3,0-1,1-1,-1-1,-1 0,1-1,-1-1,0 0,0-1,-1 0,0-1,-1-1,0-1,0 1,-1-2,-1 0,0 0,1-3,-6 8,-1-1,0 0,0 0,-1 0,0 0,-1-1,0 1,0-1,-1 0,0 0,0 0,-1 0,0 0,-1 0,0-1,0 1,-1 0,0 0,-1 0,0 0,0 0,-1 0,0 1,-1-1,0 1,0 0,0 0,-1 0,-1 1,1-1,-1 1,-3-2,-1 0,0 0,-1 1,0 0,0 1,-1 0,0 1,0 0,-1 0,1 2,-1 0,0 0,-1 1,1 1,0 0,-1 0,1 2,-1 0,0 0,-9 2,2 1,0 0,0 2,0 0,0 1,1 1,0 1,0 1,1 1,0 0,1 2,0 0,-1 2,12-9,1-1,0 1,0 0,0 1,0 0,1 0,0 0,0 0,1 1,-1 0,1 0,1 0,0 0,0 0,0 1,1 0,0-1,0 1,1 0,0 0,0 0,1 0,0 0,1 0,0 0,0 0,0 0,1 1,18 33</inkml:trace>
  <inkml:trace contextRef="#ctx0" brushRef="#br0" timeOffset="118805.617">10017 3516,'6'-25,"2"0,0 1,2 0,0 0,2 1,0 1,2 0,1 0,0 2,11-11,-23 26,82-107,-69 95,-15 17,-1 0,1 0,-1 0,1 0,-1 0,0 0,1 0,-1 0,1 0,-1 0,1 0,-1 0,0 0,1 0,-1 1,1-1,-1 0,0 0,1 1,-1-1,0 0,1 0,-1 1,0-1,1 0,-1 1,0-1,0 0,1 1,-1-1,0 1,0-1,0 0,0 1,0-1,1 1,-1-1,0 1,0-1,0 0,0 1,0-1,0 1,0-1,0 1,-1-1,1 0,0 1,0-1,0 1,0-1,0 0,-1 1,1-1,0 1,0-1,-1 0,1 1,0-1,-1 0,1 1,-31 262,31-211,1 0,3 0,3 0,1-1,5 8,-2-14</inkml:trace>
  <inkml:trace contextRef="#ctx0" brushRef="#br0" timeOffset="119461.64">11247 3503,'90'-227,"-77"175,-1-1,-3-1,-1-9,-6 47,-2 100,-1 30,-2 7,6 1,13 81,-8-152</inkml:trace>
  <inkml:trace contextRef="#ctx0" brushRef="#br0" timeOffset="131917.243">6554 4773,'-5'-2,"1"0,-1 0,0 1,0 0,0-1,0 1,1 1,-2-1,1 1,0 0,0 0,0 0,0 1,0 0,0 0,1 0,-1 1,0-1,0 1,1 0,-1 1,1-1,0 1,-1 0,1 0,0 0,1 0,-4 4,2 0,0 1,0 0,1 0,0 1,1-1,0 1,0 0,0 0,1 0,1 0,0 0,0 0,0 1,1-1,1 0,0 0,0 0,1 1,0-1,0-1,1 1,0 0,0 0,1-1,1 0,-1 0,1 0,1 0,-1-1,1 0,0 0,1-1,0 1,3 1,11 6,1 0,1-2,0 0,0-2,1-1,0 0,1-2,0-1,0-1,0-1,1-1,18 0,-12 0,1-1,-1-1,1-2,-1-1,1-1,-1-2,0-1,0-2,-1-1,0-2,-1 0,0-3,14-8,-36 18,-1 0,0-1,0 0,-1 0,0-1,1 1,-2-1,1-1,-1 1,0-1,0 0,-1 0,0-1,0 1,-1-1,0 0,0 0,-1 0,0 0,0 0,-1 0,0-1,0 1,-1-1,0 1,-1 0,0-1,0 1,-1-1,-5-7,-2 0,0 0,-1 1,-1 0,0 1,-1 0,0 1,-1 0,0 1,-1 0,-1 2,0-1,0 2,-1 0,0 0,-9-1,1-3,-1 1,-1 1,0 1,-1 2,0 1,0 0,0 2,-1 2,1 0,-1 2,0 1,0 1,0 1,1 1,-15 5,32-5,-1 1,1 0,1 0,-1 1,1 0,-1 1,1 0,1 1,-1-1,1 2,1-1,-1 1,1 0,1 1,-1-1,1 1,1 1,0-1,0 1,1 0,0 0,1 0,0 1,0-1,1 1,0 3,4 61,10-5</inkml:trace>
  <inkml:trace contextRef="#ctx0" brushRef="#br0" timeOffset="132699.514">8412 4894,'3'-18,"0"0,0 1,2-1,0 1,1 0,1 1,1-1,0 1,1 1,0 0,6-5,12-27,27-48,-55 95,1 0,0 1,0-1,0 0,0 1,0-1,1 0,-1 0,0 1,0-1,0 0,0 1,0-1,0 0,0 0,0 1,1-1,-1 0,0 0,0 1,0-1,1 0,-1 0,0 0,0 1,1-1,-1 0,0 0,0 0,1 0,-1 0,0 1,1-1,-1 0,0 0,0 0,1 0,-1 0,0 0,1 0,-1 0,0 0,1 0,-1 0,0 0,0 0,1-1,-1 1,0 0,1 0,-1 0,0 0,0 0,1-1,-1 1,0 0,0 0,0 0,1-1,-1 1,0 0,0 0,0-1,0 1,1 0,-1 0,0-1,0 1,3 29,-3-27,-1 193,-2-100,5 1,5 17,23 17,-11-84</inkml:trace>
  <inkml:trace contextRef="#ctx0" brushRef="#br0" timeOffset="133569.402">10244 4694,'-6'2,"1"0,-1 1,0 0,1 0,0 1,-1-1,1 1,1 0,-1 1,1-1,-1 1,1 0,0 0,1 0,0 1,-1-1,2 1,-1-1,1 1,-1 0,2 0,-1 0,1 1,0-1,0 0,0 1,1-1,0 0,1 1,-1-1,1 0,0 0,1 1,-1-1,1 0,1 0,-1-1,1 1,1 1,5 5,0-1,1 0,1 0,0-1,1 0,-1-1,2-1,-1 1,1-2,1 0,-1-1,1 0,0-1,0 0,1-1,0-1,-1-1,1 0,0 0,0-2,0 0,0 0,0-2,0 0,5-1,-7 0,0 0,1-1,-2 0,1-1,0 0,-1-1,0-1,0 0,-1 0,0-1,0-1,5-5,-10 9,-1-1,0 0,0 0,0 0,0-1,-1 0,0 0,-1 0,0 0,0 0,0-1,-1 1,0-1,0 0,-1 0,0 0,-1 1,0-1,0 0,0 0,-1 0,-1-2,-1-2,-1 1,0-1,-1 1,0 0,-1 0,0 1,-1 0,0 0,-1 0,0 1,0 0,-1 0,0 1,-1 1,1-1,-2 2,1-1,-1 1,0 1,0 0,0 0,-10-2,11 4,1-1,-1 2,0-1,-1 1,1 1,0 0,0 0,-1 1,1 0,0 1,-1 0,1 1,0 0,0 0,0 1,0 0,1 1,-1 0,1 1,0 0,0 0,0 1,1 0,0 1,0 0,-6 7,10-9,0 1,1 0,-1 0,1 0,0 1,1-1,-1 1,1 0,1-1,-1 1,1 0,0 0,1 0,-1 0,2 0,-1 0,1 0,0 0,0 0,1-1,0 1,0 0,0-1,1 1,0-1,0 0,1 0,0 0,0 0,4 4,42 37,4-9</inkml:trace>
  <inkml:trace contextRef="#ctx0" brushRef="#br0" timeOffset="133976.69">11408 4787,'-4'6,"2"1,-1 0,1 0,0 0,0 0,1 0,0 0,0 1,1-1,0 0,0 0,1 1,0-1,0 0,0 0,1 0,0 0,1 0,0 0,0 0,0-1,1 1,-1-1,2 0,-1 0,1-1,0 1,0-1,0 0,3 2,4 2,0 0,0 0,0-1,1-1,0 0,1-1,-1-1,1 0,0 0,1-1,3-1,-10-1,0-1,0 0,1 0,-1-1,0 0,1-1,-1 0,0 0,0 0,0-1,0-1,0 1,0-1,-1-1,1 1,-1-1,0-1,0 1,0-1,3-4,0-2,-1-2,-1 1,0-1,0 0,-1-1,-1 0,-1 0,1 0,-2-1,0 1,-1-1,-1 0,0 0,-1 0,0 0,-1-1,-1 1,-1 0,0 0,-1 0,0 0,-3-5,2 9,0 1,0 0,-1 1,0-1,-1 1,0 0,-1 0,1 0,-2 1,1 0,-1 1,0 0,-1 0,0 1,0 0,0 0,-1 1,0 0,0 1,0 0,0 0,-1 1,1 1,-1 0,0 0,0 1,0 0,1 1,-2 0,-3 1,0 0,0 0,0 1,-1 1,2 1,-1 0,0 1,1 1,0 0,0 0,1 2,0 0,0 0,1 1,0 1,0 0,1 0,0 1,1 1,1 0,0 0,0 1,1 0,-2 6,-17 50,10-4</inkml:trace>
  <inkml:trace contextRef="#ctx0" brushRef="#br0" timeOffset="135942.711">6461 6284,'-6'-2,"1"1,-1-1,0 1,0 0,1 1,-1-1,0 1,0 1,0-1,0 1,0 0,1 0,-1 0,0 1,1 0,-1 0,1 0,0 1,-1 0,1 0,1 0,-1 1,0 0,1-1,0 2,0-1,0 0,0 1,1 0,-2 2,-2 3,1 1,0 0,1 0,0 0,1 0,0 1,1-1,0 1,1 0,0 0,1 0,0 1,1-1,1 6,0-10,1 0,-1 1,2-1,-1 0,1 0,1 0,-1 0,1-1,1 1,-1-1,1 0,0 0,1-1,0 1,0-1,0-1,1 1,-1-1,1 0,1 0,-1-1,1 0,2 0,12 6,1-2,0 0,0-2,1 0,0-2,0-1,18 1,-14-3,0-1,0-1,0-1,-1-1,20-5,-36 5,0 0,-1 0,1-1,-1 0,1 0,-1-1,-1-1,1 0,-1 0,0-1,0 0,-1-1,0 1,0-2,2-3,-5 5,-2 1,1-1,-1 0,0 0,0 0,-1 0,0 0,-1-1,1 1,-1-1,-1 1,1-1,-1 1,-1-1,1 1,-1-1,-1 1,1-1,-2-1,-4-13,0-1,-2 1,-1 1,-1 0,-7-11,4 7,-2 1,0 0,-2 1,0 1,-11-8,22 23,0 0,-1 1,0 0,0 0,0 1,-1 0,1 1,-1 0,-1 0,1 1,0 0,-1 0,0 1,1 0,-1 1,0 0,-6 1,1 2,0 0,0 1,1 0,-1 2,1 0,0 0,1 1,-1 1,1 0,0 1,1 0,0 1,0 0,1 1,0 1,1 0,0 0,0 1,2 0,-1 0,-1 6,6-12,1 1,0-1,1 1,0-1,0 1,0 0,1 0,0 0,0 0,0 0,1 0,0 0,1 0,0 0,0 0,0 0,1 0,0 0,0 0,1-1,0 1,0-1,0 0,2 3,29 38</inkml:trace>
  <inkml:trace contextRef="#ctx0" brushRef="#br0" timeOffset="136515.995">8359 6431,'162'-451,"-155"433,-2 32,-15 115,4-93,1 0,2 0,2 0,1 1,2-1,2 0,1 0,1 0,2 0,2-1,1-1,5 9,13 7</inkml:trace>
  <inkml:trace contextRef="#ctx0" brushRef="#br0" timeOffset="137236.18">10352 6016,'-6'0,"1"0,0 0,0 1,0-1,0 1,0 0,0 0,1 1,-1 0,0-1,1 2,-1-1,1 0,-1 1,1 0,0 0,0 0,1 1,-1-1,0 1,1 0,0 0,0 0,0 0,1 0,-1 1,1-1,0 1,1 0,-1 0,0 4,0 1,1 0,0 0,0 0,1 0,1 0,-1 0,2 0,-1-1,2 1,-1 0,1-1,1 1,-1-1,2 0,-1 0,1 0,1-1,-1 0,1 0,7 6,-2-1,1-1,1 0,0-1,1 0,0-1,0-1,1 0,0-1,1-1,0-1,14 5,-19-7,0 0,1-1,0 0,-1 0,1-2,0 1,0-1,0-1,0-1,0 1,0-2,0 1,0-2,-1 0,1 0,-1-1,0 0,0-1,0 0,-1-1,1 0,-1-1,-1 0,1-1,-1 0,-1 0,1-1,-3-2,0 0,-1 0,0-1,0 1,-2-1,1 0,-2 0,0 0,0 0,-1 0,0-1,-1 1,-1 0,0-1,0 1,-1 0,-1 0,0 0,-1 0,0 1,-1-1,0 1,0 0,-1 1,-1-1,0 1,-1 0,1 1,-2 0,1 0,-1 0,-1 1,0 1,0 0,0 0,-1 1,0 0,0 1,-9-3,13 5,0 0,-1 0,0 0,1 1,-1 1,0-1,0 1,0 1,0-1,0 1,0 1,0-1,1 1,-1 1,0-1,0 2,1-1,-1 1,1 0,0 0,0 1,0 0,0 0,0 1,1-1,0 2,0-1,1 1,-1-1,1 2,-2 2,3 0,0 0,0 0,1 1,1-1,0 1,0-1,1 1,0 0,0 0,1 0,1-1,-1 1,2 0,-1 0,2 3,11 38</inkml:trace>
  <inkml:trace contextRef="#ctx0" brushRef="#br0" timeOffset="137728.713">11393 6057,'44'-72,"39"-81,-76 138,-3 28,-5 288,12 28,-11-301</inkml:trace>
  <inkml:trace contextRef="#ctx0" brushRef="#br0" timeOffset="137980.392">11461 6458,'-5'0,"1"0,8 0,13 0,14 0,13-2,9-1,4 0,-3 1,-8 0,-12 1</inkml:trace>
  <inkml:trace contextRef="#ctx0" brushRef="#br0" timeOffset="139087.933">6287 7661,'-11'-1,"1"1,-1 0,0 1,1 0,-1 1,1 0,-1 1,1 0,0 0,0 1,0 1,0 0,1 0,0 0,0 2,0-1,1 1,0 0,0 0,1 1,0 0,0 1,1-1,0 1,1 1,0-1,0 1,1 0,-2 7,4-7,1 1,0-1,1 1,0-1,1 1,0-1,0 1,1-1,1 0,0 0,0 0,1 0,0 0,1-1,0 0,0 0,1 0,0 0,1-1,-1 0,2 0,-1-1,1 0,0 0,1-1,-1 0,1-1,1 0,-1 0,1-1,-1 0,1 0,1-1,4 0,5 2,-1 0,0-2,1 0,0-2,-1 0,1-1,0-1,0 0,-1-2,1 0,-1-2,0 0,12-5,-20 6,0 0,0-1,-1 0,0-1,0 0,0-1,-1 0,1 0,-2-1,1 0,-1-1,-1 0,1 0,-2 0,1-1,-1 0,-1 0,1-1,-2 0,0 0,0 0,-1 0,1-7,-3 5,-1 1,0-1,-1 0,-1 1,0-1,0 0,-1 1,-1 0,0 0,-1 0,0 0,-1 1,0 0,-1 0,0 0,0 1,-1 0,-1 1,0 0,0 0,-1 1,0 0,0 0,-1 1,0 1,0 0,0 0,-1 1,0 0,0 1,0 1,-1 0,1 0,-1 2,0-1,1 2,-1-1,0 2,1 0,-1 0,0 1,1 1,-1 0,-6 3,8-2,1 0,0 1,0 0,0 1,1 0,0 0,0 1,0 0,1 1,0 0,0 0,1 1,0 0,1 0,0 0,0 1,1 0,0 0,1 1,0-1,1 1,0 0,0 0,1 0,1 0,0 9,7 29</inkml:trace>
  <inkml:trace contextRef="#ctx0" brushRef="#br0" timeOffset="139756.955">8266 7862,'60'-108,"-43"82,-1-1,-1 0,-2-1,-1-1,0-1,-3 1,0-1,1-14,-13-3,2 47,0 0,0 0,0 0,0 0,0 0,0 0,0 0,1 0,-1 1,0-1,0 0,0 0,0 1,0-1,1 1,-1-1,0 1,0-1,1 1,-1-1,0 1,1 0,-1-1,0 1,1 0,-1 0,1-1,-1 1,1 0,0 0,-1 0,1 0,0 0,0-1,-1 2,-11 25,2 0,0 1,2 0,1 0,1 1,-2 28,2-13,1 0,2 1,3 0,1-1,7 41,3-24</inkml:trace>
  <inkml:trace contextRef="#ctx0" brushRef="#br0" timeOffset="140517.783">10124 7834,'21'-31,"-2"0,-1-2,-1-1,-2 0,-1 0,-2-2,-2 1,-1-2,0-5,5-53,-11 125,9 324,-12-316,1 0,3 0,1 0,1 0,5 10,3-8</inkml:trace>
  <inkml:trace contextRef="#ctx0" brushRef="#br0" timeOffset="141017.193">11140 7768,'-2'10,"1"1,0 0,0-1,1 1,1 0,0-1,0 1,1 0,0-1,1 0,0 1,1-1,0 0,1-1,0 1,0-1,1 0,0 0,1-1,0 1,0-2,1 1,0 0,6 4,0 0,1-1,0-1,1 0,0-1,0 0,1-2,0 0,0-1,1 0,-1-2,1 0,4 0,-9-4,1 0,-1 0,1-2,-1 1,1-2,-1 0,0 0,0-1,0-1,-1 0,0-1,0 0,0-1,0 0,-1-1,-1 0,1 0,-1-2,-1 1,1-1,-2 0,1-1,-2 0,1-1,-2 1,1-2,0 2,-1 0,-1 0,0-1,0 0,-1 0,0 0,-1 0,-1-1,0 1,-1-1,0 0,0 1,-2-1,0 0,0 1,-1-1,0 1,-1-1,-1 1,0 0,-1 0,0 1,0-1,-1 1,-1 0,0 1,-6-8,5 10,-1 0,1 1,-2-1,1 2,-1-1,0 1,0 1,0 0,-1 0,0 1,0 1,0-1,0 2,0 0,-1 0,1 1,-1 0,1 1,-1 0,-2 1,-9 2,-1 0,1 2,0 1,0 0,1 2,0 0,0 2,1 0,-10 7,4 0,1 1,1 1,0 1,2 1,0 2,1 0,2 1,0 1,2 1,1 0,-8 17,-10 29</inkml:trace>
  <inkml:trace contextRef="#ctx0" brushRef="#br0" timeOffset="141998.735">6341 9399,'-5'-2,"0"1,0-1,0 1,0 0,0 1,0-1,0 1,0 0,0 1,0-1,0 1,0 0,0 0,0 0,0 1,0 0,1 0,-1 0,0 1,1-1,0 1,0 0,0 0,0 0,0 1,1 0,-1-1,-1 4,0 4,2 0,-1 0,1 1,1-1,0 1,0-1,1 1,1 0,0-1,1 1,0 0,0-1,2 1,-1-1,1 0,1 0,0 0,1 0,0 0,0-1,1 0,0 0,1 0,0-1,1 0,0-1,0 0,1 0,0 0,0-1,1-1,0 1,0-2,7 4,-1-3,1 0,0-1,1-1,-1 0,1-1,-1-1,1-1,0-1,-1 0,1-1,0-1,-1-1,1 0,-1-1,0-1,0-1,0 0,-1-2,0 1,0-2,-1 0,0-1,-1 0,0-2,-1 1,0-1,-1-1,0-1,-1 1,0-2,-1 0,-1 0,0 0,-1-3,-4 8,-1 0,0 0,0-1,-1 1,-1-1,0 1,0-1,-1 1,0-1,-1 0,0 1,-1-1,0 1,-1 0,0-1,-1 1,0 0,0 1,-1-1,0 1,-1 0,0 0,0 1,-1-1,0 1,0 1,-1 0,0 0,0 0,-1 1,0 0,0 1,0 0,-1 0,0 1,-3-1,1 2,-1 0,0 0,0 1,0 1,0 0,0 1,0 0,0 1,-1 1,1 0,1 0,-1 1,0 1,1 0,0 1,0 1,0-1,0 2,1 0,0 0,1 1,-1 0,1 1,1 0,0 0,0 1,1 1,0-1,1 1,0 0,1 1,-2 6,5-11,1 0,0 0,0 1,0-1,1 1,1-1,-1 1,1-1,0 1,1-1,0 1,0-1,1 1,0-1,0 0,0 0,1 0,0 0,1 0,-1 0,5 5,24 29</inkml:trace>
  <inkml:trace contextRef="#ctx0" brushRef="#br0" timeOffset="142497.237">8306 9586,'23'-66,"-3"0,-3-1,-3-1,-3 0,-1-13,-12 58,-21 149,17-87,2 1,2 1,1-1,2 0,2 0,2 0,1 0,2-1,2 0,9 22,4-10</inkml:trace>
  <inkml:trace contextRef="#ctx0" brushRef="#br0" timeOffset="143119.97">10191 9452,'65'-193,"-47"147,-1 0,-2-1,2-21,-18 53,-10 49,-1 16,2 0,2 0,2 1,3 0,2 0,3 13,17 42,-5-68</inkml:trace>
  <inkml:trace contextRef="#ctx0" brushRef="#br0" timeOffset="143555.252">11153 9399,'105'-413,"-91"336,-25 124,0 41,4 0,3 0,4 0,5 1,7 32,-6-64,0-10</inkml:trace>
  <inkml:trace contextRef="#ctx0" brushRef="#br0" timeOffset="147214.036">6594 10816,'87'-152,"-58"107,-3-1,-1-2,-3 0,8-26,-28 66,6-15,-5 43,8 299,-8-296,0-7,0 0,0 1,-2-1,0 0,-1 1,0-1,-2 1,0-1,-1 0,0 1,-1-2,-1 1,-1 0,0-1,-1 0,0 0,-4 3,7-14,1 0,-2-1,1 0,0 1,-1-1,1-1,-1 1,0-1,0 0,0 0,0 0,0-1,0 1,0-1,-1 0,1-1,0 0,-1 1,1-2,0 1,-1-1,-9 3,21 3,28 3,319-1,-268-7</inkml:trace>
  <inkml:trace contextRef="#ctx0" brushRef="#br0" timeOffset="147914.38">8412 10536,'-6'6,"1"1,0 1,0-1,0 1,1 0,0 0,1 1,0-1,0 1,1-1,0 1,0 0,1 0,0 0,1 0,0 0,0 0,1 0,0 0,0 0,1-1,1 1,-1 0,1-1,1 0,-1 1,2-1,2 4,7 1,0-1,1-1,1 0,0-1,0 0,1-2,0 0,0-1,1 0,0-2,0 0,1-1,-1-1,1 0,0-2,0 0,-1-1,1-1,2-1,-3 2,1-2,-1-1,0 0,0-1,0-1,0 0,-1-2,0 0,3-2,-14 6,0-1,0 1,0-1,0 0,-1-1,1 1,-1-1,0 0,-1-1,1 1,-1-1,0 0,-1 0,1 0,-1 0,0-1,-1 1,1-1,-1 0,-1 1,1-1,-1 0,-1 0,1 0,-1-3,-2-4,-1-1,0 1,-1 0,-1-1,0 2,-1-1,0 1,-1 0,-1 0,0 1,0 0,-1 0,-1 1,0 0,-1 1,0 0,0 0,-1 1,0 1,-1 0,1 1,-14-5,14 6,0 2,-1-1,0 1,0 1,0 1,0 0,0 0,0 1,-1 1,1 0,-1 1,1 0,0 1,0 1,0 0,0 1,0 0,1 1,0 0,0 1,0 0,1 1,-1 1,2 0,-1 0,1 1,0 0,1 0,0 1,-6 11,12-17,0 1,0 0,0 1,1-1,0 0,0 1,1-1,-1 1,1-1,0 1,1 0,-1 0,1-1,0 1,1 0,-1 0,1-1,0 1,1 0,-1-1,1 1,0-1,1 0,-1 0,2 2,34 34,6-6</inkml:trace>
  <inkml:trace contextRef="#ctx0" brushRef="#br0" timeOffset="148557.818">10337 10615,'-4'7,"0"0,1 1,0-1,0 1,0 0,1-1,0 1,1 0,0 0,0 0,0 1,1-1,0 0,1 0,0 0,0 0,1 0,0 0,0 0,1-1,0 1,0-1,1 0,0 0,0 0,1 0,1 1,4-1,1 0,1 0,-1-1,1-1,0 0,0 0,1-1,-1-1,1 0,0-1,0 0,-1-1,1-1,0 0,0 0,0-1,0-1,0 0,0-1,-1-1,1 0,7-4,-13 5,0-1,-1 0,0 0,0-1,0 1,0-1,-1-1,0 1,0-1,0 0,-1 0,0 0,0-1,-1 0,1 1,-1-1,-1 0,1-1,-1 1,-1 0,1-1,-1 1,-1-1,1 1,-1-1,-1 1,1-1,-1 1,0-1,-1 1,0 0,0-1,-1 1,1 0,-2 0,1 0,-3-6,-1 1,0 0,0 0,-1 1,0 0,-1 0,-1 1,1 0,-2 0,1 1,-1 1,-1 0,1 0,-1 1,-1 1,1 0,-1 1,0 0,0 1,-1 0,1 1,-1 0,0 2,1-1,-1 2,0 0,-13 1,11 1,0 0,0 2,0-1,0 2,1 0,-1 1,-9 6,18-9,1 0,0 0,0 1,1 0,-1 0,1 1,0-1,0 1,0 0,1 1,0-1,0 1,0 0,1 0,-1 0,2 0,-1 0,0 1,1 2,1-3,1 0,0 0,1 0,-1 0,1 0,0 0,1 0,0 0,0-1,0 1,0-1,1 1,0-1,0 0,0 0,1 0,0 0,0-1,0 0,0 1,1-1,-1-1,1 1,2 0,38 30</inkml:trace>
  <inkml:trace contextRef="#ctx0" brushRef="#br0" timeOffset="149042.36">11341 10575,'-2'11,"0"0,1 0,0 0,1 0,0 0,0 0,2 0,-1 0,1 0,1-1,0 1,0 0,1-1,1 0,0 0,0 0,1-1,0 0,0 0,1 0,0-1,1 0,0 0,0-1,1 0,0 0,0-1,0 0,1-1,0 0,0 0,0-1,1-1,-1 1,1-2,0 0,0 0,0-1,0 0,0-1,0 0,9-1,-12-1,0 0,1-1,-1 0,-1 0,1 0,0-1,-1-1,0 1,0-1,0 0,0-1,-1 1,0-1,0 0,-1-1,0 0,0 0,0 0,-1 0,0-1,0 1,-1-1,0 0,0 0,-1 0,0-2,1-3,0 0,-1 0,-1 0,0 0,-1 0,0 0,-1-1,0 1,-1 0,-1 0,0 0,0 1,-1-1,-1 1,0 0,-5-8,3 10,-1 1,1-1,-2 1,1 1,-1 0,0 0,-1 0,0 1,0 1,-1 0,1 0,-1 1,-1 0,1 1,-1 0,1 1,-1 0,0 1,0 0,0 1,0 1,-1 0,1 0,0 1,0 1,0 0,0 0,0 1,1 1,-1 0,1 1,0 0,0 0,1 2,0-1,0 1,0 0,1 1,0 0,0 1,-7 8,-37 85,37-55</inkml:trace>
  <inkml:trace contextRef="#ctx0" brushRef="#br0" timeOffset="149851.407">6781 12273,'93'-249,"-49"77,-47 231,-17 108,7-80,4 0,4 1,5 65,5-102</inkml:trace>
  <inkml:trace contextRef="#ctx0" brushRef="#br0" timeOffset="150477.43">8292 12139,'-6'15,"0"0,1 1,1-1,1 1,0 0,1 0,0 0,1 0,1 0,1 3,0-12,0 0,0 0,0 0,1 0,0-1,1 1,-1-1,1 1,0-1,1 0,-1 0,1 0,1-1,-1 0,1 1,0-1,0-1,0 1,1-1,-1 0,1 0,0-1,0 1,3 0,2 0,0 1,0-2,0 1,0-1,0-1,1 0,0-1,-1 0,1-1,-1 0,1-1,-1 0,1-1,-1 0,1-1,-1 0,0-1,0 0,-1-1,1 0,-1 0,0-1,0-1,-1 0,0 0,0-1,-1 0,0 0,0-1,-1 0,0 0,0-1,-1 0,-1 0,1-2,-1-1,-1-1,0 0,-1 0,0 0,-2 0,1 0,-2 0,0 0,-1-1,0 1,-1 0,0 0,-2-4,2 9,-1 1,0 0,0 0,0 0,-1 0,-1 1,1-1,-1 1,0 0,-1 0,1 1,-1 0,-1 0,1 0,-1 1,0 0,0 0,-1 0,1 1,-1 0,0 1,-3-1,-4 1,0 1,0 0,0 2,0 0,0 0,0 1,0 1,0 1,0 0,0 1,1 0,0 1,0 1,0 0,1 1,-1 0,2 1,-1 1,1 0,1 1,-1 0,2 0,-1 1,-4 8,10-14,0 1,0-1,0 1,1 0,0 0,0 1,1-1,0 1,0 0,0-1,1 1,0 1,1-1,-1 0,1 0,1 1,-1-1,1 0,1 1,-1-1,1 0,0 1,1-1,0 0,0 0,0 0,1 0,2 2,22 28</inkml:trace>
  <inkml:trace contextRef="#ctx0" brushRef="#br0" timeOffset="151196.668">10017 12139,'-5'2,"0"0,0 1,0-1,0 1,1 0,-1 0,1 0,0 1,0 0,0-1,0 1,1 1,0-1,0 1,0-1,0 1,0 0,1 0,0 0,0 0,1 0,-1 0,1 1,0-1,1 0,-1 1,1-1,0 1,0-1,1 1,-1-1,1 0,1 1,-1-1,1 0,0 0,0 0,0 0,1 0,-1 0,1-1,0 1,3 1,6 5,1 0,0-1,1-1,0 0,0-1,1-1,0 0,1-1,-1 0,1-1,0-1,0-1,1 0,-1-1,1-1,13-1,-10 1,-1 0,1-2,-1 0,0-2,0 0,0-1,0 0,0-2,-1 0,0-2,0 0,-1 0,0-2,0 0,-1-1,-1-1,0 0,0-1,-1-1,-10 9,0-1,0 1,0-1,-1 0,0-1,0 1,0 0,-1-1,0 0,0 1,-1-1,0 0,0 0,0 0,-1 0,0 0,-1 0,0 0,0 1,0-1,-1 0,1 0,-2 1,1-1,-1 1,0 0,0 0,-1 0,0 0,0 0,0 1,-1-1,-4-3,-5-3,-1 1,-1 1,0 0,0 1,-1 1,0 0,-1 1,1 1,-1 1,0 0,-1 1,1 1,-1 1,0 1,1 1,-1 0,0 1,1 1,-1 1,1 0,-6 3,10-2,1 0,-1 1,1 0,0 1,0 1,1 0,0 1,0 0,0 1,1 0,-5 6,12-11,0 0,0 1,0-1,1 1,0 0,0 0,0 0,0 0,1 1,-1-1,2 1,-1-1,0 1,1 0,0 0,1-1,-1 1,1 0,0 0,1 0,-1 0,1 0,0-1,1 1,-1 0,1-1,0 1,3 4,28 37,7-8</inkml:trace>
  <inkml:trace contextRef="#ctx0" brushRef="#br0" timeOffset="151878.202">11300 12126,'96'-148,"-80"117,-1 0,-1-1,-1 0,4-24,-12 51,-4 21,-1-13,21 488,-20-479,0-4,0 1,0-1,-1 0,0 1,-1-1,0 1,0-1,0 0,-1 0,-1 0,1 0,-1 0,0 0,-1 0,-3 3,5-9,0 0,0 0,0-1,0 1,-1-1,1 1,-1-1,1 0,-1 0,1 0,-1 0,0-1,1 1,-1-1,0 1,0-1,1 0,-1 0,0 0,0-1,1 1,-1-1,0 1,1-1,-1 0,0 0,1 0,-2-1,4 2,0 0,1 0,-1 0,1 1,-1-1,0 0,1 0,-1 0,1 0,-1 0,1 0,-1 0,1 0,-1 0,0 0,1 0,-1 0,1 0,-1 0,1 0,-1 0,1 0,-1-1,0 1,1 0,-1 0,0-1,1 1,-1 0,1 0,-1-1,0 1,0 0,1-1,-1 1,0-1,0 1,1 0,-1-1,0 1,0-1,0 1,0 0,1-1,-1 1,0-1,0 1,0-1,0 1,0-1,0 1,0 0,0-1,0 1,-1-1,1 1,0-1,0 1,0 0,0-1,-1 1,1-1,0 1,0 0,-1-1,1 1,-1-1,246 5,-178-3,-8-1</inkml:trace>
  <inkml:trace contextRef="#ctx0" brushRef="#br0" timeOffset="152127.944">12183 12514,'0'0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7:58.53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198 57,'-14'-9,"-11"-6,-8 1,-4 2,4 5,6 9,8 8,9 8,12 6,12 7,10 3,1-5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7:59.13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70 697,'-18'64,"18"-63,0 1,0 0,0-1,0 1,0 0,0-1,0 1,1 0,-1-1,1 1,-1-1,1 1,-1-1,1 1,0-1,0 1,0-1,0 0,0 1,0-1,0 0,0 0,1 0,-1 0,0 0,1 0,-1 0,1 0,-1 0,1-1,-1 1,1-1,-1 1,1-1,0 0,-1 1,2-1,0 0,0-1,0 1,-1-1,1 0,0 0,-1 0,1 0,0 0,-1 0,1-1,-1 1,0-1,1 0,-1 0,0 0,0 0,0 0,0 0,-1 0,1-1,-1 1,1-1,-1 1,0-1,0 1,0-1,0 0,0 0,-1 1,1-1,-1 0,0 0,0 0,0 0,0 1,0-1,-1 0,1 0,-1 0,1 1,-1-1,0 0,-1 1,1-1,0 0,-1 1,1 0,-1-1,0 1,1 0,-1 0,-1-1,1 1,0 0,-1 0,1 0,-1 0,1 0,-1 0,1 0,-1 1,0 0,0-1,0 1,0 0,0 0,0 1,0-1,0 1,-1-1,1 1,0 0,0 0,0 1,0-1,-1 0,1 1,0 0,0 0,0 0,0 0,0 0,1 1,-1-1,0 1,1 0,-1 0,1 0,-1 0,1 0,0 0,0 1,0-1,-1 3,-4 16,4 0</inkml:trace>
  <inkml:trace contextRef="#ctx0" brushRef="#br0" timeOffset="282.794">83 1219,'3'0,"-1"1,1 0,0-1,-1 0,1 0,0 0,0 0,-1 0,1 0,0-1,-1 1,1-1,-1 0,1 0,-1 0,1 0,-1 0,1 0,-1-1,0 1,0-1,0 0,0 0,0 1,0-1,0 0,-1-1,1 1,-1 0,1 0,-1-1,0 1,0-1,0 1,0-1,0 1,-1-1,1 0,-1 1,0-1,1 0,-1 1,0-1,-1 0,0-1,0 1,-1 0,1 0,-1 0,0 0,0 0,0 1,0-1,0 0,-1 1,1 0,-1-1,1 1,-1 0,0 0,0 1,0-1,0 1,0-1,0 1,-1 0,1 0,0 0,-1 1,1-1,-1 1,1 0,0 0,-1 0,1 0,-1 0,1 1,0 0,-1 0,1 0,0 0,0 0,-1 0,1 1,0 0,1 0,-1-1,0 2,0-1,1 0,-1 0,1 1,0 0,0-1,0 1,0 0,0 0,0 0,0 3,2-4,0 0,0 0,0 1,1-1,-1 0,1 0,-1 0,1 0,0 1,0-1,0 0,0-1,0 1,0 0,0 0,1 0,-1-1,1 1,-1 0,2 0,18 16</inkml:trace>
  <inkml:trace contextRef="#ctx0" brushRef="#br0" timeOffset="1367.891">1300 470,'-3'9,"0"1,0 0,1 0,1-1,-1 1,2 0,-1 1,1-1,1 0,0 0,0 0,1-1,1 1,-1 0,2-1,-1 1,1-1,0 0,1 0,0 0,1-1,0 0,0 0,0 0,1-1,1 1,11 7,0-1,1-1,0 0,1-2,1 0,-1-2,2 0,-1-1,1-2,0 0,1-1,-1-1,1-2,0 0,0-2,-1 0,1-2,1 0,-13 0,0 0,0 0,0-1,0 0,0-1,-1-1,0 1,0-2,0 0,6-4,-12 6,0 0,-1 0,1 0,-1 0,0-1,0 0,0 1,-1-2,0 1,0 0,0-1,0 1,-1-1,0 0,0 0,-1 1,0-1,0-1,0 1,0 0,-1-5,0 6,0 0,0 0,0 1,-1-1,0 0,0 0,0 0,0 1,-1-1,0 1,0-1,0 1,0-1,-1 1,1 0,-1 0,0 1,-1-1,1 0,0 1,-1 0,0 0,0 0,0 0,0 1,0-1,-1 1,1 0,-1 0,-2 0,4 2,1 1,-1-1,0 1,1-1,-1 1,0 0,1 0,-1 0,1 1,-1-1,1 0,0 1,0 0,0-1,-1 1,1 0,1 0,-1 0,0 0,1 1,-1-1,1 0,-1 1,1-1,0 1,-1 2,-19 74,12 23,5 0,5 0,3 1,17 86,-20-180,9 87,7 49,-6 2,-7 90,-4-221,-1 0,-1-1,0 1,0 0,-2-1,0 1,-1-1,0 0,-7 12,11-25,0 0,0 0,0 0,0 0,0-1,0 1,0 0,-1-1,1 1,0-1,-1 1,1-1,-1 1,0-1,0 0,1 0,-1 0,0 0,0 0,0-1,0 1,0 0,0-1,0 1,0-1,0 0,0 0,0 0,0 0,-1 0,1 0,0-1,0 1,0-1,0 1,0-1,0 0,0 0,1 1,-1-2,0 1,0 0,1 0,-1 0,0-1,1 1,0-1,-1 1,1-1,0 0,0 1,-1-1,1 0,-12-19,1 0,1-1,1 0,1-1,0 0,-3-20,3 13,-52-196,60 224,0-1,0 1,0 0,1 0,-1-1,1 1,-1 0,1-1,0 1,0 0,0-1,0 1,0 0,1-1,-1 1,1 0,-1-1,1 1,0 0,0 0,0 0,0 0,0 0,1 0,-1 0,0 0,1 0,0 0,-1 1,1-1,1 0,6-1,-1 2,1-1,0 1,-1 0,1 1,0 0,-1 0,1 1,0 0,7 3,7-1,477 40,-500-44,1 1,0-1,0 1,0 0,0 0,0-1,0 1,0 0,0 0,0 0,0 0,-1 0,1 0,0 0,0 0,0 1,0-1,0 0,0 1,0-1,0 0,0 1,-1-1,1 1,0-1,0 1,-1 0,1-1,0 1,-1 0,1-1,0 1,-1 0,1 0,-1-1,1 1,-1 0,0 0,1 0,-1 0,0 0,0 0,0 0,1 0,-1 0,0 0,0 0,0-1,0 1,-1 0,1 0,0 0,0 0,-1 0,1 0,0 0,-1 0,-3 5,1 0,-1 0,1 0,0 0,1 1,-1-1,1 1,1 0,-1-1,1 1,0 0,1 0,0 0,0 0,0 0,1 0,0-1,0 1,1 0,0 0,0-1,0 1,1-1,0 0,0 0,2 3,2-2,1-1,-1 1,1-1,0-1,1 0,-1 0,1 0,0-1,0-1,0 1,0-1,1-1,0 0,-1 0,1-1,0 0,0-1,-1 0,1-1,1 0,-4 1,1-1,0 0,-1 0,0-1,1 0,-1 0,0-1,0 0,0 0,0-1,-1 0,1 0,-1-1,0 1,0-1,-1 0,1-1,-1 0,0 1,-1-2,0 1,0 0,0-1,0 0,1-6,-3 8,0-1,-1 0,0 1,0-1,-1 0,1 0,-1 0,-1 1,1-1,-1 0,0 0,0 1,0-1,-1 0,0 1,0-1,-1 1,1 0,-1 0,0 0,-1 0,1 1,-1-1,0 1,0 0,0 0,-1 0,1 0,-1 1,-4-3,0 1,-1-1,1 1,-1 1,0 0,0 0,0 1,0 1,-1-1,1 2,-1-1,1 1,-1 1,0 0,1 1,-1 0,-7 1,12-1,-1 1,1 0,-1 0,1 0,0 1,0 0,0 0,0 0,0 1,1 0,0 0,-1 0,2 1,-1-1,0 1,1 1,0-1,0 0,1 1,-1 0,1 0,0 0,1 0,0 0,0 1,0-1,1 1,-1 0,2-1,-1 1,1 0,6 24</inkml:trace>
  <inkml:trace contextRef="#ctx0" brushRef="#br0" timeOffset="1751.737">2931 777,'16'2,"17"1,18 0,14-1,13 0,3-1,-2 2,-10 0,-17 0</inkml:trace>
  <inkml:trace contextRef="#ctx0" brushRef="#br0" timeOffset="1999.315">3065 991,'18'9,"18"6,18 4,16 1,12 0,6-1,1-5,-5-3,-10-5,-18-3</inkml:trace>
  <inkml:trace contextRef="#ctx0" brushRef="#br0" timeOffset="2245.183">4014 523,'-2'21,"3"17,12 15,11 11,16 6,15 3,12-2,5-7,0-6,-7-7,-14-10,-14-10,-14-7,-11-8</inkml:trace>
  <inkml:trace contextRef="#ctx0" brushRef="#br0" timeOffset="2459.802">4401 616,'-11'5,"-9"8,-5 13,-5 14,-4 11,-6 11,-5 8,-1 4,4 1,7-2,10-5,9-15</inkml:trace>
  <inkml:trace contextRef="#ctx0" brushRef="#br0" timeOffset="2875.404">4656 1151,'0'19,"0"0,2 0,0 0,1 0,1 0,5 13,-7-27,0 1,0-1,0 0,1 1,0-1,0-1,0 1,1 0,-1-1,1 0,0 1,1-2,-1 1,0 0,1-1,0 0,0 0,0 0,0-1,1 0,-1 0,1 0,-1 0,3-1,-2 0,0 0,0-1,1 0,-1 0,0 0,1-1,-1 0,0 0,0-1,0 0,0 0,0 0,0-1,-1 0,1 0,-1 0,0-1,0 1,0-1,0-1,0 1,-1-1,1 0,2-4,0 0,-1 0,0-1,0 0,-1 0,0 0,-1-1,0 1,-1-1,0 0,-1 0,1-7,-1 12,-1 0,0-1,-1 1,0 0,1-1,-2 1,1 0,-1-1,0 1,0 0,-1 0,0 0,0 0,-1 0,1 0,-1 1,0-1,-1 1,1-1,-1 1,0 1,0-1,-1 0,0 1,1 0,-1 0,-1 0,1 1,0 0,-1 0,0 0,0 0,-7 1,0 0,1 0,-1 2,0-1,0 1,1 1,-1 1,0 0,1 0,-1 1,1 1,0 0,0 0,0 1,1 1,-1 0,1 1,1 0,-1 0,1 1,1 1,0-1,0 2,0-1,1 1,1 0,-1 1,1 0,-10 39,10-5</inkml:trace>
  <inkml:trace contextRef="#ctx0" brushRef="#br0" timeOffset="5105.226">5779 122,'4'8,"-1"-1,1 1,-1-1,-1 1,0 0,0 0,0 1,-1-1,0 0,0 0,-1 1,0-1,-2 8,2-8,-30 334,11-178,-62 637,54-517,13 8,13-280,-15 107,13-115,0 0,0 0,0-1,0 1,-1-1,0 0,1 0,-1 0,0-1,0 0,-1 1,1-1,0-1,-1 1,0 0,1-1,-1 0,0 0,1-1,-1 1,0-1,0 0,1 0,-1-1,0 1,0-1,1 0,-1-1,1 1,-1-1,0 0,-2 1,-337-41,-1 15,-91 14,395 13,-869-21,-458-25,-333 47,1699 0,1-1,-1 1,1-1,0 1,-1-1,1 0,-1 0,1 0,-1 0,1 0,-1 0,1-1,-1 1,1 0,-1-1,1 1,-1-1,1 1,0-1,-1 0,1 1,0-1,0 0,0 0,-1 0,1 0,0 0,0 0,0-1,1 1,-1 0,0 0,0-1,1 1,-1 0,1-1,-1 1,1-1,-1 1,1-1,0 1,0 0,0-1,0 0,0-75,4 1,9-38,90-473,-35-198,-56 636,-6-98,-7 234,1 11,-1 0,0-1,1 1,-1 0,1-1,0 1,-1 0,1-1,1 1,-1 0,0-1,0 1,1 0,-1-1,1 1,0 0,0 0,0-1,0 1,0 0,0 0,1 0,-1 0,0 1,1-1,0 0,-1 0,1 1,0-1,0 1,0 0,0 0,0-1,0 1,0 1,1-1,-1 0,0 0,2 0,128 15,67-1,107-10,-197-4,214 1,1379 16,-935 19,158 53,-250 24,-669-111,-5 0,0 0,0-1,0 0,0 1,0-1,0 1,0-1,0 0,0 0,0 0,0 0,0 1,0-1,0-1,0 1,0 0,0 0,0 0,0 0,0-1,0 1,0-1,0 1,0 0,0-1,0 0,0 1,0-1,-1 1,1-1,0 0,0 0,-1 0,1 1,0-1,-1 0,1 0,-1 0,1 0,-1 0,0 0,1 0,21-64,-22 64,1 0,-1 1,1-1,-1 0,0 0,0 0,1 0,-1 0,0 0,0 0,0 0,0 0,0 0,0 0,0 0,-1 0,1 0,0 0,0 0,-1 0,1 0,-1 0,1 0,-1 1,1-1,-1 0,1 0,-1 0,0 1,1-1,-1 0,0 1,0-1,0 1,1-1,-1 1,0-1,0 1,0-1,0 1,0 0,-1-1,-16-5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7:58.28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336 129,'-1'-7,"0"1,0 0,-1-1,0 1,0 0,-1 0,0 0,0 0,0 0,-1 1,0-1,0 1,0 0,0 0,-1 1,0-1,0 1,-2-1,0 2,0-1,0 1,-1 0,0 1,1 0,-1 0,0 1,0 0,0 0,0 0,0 1,0 1,0-1,0 1,0 1,0 0,0 0,1 0,-1 1,1 0,-1 0,1 1,0 0,0 0,1 1,-1 0,1 0,0 0,0 1,1 0,0 0,0 0,0 1,1 0,0 0,0 0,1 0,0 1,0-1,0 1,1 0,1-1,-1 1,1 0,0 0,1 0,0 0,0 0,1 0,0 3,1-5,1 0,-1 0,1 0,0 0,1-1,-1 1,1-1,0 0,0 0,1 0,-1-1,1 1,0-1,0 0,1-1,-1 1,1-1,0 0,5 2,7 2,-1-1,1-1,0 0,1-2,-1 0,7 0,-1 0,0-2,-1-1,1 0,0-2,-1-1,1 0,-1-2,0-1,0-1,-1 0,1-2,-1-1,-17 8,-1 0,1 0,-1-1,0 1,0-1,0 0,0 0,-1 0,1-1,-1 1,0-1,0 0,0 0,0 0,0 0,-1 0,0-1,0 1,0-1,-1 0,1-1,-2 6,0 0,-1-1,1 1,0-1,0 1,0 0,-1-1,1 1,0 0,-1 0,1-1,0 1,0 0,-1 0,1-1,0 1,-1 0,1 0,-1 0,1-1,0 1,-1 0,1 0,0 0,-1 0,1 0,-1 0,1 0,0 0,-1 0,1 0,-1 0,1 0,0 0,-1 0,1 1,-1-1,1 0,0 0,-1 0,1 0,0 1,-1-1,1 0,0 0,-1 1,1-1,0 0,0 1,-1-1,1 0,0 1,0-1,0 0,0 1,-1-1,1 0,0 1,0-1,0 1,0-1,0 0,0 1,0-1,0 1,0-1,-1 2,0 0,0 0,0 0,1 0,-1 0,1 0,-1 0,1 0,0 0,0 0,0 1,0-1,0 0,0 0,0 0,1 0,-1 0,1 0,0 0,-1 0,1 0,0 0,0 0,0 0,1 0,-1-1,0 1,1 0,-1-1,1 1,-1-1,1 0,0 1,0-1,-1 0,2 0,73 31,-58-28,0-1,0-1,-1-1,1-1,0 0,0-1,0-1,0-1,-1 0,1-1,-1-1,5-3,-17 6,0 0,0 0,-1 0,1-1,-1 0,0 0,0 0,0 0,0-1,0 0,-1 1,0-1,1-1,-1 1,-1 0,1-1,-1 1,0-1,0 0,0 0,0 0,-1 0,0 0,0 0,-1 0,1 0,-1 0,0 0,0 0,-1-1,1 1,-1 0,0 0,-1 0,1 0,-1 0,0 1,0-1,-2-2,-1-1,0 0,-1 1,0-1,0 1,0 0,-1 1,0 0,0 0,-1 0,0 1,0 0,0 1,0 0,-1 0,1 1,-1 0,0 0,0 1,-1 0,1 0,0 1,0 1,-1 0,1 0,0 0,-1 1,1 1,0 0,0 0,0 0,0 1,0 1,1 0,-1 0,1 0,0 1,0 0,1 1,0 0,0 0,0 0,-3 5,4-4,1 0,0 0,0 0,1 1,0 0,0 0,0 0,1 1,1-1,0 1,0 0,0-1,1 2,1-6,-1 0,1 0,1 0,-1 0,0 1,1-1,0 0,0 0,0 0,1 0,-1 0,1-1,0 1,0 0,0-1,1 1,-1-1,1 0,0 0,0 0,0 0,0 0,0 0,1-1,-1 0,1 0,-1 0,3 1,37 12,1-6</inkml:trace>
  <inkml:trace contextRef="#ctx0" brushRef="#br0" timeOffset="494.294">1018 90,'0'18,"3"12,4 7,9 1,10-4,12-7,14-7,11-6,-5-5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7:54.729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186 147,'-7'0,"0"1,0-1,0 1,0 0,1 1,-1 0,0 0,1 0,-1 1,1 0,0 0,0 0,0 1,0 0,1 0,0 1,0 0,0-1,0 2,1-1,-1 0,1 1,1 0,-1 0,1 0,0 0,0 2,-4 11,0 0,2 1,0 0,1 0,2 0,-1 0,2 0,1 1,1-1,0 0,2 0,0 1,1-2,1 1,1 0,1-1,6 13,-10-23,1-1,0 0,0 0,0 0,1-1,0 1,1-1,0 0,0-1,0 0,1 1,0-2,0 1,0-1,1 0,-1-1,1 0,1 0,-1-1,0 0,1 0,0-1,-1 0,1 0,0-1,0 0,0-1,0 0,0 0,0-1,0 0,4-2,-1-2,-1 0,0-1,-1 0,1-1,-1 0,-1-1,1 0,-1 0,-1-1,1 0,-1-1,-1 1,0-2,-1 1,1-1,-2 0,0 0,4-11,-2 3,-1-1,-1 0,0 0,-2-1,0 0,-1 1,-1-1,-1 0,-1 0,-3-18,3 27,-1-1,0 1,-1 0,-1 0,1 0,-2 0,0 0,0 1,-1 0,0 0,-1 0,0 1,-1 0,0 1,-1-1,0 2,0-1,-1 1,0 1,0-1,-1 2,-5-3,11 7,0 0,-1 1,1 0,0 0,0 0,0 1,-1 0,1 0,0 0,0 1,-1 0,1 0,0 0,0 0,0 1,0 0,0 0,1 0,-1 1,0-1,1 1,0 0,0 1,0-1,0 1,0-1,1 1,-3 4,-2 3,0 0,1 0,0 1,1-1,1 2,0-1,0 0,1 1,1 0,0 0,1 1,0 2,1 0,1 0,0 0,1 0,1 0,1 0,1 5,12 36</inkml:trace>
  <inkml:trace contextRef="#ctx0" brushRef="#br0" timeOffset="541.649">721 1,'5'93,"3"-1,8 26,1 7,7 119,-20-221,7-36,0-42,-8 36,0 0,1 0,2 1,0 0,0-1,2 2,0-1,9-12,-15 27,0 1,0-1,0 1,1-1,-1 1,0 0,1 0,0 0,0 0,-1 1,1-1,0 1,0 0,0-1,0 1,1 1,-1-1,0 0,0 1,1 0,-1-1,0 1,0 1,1-1,-1 0,0 1,0 0,1-1,-1 1,0 0,0 1,0-1,0 1,0-1,0 2,7 2,-1 2,0-1,0 1,-1 0,0 1,0 0,-1 0,0 1,6 9,-9-12,0-1,0 1,-1-1,0 1,0 0,0 1,0-1,-1 0,0 1,-1-1,1 1,-1 0,-1 0,1-1,-1 1,0 0,-1 0,1-1,-1 1,-1 0,1-1,-1 1,0-1,-1 1,0-1,-8 3,0 0,-1-1,0 0,0-1,-1 0,0-1,0-1,-1 0,0-1,0 0,0-1,0 0,0-1,0-1,-4-1,-96 5,114-5,1 0,-1 0,0 0,0 0,1-1,-1 1,0 0,0 0,1 0,-1-1,0 1,0 0,1 0,-1-1,0 1,0 0,0 0,0-1,0 1,1 0,-1 0,0-1,0 1,0 0,0-1,0 1,0 0,0-1,0 1,0 0,0-1,0 1,0 0,0-1,0 1,0 0,-1 0,1-1,0 1,0 0,0-1,0 1,-1 0,1 0,0 0,0-1,0 1,-1 0,1 0,0-1,0 1,-1 0,1 0,0 0,0 0,-1 0,1 0,0-1,-1 1,1 0,0 0,-1 0,1 0,0 0,-1 0,1 0,14-9</inkml:trace>
  <inkml:trace contextRef="#ctx0" brushRef="#br0" timeOffset="1746.202">1576 348,'-13'-2,"-1"0,1 1,-1 0,0 1,1 0,-1 1,0 1,1 0,-1 1,1 0,0 1,0 0,0 1,1 1,-2 1,11-5,0 1,0 0,0 0,1 0,-1 0,1 0,-1 1,1-1,0 1,0-1,1 1,-1 0,1 0,0 0,0 0,0 0,0 0,1 0,0 0,-1 0,2 0,-1 0,0 0,1 0,0 0,0 0,0 0,0 0,0 0,1-1,0 1,0 0,0-1,0 1,1-1,-1 0,1 0,0 0,0 0,0 0,0-1,2 2,87 68,-76-62,0 1,0 1,-1 0,-1 1,0 1,9 11,-22-23,1 0,-1 0,0 0,0 0,0 0,0 0,0 0,-1 0,1 0,0 1,-1-1,0 0,1 0,-1 1,0-1,0 0,0 1,-1-1,1 0,0 0,-1 0,0 1,1-1,-1 0,0 0,0 0,0 0,0 0,-1 0,1 0,0-1,-1 1,0 0,1-1,-1 1,0-1,1 1,-1-1,0 0,-1 0,-4 4,-1 0,1-1,-1-1,1 1,-1-1,-1 0,1-1,0 0,0 0,-1-1,1 0,-1 0,1-1,-1 0,1-1,-1 0,-5-2,11 2,0 0,1-1,-1 1,1-1,-1 0,1 0,0 0,0 0,-1 0,2 0,-1-1,0 1,0 0,1-1,-1 0,1 1,0-1,0 0,0 0,0 0,1 0,-1 0,1 1,-1-1,1 0,0 0,0 0,0 0,1 0,-1 0,1 0,0 0,0 0,0 0,0 0,0 1,0-1,1 0,-1 1,1-1,0 1,0 0,0-1,0 1,0 0,3-1,6-5,0 1,0 0,1 1,0 0,1 1,-1 0,1 1,0 0,0 2,0-1,0 1,1 1,-1 0,0 1,1 1,-1 0,8 2,9-2,21 0,-33 1,0 0,0-2,0 0,0-1,0-1,0 0,0-2,0 0,-1-1,0 0,16-8,-29 11,0-1,-1 1,1-1,-1 1,1-1,-1 0,0 0,0-1,0 1,0-1,-1 1,0-1,1 0,-1 0,-1 0,1 0,0 0,-1 0,0-1,0 1,0 0,-1-1,1 1,-1-1,0 1,0 0,-1-1,1 1,-1-1,0 1,0 0,-1 0,1-1,-1 1,0 0,0 0,0 1,-1-1,1 0,-1 1,0-1,0 1,0 0,0 0,-1 0,0 0,-1 0,-1 0,1 1,-1 0,0-1,1 2,-1-1,0 1,0 0,0 0,0 1,-1-1,1 1,0 1,0-1,0 1,0 0,0 1,0-1,0 1,1 0,-1 1,1-1,-1 1,1 0,0 1,0-1,0 1,0 0,1 0,0 0,0 1,0 0,0 0,1 0,-1 0,1 0,1 0,-1 1,1 0,0-1,0 1,0 0,1 0,0 0,0 0,1 0,0 0,0 0,0 1,1 1,1 1,1 1,0-1,0 0,1 0,0 0,1-1,0 1,0-1,1 0,0-1,0 1,1-1,0-1,0 1,3 1,11 8,0-1,1-1,1 0,0-2,4 0,89 27,-111-38,-1 0,1-1,-1 1,0-1,1 0,-1-1,1 1,-1-1,0 0,1 0,-1 0,0-1,0 1,0-1,0 0,0 0,0-1,-1 1,1-1,-1 0,1 1,-1-2,0 1,0 0,-1-1,1 1,5-15,-1 0,0 0,-1 0,-2-1,0 0,0 0,-2 0,0 0,-2-1,0 1,-1 0,-1 0,0-1,-5-13,-4-37,12 68,1 0,-1 0,1 0,0 1,-1-1,1 0,0 1,0-1,0 1,0 0,0 0,0 0,1 0,-1 0,0 0,0 0,1 1,-1-1,1 1,-1 0,0-1,1 1,-1 0,1 1,-1-1,1 0,-1 1,0-1,1 1,-1 0,0 0,2 1,4-2,10 1,1 1,0 0,-1 2,0 0,0 0,0 2,0 1,-1 0,0 1,0 0,-1 2,9 6,-21-12,0 0,0 0,-1 0,0 0,0 0,0 1,-1-1,1 1,-1 0,0 0,0 0,-1 0,1 0,-1 0,0 0,-1 0,1 1,-1-1,0 0,0 1,-1-1,0 4,-43 114,19-64,24-57,-13 60,14-60,0-1,0 1,1 0,-1 0,0-1,1 1,-1 0,1-1,0 1,-1 0,1-1,0 1,0-1,0 0,0 1,0-1,0 0,1 1,-1-1,0 0,1 0,-1 0,0 0,1 0,0 0,-1-1,1 1,-1 0,1-1,0 1,-1-1,1 0,0 0,0 1,12-1,1 1,-1-2,1 0,-1-1,1 0,-1-1,0-1,0 0,0-1,6-3,21-8</inkml:trace>
  <inkml:trace contextRef="#ctx0" brushRef="#br0" timeOffset="2136.508">2739 389,'3'2,"0"0,0 0,-1 1,1-1,-1 1,1 0,-1 0,0-1,0 1,-1 1,1-1,-1 0,1 0,-1 1,0-1,0 2,2 3,38 124,-34-99,2-1,2 0,1-1,1 0,8 12,-17-37,0 1,1-1,0 0,0 0,0 0,0-1,1 0,0 0,0 0,1-1,4 3,-8-6,0 1,0-1,0 0,0 0,0 0,0-1,1 1,-1-1,0 1,0-1,1 0,-1-1,0 1,0 0,1-1,-1 0,0 0,0 0,0 0,0 0,0 0,0-1,0 0,-1 1,1-1,0 0,-1-1,1 0,9-11,-2-1,0-1,-1 1,0-2,-1 1,-1-1,0 0,-2-1,0 0,-1 0,0 0,-2 0,0 0,-1-1,-2-14,5-251,-4 281,0 1,0-1,0 1,0-1,0 1,1-1,-1 1,1 0,0-1,0 1,-1-1,2 1,-1 0,0 0,0 0,1 0,-1 0,1 0,-1 0,1 0,0 0,0 1,0-1,0 1,0-1,0 1,0 0,1 0,-1 0,1-1,11-1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8:19.5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8:37.2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237 59,'-19'-11,"-14"-4,-9 0,-2 4,5 5,8 10,10 15,13 12,15 10,6-1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8:34.2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267 214,'-12'-9,"0"0,-1 1,-1 0,1 1,-1 1,-11-4,21 8,0 1,1 0,-1 0,0 1,0-1,0 1,0 0,0 0,1 0,-1 0,0 1,0-1,0 1,0 0,1 0,-1 1,1-1,-1 1,1 0,-1-1,1 2,0-1,0 0,0 1,0-1,0 1,1 0,-3 2,-4 11,1-1,1 1,0 0,1 1,0 0,2 0,0 0,1 1,1-1,0 1,1-1,2 17,-2-12,0-1,2 1,1 0,0-1,2 0,0 1,2-1,0-1,1 1,2-1,-1 0,2-1,1 0,0-1,2 1,-9-14,0-1,1 1,0-1,0 0,0 0,0 0,1-1,-1 1,1-1,0-1,0 1,0-1,0 0,0-1,1 1,-1-1,0 0,1-1,-1 1,1-1,-1-1,0 1,1-1,-1 0,1-1,-1 1,0-1,0-1,0 1,0-1,-1 0,1 0,-1-1,5-3,2-2,-1 0,-1-1,1-1,-2 0,1 0,-1-1,-1 0,0 0,-1-1,0 0,-1 0,-1-1,0 0,-1 0,0 0,-1 0,-1-1,1-7,-1-1,-2-1,0 1,-1-1,-1 1,-1 0,-2 0,0 0,-1 0,-1 1,-2 0,-2-4,6 14,-1 0,0 0,-1 0,0 1,-1 0,0 1,-1 0,0 0,-1 1,0 0,-6-4,13 11,1 0,-1 1,1 0,-1-1,1 1,-1 0,0 0,0 0,0 1,1-1,-1 1,0-1,0 1,0 0,0 0,0 0,0 1,0-1,1 1,-1-1,0 1,0 0,0 0,1 0,-1 0,1 1,-1-1,1 1,-1 0,1 0,0-1,0 1,0 1,0-1,0 0,0 0,0 2,-7 13,0 0,2 1,0-1,1 1,1 1,0-1,2 1,0 0,1 0,1 0,1 0,1 16,4 40,3-9</inkml:trace>
  <inkml:trace contextRef="#ctx0" brushRef="#br0" timeOffset="541.263">641 0,'11'20,"12"53,-4 1,-3 1,-4 0,-2 1,-4 1,-4-1,-3 27,2-74,-1-29,0 0,1 0,-1 0,0 0,0 0,0 0,1 1,-1-1,0 0,0 0,1 0,-1 0,0 0,0 0,0 0,1 0,-1 0,0 1,0-1,0 0,0 0,1 0,-1 0,0 1,0-1,0 0,0 0,0 0,0 1,1-1,-1 0,0 0,0 1,0-1,0 0,0 0,0 0,0 1,0-1,0 0,0 1,5-22,0-3,-4 11,0 0,1 0,1 1,0-1,0 1,2 0,-1 0,1 0,1 0,0 1,1 0,0 0,1 1,0 0,0 0,1 1,0 0,4-2,-9 9,0 0,0 1,0 0,0-1,1 1,-1 1,0-1,0 1,1-1,-1 1,1 1,-1-1,0 1,0-1,1 1,-1 0,0 1,0-1,0 1,0 0,0 0,0 0,0 0,-1 1,1-1,-1 1,78 85,-78-83,46 81,-48-83,1 1,-1-1,0 0,0 1,-1-1,1 0,-1 1,1-1,-1 1,0-1,0 1,-1-1,1 1,-1-1,0 0,0 1,0-1,0 0,0 0,-1 0,1 1,-1-1,0-1,0 1,0 0,-2 1,-9 5,0-2,-1 1,0-2,-1 0,1 0,-1-2,0 0,-1 0,1-2,-1 0,1 0,-1-1,1-1,-6-1,19 1,-122-3,107-1</inkml:trace>
  <inkml:trace contextRef="#ctx0" brushRef="#br0" timeOffset="1555.427">1577 281,'-27'-1,"0"1,0 1,0 1,1 2,-1 0,1 2,0 1,-11 5,35-11,-1-1,0 1,0 0,1 0,-1 0,1 1,-1-1,1 0,0 1,-1 0,1-1,0 1,0 0,0 0,0 1,1-1,-1 0,0 0,1 1,0-1,-1 1,1-1,0 1,0 0,1-1,-1 1,1 0,-1 0,1-1,0 1,0 0,0 0,0 0,0 0,1-1,-1 1,1 0,0 1,6 5,0 1,1-1,0 0,0-1,1 0,0 0,0-1,1 0,0 0,0-1,0-1,10 4,-9-3,40 21,-24-14,0 1,-1 1,-1 2,0 0,-1 2,11 12,-31-29,-1 1,0 0,0 1,0-1,-1 0,1 1,-1 0,0-1,0 1,0 0,0 0,-1 0,1 0,-1 1,0-1,0 0,-1 0,0 1,1-1,-1 1,-1-1,1 0,0 0,-1 1,0-1,0 0,-1 0,1 0,-1 0,0 0,0 1,-5 2,0-1,0 1,-1-1,0 0,0-1,-1 0,0 0,1-1,-1 0,-1-1,1 0,-1 0,1-1,-1 0,0-1,1 0,-1 0,0-1,0-1,0 1,1-2,-1 1,-7-3,10 2,0 0,0 0,0-1,1 0,-1 0,1-1,0 0,0 0,0 0,0-1,1 0,0 0,0 0,0 0,-3-6,7 10,1-1,-1 1,0 0,1 0,-1-1,1 1,0 0,-1-1,1 1,0 0,0-1,0 1,0 0,0-1,0 1,0 0,0-1,1 1,-1-1,1 1,-1 0,1 0,-1-1,1 1,-1 0,1 0,0 0,0 0,0 0,0 0,0 0,0 0,0 0,0 0,0 0,0 1,0-1,1 0,-1 1,0-1,0 1,1-1,63-16,-59 16,89-13,-64 12,1-1,-1-2,0-1,-1-2,1 0,-1-3,-1 0,0-2,-1 0,0-2,18-15,-39 25,0 0,-1 0,0-1,0 0,-1-1,0 1,0-1,0 0,-1-1,0 1,0-1,-1 1,0-1,-1 0,1 0,-1 0,-1-1,0 1,0 0,0-7,-1 14,-1-1,1 1,0-1,-1 0,1 1,-1-1,1 1,-1-1,0 1,0-1,0 1,1 0,-1-1,-1 1,1 0,0 0,0 0,0 0,-1 0,1 0,0 0,-1 0,1 0,-1 1,1-1,-1 1,1-1,-1 1,1-1,-1 1,0 0,1 0,-1 0,0 0,1 0,-1 0,1 0,-1 0,0 1,1-1,-2 1,-2 1,0-1,0 1,1 0,-1 0,0 1,1-1,0 1,-1 0,1 0,0 1,1-1,-4 5,1 1,1 1,0 0,0 0,1 1,1-1,0 1,0 0,1 0,0 0,1 0,0 0,1 0,1 0,-1 0,2 0,-1 0,1 0,1 0,0-1,1 1,0-1,0 0,1 0,1 0,0-1,0 1,0-1,1-1,1 1,-1-1,4 1,-1 1,1-1,0-1,1 0,0 0,0-1,0-1,1 0,0 0,1-1,-1-1,1-1,0 0,-1 0,1-1,0-1,1-1,-1 0,6-1,-14 0,0-1,-1 1,1-2,-1 1,1 0,-1-1,0 0,0 0,0-1,0 1,-1-1,0 0,1 0,-1-1,-1 1,1-1,-1 0,0 0,0 0,0 0,0 0,-1-1,0 1,1-6,1-6,0-1,-1 1,-1-1,0 1,-2-1,0 1,-2-15,0 13,-1-1,-1 1,-1 0,-1 0,0 1,-7-12,13 29,-1 0,0 1,1-1,-1 0,1 1,-1-1,1 0,0 1,-1-1,1 0,-1 0,1 0,0 0,0 1,0-1,-1 0,1 0,0 0,0 0,0 0,0 1,0-1,1 0,-1 0,0 0,0 0,1 0,-1 1,0-1,1 0,-1 0,0 1,1-1,-1 0,1 0,0 1,-1-1,1 1,-1-1,1 0,0 1,0-1,-1 1,1 0,0-1,0 1,-1 0,1-1,0 1,0 0,0 0,0 0,0-1,-1 1,1 0,0 0,24 0,0 1,0 1,-1 1,1 1,6 3,-14-4,-2 0,11 1,0 1,-1 1,0 1,0 2,-1 0,0 2,0 0,-21-9,-1-1,0 1,0 0,0 0,0-1,0 1,0 0,0 1,-1-1,1 0,-1 0,1 1,-1-1,0 1,0-1,0 1,0 0,-1-1,1 1,-1 0,0-1,1 1,-1 0,0 0,-1-1,1 1,0 0,-27 74,14-46,10-27,1 0,0 0,1 0,-1 0,1 0,0 0,0 0,0 0,0 1,1-1,-1 0,1 0,0 1,1-1,-1 0,1 1,0-1,0 0,0 0,0 0,1 0,0 0,0 0,0 0,0-1,0 1,1 0,0-1,2 2,6 1,0-2,0 0,1 0,-1-1,1 0,0-1,0 0,0-1,0-1,0 0,0 0,0-1,6-2,33-2</inkml:trace>
  <inkml:trace contextRef="#ctx0" brushRef="#br0" timeOffset="1911.841">2954 388,'91'178,"-63"-114,-16-33,1-2,2 0,1 0,15 19,-30-45,1-1,0 1,0-1,0 1,0-1,1 0,-1 0,1 0,-1 0,1 0,-1-1,1 1,0-1,0 1,0-1,0 0,0 0,0-1,0 1,0-1,0 1,1-1,-1 0,0 0,0 0,0-1,0 1,1-1,-1 0,0 1,0-1,0-1,-1 1,1 0,0-1,0 1,-1-1,1 0,-1 0,3-2,9-11,-1-1,-1 0,0 0,-1-1,-1 0,0-1,-1-1,-1 1,-1-1,-1 0,-1-1,0 0,-1 0,-2-1,10-118,-12 109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7:53.35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2585 110,'-2'-4,"-1"0,0 1,0-1,-1 1,1 0,-1 0,1 1,-1-1,0 1,0-1,0 1,0 1,-1-1,1 0,0 1,-1 0,1 0,-1 0,1 1,-1-1,1 1,-1 0,0 1,1-1,-1 1,-3 1,-6-2,-45-3,0-2,-55-11,85 10,1 2,-1 1,0 2,1 0,-1 2,0 2,0 0,-18 6,-20 9,1 3,1 2,1 4,-55 32,86-37,0 2,2 1,0 2,2 1,1 1,2 1,1 2,1 0,1 2,2 0,1 4,8-20,1 1,0 0,2 1,0 0,2 1,0-1,1 1,1 1,1-1,1 1,1 0,1-1,1 1,2 18,44 224,-43-239,6 66,3-1,20 66,91 320,-48-190,-27 87,-25-259,-5-37,-4 1,-3 1,-1 45,-1 333,21-29,-31 277,-39-104,43-371,13 41,50 241,-53-389,1 18,25 91,18 47,1 95,-31-179,-6-57,0 118,-22-153,-4 1,-6-1,-6 14,-13 169,12 1,18 225,2-240,-2-209,14 556,-5-431,-13 168,-10 422,9-160,58 15,-32-355,33 147,-44-362,3 36,5 0,5-1,3-2,15 30,-28-99,0 1,1-2,2 0,1 0,1-2,1 0,0-1,2-1,1-1,1-1,1-1,0-1,1-1,1-1,0-2,22 9,-42-20,0-1,0 0,0 0,0-1,0 1,1-1,-1-1,0 1,1-1,-1 0,1 0,-1-1,0 0,1 0,-1-1,0 1,0-1,0-1,0 1,0-1,-1 0,1 0,-1-1,0 0,0 1,4-6,10-9,-1-1,-1 0,-1-2,-1 0,-1-1,0 0,-2-1,-1 0,0-1,-2-1,-1 1,3-16,64-277,-49 241,-4-1,-3-1,-4-1,-3 0,-3-1,-3-22,-8-87,-26 27,29-99,-7 197,3 45,1 0,1-1,1 1,0 0,1 0,4-18,61-176,54-124,-85 218,-6 0,-4-2,6-107,-25 106,-5 1,-5-1,-6 0,-8-20,11 77,-16-97,9 67,3-1,5-16,-9-218,-31 33,10 98,2-63,-6-40,-16-10,-49-241,82 363,8-1,9 0,8 0,16-88,8 57,47-185,-51 287,-5-2,-6-1,-5 1,-6-1,-11-85,-33-366,-100-311,127 809,-26-129,5-34,-102-1006,131 1154,5 1,4-1,3 0,12-61,36-267,-40 353,2 2,21-59,-10 39,-13 31,-3 0,-1 0,-2-50,-1 61,-2-1,-2 1,-1 0,-3 0,-1 0,-2 1,-2-1,-2 2,-1-1,-7-10,-5 4,-3 1,-1 1,-2 1,-33-35,49 62,-2 1,0 1,-1 1,-1 0,0 1,-1 1,0 1,-1 0,0 2,0 0,-1 1,0 2,-1 0,0 1,1 1,-1 1,-1 1,1 1,0 0,-20 4,-112 27,84-6</inkml:trace>
  <inkml:trace contextRef="#ctx0" brushRef="#br1" timeOffset="38188.487">754 310,'-3'-9,"-2"1,1 0,-1 1,0-1,0 1,-1 0,0 0,0 0,-1 1,0 0,0 0,-7-3,-128-67,132 72,-1 0,1 1,-1 0,0 1,0 1,0-1,0 2,0-1,0 2,0-1,0 2,0-1,0 1,0 1,1 0,-1 1,1 0,0 0,0 1,0 0,0 1,-170 132,172-133,0 1,0 0,0 1,0-1,1 1,1 1,-1 0,1 0,0 0,1 0,0 1,0 0,1 0,0 0,0 1,-1 9,-1 24,1 1,3 0,1 0,5 36,-3-56,3 6,1-1,1 0,2 0,0-1,2 0,2 0,9 16,20 53,91 326,-110-348,27 123,-9 3,7 131,-33-191,-4 130,3 49,1 113,-29-127,-20 129,4-84,-8 138,2-55,4-167,14-134,-1 129,22-69,9 0,13 33,-11-74,-8 142,0-9,21 159,26-99,-28-191,8-2,47 139,-23-129,-7 3,-8 1,-7 2,-7 2,2 137,-29-67,-21 144,-4-56,15 84,4 572,-2-656,16 17,37 103,-36-350,5-2,5 0,3 0,5-2,3-1,5-2,4-1,5 1,-31-67,-4-6,1 0,0 0,2-1,0 0,1-1,0 0,1-1,10 7,-19-19,0 0,0 0,0-1,1 1,-1-1,1 0,0-1,0 0,-1 0,1 0,0 0,0-1,0 0,0 0,0-1,0 0,-1 0,1 0,0-1,3-1,107-54,-81 31,-1-2,-1-2,-2 0,-1-2,-2-2,-1 0,4-10,16-17,103-133,-132 161,-8 6</inkml:trace>
  <inkml:trace contextRef="#ctx0" brushRef="#br1" timeOffset="39489.145">566 189,'0'-6,"3"-4,4 4,7 4,7 8,9 9,7 11,8 13,5 16,2 13,0 17,-4 14,-2 10,-6 8,-5 4,-5 0,-9-21</inkml:trace>
  <inkml:trace contextRef="#ctx0" brushRef="#br1" timeOffset="53193.619">928 2155,'-8'-1,"0"1,1-1,-1 2,0-1,0 1,0 0,1 1,-1 0,0 0,1 0,0 1,-1 0,1 1,0 0,1 0,-1 0,1 1,0 0,0 0,0 0,1 1,-1 0,2 0,-1 0,0 1,1 0,1-1,-1 2,1-1,0 0,1 1,-1-1,0 8,-1-3,1 1,0 0,1 0,1 0,0 0,0 0,1 0,1 0,0 0,1 0,0 0,1-1,1 1,0-1,0 0,1 1,1-2,0 1,1-1,1 2,-1-3,1 0,0 0,0-1,1 0,0 0,1-1,0-1,0 1,0-2,1 1,0-1,0-1,1 0,0-1,0 0,0-1,4 1,-10-4,-1 0,0 0,0-1,0 1,1-1,-1 0,0-1,0 1,0-1,-1 0,1 0,0-1,-1 1,1-1,-1 0,0 0,0-1,0 1,0-1,-1 0,0 0,1 0,-1 0,2-4,2-5,0 1,-1-1,0 0,-1-1,-1 1,0-1,0 0,0-8,-1-2,-1 1,0-1,-2 0,-1 1,-1-1,-1 1,-2-6,3 17,-1 1,0-1,-1 1,-1 0,1 0,-2 0,1 1,-2 0,1 0,-1 1,-1-1,0 2,0-1,0 1,-4-2,7 6,0 0,-1 1,0 0,1 0,-1 1,0-1,0 1,0 0,0 1,-1 0,1 0,0 0,-1 1,1-1,0 2,-1-1,1 1,0 0,-1 0,1 0,0 1,0 0,0 0,0 1,0 0,1 0,-4 3,-5 2,1 2,1-1,0 2,0 0,1 0,0 1,1 0,1 1,0 0,-5 10,8-11,0 0,1 1,0 0,1 0,0 0,1 0,1 1,0-1,1 1,0 0,1-1,1 1,0 0,1-1,2 11,-2-15,1 0,0 0,0 0,1 0,0 0,0-1,1 0,0 0,1 0,0-1,0 1,1-1,-1-1,1 1,1-1,-1-1,1 1,0-1,1 0,-1-1,1 0,8 2,-10-4,0 0,0-1,1 1,-1-2,1 1,-1-1,1 0,-1-1,0 0,1 0,-1-1,0 1,0-1,0-1,0 0,0 0,0 0,-1-1,1 0,-1 0,0 0,0-1,-1 0,0 0,1-1,-2 1,1-1,3-5,5-7,-1 0,0 0,-1-1,-1-1,-1 0,-1 0,-1-1,0 1,2-21,-6 28,-1-1,0 0,-1 0,0 0,-2 0,1 0,-2 0,0 0,-1 1,0-1,-1 1,0-1,-1 1,-1 0,-6-10,11 19,-1 0,-1 0,1 0,-1 1,1-1,-1 1,0 0,0 0,0 0,-1 0,1 0,-1 1,0-1,1 1,-1 0,0 0,0 1,0-1,-1 1,1 0,0 0,-1 0,1 0,0 1,-1 0,1 0,0 0,-1 0,-2 1,-4 4,1 0,0 1,1 0,-1 1,1-1,1 2,-1-1,1 1,0 1,1-1,0 1,1 1,-1-1,2 1,-1 0,2 0,-1 1,1-1,1 1,0 0,-1 5,-15 111,16-69</inkml:trace>
  <inkml:trace contextRef="#ctx0" brushRef="#br1" timeOffset="54338.885">1048 3318,'-11'1,"0"1,0 1,0-1,0 2,0 0,1 0,0 0,0 2,0-1,0 1,1 1,0-1,0 2,1-1,0 1,0 0,0 1,1 0,1 0,0 1,0-1,1 1,0 1,0 0,0 0,1 0,1-1,-1 1,2 1,-1-1,2 0,0 0,0 1,1-1,0 1,1-1,0 0,1 1,0-1,1 0,0 0,1 0,0 0,1-1,0 0,0 0,1 0,1-1,0 1,0-1,0-1,1 0,1 0,-1 0,1-1,0 0,5 1,-3-2,1-1,-1 0,1-1,0 0,1-1,-1 0,1-1,-1-1,1 0,-1 0,1-1,0-1,-1 0,1-1,-1 0,0-1,1 0,-1-1,-1-1,1 0,-1 0,1-1,-2 0,1-1,-1-1,0 1,0-2,-1 1,0-1,-1-1,0 1,0-2,-1 1,0-1,-1 0,0 0,-1 0,0-1,-1 0,-1-3,-1 1,-1 0,-1-1,0 1,0 0,-1-1,-1 1,-1 0,0 0,-1 0,0 0,-1 1,-1 0,0-1,0 2,-1-1,-1 1,0 0,-1 1,0 0,-1 0,0 1,-1 0,0 1,0 0,-1 1,0 1,-1-1,0 2,0 0,-6-2,9 5,0 1,0 1,0-1,-1 2,1-1,0 1,-1 1,1 0,0 0,0 1,0 1,0-1,0 2,0-1,0 1,1 1,0 0,0 0,0 0,1 1,0 1,-1 1,-7 6,1 0,0 1,1 1,1 1,1 0,0 0,1 1,1 1,1 0,-4 10,7-14,1 1,0 0,1 0,1 0,1 0,0 0,1 1,1-1,0 2,1-10,0 0,0-1,0 1,1-1,0 1,1-1,0 0,0 0,0 0,1 0,0-1,0 1,1-1,0 0,0 0,0-1,0 0,1 0,0 0,3 1,4 1,1 0,0-1,0-1,0 0,1-1,-1-1,1 0,0-1,0-1,0 0,0-1,0 0,0-1,0-1,0-1,0 0,-1-1,0 0,1-1,-1-1,-1 0,1-1,-1 0,3-3,-8 4,1-1,-1 1,-1-1,1 0,-1-1,-1 0,1 0,-1-1,-1 1,0-1,0 0,0-1,-1 1,-1-1,0 0,0 0,-1 0,0 0,-1 0,0-1,0 1,-1-1,-1 1,1 0,-2 0,1-1,-2 1,1 0,-1 0,-1 0,0-2,-1 0,0 0,-1 0,0 1,-1 0,-1 0,1 0,-1 1,-1 1,0-1,-1 1,1 1,-2 0,1 0,-1 1,0 0,-1 1,1 0,-1 1,-4-1,11 5,-1 0,0 1,0-1,1 1,-1 0,0 1,0-1,1 1,-1 1,0-1,1 1,-1 0,1 0,0 0,-1 1,1 0,0 0,1 0,-1 0,0 1,1 0,0 0,0 0,0 1,1-1,-1 1,1 0,-2 4,-2 2,1 0,1 1,0-1,0 1,1 1,1-1,0 0,0 1,2 0,-1-1,2 1,0 9,0-18,0 0,0 1,0-1,1 0,0 0,0 0,0 0,0-1,1 1,-1 0,1 0,0-1,0 1,0-1,1 0,-1 1,1-1,0 0,0-1,0 1,0 0,0-1,1 0,-1 0,1 0,-1 0,1 0,0-1,0 1,0-1,4 1,15-9,-16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7:47.10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3153 1138,'2'-12,"0"0,0-1,-1 1,-1 0,0-1,0 1,-1 0,-1 0,0-1,-1 1,0 0,-1 1,0-1,-1 1,0 0,-1 0,0 0,-1 1,0-1,-2 0,-151-139,140 130,-1 1,0 0,-1 2,-2 1,1 0,-13-4,-30-15,28 14,-1 2,0 2,-33-10,24 12,22 6,1 2,-2 0,1 1,0 2,-1 1,0 1,6 2,-32-2,1 2,-1 3,1 2,0 2,-41 12,58-6,1 2,1 1,0 2,1 1,-14 12,18-13,15-7,0 0,1 1,1 1,0 0,0 0,1 1,1 0,1 1,0 0,0 0,1 2,-17 29,11-21,1 1,1-1,2 2,0-1,2 1,1 1,0 4,-1 15,-4 17,3 0,3 1,2 2,5-49,1-1,0 0,1 0,1 0,0 0,6 9,6 25,49 257,-46-223,-4-28,-4 1,-1 1,-4-1,-1 17,-12 84,2-104,2 0,3 0,4 25,15 128,33 285,-31-321,18 77,-30 1,-2 39,6-100,-7 4,7-27,0 26,12 114,3-43,0-59,28 106,-1 99,-49-321,-3-1,-6 37,1-20,0 362,-24-252,-48 190,30-105,-23 117,59-318,5 0,4 6,-1 14,-10 186,27 32,-5-75,-7 104,-7-224,11 151,-17-30,4 269,18-311,26 94,-28-188,-5 1,-7 57,1 19,27 95,0 130,20 59,-42-436,3-1,1-1,3 0,2 0,7 10,-21-51,1 0,0 0,1-1,0 1,0-1,1 0,-1 0,1-1,1 1,-1-1,1 0,1 0,-1-1,1 0,-1 0,1 0,1-1,-1 0,1-1,-1 0,1 0,0 0,3 0,0-2,1-1,-1 0,1 0,-1-1,1-1,-1 0,1 0,-1-1,0-1,0 0,-1 0,1-1,-1 0,0-1,8-6,16-12,-2-2,-1-1,22-25,184-218,-201 227,43-55,-5-3,-4-3,-4-3,-5-2,-5-4,29-86,-38 45,-6-2,4-56,-11 47,5-26,-8 0,2-152,-24 157,2-63,23-97,69-357,-92 637,22-207,-24-176,24 64,5-137,-36 234,9-257,41-356,-36 698,9 0,24-74,57-396,-53 321,-13 105,7-239,-17-265,-21 579,-9 0,-6 0,-12-37,-34-120,-59-187,60 314,-10 2,-8 4,-42-75,66 185,-3 3,-4 1,-3 3,-44-46,90 113,-1 1,0-1,0 2,-1-1,0 1,-1 1,0 0,-1 1,0 0,0 1,-1 0,0 1,0 1,0 0,0 1,-1 1,0 0,0 0,-10 1,-56 5,46 0</inkml:trace>
  <inkml:trace contextRef="#ctx0" brushRef="#br1" timeOffset="40738.476">1067 537,'-7'-16,"-1"1,0 1,-1-1,-1 1,0 1,-1 0,0 0,-1 1,0 1,-1 0,0 0,-1 1,0 1,-1 1,0 0,0 1,-1 0,1 1,-4 0,-13-4,5 0,0 1,0 1,-1 2,0 1,0 0,0 3,-1 0,1 1,-1 2,-19 4,33-2,1 2,0 0,-1 1,2 0,-1 1,1 1,0 0,1 1,0 0,0 1,1 0,0 1,1 0,-7 9,-22 26,25-33,1 1,0 0,1 1,1 0,0 1,1 0,1 1,1 0,0 0,1 1,1 0,0 0,2 1,0 1,-34 291,19-180,6 1,6 14,6-133,0 17,-8 145,8 0,7 3,11 18,8-1,43 157,-27-170,16 177,-27-144,16 31,-25-138,-5 1,-5 0,-3 83,-7-86,4 0,13 55,-4-55,-4 0,-5 82,-11 5,0-92,6 0,7 57,19 126,-5-38,34 133,-6-71,-9 62,-30-270,38 487,-38-60,-6-103,19 305,-24-570,13 512,-1-412,-20 204,-2-244,12 74,0 358,-23 35,-3-107,27 30,-2-563,2 0,3-1,1 1,2-1,2 0,2-1,3-1,0 0,3 0,2-2,1 0,3-2,24 33,-35-56,2-1,0 0,1-1,0 0,1-1,1-1,0-1,0-1,1 0,0-1,11 2,-16-6,-1-1,1 0,0-1,1-1,-1 0,0-1,1 0,-1-2,0 1,1-2,-1 0,0 0,0-2,0 0,-1 0,1-1,3-3,28-18,-2-2,0-3,-3-1,0-2,-3-1,0-2,-3-2,-1-1,-2-1,-1-2,18-39,-15 18,-2-1,-4-2,-2-1,-4 0,1-16,-17 69,92-271,-55 176,-6-3,12-66,26-233,-61 327,2 0,-5 0,-3 0,-4-28,-45-172,58 13,-7 78,3 137,-4 0,-2 0,-1-30,22-285,12-208,-42 176,-5 333,-3 1,-4 0,-8-19,7 23,-10-24,-4 2,-3 1,-12-14,33 70,0-1,2-1,1 1,2-2,2 1,-2-24,-7-318,5 76,8 162,-14-97,-9-69,15 190,-5 0,-5 1,-5 0,-16-39,3 17,-11-93,35 143,-13-74,6-1,8 0,6-14,35-210,-14-54,1 269,-7-71,-11-420,-24 117,26 459,0-20,-3 0,-12-53,0 57,-9-59,0-85,17 138,-4 1,-17-67,-81-538,91 629,-3 0,-29-67,27 81,-11-29,-4 2,-5 1,-3 2,-4 2,-39-49,-15-25,85 124,-2 2,-2 1,-1 0,-2 2,-1 1,-1 1,-2 2,-1 0,-1 2,-14-7,22 20,0 1,-1 1,-1 1,0 1,0 2,-1 0,0 2,-18-2,33 7,-1 0,0 0,1 1,-1 0,0 2,1-1,-1 1,1 1,0 0,0 1,0 0,0 1,1 1,-1-1,1 2,1 0,-1 0,1 0,-8 10,-4 8,1 2,1 1,1 1,2 0,-12 28,14-29,-22 44</inkml:trace>
  <inkml:trace contextRef="#ctx0" brushRef="#br1" timeOffset="62117.522">813 2395,'35'-32,"-1"-1,-2-2,-2-2,-1 0,-1-2,7-18,-5 17,-29 40,-1 0,1 0,-1 0,1-1,-1 1,1 0,-1 0,1 0,-1 0,0 1,1-1,-1 0,1 0,-1 0,1 0,-1 0,1 1,-1-1,1 0,-1 0,0 1,1-1,-1 0,1 1,-1-1,0 0,1 1,-1-1,0 0,0 1,1-1,-1 1,0-1,0 1,0-1,1 0,-1 1,0-1,0 1,0-1,0 1,0-1,0 1,0-1,0 1,0-1,0 1,0-1,0 1,-1 0,10 170,48 304,-56-465,-1 38,0-47,0 0,0 0,0 0,-1 0,1 0,0 0,-1 0,1 0,-1 0,1 0,-1 0,1 0,-1-1,0 1,0 0,1 0,-1-1,0 1,0 0,0-1,0 1,0-1,1 1,-1-1,0 1,0-1,0 0,-1 1,1-1,0 0,0 0,0 0,0 0,0 0,0 0,0 0,0 0,0 0,0-1,0 1,-97-39,93 30,31 9,-19 0,95 2,0-5,0-5,82-17,-246 21,28 2</inkml:trace>
  <inkml:trace contextRef="#ctx0" brushRef="#br1" timeOffset="62568.066">1107 2155,'-73'90,"-117"127,346-371,-34 14,-122 140,0 0,0-1,0 1,0-1,0 1,0-1,1 1,-1-1,0 1,0-1,0 1,1 0,-1-1,0 1,1 0,-1-1,0 1,1 0,-1-1,1 1,-1 0,0 0,1-1,-1 1,1 0,-1 0,1 0,-1-1,0 1,1 0,-1 0,1 0,-1 0,1 0,-1 0,1 0,-1 0,1 0,-1 0,1 1,-1-1,1 0,-1 0,0 0,1 0,-1 1,1-1,-1 0,0 1,1-1,-1 0,1 1,-1-1,0 0,0 1,1-1,-1 0,0 1,0-1,1 1,-1-1,0 1,0-1,0 0,0 1,0-1,1 1,-1-1,0 1,-3 40,1-32,0 14,0 0,2 0,1 0,0 0,2 0,0 0,2 0,0-1,2 0,0 0,2 0,2 4,22 35,-1-10</inkml:trace>
  <inkml:trace contextRef="#ctx0" brushRef="#br1" timeOffset="63748.038">1227 3599,'-14'26,"-168"139,216-190,196-189,-186 184,-44 31,1-1,0 0,-1 1,1 0,0-1,-1 1,1-1,0 1,-1 0,1-1,-1 1,0 0,1 0,-1-1,1 1,-1 0,0 0,0 0,1-1,-1 1,0 0,0 0,0 0,0 0,0 0,0-1,0 1,0 0,0 0,-1 0,1 0,0-1,-1 1,1 1,0 1,-34 238,27 44,7-283,-1 0,1 0,-1 0,1-1,-1 1,0 0,1 0,-1-1,0 1,0 0,-1-1,1 1,0-1,0 1,-1-1,1 0,-1 1,1-1,-1 0,0 0,1 0,-1 0,0 0,0-1,1 1,-1-1,0 1,0-1,0 1,0-1,0 0,0 0,0 0,0 0,0 0,0-1,0 1,1 0,-1-1,0 0,0 1,0-1,-1-1,-62-17,65 19,0 0,0 0,1 0,-1 0,0 0,0 0,1 0,-1 0,0 0,0 0,1-1,-1 1,0 0,0 0,0 0,1 0,-1 0,0-1,0 1,0 0,0 0,1 0,-1-1,0 1,0 0,0 0,0 0,0-1,0 1,0 0,0 0,0-1,0 1,1 0,-1 0,0-1,0 1,-1 0,1 0,0-1,0 1,0 0,0 0,0-1,0 1,0 0,0 0,0 0,0-1,-1 1,1 0,0 0,0 0,0-1,27-1,-26 2,304-13,-374 29,-54-4,291-18,-156 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8:38.2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527 404,'-1'12,"1"-1,0 1,1 0,0 0,1 0,0-1,1 1,0-1,1 1,0-1,1 0,0-1,1 1,0-1,0 0,1-1,1 1,0-2,0 1,0-1,1 0,0 0,1-1,0-1,0 1,0-2,1 1,5 0,2 3,0-1,0-1,1-1,0-1,0 0,0-2,1 0,-1-1,1-1,0-1,-1-1,1 0,0-1,-1-2,4-1,-17 4,-1-1,0 0,0 0,0-1,0 1,0-1,0 0,0 0,-1-1,0 0,0 0,0 0,0 0,0 0,-1-1,0 1,0-1,0 0,0 0,-1 0,0 0,0-1,-1 1,1-1,-1 1,0-1,0 1,-1-1,0 0,0 1,0-1,-1 0,0 1,0-1,0 1,0-1,-1 1,0 0,-2-4,3 8,1 0,0 0,-1 0,1 0,-1 0,1 0,-1 1,0-1,1 0,-1 0,0 1,0-1,1 1,-1-1,0 0,0 1,0 0,0-1,0 1,0-1,0 1,0 0,0 0,0-1,0 1,0 0,0 0,0 0,0 0,0 0,0 0,0 1,0-1,0 0,1 0,-1 1,0-1,0 1,0-1,0 1,0-1,0 1,1-1,-1 1,0 0,0-1,1 1,-1 0,0 0,1 0,-1-1,1 1,-1 0,1 0,-23 56,17-10,2 1,3 0,1 0,3 0,1 0,3 0,8 26,5 39,6 30,3 86,-26-183,-2 0,-2 1,-1-1,-3 0,-2 0,-2-1,-2 2,7-30,-1-1,0 0,-1 0,-1 0,0-1,-1 0,-1 0,0-1,-1 0,0-1,-1 0,-1-1,0 0,-6 4,16-14,0-1,-1 1,1-1,0 0,-1 0,1 0,-1 0,0 0,1 0,-1-1,1 1,-1-1,0 0,0 0,1 0,-1 0,0 0,1 0,-1-1,0 1,1-1,-1 0,1 0,-1 0,1 0,-1 0,1-1,0 1,-1-1,1 1,0-1,0 0,0 0,0 0,0-2,-5-5,0 0,2-1,-1 1,1-1,0-1,1 1,1-1,-1-1,-98-405,68 298,34 115,1 1,0 0,1 0,-1 0,1 0,-1 0,1 0,0 0,0 0,0 0,0 1,1-1,-1 1,1 0,-1 0,1 0,0 0,0 0,0 0,0 1,0-1,0 1,0 0,0 0,1 0,-1 1,0-1,1 1,-1 0,1-1,-1 2,1-1,5-2,133-21,0 6,42 4,-123 9,-15 2</inkml:trace>
  <inkml:trace contextRef="#ctx0" brushRef="#br0" timeOffset="1050.696">1357 1874,'58'-97,"50"-101,-108 198,1 0,-1 0,0 1,0-1,1 0,-1 0,0 0,1 1,-1-1,0 0,1 0,-1 0,0 0,1 0,-1 0,1 0,-1 1,0-1,1 0,-1 0,0-1,1 1,-1 0,1 0,-1 0,0 0,1 0,-1 0,0 0,1 0,-1-1,0 1,1 0,-1 0,0-1,0 1,1 0,-1 0,0-1,0 1,1 0,-1 0,0-1,0 1,0 0,1-1,-1 1,0-1,0 1,0 0,0-1,0 1,0 0,0-1,0 1,0 0,0-1,0 1,0-1,0 1,0 0,0-1,5 34,-5-30,10 107,-5 0,-8 81,2-172,-1-1,0 0,-1 0,-1 0,-1-1,0 1,-2-1,0-1,-7 13,14-27,0-1,-1 0,1 0,0 0,-1 0,1 0,-1 0,0 0,1 0,-1 0,0 0,1 0,-1 0,0 0,0 0,0 0,0-1,0 1,0 0,0-1,0 1,0-1,0 1,0-1,-1 0,1 1,0-1,0 0,0 0,-1 0,1 0,0 0,0 0,0 0,-1 0,1 0,0-1,0 1,0 0,0-1,-1 1,2-2,0 0,1 0,-1 0,0 0,1 1,-1-1,1 0,0 0,-1 1,1-1,0 0,0 1,0-1,0 1,0-1,1 1,-1 0,0-1,1 1,-1 0,1 0,-1 0,1 0,-1 0,1 0,0 1,0-1,-1 1,1-1,0 1,0-1,0 1,-1 0,1 0,0 0,0 0,0 0,1 0,204-4,-131 5,29 0,-65-1</inkml:trace>
  <inkml:trace contextRef="#ctx0" brushRef="#br0" timeOffset="1624.237">1918 872,'13'2,"17"1,14 0,13-1,13 0,8-1,0-1,-9 3,-16 0</inkml:trace>
  <inkml:trace contextRef="#ctx0" brushRef="#br0" timeOffset="1872.752">1998 1139,'21'5,"20"3,16 1,15 1,12 1,4-2,-6-1,-16-3</inkml:trace>
  <inkml:trace contextRef="#ctx0" brushRef="#br0" timeOffset="6149.394">3188 485,'-5'-3,"1"0,8 0,17 1,24 2,23 2,24 1,19 1,10 1,4 1,-9 0,-15-1,-19 1,-25-1</inkml:trace>
  <inkml:trace contextRef="#ctx0" brushRef="#br0" timeOffset="4958.246">3308 779,'5'2,"5"5,6 7,8 7,3 9,5 8,1 8,1 7,3 3,1 1,-1 1,0-1,-2-6,-2-6,-5-12,-4-10,-5-10,-5-7</inkml:trace>
  <inkml:trace contextRef="#ctx0" brushRef="#br0" timeOffset="5233.224">3696 805,'-16'7,"-12"9,-8 10,-5 11,-4 8,-4 7,-3 7,-1 4,3 1,9-4,11-5,10-12</inkml:trace>
  <inkml:trace contextRef="#ctx0" brushRef="#br0" timeOffset="5589.672">4083 1420,'112'-302,"-104"291,-7 29,-8 62,2-45,1 1,2-1,2 1,2 0,0-1,6 23,5-13,-1-8</inkml:trace>
  <inkml:trace contextRef="#ctx0" brushRef="#br0" timeOffset="22601.328">59 311,'-26'-41,"25"41,-1 1,1-1,0 0,0 1,0-1,0 1,-1-1,1 1,0-1,0 1,0 0,0 0,0-1,0 1,0 0,1 0,-1 0,0 0,0 0,1 0,-1 0,1 0,-1 0,1 0,-1 1,1-1,0 0,-1 0,1 0,0 1,0-1,0 0,0 0,0 1,0-1,0 0,0 0,1 1,-1-1,1 1,-1-1,-7 101,5 0,6 29,-2-77,12 913,-15-928,1 80,5 1,8 30,-11-131,1-1,1 0,0 0,1-1,1 1,1-1,0 0,5 7,-7-20,0 1,0-1,1 0,0 0,-1-1,1 0,0 0,0 0,1-1,-1 1,0-1,1-1,0 0,-1 0,1 0,0 0,-1-1,1 0,0-1,5 0,2 1,817 0,656 13,888 103,-1496-35,-793-84,-86 3,0-1,1 1,-1-1,0 1,0-1,0 1,0-1,0 1,1-1,-1 1,0-1,0 1,0-1,0 1,0-1,-1 1,1-1,0 1,0-1,0 1,0-1,-1 1,1-1,0 1,0-1,-1 1,1-1,0 1,-1-1,1 1,0 0,-1-1,1 1,-1 0,1-1,-1 1,1 0,0 0,-1-1,1 1,-1 0,0 0,1 0,-1 0,1 0,-1 0,1 0,-1 0,1 0,-1 0,1 0,-1 0,1 0,-1 0,0 0,-88-28,34 13</inkml:trace>
  <inkml:trace contextRef="#ctx0" brushRef="#br0" timeOffset="24080.304">126 123,'0'-3,"-1"0,1 0,0 0,1 0,-1 0,0 0,1 0,0 0,-1 0,1 0,0 0,1 1,-1-1,0 0,1 1,0-1,-1 1,1-1,0 1,0 0,1 0,-1 0,0 0,1 0,-1 1,1-1,-1 1,1-1,0 1,0 0,1-1,97-23,17 12,2 6,52 5,-112 2,1719 3,594 104,-1742-52,-625-55,-5 0,1 0,-1-1,1 1,-1 0,1 0,-1 0,1 1,-1-1,1 0,-1 0,0 1,1-1,-1 1,1-1,-1 1,0 0,0-1,1 1,-1 0,0 0,0 0,0 0,0 0,0 0,0 0,0 0,0 1,0-1,0 1,-11 88,-73 825,74-821,4 1,5-1,3 1,4-1,5 0,4-1,3-1,16 38,40 40,-79-170,-4-6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8:36.98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389 187,'1'-2,"0"-1,-1 1,1 0,-1-1,1 1,-1 0,0-1,0 1,0-1,0 1,0-1,-1 1,1 0,-1-1,1 1,-1 0,0-1,0 1,0 0,0 0,-1 0,1 0,0 0,-1 0,1 0,-1 0,0 1,0-1,0 1,0-1,0 1,0 0,0-1,-1 1,-10-4,0 1,0 0,-1 1,0 0,1 1,-1 0,0 2,0-1,0 2,0 0,0 0,0 2,1-1,-12 5,14-3,1 0,0 0,1 1,-1 0,1 0,0 1,0 1,0-1,1 2,0-1,-2 4,6-8,1 1,1-1,-1 1,0-1,1 1,0 0,0 0,0 0,0 0,1 1,0-1,-1 0,2 1,-1-1,0 0,1 1,0-1,0 1,0-1,1 1,-1-1,1 1,0-1,0 0,1 0,-1 1,1-1,1 3,7 3,-1-1,2 1,-1-2,1 1,0-2,1 1,-1-2,2 1,-1-1,1-1,-1-1,1 0,1 0,-1-1,0-1,1 0,0-1,4 0,29 5,0-2,0-2,0-1,1-3,-1-2,0-2,0-3,-1-1,11-5,-55 14,6-1,-1 0,1-1,-1 0,1 0,-1-1,0 1,0-2,0 1,-1-1,0 0,2-3,-8 8,0 1,0-1,0 0,-1 0,1 0,0 0,0 0,-1 0,1-1,0 1,0 0,0 0,-1 0,1 0,0 0,0 0,0 0,-1 0,1 0,0-1,0 1,0 0,0 0,-1 0,1 0,0 0,0-1,-1 3,0-1,0 0,1 1,-1-1,0 1,1-1,-1 1,1-1,0 1,-1-1,1 1,0 0,0-1,0 1,0-1,0 1,1 0,-1-1,0 1,1-1,-1 1,1-1,-1 1,1-1,0 1,-1-1,1 0,0 1,0-1,0 0,0 0,1 0,-1 1,0-1,0 0,1-1,-1 1,0 0,1 0,0 0,63 24,-51-22,0 0,0-2,0 1,0-2,0 0,0-1,0 0,0-1,0 0,0-1,-1-1,1 0,-1-1,0-1,0 0,-1 0,8-6,-16 9,0 0,-1-1,1 1,-1-1,0 0,0 0,0 0,0 0,0 0,-1-1,0 1,0-1,0 1,-1-1,0 0,1 0,-2 0,1 0,0 0,-1 0,0 0,0 0,-1 0,1 1,-1-1,0 0,-1 0,1 0,-1 1,0-1,0 0,0 1,0 0,-1-1,0 1,0 0,0 1,0-1,-1 0,-3-2,-3-1,-1 1,1 1,-1-1,0 2,0 0,0 0,-1 1,0 0,1 1,-1 0,0 1,0 0,0 1,0 1,0-1,1 2,-1 0,0 0,1 1,-1 1,1 0,0 0,0 1,0 1,1-1,0 2,-4 3,6-5,2 0,-1 0,0 1,1 0,0 1,1-1,-1 1,1 0,-3 7,6-12,1 0,0 0,0 0,0 1,0-1,1 0,-1 0,1 1,-1-1,1 1,0-1,0 0,0 1,0-1,0 0,0 1,1-1,-1 0,1 1,0-1,-1 0,1 0,0 1,0-1,1 0,-1 0,0 0,1 0,-1-1,1 1,-1 0,1-1,0 1,0-1,0 1,0-1,1 1,85 23,-38-19</inkml:trace>
  <inkml:trace contextRef="#ctx0" brushRef="#br0" timeOffset="415.417">1271 307,'5'16,"5"10,9 0,12-2,12-4,13-7,-4-5</inkml:trace>
  <inkml:trace contextRef="#ctx0" brushRef="#br0" timeOffset="22490.463">1753 0,'0'16,"0"7,0 3,2-4,4-8,-1-10,0-9,2-5,-2-4,0-1,-2 4,-2 8,0 9,0 4</inkml:trace>
  <inkml:trace contextRef="#ctx0" brushRef="#br0" timeOffset="22768.14">1833 494,'2'0,"1"-2,-2-3,-4-3,-4 0,-5 1,-2 2,-2 6,2 8,6 9,11 6,14 1,4-4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2.4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75,'5'9,"5"8,9 7,7 7,6 5,8 3,2 2,0 0,-1 1,-5-3,-5-3,-6-4,-9-4,-6-7</inkml:trace>
  <inkml:trace contextRef="#ctx0" brushRef="#br0" timeOffset="280.945">400 128,'-16'5,"-9"8,-6 9,-1 9,-3 9,-2 5,-1 3,1-2,4-4,8-7,11-9,12-12,6-8</inkml:trace>
  <inkml:trace contextRef="#ctx0" brushRef="#br0" timeOffset="542.276">601 156,'14'2,"9"1,7 0,5-1,4 0,0-1,0-1,-2 0,-6 0,-7 0</inkml:trace>
  <inkml:trace contextRef="#ctx0" brushRef="#br0" timeOffset="791.564">681 343,'21'6,"15"3,11 0,9-5,2-2,-3-4,-10-1</inkml:trace>
  <inkml:trace contextRef="#ctx0" brushRef="#br0" timeOffset="1226.982">1497 102,'-12'9,"0"-1,1 2,1-1,0 2,0-1,1 1,0 1,-6 11,12-18,1-1,-1 1,2-1,-1 1,0 0,1 0,0-1,0 1,0 0,1 0,-1 0,1 0,1 0,-1 0,1 0,-1 0,2 0,-1 0,0 0,1-1,0 1,0-1,0 1,1-1,-1 0,1 1,1 0,2 3,1-1,0 1,0-1,1 0,0-1,0 1,1-2,0 1,0-1,0-1,0 1,1-2,-1 1,1-1,0-1,0 0,0 0,1-1,-1 0,0-1,0 0,1 0,-1-1,0-1,0 0,0 0,0-1,0 0,0-1,-1 0,1-1,1-2,0-1,-1 0,0 0,0-1,-1-1,0 0,0 0,-1-1,-1 0,0 0,0 0,-1-1,0 0,2-11,-5 16,-1-1,0 1,0 0,-1 0,0-1,0 1,-1 0,1-1,-2 1,1-1,-1 1,0-1,-1 1,0 0,0 0,-1 0,1 0,-1 0,-1 1,1-1,-1 1,-1 0,1 0,-1 0,0 0,0 1,-1 0,-4-2,0 1,-1 0,1 0,-1 1,-1 0,1 1,-1 1,0 0,0 0,0 1,0 1,0 0,0 0,0 1,0 1,-1 0,1 1,0 0,0 1,1 0,-1 1,1 0,-1 1,1 0,1 1,-1 0,1 0,0 1,0 1,1 0,0 0,1 1,-1 0,-5 10,-9 12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7.9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0,'5'7,"5"7,9 7,9 6,10 4,7 4,5 3,1 1,1 0,-2-1,-4-5,-6-2,-6-6,-5-3,-6-7,-7-5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3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319 0,'-14'2,"-9"8,-5 9,-4 10,-2 8,0 5,0 4,1 0,3-1,5-6,7-7,8-9,6-8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5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20,'18'0,"14"-3,4 0,4 1,0-1,-1 2,-2 0,-2 0,-4 1,-4 0,-2 0,-3 0,-3-2,-5-1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8.8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 0,'-4'14,"-2"11,0 6,4 4,2 4,0 1,2 1,-1 1,0-3,-1-3,1-6,4-5,1-7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9.1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47,'22'-9,"0"1,0 1,1 1,0 0,0 2,1 1,-1 1,14 1,-34 1,0 0,0-1,0 2,0-1,0 0,-1 1,1-1,0 1,0 0,0 0,-1 0,1 0,-1 0,1 1,-1-1,1 1,-1 0,0 0,1 0,-1 0,0 0,-1 0,1 0,0 1,-1-1,1 0,-1 1,1 0,-1-1,0 1,0 0,-1 0,1-1,-1 1,1 0,-1 0,0 0,0 0,0 0,0 0,0-1,-1 1,1 0,-2 1,-4 11,-1 0,-1-1,0 0,-1-1,0 0,-1 0,-1-1,0 0,-1-1,-15 19,18-20,-36 58,45-66,0-1,0 1,0-1,0 1,0-1,0 1,0-1,0 1,0-1,1 0,-1 1,1-1,-1 1,1-1,-1 0,1 1,0-1,0 0,0 0,0 1,0-1,0 0,0 0,0 0,0 0,0 0,0-1,1 1,-1 0,0 0,1-1,-1 1,0-1,1 1,0-1,58 12,-57-12,305 5,-264-6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49.8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0,'5'0,"7"0,12 0,13 0,9 0,9 0,0 0,-3 0,-9 0,-11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0.1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0,'20'3,"17"0,12-1,10 1,6-2,3-2,0-4,-13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4.5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0,'16'0,"14"0,11 0,6 0,1 0,-3 0,-8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4.7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0,'13'0,"17"0,13 0,14 0,9 0,4 0,-10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3.5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67,'-6'10,"1"-1,0 1,0 1,1-1,0 0,1 1,0 0,1 0,0 0,1 0,0 0,1 8,0-14,0 1,1-1,-1 1,1-1,1 1,-1-1,1 1,0-1,0 0,0 0,1 0,-1 0,1 0,1-1,-1 1,1-1,0 0,-1 0,2 0,-1-1,0 1,1-1,0 0,0 0,4 2,-7-4,0-1,0 1,0 0,0-1,1 1,-1-1,0 1,0-1,1 0,-1 0,0 0,0 0,1-1,-1 1,0 0,0-1,0 0,0 1,0-1,0 0,0 0,0 0,0-1,0 1,0 0,0-1,-1 1,1-1,-1 1,1-1,-1 0,1 0,-1 0,0 0,0 0,0 0,24-80,-24 73,-1-1,1 1,-2 0,0 0,0 0,0-1,-1 1,-1 1,1-1,-1 0,-1 0,0 1,0 0,-1 0,1 0,-2 1,1-1,-1 1,0 0,-1 1,0-1,0 1,0 1,0-1,-1 1,0 1,-1-1,7 4,1 1,-1-1,1 0,-1 1,1 0,-1-1,1 1,-1 0,0 0,1 0,-1 0,1 0,-1 0,0 0,1 0,-1 1,1-1,-1 1,1-1,-1 1,1-1,-1 1,1 0,0 0,-1 0,1 0,0 0,0 0,0 0,-1 0,1 0,0 1,1-1,-1 0,0 1,0-1,0 1,1-1,-1 1,1-1,-1 1,1-1,0 1,0-1,-1 1,1 0,0-1,1 1,-1-1,0 1,0 0,1 0,0 18</inkml:trace>
  <inkml:trace contextRef="#ctx0" brushRef="#br0" timeOffset="245.202">364 188,'18'0,"15"0,14 0,5 0,3 0,-4-3,-5 0,-11 1</inkml:trace>
  <inkml:trace contextRef="#ctx0" brushRef="#br0" timeOffset="493.502">551 1,'-3'20,"3"14,2 10,4 5,3 3,2-1,-1-5,1-4,-3-6,-1-9</inkml:trace>
  <inkml:trace contextRef="#ctx0" brushRef="#br0" timeOffset="746.354">885 41,'22'-6,"0"1,0 1,0 1,0 1,1 1,-1 1,0 1,1 0,4 3,-24-4,1 1,-1-1,0 1,0 0,1 0,-1 0,0 0,0 0,0 1,0-1,0 1,-1 0,1 0,0 0,-1 0,1 1,-1-1,0 0,0 1,0 0,0 0,0-1,-1 1,1 0,-1 0,0 1,0-1,0 0,0 0,0 0,-1 1,1-1,-1 0,0 1,0-1,-5 10,1-1,-2 0,0 0,0 0,-1-1,0 0,-1-1,-1 1,1-1,-2-1,-2 3,-30 35,41-46,0 0,0 0,0 0,0 0,0 0,0 0,0 0,0 0,0 1,0-1,1 0,-1 0,0 1,1-1,-1 1,1-1,0 0,-1 1,1-1,0 1,0-1,0 1,0-1,0 1,0-1,0 1,1-1,-1 0,1 1,-1-1,1 1,-1-1,1 0,0 0,-1 1,1-1,0 0,0 0,0 0,0 0,0 0,0 0,0 0,0 0,1 0,-1 0,0-1,1 1,-1 0,0-1,1 1,-1-1,1 0,-1 1,1-1,21 5,1-1,-1-1,1-1,0-1,19-1,-17-1,27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5:56.7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11,'50'-10,"-41"10,11-1,0 1,0 1,0 1,-1 1,1 0,0 2,-1 0,0 1,0 1,2 2,-18-8,1 1,-1 0,0 0,0 0,0 0,0 1,0-1,-1 1,1-1,-1 1,0 0,1 0,-1 0,0 0,-1 1,1-1,-1 1,1-1,-1 1,0-1,0 1,-1-1,1 1,-1 0,0 0,0-1,0 1,0 0,0-1,-1 1,0 0,0-1,0 1,0-1,-1 1,1-1,-1 1,-8 13,-1-1,0 0,-1 0,-1-1,-1-1,0 0,-1-1,0-1,-15 10,-37 34,66-56,0 0,1 0,-1 0,0 1,0-1,0 0,1 1,-1-1,0 0,1 1,-1-1,0 1,1-1,-1 1,0-1,1 1,-1 0,1-1,-1 1,1 0,0-1,-1 1,1 0,0 0,-1 0,1-1,0 1,0 0,0 0,0 0,-1-1,1 1,0 0,1 0,-1 0,0-1,0 1,0 0,0 0,1 0,-1-1,0 1,1 0,-1 0,0-1,1 1,-1 0,1-1,-1 1,1 0,-1-1,1 1,0-1,-1 1,1-1,0 1,-1-1,1 0,0 1,0-1,0 0,0 1,140 7,58-10,-148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2.6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0,'0'3,"2"-1,8 1,11 0,11-2,12 0,7 0,2 1,-2 1,-6 2,-12 3,-11-1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2.8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10,'19'0,"18"0,20 0,18-2,13-1,4 0,-13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4.3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1 196,'0'7,"1"0,0 0,0 1,1-1,0 0,1 0,-1-1,1 1,0 0,1-1,0 0,0 0,0 0,1 0,0 0,0-1,0 0,0 0,6 3,-3 0,1-1,0 0,1 0,-1-1,1 0,0-1,1 0,-1-1,1 0,0 0,0-1,8 1,-13-3,1 0,-1-1,0 0,0 0,1 0,-1-1,0 0,0 0,1 0,-1-1,0 0,0 0,-1-1,1 1,0-1,-1 0,0-1,0 0,0 1,0-2,0 1,-1 0,4-5,-2 0,1-1,-1 1,-1-1,0 0,0 0,-1-1,0 0,-1 1,0-1,-1 0,0-1,-1 1,0 0,-1 0,0-1,-1 1,0 0,-1 0,0 0,0 0,-2 0,1 0,-1 1,-1-1,-3-5,3 10,0 1,-1 0,0 0,0 0,-1 1,1 0,-1 0,0 0,0 1,0 0,0 0,-1 1,1 0,-1 0,1 1,-1 0,0 1,0-1,1 1,-1 1,0-1,1 1,-1 1,0-1,1 2,0-1,-1 1,1 0,0 0,0 0,1 1,-1 1,1-1,0 1,0 0,0 0,1 1,-1-1,1 1,1 0,-1 1,1-1,-1 3,3-4,0 0,0 0,0-1,1 1,0 0,0 1,0-1,0 0,1 0,0 0,0 0,1 1,-1-1,1 1,8 28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4.6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3.2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138 154,'-6'6,"0"0,0 1,0-1,1 1,0 0,1 1,0-1,0 1,0 0,1 0,0 0,1 0,-1 0,2 1,-1-1,1 1,1 0,-1-1,1 1,1-1,0 1,0-1,1 1,0-1,0 1,1-1,0 0,0 0,1 0,0-1,0 1,1-1,3 4,0-1,0-1,1 0,0 0,1-1,0 0,0-1,0 0,1-1,0 0,1 0,9 3,-15-7,0 0,0-1,0 1,0-1,1-1,-1 1,0-1,0 0,1 0,-1-1,0 0,0 0,0 0,0-1,0 0,0 0,0 0,0-1,-1 0,1 0,-1 0,0-1,0 0,2-2,0 0,-1 0,1 0,-1-1,-1 0,1 0,-1-1,0 1,-1-1,0 0,0 0,-1-1,0 1,0-1,-1 1,0-1,0 0,-1 0,-1 0,1 0,-1 0,-1 0,0 0,0 0,-1 0,0 0,0 1,-1-1,0 1,0-1,-1 1,-1 0,1 0,-1 1,0 0,-1-1,0 2,0-1,0 1,-1 0,-1-1,-4 1,0 1,0 0,-1 0,1 2,-1 0,0 0,0 1,0 0,0 1,-1 1,1 0,0 1,0 0,0 1,0 1,0 0,0 0,1 2,-1-1,1 2,0-1,1 2,-1-1,1 2,1-1,-1 2,1-1,0 2,7-7,0-1,0 1,1 0,-1 1,1-1,-1 0,1 1,0-1,1 1,-1 0,0 0,1-1,0 1,0 0,0 0,1 0,-1 0,1 0,0 1,0-1,0 0,1 0,-1 0,1 0,0 0,0 0,0 0,1-1,0 3,28 25,6-7</inkml:trace>
  <inkml:trace contextRef="#ctx0" brushRef="#br0" timeOffset="400.57">686 195,'-6'-1,"1"2,0-1,0 1,0-1,0 1,0 1,0-1,1 1,-1 0,0 0,1 0,-1 0,1 1,0 0,-1 0,1 0,1 1,-1-1,0 1,1 0,0 0,0 0,0 0,0 0,1 1,0 0,0-1,0 1,0 0,1 0,0 0,0 0,0 0,0 0,1 0,0 0,0 0,1 0,-1 0,1 0,0 0,0 0,2 4,1 0,1 0,0 0,1 0,0-1,1 0,-1 0,1 0,1-1,0 0,0 0,0-1,0 0,1-1,0 0,1 0,-1-1,1 0,-1 0,1-1,0-1,1 1,-1-2,0 1,1-2,-1 1,4-2,-5 2,0-1,0 0,0 0,0-1,0-1,0 1,0-2,-1 1,1-1,-1 0,1-1,-1 0,0 0,-1-1,1 0,-1 0,0-1,0 0,0 0,-1 0,0-1,-1 0,1 0,-1-1,0 1,-1-1,0 0,0-1,-1 1,1-4,-3 4,0-1,-1 0,0 0,0 0,-1 0,0 1,-1-1,1 0,-2 1,1-1,-1 1,-1 0,1 0,-1 0,-1 0,0 0,0 1,0 0,-1 0,0 1,0-1,0 1,-1 1,0-1,0 1,-1 0,0 1,1 0,-1 0,-1 1,1 0,0 0,-1 1,0 0,1 0,-9 0,12 2,0 0,0 0,1 1,-1-1,0 1,0 0,1 1,-1-1,1 1,-1 0,1 0,0 0,0 0,0 1,0 0,0 0,0 0,1 0,-1 1,1-1,0 1,0 0,0 0,1 0,0 0,-1 0,1 1,1-1,-1 0,1 1,-1 0,1-1,1 1,-1 0,1 0,0 0,0-1,0 1,0 2,14 32,6-3</inkml:trace>
  <inkml:trace contextRef="#ctx0" brushRef="#br0" timeOffset="713.41">1288 302,'1'-32,"2"0,1 1,1 0,2 0,1 0,1 1,2 0,3-6,-13 35,-2 1,1-1,0 1,0-1,0 1,0-1,-1 1,1-1,0 1,0-1,0 1,0-1,0 1,0-1,0 1,1-1,-1 1,0-1,0 1,0-1,0 1,1-1,-1 1,0 0,0-1,1 1,-1-1,0 1,1 0,-1-1,0 1,1 0,-1-1,1 1,-1 0,1 0,-1-1,1 1,-1 0,0 0,1 0,-1 0,1-1,-1 1,1 0,-1 0,1 0,0 0,-1 0,1 0,-1 0,1 1,-1-1,1 0,-1 0,0 0,1 0,-1 1,1-1,-1 0,1 1,0 142,-2-87,9 140,12-133,-7-43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4:20.59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1501 602,'2'4,"6"10,6 7,7 8,6 9,7 3,3 3,3 0,-1-1,-3-2,-5-5,-8-3,-7-5,-7-8</inkml:trace>
  <inkml:trace contextRef="#ctx0" brushRef="#br0" timeOffset="247.712">1822 576,'-14'-7,"-6"4,-7 15,-6 16,-4 18,-4 15,-3 11,0 3,2 0,7-5,9-10,8-16</inkml:trace>
  <inkml:trace contextRef="#ctx0" brushRef="#br0" timeOffset="666.506">2010 910,'0'0,"1"0,-1 0,1 0,0 0,-1 0,1 0,0 0,-1 0,1 0,0 0,-1 0,1 0,-1 0,1-1,0 1,-1 0,1-1,-1 1,1 0,-1-1,1 1,-1-1,1 1,-1 0,1-1,-1 1,0-1,1 0,-1 1,0-1,1 1,-1-1,0 1,0-1,0 0,1 1,-1-1,0 0,0 1,0-1,0 1,0-1,0 0,0 1,0-1,-1 0,1 1,0-1,0 1,0-1,-1 0,1 1,0-1,-1 1,1-1,0 1,-1-1,1 1,-1-1,1 1,-1-1,1 1,-1 0,1-1,7-1,0-1,0 2,1-1,-1 1,1 0,-1 0,1 1,0 0,-1 1,1 0,-1 0,1 0,-1 1,0 0,1 0,-1 1,4 2,-9-2,0 1,0 0,-1-1,1 1,-1 0,0 0,0 0,0 0,-1-1,1 1,-1 0,0 1,0-1,0 0,-1 0,1-1,-1 1,0 0,0 0,0 0,-1 0,1-1,-1 1,0 0,0-1,0 0,-1 1,1-1,-1 0,0 0,-2 1,-143 176,147-179,1 0,-1 0,0 0,0 0,1 0,-1 0,0 0,1 0,-1 1,1-1,0 0,-1 0,1 1,0-1,0 0,-1 1,1-1,0 0,1 0,-1 1,0-1,0 0,0 0,1 1,-1-1,1 0,-1 0,1 1,-1-1,1 0,0 0,-1 0,1 0,0 0,0 0,0 0,0 0,0-1,0 1,0 0,0 0,0-1,0 1,0-1,1 1,-1-1,0 1,0-1,1 0,-1 1,0-1,0 0,1 0,-1 0,1 0,27 2,1-1,0-1,-1-1,1-2,-1 0,29-9,-20 5,42-7</inkml:trace>
  <inkml:trace contextRef="#ctx0" brushRef="#br0" timeOffset="1161.862">2637 509,'2'2,"6"8,6 11,4 11,7 9,6 10,4 4,6 2,4-1,4-2,1-5,0-4,-3-8,-8-7,-10-9</inkml:trace>
  <inkml:trace contextRef="#ctx0" brushRef="#br0" timeOffset="1410.166">3012 576,'-14'16,"-11"16,-8 17,-8 13,-3 11,-2 5,1 2,6-5,9-7,9-16</inkml:trace>
  <inkml:trace contextRef="#ctx0" brushRef="#br0" timeOffset="1688.866">3373 936,'-7'23,"-2"19,0 11,2 8,7 3,7-3,8-5,1-11</inkml:trace>
  <inkml:trace contextRef="#ctx0" brushRef="#br0" timeOffset="2061.537">3948 509,'6'18,"10"15,9 12,9 6,10 4,9 2,4-3,2-2,-2-4,-6-6,-10-7,-10-8,-9-8</inkml:trace>
  <inkml:trace contextRef="#ctx0" brushRef="#br0" timeOffset="2324.787">4349 576,'-18'4,"-13"7,-8 10,-5 12,0 13,1 10,2 6,4 5,2 1,6-1,8-7,7-10,6-13</inkml:trace>
  <inkml:trace contextRef="#ctx0" brushRef="#br0" timeOffset="2652.774">4562 1003,'7'9,"-1"0,1 0,1 0,0-1,0 0,1-1,0 0,0 0,0-1,1 0,0-1,0 0,1 0,-1-1,1-1,0 0,0 0,0-1,0 0,1-1,-1-1,0 1,1-2,-1 0,0 0,0-1,0 0,0-1,9-3,-15 3,0 0,0 0,-1 0,1-1,-1 0,0 0,0 0,0 0,-1 0,0-1,1 0,-1 1,-1-1,1-1,-1 1,0 0,0 0,-1-1,1 1,-1-1,0 0,-1 1,1-1,-1 0,0 1,-1-1,1 0,-1 1,0-1,-1 1,1-1,-1 1,0 0,0-1,-1 1,0 0,0 1,0-1,0 0,-1 1,1 0,-1-1,0 2,-2-3,0 2,0-1,-1 1,1 0,-1 0,0 1,0 0,0 0,0 0,0 1,-1 0,1 1,-1 0,1 0,-1 0,1 1,-1 0,0 0,1 1,-1 0,1 1,-3 0,-11 4,1 1,1 0,-1 1,1 2,1-1,0 2,-2 2,-22 16</inkml:trace>
  <inkml:trace contextRef="#ctx0" brushRef="#br0" timeOffset="4566.671">1154 1471,'133'20,"2"-6,0-5,0-7,6-5,-2 2,743-26,-310 18,618 4,-215-22,16 28,-436 12,70 4,254-5,-571-14,599 19,67 40,-587-50,-146-6,140 23,-181 3,-200-27,0 0,0 0,0 0,0-1,0 1,0 0,0 0,0 0,-13-3</inkml:trace>
  <inkml:trace contextRef="#ctx0" brushRef="#br0" timeOffset="6428.878">5512 108,'7'210,"14"42,-19-224,35 480,-40-264,-28 198,-37 350,60 115,-17-438,25 634,27-530,-22-498,55 605,41 278,-58-164,-32-461,2-62,9 394,-47-75,25-587,-1 9,0 0,1 0,0 0,1 0,0 0,1 0,0 0,1 0,3 6,-2-10</inkml:trace>
  <inkml:trace contextRef="#ctx0" brushRef="#br0" timeOffset="7751.709">6354 468,'16'123,"-14"-117,-1 0,1-1,0 1,1-1,0 1,-1-1,2 0,-1 0,1 0,-1-1,1 1,0-1,1 0,-1 0,1 0,0 0,0-1,0 0,0 0,1-1,3 2,-6-3,0 0,0-1,0 1,0-1,0 0,0 0,0 0,0 0,0 0,0-1,-1 0,1 1,0-1,0 0,0 0,-1-1,1 1,0 0,-1-1,1 0,-1 1,0-1,0 0,0 0,0 0,0-1,0 1,0 0,0-1,0-2,3-3,0-1,-1 0,0 0,-1 0,0 0,0-1,-1 1,1-8,0-75,-6 174,17 337,-14-387,-9 85,9-115,-1 1,0-1,0 0,-1 1,1-1,0 0,-1 0,1 0,-1 0,0 0,1-1,-1 1,0 0,0-1,0 1,0-1,-1 0,1 0,0 0,0 0,-1 0,1 0,-1 0,1-1,-1 1,1-1,-1 0,1 0,-1 0,1 0,-1 0,1 0,-1-1,1 0,-1 1,1-1,0 0,-1 0,1 0,0 0,0 0,-1-1,1 1,0-1,0 1,1-1,-1 0,0 0,-12-8,1-1,1-1,0 0,0 0,1-1,1-1,0 0,1 0,0-1,1 0,1 0,-3-12,9 26,0 0,0-1,0 1,1 0,-1 0,1-1,-1 1,1 0,-1-1,1 1,0 0,0-1,0 1,-1 0,1-1,1 1,-1-1,0 1,0 0,0-1,1 1,-1-1,1 1,-1 0,1 0,-1-1,1 1,0 0,0 0,-1 0,1 0,0 0,0 0,0 0,0 0,1 0,-1 0,0 0,0 1,0-1,1 0,-1 1,0-1,1 1,-1-1,0 1,1 0,-1 0,0 0,2 0,239-4,-186 0,-7-1</inkml:trace>
  <inkml:trace contextRef="#ctx0" brushRef="#br0" timeOffset="8293.673">6982 816,'16'0,"-5"-1,0 1,1 0,-1 1,1 0,-1 1,0 0,0 0,0 1,0 1,1 1,-11-5,1 1,-1 0,1 0,-1 0,1 0,-1 1,0-1,0 0,1 1,-1-1,0 0,0 1,0-1,-1 1,1 0,0-1,-1 1,1 0,-1-1,1 1,-1 0,0-1,0 1,1 0,-1 0,0 0,-1-1,1 1,0 0,-1 0,1-1,-1 1,1 0,-1-1,0 1,1-1,-1 1,0-1,0 1,0-1,0 1,-1-1,0 1,-56 55,56-55,1-2,1 0,-1 0,1 0,0 0,-1 0,1 0,-1 0,1 0,0 0,-1 0,1 0,-1 1,1-1,0 0,-1 0,1 0,-1 0,1 1,0-1,-1 0,1 0,0 1,0-1,-1 0,1 1,0-1,0 0,-1 1,1-1,0 1,0-1,0 0,-1 1,1-1,0 1,0-1,0 0,0 1,0-1,0 1,0-1,0 0,0 1,0-1,0 1,0-1,0 0,1 1,-1-1,0 1,0-1,0 0,0 1,1-1,-1 0,0 1,1-1,-1 0,0 1,0-1,1 0,-1 1,0-1,1 0,-1 0,1 0,-1 1,56 2,-50-4,-1 1,1-1,0 1,-1 0,1 1,0-1,-1 1,1 0,-1 0,1 1,-1 0,0 0,1 0,-1 0,0 1,0 0,-1 0,1 0,-1 1,1 0,-1-1,0 1,0 1,2 3,-4-5,-1 1,1-1,-1 1,0-1,0 1,0 0,-1-1,1 1,-1 0,0 0,0-1,0 1,-1 0,1 0,-1-1,0 1,0 0,0-1,0 1,-1-1,0 1,1-1,-1 0,0 0,-1 0,1 0,0 0,-1 0,-1 1,-7 7,0-1,-1 0,0-1,0 0,-1-1,-12 6,11-7,0 0,-1 0,0-2,0 0,0 0,-1-2,0 0,-8 1,2-4</inkml:trace>
  <inkml:trace contextRef="#ctx0" brushRef="#br0" timeOffset="9178.123">7757 428,'2'8,"-1"0,1 0,0 0,1 0,0-1,0 1,0-1,1 0,4 6,-2-2,2 3,0-1,0-1,1 1,0-2,1 1,1-1,0-1,12 10,-18-16,1-1,-1 1,1-1,0 0,0 0,0-1,0 1,0-2,1 1,-1-1,1 0,-1 0,1 0,-1-1,1 0,0 0,-1-1,1 0,-1 0,0-1,6-1,-4-1,0 0,-1 0,0 0,0-1,0 0,0 0,-1-1,0 0,0 0,-1-1,0 1,0-1,0 0,-1-1,0 1,0-1,-1 1,0-1,0 0,-1-1,0 1,0 0,-1-1,0 1,-1 0,1-1,-2 1,0-5,2 13,-1 0,0-1,0 1,1 0,-1-1,0 1,0 0,0-1,0 1,1 0,-1-1,0 1,0-1,0 1,0 0,0-1,0 1,0-1,0 1,0-1,0 1,0 0,0-1,0 1,-1-1,1 1,0 0,0-1,0 1,0 0,-1-1,1 1,0 0,0-1,-1 1,1 0,0-1,-1 1,1 0,0 0,-1-1,1 1,0 0,-1 0,1 0,-1 0,1-1,0 1,-1 0,1 0,-1 0,1 0,0 0,-1 0,1 0,-1 0,1 0,0 0,-1 0,1 1,-1-1,1 0,0 0,-1 0,1 0,-1 1,1-1,0 0,-17 28,8 2,2 1,2 0,0 0,3 0,0 0,2 0,2 19,37 324,-38-373,0 1,-1-1,1 1,-1 0,0-1,1 1,-1 0,0-1,0 1,0-1,0 1,0 0,-1-1,1 1,0 0,-1-1,1 1,-1-1,0 1,1-1,-1 1,0-1,0 0,0 1,0-1,0 0,0 1,0-1,-1 0,1 0,0 0,-1 0,1 0,0-1,-1 1,1 0,-1-1,1 1,-1-1,0 1,1-1,-1 0,1 0,-1 1,0-1,1 0,-1-1,-1 1,-4-5,1-1,1 0,-1-1,1 1,0-1,0 0,1 0,0-1,0 1,0-1,1 0,1 0,-1 0,1 0,0-6,-13-93,15 105,2-1,-1 1,0 0,0 0,1 0,-1 0,1 0,0 0,-1 1,1-1,0 0,0 1,0-1,0 1,0 0,1 0,-1 0,0 0,0 0,1 0,-1 1,1-1,-1 1,1 0,-1-1,0 1,1 0,-1 0,1 1,0-1,5-1,77-6,1 4,54 6,-140-3,53 7,-52-7,0 0,0 1,0-1,0 0,0 1,0-1,0 1,0-1,0 1,0-1,0 1,0 0,0-1,-1 1,1 0,0 0,0-1,-1 1,1 0,0 0,-1 0,1 0,-1 0,0 0,1 0,-1 0,0 0,1 0,-1 0,0 1,0-1,0 0,0 0,0 0,0 0,0 0,-1 0,1 0,0 0,0 0,-1 0,1 0,-1 0,0 1,-64 77,40-54,-66 86,90-110,0 0,0 0,0 0,1 1,-1-1,0 0,0 0,0 0,1 1,-1-1,1 0,-1 1,1-1,0 0,-1 1,1-1,0 0,0 1,0-1,0 1,0-1,0 1,0-1,0 0,1 1,-1-1,1 0,-1 1,1-1,-1 0,1 1,0-1,0 0,-1 0,1 0,0 0,0 0,0 0,0 0,0 0,0 0,1 0,-1-1,0 1,0 0,1-1,-1 1,0-1,1 1,-1-1,1 0,24 4,1-1,1-2,-1 0,0-2,0-1,0-2,14-3,-15 3,36-5</inkml:trace>
  <inkml:trace contextRef="#ctx0" brushRef="#br0" timeOffset="10083.688">9188 375,'4'16,"0"-1,1 0,1 0,0 0,1-1,1 0,0 0,0-1,2 0,0-1,0 0,1 0,0-1,1-1,0 0,1 0,0-1,1-1,0 0,0-1,0-1,1 0,0 0,6 0,-16-6,1 1,-1-1,0 0,0 0,1-1,-1 1,0-1,0 0,0-1,0 1,0-1,0 0,0 0,0-1,-1 1,1-1,-1 0,0 0,0-1,0 1,0-1,-1 0,1 0,-1 0,0 0,0-1,0 0,3-5,-1 0,1-1,-2 0,1 0,-2-1,1 1,-2-1,1 0,-2 1,1-9,-1 267,14 68,-8-177,-6-136,-1-1,0 1,1-1,-1 1,0-1,1 1,-1-1,0 1,0-1,-1 1,1-1,0 1,0-1,-1 1,1-1,-1 1,1-1,-1 1,1-1,-1 1,0-1,0 0,0 0,0 1,0-1,0 0,0 0,0 0,0 0,-1 0,1 0,0 0,-1-1,1 1,0 0,-1-1,1 1,-1-1,1 0,-1 1,1-1,-1 0,1 0,-1 0,0 0,1 0,-11-6,1 0,0-1,1 0,-1-1,1 0,1-1,0 0,0 0,0-1,2 0,-2-2,7 9,-5-4,0-1,1 0,1 0,-1-1,1 1,1-1,-1 0,2 0,-1-1,-1-9,5 17,0 0,0-1,0 1,0-1,1 1,-1 0,1 0,-1-1,1 1,0 0,0 0,0 0,0 0,1 0,-1 0,1 0,-1 0,1 0,-1 1,1-1,0 0,0 1,0 0,0-1,0 1,0 0,0 0,0 0,1 0,68-21,-69 21,69-11,0 4,1 2,-1 3,8 4,-70-1,-7-1,0 1,0-1,1 1,-1-1,0 1,1 0,-1 0,0 0,1 0,-1 0,0 1,1-1,-1 1,0-1,0 1,0 0,1 0,-1 0,0 0,0 1,0-1,-1 0,1 1,0-1,0 1,-1 0,1-1,-1 1,1 0,-1 0,0 0,0 0,0 0,0 0,0 1,-25 127,24-128,-4 10,1-1,0 1,1 0,1 0,0 0,0 1,1-1,1 0,0 0,1 0,0 0,4 11,4-4</inkml:trace>
  <inkml:trace contextRef="#ctx0" brushRef="#br0" timeOffset="11129.001">10352 442,'69'59,"-40"-30,-16-16,2-1,-1-1,2-1,-1 0,1 0,1-2,0 0,2-1,-12-4,1 0,0-1,0 0,0 0,0-1,0 0,0-1,0 0,0 0,0 0,1-1,-1-1,0 1,-1-1,1-1,0 1,0-1,-1 0,5-4,3-3,-1-1,0-1,-1 0,-1-1,0 0,0-1,-2 0,1-1,-2 0,0 0,-1-1,0-1,-2 1,4-11,-11 27,1 0,-1 0,1 0,-1 1,0-1,1 0,-1 0,1 0,-1 0,1 0,-1 0,1 0,-1-1,1 1,-1 0,1 0,-1 0,1 0,-1-1,1 1,-1 0,1 0,-1-1,1 1,-1 0,1-1,0 1,-1-1,1 1,0 0,-1-1,1 1,0-1,-1 1,1-1,0 1,0-1,0 1,-1-1,1 1,0-1,0 1,0-1,0 0,0 1,0-1,0 1,0-1,0 1,1-1,-1 1,0-1,0 1,0-1,0 1,1-1,-1 1,0-1,1 1,-1-1,0 1,1 0,-1-1,0 1,1-1,-1 1,1 0,-9 8,1 1,0 0,1 1,0-1,0 1,1 0,0 1,1-1,0 1,1 0,0 0,-1 8,1 3,0 1,2-1,0 0,2 1,0-1,2 0,0 1,2-1,0-1,1 1,1-1,2 0,0 0,1-1,11 16,-3-3,-9-19,0 1,0 1,-1-1,-1 1,-1 1,0-1,-1 1,-1 0,0 0,-2 1,0-1,0 10,-5-19,1 0,-2 0,1 0,-1 0,0-1,0 1,-1-1,0 0,-1-1,1 1,-1-1,-1 0,1-1,-1 1,0-1,0 0,0-1,-1 0,1 0,-1-1,0 0,0 0,-1 0,1-1,0-1,-1 1,0-1,6 0,0-1,0 1,-1 0,1-1,0 1,0-1,-1 0,1 0,0-1,0 1,-1-1,1 1,0-1,0 0,0 0,0 0,0-1,0 1,0-1,1 1,-1-1,0 0,1 0,-1 0,1-1,0 1,0 0,0-1,0 0,0 1,0-1,1 0,-1-1,0-7,0-1,1 1,1 0,0-1,0 1,1-1,0 1,1 0,1 0,-1-1,2 1,0 1,0-1,1 1,0-1,0 2,2-1,-1 0,1 1,0 0,1 1,0 0,5-4,-2 3,0 0,1 0,0 1,1 1,0 0,0 0,0 2,1-1,0 2,0 0,0 0,0 2,1 0,-1 0,1 1,0 1,-1 0,1 2,10 1,-20-1,-1 0,1 0,0 0,0 1,-1-1,1 1,-1 0,0 1,0-1,0 1,-1 0,1 0,-1 0,0 0,0 0,0 1,-1 0,1-1,-1 1,0 0,-1 0,1 0,0 5,24 44,-23-50,-1-1,1 0,0 0,0 0,0 0,0-1,0 1,1-1,-1 1,1-1,-1 0,1-1,0 1,0-1,0 1,0-1,0 0,0-1,0 1,0-1,0 0,0 0,1 0,-1 0,0-1,0 1,0-1,0 0,0-1,0 1,0-1,-1 1,4-3,0 0,0 1,0-2,0 1,0-1,-1 0,0-1,0 1,0-1,0 0,-1-1,0 1,-1-1,0 0,0 0,0 0,0-3,-2 6,-1-1,1 1,-1-1,0 0,0 0,-1 0,1 1,-1-1,0 0,0 0,-1 0,0 0,1 1,-1-1,-1 0,1 1,-1-1,0 1,0-1,0 1,-1 0,1 0,-1 0,0 0,0 0,-1 1,-2-3,1 2,-1 0,0 0,-1 1,1 0,-1 0,1 0,-1 1,0 0,0 0,0 1,0 0,0 0,0 0,0 1,0 0,0 1,-1-1,1 2,0-1,0 1,1 0,-1 0,0 0,1 1,-1 0,1 1,0 0,0-1,0 2,0-1,1 1,0 0,0 0,0 0,1 1,-1 0,1 0,1 0,-1 0,1 0,-2 5,-19 78,19-50</inkml:trace>
  <inkml:trace contextRef="#ctx0" brushRef="#br0" timeOffset="13339.382">967 174,'25'206,"26"226,-19 2,-19 59,-28 308,1-202,14-534,1 432,39 211,104 405,-141-1094,118 1135,-95-702,3 151,-7-15,-19 499,-14-706,20-167,-9-212,1-1,-1 0,0 0,0 0,1 0,-1-1,0 1,0 0,0 0,0 0,0 0,0 0,0 0,-1 0,1-1,0 1,0 0,-1 0,1 0,0 0,-1-1,1 1,-1 0,1 0,-1-1,0 1,1 0,-1-1,1 1,-1-1,0 1,0 0,-8 0</inkml:trace>
  <inkml:trace contextRef="#ctx0" brushRef="#br0" timeOffset="16162.755">1742 2086,'-3'0,"1"0,-1-1,0 1,1 0,-1 0,0 1,1-1,-1 0,1 1,-1 0,0-1,1 1,0 0,-1 0,1 1,0-1,-1 0,1 1,0-1,0 1,0 0,0 0,0 0,1 0,-1 0,1 0,-1 0,0 2,-29 70,29-64,1 1,0 0,0 0,1 0,1 0,-1 0,2 0,0 0,0-1,1 1,0-1,1 1,0-1,0 0,1-1,1 1,0-1,0 0,1 0,0-1,0 0,1 0,0-1,0 1,1-2,0 1,7 3,0 0,0 1,1-2,1 0,-1-1,1-1,1-1,-1 0,1-1,0-1,12 0,-27-3,1-1,0-1,0 1,0 0,-1-1,1 0,0 0,-1-1,1 1,-1-1,1 0,-1 0,0-1,0 1,0-1,0 0,0 0,-1 0,1 0,-1-1,0 0,0 1,0-1,-1 0,1 0,-1-1,0 1,0 0,0-1,-1 1,1-1,-1-3,4-15,-1-2,-2 1,0 0,-2-1,0 1,-2 0,0-1,-2 1,-1 0,-1 0,0 1,-10-20,14 35,-1 0,0 0,0 0,0 0,-1 1,-1-1,1 1,-1 0,0 0,-1 1,1 0,-2-1,1 2,0-1,-1 1,0 0,0 0,-1 1,1 0,-1 1,0-1,0 1,0 1,0 0,-3-1,-3 3,-1 1,0 0,1 0,-1 2,1 0,0 1,0 0,0 1,0 0,1 1,0 1,0 0,1 1,-1 0,2 1,-1 0,-5 7,11-11,0 1,1 0,-1 0,1 1,0 0,1 0,0 0,0 0,0 1,1 0,0-1,1 1,0 0,0 0,0 1,1-1,0 0,1 0,0 1,0-1,2 7,7 24</inkml:trace>
  <inkml:trace contextRef="#ctx0" brushRef="#br0" timeOffset="16956.127">3051 2033,'-6'9,"1"1,-1 1,2-1,-1 0,1 1,1 0,0 0,1 0,0 1,0-1,1 0,1 1,0-1,1 1,0-1,0 0,1 0,1 1,0-1,0 0,1-1,1 1,0-1,0 0,1 0,0 0,0-1,1 0,1 0,0-1,7 7,-4-7,1 0,0-1,0 0,0-1,1 0,-1-1,1-1,1 0,-1-1,0 0,1-1,0 0,-1-1,1-1,6 0,-12-1,0 1,1-2,-1 1,0-1,0 0,0-1,0 1,-1-2,1 1,-1-1,0 0,0-1,0 1,0-1,-1-1,0 1,0-1,-1 0,1-1,-1 1,0-1,-1 0,0 0,0-1,2-7,-3 8,-1 0,0-1,-1 1,0-1,0 1,0-1,-1 0,-1 0,1 1,-1-1,0 1,-1-1,0 1,0-1,0 1,-1 0,0 0,-1 0,1 0,-1 1,-1-1,1 1,-1 0,-2-1,-5-6,0 0,-1 1,0 1,-1 0,0 0,-1 2,0 0,-1 0,1 2,-5-2,15 7,0-1,0 1,-1 0,1 0,-1 0,1 1,-1 0,1 0,-1 0,0 1,1-1,-1 1,0 1,1-1,-1 1,0 0,1 1,-1-1,1 1,0 0,-1 0,1 1,0-1,0 1,1 0,-1 1,1-1,-1 1,1 0,0 0,0 0,0 4,1-1,0 1,0 0,0 0,1 0,1 1,-1-1,1 0,0 1,1-1,0 1,1-1,-1 0,2 1,0 1,7 40</inkml:trace>
  <inkml:trace contextRef="#ctx0" brushRef="#br0" timeOffset="17703.205">4362 2153,'-2'8,"0"0,1 0,-1 0,2 0,-1 0,1 0,0 0,1 0,0 0,0 0,1 0,0 0,0 0,1 0,0-1,0 1,1-1,0 0,0 0,1 0,0-1,0 0,0 1,1-2,2 3,5 0,1 0,0-1,0 0,1-1,0-1,0 0,0-1,0-1,1 0,-1-1,1-1,0-1,-1 0,1 0,0-2,-1 0,1-1,-1 0,0-1,0-1,0-1,0 0,-1 0,0-2,5-3,-13 7,0 1,0-1,0 0,0-1,-1 1,0-1,0 0,0-1,-1 1,0-1,0 0,0 0,-1 0,0 0,0-1,0 1,-1-1,0 0,0 0,-1 0,0 0,0 0,0 0,-1 0,0 0,-1 0,1 0,-1 0,-1 0,1 0,-1 1,-1-2,-3-3,-1 0,0 1,-1-1,0 1,0 1,-1 0,0 0,-1 1,0 0,0 0,-1 1,0 1,0-1,-1 2,1 0,-1 0,0 1,-1 1,1 0,-1 0,1 1,-1 1,0 0,1 1,-9 1,13 0,1 0,0 0,-1 1,1 0,0 1,0-1,0 1,1 1,-1-1,1 1,-1 0,1 1,0-1,1 1,-1 0,1 1,0-1,1 1,-1 0,1 0,0 1,0-1,1 1,0 0,-1 3,-11 41,6-2</inkml:trace>
  <inkml:trace contextRef="#ctx0" brushRef="#br0" timeOffset="18857.61">1916 3383,'-10'11,"1"1,0 0,1 1,0 0,1 0,1 1,0 0,1 0,-2 8,6-17,-1 2,1-1,1 0,-1 0,1 0,0 0,0 0,1 0,-1 1,2-1,-1 0,1 0,-1 0,1-1,1 1,-1 0,1-1,0 0,1 1,-1-1,1 0,0-1,0 1,1 0,7 3,0 1,0-2,1 0,0 0,0-2,1 1,-1-2,1 1,0-2,0 0,1-1,-1 0,1-1,-1-1,1 0,-1-1,0 0,1-2,-1 1,0-2,13-4,-17 4,0-1,0 0,-1 0,0-1,0 0,0 0,-1-1,0 0,0-1,-1 0,0 0,0-1,-1 1,0-2,0 1,-1 0,-1-1,1 0,-2 0,1-1,-1-1,0 4,-2-1,1 1,-1-1,0 0,0 0,-1 0,-1 1,1-1,-1 0,-1 0,0 1,0-1,0 1,-1-1,-1 1,1 0,-1 0,-1 1,1-1,-1 1,-1 0,1 0,-1 0,0 1,-1 0,0 0,-1 1,-1 0,0 0,-1 1,1 0,-1 0,0 1,0 1,0 0,0 0,0 1,0 0,0 0,-1 1,1 1,0 0,0 0,0 1,0 0,0 1,0 0,1 1,-1 0,1 0,0 1,0 0,0 1,1 0,0 0,0 1,1 0,0 0,0 0,0 1,1 1,0-1,1 1,0 0,0 0,1 0,0 0,-2 8,5-10,-1 0,1 0,1 0,-1 0,1 1,0-1,1 0,0 0,0 0,1 0,-1 0,1-1,1 1,-1 0,1-1,1 0,-1 1,1-1,0-1,0 1,1 0,2 2,33 31</inkml:trace>
  <inkml:trace contextRef="#ctx0" brushRef="#br0" timeOffset="19341.682">3199 3396,'-4'-2,"0"0,-1 0,1 0,-1 1,1-1,-1 1,1 0,-1 1,0-1,1 1,-1 0,0 0,1 0,-1 1,0 0,1-1,-1 2,1-1,-1 0,1 1,0 0,-1 0,1 1,0-1,0 1,1-1,-1 1,0 0,1 1,0-1,0 1,0-1,0 1,0 0,-1 4,2-3,1 0,0 1,0-1,0 0,1 1,-1-1,1 1,1-1,-1 1,1-1,0 0,0 1,0-1,1 0,0 0,0 0,0 0,1 0,0 0,0-1,1 3,4 4,0-1,1 0,0-1,0 0,1 0,0-1,0-1,8 5,-7-5,0 0,0-1,1 0,0-1,0-1,1 0,-1 0,1-1,-1-1,1 0,0-1,0 0,0-1,0 0,0-1,0-1,0 0,-1-1,1 0,-1-1,0 0,0-1,0 0,0-1,-1 0,0-1,0 0,-1-1,0 0,0-1,-1 0,0-1,0 1,-1-2,-1 1,0-1,3-6,-6 8,0 1,-1-1,0 0,-1 0,0 0,0 0,-1 0,0 0,-1 0,0-1,0 1,-1 0,0 0,0 0,-1 0,-1 0,1 0,-2 0,1 1,-1-1,0 1,-1 0,0 0,0 1,0 0,-1-1,-1 2,1-1,-1 1,0 0,-7-5,-3 3,0 0,-1 1,0 1,0 0,0 1,-1 1,0 1,0 1,0 1,0 0,0 1,0 1,-18 4,29-5,1 0,0 1,-1 0,1 0,0 0,-1 1,1 0,0 1,0 0,0 0,1 0,-1 1,1 0,0 0,0 0,0 1,1 0,-1 0,1 1,0-1,1 1,-1 0,1 0,1 1,-1-1,1 1,0 0,0 0,1 0,0 0,0 0,1 2,2 0,0 0,1 0,0 0,1 0,0-1,0 1,1-1,0 0,0 0,1 0,0-1,0 1,1-1,0 0,0-1,1 0,0 1,37 33</inkml:trace>
  <inkml:trace contextRef="#ctx0" brushRef="#br0" timeOffset="19762.824">4229 3544,'30'-31,"-1"-1,-2-1,-1-1,-1-1,-2-2,-2 0,3-10,-15 34,-6 31,2 74,5 1,3-2,5 0,5 5,-3-14,-2-10</inkml:trace>
  <inkml:trace contextRef="#ctx0" brushRef="#br0" timeOffset="20680.742">1916 4787,'-11'25,"2"1,2 0,0 1,1 0,2 0,1 0,0 26,1-43,1-1,0 1,0-1,1 1,0 0,1-1,0 1,1 0,0-1,0 0,1 1,0-1,1 0,0 0,0-1,1 1,0-1,0 0,1 0,0-1,0 0,1 0,0 0,1-1,-1 0,3 1,1-3,0 0,0-1,0 0,0-1,0 0,0-1,1-1,-1 1,1-2,-1 0,0 0,0-1,1 0,-1-1,0 0,-1-1,1 0,-1-1,6-3,0 0,0-1,-1-1,-1-1,1 0,-2-1,1 0,-2-1,0 0,0-1,-1-1,-1 0,0-1,-4 6,0-1,-1 0,0 0,-1 0,-1 0,1-1,-2 0,1 0,-2 1,0-1,0 0,-1 0,0 0,-1 0,-1 0,0 0,0 0,-1 0,-1 1,0-1,0 1,-1 0,-1 1,1-1,-2 1,0 0,0 0,-1 1,0 0,0 1,-1-1,0 2,0-1,-4-1,4 3,-1 1,0 0,1 0,-1 1,-1 1,1-1,-1 2,1-1,-1 1,0 1,1 0,-1 1,0 0,0 0,0 1,0 1,1 0,-1 0,1 1,-1 0,1 1,0 0,0 1,1 0,-1 0,1 1,0 0,1 1,0 0,0 0,0 1,1 0,0 0,0 1,-4 7,5-2,1 1,0-1,1 1,1 0,0 0,1 0,1 0,0 0,1 0,1 0,0 1,1-1,0 0,1 0,1-1,5 14,14 33</inkml:trace>
  <inkml:trace contextRef="#ctx0" brushRef="#br0" timeOffset="21072.105">3239 5014,'38'-376,"-30"328,-1 71,-7 43,-3-1,-10 48,-3 111,15-213,2-1,0 1,0-1,0 0,1 0,1 1,0-1,0-1,1 1,1 0,-1-1,1 0,4 4,14 15</inkml:trace>
  <inkml:trace contextRef="#ctx0" brushRef="#br0" timeOffset="21637.413">4335 4880,'-4'9,"0"0,1 0,0 1,0-1,1 0,1 1,0 0,0-1,0 1,1 0,1-1,0 1,0 0,1-1,0 0,1 1,0-1,0 0,1 0,0 0,0-1,1 1,0-1,1 0,0-1,1 1,1-1,1-1,1-1,-1 1,1-2,0 1,0-1,0-1,0 0,1 0,0-1,-1 0,1-1,0 0,0-1,0 0,0-1,-1 0,1-1,0 0,-1 0,1-1,-1-1,0 0,7-3,-4 1,0-1,0 0,0 0,-1-2,0 1,-1-1,0-1,-1 0,0-1,0 0,-1 0,0-1,-1 0,-1 0,0-1,0 0,-1-1,0-2,-3 9,0-1,-1 1,0-1,-1 0,1 1,-1-1,-1 0,0 0,0 0,0 0,-1 0,0 1,0-1,-1 0,0 0,-1 1,0 0,0-1,0 1,-1 0,0 0,0 1,-1-1,0 1,0 0,0 1,-4-4,1 4,0 0,-1 0,1 1,-1 0,0 0,0 1,-1 0,1 1,-1 0,1 0,-1 1,0 0,0 1,1 0,-1 1,0 0,1 0,-1 1,1 0,-5 2,-4 2,1 1,-1 0,1 1,1 1,-1 1,2 0,-1 1,1 1,1 0,-1 3,-33 37,8-3</inkml:trace>
  <inkml:trace contextRef="#ctx0" brushRef="#br0" timeOffset="22602.949">1808 6364,'-8'16,"0"1,1 0,0 0,2 0,0 1,1 0,0 0,2 0,0 0,1 0,1 1,1 8,0-16,1 1,0 0,0-1,1 1,1-1,0 0,1 0,-1-1,2 1,0-1,0 0,1 0,0-1,1 0,0 0,0-1,1 0,0 0,6 3,-4-3,1-1,0 0,1-1,-1-1,1 0,0 0,1-1,-1-1,1 0,-1-1,1-1,0 0,0-1,0 0,0-1,-1-1,1 0,0 0,-1-2,0 0,1 0,-1-1,-1-1,1 0,-1-1,0 0,-1-1,0 0,0-1,-1 0,0 0,0-1,-1-1,0 0,-1 0,0 0,-1-1,1-2,-3-1,0 0,-1-1,-1 1,0 0,-1-1,-1 0,0 0,-1 1,-1-1,0 0,-1 1,-1-1,0 1,-1-1,-4-7,4 12,0 0,-1 1,0 0,0 0,-1 0,-1 0,1 1,-1 0,-1 1,0-1,0 2,-1-1,1 1,-2 0,1 1,-1 0,0 0,0 1,-1 1,1 0,-10-3,10 6,0-1,-1 1,1 1,-1 0,1 0,-1 1,1 1,0-1,-1 2,1-1,0 2,0-1,1 1,-1 1,1-1,0 2,0-1,0 1,1 1,0-1,0 1,1 1,0 0,0 0,1 0,0 0,-1 4,-1-2,1 1,1 0,0 0,1 0,0 1,0 0,2 0,-1 0,1 0,1 1,1-1,-1 1,2 0,0-1,0 1,1 0,1-1,0 1,1-1,0 0,1 0,2 6,33 43,5-11</inkml:trace>
  <inkml:trace contextRef="#ctx0" brushRef="#br0" timeOffset="22954.477">3360 6512,'7'-33,"17"-77,32-88,-47 178,-10 20,1 0,0 0,-1 0,1 1,0-1,0 0,-1 0,1 1,0-1,0 0,0 0,-1 1,1-1,0 0,0 1,0-1,0 0,0 1,0-1,0 0,-1 1,1-1,0 0,0 1,0-1,0 1,1-1,-1 0,0 1,0-1,0 0,0 1,0-1,0 0,0 0,1 1,-1-1,0 0,0 1,0-1,1 0,-1 0,0 1,0-1,1 0,-1 0,0 1,1-1,-1 0,0 0,0 0,1 0,-1 0,0 0,1 1,-1-1,1 0,-1 0,0 0,1 0,-1 0,0 0,1 0,-1 0,0-1,1 1,-1 0,0 0,1 0,-44 242,15 14,27-185</inkml:trace>
  <inkml:trace contextRef="#ctx0" brushRef="#br0" timeOffset="23576.449">4456 6471,'52'-108,"34"-107,-63 133,-19 126,4 471,-8-425</inkml:trace>
  <inkml:trace contextRef="#ctx0" brushRef="#br0" timeOffset="24417.563">1916 8143,'2'-27,"1"1,1 0,2 0,0 0,2 1,7-15,3-13,7-29,-3-2,1-26,-14 65,-7 39,-3 13,-3 17,-13 54,0-13,3 1,3 0,3 1,3 0,3 45,4-93,0 0,2-1,0 0,1 0,0 0,2 0,0 0,20 33</inkml:trace>
  <inkml:trace contextRef="#ctx0" brushRef="#br0" timeOffset="24948.469">3319 7915,'-4'6,"-1"1,2-1,-1 1,1 0,0 0,0 1,0-1,1 0,1 1,-1-1,1 1,0 0,1-1,0 1,0 0,1-1,-1 1,2 0,-1-1,1 1,0-1,1 0,0 0,0 0,0 0,1 0,0 0,1-1,-1 0,1 0,3 2,4 1,1-1,0 0,0-1,1-1,-1 0,1 0,1-2,-1 0,1-1,0 0,0-1,0 0,0-2,0 1,0-2,0 0,0-1,0-1,-1 0,8-3,-8 2,0-1,-1 0,0-1,0-1,0 0,-1 0,0-2,-1 1,0-1,0-1,-1 0,0-1,-1 0,0 0,0-1,-1 0,-1 0,0-1,-1 0,-1 0,1 0,-2-1,0 0,-1 0,0 0,0-11,-4 17,0 0,0 1,-1-1,0 1,0-1,-1 1,0 0,0 0,-1 0,0 0,0 1,0 0,-1-1,0 1,0 1,0-1,-1 1,0 0,0 0,-1 1,1 0,-1 0,0 0,0 1,0 0,0 1,0-1,-1 1,1 1,-1-1,0 1,1 1,-1-1,0 1,-11-2,1 1,-1 1,1 0,-1 2,1 0,-1 1,1 0,0 2,0 0,0 1,1 1,0 1,1 0,-1 1,0 2,13-9,0 0,0 0,1 1,-1-1,1 1,-1 0,1 0,0 0,0 0,1 0,-1 1,1-1,-1 1,1 0,0 0,0 0,1 0,-1 0,1 0,0 0,0 0,0 1,1-1,0 0,-1 1,2-1,-1 0,0 1,1-1,0 0,0 0,0 1,0-1,1 0,-1 0,1 0,0-1,2 3,34 31,8-4</inkml:trace>
  <inkml:trace contextRef="#ctx0" brushRef="#br0" timeOffset="25384.378">4603 7821,'-2'20,"0"-1,2 0,1 1,0-1,1 1,2-1,0 0,0 0,2-1,6 15,-8-23,1-1,0 1,0-1,1 0,0 0,1-1,0 0,0 0,1-1,0 0,1 0,-1 0,1-1,0-1,1 1,-1-2,1 1,0-1,0-1,1 1,0-2,-1 1,1-2,-1 1,1-1,0-1,0 0,-1 0,1-1,0-1,-1 0,1 0,-1-1,1 0,-1-1,0 0,-1-1,1 0,-1 0,0-1,0 0,-1-1,1 0,-1 0,-1-1,0 0,0 0,5-8,-6 7,0 0,0-1,-1 0,0 0,-1 0,0 0,-1-1,0 1,-1-1,0 0,-1 0,0 0,0 0,-1 0,-1 0,1 0,-2 0,0 0,0 1,-1-1,0 0,-1 1,0 0,-1 0,0 0,-1 1,1-1,-2 1,1 1,-1-1,-3-1,1 1,-1 0,-1 0,1 1,-2 0,1 1,-1 0,0 1,0 0,0 1,-1 1,0 0,0 0,0 1,-1 1,1 0,0 1,-1 1,1 0,-1 1,-10 1,4 1,-1 1,0 1,1 1,0 1,1 1,0 0,0 1,0 1,1 1,1 1,0 0,0 1,1 2,-43 45,12-2</inkml:trace>
  <inkml:trace contextRef="#ctx0" brushRef="#br0" timeOffset="26124.294">1969 9493,'32'-83,"-5"-2,-2 0,-5-2,9-88,-26 162,-3 35,0-20,0 16,-2 77,4 0,4 1,14 64,-3-83</inkml:trace>
  <inkml:trace contextRef="#ctx0" brushRef="#br0" timeOffset="26683.704">3373 9199,'-6'10,"0"0,1 0,0 1,0 0,2 0,-1 1,1-1,1 1,0-1,1 1,0 0,1 0,0-1,1 1,0 0,1 0,0-1,1 1,0-1,0 0,2 0,-1 0,2 0,-1-1,1 0,1 0,0 0,3 2,0-3,1 0,0 0,1-1,0-1,1 0,-1 0,1-1,1-1,-1 0,1-1,-1-1,1 0,0 0,0-2,1 0,-1 0,0-1,0-1,0 0,1-1,-1-1,-1 0,1-1,0-1,-1 0,0 0,0-1,-1-1,1 0,-1-1,-1 0,0-1,0 0,-1-1,0 0,0-1,-1 0,0 0,5-11,-9 11,0 0,0 0,-1-1,-1 0,0 0,-1 1,0-1,0-1,-1 1,-1 0,0 0,-1 0,0 0,-1 0,-1 0,0 0,0 0,-1 0,0 1,-1 0,0 0,-1 0,-1 1,1 0,-1 0,-1 0,0 1,0 0,-1 1,0 0,-1 0,0 1,0 0,0 1,-1 0,0 0,-5-1,6 4,0-1,0 1,0 1,0 0,-1 1,1-1,-1 2,1 0,-1 0,1 1,-1 0,1 1,0 0,-1 0,1 1,0 1,1 0,-1 0,1 1,0 0,0 0,0 1,1 1,-1-1,2 1,-1 1,1-1,0 1,0 0,1 1,0 0,1 0,-4 9,5-10,1 1,0 0,1 0,-1 0,2 0,-1 0,1 0,1 1,0-1,0 0,1 0,0 1,0-1,1 0,0 0,1 0,0 0,1-1,0 1,23 40</inkml:trace>
  <inkml:trace contextRef="#ctx0" brushRef="#br0" timeOffset="27088.499">4750 9359,'71'-294,"-43"164,-22 122,-4 27,-20 627,22-575</inkml:trace>
  <inkml:trace contextRef="#ctx0" brushRef="#br0" timeOffset="28079.665">1501 10014,'8'649,"-21"-238,-17 0,-33 98,54-443,-12 85,7 2,6 52,13-153,-1-44</inkml:trace>
  <inkml:trace contextRef="#ctx0" brushRef="#br0" timeOffset="28840.518">2023 10883,'32'-87,"148"-294,-149 327,-31 54,1 0,-1 0,1 0,0 0,-1 0,1 1,-1-1,1 0,-1 0,1 0,0 0,-1 1,1-1,-1 0,1 1,-1-1,0 0,1 1,-1-1,1 0,-1 1,0-1,1 1,-1-1,0 1,1-1,-1 1,0-1,0 1,1-1,-1 1,0-1,0 1,0 0,0-1,0 1,0-1,0 1,0-1,0 1,0 0,0-1,0 1,0-1,0 1,-1-1,1 1,0-1,-1 1,1 0,4 86,-4 1,-8 56,5-97,-29 414,29-398</inkml:trace>
  <inkml:trace contextRef="#ctx0" brushRef="#br0" timeOffset="29494.558">3680 10869,'17'-50,"3"2,2 0,5-6,15-32,15-39,-43 112,-11 40,-10 116,1-58,4 0,4 0,7 33,22 4,-13-81</inkml:trace>
  <inkml:trace contextRef="#ctx0" brushRef="#br0" timeOffset="30010.377">4856 10736,'-6'13,"0"1,0 0,1 0,1 0,1 1,0 0,1 0,0 0,1 9,1-17,0-1,0 1,1 0,0 0,1 0,-1-1,1 1,1-1,-1 1,1-1,0 0,0 0,1 0,0-1,0 1,0-1,1 0,0 0,0 0,0 0,5 2,-1-1,0-1,0-1,1 1,-1-2,1 1,0-1,0-1,0 0,1 0,-1-1,0 0,1-1,-1 0,0 0,1-1,-1-1,0 0,0 0,0-1,0 0,3-2,1-1,0 0,-1-1,0-1,0 1,-1-2,0 0,0-1,-1 0,0 0,-1-1,0 0,-1-1,0-1,3-7,-5 8,-1 0,-1-1,0 0,-1 0,0-1,-1 1,-1-1,0 0,-1 0,0 0,-1 0,-1 1,0-1,0 0,-2 0,0 1,0-1,-1 1,-1 0,0 0,-1 0,-1 1,0 0,0 0,-1 1,0 0,-1 0,-1 1,1 0,-2 0,1 1,-9-5,11 10,1 0,-1 1,1 0,-1 1,0-1,0 1,0 1,-1-1,1 2,0-1,0 1,-1 0,1 1,0 0,0 0,-1 0,1 1,0 1,1 0,-1 0,0 0,1 1,0 0,0 0,0 1,0-1,1 2,-1-1,1 1,1 0,-1 0,-2 5,-46 92,40-56</inkml:trace>
  <inkml:trace contextRef="#ctx0" brushRef="#br0" timeOffset="30822.414">5712 10040,'1'186,"12"42,46 352,-52 115,1 15,-1-598,4 0,8 12,-11-82,2 0,2 0,2-1,1-1,2 0,2-1,3 1,-7-16</inkml:trace>
  <inkml:trace contextRef="#ctx0" brushRef="#br0" timeOffset="31683.664">2223 12714,'48'-170,"-27"108,-3-1,-2 0,-3-2,-4 1,-2-2,-2-25,-12 171,-8 101,10 169,11-269,3-16</inkml:trace>
  <inkml:trace contextRef="#ctx0" brushRef="#br0" timeOffset="32227.702">3894 12527,'74'-329,"-54"185,-19 187,-1-7,-3 79,6-1,4 1,13 51,-7-104</inkml:trace>
  <inkml:trace contextRef="#ctx0" brushRef="#br0" timeOffset="32665.462">5030 12461,'45'-97,"-15"36,-3-1,-2-1,-4-1,13-61,-31 99,-6 21,-4 20,-13 54,3 2,3 0,3 0,3 1,3 29,-3 83,7-107</inkml:trace>
  <inkml:trace contextRef="#ctx0" brushRef="#br0" timeOffset="34225.432">1368 12540,'0'918,"-1"-903,10 44,-8-59,0 1,0 0,1 0,-1 0,1 0,-1-1,0 1,1-1,-1 1,1-1,-1 0,1 1,-1-1,1 0,0 0,-1 0,1 0,-1 0,1-1,-1 1,1 0,-1-1,1 1,-1-1,1 1,-1-1,0 0,1 1,-1-1,1-1,4 0,53-14,-1 3,2 2,-1 3,2 2,-1 3,47 5,-84-2,922 15,-507-4,-172-5,1698 17,-686-37,-133 27,21-6,-193-13,316-7,-376-1,-901 15,-9-1,1 1,-1-1,0 0,0 0,1 0,-1 0,0-1,1 1,-1-1,0 0,0 0,0 0,0 0,0 0,3-2,-4-7,-6-1</inkml:trace>
  <inkml:trace contextRef="#ctx0" brushRef="#br0" timeOffset="36614.118">953 95,'219'-26,"-173"17,-1 2,1 2,0 2,38 3,316 22,470-40,-470 10,271 35,-646-26,817 3,-726-6,897-7,-253-39,497 48,173-14,316 15,-1539 2,104 20,265 29,-389-36,-170-16</inkml:trace>
  <inkml:trace contextRef="#ctx0" brushRef="#br1" timeOffset="41562.634">1354 2046,'-21'-9,"-8"-6,-5-1,2 1,6 1,6 3,5 5,2 7,-3 4,-7 3,1-2</inkml:trace>
  <inkml:trace contextRef="#ctx0" brushRef="#br1" timeOffset="42452.229">364 2099,'-1'0,"0"-1,0 0,0 0,0 0,0 1,0-1,-1 1,1-1,0 1,0-1,-1 1,1 0,0-1,-1 1,1 0,0 0,-1 0,1 0,0 0,-1 0,1 1,0-1,-1 0,1 1,0-1,0 1,-1-1,1 1,0 0,0-1,0 1,0 0,0 0,0 0,0 0,0 0,-31 40,30-37,-1 0,1 0,0 0,0 1,0-1,1 1,0 0,0-1,0 1,0 0,1-1,-1 1,1 0,1 0,-1-1,1 1,-1 0,1 0,1-1,-1 1,1-1,-1 1,1-1,0 0,1 1,-1-1,1 0,0-1,0 1,0 0,1-1,-1 0,1 0,-1 0,1 0,4 2,2-1,0-1,0 0,0-1,1 0,-1 0,1-1,-1 0,1-1,0 0,-1-1,1 0,-1-1,0 0,1 0,-1-1,2-2,-6 1,-1-1,1 0,-1 0,0 0,0-1,-1 1,1-1,-1-1,0 1,-1 0,0-1,0 0,0 0,-1 0,0 0,0 0,-1 0,0 0,0-1,-1 1,0 0,0-1,-1 1,1 0,-2-1,1 1,-1 0,0 0,-2-4,2 5,-1 1,1-1,-1 1,0 0,0 0,-1 0,0 0,1 1,-2-1,1 1,0 0,-1 0,0 1,0 0,0-1,0 1,0 1,-1-1,1 1,-1 0,0 0,1 1,-1 0,0 0,0 0,0 1,0-1,0 1,0 1,0-1,0 1,0 0,1 1,-1-1,0 1,1 0,-1 1,1-1,0 1,-1 0,1 0,1 1,-5 3,-4 5,0 1,2 0,-1 0,2 1,0 1,0 0,2 0,0 0,0 1,2 1,0-1,0 1,2 0,0 0,1 1,1 1,-5 39</inkml:trace>
  <inkml:trace contextRef="#ctx0" brushRef="#br1" timeOffset="43050.744">445 3851,'-1'-19,"0"0,1 0,0 0,2 0,0 1,1-1,2 1,-1-1,2 1,0 0,2 1,-1 0,2 0,0 1,3-2,13-34,9-18,-30 83,-40 312,21-167,9-89</inkml:trace>
  <inkml:trace contextRef="#ctx0" brushRef="#br1" timeOffset="43748.985">258 4880,'20'1,"0"1,0 0,0 1,-1 1,1 1,-1 1,0 0,-1 2,0 0,0 1,11 8,-24-14,-1 1,0 1,0-1,0 0,-1 1,1 0,-1 0,-1 0,1 0,-1 0,1 0,-1 1,-1-1,1 1,-1 0,0-1,0 1,-1 0,0 0,0 0,0-1,-1 1,1 0,-1 0,-1-1,1 1,-1-1,0 1,0-1,-4 5,-12 23,-1-2,-2-1,-1 0,-2-1,-1-2,-1 0,-3 0,-64 71,91-96,-1 1,-1 1,1 0,0 0,0 0,0 0,0 0,1 1,-1-1,1 1,1-1,-1 1,1 0,-1 2,2-5,1-1,-1 1,1 0,-1-1,1 1,0-1,0 1,0-1,0 1,0-1,0 0,0 1,0-1,1 0,-1 0,0 0,1 0,-1 0,1 0,-1 0,1 0,-1-1,1 1,0-1,-1 1,1-1,0 1,-1-1,1 0,0 0,0 0,-1 0,1 0,26 2,0-1,-1-1,1-2,0 0,14-5,5 1,149-16,-111 14</inkml:trace>
  <inkml:trace contextRef="#ctx0" brushRef="#br1" timeOffset="44420.57">351 6271,'16'-4,"0"1,0 0,1 1,-1 1,0 1,8 0,11 0,0-1,-19-1,0 1,1 1,-1 1,0 0,0 1,1 0,13 5,-28-6,0 0,0 0,0 0,0 0,0 0,0 0,0 0,0 1,-1-1,1 1,0-1,-1 1,1-1,-1 1,0 0,0 0,0 0,0 0,0 0,0 0,0 0,0 0,-1 0,1 1,-1-1,0 0,1 0,-1 0,0 1,0-1,-1 0,1 0,0 1,-1-1,1 0,-1 0,-38 74,8-38,-3-1,0-2,-38 28,69-60,2-3,0 1,0-1,0 0,0 1,0-1,0 1,0 0,0-1,0 1,0 0,0 0,0-1,1 1,-1 0,0 0,0 0,1 0,-1 0,1 0,-1 0,1 0,-1 0,1 0,0 1,-1-1,1 0,0 0,0 0,0 0,0 1,0-1,0 0,0 0,0 0,1 0,-1 1,87 10,-72-10,0 0,0 0,0 2,0 0,-1 0,1 1,-1 1,0 1,-1 0,0 0,11 9,-21-14,-1 0,1 1,-1-1,0 0,0 1,0-1,-1 1,1-1,0 1,-1 0,0 0,1 0,-1-1,0 1,-1 0,1 1,-1-1,1 0,-1 0,0 0,0 0,0 0,0 0,-1 0,1 1,-1-1,0 0,0 0,0-1,0 1,0 0,-1 0,0 0,-4 7,-1 0,0-1,-1 0,0 0,0-1,-1 0,0 0,-3 1,-22 15,0-2,-1-1,-1-2,-1-2,-1-1,0-2,-35 8,42-14</inkml:trace>
  <inkml:trace contextRef="#ctx0" brushRef="#br1" timeOffset="44981.988">472 7741,'-35'71,"3"0,4 2,3 1,3 2,-1 21,19-80,2-10,0 1,1 0,0 0,0 0,0 0,1 0,0 0,1 0,0 0,2 6,-1-11,1 0,-1 0,1-1,0 1,0-1,0 0,1 0,-1 0,0 0,1 0,-1-1,1 1,0-1,-1 0,1 0,0-1,0 1,0-1,-1 0,1 0,0 0,0 0,0-1,-1 0,1 1,0-1,0-1,-1 1,1 0,-1-1,1 0,1-1,25-8,0-1,-1-2,-1-1,0-1,-1-1,-1-1,0-2,-2 0,10-12,-22 20,-21 48,-23 58,5 1,4 1,4 1,3 10,6-34</inkml:trace>
  <inkml:trace contextRef="#ctx0" brushRef="#br1" timeOffset="45324.162">338 9265,'2'14,"4"13,4 9,8 8,6 3,2 0,2-1,-4-4,-3-2,-6-1,-10 0,-12-3,-17 0,-15-1,-15-8,-12-8,5-7</inkml:trace>
  <inkml:trace contextRef="#ctx0" brushRef="#br1" timeOffset="45496.748">311 9225,'18'-9,"20"-8,17-5,17-6,13 0,7 2,2 5,-6 7,-11 10,-19 6</inkml:trace>
  <inkml:trace contextRef="#ctx0" brushRef="#br1" timeOffset="46134.841">458 10628,'-10'-3,"-1"1,1 0,-1 0,0 1,1 0,-1 1,0 0,0 1,1 0,-1 1,0 0,1 1,-1 0,1 0,0 1,0 1,0-1,1 2,0-1,-7 6,-1 5,0 0,1 1,1 1,0 1,2 0,0 1,1 0,1 0,1 2,1-1,1 1,1 1,0-1,2 1,1 0,1 0,1 1,0 0,1-15,-1-1,1 1,1 0,0 0,0 1,0-1,1 0,1-1,0 1,0 0,0 0,1-1,1 1,-1-1,1 0,1 0,-1 0,1-1,1 0,0 0,0 0,0 0,0-1,1 0,0-1,1 1,-1-1,1-1,0 1,7 2,-4-5,0 0,0-1,0-1,0 0,0 0,0-1,0 0,0-1,-1 0,1-1,0 0,-1-1,0 0,0-1,0 0,0 0,-1-1,0 0,0-1,-1 0,0 0,0-1,0 0,-1 0,0-1,5-8,-10 13,0 1,0-1,0 0,-1 1,1-1,-1 0,0 0,0 0,-1 0,1 0,-1 0,1 0,-1 0,-1 0,1 0,0 0,-1 0,0 0,0 0,0 0,-1 0,1 1,-1-1,0 0,0 1,0-1,0 1,-1 0,1 0,-1 0,0 0,0 0,0 1,0-1,0 1,-1 0,1 0,-1 0,0 0,1 0,-1 1,-2-1,1 1,0 0,-1 0,1 0,0 1,0 0,0 0,-1 0,1 1,0 0,0 0,0 0,0 0,0 1,0 0,0 0,0 0,1 1,-1-1,1 1,-1 0,1 1,0-1,0 1,1-1,-1 1,1 0,0 1,0-1,-1 2,-6 10,1 0,1 0,1 0,0 1,1 0,1 1,-3 15,-4 32</inkml:trace>
  <inkml:trace contextRef="#ctx0" brushRef="#br1" timeOffset="46462.834">4 12126,'-1'-4,"0"0,0 1,1-1,-1 0,1 0,0 0,0 0,0 0,1 0,0 0,0 0,0 1,0-1,0 0,1 1,-1-1,1 0,0 1,0 0,0 0,1-1,-1 1,1 0,0 1,0-1,0 0,0 1,1-1,6-4,0 0,1 1,-1 0,1 1,0 0,1 1,-1 0,10-2,-11 3,0 1,0 0,0 1,0 0,0 0,0 1,0 0,0 1,0 0,0 1,0 0,0 0,0 1,-1 1,1-1,-1 2,0-1,0 1,0 1,-1-1,0 1,0 1,0 0,-1 0,0 0,0 1,-1 0,0 0,4 9,-4-4,0 1,-1 0,-1 0,0 0,-1 1,0-1,-1 1,-1 0,-1 0,0-1,-1 10,-32 167,14-104,9-37,2 0,2 0,2 1,4 35,4-47</inkml:trace>
  <inkml:trace contextRef="#ctx0" brushRef="#br1" timeOffset="46710.966">151 12394,'16'-7,"25"-7,32-7,32-6,30-2,20 2,6 3,-25 5</inkml:trace>
  <inkml:trace contextRef="#ctx0" brushRef="#br0" timeOffset="54549.312">12343 54,'-14'56,"3"1,2 0,2 0,3 1,2-1,7 57,-4-15,0-16,0 143,-20 136,4-147,9 1,9 0,10 6,-6 14,-12 57,-1 57,15-196,15 70,5 70,-4 324,20-67,-41-381,14 222,3-175,-7 89,-14-213,1 103,-22 157,-30 106,39-1,7-144,-20 283,7-60,-8 90,12-140,-6 154,17-597,-11 136,9 0,12 95,77 753,-7-297,-58-517,-3-51,-6 65,-9 25,4-219,1-73,-7 36,1-1,-1 1,0 0,0 0,0 0,0 0,0 0,-1 0,1 0,-1 0,0 0,0 1,0-1,0 1,0-1,-2 0,-13-13</inkml:trace>
  <inkml:trace contextRef="#ctx0" brushRef="#br0" timeOffset="70816.749">6568 1966,'-6'4,"0"0,0 1,1 0,0 0,-1 0,2 1,-1 0,1-1,0 2,0-1,0 0,1 1,0 0,0-1,1 1,0 0,-1 7,-8 16,9-20,1 1,-1-1,2 0,-1 1,1-1,1 1,0-1,1 0,0 0,0 1,1-1,0 0,1-1,0 1,1-1,-1 0,2 0,4 7,8 18,-14-24,-1-1,1 0,1 0,0-1,0 1,1-1,0 0,0 0,1-1,0 0,0 0,1-1,-1 0,2 0,-1-1,0 0,1 0,0-1,0 0,6 1,1-1,-9-1,1 0,0-1,0 0,0 0,0-1,0 0,0 0,0-1,1 0,-1-1,0 0,0 0,0 0,0-1,0 0,-1-1,1 0,-1 0,7-4,-5 0,0-1,-1 0,0 0,-1-1,0 1,0-2,0 1,-1-1,-1 0,0 0,0-1,-1 0,0 1,-1-1,0 0,-1-1,0 1,-1 0,0-1,-1-11,-1 2,2 2,-1 0,-1 1,0-1,-2 1,0-1,-1 1,-1 0,0 0,-5-8,-51-65,51 82,1 1,-2 0,1 1,-1 0,-1 1,1 0,-1 0,0 1,0 1,0 0,-3 0,2 1,-1 0,1 1,-1 1,1 0,-1 1,0 0,-10 2,15 1,0 1,1 0,0 0,0 0,0 1,0 1,1-1,0 1,0 1,0-1,1 1,0 0,0 1,1-1,0 1,0 0,1 1,-3 5,0 0,0 0,0 0,2 0,0 1,1 0,0 0,1 0,-1 12,3-6</inkml:trace>
  <inkml:trace contextRef="#ctx0" brushRef="#br0" timeOffset="72012.854">8159 1899,'-8'3,"1"0,1 0,-1 0,0 1,1 0,-1 0,1 0,0 1,1 0,-1 0,1 1,0-1,0 1,1 0,0 1,0-1,0 1,1 0,0-1,0 2,1-1,0 0,0 0,0 1,1-1,0 1,1 2,-1 8,0-1,2 1,0 0,1-1,1 0,0 1,2-1,0 0,0-1,2 1,0-1,1 0,0-1,2 0,1 2,-3-6,0-1,0 0,1 0,1-1,0 0,0 0,1-1,0 0,0-1,0-1,1 0,0 0,1-1,-1-1,1 0,0 0,0-1,0-1,0-1,4 1,-9-1,0 0,1-1,-1 0,0-1,1 1,-1-1,0-1,0 0,0 0,0 0,0-1,0-1,-1 1,1-1,-1 0,0-1,0 0,-1 0,1 0,3-8,-1-1,-1 1,0-1,-1-1,-1 1,0-1,-1 0,0-1,-1 1,-1-1,-1 0,0 0,-1 0,-1 0,0 0,-1 0,-1 0,-2-12,3 23,2-5,-1 0,-1 0,0 0,0 0,-1 0,0 1,0-1,-1 0,-1 1,0 0,0-1,-1 2,0-1,0 0,-1 1,0 0,0 1,-1-1,0 1,-1 0,1 1,-1 0,-1 0,1 1,-1 0,0 0,0 1,0 0,-1 1,1 0,-10-2,-6 3,0 2,1 0,-1 2,0 1,1 0,0 2,-21 7,39-10,0 0,0 1,1-1,-1 1,1 0,-1 1,1-1,0 1,1 0,-1 0,1 1,-1 0,1-1,1 1,-1 0,1 1,0-1,0 1,0-1,1 1,0 0,0 0,0 0,1 0,0 0,0 5,-2 28,3-2</inkml:trace>
  <inkml:trace contextRef="#ctx0" brushRef="#br0" timeOffset="73040.246">9869 2086,'11'-10,"0"-1,-1 0,-1 0,0-1,-1-1,0 1,0-1,-2-1,0 1,0-1,-1 0,-1-1,0 1,-1-1,-1-2,4-16,3 41,4 115,11 283,-24-404,0 0,1 0,-1 0,0 0,0 0,-1 0,1 0,0 0,-1 0,1 0,-1 0,1 0,-1 0,0 0,0 0,0-1,0 1,0 0,0-1,-1 1,1 0,0-1,-1 0,1 1,-1-1,0 0,1 0,-1 0,0 0,0 0,0 0,0 0,0-1,0 1,0-1,0 1,0-1,0 0,0 0,0 0,0 0,-1 0,-18-2,21 2,1-1,-1 1,0 0,0 0,0 0,1 0,-1 0,0-1,0 1,0 0,0 0,1 0,-1 0,0-1,0 1,0 0,0 0,0-1,0 1,0 0,0 0,0 0,0-1,0 1,0 0,0 0,0-1,0 1,0 0,0 0,0-1,0 1,0 0,0 0,0 0,0-1,0 1,0 0,-1 0,1 0,0-1,0 1,0 0,0 0,-1 0,1 0,0-1,0 1,0 0,0 0,-1 0,1 0,0 0,0 0,-1 0,1 0,0 0,0 0,0 0,-1-1,1 1,0 0,0 1,95-26,-77 22,55-6,0 3,0 4,0 2,5 4,-37-1</inkml:trace>
  <inkml:trace contextRef="#ctx0" brushRef="#br0" timeOffset="73723.007">11140 1992,'-7'3,"1"-1,0 1,0 1,0-1,1 1,-1 0,1 0,0 0,0 1,0 0,1 0,0 0,0 0,0 1,0 0,1 0,0 0,0 0,1 0,-1 0,2 1,-1-1,1 1,-1 0,2-1,-1 1,1 0,0 0,0-1,1 1,0 1,6 3,0 0,1-1,0 0,1 0,0-1,0 0,1 0,0-1,0 0,1-1,0 0,1-1,-1 0,1-1,12 3,-6 0,0 0,1-2,-1 0,1-1,0-1,7 0,-19-4,0 1,-1-1,1 0,0 0,0-1,-1 0,1 0,-1 0,1-1,-1 0,1 0,-1-1,0 0,0 0,0 0,-1-1,1 0,-1 0,0 0,1-1,1-5,0 0,-1-1,0 0,-1 0,0 0,0-1,-1 0,-1 1,0-1,-1-1,0 1,-1 0,0 0,-1-1,0 1,-1 0,-1-1,0 1,0 0,-1 0,-1 0,0 1,0-1,-1 1,-1 0,0 0,0 1,-1-1,0 2,-1-1,-2-1,3 2,-2-1,1 1,-2 0,1 1,-1 0,0 1,-1-1,1 2,-1 0,-1 0,1 1,-1 1,0-1,0 2,0 0,-1 0,1 1,-1 1,1 0,-1 1,0 0,1 1,-1 0,1 1,-1 1,1 0,0 0,-4 3,1 1,1 1,-1 1,1 1,1 0,0 1,0 0,1 1,0 0,1 1,1 0,0 1,1 0,0 1,1 0,1 0,0 0,1 1,-1 6,1 1</inkml:trace>
  <inkml:trace contextRef="#ctx0" brushRef="#br2" timeOffset="80757.014">1768 1805,'-22'-5,"0"1,-1 1,1 1,-1 0,1 2,-1 1,-4 1,17 1,-1 1,1 0,0 0,0 1,1 0,0 1,-1 0,2 0,-1 1,1 0,0 1,1 0,-1 0,1 0,1 1,0 0,0 1,1-1,0 1,1 0,0 1,2-8,-12 21,2 1,1 0,0 1,2 0,1 0,2 1,0 0,2 1,0-1,2 1,2 10,0-22,1-1,0 1,1 0,1-1,1 0,0 1,1-1,1-1,0 1,1-1,0 0,1 0,1-1,0 0,0-1,2 0,2 2,1 0,0 0,2-1,0-1,0-1,1 0,0 0,1-2,0-1,0 0,1-1,0-1,17 3,317 63,-311-59,1-1,0-3,0-1,1-2,14-1,421-6,-94-26,-109 11,91-33,-58 39,-203 2,-1-4,38-13,126-32,3 19,-251 31,-1 0,-1-2,1 0,-1-1,-1-1,0 0,0-2,-1 0,-1-1,5-6,-14 15,-1 0,0-1,0 0,0 0,-1-1,0 1,0-1,-1 0,0-1,0 1,-1-1,0 0,0 1,-1-1,1-1,-2 1,1-8,-1 2,0 0,-1 0,-1 0,-1 0,0 0,-1 1,0-1,-1 1,0 0,-1 0,-1 0,0 0,-1 1,0 0,-7-9,3 4,-1 1,0 0,-1 1,-1 0,-1 1,0 1,0 0,-1 1,-1 0,0 2,-1 0,-8-3,-33-6,0 3,-2 3,-60-5,54 8,-105-13,-115 3,-549-8,709 29,-368-9,381 3,0 6,-15 5,-169 0,103 8,8 0,120-12,58 0</inkml:trace>
  <inkml:trace contextRef="#ctx0" brushRef="#br2" timeOffset="86259.054">6448 1752,'-12'5,"0"0,1 0,-1 2,1-1,1 2,-1-1,1 1,1 1,-1 0,1 0,1 1,0 0,0 0,1 1,1 0,-1 0,2 1,0 0,0 0,-1 5,-3 13,2 1,0 0,2 0,2 0,1 1,1-1,3 28,1-7,2 0,3 0,1-1,3 0,7 13,-14-50,1-1,1 0,0 0,0 0,1-1,1 0,0-1,1 0,0 0,1-1,0-1,0 1,1-2,0 0,1 0,-1-1,2-1,-1 0,11 3,69 21,1-4,73 9,-27-5,-17-7,2-5,0-6,0-5,17-5,663 9,-44-52,-243 14,-29-20,-118 36,-217 4,-64 4,-1-4,25-7,-85 9,110-20,101-33,-228 53,1 0,-1-1,0 0,0-1,0 0,-1-1,0 0,-1-1,0 0,0-1,3-5,7-5,-8 9,-1 0,1-2,-2 1,0-2,0 1,-1-1,-1-1,0 1,0-4,6-19,-1-1,-2-1,-2 0,-1-1,-2 1,0-34,-10-122,2 185,0 1,-1-1,0 0,0 1,-1 0,0 0,-1 0,0 0,-1 1,1 0,-1 0,-1 0,0 1,0 0,0 0,-1 1,0 0,0 0,0 1,-1 0,0 0,-20-12,0 2,-1 0,-1 3,0 0,0 2,-27-5,-356-75,-429 10,475 46,-177 14,-544 21,881 4,-23 12,-103 20,-1 11,29-21,267-22,0 1,0 3,1 1,0 2,1 1,-28 14,58-24,0 0,0 0,0 0,1 1,-1 0,1 0,0 0,0 1,0 0,0 0,1 1,0 0,0 0,1 0,0 0,0 0,-3 7,4-2</inkml:trace>
  <inkml:trace contextRef="#ctx0" brushRef="#br2" timeOffset="111303.757">1755 3222,'-5'0,"0"-1,0 1,0 0,0 0,0 0,0 1,0 0,1 0,-1 0,0 1,0-1,1 1,-1 0,1 1,0-1,-1 1,1 0,0 0,1 0,-1 0,-1 2,-7 12,0 0,1 0,1 1,1 0,0 1,2 0,0 0,1 1,1 0,1 0,0 0,2 1,1-1,0 2,2-1,1-1,1 1,0-1,2 0,0 0,2 0,0-1,1 0,1 0,0-1,2 0,0 0,1-1,0-1,2 0,0-1,1-1,0 0,1 0,0-2,1 0,3 0,205 133,-198-125,0-2,0-2,2 0,0-2,0 0,2-3,28 8,296 56,-94-29,-160-36,1-4,87-7,-86 0,22 1,94 14,-152-8,1-2,0-4,0-3,45-8,45-1,58-10,-173 13,0-1,-1-3,-1-1,21-11,-27 9,-16 9,0-1,-1 0,1-1,-2-2,1 1,-2-2,1 0,-2-1,1-1,-2 0,0-1,-1-1,0 0,2-6,3-21,-3-2,-1 0,-2 0,-3-1,-1 0,-2-1,-2 0,-3 0,-1 0,-6-37,5 52,-2 1,0-1,-2 1,-2 0,-9-30,11 48,0 0,-1 0,0 1,-1 0,0 0,-1 0,0 1,-1 0,0 1,0 0,-2 0,1 1,-1 0,-9-5,-14-4,-1 2,-1 1,0 2,-1 1,-14-2,16 5,-60-12,-1 6,0 3,-1 4,0 5,-77 8,28-4,-598 0,623 7,1 5,-67 18,137-22,-224 24,219-30,-1 2,1 3,1 2,-51 16,-145 72,173-50,69-42</inkml:trace>
  <inkml:trace contextRef="#ctx0" brushRef="#br0" timeOffset="117471.708">6715 3383,'-4'-3,"1"1,-1 0,0 0,0 0,0 0,0 0,0 1,0 0,0 0,0 0,0 0,-1 1,1-1,0 1,0 0,-1 1,1-1,0 1,0-1,-1 1,1 1,0-1,0 1,0-1,0 1,1 0,-1 0,0 1,1-1,0 1,-1 0,1 0,0 0,0 0,0 1,-3 5,0 1,0 0,1 1,1-1,0 1,0 0,1 0,0 0,1 1,0-1,1 0,0 1,1-1,0 1,1-1,0 1,1-1,1 1,-1-1,2 0,-1 0,2-1,-1 1,1-1,1 0,0 0,3 4,0-5,1 0,0-1,0 0,1 0,0-1,0 0,1-1,0-1,0 0,0 0,1-1,-1-1,1 0,0 0,0-2,0 1,0-2,0 0,0 0,0-1,0-1,0 0,0-1,0 0,-1-1,0 0,1-1,-2-1,1 0,-1 0,1-1,-2-1,1 0,-1 0,0-1,-1 0,-3 0,0 1,-1-1,0 0,0 0,-1-1,0 1,-1-1,0 0,0 0,-1 0,0 0,-1-1,0 1,-1 0,0-1,-1 1,0 0,-1-1,0 1,0 0,-1 0,0 0,-1 1,0-1,0 1,-1 0,-1 0,1 0,-1 1,-1 0,0 0,0 1,0-1,-1 2,0-1,0 1,-1 0,0 1,0 0,-4-2,3 2,0 1,-1-1,1 2,-1 0,0 0,0 1,0 0,0 1,-1 0,1 1,0 0,0 0,0 2,-1-1,1 1,1 1,-1 0,0 1,1 0,-1 0,1 1,0 0,-1 3,7-6,1 1,0 0,0 0,0 1,0-1,1 0,-1 1,1 0,0 0,0-1,0 1,1 1,0-1,-1 0,1 0,0 0,1 2,-1 29</inkml:trace>
  <inkml:trace contextRef="#ctx0" brushRef="#br0" timeOffset="118155.845">8172 3357,'-5'-3,"0"1,0 0,0 0,0 1,0 0,0 0,-1 0,1 0,0 1,-1 0,1 0,0 0,-1 1,1 0,0 0,0 0,0 1,-1-1,2 1,-1 1,0-1,0 1,1-1,-1 1,1 0,0 1,0-1,0 1,0 0,1 0,-1 0,1 0,0 1,-1 3,0 3,0 1,1-1,0 1,1 0,0 0,1 0,1 0,-1 0,2 0,0 0,0 0,2 0,-1 0,1 0,1 0,0-1,0 0,2 0,-1 0,1-1,1 1,-1-1,2-1,0 1,0-1,0-1,1 0,0 0,1 0,0-1,0-1,0 0,1 0,7 2,2 1,1-1,0-1,0-1,1-1,-1-1,1-1,0 0,0-2,0-1,1 0,-1-2,15-3,-21 3,0-1,1-1,-1-1,-1 0,1-1,-1-1,0 0,0-1,-1 0,0-1,-1-1,0-1,0 1,-1-2,-1 0,0 0,1-3,-6 8,-1-1,0 0,0 0,-1 0,0 0,-1-1,0 1,0-1,-1 0,0 0,0 0,-1 0,0 0,-1 0,0-1,0 1,-1 0,0 0,-1 0,0 0,0 0,-1 0,0 1,-1-1,0 1,0 0,0 0,-1 0,-1 1,1-1,-1 1,-3-2,-1 0,0 0,-1 1,0 0,0 1,-1 0,0 1,0 0,-1 0,1 2,-1 0,0 0,-1 1,1 1,0 0,-1 0,1 2,-1 0,0 0,-9 2,2 1,0 0,0 2,0 0,0 1,1 1,0 1,0 1,1 1,0 0,1 2,0 0,-1 2,12-9,1-1,0 1,0 0,0 1,0 0,1 0,0 0,0 0,1 1,-1 0,1 0,1 0,0 0,0 0,0 1,1 0,0-1,0 1,1 0,0 0,0 0,1 0,0 0,1 0,0 0,0 0,0 0,1 1,18 33</inkml:trace>
  <inkml:trace contextRef="#ctx0" brushRef="#br0" timeOffset="118805.617">10017 3516,'6'-25,"2"0,0 1,2 0,0 0,2 1,0 1,2 0,1 0,0 2,11-11,-23 26,82-107,-69 95,-15 17,-1 0,1 0,-1 0,1 0,-1 0,0 0,1 0,-1 0,1 0,-1 0,1 0,-1 0,0 0,1 0,-1 1,1-1,-1 0,0 0,1 1,-1-1,0 0,1 0,-1 1,0-1,1 0,-1 1,0-1,0 0,1 1,-1-1,0 1,0-1,0 0,0 1,0-1,1 1,-1-1,0 1,0-1,0 0,0 1,0-1,0 1,0-1,0 1,-1-1,1 0,0 1,0-1,0 1,0-1,0 0,-1 1,1-1,0 1,0-1,-1 0,1 1,0-1,-1 0,1 1,-31 262,31-211,1 0,3 0,3 0,1-1,5 8,-2-14</inkml:trace>
  <inkml:trace contextRef="#ctx0" brushRef="#br0" timeOffset="119461.64">11247 3503,'90'-227,"-77"175,-1-1,-3-1,-1-9,-6 47,-2 100,-1 30,-2 7,6 1,13 81,-8-152</inkml:trace>
  <inkml:trace contextRef="#ctx0" brushRef="#br0" timeOffset="131917.243">6554 4773,'-5'-2,"1"0,-1 0,0 1,0 0,0-1,0 1,1 1,-2-1,1 1,0 0,0 0,0 0,0 1,0 0,0 0,1 0,-1 1,0-1,0 1,1 0,-1 1,1-1,0 1,-1 0,1 0,0 0,1 0,-4 4,2 0,0 1,0 0,1 0,0 1,1-1,0 1,0 0,0 0,1 0,1 0,0 0,0 0,0 1,1-1,1 0,0 0,0 0,1 1,0-1,0-1,1 1,0 0,0 0,1-1,1 0,-1 0,1 0,1 0,-1-1,1 0,0 0,1-1,0 1,3 1,11 6,1 0,1-2,0 0,0-2,1-1,0 0,1-2,0-1,0-1,0-1,1-1,18 0,-12 0,1-1,-1-1,1-2,-1-1,1-1,-1-2,0-1,0-2,-1-1,0-2,-1 0,0-3,14-8,-36 18,-1 0,0-1,0 0,-1 0,0-1,1 1,-2-1,1-1,-1 1,0-1,0 0,-1 0,0-1,0 1,-1-1,0 0,0 0,-1 0,0 0,0 0,-1 0,0-1,0 1,-1-1,0 1,-1 0,0-1,0 1,-1-1,-5-7,-2 0,0 0,-1 1,-1 0,0 1,-1 0,0 1,-1 0,0 1,-1 0,-1 2,0-1,0 2,-1 0,0 0,-9-1,1-3,-1 1,-1 1,0 1,-1 2,0 1,0 0,0 2,-1 2,1 0,-1 2,0 1,0 1,0 1,1 1,-15 5,32-5,-1 1,1 0,1 0,-1 1,1 0,-1 1,1 0,1 1,-1-1,1 2,1-1,-1 1,1 0,1 1,-1-1,1 1,1 1,0-1,0 1,1 0,0 0,1 0,0 1,0-1,1 1,0 3,4 61,10-5</inkml:trace>
  <inkml:trace contextRef="#ctx0" brushRef="#br0" timeOffset="132699.514">8412 4894,'3'-18,"0"0,0 1,2-1,0 1,1 0,1 1,1-1,0 1,1 1,0 0,6-5,12-27,27-48,-55 95,1 0,0 1,0-1,0 0,0 1,0-1,1 0,-1 0,0 1,0-1,0 0,0 1,0-1,0 0,0 0,0 1,1-1,-1 0,0 0,0 1,0-1,1 0,-1 0,0 0,0 1,1-1,-1 0,0 0,0 0,1 0,-1 0,0 1,1-1,-1 0,0 0,0 0,1 0,-1 0,0 0,1 0,-1 0,0 0,1 0,-1 0,0 0,0 0,1-1,-1 1,0 0,1 0,-1 0,0 0,0 0,1-1,-1 1,0 0,0 0,0 0,1-1,-1 1,0 0,0 0,0-1,0 1,1 0,-1 0,0-1,0 1,3 29,-3-27,-1 193,-2-100,5 1,5 17,23 17,-11-84</inkml:trace>
  <inkml:trace contextRef="#ctx0" brushRef="#br0" timeOffset="133569.402">10244 4694,'-6'2,"1"0,-1 1,0 0,1 0,0 1,-1-1,1 1,1 0,-1 1,1-1,-1 1,1 0,0 0,1 0,0 1,-1-1,2 1,-1-1,1 1,-1 0,2 0,-1 0,1 1,0-1,0 0,0 1,1-1,0 0,1 1,-1-1,1 0,0 0,1 1,-1-1,1 0,1 0,-1-1,1 1,1 1,5 5,0-1,1 0,1 0,0-1,1 0,-1-1,2-1,-1 1,1-2,1 0,-1-1,1 0,0-1,0 0,1-1,0-1,-1-1,1 0,0 0,0-2,0 0,0 0,0-2,0 0,5-1,-7 0,0 0,1-1,-2 0,1-1,0 0,-1-1,0-1,0 0,-1 0,0-1,0-1,5-5,-10 9,-1-1,0 0,0 0,0 0,0-1,-1 0,0 0,-1 0,0 0,0 0,0-1,-1 1,0-1,0 0,-1 0,0 0,-1 1,0-1,0 0,0 0,-1 0,-1-2,-1-2,-1 1,0-1,-1 1,0 0,-1 0,0 1,-1 0,0 0,-1 0,0 1,0 0,-1 0,0 1,-1 1,1-1,-2 2,1-1,-1 1,0 1,0 0,0 0,-10-2,11 4,1-1,-1 2,0-1,-1 1,1 1,0 0,0 0,-1 1,1 0,0 1,-1 0,1 1,0 0,0 0,0 1,0 0,1 1,-1 0,1 1,0 0,0 0,0 1,1 0,0 1,0 0,-6 7,10-9,0 1,1 0,-1 0,1 0,0 1,1-1,-1 1,1 0,1-1,-1 1,1 0,0 0,1 0,-1 0,2 0,-1 0,1 0,0 0,0 0,1-1,0 1,0 0,0-1,1 1,0-1,0 0,1 0,0 0,0 0,4 4,42 37,4-9</inkml:trace>
  <inkml:trace contextRef="#ctx0" brushRef="#br0" timeOffset="133976.69">11408 4787,'-4'6,"2"1,-1 0,1 0,0 0,0 0,1 0,0 0,0 1,1-1,0 0,0 0,1 1,0-1,0 0,0 0,1 0,0 0,1 0,0 0,0 0,0-1,1 1,-1-1,2 0,-1 0,1-1,0 1,0-1,0 0,3 2,4 2,0 0,0 0,0-1,1-1,0 0,1-1,-1-1,1 0,0 0,1-1,3-1,-10-1,0-1,0 0,1 0,-1-1,0 0,1-1,-1 0,0 0,0 0,0-1,0-1,0 1,0-1,-1-1,1 1,-1-1,0-1,0 1,0-1,3-4,0-2,-1-2,-1 1,0-1,0 0,-1-1,-1 0,-1 0,1 0,-2-1,0 1,-1-1,-1 0,0 0,-1 0,0 0,-1-1,-1 1,-1 0,0 0,-1 0,0 0,-3-5,2 9,0 1,0 0,-1 1,0-1,-1 1,0 0,-1 0,1 0,-2 1,1 0,-1 1,0 0,-1 0,0 1,0 0,0 0,-1 1,0 0,0 1,0 0,0 0,-1 1,1 1,-1 0,0 0,0 1,0 0,1 1,-2 0,-3 1,0 0,0 0,0 1,-1 1,2 1,-1 0,0 1,1 1,0 0,0 0,1 2,0 0,0 0,1 1,0 1,0 0,1 0,0 1,1 1,1 0,0 0,0 1,1 0,-2 6,-17 50,10-4</inkml:trace>
  <inkml:trace contextRef="#ctx0" brushRef="#br0" timeOffset="135942.711">6461 6284,'-6'-2,"1"1,-1-1,0 1,0 0,1 1,-1-1,0 1,0 1,0-1,0 1,0 0,1 0,-1 0,0 1,1 0,-1 0,1 0,0 1,-1 0,1 0,1 0,-1 1,0 0,1-1,0 2,0-1,0 0,0 1,1 0,-2 2,-2 3,1 1,0 0,1 0,0 0,1 0,0 1,1-1,0 1,1 0,0 0,1 0,0 1,1-1,1 6,0-10,1 0,-1 1,2-1,-1 0,1 0,1 0,-1 0,1-1,1 1,-1-1,1 0,0 0,1-1,0 1,0-1,0-1,1 1,-1-1,1 0,1 0,-1-1,1 0,2 0,12 6,1-2,0 0,0-2,1 0,0-2,0-1,18 1,-14-3,0-1,0-1,0-1,-1-1,20-5,-36 5,0 0,-1 0,1-1,-1 0,1 0,-1-1,-1-1,1 0,-1 0,0-1,0 0,-1-1,0 1,0-2,2-3,-5 5,-2 1,1-1,-1 0,0 0,0 0,-1 0,0 0,-1-1,1 1,-1-1,-1 1,1-1,-1 1,-1-1,1 1,-1-1,-1 1,1-1,-2-1,-4-13,0-1,-2 1,-1 1,-1 0,-7-11,4 7,-2 1,0 0,-2 1,0 1,-11-8,22 23,0 0,-1 1,0 0,0 0,0 1,-1 0,1 1,-1 0,-1 0,1 1,0 0,-1 0,0 1,1 0,-1 1,0 0,-6 1,1 2,0 0,0 1,1 0,-1 2,1 0,0 0,1 1,-1 1,1 0,0 1,1 0,0 1,0 0,1 1,0 1,1 0,0 0,0 1,2 0,-1 0,-1 6,6-12,1 1,0-1,1 1,0-1,0 1,0 0,1 0,0 0,0 0,0 0,1 0,0 0,1 0,0 0,0 0,0 0,1 0,0 0,0 0,1-1,0 1,0-1,0 0,2 3,29 38</inkml:trace>
  <inkml:trace contextRef="#ctx0" brushRef="#br0" timeOffset="136515.995">8359 6431,'162'-451,"-155"433,-2 32,-15 115,4-93,1 0,2 0,2 0,1 1,2-1,2 0,1 0,1 0,2 0,2-1,1-1,5 9,13 7</inkml:trace>
  <inkml:trace contextRef="#ctx0" brushRef="#br0" timeOffset="137236.18">10352 6016,'-6'0,"1"0,0 0,0 1,0-1,0 1,0 0,0 0,1 1,-1 0,0-1,1 2,-1-1,1 0,-1 1,1 0,0 0,0 0,1 1,-1-1,0 1,1 0,0 0,0 0,0 0,1 0,-1 1,1-1,0 1,1 0,-1 0,0 4,0 1,1 0,0 0,0 0,1 0,1 0,-1 0,2 0,-1-1,2 1,-1 0,1-1,1 1,-1-1,2 0,-1 0,1 0,1-1,-1 0,1 0,7 6,-2-1,1-1,1 0,0-1,1 0,0-1,0-1,1 0,0-1,1-1,0-1,14 5,-19-7,0 0,1-1,0 0,-1 0,1-2,0 1,0-1,0-1,0-1,0 1,0-2,0 1,0-2,-1 0,1 0,-1-1,0 0,0-1,0 0,-1-1,1 0,-1-1,-1 0,1-1,-1 0,-1 0,1-1,-3-2,0 0,-1 0,0-1,0 1,-2-1,1 0,-2 0,0 0,0 0,-1 0,0-1,-1 1,-1 0,0-1,0 1,-1 0,-1 0,0 0,-1 0,0 1,-1-1,0 1,0 0,-1 1,-1-1,0 1,-1 0,1 1,-2 0,1 0,-1 0,-1 1,0 1,0 0,0 0,-1 1,0 0,0 1,-9-3,13 5,0 0,-1 0,0 0,1 1,-1 1,0-1,0 1,0 1,0-1,0 1,0 1,0-1,1 1,-1 1,0-1,0 2,1-1,-1 1,1 0,0 0,0 1,0 0,0 0,0 1,1-1,0 2,0-1,1 1,-1-1,1 2,-2 2,3 0,0 0,0 0,1 1,1-1,0 1,0-1,1 1,0 0,0 0,1 0,1-1,-1 1,2 0,-1 0,2 3,11 38</inkml:trace>
  <inkml:trace contextRef="#ctx0" brushRef="#br0" timeOffset="137728.713">11393 6057,'44'-72,"39"-81,-76 138,-3 28,-5 288,12 28,-11-301</inkml:trace>
  <inkml:trace contextRef="#ctx0" brushRef="#br0" timeOffset="137980.392">11461 6458,'-5'0,"1"0,8 0,13 0,14 0,13-2,9-1,4 0,-3 1,-8 0,-12 1</inkml:trace>
  <inkml:trace contextRef="#ctx0" brushRef="#br0" timeOffset="139087.933">6287 7661,'-11'-1,"1"1,-1 0,0 1,1 0,-1 1,1 0,-1 1,1 0,0 0,0 1,0 1,0 0,1 0,0 0,0 2,0-1,1 1,0 0,0 0,1 1,0 0,0 1,1-1,0 1,1 1,0-1,0 1,1 0,-2 7,4-7,1 1,0-1,1 1,0-1,1 1,0-1,0 1,1-1,1 0,0 0,0 0,1 0,0 0,1-1,0 0,0 0,1 0,0 0,1-1,-1 0,2 0,-1-1,1 0,0 0,1-1,-1 0,1-1,1 0,-1 0,1-1,-1 0,1 0,1-1,4 0,5 2,-1 0,0-2,1 0,0-2,-1 0,1-1,0-1,0 0,-1-2,1 0,-1-2,0 0,12-5,-20 6,0 0,0-1,-1 0,0-1,0 0,0-1,-1 0,1 0,-2-1,1 0,-1-1,-1 0,1 0,-2 0,1-1,-1 0,-1 0,1-1,-2 0,0 0,0 0,-1 0,1-7,-3 5,-1 1,0-1,-1 0,-1 1,0-1,0 0,-1 1,-1 0,0 0,-1 0,0 0,-1 1,0 0,-1 0,0 0,0 1,-1 0,-1 1,0 0,0 0,-1 1,0 0,0 0,-1 1,0 1,0 0,0 0,-1 1,0 0,0 1,0 1,-1 0,1 0,-1 2,0-1,1 2,-1-1,0 2,1 0,-1 0,0 1,1 1,-1 0,-6 3,8-2,1 0,0 1,0 0,0 1,1 0,0 0,0 1,0 0,1 1,0 0,0 0,1 1,0 0,1 0,0 0,0 1,1 0,0 0,1 1,0-1,1 1,0 0,0 0,1 0,1 0,0 9,7 29</inkml:trace>
  <inkml:trace contextRef="#ctx0" brushRef="#br0" timeOffset="139756.955">8266 7862,'60'-108,"-43"82,-1-1,-1 0,-2-1,-1-1,0-1,-3 1,0-1,1-14,-13-3,2 47,0 0,0 0,0 0,0 0,0 0,0 0,0 0,1 0,-1 1,0-1,0 0,0 0,0 1,0-1,1 1,-1-1,0 1,0-1,1 1,-1-1,0 1,1 0,-1-1,0 1,1 0,-1 0,1-1,-1 1,1 0,0 0,-1 0,1 0,0 0,0-1,-1 2,-11 25,2 0,0 1,2 0,1 0,1 1,-2 28,2-13,1 0,2 1,3 0,1-1,7 41,3-24</inkml:trace>
  <inkml:trace contextRef="#ctx0" brushRef="#br0" timeOffset="140517.783">10124 7834,'21'-31,"-2"0,-1-2,-1-1,-2 0,-1 0,-2-2,-2 1,-1-2,0-5,5-53,-11 125,9 324,-12-316,1 0,3 0,1 0,1 0,5 10,3-8</inkml:trace>
  <inkml:trace contextRef="#ctx0" brushRef="#br0" timeOffset="141017.193">11140 7768,'-2'10,"1"1,0 0,0-1,1 1,1 0,0-1,0 1,1 0,0-1,1 0,0 1,1-1,0 0,1-1,0 1,0-1,1 0,0 0,1-1,0 1,0-2,1 1,0 0,6 4,0 0,1-1,0-1,1 0,0-1,0 0,1-2,0 0,0-1,1 0,-1-2,1 0,4 0,-9-4,1 0,-1 0,1-2,-1 1,1-2,-1 0,0 0,0-1,0-1,-1 0,0-1,0 0,0-1,0 0,-1-1,-1 0,1 0,-1-2,-1 1,1-1,-2 0,1-1,-2 0,1-1,-2 1,1-2,0 2,-1 0,-1 0,0-1,0 0,-1 0,0 0,-1 0,-1-1,0 1,-1-1,0 0,0 1,-2-1,0 0,0 1,-1-1,0 1,-1-1,-1 1,0 0,-1 0,0 1,0-1,-1 1,-1 0,0 1,-6-8,5 10,-1 0,1 1,-2-1,1 2,-1-1,0 1,0 1,0 0,-1 0,0 1,0 1,0-1,0 2,0 0,-1 0,1 1,-1 0,1 1,-1 0,-2 1,-9 2,-1 0,1 2,0 1,0 0,1 2,0 0,0 2,1 0,-10 7,4 0,1 1,1 1,0 1,2 1,0 2,1 0,2 1,0 1,2 1,1 0,-8 17,-10 29</inkml:trace>
  <inkml:trace contextRef="#ctx0" brushRef="#br0" timeOffset="141998.735">6341 9399,'-5'-2,"0"1,0-1,0 1,0 0,0 1,0-1,0 1,0 0,0 1,0-1,0 1,0 0,0 0,0 0,0 1,0 0,1 0,-1 0,0 1,1-1,0 1,0 0,0 0,0 0,0 1,1 0,-1-1,-1 4,0 4,2 0,-1 0,1 1,1-1,0 1,0-1,1 1,1 0,0-1,1 1,0 0,0-1,2 1,-1-1,1 0,1 0,0 0,1 0,0 0,0-1,1 0,0 0,1 0,0-1,1 0,0-1,0 0,1 0,0 0,0-1,1-1,0 1,0-2,7 4,-1-3,1 0,0-1,1-1,-1 0,1-1,-1-1,1-1,0-1,-1 0,1-1,0-1,-1-1,1 0,-1-1,0-1,0-1,0 0,-1-2,0 1,0-2,-1 0,0-1,-1 0,0-2,-1 1,0-1,-1-1,0-1,-1 1,0-2,-1 0,-1 0,0 0,-1-3,-4 8,-1 0,0 0,0-1,-1 1,-1-1,0 1,0-1,-1 1,0-1,-1 0,0 1,-1-1,0 1,-1 0,0-1,-1 1,0 0,0 1,-1-1,0 1,-1 0,0 0,0 1,-1-1,0 1,0 1,-1 0,0 0,0 0,-1 1,0 0,0 1,0 0,-1 0,0 1,-3-1,1 2,-1 0,0 0,0 1,0 1,0 0,0 1,0 0,0 1,-1 1,1 0,1 0,-1 1,0 1,1 0,0 1,0 1,0-1,0 2,1 0,0 0,1 1,-1 0,1 1,1 0,0 0,0 1,1 1,0-1,1 1,0 0,1 1,-2 6,5-11,1 0,0 0,0 1,0-1,1 1,1-1,-1 1,1-1,0 1,1-1,0 1,0-1,1 1,0-1,0 0,0 0,1 0,0 0,1 0,-1 0,5 5,24 29</inkml:trace>
  <inkml:trace contextRef="#ctx0" brushRef="#br0" timeOffset="142497.237">8306 9586,'23'-66,"-3"0,-3-1,-3-1,-3 0,-1-13,-12 58,-21 149,17-87,2 1,2 1,1-1,2 0,2 0,2 0,1 0,2-1,2 0,9 22,4-10</inkml:trace>
  <inkml:trace contextRef="#ctx0" brushRef="#br0" timeOffset="143119.97">10191 9452,'65'-193,"-47"147,-1 0,-2-1,2-21,-18 53,-10 49,-1 16,2 0,2 0,2 1,3 0,2 0,3 13,17 42,-5-68</inkml:trace>
  <inkml:trace contextRef="#ctx0" brushRef="#br0" timeOffset="143555.252">11153 9399,'105'-413,"-91"336,-25 124,0 41,4 0,3 0,4 0,5 1,7 32,-6-64,0-10</inkml:trace>
  <inkml:trace contextRef="#ctx0" brushRef="#br0" timeOffset="147214.036">6594 10816,'87'-152,"-58"107,-3-1,-1-2,-3 0,8-26,-28 66,6-15,-5 43,8 299,-8-296,0-7,0 0,0 1,-2-1,0 0,-1 1,0-1,-2 1,0-1,-1 0,0 1,-1-2,-1 1,-1 0,0-1,-1 0,0 0,-4 3,7-14,1 0,-2-1,1 0,0 1,-1-1,1-1,-1 1,0-1,0 0,0 0,0 0,0-1,0 1,0-1,-1 0,1-1,0 0,-1 1,1-2,0 1,-1-1,-9 3,21 3,28 3,319-1,-268-7</inkml:trace>
  <inkml:trace contextRef="#ctx0" brushRef="#br0" timeOffset="147914.38">8412 10536,'-6'6,"1"1,0 1,0-1,0 1,1 0,0 0,1 1,0-1,0 1,1-1,0 1,0 0,1 0,0 0,1 0,0 0,0 0,1 0,0 0,0 0,1-1,1 1,-1 0,1-1,1 0,-1 1,2-1,2 4,7 1,0-1,1-1,1 0,0-1,0 0,1-2,0 0,0-1,1 0,0-2,0 0,1-1,-1-1,1 0,0-2,0 0,-1-1,1-1,2-1,-3 2,1-2,-1-1,0 0,0-1,0-1,0 0,-1-2,0 0,3-2,-14 6,0-1,0 1,0-1,0 0,-1-1,1 1,-1-1,0 0,-1-1,1 1,-1-1,0 0,-1 0,1 0,-1 0,0-1,-1 1,1-1,-1 0,-1 1,1-1,-1 0,-1 0,1 0,-1-3,-2-4,-1-1,0 1,-1 0,-1-1,0 2,-1-1,0 1,-1 0,-1 0,0 1,0 0,-1 0,-1 1,0 0,-1 1,0 0,0 0,-1 1,0 1,-1 0,1 1,-14-5,14 6,0 2,-1-1,0 1,0 1,0 1,0 0,0 0,0 1,-1 1,1 0,-1 1,1 0,0 1,0 1,0 0,0 1,0 0,1 1,0 0,0 1,0 0,1 1,-1 1,2 0,-1 0,1 1,0 0,1 0,0 1,-6 11,12-17,0 1,0 0,0 1,1-1,0 0,0 1,1-1,-1 1,1-1,0 1,1 0,-1 0,1-1,0 1,1 0,-1 0,1-1,0 1,1 0,-1-1,1 1,0-1,1 0,-1 0,2 2,34 34,6-6</inkml:trace>
  <inkml:trace contextRef="#ctx0" brushRef="#br0" timeOffset="148557.818">10337 10615,'-4'7,"0"0,1 1,0-1,0 1,0 0,1-1,0 1,1 0,0 0,0 0,0 1,1-1,0 0,1 0,0 0,0 0,1 0,0 0,0 0,1-1,0 1,0-1,1 0,0 0,0 0,1 0,1 1,4-1,1 0,1 0,-1-1,1-1,0 0,0 0,1-1,-1-1,1 0,0-1,0 0,-1-1,1-1,0 0,0 0,0-1,0-1,0 0,0-1,-1-1,1 0,7-4,-13 5,0-1,-1 0,0 0,0-1,0 1,0-1,-1-1,0 1,0-1,0 0,-1 0,0 0,0-1,-1 0,1 1,-1-1,-1 0,1-1,-1 1,-1 0,1-1,-1 1,-1-1,1 1,-1-1,-1 1,1-1,-1 1,0-1,-1 1,0 0,0-1,-1 1,1 0,-2 0,1 0,-3-6,-1 1,0 0,0 0,-1 1,0 0,-1 0,-1 1,1 0,-2 0,1 1,-1 1,-1 0,1 0,-1 1,-1 1,1 0,-1 1,0 0,0 1,-1 0,1 1,-1 0,0 2,1-1,-1 2,0 0,-13 1,11 1,0 0,0 2,0-1,0 2,1 0,-1 1,-9 6,18-9,1 0,0 0,0 1,1 0,-1 0,1 1,0-1,0 1,0 0,1 1,0-1,0 1,0 0,1 0,-1 0,2 0,-1 0,0 1,1 2,1-3,1 0,0 0,1 0,-1 0,1 0,0 0,1 0,0 0,0-1,0 1,0-1,1 1,0-1,0 0,0 0,1 0,0 0,0-1,0 0,0 1,1-1,-1-1,1 1,2 0,38 30</inkml:trace>
  <inkml:trace contextRef="#ctx0" brushRef="#br0" timeOffset="149042.36">11341 10575,'-2'11,"0"0,1 0,0 0,1 0,0 0,0 0,2 0,-1 0,1 0,1-1,0 1,0 0,1-1,1 0,0 0,0 0,1-1,0 0,0 0,1 0,0-1,1 0,0 0,0-1,1 0,0 0,0-1,0 0,1-1,0 0,0 0,0-1,1-1,-1 1,1-2,0 0,0 0,0-1,0 0,0-1,0 0,9-1,-12-1,0 0,1-1,-1 0,-1 0,1 0,0-1,-1-1,0 1,0-1,0 0,0-1,-1 1,0-1,0 0,-1-1,0 0,0 0,0 0,-1 0,0-1,0 1,-1-1,0 0,0 0,-1 0,0-2,1-3,0 0,-1 0,-1 0,0 0,-1 0,0 0,-1-1,0 1,-1 0,-1 0,0 0,0 1,-1-1,-1 1,0 0,-5-8,3 10,-1 1,1-1,-2 1,1 1,-1 0,0 0,-1 0,0 1,0 1,-1 0,1 0,-1 1,-1 0,1 1,-1 0,1 1,-1 0,0 1,0 0,0 1,0 1,-1 0,1 0,0 1,0 1,0 0,0 0,0 1,1 1,-1 0,1 1,0 0,0 0,1 2,0-1,0 1,0 0,1 1,0 0,0 1,-7 8,-37 85,37-55</inkml:trace>
  <inkml:trace contextRef="#ctx0" brushRef="#br0" timeOffset="149851.407">6781 12273,'93'-249,"-49"77,-47 231,-17 108,7-80,4 0,4 1,5 65,5-102</inkml:trace>
  <inkml:trace contextRef="#ctx0" brushRef="#br0" timeOffset="150477.43">8292 12139,'-6'15,"0"0,1 1,1-1,1 1,0 0,1 0,0 0,1 0,1 0,1 3,0-12,0 0,0 0,0 0,1 0,0-1,1 1,-1-1,1 1,0-1,1 0,-1 0,1 0,1-1,-1 0,1 1,0-1,0-1,0 1,1-1,-1 0,1 0,0-1,0 1,3 0,2 0,0 1,0-2,0 1,0-1,0-1,1 0,0-1,-1 0,1-1,-1 0,1-1,-1 0,1-1,-1 0,1-1,-1 0,0-1,0 0,-1-1,1 0,-1 0,0-1,0-1,-1 0,0 0,0-1,-1 0,0 0,0-1,-1 0,0 0,0-1,-1 0,-1 0,1-2,-1-1,-1-1,0 0,-1 0,0 0,-2 0,1 0,-2 0,0 0,-1-1,0 1,-1 0,0 0,-2-4,2 9,-1 1,0 0,0 0,0 0,-1 0,-1 1,1-1,-1 1,0 0,-1 0,1 1,-1 0,-1 0,1 0,-1 1,0 0,0 0,-1 0,1 1,-1 0,0 1,-3-1,-4 1,0 1,0 0,0 2,0 0,0 0,0 1,0 1,0 1,0 0,0 1,1 0,0 1,0 1,0 0,1 1,-1 0,2 1,-1 1,1 0,1 1,-1 0,2 0,-1 1,-4 8,10-14,0 1,0-1,0 1,1 0,0 0,0 1,1-1,0 1,0 0,0-1,1 1,0 1,1-1,-1 0,1 0,1 1,-1-1,1 0,1 1,-1-1,1 0,0 1,1-1,0 0,0 0,0 0,1 0,2 2,22 28</inkml:trace>
  <inkml:trace contextRef="#ctx0" brushRef="#br0" timeOffset="151196.668">10017 12139,'-5'2,"0"0,0 1,0-1,0 1,1 0,-1 0,1 0,0 1,0 0,0-1,0 1,1 1,0-1,0 1,0-1,0 1,0 0,1 0,0 0,0 0,1 0,-1 0,1 1,0-1,1 0,-1 1,1-1,0 1,0-1,1 1,-1-1,1 0,1 1,-1-1,1 0,0 0,0 0,0 0,1 0,-1 0,1-1,0 1,3 1,6 5,1 0,0-1,1-1,0 0,0-1,1-1,0 0,1-1,-1 0,1-1,0-1,0-1,1 0,-1-1,1-1,13-1,-10 1,-1 0,1-2,-1 0,0-2,0 0,0-1,0 0,0-2,-1 0,0-2,0 0,-1 0,0-2,0 0,-1-1,-1-1,0 0,0-1,-1-1,-10 9,0-1,0 1,0-1,-1 0,0-1,0 1,0 0,-1-1,0 0,0 1,-1-1,0 0,0 0,0 0,-1 0,0 0,-1 0,0 0,0 1,0-1,-1 0,1 0,-2 1,1-1,-1 1,0 0,0 0,-1 0,0 0,0 0,0 1,-1-1,-4-3,-5-3,-1 1,-1 1,0 0,0 1,-1 1,0 0,-1 1,1 1,-1 1,0 0,-1 1,1 1,-1 1,0 1,1 1,-1 0,0 1,1 1,-1 1,1 0,-6 3,10-2,1 0,-1 1,1 0,0 1,0 1,1 0,0 1,0 0,0 1,1 0,-5 6,12-11,0 0,0 1,0-1,1 1,0 0,0 0,0 0,0 0,1 1,-1-1,2 1,-1-1,0 1,1 0,0 0,1-1,-1 1,1 0,0 0,1 0,-1 0,1 0,0-1,1 1,-1 0,1-1,0 1,3 4,28 37,7-8</inkml:trace>
  <inkml:trace contextRef="#ctx0" brushRef="#br0" timeOffset="151878.202">11300 12126,'96'-148,"-80"117,-1 0,-1-1,-1 0,4-24,-12 51,-4 21,-1-13,21 488,-20-479,0-4,0 1,0-1,-1 0,0 1,-1-1,0 1,0-1,0 0,-1 0,-1 0,1 0,-1 0,0 0,-1 0,-3 3,5-9,0 0,0 0,0-1,0 1,-1-1,1 1,-1-1,1 0,-1 0,1 0,-1 0,0-1,1 1,-1-1,0 1,0-1,1 0,-1 0,0 0,0-1,1 1,-1-1,0 1,1-1,-1 0,0 0,1 0,-2-1,4 2,0 0,1 0,-1 0,1 1,-1-1,0 0,1 0,-1 0,1 0,-1 0,1 0,-1 0,1 0,-1 0,0 0,1 0,-1 0,1 0,-1 0,1 0,-1 0,1 0,-1-1,0 1,1 0,-1 0,0-1,1 1,-1 0,1 0,-1-1,0 1,0 0,1-1,-1 1,0-1,0 1,1 0,-1-1,0 1,0-1,0 1,0 0,1-1,-1 1,0-1,0 1,0-1,0 1,0-1,0 1,0 0,0-1,0 1,-1-1,1 1,0-1,0 1,0 0,0-1,-1 1,1-1,0 1,0 0,-1-1,1 1,-1-1,246 5,-178-3,-8-1</inkml:trace>
  <inkml:trace contextRef="#ctx0" brushRef="#br0" timeOffset="152127.944">12183 12514,'0'0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9:56.05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14.1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67 241,'5'21,"1"15,2 14,0 9,0 6,0 3,-3 2,-1-2,-4-6,-4-9,-2-13</inkml:trace>
  <inkml:trace contextRef="#ctx0" brushRef="#br0" timeOffset="333.522">1 175,'1'-3,"1"0,0 0,-1 0,1 1,1-1,-1 1,0 0,1-1,-1 1,1 0,-1 0,1 1,0-1,0 1,0-1,0 1,0 0,0 0,0 0,0 0,1 1,2-1,75-1,-78 2,28 1,1 1,-1 2,1 1,-1 2,-1 1,1 1,-1 2,1 1,-29-11,0-1,0 1,0 0,0-1,0 1,0 0,0 0,0 0,0 0,-1 1,1-1,0 0,-1 1,1-1,-1 1,0-1,1 1,-1 0,0 0,0 0,0-1,0 1,-1 0,1 0,0 0,-1 0,1 0,-1 1,0-1,0 0,0 0,0 0,0 0,0 0,0 0,-1 0,1 0,-1 0,0 0,0 1,-6 6,0-1,-1 0,0 0,0 0,-1-1,0-1,-1 1,1-1,-1-1,-7 3,6-2,-172 92,166-84,9-4</inkml:trace>
  <inkml:trace contextRef="#ctx0" brushRef="#br0" timeOffset="597.319">669 1,'0'18,"2"18,3 13,4 13,-1 11,-1 8,-2 4,-4 3,-5-2,-3-6,-4-8,1-12,2-15,2-14</inkml:trace>
  <inkml:trace contextRef="#ctx0" brushRef="#br0" timeOffset="878.721">428 429,'-7'-4,"10"-3,17 2,24 0,22 1,21 2,11 1,1 3,-11 6,-19 1</inkml:trace>
  <inkml:trace contextRef="#ctx0" brushRef="#br0" timeOffset="1263.829">1070 883,'14'-28,"0"0,-2-1,-1 0,-1-1,-2 0,-1-1,-1 1,-1-1,-2-1,-2 1,0 0,-2-1,-2 1,-1-5,4 37,0-1,1 0,-1 0,1 1,-1-1,1 0,-1 0,1 0,-1 1,1-1,-1 0,1 0,-1 0,1 0,-1 0,1 0,-1 0,1 0,-1 0,1-1,-1 1,1 0,-1 0,1 0,-1 0,1-1,-1 1,1 0,-1 0,0-1,1 1,-1 0,1-1,-1 1,0-1,1 1,-1 0,0-1,0 1,1-1,-1 1,0-1,0 1,0-1,1 1,-1-1,0 1,0-1,0 1,0-1,0 1,0-1,0 1,0-1,0 1,0-1,-1 1,1-1,0 0,193 94,-193-93,6 1,0 1,-1 0,0 0,1 0,-1 1,0 0,0 0,0 0,0 1,-1-1,0 1,1 0,-1 1,-1-1,1 1,-1-1,0 1,0 0,0 1,0-1,-1 0,0 1,1 4,-16 64,10-67,1 0,0 0,0 0,0 1,1-1,1 0,-1 1,1-1,0 1,1-1,-1 1,2-5,-1 1,0-1,1 0,0 0,0 0,0 0,0 0,0 0,0 0,1-1,0 1,-1-1,1 0,0 1,0-1,0-1,0 1,0 0,1-1,-1 0,1 1,-1-1,2 0,83 9,-65-11,1-2,-1 0,0-2,0-1,10-4,5-3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17.4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0,'2'17,"1"-1,0 0,1 0,1 0,0 0,2-1,-1 0,2 0,0-1,1 0,9 12,-13-19,1 0,1-1,-1 1,1-1,0-1,1 1,-1-1,1 0,0-1,0 0,1 0,-1-1,1 0,-1 0,1-1,0 0,0-1,0 0,1 0,-1-1,0 0,0-1,2-2,0 0,0 0,0-2,-1 1,0-1,0-1,0 0,0 0,-1-1,0 0,-1 0,1-1,-1 0,-1-1,0 0,0 0,0 0,-1-1,-1 0,0 0,0-1,-1 0,0 1,-1-1,0 0,-1-1,0 1,-1-8,-1 3,-7 19,-8 28,5 8,2 2,2-1,2 1,1 0,3-1,2 22,9 115,0 98,-32-155,20-115,-1-1,0 1,0-1,0 0,0 0,-1 0,0 0,0 0,0 0,0-1,0 0,-1 0,0 0,1 0,-1 0,0-1,-1 1,1-1,0 0,0 0,-1-1,0 1,1-1,-1 0,1-1,-1 0,1 0,0 0,-1-1,1 1,0-1,-1 0,1 0,0-1,0 1,0-1,0 0,0 0,1 0,-1-1,1 1,-1-1,1 0,0 0,0 0,0 0,0 0,-1-4,-49-89,45 74,1 0,0-1,2 0,1 0,0 0,2 0,0-21,3 39,-1 0,1-1,0 1,1 0,-1 0,1 0,0 0,1 0,-1 1,1-1,-1 1,1-1,1 1,-1 0,1 0,-1 0,1 1,0-1,1 1,-1 0,0 0,4-1,112-39,-89 35,0 2,0 1,1 1,0 2,-1 1,1 1,0 2,-1 1,9 4,-6 2</inkml:trace>
  <inkml:trace contextRef="#ctx0" brushRef="#br0" timeOffset="324.762">816 616,'9'-2,"1"1,0 1,0 0,0 0,-1 1,1 0,0 1,-1 0,1 0,-1 1,1 1,-1-1,3 3,-8-4,0 0,0 0,-1 1,1-1,-1 1,1 0,-1 0,0 0,0 1,0-1,-1 1,1-1,-1 1,0 0,0 0,0 0,-1 0,1 0,-1 0,0 1,0-1,0 0,-1 1,1-1,-1 1,0-1,-1 0,1 1,-1-1,0 1,-3 10,-2-1,1 0,-2 0,0 0,-1-1,0 0,-1-1,0 0,-1 0,0-1,-9 7,-35 45,54-63,-1 1,-1 0,1 0,0 1,0-1,-1 0,1 1,0-1,0 1,0-1,0 1,0-1,1 1,-1 0,0 0,1-1,0 1,-1 0,1 0,0-1,0 1,0 0,0 0,0 0,0 0,0-1,1 1,-1 0,0 0,1-1,0 1,-1 0,1-1,0 1,0 0,0-1,6 3,0-1,0 0,0 0,1 0,-1-1,1 0,-1-1,1 0,0 0,0 0,-1-1,7-1,3 2,61 0,0-4,39-7,-63 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19.26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0,'11'36,"2"-1,1-1,1 0,2-1,2 0,0-2,3 0,11 11,-24-32,1 0,0-1,1-1,0 0,0 0,0-1,1 0,1-1,-1-1,1 0,12 3,-19-6,-1-1,1 0,0 0,0 0,0-1,-1 0,1 0,0 0,0-1,0 0,-1 0,1-1,0 1,-1-1,1 0,-1-1,0 1,0-1,0 0,0-1,0 1,0-1,-1 0,0 0,0 0,0 0,0-1,0-2,2-3,0 0,-1-1,-1 0,0 0,0 0,-1-1,-1 1,1-1,-2 0,0 1,0-1,-1 0,-1 0,-1-9,2 20,1 0,-1 0,0 0,1 0,-1 0,0 0,0 0,0 0,0 0,0 0,0 0,0 0,0 0,-1 0,1 0,0 0,-1 0,1 0,0 0,-1 0,1 0,-1 0,1 0,-1 1,0-1,1 0,-1 0,0 1,0-1,1 0,-1 1,0-1,0 1,0-1,0 1,0-1,0 1,0 0,0-1,0 1,0 0,0 0,0 0,0 0,0 0,0 0,0 0,0 0,0 0,0 0,0 1,0-1,-1 0,-2 6,1 0,-1 0,1 1,0-1,0 1,1 0,0-1,0 1,1 0,-1 0,2 0,-1 0,1 1,-1 0,-9 116,6 0,6 20,-1-101,12 419,-12-444,-1 0,0 0,-1-1,-1 1,-1 0,0-1,-1 1,-1-1,-1 0,-4 7,9-22,0 0,0 0,-1 0,1 0,-1 0,1 0,-1 0,0-1,0 1,0 0,0-1,0 0,0 0,0 1,0-1,-1 0,1-1,0 1,-1 0,1-1,0 1,-1-1,1 0,-1 1,1-1,0-1,-1 1,1 0,-1 0,1-1,-1 0,1 1,0-1,0 0,-1 0,1 0,0 0,0-1,0 1,0-1,0 1,0-1,1 0,-1 1,0-1,1 0,-1 0,1 0,0 0,-1-1,-15-22,1-1,0 0,2-1,1-1,-6-20,8 22,7 16,-6-11,1-1,1 0,1 0,1 0,1-1,-1-15,7 35,0 0,0 0,0 0,0 0,1 1,-1-1,1 0,0 1,0-1,0 1,0-1,0 1,0 0,1 0,-1 0,1 0,-1 0,1 1,0-1,-1 1,1 0,0 0,0 0,0 0,0 0,0 1,0-1,0 1,1 0,-1 0,2 0,-3-1,233-32,-182 26</inkml:trace>
  <inkml:trace contextRef="#ctx0" brushRef="#br0" timeOffset="828.619">762 1043,'169'3,"-166"-4,-1 1,0 0,0 0,0 0,0 1,0-1,0 0,0 1,0-1,0 1,0 0,0 0,0 0,0 0,0 0,0 0,-1 0,1 1,0-1,-1 0,1 1,-1 0,0-1,1 1,-1 0,0 0,0-1,0 1,0 0,-1 0,1 0,0 0,-1 0,1 0,-1 0,0 1,0-1,0 0,0 0,0 0,0 0,0 0,-1 1,-5 9,0 0,0 0,-2-1,1 0,-1-1,-1 1,0-2,0 1,-1-1,0 0,-7 3,9-5,-122 111,130-117,-1-1,0 1,0 0,1 0,-1 0,0 0,1-1,-1 1,1 0,-1 0,1 0,-1 0,1 0,0 0,0 1,-1-1,1 0,0 0,0 0,0 0,0 0,0 0,1 0,-1 0,0 0,0 0,1 0,-1 0,0 0,1 0,-1 0,1 0,-1 0,1 0,0 0,-1 0,1 0,0-1,0 1,0 0,0-1,0 1,46 15,1-11,0-2,0-3,1-1,-1-2,0-3,11-3,-9-2,-9 0</inkml:trace>
  <inkml:trace contextRef="#ctx0" brushRef="#br0" timeOffset="1151.872">1404 494,'9'0,"14"-2,15-1,15-2,13 0,8 0,0 2,-8 1,-16 3,-15 1</inkml:trace>
  <inkml:trace contextRef="#ctx0" brushRef="#br0" timeOffset="1399.126">1550 695,'25'0,"24"0,20 0,14 0,4 0,-6 0,-16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24.0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1 167,'33'389,"-31"-371,12 125,7-1,7 5,-26-137,-2-7,0 0,0 1,0-1,1 0,-1 1,1-1,0 0,0 0,0 0,0 0,0 0,1 0,0 0,-1 0,1 0,0-1,0 1,0-1,1 1,-1-1,1 0,-1 0,1 0,0 0,-1 0,1-1,0 1,0-1,0 0,1 0,-1 0,0 0,0 0,3-1,175-45,-77 27,0 4,1 5,0 5,0 4,104 14,177-2,366-62,-544 70,4-14,-33 34,-146-38,1 2,-1 0,1 3,-2 1,9 4,-14-4,1-1,0-1,0-2,1 0,2-2,43 11,-65-10,0 0,-1-1,1 0,1-1,-1 0,0 0,0-1,0 0,0 0,1-1,-1-1,0 1,0-1,0-1,-1 0,2-1,0-1,0 0,-1-1,0 0,0-1,-1 0,0 0,0-1,0 0,-1 0,0-1,-1 0,0 0,0 0,-1-1,-1 0,1 0,-1 0,-1 0,0-1,-1 0,0 1,0-1,-1-4,1-311,-16-203,14 528,1 0,-1 0,1 0,-1 0,0-1,1 1,-1 0,0 0,0-1,0 1,0 0,0-1,0 1,0 0,-1 0,1-1,0 1,-1 0,1 0,-1 0,1-1,-1 1,0 0,1 0,-1 0,0 0,0 0,0 0,0 0,0 0,0 1,0-1,0 0,0 0,0 1,0-1,0 1,0-1,-1 1,1-1,0 1,0 0,-1 0,1 0,-1-1,-83 35,52-29,0-1,0-2,-1-1,1-2,-1-1,-30-6,36 5,-215-13,-165 14,230 3,-425-17,-119 4,473 13,76-1,129-5,55 10</inkml:trace>
  <inkml:trace contextRef="#ctx0" brushRef="#br0" timeOffset="1705.899">228 1437,'-2'0,"1"0,-1-1,1 1,-1 0,0 0,1 0,-1 1,1-1,-1 0,1 1,-1-1,1 0,-1 1,1 0,-1-1,1 1,-1 0,1 0,0 0,0 0,-1 0,1 0,0 0,0 0,0 0,0 1,0-1,0 0,1 1,-1-1,0 1,1-1,-1 2,-15 55,11-3,3 0,2 0,5 41,-3-64,17 255,9 280,-28-556,5 48,-4-58,0 1,-1-1,1 1,0-1,0 0,-1 1,1-1,0 0,1 1,-1-1,0 0,0 0,0 0,1 0,-1 0,0 0,1-1,-1 1,1 0,-1-1,1 1,-1-1,1 1,0-1,-1 0,1 0,-1 1,1-1,0 0,-1-1,1 1,-1 0,1 0,0-1,173-47,-99 35,-1 3,2 4,-1 2,0 4,1 4,-1 2,16 7,152 6,1-10,62-14,55 2,958 13,-1311-10,-8 0,1 1,0-1,0 1,0-1,-1 0,1 0,0 0,0 0,0 0,0-1,0 1,-1 0,1-1,0 1,0-1,-1 0,1 0,0 1,-1-1,1 0,-1 0,1-1,-1 1,1 0,-1 0,0-1,0 1,1-1,-1 1,0-1,-1 1,1-1,0 0,0-1,68-194,-47 95,-4 0,-5-1,-4-1,-4-73,-3 131,-2 1,-3 0,-1-1,-2 1,-1 1,-3 0,-2 0,-11-25,20 60,-1 1,1 0,-2 0,1 0,-1 1,0-1,-1 1,0 0,0 1,0-1,-1 1,0 1,0-1,-1 1,1 0,-1 1,0 0,0 0,-1 1,-6-3,-17 2,-1 2,1 1,0 1,-1 1,1 3,-30 5,9-1,-169 17,-74-7,-869-10,839-14,-1 14,-33 17,44 22,315-47,-1 0,0 0,1 1,-1-1,1 1,-1-1,1 1,0-1,-1 1,1 0,0-1,-1 1,1 0,0 0,0 0,0 0,0 1,-1-1,2 0,-1 0,0 0,0 1,0-1,0 1,-2 9</inkml:trace>
  <inkml:trace contextRef="#ctx0" brushRef="#br0" timeOffset="3791.924">187 3041,'24'306,"12"139,-34-422,1 1,1-1,0 0,2-1,1 1,1-1,0 0,2-1,1 0,3 4,-9-19,0 0,0-1,1 0,0 0,0 0,0-1,1 1,0-1,-1-1,1 0,1 0,-1 0,0-1,1 0,-1 0,1-1,0 0,-1 0,3-1,150-12,-150 10,71-11,270-33,414 12,471 22,-808 14,66-2,-491 0,1 0,-1-1,1 1,-1-1,0 0,0 0,1 0,-1 0,0 0,0-1,0 0,0 1,0-1,-1 0,1 0,0-1,-1 1,0 0,1-1,-1 0,0 1,0-1,0 0,-1 0,1 0,-1 0,0 0,0 0,0-1,0 1,0 0,-1-1,1 1,-1-1,0-2,4-50,-2 0,-2 0,-3 0,-5-20,-3-28,-4 1,-5 1,-5 0,-14-31,38 125,-1-1,-1 1,0-1,0 1,0 0,-1 0,0 0,-1 1,0-1,0 1,-1 0,1 1,-1-1,-1 1,1 0,-1 1,0-1,-1 1,1 1,-1-1,0 2,0-1,0 1,-1 0,1 0,-1 1,-6-1,-134 23,98-10,-140 15,-1-8,0-9,-53-10,-19 3,-653 39,653-22,-212-14,309-23,134 11</inkml:trace>
  <inkml:trace contextRef="#ctx0" brushRef="#br0" timeOffset="6270.814">322 4284,'0'861,"0"-824,1 1,1-1,3 0,1 0,1 0,10 26,-16-60,0 1,1-1,-1 1,1-1,-1 0,1 1,0-1,0 0,0 0,1 0,-1-1,1 1,0-1,0 1,-1-1,2 0,-1 0,0 0,0 0,1-1,-1 1,0-1,1 0,0 0,-1 0,1 0,0-1,-1 0,1 1,2-1,133-27,-21 13,0 5,1 6,99 9,-164-4,1451 8,-1222-19,148-29,-199 14,-228 23,0 1,-1-1,1 0,-1 0,1 0,-1-1,1 1,-1-1,0 0,0 0,0 0,0 0,0 0,0-1,0 1,-1-1,1 0,-1 0,0 0,0 0,0 0,1-3,10-22,-2 0,-1-1,-2 0,-1 0,-1-1,-1 0,-2 0,-1 0,-1 0,-2-1,-2-10,-6-71,-4 0,-6 1,-5 1,-9-17,-21-53,53 177,1 2,0 0,0 0,1 1,-1-1,0 0,0 1,0-1,0 0,0 0,0 1,0-1,0 0,0 1,0-1,0 0,-1 0,1 1,0-1,0 0,-1 1,1-1,0 0,-1 1,1-1,-1 1,1-1,-1 1,1-1,-1 1,1-1,-1 1,0-1,1 1,-1 0,1-1,-1 1,0 0,0 0,1-1,-1 1,0 0,1 0,-1 0,0 0,0 0,1 0,-1 0,0 0,1 0,-1 0,0 0,0 0,1 1,-1-1,0 0,1 1,-1-1,0 0,1 1,-1-1,0 1,-5 9,-1 0,-1 0,0-1,0 0,-1 0,0-1,0 0,-1-1,0 0,0 0,-1-1,-5 2,-13 0,0 0,0-2,-1-1,0-2,0-1,-1-1,-17-2,24 1,-210 0,-420 13,-182 48,-189-68,879 6,118 12,17-6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49.8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15 183,'-7'0,"1"0,4 0,13 0,11-2,11-4,9 0,4 1,1-1,-1 0,-5 1,-8 2,-7 1,-8 2</inkml:trace>
  <inkml:trace contextRef="#ctx0" brushRef="#br0" timeOffset="246.864">215 9,'-9'-5,"-3"2,1 7,1 10,4 12,2 10,1 11,3 6,0 6,2 1,2 1,-1-5,0-11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51.06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0,'13'21,"12"12,13 9,9 4,5 0,4-1,0-2,-1-5,-9-5,-7-2,-10-5,-11-7</inkml:trace>
  <inkml:trace contextRef="#ctx0" brushRef="#br0" timeOffset="250.554">415 0,'-18'0,"-13"5,-6 7,2 12,3 11,6 10,5 12,3 6,4 8,3 0,1-1,0-5,3-14</inkml:trace>
  <inkml:trace contextRef="#ctx0" brushRef="#br0" timeOffset="674.623">656 320,'6'0,"125"-6,-126 7,1-1,-1 1,0 0,0 0,0 0,0 1,0 0,0 0,-1 0,1 0,-1 1,1 0,-1 0,0 0,0 0,0 1,-1 0,1 0,-1 0,0 0,0 0,0 0,1 3,-3 1,0 0,0 0,-1 0,0 0,0 0,-1 0,0 0,0 0,-1 0,0 0,-1 0,0-1,0 1,0-1,-1 0,0 0,0 0,-1 0,0-1,0 0,-1 0,1 0,-2 0,-131 127,135-130,2-2,-1 0,1-1,-1 1,1 0,0 0,-1 0,1 0,0 0,0 0,0 0,0 0,0 1,0-1,0 0,0 1,0-1,1 0,-1 1,1-1,-1 1,1-1,-1 1,1 0,0-1,0 1,0-1,-1 1,2-1,-1 1,0 0,0-1,0 1,1-1,0 2,54 9,262-13,-276-2,-7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54.5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0,'9'19,"12"14,12 11,8 8,8 5,4 1,-1-2,-3-2,-9-4,-11-6,-10-6,-9-9</inkml:trace>
  <inkml:trace contextRef="#ctx0" brushRef="#br0" timeOffset="250.481">428 67,'-18'7,"-13"13,-8 13,-2 12,2 10,5 6,6 3,7-1,8-2,6-7,4-12</inkml:trace>
  <inkml:trace contextRef="#ctx0" brushRef="#br0" timeOffset="530.429">682 535,'-1'3,"1"-1,0 1,-1 0,1 0,0-1,0 1,1 0,-1 0,1-1,-1 1,1 0,0-1,0 1,0-1,0 1,0-1,1 1,-1-1,1 0,0 1,-1-1,1 0,0 0,0-1,0 1,1 0,-1-1,0 1,1-1,-1 1,1-1,-1 0,1 0,5 1,0 0,0 0,0-1,0 0,0-1,0 1,0-1,0-1,0 0,0 0,0-1,1 1,0 0,-1-2,1 1,0-1,-1 0,0-1,1 1,-1-2,-1 1,1-1,-1-1,0 1,0-1,0 0,-1-1,0 1,0-1,-1-1,0 1,0-1,-1 0,1 0,-2 0,1 0,-1-1,-1 1,0-1,0 0,0 0,-1-1,-2 6,1 0,-1-1,0 1,-1 0,1 0,-1 0,0 0,0 1,0-1,0 0,-1 1,1-1,-1 1,0 0,0 0,0 0,0 0,-1 1,1-1,-1 1,1 0,-1 0,0 0,0 1,0-1,0 1,0 0,-2 0,-11-3,0 1,1 0,-1 2,0 0,0 0,-11 3,-144 28,123-19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52.15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1,'6'18,"10"13,9 10,8 8,9 4,4 0,0 0,0-2,-4-6,-4-3,-7-6,-5-8,-6-8,-6-8</inkml:trace>
  <inkml:trace contextRef="#ctx0" brushRef="#br0" timeOffset="277.758">361 94,'-13'5,"-12"8,-9 11,-2 10,0 9,2 9,1 6,5 2,5 1,4-1,5-7,5-12</inkml:trace>
  <inkml:trace contextRef="#ctx0" brushRef="#br0" timeOffset="2023.851">561 616,'72'-197,"-50"133,-21 65,0-1,0 1,0 0,0 0,0 0,-1 0,1 0,0 0,0 0,0 0,-1 1,1-1,-1 0,1 0,-1 0,1 1,-1-1,0 0,0 1,0-1,1 0,-1 1,0-1,0 0,-1 0,1 1,0-1,0 0,-1 1,6 292,0-258,0-10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58.26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0 187,'19'0,"16"0,15 0,12 0,9 0,3 0,2 0,-4 0,-5 0,-9 0,-12 0,-14 0</inkml:trace>
  <inkml:trace contextRef="#ctx0" brushRef="#br0" timeOffset="248.488">375 0,'-11'20,"-4"17,0 12,3 8,6 3,6 0,8-3,7-7,1-12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03.5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95,'9'18,"10"15,11 12,14 6,10 2,8-1,3-6,-2-5,-6-8,-10-7,-14-8</inkml:trace>
  <inkml:trace contextRef="#ctx0" brushRef="#br0" timeOffset="251.167">349 1,'-12'16,"-7"17,-8 13,-7 11,-1 8,0 0,7 0,7-6,8-5,8-9,5-14</inkml:trace>
  <inkml:trace contextRef="#ctx0" brushRef="#br0" timeOffset="620.305">709 349,'-5'102,"5"-98,1 0,0 0,0 0,0-1,0 1,0 0,1 0,0-1,0 1,0-1,0 0,0 1,1-1,0 0,-1 0,1-1,0 1,0 0,1-1,-1 0,0 0,1 0,-1 0,2 0,3 0,-1 0,0 0,1-1,-1 0,1-1,0 0,-1 0,1 0,-1-1,1 0,-1-1,1 1,-1-1,0-1,0 0,0 0,0 0,0-1,-1 1,0-2,0 1,0-1,0 0,0 0,-1 0,0-1,0 0,-1 0,0 0,0-1,0 0,-1 1,2-6,-2 4,0 0,-1 0,0-1,0 0,-1 1,0-1,0 0,-1 1,-1-7,1 12,-1-1,1 1,-1 0,0-1,1 1,-2 0,1 0,0 0,-1 0,1 0,-1 0,0 0,0 1,0-1,0 0,0 1,-1 0,1 0,-1-1,0 2,1-1,-1 0,0 0,0 1,0 0,-2-1,0 1,0 0,-1 0,1 1,0-1,0 1,0 1,-1-1,1 1,0 0,0 0,0 0,0 1,0 0,0 0,0 0,1 1,-1-1,1 1,-1 1,-78 65,45-31,5-2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58.78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1 121,'13'21,"14"15,14 11,13 7,9 3,6-2,1-2,-3-5,-7-7,-12-9,-13-7,-12-9</inkml:trace>
  <inkml:trace contextRef="#ctx0" brushRef="#br0" timeOffset="250.102">469 188,'-19'-2,"-12"3,-5 9,-5 10,2 12,4 12,4 10,5 8,4 1,6 0,6-4,7-8,4-12</inkml:trace>
  <inkml:trace contextRef="#ctx0" brushRef="#br0" timeOffset="516.02">682 415,'34'-5,"1"1,0 2,-1 1,30 4,-60-4,-1 1,1-1,0 1,-1 1,1-1,0 0,-1 1,1 0,0 0,-1 0,1 0,-1 0,0 1,1-1,-1 1,0 0,0 0,0 0,0 1,-1-1,1 1,0 0,-1-1,0 1,0 0,0 0,0 0,0 1,0-1,-1 0,0 1,1-1,-1 1,-1-1,1 1,0 0,-1-1,0 1,0 0,0-1,-1 4,-5 8,-2-1,0 0,-1 0,0-1,-1 0,-1 0,0-1,0 0,-1-1,-8 4,-13 17,19-19,10-10,0 0,0 1,0-1,0 1,1 0,0 0,0 1,0-1,0 0,1 1,-1 0,1-1,0 3,2-6,0 0,1 1,-1-1,0 0,1 0,-1 0,1 0,-1 1,1-1,0 0,-1 0,1 0,0 0,0 0,0-1,0 1,0 0,0 0,0 0,0-1,0 1,0-1,0 1,0-1,0 1,0-1,1 1,-1-1,0 0,0 0,1 0,-1 0,31 7,0-2,0-2,0-1,0-1,29-4,-43 3,121-9,-83 3</inkml:trace>
  <inkml:trace contextRef="#ctx0" brushRef="#br0" timeOffset="1995.839">1471 175,'11'16,"11"9,9 11,5 4,3 4,3 3,-2 0,-3-1,-6-4,-5-4,-5-7,-7-8</inkml:trace>
  <inkml:trace contextRef="#ctx0" brushRef="#br0" timeOffset="2247.428">1752 188,'-16'7,"-10"9,-5 10,-1 11,-1 10,-1 6,1 3,4 2,4-1,6-5,7-12</inkml:trace>
  <inkml:trace contextRef="#ctx0" brushRef="#br0" timeOffset="4046.975">2046 643,'14'-9,"-1"1,-1-2,1 0,-1 0,-1-1,0-1,-1 1,0-2,0 0,-2 0,1 0,-2-1,1-2,-14 46,2 0,1 1,2-1,0 0,4 22,-2-38,1 0,1 0,0 0,1 0,1 0,0-1,5 9,-2-5</inkml:trace>
  <inkml:trace contextRef="#ctx0" brushRef="#br0" timeOffset="4405.572">1377 1,'20'2,"21"1,19 0,18-1,11 0,5-3,-4-2,-6 1,-19-1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19.4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1,'7'0,"7"0,5 2,7 1,5 0,5-1,2 2,4 0,5-1,0 0,-3-2,-4 3,-7-1,-9 3,-9-1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19.6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1,'19'4,"14"2,13 0,13-1,8-2,0-1,-5-1,-14 2,-14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32.69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0 468,'7'19,"9"14,11 11,12 8,13 0,9 0,6-3,0-5,-6-6,-10-6,-12-10</inkml:trace>
  <inkml:trace contextRef="#ctx0" brushRef="#br0" timeOffset="249.672">454 495,'-20'-3,"-14"5,-10 6,-5 13,0 14,3 13,6 12,6 9,10 4,8-1,10-6,5-14</inkml:trace>
  <inkml:trace contextRef="#ctx0" brushRef="#br0" timeOffset="562.644">681 883,'-3'8,"-1"1,2-1,-1 1,1 0,0 0,1 0,0 0,0 0,1 4,0-10,0 1,1-1,0 0,-1 1,1-1,0 0,1 0,-1 0,0 1,1-1,0-1,0 1,0 0,0 0,0-1,0 1,1-1,-1 0,1 1,0-1,0-1,-1 1,1 0,1-1,-1 1,1 0,6 1,0 0,1 0,-1-1,1 0,0-1,-1 0,1-1,0 0,-1-1,1 0,6-1,-12 1,0 0,0 0,-1 0,1-1,0 1,-1-1,1 0,-1-1,1 1,-1-1,0 0,0 0,0 0,0 0,-1-1,0 1,1-1,-1 0,0 0,-1 0,1 0,-1-1,0 1,0-1,1-3,-2 4,0 0,-1 0,1 0,-1 0,0 0,0 0,0 0,-1 0,1 1,-1-1,0 0,0 0,-1 0,1 0,-1 1,0-1,0 1,0-1,0 1,0 0,-1 0,1 0,-1 0,0 0,0 0,0 1,-1-1,1 1,-1 0,-3-2,1 0,-1 1,0 0,0 0,0 1,0 0,0 0,-1 1,1 0,-1 0,1 1,-1 0,1 0,-1 0,-2 2,3-1,0 1,0 0,1 0,-1 1,0 0,1 0,0 0,0 1,0 0,0 0,1 1,-1-1,1 1,0 0,1 1,-1-1,1 1,0 0,0 0,0 2,-7 18</inkml:trace>
  <inkml:trace contextRef="#ctx0" brushRef="#br0" timeOffset="937.525">1364 0,'2'14,"3"20,3 21,3 20,1 19,1 14,1 9,-2 7,-8 3,-14-2,-18-2,-23-3,-30-5,-33 0,3-21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31.85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0 241,'19'3,"16"0,15-1,11 1,10-2,7 0,-2-2,-4-2,-10 0,-13-2,-15 0</inkml:trace>
  <inkml:trace contextRef="#ctx0" brushRef="#br0" timeOffset="204.102">294 1,'-7'23,"-2"18,1 14,1 9,4 5,5 2,5-2,5-6,1-13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34.76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1,'7'0,"11"0,14 0,15 0,11 0,7 0,2 0,-7 2,-10 5,-14 7,-14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35.01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0,'16'3,"19"0,19-1,19 1,15-2,8-2,2-1,-16-1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05.5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81 404,'0'-1,"-1"1,1 0,0 0,-1-1,1 1,0 0,-1 0,1 0,0-1,-1 1,1 0,-1 0,1 0,0 0,-1 0,1 0,-1 0,1 0,0 0,-1 0,1 0,-1 0,1 0,0 0,-1 0,1 1,-1-1,1 0,0 0,-1 0,1 1,0-1,-1 0,1 0,0 1,-1-1,1 0,0 1,0-1,-1 0,1 1,0-1,0 0,0 1,0-1,-1 1,1-1,0 0,0 1,0-1,-9 17,1 0,1 0,0 0,1 1,1-1,1 1,1 1,-2 14,5-32,-6 67,2-1,3 1,4 0,2 0,12 55,-7-18,-5 0,-6 24,3 55,23 44,-24 292,-15-157,36 47,-5-167,-6-4,-7 127,-31 61,29 9,11-89,-8-184,18 93,6 261,59 88,-49-258,-15 1,-19 297,-6-415,-12 276,13-484,0 97,-5-1,-5 3,-69 411,21 52,49-21,11-355,8 91,-2 72,-1-56,-21 126,5-293,7 1,7 0,7 15,24 78,9-1,-34-196,1 1,3-2,1 0,2-1,2-1,2 0,2-2,17 21,-10-16,2-1,3-2,1-2,39 34,-69-68,0 0,0-1,1 1,0-1,0-1,0 0,0 0,1 0,-1-1,1 0,0-1,0 0,0 0,0-1,0 0,0-1,1 0,-1 0,0-1,0 0,0-1,0 0,0 0,6-3,13-11,-1 0,0-2,-2-1,0-2,-1 0,-1-1,-1-1,-1-2,-1 0,-1-2,1 4,-2 0,-1-2,-1 0,-1-1,-1-1,-1 0,-2 0,0-1,-2-1,-1 0,1-15,12-259,-13 131,65-427,19-45,-67 202,9-47,-11 185,-14-6,-9-438,13 417,-14-374,-6 603,-19-99,-7-98,-3-217,39 313,17-9,-20 190,1 1,0 0,2-1,0 1,2 0,0 1,3-6,6-22,-3-1,-1-1,-3 0,0-28,-1-243,-7 194,-7-149,1-158,8 266,-9-249,-5-118,-18-49,40 163,-6-416,-11 511,1 33,6 135,-14-77,-5 87,6 52,4 0,4-28,8 41,-4-1,-4 0,-3 1,-4 0,-4 1,-6-12,1 19,15 47,-1-1,-1 2,-1-1,-2 1,-15-24,13 36,-1 0,0 1,-1 1,-1 1,0 0,-1 1,0 1,0 0,-1 2,0 0,-1 1,0 1,0 1,-9-1,13 1,-134-32,117 34,0 2,0 2,0 0,0 3,-5 1,1 0,22-5,0 2,0 0,1 1,-1 0,1 1,0 1,0 0,0 1,1 0,0 1,0 1,0 0,1 1,1 0,-1 1,1 0,-9 11,11-8,-1 0,2 0,0 1,0 0,1 1,-3 10,-58 203,25-125,-6 1</inkml:trace>
  <inkml:trace contextRef="#ctx0" brushRef="#br0" timeOffset="205594.19">1324 4695,'-23'-13,"0"1,0 1,-1 0,-1 2,0 1,0 1,-1 1,1 1,-1 2,0 0,-1 2,1 1,0 0,0 2,0 2,-20 4,19 2,-1 1,2 1,0 2,0 0,1 2,1 1,1 1,0 0,2 2,0 1,1 1,1 0,1 1,1 1,-12 24,19-29,1 1,0 0,2 1,1 0,0 0,2 0,0 1,1 0,2-1,0 1,1 0,1 0,1 0,1-1,1 1,1-1,1 0,1 0,0 0,2-1,0-1,2 1,0-1,1-1,8 10,0-6,0-1,1-2,1 0,1-1,0-1,1-1,1-1,1-1,0-2,0 0,1-2,1-1,0-1,0-1,1-2,-1-1,1-1,0-1,3-2,-11-1,-1-2,1 0,-1-1,0-2,0 0,0-1,-1-1,0 0,0-2,-1 0,0-1,-1-1,0 0,-1-2,-1 1,0-2,-1 0,0-1,-1-1,3-5,5-10,-2 0,-1-2,-1 0,-2-1,-1-1,-2 0,-1-1,-3 0,0 0,0-29,-5 47,-1-1,0 0,-2 0,-1 0,0 0,-2 0,0 0,-1 0,-1 1,0 0,-2 0,0 0,-2 1,0 0,0 0,-2 1,0 1,-1 0,-1 0,0 1,-1 1,-1 0,0 1,-10-6,8 9,0 1,0 1,-1 0,0 1,0 1,-1 1,0 1,0 0,0 2,0 0,0 1,-1 1,1 0,0 2,0 0,0 1,0 1,0 1,1 1,0 0,-16 9,-54 31,12 4</inkml:trace>
  <inkml:trace contextRef="#ctx0" brushRef="#br0" timeOffset="206327.332">1191 5912,'-26'-12,"-1"2,0 0,-1 2,0 1,0 1,0 1,0 2,-1 0,0 3,1 0,-1 1,0 2,1 1,-22 6,26-4,0 1,1 1,0 1,0 0,1 2,0 1,1 1,0 0,1 2,0 0,2 2,0 0,0 0,2 2,0 0,2 1,-3 5,5-3,1 1,0 1,2 0,1 0,1 1,1 0,1 0,1 0,2 1,0-1,2 1,2 24,2-7,3-1,0 0,3 0,2 0,1-2,2 1,8 12,-6-18,2 0,0-1,3-1,0-1,2-2,19 19,-31-36,0-1,1 0,1-1,0-1,0 0,1-1,1 0,-1-1,1-1,0-1,1 0,0-1,0-1,0 0,17 1,-11-7,1 0,-1-2,0 0,0-2,0 0,-1-2,0 0,0-2,-1 0,0-1,-1-1,-1-1,1-1,9-11,3 1,-2-2,-1-2,-1 0,-2-2,-1-1,-1-1,17-30,-29 41,-1 0,0 0,-2-2,0 1,-2-1,0 0,-2-1,-1 1,0-1,-2 0,-1 0,0 0,-3-16,-1 21,-1 1,0-1,-2 0,0 1,-1 0,0 1,-2 0,0 0,-1 0,-1 1,0 1,-1 0,0 0,-2 2,1-1,-2 2,0 0,0 0,-1 1,-1 1,-9-4,-1 1,-1 0,0 1,-1 2,0 1,-1 2,0 0,0 2,-1 2,1 0,-1 2,0 2,1 0,-7 3,7 1,0 2,0 1,0 1,2 2,-1 1,1 1,1 1,0 2,1 0,1 2,0 1,-3 5,-34 35</inkml:trace>
  <inkml:trace contextRef="#ctx0" brushRef="#br0" timeOffset="207190.963">990 7449,'-15'-9,"1"0,-1 1,0 0,-1 2,0-1,0 2,0 0,-1 1,0 1,0 1,0 0,0 1,0 0,0 2,0 0,1 1,-1 1,0 0,0 1,1 1,0 0,0 2,-11 6,7-1,0 2,1 1,1 0,1 2,0-1,1 2,1 0,0 1,2 1,0 0,1 1,2 0,0 1,1 0,0 2,-1 5,2 1,1 0,1 0,1 1,2 0,1 0,1-1,2 1,1 0,2 0,3 12,0-13,2-1,1 1,1-2,1 1,2-2,1 0,1 0,1-2,1 0,2-1,0-1,1 0,2-2,0-1,1 0,1-2,1-1,0-1,21 9,-34-19,-1-1,1-1,-1 0,1 0,0-1,1-1,-1 0,0-1,1 0,-1-1,0-1,1 0,-1-1,0 0,0-1,0 0,0-1,0-1,-1 0,0-1,0 0,0-1,2-2,14-13,-1-2,-1-2,-2 0,0-1,-2-1,-1-2,-1 0,-1-1,-2 0,-2-2,5-15,-5 14,-3 0,-1 0,-1-1,-2 0,-1-1,-3 0,1-29,-4 47,-1 0,-2 0,1 0,-2 1,-1-1,0 0,-1 1,-1 0,0 0,-1 1,-1 0,-1 0,0 0,-1 1,-1 1,-6-8,3 8,-1 1,0 0,0 1,-1 0,-1 2,0 0,0 0,-1 2,0 0,-1 1,1 1,-1 1,0 1,-1 0,1 1,-1 1,0 1,1 1,-1 1,0 1,1 0,-1 1,1 1,0 1,0 1,1 1,-9 4,-1 3,1 1,1 1,1 1,0 1,1 2,1 0,1 2,1 0,-17 24,-24 37</inkml:trace>
  <inkml:trace contextRef="#ctx0" brushRef="#br0" timeOffset="207953.619">1003 9280,'-42'-14,"-1"3,0 0,-1 3,0 2,-31 0,54 5,0 2,0 0,0 1,0 1,1 1,-1 1,1 1,0 1,0 0,1 2,0 0,1 1,-1 1,0 5,0 0,1 1,1 1,1 0,0 2,2-1,0 2,1 0,1 1,1 0,1 0,1 1,1 1,1-1,1 1,1 0,2 1,0-1,1 1,1 0,2 5,-1-13,1 0,0 1,2-1,0 0,0 0,2 0,0 0,1-1,1 0,0 0,1-1,1 0,0 0,1-1,1 0,0-1,1 0,0-1,1 0,6 4,8 0,2 0,0-2,1-1,0-1,0-2,2-1,-1-1,1-2,0-1,0-2,0-1,1-1,-1-2,18-3,-18 3,0-2,1-1,-1-1,-1-2,1-1,-1-2,-1 0,0-3,0 0,-1-2,-1-1,-1-1,0-1,-1-2,-1-1,-1 0,-1-2,2-4,-16 15,-1-1,-1 0,0 0,0 0,-1-1,-1 0,-1-1,0 1,0-1,-2 0,0 1,0-1,-2 0,0 0,0 0,-2 0,1 0,-2 0,-3-12,-1 3,-2 0,0 0,-1 1,-1 0,-2 1,0 1,-1 0,-1 0,-1 1,-1 1,-8-6,9 7,-2 2,0-1,-1 2,0 1,-1 0,-1 2,0 0,0 1,-2 1,1 2,-1 0,0 1,-1 1,1 1,-1 1,0 2,0 0,0 1,-1 2,1 0,-12 3,5 6,0 0,1 2,0 1,1 1,1 2,0 1,-15 12,-75 58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0:33.96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527 830,'9'18,"10"13,6 11,6 6,5 3,2 1,0-1,-3-3,-1-4,-6-6,-4-6,-5-8,-3-6,-4-8</inkml:trace>
  <inkml:trace contextRef="#ctx0" brushRef="#br0" timeOffset="252.178">834 857,'-18'-4,"-10"0,-6 8,-1 10,1 14,2 14,3 10,5 9,2 5,2 0,5-1,5-6,4-13</inkml:trace>
  <inkml:trace contextRef="#ctx0" brushRef="#br0" timeOffset="596.345">1022 1151,'25'-4,"-1"1,1 1,0 0,-1 2,1 1,0 1,1 2,-22-4,-1 0,1 0,0 1,-1-1,1 1,0 0,-1 0,1 0,-1 1,1-1,-1 1,0 0,1 0,-1 0,0 0,0 0,0 1,-1-1,1 1,-1 0,1 0,-1 0,0 0,0 0,0 1,-1-1,1 0,-1 1,0 0,0-1,0 1,0-1,0 3,-5 6,1 0,-2 0,0-1,0 1,-1-1,0 0,-1-1,0 1,-1-2,0 1,0-1,-1 0,0 0,-5 2,-4 7,4-5,11-11,-1 1,1 0,-1 0,1 0,0 1,1-1,-1 1,0-1,1 1,0 0,0 0,0 0,0 0,1 0,-1 1,1-1,3-1,-1-1,1 1,-1 0,1-1,0 1,0-1,0 0,1 0,-1 0,0 0,1 0,0 0,-1 0,1-1,0 0,0 1,-1-1,1 0,0 0,0-1,0 1,1 0,-1-1,0 0,0 0,3 0,-3 0,32 5,1-3,0-1,0-1,12-3,17-2</inkml:trace>
  <inkml:trace contextRef="#ctx0" brushRef="#br0" timeOffset="2309.231">501 590,'0'-3,"4"-2,11-1,15 1,15 1,16 2,11-2,9 0,5 1,2 1,-2 3,-5 1,-17 1</inkml:trace>
  <inkml:trace contextRef="#ctx0" brushRef="#br0" timeOffset="5502.085">2639 336,'3'0,"9"2,14 3,19 1,20 2,19-1,16 1,11-1,3-2,-18-1</inkml:trace>
  <inkml:trace contextRef="#ctx0" brushRef="#br0" timeOffset="4536.323">2774 684,'6'0,"8"4,10 9,10 9,8 7,6 8,7 9,2 5,-1 2,-6 1,-8-5,-11-4,-7-7,-8-5,-6-7,-6-7</inkml:trace>
  <inkml:trace contextRef="#ctx0" brushRef="#br0" timeOffset="4782.324">3227 643,'-15'5,"-9"5,-1 9,0 10,1 9,0 9,1 8,0 5,0 2,1-2,2-5,5-6,7-8,4-11</inkml:trace>
  <inkml:trace contextRef="#ctx0" brushRef="#br0" timeOffset="5173.362">3482 1244,'3'6,"1"0,-1-1,1 0,0 0,1 0,-1 0,1-1,0 1,0-1,1 0,-1-1,1 1,0-1,0-1,0 1,0-1,0 0,0 0,1 0,-1-1,1 0,-1-1,1 1,-1-1,1 0,-1-1,1 0,-1 0,1 0,5-3,-6 1,0 0,-1 0,0-1,1 0,-1 0,0 0,-1 0,1-1,-1 0,0 0,0 0,-1-1,1 1,-1-1,0 0,-1 0,1 0,-1 0,-1 0,1-1,-1 1,0 0,0-1,-1 1,0-1,0 1,0-1,-1 1,0-1,0 1,-1 0,0-1,0 1,0 0,-1 0,0 0,0 1,0-1,-1 1,0 0,-2-3,2 3,-1 0,1 1,-1-1,0 1,0 0,0 0,-1 1,1-1,-1 1,0 1,0-1,0 1,0 0,-1 0,1 1,0-1,-1 2,1-1,-1 1,1 0,-1 0,1 0,-1 1,1 0,-1 1,1-1,0 1,0 0,0 1,0-1,0 1,0 1,1-1,-3 3,-58 48,41-28</inkml:trace>
  <inkml:trace contextRef="#ctx0" brushRef="#br0" timeOffset="1907.031">1918 1085,'13'2,"8"1,1 0,1-1,-3 0,-2-1,-4-3,-4-3,-5-1</inkml:trace>
  <inkml:trace contextRef="#ctx0" brushRef="#br0" timeOffset="2966.516">1744 724,'0'11,"7"14,11 10,12 12,12 8,8 7,7 4,2 0,-1-3,-4-4,-9-8,-10-9,-11-6,-9-9</inkml:trace>
  <inkml:trace contextRef="#ctx0" brushRef="#br0" timeOffset="3197.597">2158 777,'-11'11,"-9"13,-7 15,-9 10,-4 10,-5 5,-2 1,3-3,7-6,9-8,10-9,7-12</inkml:trace>
  <inkml:trace contextRef="#ctx0" brushRef="#br0" timeOffset="3570.805">2399 1312,'0'-18,"0"-11,0-5,0 2,0 3,0 9,0 12,2 15,1 15,0 11,-1 8,2 7,0 4,2 0,4-4,3-6,2-7,-3-10</inkml:trace>
  <inkml:trace contextRef="#ctx0" brushRef="#br0" timeOffset="8329.754">5942 482,'18'-2,"20"-1,21 0,24 3,22 2,24 0,16-1,-16 1</inkml:trace>
  <inkml:trace contextRef="#ctx0" brushRef="#br0" timeOffset="9637.443">8307 1098,'-6'13,"-3"15,-2 8,1 10,2 6,3 3,2 0,3-4,3-5,2-8,1-11</inkml:trace>
  <inkml:trace contextRef="#ctx0" brushRef="#br0" timeOffset="10201.299">8682 763,'2'14,"11"14,11 10,13 9,10 7,5 4,4 0,-4 1,-6-4,-6-6,-10-7,-10-7,-9-8</inkml:trace>
  <inkml:trace contextRef="#ctx0" brushRef="#br0" timeOffset="10450.626">9043 763,'-18'21,"-11"17,-5 15,-1 9,-1 5,0 1,3-2,1-6,5-6,7-10,6-10,6-11</inkml:trace>
  <inkml:trace contextRef="#ctx0" brushRef="#br0" timeOffset="10819.609">9337 1192,'-5'29,"1"1,2 0,1-1,1 1,2 7,-1-31,0-1,0 0,0 0,1 0,0 0,0 0,0 0,1 0,-1 0,1-1,0 1,0-1,1 0,-1 0,1 0,0-1,0 1,1-1,-1 0,0 0,1 0,0-1,0 1,0-1,0-1,0 1,0-1,0 1,0-1,1-1,-1 1,0-1,1 0,-1 0,0-1,1 1,-1-1,0 0,1-1,0 1,0-1,1 0,-1 0,-1-1,1 1,0-1,0-1,-1 1,0-1,0 0,0 0,0 0,-1-1,1 1,-1-1,0-1,-1 1,1 0,-1-1,0 0,0 1,-1-1,0 0,0-1,0 1,-1 0,0 0,0-1,0 1,-1-1,0 1,0 0,-1-1,0 1,0-1,0 1,-1 0,0 0,0 0,-1 0,1 0,-1 0,-1 1,1-1,-1 1,0 0,-1-1,1 2,0 0,-1 0,0 1,1-1,-1 1,0 0,-1 1,1-1,0 1,-1 0,0 0,1 1,-1 0,0 0,0 0,1 0,-1 1,0 0,0 0,0 1,0 0,1 0,-1 0,0 1,1-1,-4 3,-13 5,0 1,1 0,0 2,1 1,-15 12,-7 5</inkml:trace>
  <inkml:trace contextRef="#ctx0" brushRef="#br0" timeOffset="9093.447">7532 684,'12'15,"10"16,6 10,5 10,4 8,4 5,3 1,0-4,-3-6,-3-7,-4-12,-6-12,-7-10</inkml:trace>
  <inkml:trace contextRef="#ctx0" brushRef="#br0" timeOffset="9358.904">7920 737,'-18'-2,"-11"3,-7 9,-2 12,1 15,2 14,5 10,5 10,7 1,7 0,4-5,5-14</inkml:trace>
  <inkml:trace contextRef="#ctx0" brushRef="#br0" timeOffset="7521.066">5995 710,'5'20,"5"17,9 12,9 10,10 4,7 3,5-4,1-3,-1-6,-5-7,-8-8,-10-5,-10-10</inkml:trace>
  <inkml:trace contextRef="#ctx0" brushRef="#br0" timeOffset="7768.924">6369 791,'-13'2,"-12"5,-9 11,-2 11,0 10,2 10,4 5,5 5,7 2,6-1,6-3,3-5,2-11</inkml:trace>
  <inkml:trace contextRef="#ctx0" brushRef="#br0" timeOffset="8050.106">6624 1124,'28'-4,"-1"1,2 2,-1 1,0 1,0 1,-1 1,1 2,25 7,-49-12,0 1,0 0,0 0,0 1,-1-1,1 1,0-1,0 1,-1 0,1 1,-1-1,0 1,0-1,0 1,0 0,0 0,-1 0,1 1,-1-1,0 0,0 1,0 0,0-1,-1 1,1 0,-1 0,0 0,0 0,-1 0,1 0,-1 0,0 0,0 1,0-1,0 0,-1 0,0 0,0 1,-8 12,0 0,-2-1,0 0,-1 0,0-2,-1 1,-1-2,0 1,-1-2,-12 8,-10 12,28-25,5-4,1-1,0 0,0 0,0 1,0 0,0 0,1 0,-1 0,1 0,0 0,-1 0,2 1,-1-1,0 1,1 0,-1-1,1 1,0 3,2-4,1-1,0 0,0 0,0 0,0 0,1 0,-1-1,0 1,1-1,-1 1,1-1,0 0,-1 0,1 0,0 0,0-1,-1 1,1-1,0 0,0 0,0 0,0 0,0 0,1 0,2 0,16 1,0-1,0-1,0-1,0-1,0-1,0-1,19-7,-1-2</inkml:trace>
  <inkml:trace contextRef="#ctx0" brushRef="#br0" timeOffset="6518.912">4564 1031,'14'0,"9"0,7 0,8 0,6 0,6 0,2 0,2 0,-2 0,-2 0,-8 0,-6 0,-7-2,-7-3,-6-1</inkml:trace>
  <inkml:trace contextRef="#ctx0" brushRef="#br0" timeOffset="6792.782">4845 804,'-9'13,"-3"15,0 10,3 9,5 5,5 2,5 3,4-1,2-3,1-3,0-3,-4-10</inkml:trace>
  <inkml:trace contextRef="#ctx0" brushRef="#br0" timeOffset="14440.907">10313 924,'16'0,"14"0,14 2,10 1,10 0,5-1,1 0,-6-1,-8 0,-10-1,-13-2,-11-1</inkml:trace>
  <inkml:trace contextRef="#ctx0" brushRef="#br0" timeOffset="14706.885">10620 684,'-6'13,"-4"17,2 13,1 12,2 8,2 4,-1 2,0 1,-1-3,0-12</inkml:trace>
  <inkml:trace contextRef="#ctx0" brushRef="#br0" timeOffset="21341.43">2840 2248,'16'-9,"16"-3,17 0,14 5,4 6,1 5,-7 4,-13 3,-16 0</inkml:trace>
  <inkml:trace contextRef="#ctx0" brushRef="#br0" timeOffset="21606.846">1757 2341,'25'0,"24"0,20-2,16-1,8 0,-2 1,-8 0,-19 1</inkml:trace>
  <inkml:trace contextRef="#ctx0" brushRef="#br1" timeOffset="193638.72">246 256,'-16'24,"-28"64,4 2,3 1,5 1,2 8,15-36,3 1,3 0,3 1,2 0,3 0,8 56,-6-104,1 0,1 0,1 0,1-1,0 1,1-1,1 0,1-1,0 0,1 0,1 0,0-2,1 1,0-1,2-1,9 9,97 74,-105-88,-1 1,1-2,0 0,1 0,0-1,0-1,0-1,0 0,1-1,9 1,11 3,187 38,50-4,1-20,255-14,-58-4,325 56,-186 3,-179-49,-154-10,754 6,-667-10,210 9,67 15,-61-5,105-1,39 22,-315-27,-389-11,0-1,0 0,-1-2,1-1,0 0,-1-1,1-1,-1-1,8-4,-9 2,0 0,-1 0,0-2,0 0,-1-1,-1-1,0 0,0-1,-1-1,-1 0,0-1,-1 0,-1-1,0 0,5-12,8-26,-3 0,-3-1,-1 0,-4-2,-1 0,-3-1,18-78,-3 31,-6 41,-3 0,-3-1,-3-1,-2 1,-3-1,-4 0,-3-14,3 71,-1 0,-1 0,0 0,0 1,0-1,-1 0,-1 1,1 0,-1 0,-1 0,1 0,-1 1,-1 0,1 0,-1 0,0 0,-1 1,0 0,0 1,0 0,-1 0,1 0,-1 1,0 0,0 0,-2 0,-148-10,107 12,-593-48,-210-30,-319-36,-30 13,-406 45,534 16,104 18,400 38,-166 32,589-27,104 3,-209 42,158-42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1:27.84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298 419,'7'0,"16"0,17 0,19 0,16 0,12 0,7 0,-12 0</inkml:trace>
  <inkml:trace contextRef="#ctx0" brushRef="#br0" timeOffset="1450.492">2638 1248,'10'-231,"-4"288,-2 20,-2-24,3-1,1-1,3 1,2 0,-1-19</inkml:trace>
  <inkml:trace contextRef="#ctx0" brushRef="#br0" timeOffset="-1015.831">526 713,'-5'-2,"1"1,6 8,9 10,10 8,8 9,5 9,5 5,2 6,-2 3,0 1,-4-3,-4-3,-5-5,-5-5,-6-7,-5-10</inkml:trace>
  <inkml:trace contextRef="#ctx0" brushRef="#br0" timeOffset="-765.681">833 700,'-14'9,"-6"12,-3 12,1 14,2 9,2 11,-1 3,1 3,1-3,4-4,3-9,5-13</inkml:trace>
  <inkml:trace contextRef="#ctx0" brushRef="#br0" timeOffset="-437.9">1020 1020,'200'-8,"-197"7,0 1,-1 0,1 0,0 0,0 0,0 1,0-1,0 1,0 0,0 0,0 0,-1 0,1 0,0 1,-1-1,1 1,-1 0,0-1,1 1,-1 0,0 1,0-1,0 0,-1 0,1 1,0-1,-1 1,1 0,-1-1,-2 5,0-1,0 1,-1-1,0 0,0 1,0-1,-1 0,0-1,0 1,0 0,-1-1,0 0,0 0,0 0,-1 0,1-1,-5 3,5-2,-158 158,161-162,-1 0,0 0,1 0,-1 1,1-1,-1 0,1 1,-1-1,1 1,0-1,0 1,0 0,0 0,0-1,0 1,0 0,1 0,-1 0,0 0,1 0,0 0,-1 0,1 0,0 0,0 0,0 0,1 0,-1 0,0 0,1 0,-1 0,1 0,0 0,0 0,-1 0,1-1,0 1,1 0,0 1,4-1,1 1,0-1,-1 0,1 0,0-1,0 0,0 0,1-1,-1 0,0 0,1-1,47-3,0-3,-1-2,0-2,28-11,-16 2,-13 1</inkml:trace>
  <inkml:trace contextRef="#ctx0" brushRef="#br0" timeOffset="875.603">1702 754,'16'6,"12"8,8 8,9 6,7 8,2 7,3 4,-1 1,0 1,-5-2,-4-4,-6-5,-8-9,-7-9,-7-8</inkml:trace>
  <inkml:trace contextRef="#ctx0" brushRef="#br0" timeOffset="1094.351">2144 726,'-16'16,"-12"17,-6 14,-2 10,1 9,0 5,3 2,5-1,4-3,7-6,6-14</inkml:trace>
  <inkml:trace contextRef="#ctx0" brushRef="#br0" timeOffset="2452.265">3494 58,'-7'16,"-7"19,-5 19,-7 19,-1 17,2 17,6 10,5 5,12-1,13-9,14-8,14-14,12-13,11-13,4-12,-1-11,-1-12,-12-11</inkml:trace>
  <inkml:trace contextRef="#ctx0" brushRef="#br0" timeOffset="2692.732">3734 552,'14'21,"13"15,14 12,13 5,9 2,5-2,3-4,-2-5,-6-5,-9-8,-12-9,-10-8,-11-6</inkml:trace>
  <inkml:trace contextRef="#ctx0" brushRef="#br0" timeOffset="2891.978">4175 593,'-16'5,"-10"10,-7 12,-2 12,0 12,1 8,4 7,5 5,7-2,7-2,4-14</inkml:trace>
  <inkml:trace contextRef="#ctx0" brushRef="#br0" timeOffset="3220.261">4443 968,'-2'4,"0"0,0 1,0-1,1 1,0-1,0 1,0 0,1-1,0 1,-1 0,2 0,-1-1,0 1,1 0,0-1,0 1,1-1,-1 1,1-1,0 1,0-1,0 0,1 0,-1 0,1 0,0-1,0 1,0-1,1 1,-1-1,1 0,4 2,0-1,0-1,0 1,0-2,0 1,1-1,-1 0,1-1,0 0,-1 0,1-1,0 0,0-1,-1 0,1 0,-1-1,1 0,-1-1,1 1,-1-1,0-1,0 0,-1 0,1-1,-1 1,0-2,0 1,-1-1,1 0,-1 0,-1-1,3-2,-7 5,0-1,0 1,0-1,0 1,-1-1,1 0,-1 1,-1-1,1 1,0-1,-1 0,0 1,0-1,-1 1,1 0,-1-1,0 1,0 0,0 0,-1 0,1 0,-1 1,0-1,0 1,0-1,-1 1,1 0,-1 0,0 1,0-1,0 1,0 0,0 0,0 0,0 0,-1 1,1 0,-1 0,1 0,-1 0,-1 1,-16-3,1 1,0 1,0 2,-1 0,1 1,0 1,0 0,0 2,1 1,0 0,-7 5,-15 3</inkml:trace>
  <inkml:trace contextRef="#ctx0" brushRef="#br0" timeOffset="3469.867">3788 365,'16'-4,"25"-2,29 0,28 2,19 1,-10 1</inkml:trace>
  <inkml:trace contextRef="#ctx0" brushRef="#br1" timeOffset="143941.006">766 1662,'1472'-36,"-1247"23,27 9,-168 16,261-23,-344 11,0 0,0 1,0-1,0 0,0 1,0-1,0 0,0 0,0 0,0 0,0 0,0 0,0 0,0 0,0 0,0 0,0 0,0 0,0-1,0 1,0-1,0 1,0 0,0-1,-1 1,1-1,0 0,0 1,0-1,-1 0,1 0,0 1,-1-1,1 0,-1 0,1 0,-1 0,1 0,-1 1,1-1,-1 0,0 0,0 0,1 0,-1 0,0 0,0 0,0 0,0 0,0 0,-1 0,1 0,0 0,0-1,-44-72,31 36,2-1,2-1,1 1,2-1,1-1,3 1,1-28,1 66,-4-623,3 591,-2 1,-1-1,-1 1,-2 0,-1 1,-2-1,-11-23,19 51,1 1,-2-1,1 1,0 0,-1 0,1 0,-1 0,0 0,-1 1,1-1,-1 1,1 0,-1 0,0 0,0 1,0-1,0 1,-1 0,1 0,-1 0,1 1,-1 0,0 0,1 0,-1 0,0 1,0-1,0 1,1 1,-3-1,-166 35,50-25,-1-6,-32-5,102 0,-834-37,705 21,2-8,0-7,2-8,99 20,0 3,-1 5,-1 2,-50 3,113 7,4-1,0 0,1 2,-1-1,0 2,1 0,0 1,-1 0,1 1,0 1,-3 2,15-5,-1 1,1 0,1-1,-1 1,0 0,1 0,-1 0,1 1,0-1,0 0,0 0,1 1,-1-1,1 0,0 1,0-1,0 0,0 1,0-1,1 0,0 1,0-1,-1 0,2 0,-1 1,0-1,1 0,2 13,5 49,-3 0,-3 1,-3 34,0-43,0-10,-2 70,6 1,4-1,6-1,10 29,58 132,-77-260,-1-1,0 1,-2 0,0 0,-1 0,0 0,-2 5,1-19,-1 1,1 0,0 0,0 0,1 0,-1 0,1 0,0 0,0 0,0-1,1 1,-1 0,1-1,0 1,0-1,0 1,0-1,1 0,-1 0,1 0,0 0,0-1,0 1,0-1,0 0,1 1,-1-1,1-1,-1 1,1-1,0 1,1-1,17 1,1-1,-1-1,1-1,-1 0,21-6,14 0,22-1,0 3,1 4,-1 3,78 13,-112-7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09.4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 56,'-5'-9,"6"-3,9 0,14 3,19 3,21 1,19 3,14 1,7 1,-8 1,-20-1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07.5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1,'14'7,"11"11,8 12,5 12,6 10,2 6,2 4,-1-2,0-2,-3-6,-3-8,-7-6,-7-8,-7-8</inkml:trace>
  <inkml:trace contextRef="#ctx0" brushRef="#br0" timeOffset="278.686">361 14,'-16'18,"-8"16,-1 12,-2 8,2 7,1 1,1 0,4-2,1-4,5-8,4-11</inkml:trace>
  <inkml:trace contextRef="#ctx0" brushRef="#br0" timeOffset="559.504">494 415,'19'-8,"0"0,0 1,1 1,-1 0,1 2,1 1,-1 0,0 1,1 1,-1 1,14 2,-31-1,-1-1,1 0,-1 1,1 0,-1-1,0 1,1 0,-1 0,0 0,0 1,0-1,0 0,0 1,0-1,0 1,0 0,0 0,-1 0,1 0,-1 0,1 0,-1 0,0 0,0 1,0-1,0 0,0 1,-1-1,1 0,-1 1,1-1,-1 1,0-1,0 1,0-1,0 1,-1-1,1 1,-1-1,1 1,-1-1,-1 2,-5 12,-2-1,0 0,-1-1,0 0,-1-1,-1 0,0 0,-1-1,-5 3,6-4,-25 22,23-22,1 1,0 0,0 1,1 0,1 1,-9 14,19-27,1 0,-1 0,0 1,1-1,-1 0,0 0,1 1,0-1,-1 1,1-1,0 0,0 1,0-1,0 1,0-1,0 1,0-1,0 1,0-1,1 0,-1 1,1-1,-1 0,1 1,-1-1,1 0,0 0,0 1,0-1,-1 0,1 0,0 0,0 0,0 0,1 0,-1 0,0 0,0-1,0 1,1 0,-1-1,1 1,63 14,73-13,-66-8</inkml:trace>
  <inkml:trace contextRef="#ctx0" brushRef="#br0" timeOffset="1008.102">1069 1,'9'16,"10"14,11 11,9 8,10 2,5 2,3-1,-2-6,-5-3,-10-6,-10-6,-12-6,-10-6,-7-7</inkml:trace>
  <inkml:trace contextRef="#ctx0" brushRef="#br0" timeOffset="1256.021">1430 41,'-11'14,"-9"13,-5 14,-3 13,-3 9,-2 7,4 2,1-4,6-3,6-6,6-9,5-13</inkml:trace>
  <inkml:trace contextRef="#ctx0" brushRef="#br0" timeOffset="1569.668">1685 589,'15'-56,"3"1,3 1,15-28,-35 81,12-24,-13 25,0 1,0-1,0 0,0 1,1-1,-1 0,0 0,0 1,0-1,0 0,0 1,0-1,0 0,1 0,-1 1,0-1,0 0,0 0,1 0,-1 1,0-1,0 0,1 0,-1 0,0 0,0 0,1 1,-1-1,0 0,1 0,-1 0,0 0,0 0,1 0,-1 0,0 0,1 0,-1 0,0 0,1 0,-1 0,0 0,0 0,1 0,-1-1,0 1,1 0,-1 0,0 0,0 0,1 0,-1-1,0 1,0 0,0 0,1-1,-1 1,0 0,0 0,0-1,0 1,0 0,1 0,-1-1,0 1,-9 117,6-92,0-1,1 0,1 1,2-1,0 1,1-1,2 0,1 0,0 0,3 3,0-6,-1-5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1.2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249 0,'-16'16,"-14"19,-9 19,-3 19,2 17,5 19,9 13,9 8,13 6,18-3,14-10,17-12,12-17,5-16,-8-22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2.98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41,'11'-9,"22"-3,24 0,23 5,17 6,12 5,2 4,-17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3.30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0 682,'16'2,"17"2,16-1,13-1,11 0,3-1,-2-3,-8-1,-17 0</inkml:trace>
  <inkml:trace contextRef="#ctx0" brushRef="#br0" timeOffset="207.444">308 428,'-12'19,"-3"16,6 17,5 10,9 9,6 1,3-2,2-4,-3-9,-2-15</inkml:trace>
  <inkml:trace contextRef="#ctx0" brushRef="#br0" timeOffset="517.616">683 334,'9'14,"12"16,14 11,12 11,10 8,6 4,2 2,-2-3,-3-4,-7-8,-9-8,-10-9,-11-11</inkml:trace>
  <inkml:trace contextRef="#ctx0" brushRef="#br0" timeOffset="706.161">1191 388,'-14'2,"-11"6,-8 10,-6 11,0 15,-1 13,3 11,4 7,4 4,7-1,7-6,8-10,6-15</inkml:trace>
  <inkml:trace contextRef="#ctx0" brushRef="#br0" timeOffset="1038.027">1378 896,'1'8,"1"-1,0 0,0 0,1 0,-1 0,2 0,-1-1,1 1,0-1,0 0,1 0,-1-1,1 1,1-1,-1 0,1 0,0-1,0 1,0-1,1-1,-1 1,1-1,0 0,0-1,0 0,0 0,5 1,-2-1,1 0,0 0,0-1,0 0,0-1,0 0,0-1,0 0,0-1,0 0,-1-1,1 0,-1-1,0 0,1 0,-2-1,1-1,4-3,-9 6,-1 0,0 0,0-1,-1 0,1 0,-1 0,1 0,-1 0,-1-1,1 1,-1-1,1 0,-1 0,-1 0,1 0,-1 0,0 0,0 0,0 0,-1-1,1 1,-2 0,1 0,0-1,-1 1,0 0,0 0,-1 0,1 0,-1 0,0 0,0 0,-1 0,1 1,-1-1,0 1,-1 0,1 0,-1 0,1 0,-1 1,0-1,0 1,-3-1,0 0,1 1,-1 0,0 1,1 0,-1 0,0 0,-1 1,1 0,0 0,0 1,0 0,-1 0,1 1,0 0,0 0,0 0,0 1,0 0,0 1,1-1,-3 2,-15 8,0 0,1 2,1 1,-20 16,-23 20</inkml:trace>
  <inkml:trace contextRef="#ctx0" brushRef="#br0" timeOffset="1688.846">1899 1,'16'18,"14"24,14 26,10 26,8 24,0 22,-9 19,-15 11,-28 10,-35 1,-15-31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2.1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6,'0'-4,"2"3,3 8,5 12,8 15,8 12,6 10,7 4,3 4,2 0,-3-7,-3-5,-4-10,-5-12,-7-11</inkml:trace>
  <inkml:trace contextRef="#ctx0" brushRef="#br0" timeOffset="203.692">321 34,'-14'0,"-13"6,-11 12,-7 12,-1 12,1 10,8 8,8 5,11 3,7-1,6-12</inkml:trace>
  <inkml:trace contextRef="#ctx0" brushRef="#br0" timeOffset="550.829">561 502,'6'7,"0"0,1 0,0 0,0-1,0 0,0 0,1 0,0-1,1-1,-1 1,1-1,-1-1,1 0,0 0,1 0,-1-1,0-1,1 1,-1-2,1 1,-1-1,1-1,-1 0,0 0,1-1,-1 0,0 0,0-1,0 0,0-1,-1 0,3-2,-7 4,1-1,-1 0,0 0,0 0,0 0,0-1,0 0,-1 0,0 0,0 0,0 0,0-1,-1 1,1-1,-1 0,0 1,-1-1,1 0,-1 0,0 0,0-1,0 1,-1 0,0 0,0 0,0-1,-1 1,0 0,0 0,0 0,0 0,-1 0,0 0,0 0,0 1,-1-1,1 1,-1-1,0 1,-1 0,1 0,-1 1,1-1,-1 0,0 1,0 0,-1 0,1 1,-1-1,-1 0,-3 0,0 0,1 0,-1 1,0 0,0 1,-1 0,1 1,0 0,0 0,0 1,0 0,0 0,0 1,0 0,0 1,0 0,1 1,0-1,-2 2,-5 3,0 1,1 0,0 1,1 0,0 1,0 1,2 0,-1 1,-9 13,5-2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6.61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0,'21'5,"22"3,20 1,20-1,11-3,4 1,-6 1,-17 3,-20-2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6.8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1,'16'9,"21"5,23 1,23-1,16-2,-8-3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7.6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0,'22'2,"20"1,13 0,12-1,7 0,3-1,-3 0,-6 1,-14 6,-15 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7.9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0,'16'3,"21"0,21-1,15 1,12-2,8 0,-13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20.12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13,'15'0,"20"0,24 0,22 0,18 0,13-2,7-1,0 0,-5 0,-21 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21.14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1 191,'39'-190,"-39"220,-4 13,1 0,1 1,3-1,2 0,1 0,3 0,1 0,2-1,10 22,0-16,-2-9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21.9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1 295,'25'0,"22"0,21 0,15 0,11 0,4 0,-1 0,-9 0,-14 0,-19 0</inkml:trace>
  <inkml:trace contextRef="#ctx0" brushRef="#br0" timeOffset="282.549">402 0,'-5'28,"0"21,-1 22,1 17,4 11,7 5,4 1,1-18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18.92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14,'13'22,"14"18,12 12,10 7,5 5,2 0,-1-1,-2-3,-6-2,-4-6,-7-8,-8-11,-8-12</inkml:trace>
  <inkml:trace contextRef="#ctx0" brushRef="#br0" timeOffset="262.148">402 14,'-16'16,"-15"16,-10 17,-8 16,-5 12,1 8,2 2,7-2,11-7,12-16</inkml:trace>
  <inkml:trace contextRef="#ctx0" brushRef="#br0" timeOffset="589.121">776 361,'174'42,"-171"-41,0-1,-1 1,1 0,0 0,0 0,-1 1,1-1,-1 0,1 1,-1 0,0-1,1 1,-1 0,0 0,0 1,-1-1,1 0,0 0,-1 1,1-1,-1 1,0 0,0-1,0 1,0 0,0 0,0 0,-1-1,0 1,1 0,-1 0,0 0,0 0,-1 0,1 0,-1 0,1-1,-1 1,0 0,0 0,-1 1,-9 14,0-1,-2 1,0-2,-1 0,-1-1,0 0,-17 12,8-6,-1 1,-44 51,69-71,-1-1,1 1,0-1,-1 0,1 1,0-1,0 1,0-1,0 1,0-1,0 1,1-1,-1 0,0 1,1-1,-1 1,1-1,-1 0,1 1,0-1,0 0,-1 0,1 0,0 0,0 1,0-1,0 0,1-1,-1 1,0 0,0 0,0 0,1-1,-1 1,0-1,1 1,-1-1,1 1,-1-1,0 0,1 1,-1-1,1 0,-1 0,1 0,-1-1,1 1,-1 0,2-1,28 3,0-2,0-2,-1-1,1-1,0-1,22-8,-42 10,12-1,-1-2,1 0,-2-1,1-2,-1 0,0-1,5-7</inkml:trace>
  <inkml:trace contextRef="#ctx0" brushRef="#br0" timeOffset="1660.336">1404 41,'9'14,"10"13,9 11,5 7,8 3,5 2,1-2,3-1,-2-3,-3-4,-5-4,-7-8,-10-9</inkml:trace>
  <inkml:trace contextRef="#ctx0" brushRef="#br0" timeOffset="1923.418">1805 1,'-9'16,"-8"18,-5 18,-3 14,-5 8,-2 6,-1 3,-1-1,4-6,6-9,11-13,6-16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24.5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0 256,'2'-15,"1"-13,0-11,2-5,-1-1,0 1,-1 13,-1 22,-1 22,-1 24,0 19,0 11,0 5,0 0,0-5,-1-10,1-15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24.01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0,'2'18,"8"15,13 14,15 7,14 6,9 2,4 0,0-4,-7-3,-11-6,-11-7,-11-9,-11-9</inkml:trace>
  <inkml:trace contextRef="#ctx0" brushRef="#br0" timeOffset="215.947">428 67,'-14'0,"-13"2,-9 5,-6 11,-2 14,0 12,0 13,6 10,6 7,10 3,7-1,8-12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23.2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28,'20'23,"17"16,10 13,6 7,4 3,-1-1,-2-1,-4-4,-7-7,-6-6,-7-6,-7-11,-6-9</inkml:trace>
  <inkml:trace contextRef="#ctx0" brushRef="#br0" timeOffset="262.505">428 1,'-18'2,"-10"11,-11 13,-4 17,-2 16,2 13,4 9,6 4,9 0,8-3,7-17</inkml:trace>
  <inkml:trace contextRef="#ctx0" brushRef="#br0" timeOffset="542.71">776 389,'31'-7,"1"1,-1 2,1 1,0 2,17 1,-43 0,0-1,-1 1,1 0,-1 0,1 1,0 0,-1-1,1 2,-1-1,0 1,1 0,-1 0,0 0,0 1,0 0,-1 0,1 0,-1 1,1-1,-1 1,0 0,-1 0,1 0,-1 1,1-1,-1 1,-1 0,1 0,-1 0,1 2,-4 4,0 1,-1 0,0 0,-1-1,0 1,-1-1,0 0,-1 0,0 0,-1-1,0 1,0-1,-1-1,-1 1,0-1,0-1,-9 9,-107 107,122-124,1 1,-1-1,1 1,0 0,-1 0,1 0,0 0,0 0,-1 0,1 0,0 0,0 0,0 1,0-1,1 0,-1 1,0-1,0 0,1 1,-1-1,1 1,-1-1,1 1,0-1,0 1,0 0,-1-1,2 1,-1-1,0 1,0-1,0 1,1-1,-1 1,0-1,1 1,0-1,-1 1,1-1,0 1,0-1,0 0,0 0,0 1,0-1,0 0,0 0,0 0,0 0,1 0,14 3,-1 0,1-1,0-1,0-1,0 0,0-1,13-2,-2 2,140-12,-89 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28.8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54,'7'-9,"20"-3,26 0,29 3,26 2,17 3,1 4,-14 5,-27 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4:33.30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4414 1116,'18'0,"17"-2,17-2,13 1,9 1,6 0,0 1,-4 5,-8 4,-12 6,-14 2,-15-1</inkml:trace>
  <inkml:trace contextRef="#ctx0" brushRef="#br0" timeOffset="265.232">4495 1436,'18'5,"17"1,19 0,18-1,20-4,17-5,13-3,3-3,-19 0</inkml:trace>
  <inkml:trace contextRef="#ctx0" brushRef="#br0" timeOffset="795.86">5991 702,'14'16,"11"11,10 14,11 10,12 11,10 10,9 7,4 4,0 0,-4-1,-7-6,-9-10,-9-10,-12-14,-12-13</inkml:trace>
  <inkml:trace contextRef="#ctx0" brushRef="#br0" timeOffset="1058.436">6566 595,'-13'22,"-15"24,-10 23,-11 19,-8 15,-6 11,1 2,4-3,10-9,11-14,11-14,11-21</inkml:trace>
  <inkml:trace contextRef="#ctx0" brushRef="#br0" timeOffset="1524.928">6941 1209,'-5'21,"1"-1,1 1,1 0,1 0,1 15,0-29,1 0,0 1,0-2,1 1,-1 0,2 0,-1 0,1-1,0 1,0-1,1 0,0 0,0 0,0-1,1 1,0-1,0 0,4 3,2-1,1-1,0 0,1-1,-1 0,1-1,0-1,0 0,0 0,1-1,-1-1,1-1,-1 1,0-2,1 0,-1-1,0 0,1-1,-1 0,0-1,-1-1,1 0,-1 0,0-1,0-1,-1 0,0-1,0 0,7-7,-6 2,0-1,-1 1,0-2,-1 0,0 0,-2 0,0-1,0-1,-2 1,0-1,-1-1,0 1,-2 0,0-1,-1 0,0 0,-2 0,0 0,-1 1,-1-1,-1 0,0 0,-1 1,-1 0,-1 0,0 0,-1 1,-1-1,0 2,-1-1,-1 1,-1 1,-3-4,6 10,-1 0,-1 0,0 1,0 0,0 1,-1 0,0 0,0 1,0 1,0 0,-1 1,0 0,0 0,0 1,0 1,0 0,0 1,0 0,0 1,0 0,0 1,0 0,0 1,0 0,1 1,-1 0,1 1,0 0,0 1,1 0,0 1,-6 5,4-1,1 1,1 1,0-1,1 1,0 1,1 0,1 0,0 1,1 0,0 0,1 0,1 1,0-1,1 1,1 0,1 0,0 0,1 0,1 0,0 0,1 0,1 0,0 0,1 0,1-1,1 0,0 0,5 9,32 38,3-12</inkml:trace>
  <inkml:trace contextRef="#ctx0" brushRef="#br0" timeOffset="2197.941">7930 822,'-13'61,"2"1,2 0,4 1,2 0,3 0,2-1,3 1,3-1,11 39,-3-23,-45-283,9 0,9-8,11 206,-2-10,2 0,0 0,1 0,1 0,0 0,1 1,1-1,0 1,3-3,-5 15,0 0,1 0,-1 1,1-1,0 0,1 1,-1 0,1-1,-1 1,1 1,0-1,0 1,0-1,0 1,0 0,1 0,-1 1,1 0,-1-1,1 1,-1 1,1-1,0 1,109 4,-89 0,-1 0,0 1,0 2,-1 0,0 2,0 1,-1 0,0 1,-1 2,0 0,-1 1,15 15,-31-26,-1 0,1 0,0 1,-1 0,0 0,0 0,0 0,-1 0,1 0,-1 1,0-1,0 1,-1 0,1 0,-1-1,0 1,0 0,-1 0,1 0,-1 0,0 0,0 0,-1 0,0 0,0 0,0 0,0-1,-1 1,0 0,1-1,-2 1,1-1,-1 1,1-1,-3 2,-13 9,0-1,-2-1,1 0,-1-1,-1-2,0 0,-1-1,0-1,0-1,-1-1,0-1,0-1,0-1,-13 0,-92 22,126-25,0 1,1-1,-1 1,0 0,1 0,-1 0,1 0,0 0,-1 0,1 0,0 0,-1 0,1 1,0-1,0 0,0 1,0-1,0 1,1-1,-1 1,0 0,1-1,-1 1,1 0,0-1,-1 1,1 0,0 0,0-1,0 1,0 0,0-1,1 1,-1 0,0 0,1-1,-1 1,1 0,0 0,41 58,-23-42,0-2,2 0,0-2,0 0,1-1,1-1,0-2,1 0,0-1,4 0,35 8,1-3,1-2,26 0,237 6,-229-17</inkml:trace>
  <inkml:trace contextRef="#ctx0" brushRef="#br0" timeOffset="2674.533">9575 327,'-14'7,"-11"11,-13 16,-9 21,-5 21,-4 21,7 21,10 13,13 7,19 0,25-4,27-12,27-13,22-14,14-14,8-13,-16-19</inkml:trace>
  <inkml:trace contextRef="#ctx0" brushRef="#br0" timeOffset="10513.719">12382 1343,'16'16,"5"12,1 10,-3 6,-6 4,-16 3,-20 3,-25 0,-22-2,1-9</inkml:trace>
  <inkml:trace contextRef="#ctx0" brushRef="#br0" timeOffset="11947.672">14200 327,'20'11,"21"13,19 17,15 18,11 20,5 20,-7 18,-15 11,-24 7,-33 4,-42 0,-49-3,-53-3,-3-26</inkml:trace>
  <inkml:trace contextRef="#ctx0" brushRef="#br0" timeOffset="10996.629">12863 715,'9'16,"10"18,13 18,12 16,13 10,10 5,5-3,-1-5,-5-7,-10-9,-12-14,-11-14,-11-12</inkml:trace>
  <inkml:trace contextRef="#ctx0" brushRef="#br0" timeOffset="11243.095">13384 621,'-13'7,"-12"13,-8 20,-6 21,-7 18,-5 16,-3 8,-1 3,2-6,9-20</inkml:trace>
  <inkml:trace contextRef="#ctx0" brushRef="#br0" timeOffset="11578.067">13598 1303,'132'-322,"-112"280,-15 45,-7 55,-5-12,2 1,2-1,2 1,2-1,2 1,3-1,1 0,12 41,1-36,-2-11</inkml:trace>
  <inkml:trace contextRef="#ctx0" brushRef="#br0" timeOffset="3197.705">10109 782,'16'16,"14"18,14 18,10 14,10 6,8 3,5-1,0-2,-2-8,-11-10,-11-12,-13-13,-12-12</inkml:trace>
  <inkml:trace contextRef="#ctx0" brushRef="#br0" timeOffset="3449.747">10603 808,'-13'2,"-14"8,-10 11,-6 16,-6 17,-1 16,1 11,2 9,6 1,9 1,7-8,8-17</inkml:trace>
  <inkml:trace contextRef="#ctx0" brushRef="#br0" timeOffset="10111.522">11058 1316,'-1'-1,"0"0,-1-1,1 1,0-1,0 1,1-1,-1 1,0-1,0 0,1 1,-1-1,1 0,-1 0,1 1,0-1,0 0,0 0,0 0,0 1,0-1,0 0,1 0,-1 1,1-1,-1 0,1 0,-1 1,1-1,0 1,0-1,0 1,0-1,0 1,0-1,1 1,-1 0,0 0,1-1,-1 1,0 0,1 0,0 1,-1-1,18-4,0 1,0 0,0 2,1 0,-1 1,1 1,-1 1,8 2,-26-3,7 0,4 0,1 0,0 1,-1 0,1 0,-1 2,1-1,-1 2,0 0,0 0,0 1,-1 0,0 1,0 1,3 2,-12-7,0 0,-1 0,1 0,-1 0,1 1,-1-1,0 1,0-1,0 1,0-1,0 1,-1-1,1 1,-1 0,1 0,-1-1,0 1,0 0,-1-1,1 1,0 0,-1-1,0 1,0 0,1-1,-1 1,-1-1,1 1,0-1,-2 2,-55 65,16-35,-2-2,-1-1,-1-3,-46 20,46-24,27-12,20-5,69-3,384-19,-366 9</inkml:trace>
  <inkml:trace contextRef="#ctx0" brushRef="#br0" timeOffset="13853.308">1299 835,'205'299,"-189"-280,0-1,2 0,-1-2,2 0,1-1,0-1,0-1,1 0,4 0,-16-9,1 1,0-1,0-1,1 0,-1 0,1-1,-1 0,1-1,0 0,-1-1,1 0,0-1,0 0,-1-1,1 0,-1 0,1-1,-1-1,0 1,0-2,7-4,-5 1,0 0,0-2,-2 1,1-1,-1-1,0 0,-1 0,-1-1,1 0,-2 0,0-1,0 0,-2-1,1 1,1-12,3-7,-3-1,0 0,-3-1,0 1,-2-1,-2-8,-1 19,-3 19,0 18,-6 56,3 1,3-1,5 63,33 283,-8-150,-25-257,-4 78,3-84,-1-1,0 1,1-1,-1 0,0 0,-1 0,1 1,0-1,-1 0,1 0,-1 0,1-1,-1 1,0 0,0-1,0 1,0-1,0 0,0 1,0-1,0 0,-1 0,1 0,0-1,-1 1,1-1,-1 1,1-1,-1 0,1 1,0-2,-1 1,1 0,-13-3,1 0,0-1,1 0,-1-1,1-1,0 0,0-1,1 0,0-1,0 0,0-1,2-1,-6-4,13 11,-20-15,1-1,0-1,1-1,2-1,0-1,-6-11,24 33,0 1,0-1,0 0,0 0,0 0,0 0,1 1,-1-1,0 0,0 0,1 0,-1 0,1-1,-1 1,1 0,0 0,-1 0,1 0,0 0,0-1,0 1,0 0,0 0,0 0,0 0,0-1,0 1,1 0,-1 0,0 0,1 0,-1 0,1 0,-1-1,1 1,-1 0,1 1,0-1,0 0,-1 0,1 0,0 0,0 0,0 1,0-1,0 0,0 1,0-1,0 1,0-1,0 1,1 0,-1-1,0 1,0 0,1 0,280-23,-212 18</inkml:trace>
  <inkml:trace contextRef="#ctx0" brushRef="#br0" timeOffset="14162.735">2542 1623,'7'-4,"1"0,-1 0,1 1,0 0,0 0,0 1,0 0,1 0,-1 1,0 0,1 0,-1 1,1 0,-1 1,3 0,-6 0,0 0,0 0,0 0,0 1,-1-1,1 1,-1 1,1-1,-1 0,0 1,0 0,0 0,0 0,-1 1,1-1,-1 1,0 0,0 0,0 0,0 0,-1 0,1 1,-1-1,0 1,-1 0,1 1,0 5,0-1,-1 1,-1-1,1 1,-2-1,1 1,-2-1,1 1,-1-1,-1 0,0 1,0-1,-1-1,-2 4,-77 127,-42 19,121-155,2-3,1 0,-1 0,1 0,-1 0,1 0,0 1,-1-1,1 0,0 1,0-1,0 1,0-1,0 1,0-1,0 1,1 0,-1-1,1 1,-1 0,1 0,-1-1,1 1,0 0,0 0,0 0,0-1,0 1,0 0,1 0,-1 0,1-1,-1 1,1 0,-1-1,1 1,0 0,0-1,0 1,0-1,0 1,0-1,1 0,-1 1,1-1,8 1,0 0,0-1,0 0,0-1,1 0,-1-1,0 0,9-2,-17 3,114-20,-1-5,86-32,-139 38</inkml:trace>
  <inkml:trace contextRef="#ctx0" brushRef="#br0" timeOffset="17252.433">992 380,'686'-28,"-443"13,1757-120,-397 57,-1522 75,2475-113,-778 112,391 17,-1507-8,333 8,239 1,-1215-15,15 1,0-1,0-2,0-1,13-5,-46 8,0 1,0-1,0 1,0-1,0 1,0 0,0 0,0-1,0 1,0 0,0 0,1 0,-1 0,0 0,0 0,0 0,0 1,0-1,0 0,0 1,0-1,0 0,0 1,0-1,0 1,0 0,-1-1,1 1,0 0,0-1,0 1,-1 0,1 0,0 0,-1 0,1-1,-1 1,1 0,-1 0,1 0,-1 0,0 0,0 0,1 1,-1-1,26 179,64 332,-57-344,-8 2,-3 51,18 133,-13-134,-5 80,-21-256,2 62,-4 0,-8 28,10-130,-1-1,0 1,0-1,-1 0,1 1,-1-1,1 0,-1 1,0-1,0 0,-1 0,1 0,-1 0,1 0,-1 0,0 0,0 0,0-1,0 1,-1-1,1 1,-1-1,0 0,1 0,-1 0,0 0,0-1,0 1,0-1,-2 1,-149 8,115-11,-657-27,418 12,-1006-59,-559-21,158 18,1026 55,-1335-24,675 69,1284-20,-1826 122,821-29,114-18,163-34,565-35,-50-3,246-5,-1 1,1-1,-1 0,1 0,-1 0,1 0,-1 0,1-1,-1 1,1-1,-1 1,1-1,-1 0,1 0,0 0,0 0,-1 0,1-1,0 1,0-1,0 0,0 1,0-1,1 0,-1 0,1 0,-1 0,1 0,0 0,-1-1,1 1,0 0,0-1,1 1,-1-1,1 1,-1-1,1 0,17-141,-10 62,-3-1,-4 0,-4 1,-3-1,-4 1,-4 1,-12-36,-195-626,208 689,-19-66,5 0,-6-80,33 191,-1 0,1 1,1-1,-1 0,1 0,1 0,0 1,0-1,1 0,0 1,0-1,1 1,0 0,1 0,-1 0,2 0,-1 0,1 1,0 0,0 0,1 0,0 1,3-3,-3 7,0 0,-1 0,1 1,0-1,0 1,0 1,0-1,0 1,0 0,0 0,4 1,7 0,796 11,-434-1,-215-7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6:04.6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24:20.59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1501 603,'3'4,"4"9,7 9,7 7,7 8,5 5,4 2,3 0,-1-1,-3-2,-5-5,-7-3,-9-5,-6-8</inkml:trace>
  <inkml:trace contextRef="#ctx0" brushRef="#br0" timeOffset="247.712">1822 576,'-14'-6,"-6"3,-7 15,-6 16,-4 17,-4 17,-3 9,0 5,2-1,7-5,9-10,9-16</inkml:trace>
  <inkml:trace contextRef="#ctx0" brushRef="#br0" timeOffset="666.506">2010 911,'0'0,"1"0,0 0,-1 0,1 0,0 0,-1 0,1 0,-1 0,1 0,0 0,-1 0,1 0,0-1,-1 1,1 0,-1 0,1-1,-1 1,1 0,-1-1,1 1,-1-1,1 1,-1-1,1 1,-1-1,0 1,1-1,-1 1,0-1,1 1,-1-1,0 0,0 1,1-1,-1 1,0-1,0 0,0 1,0-1,0 0,0 1,0-1,0 0,0 1,0-1,-1 1,1-1,0 0,0 1,-1-1,1 1,0-1,0 1,-1-1,1 1,-1-1,1 1,-1-1,1 1,0-1,-1 1,1-1,-1 1,8-3,0 1,1 0,-1 1,0 0,1 0,0 0,-1 1,1 0,-1 1,1-1,-1 2,1-1,-1 1,1 0,-1 0,0 1,4 2,-9-2,0 1,0-1,-1 1,1 0,-1 0,0 0,0-1,0 1,0 0,-1 0,0 0,0 0,0 0,0 0,0 0,-1 0,0 0,0 0,0 0,0 0,-1 0,1-1,-1 1,0-1,0 1,0-1,-1 0,1 1,-1-1,1 0,-3 1,-143 176,147-179,0 0,0 0,0 0,0 0,1 0,-1 0,1 0,-1 0,1 1,-1-1,1 0,-1 0,1 1,0-1,0 0,0 0,0 1,0-1,0 0,0 1,0-1,0 0,1 0,-1 1,0-1,1 0,-1 0,1 0,-1 1,1-1,0 0,0 0,-1 0,1 0,0 0,0 0,0 0,0-1,0 1,0 0,0 0,0-1,0 1,1-1,-1 1,0-1,0 1,0-1,1 0,-1 0,0 1,1-1,-1 0,0 0,1 0,27 2,1-1,0-1,0-1,-1-2,1-1,28-7,-21 4,43-7</inkml:trace>
  <inkml:trace contextRef="#ctx0" brushRef="#br0" timeOffset="1161.862">2637 510,'3'2,"4"8,7 11,4 11,8 9,4 10,5 4,6 2,4-1,4-2,1-5,0-4,-3-8,-8-7,-10-9</inkml:trace>
  <inkml:trace contextRef="#ctx0" brushRef="#br0" timeOffset="1410.166">3012 576,'-14'16,"-11"17,-8 16,-8 13,-3 10,-2 7,1 0,6-3,9-8,10-16</inkml:trace>
  <inkml:trace contextRef="#ctx0" brushRef="#br0" timeOffset="1688.866">3373 937,'-7'23,"-2"19,0 11,2 8,7 3,7-3,8-5,1-12</inkml:trace>
  <inkml:trace contextRef="#ctx0" brushRef="#br0" timeOffset="2061.537">3948 510,'7'18,"8"15,10 11,9 8,10 3,9 1,4-1,3-3,-4-5,-5-4,-10-9,-10-6,-9-10</inkml:trace>
  <inkml:trace contextRef="#ctx0" brushRef="#br0" timeOffset="2324.787">4349 576,'-18'5,"-13"5,-8 11,-5 13,0 12,1 10,2 6,4 4,2 3,6-2,8-7,7-10,6-13</inkml:trace>
  <inkml:trace contextRef="#ctx0" brushRef="#br0" timeOffset="2652.774">4562 1004,'7'9,"-1"0,2 0,-1 0,1-1,0 0,1-1,0 0,0 0,0-1,1 0,0-1,0 0,1-1,-1 0,1 0,0-1,0 0,0-1,0-1,1 1,-1-2,0 0,1 0,-1-1,0 0,0-1,1 0,-1-1,8-3,-14 3,0 0,0 0,-1 0,1-1,-1 0,0 0,0 0,0 0,-1 0,1-1,-1 0,0 0,-1 0,1 0,-1 0,0 0,0-1,0 1,-1-1,0 1,0-1,0 1,-1-1,0 0,0 1,0-1,-1 0,0 1,0-1,0 1,-1-1,0 1,0-1,0 1,-1 0,1 0,-1 0,-1 1,1-1,0 1,-1-1,0 1,0 0,-2-1,0 0,0 1,-1 0,1 0,-1 0,0 1,1-1,-2 2,1-1,0 1,0 0,-1 1,1-1,-1 2,0-1,1 1,-1 0,1 0,-1 1,1 0,-1 1,-2 0,-11 4,1 1,1 0,-1 1,1 1,1 1,0 1,-2 2,-22 16</inkml:trace>
  <inkml:trace contextRef="#ctx0" brushRef="#br0" timeOffset="4566.671">1154 1472,'133'20,"2"-6,0-5,0-7,6-5,-1 1,741-24,-309 17,618 3,-215-20,16 27,-436 12,70 4,254-5,-571-14,599 19,68 40,-589-50,-145-6,140 23,-180 3,-201-27,0 0,0 0,0-1,0 1,0 0,0 0,0 0,-1 0,-11-3</inkml:trace>
  <inkml:trace contextRef="#ctx0" brushRef="#br0" timeOffset="6428.878">5512 109,'7'210,"14"42,-18-225,33 482,-38-265,-30 198,-36 350,60 115,-17-438,26 634,25-530,-21-498,55 604,41 280,-58-165,-32-462,2-60,9 393,-46-75,23-587,0 9,0 0,1 0,0 0,1 0,0 0,1 0,1 0,-1 0,4 6,-1-10</inkml:trace>
  <inkml:trace contextRef="#ctx0" brushRef="#br0" timeOffset="7751.709">6354 469,'16'123,"-14"-117,-1 0,1-1,1 1,-1-1,1 1,0-1,0 0,0 0,1 0,-1-1,1 1,1-1,-1 0,0 0,1 0,0-1,0 1,0-1,0 0,1-1,4 2,-8-3,1 0,0-1,0 1,0-1,0 0,0 0,0 0,0 0,0-1,0 1,0-1,0 1,-1-1,1 0,0 0,0-1,-1 1,1 0,-1-1,1 0,-1 1,0-1,1 0,-1 0,0-1,0 1,-1 0,1-1,0 1,0-3,3-3,0-1,-1 0,0 0,-1 0,0-1,0 1,-1-1,1-6,0-76,-5 174,15 337,-13-387,-8 85,7-115,0 1,0-1,0 0,0 0,-1 1,1-1,0 0,-1 0,0 0,1 0,-1-1,0 1,0 0,0-1,0 1,0-1,0 0,-1 0,1 0,0 0,-1 0,1 0,-1 0,1-1,-1 0,1 1,-1-1,1 0,-1 0,1 0,-1 0,1-1,-1 1,1-1,-1 1,1-1,0 0,-1 0,1 0,0 0,0 0,0-1,0 1,0-1,0 0,0 1,0-1,0 0,-12-9,1 0,1 0,0-1,0-1,1 0,1 0,0-1,1 0,1-1,0 0,0 0,-2-12,9 26,0 0,0-1,1 1,-1 0,0 0,1-1,-1 1,1 0,0-1,-1 1,1 0,0-1,0 1,0-1,0 1,0 0,0-1,0 1,0-1,1 1,-1 0,0-1,1 1,-1 0,1-1,0 1,-1 0,1 0,0 0,0 0,0-1,-1 1,1 0,1 0,-1 1,0-1,0 0,0 0,0 0,0 1,1-1,-1 1,0-1,1 1,-1-1,0 1,1 0,-1 0,1-1,0 1,240-3,-186-1,-7-2</inkml:trace>
  <inkml:trace contextRef="#ctx0" brushRef="#br0" timeOffset="8293.673">6983 817,'15'0,"-4"-1,1 1,-1 0,0 1,1 0,-1 0,0 2,0-1,0 1,0 1,1 0,-10-3,-1 0,1 0,-1 0,0 0,1 0,-1 0,0 1,1-1,-1 0,0 1,0-1,0 1,0-1,0 1,-1-1,1 1,0 0,-1-1,1 1,-1 0,0 0,1-1,-1 1,0 0,0 0,0-1,0 1,-1 0,1 0,0-1,-1 1,1 0,-1-1,0 1,1 0,-1-1,0 1,0-1,0 1,0-1,0 1,0-1,-2 1,-54 55,54-55,2-2,1 0,0 0,-1 0,1 0,-1 0,1 0,0 0,-1 0,1 0,-1 0,1 0,0 0,-1 1,1-1,-1 0,1 0,0 0,-1 1,1-1,0 0,-1 0,1 1,0-1,-1 0,1 1,0-1,0 0,-1 1,1-1,0 0,0 1,0-1,0 1,-1-1,1 0,0 1,0-1,0 1,0-1,0 0,0 1,0-1,0 1,0-1,0 1,0-1,1 0,-1 1,0-1,0 1,0-1,0 0,1 1,-1-1,0 0,0 1,1-1,-1 0,0 1,1-1,-1 0,0 0,1 1,-1-1,0 0,1 0,-1 0,56 4,-50-5,-1 1,1-1,0 1,-1 0,1 0,0 1,-1 0,1 0,-1 0,1 1,-1-1,1 1,-1 1,0-1,0 1,0 0,-1 0,1 0,0 1,-1-1,0 1,0 0,0 1,2 3,-4-5,-1 1,1-1,-1 1,0-1,0 1,0 0,-1-1,1 1,-1 0,0 0,0-1,0 1,-1 0,1 0,-1-1,0 1,0 0,0-1,0 1,-1-1,1 1,-1-1,0 0,0 0,0 0,-1 0,1 0,-1 0,-1 1,-7 7,0-1,-1 0,0-1,0 0,-1-1,-12 6,11-7,0 0,-1 0,0-2,0 0,0 0,-1-2,1 0,-10 1,3-4</inkml:trace>
  <inkml:trace contextRef="#ctx0" brushRef="#br0" timeOffset="9178.123">7758 429,'1'8,"0"0,1 0,0 0,1 0,0-1,0 1,1-1,-1 0,6 6,-3-2,1 3,1-1,0-1,1 0,1 0,0 0,0-1,1-1,12 10,-18-16,1-1,-1 1,1-1,0 0,0 0,0-1,0 0,1 0,-1 0,0-1,1 0,-1 0,1 0,0-1,-1 0,1-1,-1 1,1-1,-1 0,1-1,4-1,-3-1,0 0,-1 0,0 0,0-1,0 0,0-1,-1 1,0-1,0 0,-1-1,1 1,-1-1,-1 0,1-1,-1 1,-1-1,1 0,-1 0,-1 0,1 0,-2 0,1 0,-1-1,0 1,0-1,-1 1,-1-1,0-3,2 12,-1 0,0-1,0 1,1 0,-1-1,0 1,0 0,0-1,1 1,-1-1,0 1,0 0,0-1,0 1,0-1,0 1,0 0,0-1,0 1,0-1,0 1,0 0,0-1,0 1,0-1,-1 1,1 0,0-1,0 1,0-1,0 1,-1 0,1-1,0 1,-1 0,1 0,0-1,0 1,-1 0,1 0,-1-1,1 1,0 0,-1 0,1 0,0-1,-1 1,1 0,-1 0,1 0,0 0,-1 0,1 0,-1 0,1 0,-1 0,1 0,0 0,-1 0,1 0,-1 1,1-1,0 0,-1 0,1 0,0 0,-1 1,1-1,-17 28,9 2,1 1,1-1,2 1,1 1,1-1,2 0,2 19,37 324,-38-373,0 1,-1-1,1 1,-1 0,0-1,1 1,-1-1,0 1,0 0,0-1,0 1,0 0,-1-1,1 1,0-1,-1 1,1 0,-1-1,1 1,-1-1,0 1,0-1,0 0,0 1,0-1,0 0,0 0,0 1,0-1,-1 0,1 0,0 0,-1-1,1 1,-1 0,1 0,-1-1,1 1,-1-1,1 1,-1-1,0 0,1 0,-1 0,0 0,1 0,-1 0,-1 0,-3-6,0 1,0-2,0 1,1-1,0 1,0-1,1-1,0 1,0-1,1 1,0-1,0 0,0 0,1-1,0-4,-13-94,16 104,0 1,0 0,0 0,0 0,1 0,-1 0,1 0,0 0,0 0,-1 1,1-1,0 1,0-1,0 1,1 0,-1 0,0 0,0 0,1 0,-1 0,0 1,1-1,-1 1,1-1,-1 1,1 0,-1 0,1 0,-1 1,1-1,5-1,78-6,-1 4,55 5,-140-2,53 8,-52-8,0 0,0 0,0 1,0-1,0 1,0-1,0 0,0 1,0 0,0-1,0 1,0-1,0 1,0 0,-1 0,1-1,0 1,-1 0,1 0,0 0,-1 0,1 0,-1 0,1 0,-1 0,0 0,0 0,1 0,-1 0,0 0,0 0,0 1,0-1,0 0,0 0,0 0,0 0,-1 0,1 0,0 0,-1 0,1 0,-1 0,0 1,-64 76,40-52,-65 85,89-110,-1 0,2 0,-1 0,0 0,0 1,0-1,0 0,1 0,-1 0,0 1,1-1,-1 0,1 1,0-1,-1 0,1 1,0-1,0 1,0-1,0 1,0-1,0 0,0 1,1-1,-1 1,0-1,1 0,-1 1,1-1,-1 0,1 0,0 1,0-1,0 0,-1 0,1 0,0 0,0 0,0 0,0 0,1 0,-1 0,0-1,0 1,1 0,-1-1,0 1,0-1,1 1,-1-1,1 0,25 4,0-1,0-2,0-1,0 0,0-3,0 0,14-4,-15 3,36-5</inkml:trace>
  <inkml:trace contextRef="#ctx0" brushRef="#br0" timeOffset="10083.688">9189 376,'3'16,"2"-1,-1 0,2 0,0 0,1-1,1 0,0-1,1 1,0-1,1-1,0 0,1 0,0-1,1-1,1 0,-1 0,1-1,1-1,0 0,0-1,0-1,1 0,0-1,6 2,-15-7,-1 1,0-1,0 0,1 0,-1-1,0 1,0-1,0 0,1-1,-1 1,-1-1,1 0,0 0,0-1,-1 1,1-1,-1 0,0 0,0-1,0 1,0-1,0 0,-1 0,0 0,0 0,0-1,0 0,3-5,0-1,-1 1,0-1,-1 0,0-1,-1 1,0-1,-1 0,0 1,-1-9,0 267,15 68,-10-177,-5-136,-1-1,1 0,-1 1,0-1,1 1,-1 0,0-1,0 1,0-1,0 1,-1-1,1 1,0-1,0 1,-1-1,1 1,-1-1,0 1,1-1,-1 0,0 1,0-1,0 0,0 0,0 1,0-1,0 0,0 0,0 0,0 0,-1 0,1-1,0 1,-1 0,1-1,-1 1,1-1,-1 1,1-1,-1 1,1-1,-1 0,1 0,-1 0,1 0,-1 0,-9-6,-1 0,1-1,1 0,0-1,0 0,0-1,1 0,0 0,1-1,0 0,0-2,5 9,-4-4,1-1,0 0,0 0,0-1,1 1,1-1,0 0,0 0,0-1,-1-9,5 17,0-1,0 1,0 0,0-1,1 1,-1 0,1-1,0 1,-1 0,1 0,0 0,0-1,1 1,-1 0,0 1,1-1,-1 0,1 0,0 0,-1 1,1-1,0 1,0-1,0 1,0 0,0 0,0 0,0 0,1 0,68-21,-68 21,67-11,1 3,1 4,-1 2,8 4,-70-1,-7-1,0 0,0 1,1-1,-1 1,0 0,1 0,-1 0,0 0,1 0,-1 0,0 1,1-1,-1 1,0-1,0 1,1 0,-1 0,0 0,0 0,0 0,0 1,0-1,-1 1,1-1,0 1,-1 0,1-1,-1 1,1 0,-1 0,0 0,0 0,0 0,0 0,0 1,-25 127,24-128,-4 10,1-1,1 1,0 0,0 0,1 0,1 0,0 1,0-1,1 0,1 0,0 0,4 11,4-4</inkml:trace>
  <inkml:trace contextRef="#ctx0" brushRef="#br0" timeOffset="11129.001">10352 443,'69'59,"-40"-30,-15-16,0-1,1-1,0-1,0 0,2-1,-1 0,1-1,2-1,-11-4,-1 0,1-1,0 0,0 0,0-1,0 0,0-1,0 0,1 0,-1-1,0 1,0-2,0 1,0-1,-1-1,1 1,0-1,-1-1,5-2,3-4,-1-1,0-1,-1 0,-1-1,0 0,0-1,-1 0,-1-1,-1 0,0 0,-1-1,0-1,-2 1,4-11,-11 27,1 0,-1 0,1 0,-1 0,1 0,-1 1,1-1,-1 0,0 0,1 0,-1 0,1-1,-1 1,1 0,-1 0,1 0,-1 0,1 0,-1-1,1 1,-1 0,1-1,-1 1,1 0,0-1,-1 1,1 0,-1-1,1 1,0-1,-1 1,1 0,0-1,0 1,-1-1,1 1,0-1,0 1,0-1,0 1,-1-1,1 0,0 1,0-1,0 1,0-1,0 1,0-1,1 1,-1-1,0 1,0-1,0 1,0-1,1 1,-1-1,0 1,0-1,1 1,-1-1,0 1,1-1,-1 1,1 0,-1-1,0 1,1 0,-9 8,1 1,0 0,1 0,0 1,0 0,1 0,0 0,1 1,0 0,1 0,0 0,-1 8,1 3,0 0,2 1,0-1,2 1,0-1,2 0,0 0,2 0,0 0,1 0,2-1,0 0,1-1,1 0,11 17,-3-4,-9-19,1 1,-2 1,0-1,-1 1,-1 1,0-1,-1 1,-1 0,0 0,-2 1,0-1,0 10,-5-19,1 0,-1 0,-1 0,0 0,0-1,0 0,-1 1,0-2,-1 1,1 0,-1-1,0 0,-1-1,0 1,1-1,-2-1,1 1,0-1,-1 0,0-1,0 0,0 0,0-1,-1 0,1 0,-1-1,0 0,6 0,0 0,0 0,-1 0,1-1,0 0,0 1,0-1,-1 0,1-1,0 1,0-1,-1 1,1-1,0 0,0 0,0 0,0-1,0 1,0-1,1 0,-1 1,0-1,1 0,0-1,-1 1,1 0,0-1,0 1,0-1,0 0,1 1,-1-1,0-1,0-7,1-1,-1 1,2 0,0-1,0 1,1-1,0 1,1 0,1-1,0 1,0 0,1 1,0-1,1 1,0-1,1 1,0 1,0-1,1 1,0 0,1 1,0 0,5-4,-2 3,0-1,1 2,0 0,1 0,0 2,0-1,0 1,1 1,0 1,0 0,0 0,1 2,-1-1,1 2,-1 0,1 1,-1 0,1 1,10 3,-20-3,0 1,-1 1,1-1,0 0,-1 1,1 0,-1 0,0 1,0-1,0 1,0-1,-1 1,0 1,0-1,0 0,0 1,0-1,-1 1,0 0,0 0,0 0,-1 0,1 5,24 44,-23-51,-1 1,1-1,0 0,0 0,0 0,0-1,0 1,1-1,-1 0,1 1,-1-2,1 1,0 0,0-1,0 0,0 1,0-2,0 1,0 0,0-1,0 0,1 0,-1 0,0 0,0-1,0 0,0 1,0-2,0 1,0 0,0-1,0 0,2-1,1-1,1 0,-1 0,-1 0,1-1,-1 0,1-1,-1 1,-1-1,1 0,-1-1,0 1,-1-1,1 0,-2 0,1-1,0-1,-2 5,0-1,-1 0,0 1,0-1,0 0,0 0,-1 1,0-1,0 0,0 0,-1 0,1 0,-1 1,0-1,-1 0,1 1,-1-1,0 1,0-1,0 1,-1 0,1 0,-1 0,0 0,0 0,-1 1,-1-3,-1 2,0 0,0 0,0 1,-1 0,1 0,-1 0,0 1,0 0,0 0,0 1,0-1,0 2,0-1,0 1,0 0,0 1,0-1,0 1,-1 1,2-1,-1 1,0 1,0-1,1 1,-1 0,1 1,0-1,0 1,0 1,1-1,-1 1,1 0,0 0,0 0,1 1,0-1,0 1,0 0,0 1,1-1,-2 5,-19 77,19-48</inkml:trace>
  <inkml:trace contextRef="#ctx0" brushRef="#br0" timeOffset="13339.382">967 175,'25'206,"26"226,-19 2,-19 59,-28 308,1-202,14-534,1 432,39 211,104 405,-141-1094,118 1135,-95-703,3 153,-7-16,-19 499,-13-706,18-168,-8-210,1-2,-1 0,0 0,1 0,-1-1,0 1,0 0,0 0,0 0,0 0,0 0,0 0,0 0,0-1,-1 1,1 0,0 0,-1 0,1 0,0 0,-1-1,1 1,-1 0,1 0,-1-1,1 1,-1 0,0-1,1 1,-1-1,0 1,0 0,-7 0</inkml:trace>
  <inkml:trace contextRef="#ctx0" brushRef="#br0" timeOffset="16162.755">1742 2087,'-3'0,"1"-1,-1 1,0 0,1 0,-1 0,1 0,-1 1,0-1,1 1,-1-1,1 1,-1 0,1 0,-1 0,1 0,0 1,-1-1,1 1,0-1,0 1,0 0,0 0,1 0,-1 0,0 0,1 0,-1 0,0 2,-29 70,29-64,1 1,0 0,0 0,1 0,1 0,0 0,0 0,1-1,0 1,1 0,0-1,1 0,0 1,1-2,0 1,0 0,1-1,0 0,1 0,0-1,0 0,1 0,0-1,0 0,1 0,0-1,7 4,0 1,0 0,1-2,1 0,-1-1,2-1,-1-1,0 0,1-1,0-1,12 0,-26-4,-1 1,1-2,0 1,0-1,-1 1,1-1,0-1,-1 1,1-1,-1 1,1-1,-1 0,0-1,0 1,0-1,0 0,0 0,-1 0,1-1,-1 1,0-1,0 1,0-1,0 0,-1-1,0 1,0 0,0 0,0-1,-1 0,1 1,-1-4,4-16,-1 0,-1 0,-2 0,0-1,-2 1,-1-1,0 1,-2 0,-1 0,0 0,-2 1,-9-20,14 35,0 0,-1 0,-1 0,1 0,-1 1,0-1,-1 1,0 0,0 0,-1 1,1-1,-1 1,-1 1,1-1,-1 1,0 0,0 0,-1 1,1 0,-1 0,0 1,0 0,0 1,0-1,-3 1,-3 2,-1 0,0 2,1-1,-1 2,1 0,0 0,0 2,0-1,0 2,1 0,0 1,0 0,1 1,0 0,0 1,1 0,-6 6,10-9,2 0,-1 0,1 0,-1 1,2 0,-1 0,1 0,0 0,1 1,-1-1,1 1,1 0,0 0,0 0,0 0,1 1,1-1,-1 0,1 1,0-1,2 7,7 24</inkml:trace>
  <inkml:trace contextRef="#ctx0" brushRef="#br0" timeOffset="16956.127">3052 2034,'-7'9,"2"1,0 0,0 1,0-1,2 1,-1 0,1 0,1 0,0 0,1 1,0-1,0 1,1-1,1 0,0 1,0-1,1 0,1 0,0 0,0 0,1 0,1 0,0-1,0 0,1 0,0 0,1-1,0 0,0 0,1-1,7 7,-3-7,-1 0,1-1,0 0,0-1,1-1,-1 1,2-2,-1 0,0-1,1 0,-1-1,1 0,0-1,-1-1,7 0,-12-1,0 0,1 0,-1 0,0-1,0 0,0-1,0 0,-1 0,1 0,-1-1,0 0,0-1,0 0,0 0,-1 0,0-1,0 1,0-2,-1 1,0-1,0 1,-1-1,0-1,0 1,3-8,-5 8,0 0,0-1,-1 1,0-1,0 0,0 1,-1-1,0 0,-1 1,0-1,0 0,-1 1,1-1,-2 1,1 0,-1 0,0 0,-1 0,1 0,-1 1,-1-1,1 1,-1 0,-2-1,-4-7,-2 2,0 0,0 0,-1 1,0 1,-1 1,0 0,0 0,-1 2,-4-2,15 7,0-1,0 1,-1-1,1 2,0-1,-1 1,0-1,1 2,-1-1,1 0,-1 1,0 0,0 1,1-1,-1 1,1 0,-1 0,1 1,-1 0,1 0,0 0,-1 0,1 1,1 0,-1 0,0 1,1-1,-1 1,1 0,0 0,0 0,1 4,-1-1,1 1,0 0,1 0,-1 0,2 1,-1-1,1 0,1 1,-1-1,1 0,1 1,0-1,0 1,1 1,7 39</inkml:trace>
  <inkml:trace contextRef="#ctx0" brushRef="#br0" timeOffset="17703.205">4362 2154,'-2'8,"0"0,1 0,0 0,0 0,0 0,1 0,0 0,1 0,0 0,0 0,1 0,0 0,0 0,1 0,0-1,1 1,-1-1,1 0,1 0,-1 0,1-1,0 0,1 0,-1 0,3 2,5 0,1 0,0-1,0 0,1-2,0 1,0-2,0 0,0 0,1-2,-1 0,1 0,0-2,0 0,-1 0,1-2,0 0,-1-1,0 0,1-1,-2-1,1-1,0 0,-1 0,0-2,5-3,-12 7,-1 1,-1-1,1 0,0-1,-1 0,0 1,0-1,0-1,-1 1,0-1,0 0,0 0,0 0,-1 0,0-1,-1 1,0-1,0 0,0 0,0 0,-1 0,-1 0,1 0,-1 0,0 0,0 0,-1 0,0 0,-1 0,1 0,-1 0,-1 0,-3-4,-1 0,0 0,0 1,-1 0,-1 1,0 0,0 0,-1 0,0 1,0 1,-1 0,0 0,0 1,0 1,-1 0,0 0,0 1,-1 1,1 0,0 0,-1 1,0 1,0 0,1 1,-9 1,14 0,-1 0,1 0,0 1,-1 0,1 0,0 1,0 0,1 0,-1 1,1 0,0 0,0 1,0-1,0 1,1 0,-1 1,1-1,1 1,-1 0,1 0,0 1,1-1,-1 1,1 0,0 3,-13 41,8-3</inkml:trace>
  <inkml:trace contextRef="#ctx0" brushRef="#br0" timeOffset="18857.61">1916 3384,'-10'11,"1"1,0 0,1 1,1 0,0 0,0 1,1 0,1 0,-1 7,4-15,1 0,0 0,0 1,0-1,1 0,0 0,0 0,1 0,0 0,0 1,0-1,1 0,0-1,0 1,0 0,1-1,0 1,0-1,0 0,0 1,1-2,0 1,0 0,1 0,7 3,0 0,0 0,1-1,0-1,0 0,1 0,-1-2,1 0,0 0,1-1,-1-1,0 0,1-1,-1-1,1 0,-1-1,1-1,-1 0,0 0,0-2,13-4,-16 4,-2-1,1 0,-1 0,1-1,-2 0,1 0,-1-1,0-1,0 1,0-1,-1 0,-1-1,1 0,-2 0,1 0,-1-1,0 1,-1-1,0 0,-1-1,0-1,0 4,-1-1,-1 0,1 1,-2-1,1 0,-1 0,0 0,-1 1,0-1,-1 0,1 0,-2 1,1 0,-1-1,0 1,-1 0,0 0,0 0,-1 1,0 0,0 0,-1 0,0 0,0 1,-1 0,0 0,-1 0,-1 1,0 1,-1-1,1 2,-1-1,0 1,1 1,-1-1,-1 2,1-1,0 2,0-1,0 1,-1 1,1 0,0 0,0 1,0 0,0 1,0 0,1 1,-1 0,1 0,0 1,0 0,1 1,-1 0,1 0,0 0,1 1,0 1,0-1,0 1,1 0,0 1,1-1,0 1,0 1,1-1,0 0,-2 8,5-10,-1 0,1 0,1 0,-1 0,1 0,1 0,-1 1,1-1,0 0,1 0,0-1,0 1,0 0,1-1,0 1,0-1,0 0,1 0,0 0,0 0,1-1,3 4,31 30</inkml:trace>
  <inkml:trace contextRef="#ctx0" brushRef="#br0" timeOffset="19341.682">3199 3397,'-4'-2,"0"0,-1 0,1 0,0 1,-1-1,0 1,1 0,-1 1,1-1,-1 1,0 0,0 0,1 0,-1 1,0-1,1 1,-1 0,1 1,-1-1,1 1,0 0,-1 0,1 0,0 1,0-1,1 1,-1 0,0 0,1 1,0-1,0 1,0-1,0 1,1 0,-3 4,3-3,1 0,0 1,0-1,0 0,1 1,0-1,0 1,0-1,0 1,1-1,0 0,0 1,1-1,-1 0,1 0,0 0,1 0,-1 0,1 0,0-1,2 3,2 4,1-1,1 0,0-1,0 0,1-1,0 1,0-2,8 5,-7-5,0 0,1-1,-1-1,1 1,0-2,1 0,-1 0,1-1,0-1,-1 0,1-1,0 0,0-1,0 0,0-1,0-1,0 0,-1-1,1 0,-1-1,1 0,-1-1,-1 0,1-1,-1 0,0-1,0 0,-1-1,0 0,0-1,-1 0,0-1,0 1,-1-2,-1 1,0-1,3-7,-6 10,0 0,-1-1,0 0,-1 0,0 0,0 0,-1 0,0 0,0 0,-1-1,-1 1,1 0,-2 0,1 0,-1 0,-1 0,1 0,-1 0,-1 1,0-1,0 1,-1 0,1 0,-2 1,1-1,-1 1,0 0,-1 1,0 0,0 0,-7-5,-3 3,0 0,-1 1,0 0,0 2,0 0,-1 1,0 1,1 1,-1 1,0 0,0 1,0 1,-19 4,31-5,-1 0,1 1,-1-1,1 2,0-1,-1 1,1 0,0 1,0-1,1 2,-1-1,1 1,-1 0,1 0,0 0,0 1,1 0,-1 0,1 1,1-1,-1 1,1 0,0 0,0 1,0-1,1 1,0 0,0 0,1 0,0 0,0 0,1 2,2 0,0 0,1 0,0 0,1-1,0 1,0-1,1 1,0-1,0 0,1 0,0-1,0 0,1 1,0-2,0 1,1-1,0 0,37 35</inkml:trace>
  <inkml:trace contextRef="#ctx0" brushRef="#br0" timeOffset="19762.824">4229 3544,'30'-30,"-1"-2,-2-1,-1-1,-1-2,-2 0,-2-1,3-10,-15 34,-6 31,3 74,3 0,5 0,3-1,6 5,-3-14,-2-10</inkml:trace>
  <inkml:trace contextRef="#ctx0" brushRef="#br0" timeOffset="20680.742">1916 4787,'-10'26,"1"0,1 0,1 1,2-1,0 2,2-1,0 26,1-43,1-1,0 1,1-1,-1 1,2 0,-1-1,1 1,1-1,0 1,0-1,1 1,0-1,1 0,0-1,0 1,1 0,0-1,0 0,1-1,0 1,1-1,-1 0,1 0,1-1,-1 0,3 1,1-3,0 0,0-1,0 0,0-1,0-1,1 1,-1-2,0 0,1 0,-1-1,0 0,1-1,-1 0,0-1,0 0,-1-1,1 0,-1-1,6-3,0 0,0-2,-1 1,0-2,-1 0,0-1,-1 0,-1-1,0 0,0-1,-1-1,-1 0,0-1,-4 6,0-1,-1 0,0 0,-1 0,0-1,-1 1,0-1,-1 0,-1 0,1 0,-2 0,0 0,0 0,-1 0,0 0,-1 1,-1-1,0 0,0 1,-1-1,-1 1,0 0,0 0,-1 1,-1 0,0 0,0 0,0 1,-1 0,-1 0,0 1,0 0,0 1,-4-2,4 3,-1 1,1 0,-1 0,0 1,0 0,-1 1,1 0,-1 1,0 0,1 1,-1 0,0 1,0 0,0 0,0 1,1 1,-1-1,0 2,1 0,0 0,-1 1,1 0,1 1,-1 0,1 0,-1 1,2 0,-1 1,1 0,0 0,0 1,1 0,0 0,0 1,-4 7,6-2,-1 0,2 1,0 0,0-1,1 1,1 0,1 1,0-1,1 0,1 0,0 0,1 1,0-1,2-1,-1 1,7 13,12 33</inkml:trace>
  <inkml:trace contextRef="#ctx0" brushRef="#br0" timeOffset="21072.105">3240 5015,'37'-376,"-29"328,0 71,-9 43,-2-1,-10 48,-3 111,16-213,0-1,1 0,0 1,1-1,0 0,0 0,1 0,1 0,-1 0,2 0,-1-1,2 0,2 4,16 15</inkml:trace>
  <inkml:trace contextRef="#ctx0" brushRef="#br0" timeOffset="21637.413">4335 4881,'-4'9,"0"0,1 0,0 0,1 1,0-1,0 1,1-1,0 1,1 0,0-1,0 1,1 0,0-1,1 1,0-1,1 1,0-1,0 0,1 0,0 0,0-1,1 1,1-1,-1 0,1-1,1 1,1-1,1-1,1-1,-1 0,1 0,0 0,0-1,0-1,1 0,-1 0,1-1,0 0,-1-1,1 0,0-1,0 0,0-1,-1 0,1-1,0 0,-1 0,1-2,-1 1,0-1,7-4,-3 2,-1 0,-1-1,1-1,-1 0,0 0,-1-1,0-1,0 0,-1-1,-1 0,0 0,0-1,-1 0,0-1,-1 1,-1-1,0-1,0-2,-3 9,0-1,-1 1,0-1,0 0,-1 0,0 1,-1-1,1 0,-1 0,-1 0,0 0,0 0,0 1,-1-1,0 0,-1 1,1-1,-2 1,1 0,-1 0,0 0,0 1,-1-1,0 1,0 0,0 0,-4-2,1 3,0 0,0 0,-1 1,0 0,0 0,0 1,-1 0,1 1,-1 0,1 0,-1 1,0 0,1 1,-1 0,0 1,0 0,1 0,-1 1,1 0,-4 2,-5 2,0 1,1 0,0 1,0 1,1 1,0 0,0 1,2 1,-1 0,0 3,-33 36,8-2</inkml:trace>
  <inkml:trace contextRef="#ctx0" brushRef="#br0" timeOffset="22602.949">1809 6365,'-9'16,"1"1,1-1,1 2,0-1,1 1,1 0,1 0,0 0,1 0,1 0,1 1,2 7,-1-14,0 0,1-1,1 1,0-1,0 1,1-1,1 0,0-1,0 1,1-1,0 0,1 0,0-1,1 0,0 0,0-1,1 0,0 0,6 3,-4-3,1-1,0-1,1 1,-1-2,1 0,1 0,-1-2,0 1,1-2,0 0,-1 0,1-1,0-1,0 0,0-1,0-1,-1 0,1-1,-1 0,1-1,-1 0,0-1,-1-1,1 0,-1-1,0 0,-1-1,0 0,0-1,0 0,-1 0,-1-1,0-1,0 0,-1 0,0 0,-1-1,1-3,-3 1,0-1,-1-1,-1 1,0-1,-1 1,-1-1,0 0,-1 1,-1-1,0 0,-1 0,-1 1,0-1,-1 1,-4-9,4 14,0-1,-1 1,0-1,0 1,-1 1,0-1,-1 1,0 0,-1 1,0-1,0 1,0 1,-1 0,-1 0,1 1,-1 0,0 0,0 1,0 1,-1 0,-8-3,8 6,1-1,-1 1,1 1,-1 0,1 0,0 1,-1 0,1 1,0 1,-1-1,1 1,1 1,-1 0,0 0,1 1,0 0,0 1,1 0,-1 0,1 1,0 0,1 1,0-1,0 1,1 1,0-1,-1 3,-1 0,2-1,-1 1,1 1,1-1,0 1,1 0,0 0,0 0,2 0,-1 1,2-1,0 1,0-1,1 1,0 0,1-1,1 1,0-1,1 1,0-1,1 0,2 6,33 42,5-10</inkml:trace>
  <inkml:trace contextRef="#ctx0" brushRef="#br0" timeOffset="22954.477">3360 6512,'7'-32,"17"-78,32-88,-47 178,-9 20,-1 0,1 0,0 0,-1 0,1 1,0-1,0 0,-1 0,1 1,0-1,0 0,0 1,-1-1,1 0,0 1,0-1,0 0,0 1,0-1,0 0,0 1,0-1,0 0,0 1,0-1,0 0,0 1,0-1,0 0,0 1,0-1,0 0,0 1,0-1,1 0,-1 1,0-1,0 0,0 1,1-1,-1 0,0 0,0 1,1-1,-1 0,0 0,0 0,1 1,-1-1,0 0,1 0,-1 0,0 0,1 0,-1 0,0 0,1 1,-1-1,0 0,1 0,-1 0,0 0,1-1,-1 1,0 0,1 0,-1 0,0 0,1 0,-44 242,15 14,27-185</inkml:trace>
  <inkml:trace contextRef="#ctx0" brushRef="#br0" timeOffset="23576.449">4456 6472,'52'-108,"34"-107,-63 132,-19 128,4 470,-8-425</inkml:trace>
  <inkml:trace contextRef="#ctx0" brushRef="#br0" timeOffset="24417.563">1916 8143,'2'-26,"1"0,1 0,2 0,1 0,0 1,8-15,3-13,7-29,-3-2,1-26,-14 64,-7 41,-3 12,-3 17,-13 54,0-13,4 1,2 0,3 1,3 0,3 45,3-93,2-1,0 1,1-1,1 0,0 0,2 0,0 0,20 33</inkml:trace>
  <inkml:trace contextRef="#ctx0" brushRef="#br0" timeOffset="24948.469">3319 7916,'-4'6,"0"1,0-1,0 1,1 0,0 0,0 0,1 1,-1-1,2 1,-1-1,1 1,0-1,1 1,0 0,0 0,1-1,0 1,0 0,0-1,1 1,1-1,-1 0,1 0,0 0,1 0,-1 0,1-1,1 1,-1-1,1 0,3 2,4 1,1-1,0 0,0-1,1-1,0 0,0-1,0 0,0-1,1-1,0 0,0-1,0 0,0-2,0 0,0 0,0-1,0-1,0-1,-1 0,9-3,-10 2,1-1,-1 0,0-1,0-1,0 0,-1-1,0 0,-1 0,0-2,0 1,-1-1,0-1,0 0,-2 0,1-1,-1 0,-1 0,0-1,-1 0,0 0,-1-1,-1 1,0-1,-1 0,0 0,0-11,-4 17,0 0,0 1,-1-1,0 1,0-1,-1 1,0 0,0 0,-1 0,1 0,-2 1,1-1,-1 1,0 0,0 1,0-1,-1 1,0 0,0 0,0 1,-1 0,0 0,0 0,0 1,0 0,0 0,0 1,-1 0,1 0,-1 1,0 0,1 0,-1 1,0 0,-11-2,1 1,-1 1,1 0,-1 2,1 0,-1 1,1 0,0 2,0 0,1 1,-1 1,1 1,1 0,-1 1,0 2,13-9,0 0,0 0,1 0,-1 1,1 0,0-1,-1 1,1 1,0-1,1 0,-1 1,1-1,-1 1,1 0,0 0,1-1,-1 2,1-1,-1 0,1 0,0 0,1 0,-1 1,1-1,0 0,0 1,0-1,0 0,1 1,0-1,0 0,0 0,0 1,1-1,0 0,-1-1,2 1,0 2,35 31,8-5</inkml:trace>
  <inkml:trace contextRef="#ctx0" brushRef="#br0" timeOffset="25384.378">4603 7822,'-2'19,"1"1,0-1,2 1,0-1,2 0,0 1,1-1,0 0,2-1,6 15,-8-24,1 1,0 0,0-1,1 0,1-1,-1 1,1-1,1 0,-1-1,1 0,1 0,-1 0,1-1,0-1,1 0,-1 0,1 0,0-1,0-1,1 1,0-2,-1 1,1-2,0 1,-1-1,1-1,0 0,0-1,-1 0,1 0,0-1,-1 0,0-1,1 0,-1-1,0 0,-1-1,1 0,-1 0,0-1,0 0,0-1,-1 0,0 0,-1-1,1 0,-2 0,6-8,-6 7,0-1,0 1,-1-1,0 0,-1 0,0 0,-1-1,0 1,-1-1,0 0,0 0,-1 0,-1 0,0 0,0 0,-1 0,-1 0,0 0,0 0,-1 1,0-1,-1 1,0 0,-1 0,0 0,0 0,-1 1,-1 0,1 0,-1 1,-3-2,1 0,-1 1,-1 1,1 0,-1 0,-1 1,0 0,0 1,0 0,0 1,-1 1,0 0,0 0,0 1,0 1,-1 0,1 1,-1 1,1 0,-1 0,-10 3,4 0,-1 1,1 1,-1 1,2 1,-1 0,1 2,0 0,0 1,1 1,1 1,0 0,1 1,-1 2,-41 45,10-2</inkml:trace>
  <inkml:trace contextRef="#ctx0" brushRef="#br0" timeOffset="26124.294">1969 9493,'32'-83,"-4"-1,-4-1,-4-2,9-88,-26 161,-3 36,0-19,0 15,-2 77,4 0,4 0,14 65,-3-82</inkml:trace>
  <inkml:trace contextRef="#ctx0" brushRef="#br0" timeOffset="26683.704">3373 9199,'-6'10,"0"1,1-1,0 1,1 0,0 0,0 1,2-1,-1 1,1-1,1 1,0 0,1 0,0-1,1 1,0 0,1 0,0-1,1 1,0-1,1 0,0 0,1 0,0 0,0-1,1 0,1 0,0-1,3 4,0-4,1 0,1 0,-1-1,1-1,1 0,0 0,0-1,0-1,0 0,1-1,0-1,-1 0,2-1,-1 0,0-1,0 0,0-1,0-1,1-1,-1 0,0 0,0-1,-1-1,1-1,-1 0,0 0,0-1,0-1,-1 0,0-1,-1 0,0-1,0 0,0-1,-1 0,-1-1,0 0,0 0,5-11,-9 11,0 0,0-1,-1 1,-1-1,0 0,0 0,-2 0,1 0,-1 0,-1 0,0 0,-1 0,0-1,-1 1,0 0,-1 1,-1-1,0 0,0 1,-1 0,0 0,-1 0,0 1,-1 0,0 0,-1 0,0 1,0 0,-1 1,0 0,-1 0,1 1,-2 0,1 1,-1 0,0 0,-5-1,6 4,0-1,0 1,0 1,0 0,-1 0,1 1,-1 1,1 0,-1 0,1 1,-1 0,1 1,0 0,0 0,0 1,0 1,0 0,0 0,1 1,0 0,0 0,0 1,1 0,0 1,0 0,0 0,1 1,0 0,1 0,-1 1,2 0,-1 0,-3 8,5-8,1 0,0-1,1 1,0 0,0 1,0-1,2 0,-1 0,1 1,0-1,1 0,0 1,0-1,1 0,1 0,-1 0,1 0,1-1,0 1,23 39</inkml:trace>
  <inkml:trace contextRef="#ctx0" brushRef="#br0" timeOffset="27088.499">4750 9360,'71'-294,"-43"163,-22 124,-4 26,-20 627,22-576</inkml:trace>
  <inkml:trace contextRef="#ctx0" brushRef="#br0" timeOffset="28079.665">1501 10015,'8'649,"-21"-238,-17 0,-33 97,54-442,-11 86,5 1,7 52,13-153,-1-44</inkml:trace>
  <inkml:trace contextRef="#ctx0" brushRef="#br0" timeOffset="28840.518">2023 10884,'32'-87,"148"-294,-149 327,-31 54,1 0,0 0,-1 0,1 0,-1 0,1 0,-1 0,1 1,0-1,-1 0,1 0,-1 1,1-1,-1 0,1 0,-1 1,1-1,-1 0,0 1,1-1,-1 1,1-1,-1 1,0-1,1 1,-1-1,0 1,0-1,1 1,-1-1,0 1,0-1,0 1,0-1,0 1,0 0,0-1,0 1,0-1,0 1,0-1,0 1,0 0,0-1,0 1,0-1,-1 1,1-1,0 1,0 0,3 86,-3 1,-8 55,5-95,-29 413,29-398</inkml:trace>
  <inkml:trace contextRef="#ctx0" brushRef="#br0" timeOffset="29494.558">3680 10870,'18'-50,"1"2,3 0,5-6,15-32,15-39,-43 112,-11 40,-10 116,2-58,3 0,3 0,8 33,22 4,-13-81</inkml:trace>
  <inkml:trace contextRef="#ctx0" brushRef="#br0" timeOffset="30010.377">4856 10736,'-6'14,"0"0,0 0,2 0,-1 0,2 1,0 0,1-1,0 1,1 10,1-19,0 1,1 0,-1 0,2 0,-1-1,1 1,0 0,0-1,0 0,1 1,0-1,1 0,-1 0,1-1,0 1,1-1,-1 0,1 0,0 0,0-1,5 4,-1-3,0 1,0-2,1 0,0 0,-1 0,1-1,0-1,1 0,-1 0,0-1,0 0,1-1,-1 0,1 0,-1-2,0 1,0-1,1 0,-1-1,-1 0,5-3,-1 1,1-1,-1-1,1-1,-2 0,1 0,-1-1,-1-1,0 0,0 0,-1-1,0-1,-1 1,0-2,3-7,-5 8,-1-1,-1 1,0-1,-1-1,0 1,-1-1,-1 1,0-1,-1 0,0 0,-1 0,0 0,-2 1,1-1,-2 0,0 1,0-1,-1 1,-1 0,0 0,-1 0,0 1,-1 0,-1 0,0 1,0 0,-1 0,0 1,-1 0,0 0,-1 1,-8-5,11 10,1 0,-1 1,1 0,-1 0,0 1,0 0,0 1,-1-1,1 1,0 1,0 0,-1 0,1 1,0-1,0 2,0-1,0 1,0 1,0-1,0 1,1 1,-1-1,1 1,0 1,0-1,0 1,1 0,0 1,0 0,0 0,0 0,-2 5,-46 92,40-56</inkml:trace>
  <inkml:trace contextRef="#ctx0" brushRef="#br0" timeOffset="30822.414">5712 10041,'2'186,"10"42,47 352,-51 115,0 14,-2-596,6-1,6 12,-10-82,2 0,2 0,2-1,1-1,3 0,0-1,4 1,-7-16</inkml:trace>
  <inkml:trace contextRef="#ctx0" brushRef="#br0" timeOffset="31683.664">2223 12715,'48'-170,"-27"108,-2-1,-4-1,-2 0,-3-1,-3 0,-2-26,-13 171,-7 101,10 169,11-270,3-15</inkml:trace>
  <inkml:trace contextRef="#ctx0" brushRef="#br0" timeOffset="32227.702">3894 12528,'74'-329,"-53"185,-21 187,0-7,-3 78,6 1,4 0,13 51,-7-104</inkml:trace>
  <inkml:trace contextRef="#ctx0" brushRef="#br0" timeOffset="32665.462">5030 12461,'45'-96,"-15"35,-3-1,-2-1,-3-1,11-62,-30 101,-6 20,-4 19,-13 56,3 0,3 1,3 1,3 0,3 29,-2 83,5-107</inkml:trace>
  <inkml:trace contextRef="#ctx0" brushRef="#br0" timeOffset="34225.432">1368 12541,'0'918,"0"-903,8 43,-7-57,0 0,1 0,-1 0,0 0,1-1,-1 1,1 0,-1-1,1 1,-1-1,1 0,-1 0,1 1,-1-1,1 0,-1 0,1 0,-1 0,1-1,-1 1,1 0,-1-1,1 1,-1-1,1 1,-1-1,0 0,1 0,-1 1,1-2,5 0,51-14,1 3,0 2,1 3,0 2,0 3,47 5,-84-2,922 15,-507-4,-172-5,1698 17,-686-37,-132 27,19-6,-191-13,314-7,-375-1,-901 14,-9 1,1-1,-1 1,0-1,1 0,-1 0,0 0,0-1,1 1,-1-1,0 0,0 0,0 0,0 0,0-1,3 0,-4-8,-6-1</inkml:trace>
  <inkml:trace contextRef="#ctx0" brushRef="#br0" timeOffset="36614.118">953 95,'220'-25,"-175"16,0 2,1 2,0 2,38 3,316 22,471-40,-472 10,272 35,-646-26,817 3,-726-6,897-8,-253-37,497 47,173-14,316 14,-1539 4,104 18,265 31,-388-37,-172-16</inkml:trace>
  <inkml:trace contextRef="#ctx0" brushRef="#br1" timeOffset="41562.634">1354 2047,'-21'-9,"-8"-6,-4-1,1 0,6 2,5 3,6 6,2 6,-3 4,-6 2,-1 0</inkml:trace>
  <inkml:trace contextRef="#ctx0" brushRef="#br1" timeOffset="42452.229">365 2100,'-1'-1,"0"1,-1-1,1 0,0 0,0 1,0-1,0 0,-1 1,1-1,0 1,0 0,-1-1,1 1,0 0,-1 0,1 0,0 0,-1 0,1 0,0 0,-1 1,1-1,0 0,-1 1,1-1,0 1,0-1,-1 1,1-1,0 1,0 0,0 0,0 0,0 0,0 0,0 0,-31 40,30-37,-1 0,1 0,0 0,0 1,1-1,-1 1,1-1,0 1,0 0,0-1,1 1,0 0,0 0,0 0,0-1,1 1,-1 0,1-1,1 1,-1 0,1-1,-1 1,1-1,1 0,-1 0,1 0,-1 0,1 0,0 0,0-1,1 1,-1-1,1 0,0 0,0 0,3 2,3-2,0 1,0-1,1-1,-1 0,0 0,1-1,0 0,-1-1,1 0,-1-1,1 0,-1-1,1 0,-1-1,0 0,2-1,-6 0,-1-1,1 0,-1 0,0 0,0-1,0 0,-1 0,0 0,0 0,-1 0,0-1,0 0,0 0,-1 0,0 0,0 0,-1 0,0 0,0-1,-1 1,0 0,0-1,0 1,-1 0,0-1,-1 1,0 0,0 0,-2-5,2 7,-1-1,1 1,-1 0,0 0,0 0,-1 0,1 0,-1 1,0-1,-1 1,1 0,-1 0,0 1,1-1,-2 1,1 0,0 1,0-1,-1 1,0 0,1 0,-1 1,0 0,0 0,0 0,0 0,0 1,0 0,0 1,0-1,1 1,-1 0,0 1,0-1,0 1,1 0,-1 0,1 1,0 0,0 0,0 0,0 1,-4 3,-4 5,1 0,0 1,0 1,2 0,0 1,0-1,2 2,0-1,0 1,2 1,0-1,1 1,0 0,1 0,1 1,1 1,-5 39</inkml:trace>
  <inkml:trace contextRef="#ctx0" brushRef="#br1" timeOffset="43050.744">445 3852,'-1'-19,"0"0,1 0,0 0,2 0,0 1,2-1,0 0,0 1,2 0,1 0,0 1,1 0,0 0,2 0,1 0,15-35,7-18,-29 82,-40 314,22-168,7-89</inkml:trace>
  <inkml:trace contextRef="#ctx0" brushRef="#br1" timeOffset="43748.985">258 4881,'20'1,"0"0,0 2,0 0,-1 1,1 1,-1 1,0 0,-1 1,1 2,-2 0,13 8,-26-14,0 1,0 0,0 1,0-1,-1 1,1 0,-1-1,0 2,-1-1,1 0,-1 0,0 1,-1-1,1 1,-1 0,0-1,0 1,-1 0,0 0,0-1,0 1,0 0,-1 0,0-1,-1 1,1 0,-1-1,0 1,0-1,-3 5,-14 22,0 0,-2-2,-1 0,-2-1,-1-2,0 0,-5 0,-63 71,91-96,-1 1,-1 1,1 0,0 0,0 0,0 0,0 0,1 1,0-1,0 1,0-1,0 1,1 0,-1 2,2-5,1-1,-1 1,1 0,0-1,-1 1,1-1,0 1,0-1,0 1,0-1,0 0,0 1,1-1,-1 0,0 0,0 0,1 0,-1 0,1 0,-1 0,1-1,0 1,-1 0,1-1,0 1,-1-1,1 0,0 1,-1-1,1 0,0 0,0 0,0 0,25 2,1-1,0-1,-1-2,1-1,14-3,5 0,150-16,-113 14</inkml:trace>
  <inkml:trace contextRef="#ctx0" brushRef="#br1" timeOffset="44420.57">351 6272,'16'-4,"0"1,1 0,-1 1,0 1,0 1,9 0,9 0,1-1,-19-1,0 1,1 1,-1 0,0 2,1 0,-1 0,14 5,-28-6,0 0,0-1,0 1,0 0,0 1,0-1,0 0,0 0,0 1,-1-1,1 1,-1 0,1-1,-1 1,0 0,1 0,-1 0,0 0,0 0,-1 0,1 0,0 0,-1 0,1 0,-1 1,1-1,-1 0,0 0,0 1,0-1,0 0,-1 0,1 0,-1 1,1-1,-1 0,-38 74,8-38,-2-2,-2 0,-36 27,68-60,1-3,1 0,0 1,0-1,0 1,0-1,0 1,0 0,0-1,0 1,0 0,0-1,1 1,-1 0,0 0,0 0,1 0,-1 0,0 0,1 0,-1 0,1 0,-1 0,1 0,0 0,0 1,-1-1,1 0,0 0,0 0,0 0,0 1,0-1,0 0,1 0,-1 0,0 1,87 10,-72-11,0 1,0 1,0 0,0 1,0 1,-1 0,0 1,0 1,-1 0,0 0,12 9,-23-14,0 0,1 0,-1 1,0-1,0 0,0 1,0-1,-1 1,1 0,-1 0,1-1,-1 1,0 0,0 0,-1 0,1 0,0 0,-1 1,0-1,0 0,0 0,0 0,0 0,-1 0,1 0,-1 0,0 0,0 0,0 0,0 0,0 0,-1 0,0 0,-4 7,-1 0,0-1,-1 0,0 0,0-1,0 0,-1 0,-4 1,-20 15,-2-2,0-1,-1-2,-1-2,-1-1,0-2,-35 8,42-14</inkml:trace>
  <inkml:trace contextRef="#ctx0" brushRef="#br1" timeOffset="44981.988">472 7742,'-35'70,"3"2,4 1,3 1,3 2,-1 21,19-80,2-10,0 1,1 0,0 0,0 0,0 0,1 0,1 0,-1 0,1 0,2 6,-1-11,1 0,0 0,-1-1,1 1,0-1,1 0,-1 0,0 0,1 0,-1 0,1-1,-1 0,1 1,0-1,-1-1,1 1,0 0,0-1,0 0,-1 0,1 0,0 0,0-1,0 0,-1 1,1-1,0-1,-1 1,1 0,-1-1,1 0,1-1,25-8,0-1,-1-2,-1-1,0-1,-1-1,-1-1,0-2,-2 0,11-12,-23 20,-22 48,-21 57,3 2,5 2,4 0,3 9,6-33</inkml:trace>
  <inkml:trace contextRef="#ctx0" brushRef="#br1" timeOffset="45324.162">338 9266,'3'14,"2"13,5 9,8 8,6 3,2 0,2-1,-3-4,-5-2,-5-1,-10 0,-12-3,-17 0,-15-2,-15-6,-12-9,5-7</inkml:trace>
  <inkml:trace contextRef="#ctx0" brushRef="#br1" timeOffset="45496.748">311 9226,'18'-9,"20"-8,17-5,17-6,13 0,7 2,2 5,-6 7,-11 10,-19 6</inkml:trace>
  <inkml:trace contextRef="#ctx0" brushRef="#br1" timeOffset="46134.841">459 10629,'-11'-3,"1"1,-1 0,0 0,1 1,-1 0,0 1,0 0,0 1,1 0,-1 1,0 0,1 1,0 0,-1 0,1 1,0 0,1 1,-1 0,1 1,-7 5,-1 5,0 0,1 1,1 1,1 1,0 0,1 0,1 2,1-1,1 2,1-1,1 1,1 0,1 1,0 0,2 0,1 0,1 1,0-1,1-14,-1 0,1 0,1 0,0 0,0 0,1 0,0 0,0 0,1 0,0 0,1 0,-1-1,2 1,-1-1,1 0,1 0,0-1,0 1,0-1,1 0,0 0,0 0,0-1,1 0,0-1,1 1,-1-1,1-1,0 1,8 2,-6-5,1-1,0 1,0-2,0 0,0 0,0-1,0 0,0-1,0 0,-1-1,1 0,-1-1,0 0,0-1,0 0,0 0,-1-1,0 0,0-1,-1 0,1 0,-2-1,1 0,-1 0,0-1,5-9,-10 15,0-1,0 1,0-1,-1 1,1-1,-1 0,0 0,0 0,0 0,-1 0,1 0,-1 0,0 0,0 0,-1 0,1 0,-1 0,0 0,0 0,0 0,0 0,-1 1,0-1,0 0,0 1,0-1,0 1,-1 0,1 0,-1 0,0 0,0 0,0 0,0 1,0 0,-1-1,1 1,-1 1,1-1,-1 0,0 1,-2-1,1 1,0 0,0 0,-1 0,1 1,0 0,0 0,-1 0,1 1,0-1,0 1,0 1,0-1,0 1,0 0,0 0,0 0,1 0,-1 1,1 0,0 0,-1 0,1 1,1-1,-1 1,1 0,-1 0,1 0,0 1,-1 1,-5 10,0-1,0 2,2-1,0 1,1 0,1 1,-3 14,-4 34</inkml:trace>
  <inkml:trace contextRef="#ctx0" brushRef="#br1" timeOffset="46462.834">4 12127,'-1'-4,"0"0,0 0,1 1,-1-1,1 0,0 0,0 0,1 0,-1 0,1 0,0 0,0 1,0-1,0 0,1 0,-1 1,1-1,0 1,0 0,0-1,1 1,-1 0,1 0,0 1,0-1,0 0,0 1,2-1,4-4,1 0,1 1,-1 0,1 1,0 0,1 0,-1 2,10-3,-11 3,0 1,0 0,0 1,0 0,0 0,0 1,0 0,0 1,1 0,-1 1,-1 0,1 0,0 1,0 1,-1-1,0 2,0-1,0 1,0 0,-1 1,0 0,0 1,0-1,-1 2,0-1,0 1,-1 0,0 0,4 8,-3-2,-2 0,0 0,-1 0,0 0,-1 1,0-1,-1 1,-1 0,-1-1,0 1,-1 9,-32 167,14-104,9-37,2 0,2 0,3 1,2 35,5-47</inkml:trace>
  <inkml:trace contextRef="#ctx0" brushRef="#br1" timeOffset="46710.966">151 12395,'16'-7,"26"-7,30-7,33-6,30-2,20 2,6 2,-25 7</inkml:trace>
  <inkml:trace contextRef="#ctx0" brushRef="#br0" timeOffset="54549.312">12343 55,'-14'56,"3"1,2 0,2 0,3 1,3-1,5 57,-3-16,0-14,0 142,-20 136,4-147,9 1,9 0,10 6,-5 14,-14 57,1 57,13-197,16 72,5 69,-4 324,21-68,-43-379,15 221,3-175,-7 89,-14-214,1 105,-22 156,-29 106,37-1,8-145,-20 285,7-61,-8 90,12-140,-6 154,17-597,-10 136,7 0,13 95,78 753,-9-297,-57-517,-3-52,-6 67,-9 24,5-219,-1-73,-5 35,-1 1,0 0,1 0,-1 0,0-1,-1 1,1 0,-1 0,1 1,-1-1,0 0,0 0,0 1,0-1,0 1,-2-1,-13-13</inkml:trace>
  <inkml:trace contextRef="#ctx0" brushRef="#br0" timeOffset="70816.749">6568 1967,'-6'4,"0"0,0 1,1 0,0 0,0 0,0 1,0-1,1 1,0 0,0 1,0-1,1 1,0-1,1 1,-1 0,1 0,-1 7,-8 16,9-20,1 0,0 1,0-1,0 1,2-1,-1 0,1 1,1-1,0 0,0 0,1 0,0 0,1 0,0 0,1-1,0 0,0 0,6 7,6 18,-13-24,-1-1,2 0,-1 0,1-1,0 1,1-1,0 0,0-1,1 1,0-1,0 0,1-1,0 0,0 0,0-1,1 0,-1 0,1-1,0 0,6 1,1-1,-8-1,-1 0,1-1,0 0,0 0,0-1,0 0,0 0,1-1,-1 0,0-1,0 0,0 0,0 0,0-1,0-1,0 1,-1-1,1 0,5-4,-4 0,0-1,-1 0,0 0,-1-1,1 0,-2 0,1 0,-1-1,-1 0,0 0,0-1,-1 0,0 0,-1 0,0 0,-1 0,0 0,-1-1,0 1,-1-12,-1 2,2 2,-1 0,0 1,-2-1,0 1,-2-1,0 1,0 0,-2 0,-4-8,-51-65,52 82,-1 1,-1 0,1 1,-1 0,0 0,-1 1,0 1,0 0,0 1,0 0,-3 0,2 1,-1 0,1 1,-1 1,1 0,-1 0,1 2,-12 1,16 1,1 0,-1 1,1 1,0-1,0 1,0 1,1-1,0 1,0 1,0-1,1 1,0 0,0 1,1-1,0 1,0 0,1 0,-3 7,0-1,0 0,1 0,0 0,1 1,1-1,0 1,1 1,-1 10,3-4</inkml:trace>
  <inkml:trace contextRef="#ctx0" brushRef="#br0" timeOffset="72012.854">8159 1900,'-7'3,"0"-1,0 1,0 1,0-1,1 1,0 1,0-1,0 1,0 0,0 0,1 1,0-1,1 1,-1 0,1 1,0-1,0 1,1-1,0 1,0 0,1 1,0-1,0 0,1 1,-1-1,2 1,-1 2,0 8,1-1,0 1,1-1,1 1,1-1,1 1,0-1,1 0,1-1,0 1,1-1,1 0,1-1,0 0,2 2,-3-6,0-1,1 0,0 0,0-1,1 0,0 0,1-1,0-1,0 1,1-2,-1 0,1 0,1-1,-1-1,1 0,0 0,0-2,0 1,0-2,4 1,-9-1,1-1,-1 1,0-1,1-1,-1 1,0-2,0 1,0-1,1 0,-2-1,1 1,0-2,0 1,-1-1,0 0,0-1,0 0,0 0,-1 0,4-8,-1-1,-1 1,0-1,-1-1,-1 1,0-1,-1-1,0 1,-1-1,-1 1,-1-1,0 0,-1 0,0 0,-2 0,0 0,0 0,-4-12,5 23,0-5,0 0,-1 0,1 0,-2 0,0 0,0 0,0 1,-1-1,-1 1,0-1,0 1,-1 0,0 1,0-1,-1 1,0 0,0 0,-1 1,0 0,-1 0,1 1,-1 0,-1 0,1 1,-1 0,0 0,0 1,0 0,0 0,-1 1,-9-1,-6 2,0 2,1 0,-1 2,1 0,-1 2,1 1,-21 7,39-10,0 0,0 0,1 1,-1 0,1 0,0 1,-1-1,1 1,1 0,-1 0,1 1,0-1,0 1,0 0,0 0,1 1,0-1,0 1,0-1,1 1,0 0,0 0,0 0,1 0,0 0,0 5,-2 28,3-2</inkml:trace>
  <inkml:trace contextRef="#ctx0" brushRef="#br0" timeOffset="73040.246">9870 2087,'11'-10,"-1"-1,0 0,-1 0,0-1,0-1,-2 0,1 0,-2 0,0-1,0 1,-1-1,-1-1,0 1,-1-1,0-2,2-16,4 41,4 115,11 283,-24-404,1 0,-1 0,0 0,0 0,0 0,0 0,-1 0,1 0,0 0,-1 0,1 0,-1 0,0 0,0 0,0 0,0-1,0 1,0 0,0-1,0 1,-1-1,1 1,-1-1,1 1,-1-1,0 0,1 0,-1 0,0 0,0 0,0 0,1 0,-1-1,0 1,0-1,0 1,0-1,0 0,0 0,-1 0,1 0,-1 0,-18-2,22 1,-1 1,0 0,0 0,0 0,1 0,-1 0,0 0,0-1,0 1,0 0,1 0,-1 0,0-1,0 1,0 0,0 0,0 0,0-1,0 1,0 0,0 0,0-1,1 1,-1 0,0 0,0-1,0 1,-1 0,1 0,0 0,0-1,0 1,0 0,0 0,0-1,0 1,0 0,0 0,0 0,-1-1,1 1,0 0,0 0,0 0,0 0,-1-1,1 1,0 0,0 0,0 0,-1 0,1 0,0 0,0 0,0 0,-1-1,1 1,0 0,0 0,-1 0,1 0,0 0,0 0,95-24,-77 21,55-6,0 3,0 4,0 2,5 4,-37-1</inkml:trace>
  <inkml:trace contextRef="#ctx0" brushRef="#br0" timeOffset="73723.007">11140 1993,'-6'3,"-1"-1,1 1,0 0,1 1,-1 0,0 0,1 0,0 0,0 1,1 0,-1 0,1 0,0 0,0 1,0 0,1-1,0 1,0 1,1-1,0 0,0 1,0-1,1 1,0 0,0-1,0 1,1 0,0-1,1 1,-1 0,1 1,6 3,0 0,1-1,0 0,1 0,0-1,0 0,1 0,0-1,1 0,-1-1,1-1,1 1,-1-2,1 1,12 2,-6 0,0 0,1-2,-1 0,1-2,1 0,6 0,-20-3,1 0,0-1,-1 0,1 0,0-1,-1 0,1 0,0 0,-1-1,1 0,-1 0,0-1,0 0,0 0,0 0,0-1,-1 0,0 0,1 0,-1-1,2-5,0-1,-1 1,0-1,-1 0,0 0,0-1,-1 0,-1 0,0 0,-1 0,0 0,-1 0,0 0,-1-1,0 1,-1 0,0-1,-1 1,-1 0,0 0,0 0,-1 1,-1-1,0 1,0 0,-1 0,-1 1,0-1,0 1,-1 1,-1-2,1 1,-1 1,1 0,-1 0,-1 1,0 0,0 0,0 1,-1 1,0 0,-1 0,1 1,-1 0,0 1,0 1,0 0,-1 0,1 1,-1 1,1 0,-1 1,1 0,-1 1,0 0,1 1,0 1,-1 0,1 0,-3 2,0 3,0 0,0 1,1 1,1 0,0 1,0 0,1 1,0 0,1 1,1 0,0 1,1 0,0 1,1 0,1 0,0 0,1 1,-1 6,1 1</inkml:trace>
  <inkml:trace contextRef="#ctx0" brushRef="#br0" timeOffset="117471.708">6715 3384,'-4'-3,"1"1,-1 0,0-1,1 2,-1-1,0 0,0 1,-1 0,1 0,0 0,0 0,0 1,-1-1,1 1,0 0,-1 0,1 1,0-1,0 1,0 0,-1 0,1 1,0-1,0 1,1 0,-1 0,0 0,1 1,-1-1,1 1,0 0,-1 0,1 0,1 0,-2 1,-2 5,0 1,1 0,0 1,0-1,1 1,0 0,1 0,0 0,1 0,0 1,1-1,0 1,1-1,1 1,-1-1,2 1,-1-1,2 0,-1 1,2-1,-1 0,2-1,-1 1,1-1,1 0,0 0,3 4,1-5,-1 0,1-1,0 0,1 0,0-1,0 0,1-1,0-1,0 0,0 0,1-1,-1-1,1 0,0 0,0-2,0 1,0-2,0 0,0 0,0-1,0-1,0 0,0-1,0 0,-1-1,1-1,-1 1,0-2,-1 0,1 0,-1-1,-1-1,1 0,-1 0,0-1,-1 0,-3 0,0 1,0-1,-1 0,-1 0,0-1,0 1,0-1,-1 0,-1 0,0 0,0-1,-1 1,0 0,-1-1,0 1,-1 0,0 0,0-1,-1 1,-1 0,0 0,0 0,-1 1,0-1,0 1,-1 0,-1 0,1 0,-1 1,-1 0,0 0,0 0,0 1,-1 0,0 1,0 0,-1 0,0 1,0-1,-4 0,3 1,0 0,-1 1,1 1,-1-1,0 2,0-1,0 2,0-1,0 2,-1-1,1 2,0-1,0 1,0 1,0 0,0 1,0 0,0 1,1 0,-1 0,1 1,0 0,-1 2,7-4,1 0,0 0,0 0,0 0,1 1,-1-1,1 1,-1 0,1-1,0 1,1 0,-1 0,1 0,0 1,-1-1,2 0,-1 2,0 29</inkml:trace>
  <inkml:trace contextRef="#ctx0" brushRef="#br0" timeOffset="118155.845">8172 3357,'-5'-2,"0"0,0 0,0 0,0 1,0 0,0 0,-1 0,1 0,0 1,-1 0,1 0,0 0,-1 1,1 0,0 0,0 0,0 1,0-1,0 1,0 0,0 1,0-1,1 1,-1 0,1 0,0 1,0-1,0 1,0 0,1 0,0 0,-1 0,1 1,-1 3,0 3,0 0,1 1,0 0,1 0,0 0,1 0,1 0,0 0,0 0,1 0,1 0,0 0,0 0,1 0,1-1,0 1,1-1,0 0,0 0,1-1,1 1,0-1,0-1,1 0,0 0,0 0,1-1,0 0,1 0,0-1,0-1,1 0,-1 0,8 2,2 1,1-1,0-1,0-1,1-1,-1-1,1-1,0-1,0 0,1-2,-1 0,0-2,15-3,-21 3,1-1,-1-1,0-1,-1 0,1-1,-1-1,0 0,0-1,-1 0,0-2,-1 1,0-2,0 0,-1 0,-1-1,0 0,1-3,-6 7,-1 1,0-1,0 0,-1 0,0 0,-1-1,1 1,-2-1,1 0,-1 0,-1 0,0 0,0 0,-1-1,0 1,0 0,-1 0,0 0,-1 0,0 0,0 0,-1 0,0 1,-1-1,1 1,-2 0,1 0,-1 0,-1 0,1 1,-1 0,-2-2,-2 0,-1 0,1 1,-2 0,1 1,-1 0,0 0,0 2,0-1,-1 2,0-1,0 2,0 0,-1 0,1 2,-1-1,1 2,-1 0,1 0,-10 2,1 1,1 0,0 2,0 0,1 1,-1 1,1 1,1 1,-1 1,2 0,-1 1,2 1,-3 3,14-11,-1 1,1 0,0 0,0 1,0-1,1 1,0 1,0-1,1 1,0-1,0 1,0 1,1-1,0 0,0 1,1 0,0-1,0 1,1 0,0 0,1 0,-1 0,1 0,1 0,0 0,0 0,0 0,1 0,18 34</inkml:trace>
  <inkml:trace contextRef="#ctx0" brushRef="#br0" timeOffset="118805.617">10017 3517,'6'-25,"2"0,0 1,2 0,0 0,2 1,1 1,0 0,2 0,0 2,11-11,-23 26,82-107,-68 95,-17 17,0 0,1 0,-1-1,1 1,-1 0,1 0,-1 1,1-1,-1 0,0 0,1 0,-1 0,1 0,-1 0,0 1,1-1,-1 0,1 0,-1 0,0 1,1-1,-1 0,0 1,0-1,1 0,-1 1,0-1,1 0,-1 1,0-1,0 0,0 1,0-1,1 1,-1-1,0 1,0-1,0 0,0 1,0-1,0 1,0-1,0 1,0-1,0 0,0 1,0-1,-1 1,1-1,0 1,0-1,0 0,-1 1,1-1,0 0,0 1,-1-1,1 0,0 1,-1-1,1 0,-31 264,31-212,2 0,2 0,2 0,2-1,5 8,-2-14</inkml:trace>
  <inkml:trace contextRef="#ctx0" brushRef="#br0" timeOffset="119461.64">11247 3504,'90'-227,"-76"175,-3-1,-2-1,-1-9,-6 47,-2 100,-1 30,-2 7,6 1,13 81,-7-152</inkml:trace>
  <inkml:trace contextRef="#ctx0" brushRef="#br0" timeOffset="131917.243">6554 4774,'-4'-2,"-1"0,0 0,0 1,1-1,-1 1,0 0,0 1,0-1,0 1,0 0,0 0,0 0,-1 1,2 0,-1 0,0 0,0 1,0-1,0 1,1 0,-1 0,1 1,0 0,0-1,-1 1,2 1,-1-1,-3 4,2 0,0 1,1 0,-1 0,1 1,1-1,0 1,0 0,1 0,0 0,0 0,1 0,0 0,1 0,0 1,0-1,1 0,0 0,1 0,0 0,0 0,1 0,0 0,1-1,0 1,0-1,0 0,1 0,1-1,-1 1,1-1,1 0,-1-1,1 0,3 3,12 5,-1 0,2-2,0-1,0 0,1-2,0 0,1-2,0-1,0-1,0-1,1-1,18-1,-12 2,1-2,0-1,-1-2,1-1,-1-1,0-2,0-2,0 0,-1-2,0-2,0-1,-2-1,15-9,-36 18,-1 0,0-1,0 0,-1 0,1-1,-1 0,0 0,-1 0,0 0,0-1,0 0,-1 0,0-1,0 1,0-1,-1 0,-1 0,1 0,-1 0,-1 0,1-1,-2 1,1 0,-1-1,0 1,0 0,-1-1,-1 1,1-1,-7-7,-1 0,0 0,-1 1,0 0,-2 1,1 0,-2 1,0 0,0 1,-1 0,-1 1,0 1,0 0,-1 2,0-1,-8-1,-1-3,0 1,-1 1,0 1,0 2,-1 0,0 2,-1 1,1 1,-1 2,0 1,0 0,0 2,1 2,-1 0,-14 5,32-5,0 1,0 0,0 0,0 1,1 0,0 1,0 0,0 0,1 1,0 0,0 1,0 0,1 0,1 1,-1-1,2 1,-1 1,1-1,0 1,1 0,0 0,1 0,0 0,0 1,1 0,1 2,2 63,11-6</inkml:trace>
  <inkml:trace contextRef="#ctx0" brushRef="#br0" timeOffset="132699.514">8412 4894,'3'-17,"0"-1,1 0,0 1,2 0,0 0,0 0,2 1,0 0,1 1,1-1,4-3,13-28,27-48,-54 95,0 0,0 0,0 1,0-1,0 0,0 1,0-1,0 0,0 1,0-1,0 0,0 0,0 1,0-1,0 0,1 0,-1 1,0-1,0 0,0 0,1 1,-1-1,0 0,0 0,1 0,-1 1,0-1,0 0,1 0,-1 0,0 0,0 0,1 0,-1 1,0-1,1 0,-1 0,0 0,0 0,1 0,-1 0,0 0,1 0,-1 0,0-1,1 1,-1 0,0 0,0 0,1 0,-1 0,0 0,0-1,1 1,-1 0,0 0,0 0,1-1,-1 1,0 0,0 0,0 0,0-1,1 1,-1 0,0-1,0 1,0 0,3 29,-3-27,-1 192,-2-98,5 0,5 17,23 17,-11-84</inkml:trace>
  <inkml:trace contextRef="#ctx0" brushRef="#br0" timeOffset="133569.402">10245 4694,'-6'3,"0"-1,0 1,0 0,1 0,0 1,0-1,0 1,0 0,0 1,1-1,-1 1,1 0,1 0,-1 0,1 0,0 1,0 0,0-1,1 1,0 0,0 0,0 0,1 1,0-1,0 0,1 0,-1 1,1-1,1 0,-1 1,1-1,0 0,1 0,0 0,0 1,0-2,0 1,1 0,1 1,5 5,1-1,0 0,0 0,1-1,1 0,0-1,0-1,1 0,0 0,0-1,0-1,1 0,0-1,1 0,-1-2,1 1,-1-2,1 0,0 0,0-2,0 0,0 0,0-2,0 0,5-1,-7 0,0 0,1-1,-1 0,-1-1,1 0,-1-1,0-1,0 0,0 0,-1-1,-1-1,6-5,-10 9,-1-1,1 0,-1 0,-1 0,1-1,-1 0,0 0,-1 0,1 0,-2 0,1-1,-1 1,0-1,0 0,-1 0,0 0,-1 0,1 0,-2 1,1-1,-1 0,0-2,-3-2,0 1,0-1,-1 1,0 0,-1 0,0 1,-1-1,0 2,-1-1,0 1,0 0,-1 0,0 1,-1 1,1-1,-1 1,-1 1,0 0,1 1,-2 0,1 0,-10-2,12 4,-1-1,0 1,0 1,0 0,-1 1,1-1,0 2,-1 0,1 0,0 1,-1 0,1 0,0 1,0 1,0 0,0 0,1 1,-1 0,1 1,0 0,0 0,0 1,1 0,0 1,0 0,-6 7,10-9,0 1,1 0,-1 0,1 0,0 1,1-1,-1 1,1-1,1 1,-1 0,1 0,0 0,1 0,0 0,0 0,0 0,1 0,0 0,0-1,1 1,0 0,0 0,0-1,1 0,0 1,0-1,1 0,0 0,0-1,4 6,42 36,4-9</inkml:trace>
  <inkml:trace contextRef="#ctx0" brushRef="#br0" timeOffset="133976.69">11408 4787,'-3'7,"0"0,0 0,1 0,0 0,0 0,1 0,0 0,0 0,1 1,0-1,0 0,1 1,0-1,0 0,0 0,1 0,0 0,1 0,0 0,0 0,0-1,1 0,0 1,0-1,0-1,1 1,0-1,0 1,0-1,4 2,2 2,1 0,0-1,0 0,1 0,0-1,1-1,-1-1,1 0,1 0,-1-1,4-1,-10-1,0-1,1 0,-1 0,0-1,0 0,1-1,-1 0,0 0,0-1,0 0,0 0,0-1,0 0,-1 0,1-1,-1 0,0 0,0 0,0-1,3-4,0-3,-1 0,-1 0,0-1,0 0,-1-1,-1 0,0 0,-1 0,-1-1,0 1,-1-1,-1 0,0 0,-1 0,0-1,-1 1,-1 0,-1 0,0 0,0 0,-2 0,-2-5,3 9,-1 1,-1 0,0 0,0 1,-1 0,0 0,0 0,-1 0,0 1,-1 0,0 1,0 0,-1 0,0 0,0 1,0 1,-1 0,1 0,-1 0,-1 2,1-1,0 1,-1 1,0-1,0 2,1 0,-1 0,0 1,0 0,-5 0,1 1,0 1,0 0,0 1,0 1,0 0,1 1,-1 1,1 0,1 0,-1 2,1 0,0 0,1 1,0 1,0 0,1 0,1 1,0 1,0 0,1 0,0 1,1 0,-2 6,-17 50,10-4</inkml:trace>
  <inkml:trace contextRef="#ctx0" brushRef="#br0" timeOffset="135942.711">6461 6285,'-5'-2,"-1"1,0-1,0 1,1 0,-1 1,0-1,0 1,0 0,0 1,0-1,1 1,-1 1,0-1,0 1,1 0,-1 0,1 0,0 1,0 0,0 0,0 0,0 1,0-1,1 1,0 0,0 1,0-1,0 1,1 0,-2 2,-2 3,1 1,0-1,1 1,0 1,1-1,0 1,1-1,0 1,1 0,0 0,1 0,0 0,1 1,1 4,0-8,1-1,0 1,0-1,0 0,1 0,1 0,-1 0,1-1,1 1,-1-1,1 0,0 0,1-1,0 0,0 1,0-2,1 1,0-1,0 0,0-1,0 1,1-1,2 0,13 6,-1-2,1 0,1-2,-1-1,1 0,0-2,18 0,-14-1,0-2,0-1,0-1,-1-1,20-6,-36 7,0-1,0 0,-1-1,1 0,-1 0,0-2,0 1,-1-1,0 0,0-1,0 0,-1-1,0 0,0 0,3-4,-7 5,0 1,-1-1,0 0,0 0,0 0,-1 0,0 0,0-1,-1 1,0-1,0 1,-1-1,0 1,0-1,-1 1,0-1,0 1,-1-1,0-1,-5-13,-1-1,-1 1,-1 1,0 0,-9-11,5 7,-2 1,0 0,-2 1,0 1,-11-8,22 23,0 0,-1 1,1 0,-2 0,1 1,0 0,-1 1,0-1,0 2,-1-1,1 1,-1 1,1 0,-1 0,0 1,0 0,-6 1,1 1,0 2,1 0,-1 0,1 2,-1-1,1 2,1 0,-1 1,1 0,0 1,1 0,0 1,0 0,1 1,0 1,1-1,0 2,1 0,0 0,0 0,-1 6,7-12,-1 0,2 1,-1-1,1 1,0 0,0 0,1 0,0 0,0 0,1 0,-1 0,2 0,-1 0,1 0,0 0,0 0,1 0,0 0,0 0,1-1,0 1,0-1,0 0,3 3,27 38</inkml:trace>
  <inkml:trace contextRef="#ctx0" brushRef="#br0" timeOffset="136515.995">8359 6432,'162'-451,"-155"433,-2 32,-15 114,4-92,2 1,1-1,1 0,2 1,2-1,2 0,1 0,1 0,2-1,2 1,1-2,5 9,13 7</inkml:trace>
  <inkml:trace contextRef="#ctx0" brushRef="#br0" timeOffset="137236.18">10352 6017,'-5'0,"0"0,0 0,-1 0,1 1,0 0,1 0,-1 0,0 1,0-1,0 1,1 0,-1 1,1-1,0 1,-1 0,1 0,0 0,1 0,-1 1,1 0,-1 0,1 0,0 0,1 0,-1 0,1 1,-1-1,1 1,1 0,-1-1,0 6,0 0,1 0,0 0,0 0,1 0,1 0,0 0,0 0,1-1,0 1,0 0,1-1,1 1,0-1,0 0,0 0,1-1,1 1,-1-1,2 0,5 6,0-1,0-1,0 0,1-1,1 0,0-2,0 1,1-2,1 0,-1 0,1-2,14 5,-19-7,1 0,-1-1,1 0,0 0,-1-2,1 1,0-2,0 1,0-2,0 1,0-2,0 0,0 0,-1-1,1 0,-1-1,0 0,0-1,0-1,0 1,-1-2,0 1,-1-1,1-1,-1 0,-1 0,1-2,-2 0,-2-1,1 0,-2-1,1 1,-2-1,1 0,-2 0,1 0,-2 0,0 0,0-1,-1 1,0 0,-2-1,1 1,-1 0,-1 0,0 0,-1 0,0 1,0-1,-2 1,1 0,-1 0,-1 1,0 0,0 0,-1 1,-1-1,1 2,-1-1,-1 1,1 1,-2 0,1 0,-1 1,1 0,-2 1,-8-3,13 4,0 1,-1 1,1-1,-1 1,0 1,0-1,0 1,0 0,0 1,1 0,-1 0,0 1,0 0,0 1,0-1,0 1,1 1,-1 0,1 0,0 0,0 1,0 0,0 0,1 0,-1 1,1 0,0 1,1-1,-1 1,1 0,-2 4,3-1,0 0,1 0,0 1,0-1,1 1,0-1,1 1,0 0,0 0,1-1,1 1,0 0,0 0,0-1,3 5,9 37</inkml:trace>
  <inkml:trace contextRef="#ctx0" brushRef="#br0" timeOffset="137728.713">11394 6058,'43'-73,"40"-79,-76 137,-2 28,-6 288,11 28,-9-301</inkml:trace>
  <inkml:trace contextRef="#ctx0" brushRef="#br0" timeOffset="137980.392">11461 6459,'-4'0,"0"0,8 0,12 0,15 0,14-2,7-1,5 0,-3 0,-8 2,-12 0</inkml:trace>
  <inkml:trace contextRef="#ctx0" brushRef="#br0" timeOffset="139087.933">6287 7661,'-10'0,"-1"0,0 0,0 1,1 0,-1 1,1 0,-1 1,1 0,0 0,0 1,0 1,1-1,-1 2,1-1,0 1,1 1,-1 0,1 0,1 0,-1 1,1 0,1 1,-1-1,1 1,1 1,0-1,0 1,1 0,-2 7,4-7,1 0,0 1,1-1,0 1,1 0,0-1,0 0,1 1,1-1,0 0,0 0,1 0,0 0,1-1,0 0,0 0,1 0,0 0,1-1,0 0,0-1,0 1,1-1,0-1,1 1,0-1,0-1,0 0,0 0,1-1,0 0,0-1,0 0,6 1,3 1,0 0,0-2,1 0,0-2,0 0,-1-1,1-1,0 0,-1-2,1 0,-1-2,0 0,12-5,-20 6,0 0,0-1,-1 0,1-1,-1 0,-1-1,1 0,-1 0,-1-1,1 0,-1-1,0 0,-1 0,0 0,-1-1,0 0,0-1,-1 1,-1-1,1 0,-2 0,0 0,1-7,-3 5,-1 0,0 1,-1-1,0 0,-1 1,-1-1,0 1,-1 0,0 0,-1 0,0 0,-1 1,0 0,-1 0,0 0,0 1,-1 0,-1 1,0-1,0 2,-1-1,0 1,0 1,-1 0,1 0,-2 1,1 1,-1 0,0 0,0 1,0 1,-1 0,1 0,-1 1,1 1,-1 0,0 1,0 1,1 0,-1 0,0 1,1 1,0 0,-8 3,10-2,-1 0,1 1,0 0,0 1,1 0,0 0,0 1,0 0,1 1,0 0,0 0,1 1,0-1,1 2,0-1,0 1,1 0,0 0,1 0,0 1,1 0,0 0,1 0,0 0,0 0,1 9,7 28</inkml:trace>
  <inkml:trace contextRef="#ctx0" brushRef="#br0" timeOffset="139756.955">8266 7862,'60'-107,"-43"81,-1-1,-1 0,-2-2,0 1,-2-2,-1 1,-2-2,2-12,-13-4,2 47,0 0,0 0,0 0,0 0,0 0,0 0,1 0,-1 0,0 0,0 1,0-1,0 0,0 1,1-1,-1 1,0-1,0 1,0-1,1 1,-1-1,0 1,1 0,-1-1,1 1,-1 0,1 0,-1-1,1 1,-1 0,1 0,0 0,-1 0,1-1,0 1,0 1,-12 24,1 2,1-1,2 2,1-1,1 1,-2 28,2-13,1 0,3 1,1-1,2 1,7 40,3-24</inkml:trace>
  <inkml:trace contextRef="#ctx0" brushRef="#br0" timeOffset="140517.783">10124 7835,'21'-31,"-1"-1,-2 0,-2-2,-1 0,-1-1,-2 0,-1-1,-3 0,1-6,5-53,-11 124,9 326,-12-317,1 0,3 0,1 0,1-1,6 12,1-10</inkml:trace>
  <inkml:trace contextRef="#ctx0" brushRef="#br0" timeOffset="141017.193">11140 7768,'-2'11,"1"0,0-1,0 1,1 0,1 0,0-1,0 1,1-1,1 1,-1-1,2 0,-1 1,1-2,1 1,0 0,0-1,1 0,0 0,1-1,0 0,0 0,1 0,0 0,6 4,0 0,1-1,0-1,1 0,0-1,0-1,1 0,0-1,0-1,1-1,0 0,0-1,3-1,-7-2,-1-1,1-1,-1 0,1 0,-1-2,0 0,0 0,0-1,0-1,-1 0,1-1,-1 0,-1-1,1 0,-1-1,0 0,-1-1,0 0,0 0,-1-1,-1-1,1 1,-2-1,1-1,-1 0,-1 0,1 1,-1 0,-1 0,1-1,-2 0,0 0,0 0,-1 0,-1-1,0 1,0-1,-2 0,1 1,-2-1,1 0,-2 1,0-1,0 1,-1-1,-1 1,0 0,0 0,-1 1,-1-1,0 1,-1 0,0 1,-6-8,5 10,-1 0,1 0,-1 1,-1 0,1 1,-1 0,-1 1,1 0,-1 0,1 1,-1 0,-1 1,1 1,0-1,-1 2,1 0,-1 0,1 1,-1 0,-2 1,-9 2,-1 0,1 2,0 0,0 2,1 1,0 0,0 2,1 0,-10 7,4 0,1 1,1 1,0 1,2 1,0 1,2 2,0 0,1 1,2 0,1 2,-8 16,-10 29</inkml:trace>
  <inkml:trace contextRef="#ctx0" brushRef="#br0" timeOffset="141998.735">6341 9400,'-5'-2,"0"0,0 1,0 0,0 0,0 1,0-1,0 1,0 0,0 1,0-1,0 1,0 0,0 0,0 0,0 1,0 0,1 0,-1 0,1 0,-1 1,1 0,0 0,0 0,0 0,0 1,1-1,-1 1,-1 3,1 4,0 0,0 0,1 0,1 1,0-1,1 1,0 0,0-1,1 1,1 0,0-1,1 1,0 0,0-1,1 0,1 0,0 0,1 0,0 0,0-1,1 0,0 0,1-1,0 1,1-1,0-1,0 0,1 0,0 0,0-1,1-1,0 1,0-2,7 4,0-3,-1 0,1-1,1-1,-1 0,1-2,-1 0,1 0,0-2,0 0,-1-1,1-1,0-1,-1 0,0-2,0 0,0 0,0-2,-1 0,0-1,0 0,-1-1,0-1,-1-1,0 0,-1 0,0-2,0 1,-2-2,0 0,0 0,-1-1,-1 0,0 0,-1-3,-4 8,0 0,-2 0,1-1,-1 1,-1-1,0 1,0-1,-1 0,0 1,-1-1,0 1,-1-1,0 1,-1-1,0 1,0 0,-1 0,-1 1,0-1,0 1,0 0,-1 0,-1 0,1 1,-2 0,1 1,-1-1,0 1,0 1,-1 0,0 0,0 0,0 1,-1 1,0 0,-2-1,-1 2,0 0,0 0,0 1,0 1,0 0,0 1,0 0,0 1,0 0,0 1,0 1,0 0,0 1,1 0,0 1,0 0,0 1,0 1,1 0,0 0,1 1,-1 0,2 1,-1 0,1 0,0 1,1 0,1 1,-1 0,1 0,1 1,-2 6,5-11,1 0,0 0,0 1,1-1,0 0,0 1,0 0,1-1,1 1,-1-1,1 1,0-1,1 1,0-1,0 0,0 0,1 0,0 0,1 0,-1 0,5 5,25 29</inkml:trace>
  <inkml:trace contextRef="#ctx0" brushRef="#br0" timeOffset="142497.237">8306 9586,'23'-65,"-3"-1,-3-1,-3-1,-2 0,-3-13,-11 58,-20 148,16-85,1 0,3 0,1 1,2-1,2 0,2 0,1 0,2-1,2 0,9 22,4-10</inkml:trace>
  <inkml:trace contextRef="#ctx0" brushRef="#br0" timeOffset="143119.97">10191 9453,'65'-194,"-46"149,-3-1,-1-1,2-21,-17 53,-12 49,0 15,2 2,2-1,3 1,1 0,3 0,3 13,17 42,-5-68</inkml:trace>
  <inkml:trace contextRef="#ctx0" brushRef="#br0" timeOffset="143555.252">11153 9400,'105'-413,"-91"336,-25 124,0 41,4 0,3 0,5 0,3 0,8 34,-5-65,-2-10</inkml:trace>
  <inkml:trace contextRef="#ctx0" brushRef="#br0" timeOffset="147214.036">6595 10817,'86'-152,"-57"107,-3-2,-1 0,-3-1,8-26,-28 66,7-15,-7 43,10 298,-10-294,2-8,-1 0,-1 0,-1 1,0-1,-1 1,0-1,-2 1,0-1,0 0,-2 0,0 0,-1 0,-1 0,0-1,-1 0,0 0,-4 3,8-14,-1-1,0 1,-1-1,1 0,0 0,-1 0,0 0,1-1,-1 0,0 0,0 0,-1-1,1 1,0-1,0-1,-1 1,1-1,0 0,-1 0,1 0,0-1,-11 3,22 3,28 3,319-1,-268-7</inkml:trace>
  <inkml:trace contextRef="#ctx0" brushRef="#br0" timeOffset="147914.38">8412 10536,'-5'7,"-1"0,1 1,0-1,1 1,-1 0,2 0,-1 0,1 1,0-1,1 1,0 0,0 0,1 0,0 0,1 0,0 0,0 0,1 0,0 0,1-1,-1 1,2 0,-1-1,1 1,1-1,0 0,0 0,3 5,7 0,1-1,0-1,0 0,1-1,0-1,1 0,0-1,1-1,-1 0,1-2,0 0,1-1,-1-1,1 0,0-2,0 0,0-1,-1-1,3-1,-2 1,-1 0,0-2,1 0,-1-1,-1-1,1-1,-1 0,0-1,3-2,-14 6,1-1,-1 1,-1-1,1-1,0 1,-1-1,0 1,0-2,-1 1,1 0,-1-1,0 0,0 0,-1 0,0 0,0-1,-1 1,1-1,-1 0,-1 0,1 0,-1 1,0-1,-1-1,0-1,-2-5,-1-1,0 1,-1-1,-1 1,0 1,-1-1,0 1,-1 0,0 0,-1 0,-1 1,0 1,-1 0,0 0,0 0,-1 2,-1-1,0 1,0 1,0 0,-1 1,-12-5,12 6,1 1,-1 1,1 0,-1 1,-1 0,1 1,0 1,0 0,-1 1,1 0,0 1,-1 0,1 1,0 1,0 0,0 1,1 0,-1 1,1 0,0 1,0 0,1 1,0 1,0-1,0 2,1 0,1 0,-1 0,2 1,-8 10,13-15,0 0,0 0,1 0,-1 1,1-1,0 1,1-1,-1 1,1-1,0 1,1 0,-1-1,1 1,0 0,1 0,0-1,-1 1,2 0,-1-1,1 1,-1-1,2 1,-1-1,0 0,2 2,34 34,6-6</inkml:trace>
  <inkml:trace contextRef="#ctx0" brushRef="#br0" timeOffset="148557.818">10338 10616,'-5'7,"2"0,-1 1,1-1,0 1,0-1,1 1,0 0,1 0,0 0,0 0,0 0,1 1,1-1,-1 0,1 0,0 0,1 0,0 0,1-1,-1 1,1 0,1-1,-1 0,1 0,0 0,1 0,1 1,5-1,0 0,0 0,0-1,1-1,0 0,0 0,1-2,-1 1,1-1,0-1,0-1,0 1,0-2,0 0,0 0,0-2,-1 1,1-2,0 1,-1-2,1 0,8-4,-15 5,1-1,-1 0,0 0,0-1,0 0,0 0,-1 0,0 0,0-1,0 0,-1 0,0-1,0 1,0-1,-1 0,0 0,-1 0,1 0,-1 0,-1 0,1-1,-1 1,0-1,-1 1,0-1,0 1,-1-1,0 1,0-1,-1 1,0-1,0 1,0 0,-1 0,0 0,-1 0,-2-6,0 1,-1 0,-1 0,0 1,0 0,-1 0,0 1,-1 0,0 0,-1 1,0 1,0 0,-1 0,0 1,0 1,-1 0,0 0,0 2,0-1,0 2,-1 0,0 0,1 1,-1 1,0 0,0 1,-13 2,11 0,0 0,0 1,0 1,0 1,1 0,0 1,-11 6,20-9,-1 0,1 0,1 1,-1 0,1 0,-1 1,1-1,0 1,1 0,-1 1,1-1,0 1,0-1,1 1,0 1,0-1,0 0,1 1,-1 2,2-3,1 0,0 0,1 0,0 0,-1 0,2 0,-1 0,1-1,0 1,0 0,0-1,1 1,0-1,0 0,0 0,1 0,0-1,0 1,0-1,0 0,1 0,-1 0,1 0,2 0,39 29</inkml:trace>
  <inkml:trace contextRef="#ctx0" brushRef="#br0" timeOffset="149042.36">11341 10576,'-2'11,"0"0,1 0,0 0,1 0,0 0,1 0,0 0,0 0,1 0,1-1,0 1,1-1,0 1,0-1,1 0,0 0,1-1,0 0,0 0,1 0,0-1,1 0,0 0,0-1,1 0,0 0,0-1,0 0,1-1,0 0,0 0,0-1,1-1,-1 0,1 0,0-1,0 0,0-1,0 0,0-1,0 0,9-1,-12-1,1 0,-1-1,0 0,0 0,-1-1,1 1,-1-2,0 1,0-1,0 0,0-1,-1 1,0-1,0-1,-1 1,1-1,-2 0,1 0,-1 0,0-1,0 0,-1 1,0-1,0 0,-1-1,0 0,1-4,0 0,-1 0,-1 0,0 0,0 0,-2-1,1 1,-2 0,0 0,0 0,-1 0,-1 1,0-1,-1 1,0 0,-5-8,3 10,0 1,-1-1,0 1,-1 1,0-1,0 2,-1-1,0 1,0 0,0 1,-1 1,0 0,0 0,-1 1,1 0,-1 1,0 0,0 1,0 0,0 1,0 1,0 0,-1 0,1 1,0 1,0 0,0 0,1 1,-1 1,1 0,-1 1,1 0,1 0,-1 1,1 1,0 0,0 0,1 1,0 0,0 1,-7 8,-36 85,35-55</inkml:trace>
  <inkml:trace contextRef="#ctx0" brushRef="#br0" timeOffset="149851.407">6781 12274,'94'-249,"-51"77,-46 230,-17 110,7-81,4 0,4 1,6 64,3-100</inkml:trace>
  <inkml:trace contextRef="#ctx0" brushRef="#br0" timeOffset="150477.43">8292 12140,'-6'15,"0"0,2 1,-1-1,2 1,0 0,1 0,0 0,2 0,0 0,0 3,1-12,0 0,0 0,0 0,1-1,0 1,1 0,-1-1,1 1,0-1,1 0,0 0,0-1,0 1,0-1,1 0,0 0,0 0,0 0,1-1,-1 0,1 0,0-1,1 1,1 0,3 0,0 1,0-2,0 1,0-2,1 1,-1-2,1 1,-1-1,1-1,-1 0,1-1,0 0,-1-1,1 0,-1-1,0 0,0-1,0 0,-1-1,1 0,-1 0,0-1,0-1,-1 0,0 0,0-1,-1 0,0 0,0-1,-1 0,0 0,0-1,-1 0,-1 0,1-2,-1-2,0 1,-2-1,0 0,0 0,-1 0,-1 0,-1 0,0-1,0 1,-2 0,0 0,0 0,-2-4,2 9,-1 1,0 0,0 0,0 0,-1 0,0 0,-1 1,0 0,0 0,0 0,-1 1,0 0,0 0,-1 0,0 1,0-1,0 2,0-1,-1 1,0 0,0 1,-3-1,-4 1,0 1,0 0,0 2,0-1,0 2,0 0,0 1,0 1,0 0,1 0,-1 2,1 0,0 1,0 0,1 1,0 0,0 1,0 1,1 0,1 0,0 2,0-1,1 1,-6 8,11-14,0 0,0 1,1 0,-1 0,1 0,1 0,-1 1,1 0,0-1,1 1,-1 0,1 0,1 1,-1-1,2 0,-1 0,0 1,1-1,1 1,-1-1,1 0,1 0,-1 1,1-1,0 0,1 0,-1-1,3 4,22 27</inkml:trace>
  <inkml:trace contextRef="#ctx0" brushRef="#br0" timeOffset="151196.668">10017 12140,'-5'2,"0"0,0 0,0 1,1 0,-1 0,1 0,-1 0,1 1,0-1,0 1,1 0,-1 1,1-1,0 0,0 1,0 0,1 0,-1 0,1 0,0 0,1 0,-1 0,1 1,0-1,1 0,-1 1,1-1,0 1,0-1,1 1,0-1,0 0,0 1,0-1,1 0,0 0,0 0,0 0,1 0,-1 0,1-1,1 1,1 1,7 5,1 0,0-1,1-1,0 0,0-1,1-1,0 0,1-1,-1 0,1-1,0-1,1-1,-1 0,0-1,1-1,14-1,-12 1,0 0,1-2,-1 0,0-2,1 0,-1-1,-1-1,1 0,-1-2,0 0,0-1,-1 0,0-2,0 0,-1-1,-1-1,1 0,-2-1,0-1,-10 9,1-1,-1 1,-1-1,1 0,-1-1,-1 1,1 0,-1-1,0 0,0 1,-1-1,0 0,0 0,0 0,-1 0,0 0,-1 0,1 0,-1 0,-1 1,1-1,-1 0,0 1,-1-1,0 1,0-1,0 1,-1 0,1 1,-2-1,1 1,0-1,-6-3,-4-3,-1 1,-1 1,0 0,0 1,-1 0,0 2,0 0,-1 1,0 0,0 2,-1 0,1 1,-1 1,1 1,-1 0,0 2,0 0,1 1,-1 1,1 0,-6 3,10-2,1 0,-1 1,1 0,0 1,0 1,1 0,0 1,0 0,1 1,0 0,-5 6,11-11,1 0,0 0,1 1,-1 0,1 0,0 0,0 0,0 0,1 0,0 1,0 0,0-1,1 1,-1 0,2-1,-1 1,0 0,1 0,0 0,1 0,-1 0,1 0,0-1,1 1,-1 0,1-1,0 1,3 4,28 37,7-8</inkml:trace>
  <inkml:trace contextRef="#ctx0" brushRef="#br0" timeOffset="151878.202">11301 12127,'95'-148,"-79"117,0 0,-3-1,0-1,5-22,-14 50,-3 21,-1-14,21 490,-20-480,0-4,0 0,0 1,-1-1,0 1,-1-1,1 0,-2 1,1-1,-1 0,0 0,-1 0,0 0,0 0,-1-1,-2 5,4-10,0 0,-1 0,1-1,0 1,-1-1,1 0,0 1,-1-1,0 0,1 0,-1-1,1 1,-1 0,0-1,0 0,1 1,-1-1,0 0,0-1,1 1,-1 0,0-1,0 0,1 1,-1-1,1 0,-1 0,-1-2,4 4,1-1,-1 0,0 0,1 1,-1-1,1 0,-1 0,0 0,1 0,-1 0,1 0,-1 0,1 0,-1 0,1 0,-1 0,1 0,-1 0,0 0,1 0,-1 0,1-1,-1 1,1 0,-1 0,0 0,1-1,-1 1,0 0,1-1,-1 1,0 0,1-1,-1 1,0 0,0-1,1 1,-1 0,0-1,0 1,0-1,1 1,-1-1,0 1,0 0,0-1,0 1,0-1,0 1,0-1,0 1,0-1,0 1,0 0,0-1,-1 1,1-1,0 1,0-1,0 1,-1 0,1-1,0 1,0-1,-1 1,1 0,0-1,244 5,-177-3,-8-1</inkml:trace>
  <inkml:trace contextRef="#ctx0" brushRef="#br0" timeOffset="152127.944">12183 12515,'0'0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1.0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1,'-6'23,"-4"18,2 15,1 10,2 6,2 2,1 0,1-1,1-7,1-14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1.3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78,'0'-3,"1"1,-1-1,0 0,1 1,0-1,-1 1,1 0,0-1,0 1,1 0,-1-1,0 1,1 0,0 0,-1 0,1 0,0 0,0 1,0-1,0 0,0 1,0 0,0-1,1 1,-1 0,0 0,3 0,72-16,-56 14,0 2,1 0,-1 1,0 1,1 1,-1 1,0 1,-1 0,1 2,-1 1,0 0,0 1,-1 1,0 1,4 4,-18-11,-1 0,1 0,-1 1,0-1,0 1,0 0,-1 0,1 0,-1 1,0-1,0 1,-1 0,1 0,-1 0,0 0,-1 0,1 0,-1 0,0 1,0-1,0 0,-1 1,0-1,0 1,-1-1,1 1,-1-1,0 0,0 1,-1-1,0 0,0 0,0 0,-1 1,-9 10,0-1,0-1,-2 0,1-1,-2 0,0-1,0-1,-1 0,-1-2,0 1,0-2,0 0,-19 4,-11-2,44-16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1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0,'0'7,"0"11,0 17,2 15,1 13,0 12,-1 7,0 3,-1-2,-1-6,1-6,-1-12,-1-10,1-12,2-14,1-16,0-9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1.8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73 8,'-16'-2,"-8"-1,3 0,10 3,17 1,24 1,26 0,20-1,16 0,6 0,-13-1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2.2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1 403,'10'-19,"-1"-2,0 1,-2-1,0-1,-2 1,0-1,-1 0,-1 0,-2 0,0 0,-1 0,-1-1,-1 1,-1 0,-4-13,6 32,1 1,-1-1,0 1,1-1,-1 1,0-1,-1 1,1 0,0-1,-1 1,1 0,-1 0,0 0,0 0,0 0,0 1,0-1,0 0,-2 0,9 9,15 0,0-1,1-1,-1-1,1-1,0-1,12 0,1 1,-23-2,-7-2,0 1,1-1,-1 1,0 0,0 0,0 0,0 1,0-1,0 1,0 0,0 0,0 1,0-1,0 1,-1 0,1 0,-1 0,1 0,-1 1,0-1,0 1,0 0,0 0,0 0,-1 0,1 1,-1-1,0 1,0-1,0 1,0 0,-1-1,1 3,-3 4,-1 0,1 1,-2-1,1 0,-2 0,1 0,-1 0,-1-1,-3 6,-9 24,17-39,-3 3,1 1,0 0,0 0,0 0,0 0,1 0,-1 0,1 0,0 0,0 1,1-1,-1 0,1 1,0-1,0 1,1-1,-1 0,1 0,0 1,0-1,0 0,1 0,-1 0,1 0,0 0,0 0,1 0,-1-1,1 1,0-1,5 2,1-1,-1-1,1 0,0 0,0 0,0-1,0-1,0 1,10-1,30 2,0-2,0-3,0-1,16-5,21-4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3.0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0,'-1'16,"1"-1,1 0,0 1,1-1,1 0,0 0,1 0,0-1,1 1,1-1,0 0,1-1,1 1,0-1,1-1,0 1,1-2,0 1,1-1,0-1,1 0,2 1,-8-8,0 0,0 0,0 0,1-1,-1 0,1 0,0 0,-1-1,1 0,0-1,0 1,0-1,0 0,0-1,-1 0,1 0,0-1,0 1,-1-1,1-1,-1 1,0-1,0 0,0-1,0 1,0-1,-1-1,1 1,-1-1,0 1,-1-2,1 1,-1 0,0-1,0 0,-1 0,1-1,2-4,0 0,-1-1,0 1,-1-1,0-1,-1 1,1-10,-4 16,-5 25,-2 88,4 1,5-1,5 0,11 48,-11-90,2 13,9 167,-19-232,0-1,0 0,-1 1,-1-1,0 0,-1 0,0 0,-2 3,5-12,-1 0,1 0,0-1,-1 1,0 0,0-1,0 1,0-1,0 0,0 1,0-1,-1 0,1 0,-1-1,0 1,1 0,-1-1,0 0,0 1,0-1,0-1,0 1,0 0,0-1,0 1,-1-1,1 0,0 0,0 0,0 0,0-1,0 0,0 1,-3-2,-5-4,0 0,0-1,0-1,1 0,0 0,1-1,0 0,0 0,1-1,0-1,1 1,0-1,1 0,-2-4,-8-13,1-1,1-1,1 0,2 0,0-1,3-1,0 0,1-8,7 36,-1 0,1 1,0-1,0 0,0 0,0 0,1 0,-1 1,1-1,0 0,0 0,1 1,-1-1,1 1,-1-1,1 1,0 0,1 0,-1 0,0 0,1 0,0 0,0 1,0-1,0 1,0 0,0-1,0 2,1-1,-1 0,1 1,-1-1,1 1,0 0,2 0,27-5,0 1,0 2,0 1,0 2,14 2,-7-2,164 4,-155-3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3.6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3,'45'-1,"-26"0,0 0,-1 1,1 2,0 0,-1 0,8 3,-24-4,0 0,1 0,-1-1,1 2,-1-1,0 0,0 0,0 1,0-1,0 1,0-1,0 1,0 0,-1 0,1 0,-1 0,1 0,-1 0,0 1,0-1,0 0,0 1,0-1,0 0,-1 1,1-1,-1 1,0-1,1 1,-1 0,-1-1,1 1,0-1,0 1,-1-1,0 1,1-1,-1 0,0 1,0-1,0 0,0 0,-1 1,1-1,-10 14,-1 0,-1 0,0-1,-1-1,0 0,-1-1,-15 10,29-22,-1 1,1-2,1 0,-1 0,0 0,1 0,-1 0,1 0,-1 0,1 1,-1-1,0 0,1 0,-1 1,1-1,-1 0,1 0,-1 1,1-1,-1 1,1-1,-1 0,1 1,0-1,-1 1,1-1,0 1,-1-1,1 1,0 0,0-1,-1 1,1-1,0 1,0-1,0 1,0 0,0-1,0 1,0-1,0 1,0 0,0-1,0 1,0-1,0 1,1 0,-1-1,0 1,0-1,1 1,-1-1,0 1,1-1,-1 1,0-1,1 1,-1-1,1 1,-1-1,1 0,-1 1,1-1,-1 0,1 0,0 1,65 8,50 14,-110-21,0 0,1 0,-1 1,0 0,0 0,-1 1,1 0,-1 0,0 0,0 0,0 1,0 0,-1 0,0 0,0 1,0-1,0 1,-1 0,0 0,-1 0,1 0,-1 1,0-1,-1 1,0-1,0 1,0 0,-1-1,1 1,-2 0,1-1,-1 1,0 0,0-1,-1 2,-7 7,-1 0,0-1,-1 0,-1-1,0 0,0-1,-1 0,-1-1,0-1,-1 0,1-1,-2 0,1-1,-1-1,-1-1,-16 5,-32 2,64-13,0 0,-1 0,1 0,0 0,-1 0,1-1,0 1,-1 0,1-1,0 1,0-1,0 0,-1 1,1-1,0 0,0 0,0 1,0-1,0 0,0 0,1 0,-1 0,0-1,0 1,1 0,-1 0,0 0,1 0,0-1,-1 1,1 0,0-1,-1 1,1 0,0-1,0 1,0 0,0-1,0 1,0 0,1-1,-1 1,0 0,1 0,-1-1,1 1,-1 0,11-32,4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3.9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28,'5'-5,"10"-1,11 0,12 2,9 0,9 2,4 1,1 3,-6 1,-10 2,-12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4.1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1,'14'4,"18"2,19 0,20-1,17-4,11-5,-12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6.7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6 359,'-2'-11,"1"0,0 0,0 0,1 0,0 0,1 0,0 0,1 0,0 0,1 0,0 0,0 1,1 0,1 0,0 0,0 0,7-8,0 3,1 2,1-1,0 2,1 0,0 1,1 0,0 1,0 1,1 0,0 1,1 1,0 1,0 1,0 0,6 0,-19 4,-1-1,1 1,0 0,0 0,0 1,0 0,0 0,0 0,-1 0,1 0,0 1,0 0,0 0,0 1,-1-1,1 1,-1 0,1 0,-1 1,0-1,0 1,0 0,0 0,0 0,-1 1,1-1,-1 1,0 0,0 0,0 0,-1 0,1 0,-1 1,0-1,0 1,-1 0,1 12,-2 1,0-1,0 1,-2-1,-1 0,0 0,-1 0,0 0,-1 0,-2-1,1 0,-2 0,-7 12,-67 122,-21 50,99-188,0-1,0 1,1 0,0 0,1 1,0-1,1 0,1 2,2 12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47.0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120 181,'0'4,"1"0,-1 0,1 0,1-1,-1 1,0 0,1-1,0 1,-1-1,2 0,-1 1,0-1,0 0,1 0,0-1,0 1,0 0,0-1,0 0,0 0,0 0,1 0,-1 0,1-1,-1 1,1-1,0 0,0 0,-1 0,1-1,0 1,0-1,0 0,0 0,0 0,0-1,-1 1,4-2,0-1,1-1,-1-1,0 1,-1-1,1 0,-1 0,0-1,0 0,0 0,-1 0,0-1,0 0,-1 0,0 0,0 0,0-1,-1 0,0 1,-1-1,0 0,0 0,-1-1,0 1,0 0,-1-8,-1 12,-1-1,0 1,0-1,0 1,0 0,-1-1,0 1,0 1,0-1,0 0,-1 1,1 0,-1-1,0 1,0 1,0-1,0 1,0-1,-1 1,1 0,-1 1,1-1,-1 1,0 0,0 0,1 0,-1 1,0 0,0 0,0 0,0 0,0 1,1 0,-1 0,0 0,1 1,-1-1,0 1,1 0,0 0,-1 1,-14 6,1 0,0 1,1 0,0 2,1 0,0 1,-41 35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01.8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 1,'-3'4,"1"0,-1 0,1 0,0 1,0-1,1 1,-1 0,1-1,0 1,0 0,1 0,-1-1,1 1,0 0,0 0,1 0,0 0,-1-1,2 1,-1 0,0-1,1 1,0-1,0 1,1-1,3 13,2-1,0 0,0 0,2-1,0 0,1-1,0 0,1-1,0 0,2-1,-1 0,1-1,1-1,0 1,-4-5,-1 0,0 0,1-1,0 0,0 0,1-2,-1 1,1-1,0-1,0 0,0-1,0 0,0-1,0 0,0-1,0-1,0 1,0-2,-1 0,1 0,2-2,-7 1,-1 1,0-1,0 0,0-1,0 0,-1 1,1-2,-2 1,1-1,0 1,-1-1,0-1,0 1,-1 0,0-1,0 0,-1 0,1 0,-1 0,-1 0,0 0,0 0,0-1,-1 1,0 0,0-1,-1 1,1 0,-2-3,2 9,0 0,0-1,0 1,0 0,0 0,0-1,0 1,-1 0,1 0,0-1,-1 1,1 0,-1 0,1 0,-1 0,1 0,-1 0,0 0,0 0,0 0,1 0,-1 0,0 0,0 0,0 1,0-1,0 0,-1 1,1-1,0 1,0-1,0 1,0-1,-1 1,1 0,0 0,0 0,-1 0,1 0,0 0,0 0,-1 0,1 0,0 0,0 1,-1-1,1 0,0 1,0-1,0 1,0 0,0-1,0 1,0 0,0-1,0 1,0 0,0 0,0 0,0 0,-5 12,0-1,1 1,0 0,1 1,1-1,0 1,1-1,0 1,1 0,0 0,1 0,1 3,4 76,3-1,5 0,16 60,15 99,-42-236,5 37,-1 1,-3-1,-2 1,-5 35,4-83,0-1,0 1,0-1,-1 0,0 1,0-1,0 0,0 0,0 0,-1 0,0 0,0 0,0 0,0 0,-1-1,0 1,1-1,-1 0,0 1,-1-2,1 1,0 0,-1 0,0-1,1 0,-1 0,0 0,0 0,0-1,0 1,-2-1,-4-3,0 0,1-1,-1 0,1 0,0-1,0 0,0-1,0 0,1 0,-1-1,2 0,-1-1,1 1,-1-2,2 1,-6-8,-16-14,2-2,1 0,1-1,2-2,1 0,2-2,-13-32,31 66,-1 0,1-1,0 1,0-1,0 1,0-1,1 0,-1 0,0 1,1-1,0 0,0 0,0 1,0-1,0 0,1 0,-1 1,1-1,-1 0,1 1,0-1,0 1,0-1,1 1,-1-1,1 1,-1 0,1-1,0 1,0 0,0 0,0 1,0-1,0 0,1 0,106-30,-100 30,180-28,-97 17</inkml:trace>
  <inkml:trace contextRef="#ctx0" brushRef="#br0" timeOffset="1315.341">850 1244,'36'-1,"-26"-1,0 1,-1 0,1 1,0 0,0 0,-1 1,1 0,0 1,-1 0,1 0,-1 1,0 1,0-1,0 2,0-1,-1 1,1 0,-1 1,1 1,-7-5,0 1,0 0,0-1,0 1,-1 0,1 1,-1-1,0 0,0 0,0 0,0 1,0-1,-1 0,0 1,1-1,-1 1,0-1,-1 0,1 1,-1-1,1 1,-1-1,0 0,0 0,-1 0,1 1,-1-1,1 0,-1 0,0-1,0 1,0 0,-1 0,-6 7,0-1,0 0,-1-1,0 0,0 0,-1-1,0 0,-4 0,7-3,-6 4,25-6,-1-4,0 0,0 1,0 0,0 1,0 0,0 1,-1 0,1 1,0 0,0 0,0 1,-1 0,0 1,0 0,0 0,0 1,0 0,-1 1,0 0,0 0,-1 1,1 0,-1 0,-1 1,0-1,4 7,-7-9,-1 1,0 0,0-1,-1 1,1 0,-1 0,0 0,-1 0,1 0,-1 0,0 0,-1 0,0 0,0 0,0-1,0 1,-1 0,0 0,0-1,-1 1,1-1,-1 0,0 0,-1 0,1 0,-1 0,0-1,0 1,-1-1,1 0,-1-1,0 1,0-1,-4 2,-7 5,1-1,-2 0,1-1,-1-1,0-1,0-1,-1 0,1-1,-1-1,0 0,-14-1,31-1,0-1,0 1,0-1,0 0,0 0,0 1,0-1,0 0,-1 0,1 0,0 0,0 0,0 0,0-1,0 1,0 0,0-1,0 1,0 0,0-1,0 1,0-1,0 1,0-1,0 0,1 1,-1-1,0 0,0 0,1 0,-1 1,0-1,1 0,-1 0,1 0,-1 0,1 0,-1 0,1 0,0 0,0 0,-1 0,1 0,0-1,0 1,0 0,0 0,0 0,0 0,1 0,-1 0,0 0,8-13</inkml:trace>
  <inkml:trace contextRef="#ctx0" brushRef="#br0" timeOffset="2107.866">1238 469,'-3'-3,"3"1,4-1,12 0,11 2,16 0,15 0,13 1,7-2,2-1,-4 0,-12 0,-15 4,-16 1</inkml:trace>
  <inkml:trace contextRef="#ctx0" brushRef="#br0" timeOffset="2390.107">1398 656,'16'4,"16"5,20 0,13-2,12-1,3 0,-9-1,-16-1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10.2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0,'16'3,"19"2,19 3,21 0,19-1,13-2,6-2,3-1,-4-2,-14 0,-17 0,-21 0,-19 0,-15 2,-15 3,-12 3,-5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08.8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1,'16'9,"12"9,10 12,11 11,5 11,1 7,-1 5,-1 4,-6-2,-7-2,-5-7,-6-10,-6-10,-5-11,-3-10,-3-8</inkml:trace>
  <inkml:trace contextRef="#ctx0" brushRef="#br0" timeOffset="251.027">455 1,'-14'11,"-9"15,-5 15,-4 14,-4 13,-3 9,-3 5,0 0,3-5,6-9,9-11,8-15</inkml:trace>
  <inkml:trace contextRef="#ctx0" brushRef="#br0" timeOffset="720.174">722 722,'54'88,"-52"-85,1 0,-1 0,1-1,0 1,0-1,0 0,0 0,0 0,1 0,-1-1,0 1,1-1,-1 0,1 0,0 0,-1 0,1-1,0 1,-1-1,1 0,0 0,0-1,-1 1,1-1,0 0,1 0,3-2,1-1,-1 0,1 0,-1-1,-1 0,1-1,-1 0,1 0,-2 0,1-1,-1 0,0 0,0-1,0 0,-3 3,0 0,-1 1,1-1,-1 0,1 0,-2-1,1 1,0 0,-1-1,0 1,-1-1,1 1,-1-1,0 1,0-1,-1 1,1-1,-1 1,0-1,-1 1,1 0,-1 0,0-1,-2-1,2 3,-1 0,0 1,0-1,0 1,-1-1,1 1,-1 0,1 0,-1 0,0 1,0-1,-1 1,1 0,0 0,-1 1,1-1,-1 1,1 0,-1 0,0 1,0-1,1 1,-1 0,0 0,1 1,-2-1,-6 2,1 0,-1 0,1 1,0 0,0 1,0 0,1 1,-1 0,1 1,-3 2,-59 63,60-53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06.4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1,'0'5,"4"8,7 11,5 10,8 9,7 8,9 5,7 2,3 0,3-3,-3-4,-3-6,-7-7,-11-6,-10-10</inkml:trace>
  <inkml:trace contextRef="#ctx0" brushRef="#br0" timeOffset="250.444">428 82,'-16'4,"-9"7,-6 10,-2 10,1 12,0 10,2 7,1 7,4 1,0-2,4-3,4-12</inkml:trace>
  <inkml:trace contextRef="#ctx0" brushRef="#br0" timeOffset="593.568">763 469,'11'-4,"1"0,0 1,0 1,0 0,0 0,0 2,0-1,0 1,1 1,-1 0,0 1,0 0,0 1,5 2,-14-3,0-1,-1 1,1-1,-1 1,0 0,1 0,-1 0,0 0,0 1,0-1,-1 0,1 1,0-1,-1 1,0 0,1 0,-1-1,0 1,-1 0,1 0,0 0,-1 0,1 0,-1 0,0 0,0 0,-1 0,1 0,0 0,-1 0,0 0,0 0,1 0,-3 2,-1 7,-2-1,0 1,0-1,-1 0,0 0,-1-1,-5 6,-167 163,178-177,0-1,1 0,-1 0,1 0,-1 0,1 1,0-1,0 0,-1 1,1-1,0 1,0-1,0 1,1 0,-1-1,0 1,1 0,-1-1,1 1,-1 0,1 0,0 0,-1-1,1 1,0 0,1 0,-1 0,0 0,0-1,1 1,-1 0,1 0,-1-1,2 3,3-1,1 0,-1 0,1 0,0-1,0 0,0 0,0 0,0-1,0 0,1 0,-1-1,0 0,1 0,1 0,7 1,181-7,-134-1</inkml:trace>
  <inkml:trace contextRef="#ctx0" brushRef="#br0" timeOffset="1271.099">1351 95,'14'13,"15"12,15 6,13 5,8 4,5 4,-1 2,-5 1,-11-1,-12-2,-14-3,-11-4,-8-7,-6-8</inkml:trace>
  <inkml:trace contextRef="#ctx0" brushRef="#br0" timeOffset="1519.783">1712 28,'-2'21,"-4"17,-2 17,-5 12,-4 8,-2 8,-3 1,-1-3,3-5,5-10,4-15</inkml:trace>
  <inkml:trace contextRef="#ctx0" brushRef="#br0" timeOffset="1812.004">2087 616,'2'-16,"1"-12,0-5,-1-3,0 3,1 8,0 11,0 17,0 15,-2 17,0 14,0 7,-1 6,0 1,2-3,3-5,0-5,0-11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16.8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1 107,'11'19,"13"14,14 13,12 11,8 4,7 1,0 1,-3-2,-6-6,-8-8,-9-6,-10-9,-9-9</inkml:trace>
  <inkml:trace contextRef="#ctx0" brushRef="#br0" timeOffset="292.749">522 0,'-13'3,"-12"6,-6 13,-7 14,-3 16,-3 13,1 10,2 7,6 1,9-5,9-7,15-10,6-16</inkml:trace>
  <inkml:trace contextRef="#ctx0" brushRef="#br0" timeOffset="510.724">790 575,'1'9,"0"0,1-1,0 1,0-1,1 1,0-1,1 0,0 0,0 0,1-1,0 0,0 1,0-2,1 1,0-1,0 1,1-2,0 1,0-1,0 0,1 0,0-1,0 0,0-1,0 1,0-2,1 1,2 0,-5-1,1 0,-1-1,1 1,0-1,-1-1,1 1,0-1,0 0,-1 0,1-1,0 0,-1-1,1 1,0-1,-1 0,0-1,1 1,-1-1,0-1,-1 1,1-1,0 0,-1 0,0 0,0-1,0 0,-1 0,0 0,0-1,0 0,0 1,1-6,-2 5,-1-1,-1 1,1-1,-1 1,-1-1,1 0,-1 1,0-1,0 0,-1 0,0 1,0-1,-1 1,0-1,0 1,0 0,-1 0,0 0,0 0,0 0,-1 0,0 1,0 0,0 0,-1 0,0 0,0 1,0-1,0 1,-1 1,1-1,-1 1,0 0,0 0,-1 1,1-1,-2 1,-8 1,0 1,0 0,0 2,0 0,0 0,0 1,0 1,1 1,0 1,0 0,0 0,-9 6,17-8,-79 36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15.1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0,'16'21,"12"15,11 13,7 8,7 3,2 0,0-3,-4-4,-6-5,-7-5,-7-9,-9-9</inkml:trace>
  <inkml:trace contextRef="#ctx0" brushRef="#br0" timeOffset="231.908">442 94,'-14'0,"-9"5,-2 5,0 11,2 13,1 12,-1 12,-1 7,-3 7,-1 2,-1-3,2-6,6-14</inkml:trace>
  <inkml:trace contextRef="#ctx0" brushRef="#br0" timeOffset="581.972">696 401,'28'0,"0"2,0 0,-1 2,1 1,-1 1,12 5,-35-10,0-1,0 1,0 0,-1 0,1 1,0-1,-1 1,1 0,-1 0,1 0,-1 1,0-1,0 1,0-1,0 1,0 0,-1 0,1 1,-1-1,0 0,0 1,0-1,-1 1,1 0,-1-1,0 1,0 0,0 0,0 0,-1 0,1 0,-1 0,0 0,-1 1,-4 8,0 0,-1 0,-1 0,0-1,-1 0,0 0,-1-1,0 0,-1-1,0 0,-4 2,-30 35,44-47,-33 49,32-48,1 1,-1-1,0 1,1-1,0 1,-1-1,1 1,0 0,0-1,0 1,0 0,0-1,0 1,0-1,0 1,1-1,-1 1,1 0,-1-1,1 1,0-1,-1 0,1 1,0-1,0 1,0-1,0 0,0 0,0 0,0 0,1 0,-1 0,2 1,6 3,1-1,-1 0,1-1,0 0,0 0,1-1,-1-1,0 0,1 0,-1-1,4 0,-10 0,29 0,0-1,0-2,-1-1,31-9,-3-2</inkml:trace>
  <inkml:trace contextRef="#ctx0" brushRef="#br0" timeOffset="871.324">1324 14,'5'18,"10"15,14 14,13 10,14 4,9 1,3-1,-1-4,-9-7,-9-8,-13-8,-13-8,-10-9</inkml:trace>
  <inkml:trace contextRef="#ctx0" brushRef="#br0" timeOffset="1114.279">1779 120,'-14'5,"-11"8,-6 9,-2 12,0 11,1 12,-1 8,0 6,0 3,3-3,6-6,8-14</inkml:trace>
  <inkml:trace contextRef="#ctx0" brushRef="#br0" timeOffset="1418.464">2073 375,'-5'16,"-3"14,-1 11,1 10,3 6,1 2,2 0,3-6,4-6,4-8,-1-10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14.6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0 255,'14'3,"15"0,15-1,13 1,11-4,7-3,3-2,-4-1,-7 0,-10 1,-15 2</inkml:trace>
  <inkml:trace contextRef="#ctx0" brushRef="#br0" timeOffset="249.405">361 1,'2'16,"4"14,2 14,2 10,3 8,-3 4,-1 3,-4 1,-1-3,-2-12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5:38.5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5765 2916,'15'-331,"-5"174,-10-142,-10 88,9-52,12-20,-22-87,-3 127,14 241,1-33,0 0,-3 0,-1 1,-1-1,-2 1,-1 0,-2 0,-1 1,-2 0,-5-8,-17-22,21 36,-1 1,-1 0,-1 1,-2 1,0 1,-8-7,11 19,-1 1,0 0,0 1,-1 1,-1 0,1 1,-1 1,-1 1,1 1,-11-1,19 2,-50-11,0 3,-1 2,-1 3,-19 2,42 5,-1 1,1 2,0 2,0 2,0 1,1 2,-34 15,45-15,6-4,1 1,0 1,0 0,1 2,0 0,1 1,0 1,1 0,-2 4,-113 146,75-100,28-36,3 2,0 1,2 2,1 0,1 1,2 1,2 1,-1 6,-10 51,3 1,5 1,4 1,5 1,3 0,5 0,4 19,0-21,4 0,5 0,7 20,-11-87,14 71,-5 0,1 63,-30 365,15-459,-3 47,5 0,5 0,4 0,26 101,-21-152,-2 1,-4 1,-2 0,-1 35,-8 435,-1-484,-1 0,-3 0,-2 0,-8 26,6-35,1-1,3 2,1-1,2 24,-23 190,1-62,-22 193,40-298,3 1,5 50,1-26,-2 19,17 119,7 9,-33 108,2 2,8-230,-1 399,-14-281,15 261,40-159,-34-68,-2-188,-6 0,-4 1,-15 79,2 98,14-147,-24 176,13-198,5 0,3 61,11 239,46 1,14 78,-43-350,46 220,-59-300,2-1,3-1,3 0,3 0,2-2,2-1,5 2,9 5,3-3,2-1,4-2,23 23,-57-70,1 0,0-1,1 0,0-1,1-1,-1 0,2-1,-1 0,1-1,1-1,-1-1,1 0,0-1,0-1,0-1,0 0,0-1,1-1,-1-1,0 0,0-1,1-1,-2 0,1-2,0 0,-1-1,0 0,15-9,-13 4,0-1,0-2,-2 1,1-2,-2 0,0-1,-1 0,0-1,-2-1,0 0,1-4,22-44,-2 0,12-43,-5-8,-5-2,-5-1,2-44,-6 12,-6-1,-6-1,-7-37,-8 85,-5 0,-14-76,4 50,6 0,7-107,4 184,2 1,2-1,5-11,61-450,4-104,-69 580,23-125,-7-2,-1-137,-36-377,7 319,11-80,2 343,-5-1,-4 1,-5-14,-7-45,6-1,8-49,-5 5,2-195,30 183,-5 92,-4-22,40-256,-39 287,2-91,-17 179,14-433,0 328,-2-116,-15 191,3 0,2 0,3 1,9-35,-1 31,-7 32,0-2,-2 1,-1-1,-1 0,-1 0,-2 0,-1 0,-1-1,-4-1,3-1,0 0,2 0,2 1,0-1,2 0,9-29,-9 48,-1-1,0 1,-1-1,0 1,-1-1,0 0,-2 0,1 1,-2-3,-18-159,17 96,-11-42,11 107,0 0,1 0,0-1,1 1,1-1,0 1,1 0,1-1,2-8,-3 16,0 0,0 0,0 0,-1 0,0 0,-1 0,1 0,-1 0,-1 1,1-1,-1 0,0 0,-2-3,-11-13</inkml:trace>
  <inkml:trace contextRef="#ctx0" brushRef="#br0" timeOffset="13256.2">5538 10402,'0'-1,"1"0,-1 0,1 1,-1-1,1 0,-1 0,1 0,-1 0,0 0,0 0,1 0,-1 0,0 0,0 0,0 0,0 0,0 0,0 0,0 0,-1 0,1 0,0 0,-1 0,1 0,0 0,-1 1,1-1,-1 0,1 0,-1 0,0 0,1 1,-1-1,0 0,1 1,-1-1,0 0,0 1,0-1,0 1,-34-26,14 16,-1 1,0 1,0 1,0 1,-1 1,1 1,-10 0,5 0,-17-4,1 2,-1 2,0 1,0 3,0 2,0 1,0 3,1 1,0 2,0 2,1 2,0 2,1 1,1 3,-37 22,51-22,1 0,1 2,0 0,2 2,0 1,2 0,0 2,2 0,1 1,1 1,1 0,2 1,1 1,-6 23,12-26,1 0,1 1,1 0,2 0,1 0,1 0,4 25,-2-37,1 0,1 1,0-2,1 1,1-1,0 1,1-2,1 1,0-1,1-1,0 0,1 0,0-1,1 0,1-1,5 4,31 21,2-2,1-2,47 20,-75-39,5 1,2-2,-1-1,1-1,1-1,-1-2,2-1,-1-2,0-1,1-1,0-2,-1-1,1-2,-1-1,0-2,0-1,0-1,-1-1,18-10,-17 9,0-2,-2-1,0-2,0-1,-1-1,-1-1,-1-1,-1-2,0-1,-2-1,0 0,-2-2,16-23,-23 20,-1 1,-1-2,-2 1,0-2,-2 1,-2-2,0 1,-2-1,-2 1,0-1,-3 0,0 0,-2 0,-1 0,-1 0,-2 0,-1 1,-2 0,0 1,-5-8,-2-3,-1 1,-3 1,0 1,-3 0,-11-13,28 42,0 0,0 0,-1 1,0-1,0 2,-1-1,0 1,0 0,-1 1,1 0,-1 0,0 1,0 0,-1 1,1 0,-1 0,0 1,1 0,-1 1,0 0,0 0,-3 1,-49 14,4 8</inkml:trace>
  <inkml:trace contextRef="#ctx0" brushRef="#br0" timeOffset="14790.827">5524 11913,'0'-5,"0"0,0 0,-1 0,0 0,0 1,-1-1,1 0,-1 1,0-1,0 1,0-1,-1 1,0 0,1 0,-2 0,1 0,0 1,-1 0,1-1,-1 1,0 0,0 0,0 1,-1 0,1-1,0 1,-2 0,-48-20,0 2,-1 3,-1 2,-24-2,70 14,-15-2,-1 0,0 1,0 2,0 0,0 2,0 1,0 1,0 2,-4 1,2 4,1 2,1 0,0 2,1 1,0 1,1 1,0 1,-16 16,19-16,1 1,1 1,1 0,1 1,0 1,2 1,0 0,1 1,2 0,0 1,1 1,2 0,1 0,-1 8,3-11,2-1,1 1,0 0,2 1,0-1,2 0,0 0,2 0,0 0,2 0,1 4,-2-14,4 14,0 0,2 0,1-1,1 0,1-1,1 0,1-1,1-1,1-1,19 20,-2-12,1-1,1-1,2-2,1-2,0-1,20 6,-39-20,0 0,1-2,0 0,0-1,0-1,1-1,0-1,-1-1,1-1,0-1,0 0,-1-2,1-1,6-2,15-6,-1-3,0-1,-1-3,-1-1,-1-1,-1-3,0-1,-2-2,8-9,-29 22,-1 0,0-1,-1 0,0-1,-2 0,0-1,-1-1,0 1,-2-2,0 1,-1-1,-1 0,3-14,-2 8,-1 0,-1 0,-2-1,0 1,-1-1,-2 1,0-1,-2 0,-1 1,-1-1,-1 1,-4-9,0 10,0 1,-1 0,-2 1,0 0,-2 1,0 0,-1 1,-1 0,-1 2,-1 0,0 1,-1 0,-1 2,0 0,-4 0,10 9,-1 0,1 2,-1-1,0 2,0 0,0 1,0 0,0 1,0 1,-1 0,-4 2,-46 4</inkml:trace>
  <inkml:trace contextRef="#ctx0" brushRef="#br0" timeOffset="17890.628">57 10509,'1'-1,"-1"1,0-1,0 1,0-1,0 0,0 1,0-1,0 1,0-1,0 0,0 1,0-1,0 1,0-1,0 0,-1 1,1-1,0 1,0-1,-1 1,1-1,0 1,-1-1,1 1,-1-1,1 1,0 0,-1-1,1 1,-1-1,1 1,-1 0,0 0,1-1,-1 1,1 0,-1 0,1-1,-1 1,0 0,1 0,-1 0,1 0,-1 0,0 0,1 0,-1 0,1 0,-1 1,0-1,1 0,-1 0,1 0,-1 1,1-1,-1 0,1 1,-1-1,1 0,-1 1,1-1,-1 1,-14 132,15-106,-15 888,15-905,-1-5,0 0,0-1,1 1,-1 0,1 0,1 0,-1-1,1 1,-1 0,2-1,-1 1,0 0,1-1,0 1,0-1,0 0,0 0,1 0,0 0,-1 0,2 0,-1-1,0 1,1-1,-1 0,1 0,0 0,1 0,15 3,0 0,0-1,1-1,-1-1,1-1,16-1,21 3,178 18,67-10,359-23,-203 16,-292-4,68-12,27 0,-163 10,286-14,17-15,-309 21,-93 9,0 0,0 0,0-1,0 1,0 0,0 0,0-1,0 1,0 0,0 0,0-1,0 1,0 0,0-1,0 1,0 0,0 0,0-1,0 1,0 0,0 0,0-1,0 1,0 0,1 0,-1 0,0-1,0 1,0 0,0 0,1 0,-1-1,0 1,0 0,0 0,1 0,-1 0,0 0,0 0,1-1,-1 1,0 0,0 0,1 0,-1 0,0 0,0 0,1 0,-1 0,0 0,0 0,1 0,-1 0,0 0,0 0,1 1,-1-1,0 0,0 0,1 0,-1 0,0 0,0 0,1 1,-1-1,-9-2</inkml:trace>
  <inkml:trace contextRef="#ctx0" brushRef="#br0" timeOffset="19068.918">124 10482,'61'-16,"1"3,0 3,0 2,34 1,-49 4,752-81,-44 17,310 34,-690 47,-323-8,0 2,-1 3,20 8,1-1,-68-17,-1 0,1 0,0 0,-1 0,1 1,-1 0,0-1,1 1,-1 0,0 1,0-1,0 0,0 1,-1 0,1-1,-1 1,0 0,1 1,-1-1,-1 0,1 1,0-1,-1 0,0 1,1 0,-2-1,1 1,0 2,20 102,-5 1,-5 0,-4 0,-5 1,-6 0,-10 61,7-30,9-117</inkml:trace>
  <inkml:trace contextRef="#ctx0" brushRef="#br0" timeOffset="20157.623">365 12220,'-2'-3,"0"1,0 0,0 0,0 0,0 0,-1 0,1 0,-1 1,1-1,-1 1,1 0,-1-1,0 1,0 0,0 1,1-1,-1 0,0 1,0 0,0 0,0-1,0 2,0-1,0 0,0 1,0-1,0 1,1 0,-1 0,0 0,0 0,1 0,-3 6,0-1,1 1,0 0,0 0,1 0,-1 1,2-1,-1 1,1 0,0 0,1 0,-1 6,0-1,-17 114,7 0,3 92,8-188,-1 28,-2-20,2 0,1 0,3 0,1 0,1 0,3 0,1-1,2 0,6 16,-8-40,0 0,0 0,1-1,1 0,0 0,1-1,1 0,0-1,0-1,1 0,0 0,1-1,0-1,0 0,1-1,-1-1,2 0,7 1,19 5,1-3,0-1,0-2,0-3,0 0,17-4,116-8,107-22,8 0,666-21,-781 37,434-23,-597 38,-20 0,-25 1,-2-1,-2 0</inkml:trace>
  <inkml:trace contextRef="#ctx0" brushRef="#br0" timeOffset="21240.572">71 12207,'124'-46,"-101"40,171-41,1 9,183-12,451 7,-301 22,552-48,-777 67,-300 2,1 1,-1-1,0 1,1-1,-1 1,1 0,-1 1,0-1,0 0,0 1,0 0,0 0,0 0,0 0,0 0,-1 0,1 1,-1-1,0 1,0 0,0 0,0 0,0 0,-1 0,1 0,-1 0,0 1,1-1,-2 0,1 1,0 0,12 50,-3 0,-1 0,-4 1,-1 0,-3 0,-3 0,-1 0,-7 21,6-26,-8 502,12-465,1-80,0 0,-1 1,0-1,0 0,-1 1,1-1,-2 0,1 1,-1-1,0 0,-1 0,0 0,0-1,0 1,-1-1,0 1,0-1,-1 0,0-1,0 1,0-1,0 0,-3 1,-18 8,0-2,-1-1,0-1,-1-1,-1-1,1-2,-1-1,0-1,0-1,0-2,-13-2,6 4,-249 7,192-9</inkml:trace>
  <inkml:trace contextRef="#ctx0" brushRef="#br0" timeOffset="33943.722">3292 10616,'-14'-12,"-1"0,0 1,-1 0,0 1,-18-7,29 14,-1 1,0 0,0 0,0 0,0 1,0 0,-1 0,1 1,0-1,0 1,-1 1,1-1,0 1,0 0,0 1,0-1,0 1,0 0,-5 3,-1 4,1 0,0 0,0 1,1 0,1 1,-1 0,2 1,0 0,0 0,1 1,0 0,1 0,1 0,0 1,1 0,0 0,1 0,1 0,0 7,-1-4,1-1,1 1,1 0,0-1,1 1,1 0,0-1,2 1,0-1,0 0,2 0,0 0,0-1,2 0,0 0,0-1,2 0,-1-1,2 1,0-2,0 0,1 0,1-1,0-1,1 0,-1 0,2-2,-1 1,1-2,1 0,7 2,-14-6,0 0,0 0,0 0,1-1,-1-1,0 0,1 0,0 0,-1-1,1-1,-1 0,1 0,-1-1,1 0,-1-1,0 0,0 0,0-1,0 0,-1 0,0-1,0 0,0-1,0 0,-1 0,0 0,0-1,-1 0,0-1,5-6,-3-5,0-1,0 0,-2-1,-1 0,0 0,-2 0,0 0,-2-1,0 1,-1-1,-1 1,-1 0,-1-1,-2-1,2 5,-1 1,-1-1,0 1,-1 0,-1 1,-1 0,0 0,-10-13,14 23,0 0,-1 0,1 1,-1 0,-1-1,1 2,-1-1,0 1,0 0,0 0,-1 0,1 1,-1 0,0 0,0 1,0 0,0 0,0 0,0 1,-1 0,1 1,-6 0,1 1,1 1,0 0,0 1,0 0,1 1,-1 0,1 0,0 1,0 1,1 0,-1 0,1 1,0 0,-4 5,-106 125,45-28,8-2</inkml:trace>
  <inkml:trace contextRef="#ctx0" brushRef="#br0" timeOffset="40034.929">725 12835,'0'0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21.1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0,'10'5,"11"1,11 2,15 2,14-1,13-1,6-1,0-1,-9 1,-16-1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21.4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1,'25'2,"24"3,22 1,17 1,10 5,-1 2,-13 1,-19-3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27.1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0 262,'0'-16,"0"-12,3-8,2-5,3 1,3 1,-1 6,-3 11,-1 16,-3 20,1 19,0 18,-1 13,2 8,-1 3,2-1,-1-5,0-15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0.9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1 696,'16'0,"16"0,20 0,13 0,12 0,7 0,0 0,-4 0,-13 0,-16 0</inkml:trace>
  <inkml:trace contextRef="#ctx0" brushRef="#br0" timeOffset="221.415">255 402,'0'16,"0"19,2 17,3 16,1 11,2 10,-1 4,1-1,1-11,-1-18</inkml:trace>
  <inkml:trace contextRef="#ctx0" brushRef="#br0" timeOffset="503.652">776 376,'9'16,"12"16,14 17,13 11,13 7,11 3,8 2,3-4,-2-7,-6-11,-11-10,-13-13,-17-11</inkml:trace>
  <inkml:trace contextRef="#ctx0" brushRef="#br0" timeOffset="705.111">1445 348,'-16'3,"-14"7,-14 13,-10 17,-6 15,-3 14,2 11,6 8,11 3,13-3,12-8,8-17</inkml:trace>
  <inkml:trace contextRef="#ctx0" brushRef="#br0" timeOffset="1048.803">1672 990,'-1'5,"0"-1,0 1,0 0,0 0,1-1,0 1,0 0,0 0,0-1,1 1,0 0,0 0,0-1,1 1,-1-1,1 1,0-1,0 0,1 0,-1 0,1 0,0 0,0 0,0-1,1 1,-1-1,1 0,0 0,0-1,0 1,0-1,0 1,1-1,2 0,4 3,1-1,-1 0,1-1,0-1,0 0,0 0,0-1,0-1,0 0,0 0,8-3,-14 3,-1-1,1 0,-1 0,1-1,-1 0,0 0,0 0,0 0,0-1,0 0,0 0,-1 0,1-1,-1 1,0-1,0 0,0 0,-1-1,0 1,1-1,-1 0,-1 1,1-2,-1 1,2-5,-3 5,0 1,0-1,0 1,-1-1,1 0,-1 1,0-1,-1 0,1 1,-1-1,0 0,0 1,0-1,-1 1,0 0,0-1,0 1,0 0,0 0,-1 0,0 0,0 1,0-1,0 1,-1 0,1 0,-1 0,0 0,1 0,-1 1,-2-1,-3-2,0 1,0 0,0 0,0 1,-1 0,1 1,-1 0,0 0,0 1,1 0,-1 1,0 0,0 1,-6 1,8 0,0 0,0 0,0 1,0 0,0 0,1 1,-1 0,1 0,0 1,1 0,-1 0,1 1,0 0,-3 3,-11 19</inkml:trace>
  <inkml:trace contextRef="#ctx0" brushRef="#br0" timeOffset="1372.308">2220 1,'5'16,"8"16,10 20,14 16,11 14,10 10,5 8,2 1,-6 1,-9-2,-12-1,-22-5,-27-6,-35-7,-37-6,-33-4,2-15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29.2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239 1,'-14'15,"-11"18,-8 18,-3 24,0 21,1 20,8 17,7 9,8 3,12-5,18-13,17-16,16-19,13-17,7-20,3-18,-11-17</inkml:trace>
  <inkml:trace contextRef="#ctx0" brushRef="#br0" timeOffset="259.673">453 389,'11'22,"16"20,16 15,15 13,11 4,7 3,0-2,-4-4,-7-7,-12-10,-14-15,-13-13</inkml:trace>
  <inkml:trace contextRef="#ctx0" brushRef="#br0" timeOffset="445.179">1014 482,'-16'2,"-14"8,-11 13,-6 14,1 15,4 12,8 9,11 5,9 1,11-4,11-7,4-16</inkml:trace>
  <inkml:trace contextRef="#ctx0" brushRef="#br0" timeOffset="804.298">1321 1016,'-2'5,"0"-1,0 1,1 0,-1-1,1 1,0 0,0 0,1 0,-1 0,1 0,0 0,1 0,-1 0,1 0,0 0,0 0,0-1,1 1,0 0,0-1,0 1,1-1,-1 0,1 1,0-1,0 0,0-1,1 1,-1-1,1 1,0-1,0 0,0-1,0 1,1 0,2 0,-1 1,1-1,0-1,0 1,0-1,0 0,0-1,0 1,0-2,1 1,-1-1,0 0,1 0,-1-1,0 0,0 0,1-1,-1 0,0 0,-1-1,1 0,0 0,-1 0,1-1,-1 0,0 0,-1-1,1 1,-1-1,1-1,-2 1,1-1,-1 0,1 0,1-4,-4 5,0 0,0 0,0-1,0 1,-1 0,0-1,0 1,0-1,-1 0,0 1,0-1,0 1,-1-1,0 1,0-1,0 1,-1-1,0 1,0 0,0 0,-1 0,1 0,-1 0,0 0,-1 1,1 0,-1-1,0 1,0 1,0-1,0 0,-1 1,0 0,1 0,-1 0,0 1,0 0,-1 0,1 0,-5-1,-2 3,-1 0,1 1,-1 0,1 1,0 0,0 1,0 1,0 0,1 0,-1 1,1 0,0 1,-4 3,-21 13</inkml:trace>
  <inkml:trace contextRef="#ctx0" brushRef="#br0" timeOffset="1194.32">559 134,'-2'-5,"10"0,21-1,24 1,30 2,24 1,23 1,13-2,-17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28.0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1,'1'9,"0"0,1 0,0 0,0 0,1 0,1 0,-1-1,1 1,1-1,3 5,-2-2,7 15,2 0,1-1,1-1,1-1,1 0,1-1,1-1,1-1,0-1,2-1,0-1,19 9,-37-22,1-1,-1 1,1-1,0-1,0 1,0-1,0 0,1-1,-1 0,0 0,1-1,-1 1,1-2,-1 1,0-1,1 0,-1-1,0 1,0-1,0-1,0 1,0-1,0-1,-1 1,0-1,1 0,-1-1,-1 1,1-1,2-3,4-9,-1-1,-1 1,0-2,-1 1,-1-1,-1 0,-1-1,-1 0,0 0,-2 0,0-1,-1 1,-1-1,-1 1,-1-10,-2 21,0 27,-6 100,4 1,8 60,-3-166,40 559,-39-561,1 98,-3-104,0 0,0-1,0 1,0-1,-1 1,0-1,0 0,0 1,0-1,-1 0,1-1,-1 1,0 0,0-1,-1 1,1-1,-1 0,1 0,-1-1,0 1,-2 0,-25 11</inkml:trace>
  <inkml:trace contextRef="#ctx0" brushRef="#br0" timeOffset="561.396">763 1018,'34'-6,"1"3,-1 1,1 1,0 2,-1 2,26 5,-57-9,0 1,0 0,-1 1,1-1,0 0,-1 1,1-1,0 1,-1 0,1 0,0 0,-1 0,0 1,1-1,-1 1,0-1,1 1,-1 0,0 0,0 0,-1 0,1 0,0 0,-1 0,1 1,-1-1,0 0,1 1,-1 0,-1-1,1 1,0 0,-1-1,1 1,-1 0,0-1,0 1,0 0,0 0,0-1,0 1,-1 0,0 0,0 0,-9 11,0-1,-2-1,1 0,-2-1,1 0,-2 0,1-2,-1 0,-1 0,-4 1,13-7,-87 44,129-41,26-8,-24-1,-1 1,1 3,-1 0,0 3,0 1,0 2,0 1,-1 2,-31-9,0 0,0 1,0-1,0 1,0 0,0 1,-1-1,1 1,-1 0,0 0,1 0,-1 1,-1-1,1 1,0 0,-1 0,0 1,0-1,0 1,-1-1,1 1,-1 0,0 0,-1 0,1 0,-1 0,0 0,0 0,-1 1,1-1,-1 0,0 0,-1 1,1-1,-1 0,0 0,-1 2,-5 6,-1-1,0 0,-1-1,-1 0,0 0,0-1,-1 0,0-1,-1 0,0-1,-12 7,-24 15,0-2,-2-2,-1-2,-1-2,-5-1,-4-2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24.9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0 162,'16'0,"15"2,10 1,10 0,6 1,1 3,-1 3,-9 3,-12 3,-13-3</inkml:trace>
  <inkml:trace contextRef="#ctx0" brushRef="#br0" timeOffset="262.36">0 483,'16'9,"19"3,22 2,19-2,17-2,13-4,5-4,-3-6,-20-1</inkml:trace>
  <inkml:trace contextRef="#ctx0" brushRef="#br0" timeOffset="509.921">910 28,'9'16,"14"14,15 14,17 10,12 8,11 2,4 2,-1-2,-7-4,-12-6,-15-8,-12-9,-12-11</inkml:trace>
  <inkml:trace contextRef="#ctx0" brushRef="#br0" timeOffset="716.014">1498 1,'-18'16,"-13"16,-11 20,-6 13,-3 13,-1 8,-1 3,4 1,10-7,12-16</inkml:trace>
  <inkml:trace contextRef="#ctx0" brushRef="#br0" timeOffset="1018.603">1658 456,'20'-6,"1"2,0 0,0 1,1 2,-1 0,0 1,1 1,-1 1,0 1,0 0,12 5,-30-7,0 0,1 0,-1 1,0-1,0 0,-1 1,1 0,0 0,0 0,-1 0,1 0,-1 1,0-1,0 1,0-1,0 1,0 0,0 0,-1 0,1 0,-1 0,0 0,0 0,0 0,0 1,-1-1,1 0,-1 0,0 1,0-1,0 0,0 1,-5 9,0 0,-1-1,0 1,-1-1,0 0,-1-1,0 0,-1 0,0 0,-1-1,0-1,0 0,-10 6,-16 19,-11 19,47-52,-1-1,1 1,-1 0,1 0,0 0,-1 0,1 0,0 0,0 0,-1 1,1-1,0 0,0 0,0 0,0 0,1 0,-1 0,0 0,0 0,1 0,-1 0,0 0,1 0,-1 0,1 0,-1 0,1 0,0-1,-1 1,1 0,0 0,0 0,-1-1,1 1,0 0,0-1,0 1,0-1,0 1,0-1,0 0,0 1,0-1,0 0,0 0,0 1,1-1,57 8,-54-7,36 0,0-1,1-2,-1-2,-1-2,33-9,-5-3</inkml:trace>
  <inkml:trace contextRef="#ctx0" brushRef="#br0" timeOffset="1277.906">2353 41,'5'14,"12"13,18 11,16 9,15 3,10 2,4-1,-3-3,-10-4,-14-6,-16-4,-15-6,-10-5,-8-7</inkml:trace>
  <inkml:trace contextRef="#ctx0" brushRef="#br0" timeOffset="1540.204">2835 28,'-18'12,"-13"12,-8 16,-5 15,2 11,2 9,5 5,7 2,8-1,9-8,5-15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5.2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1,'-2'2,"1"3,4 6,3 0,1 1,1-2,-1-4,-1-6,-2-6,-1-3,-2-3,-3 1,-1 5,0 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6.0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0,'16'2,"16"4,19 2,17 3,10-2,1 2,-12-3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6.3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0,'16'9,"16"6,17 2,16-2,10-3,4-4,-11-3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6.5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0,'11'18,"13"16,12 10,8 10,7 6,0 5,-1 3,-4-2,-8-2,-9-6,-8-10,-9-11,-7-12,-8-10,-4-8</inkml:trace>
  <inkml:trace contextRef="#ctx0" brushRef="#br0" timeOffset="265.342">402 93,'-16'3,"-12"4,-8 11,-5 14,-2 12,0 13,-1 12,4 6,3 2,9-3,8-8,9-15</inkml:trace>
  <inkml:trace contextRef="#ctx0" brushRef="#br0" timeOffset="514.788">483 415,'12'1,"0"1,0 1,0 0,0 1,0 0,-1 0,1 2,-1-1,0 1,-1 1,0 0,0 1,0-1,-1 2,0 0,-1 0,0 0,0 1,2 5,-8-11,-1 1,0-1,-1 0,1 1,-1-1,1 1,-1-1,-1 1,1-1,-1 1,1-1,-1 1,-1-1,1 0,-1 1,1-1,-1 0,0 0,-1 0,1 0,-3 2,-64 71,47-58,13-12,1 0,0 0,0 0,0 1,1 0,1 1,-1 0,1 0,1 0,0 0,0 1,-1 3,6-11,0-1,0 1,0-1,0 1,0-1,0 1,0-1,1 0,-1 1,0-1,1 1,-1-1,1 1,0-1,-1 0,1 0,0 1,0-1,0 0,0 0,0 0,0 0,0 0,0 0,0 0,1 0,-1 0,0 0,1-1,-1 1,0-1,1 1,0 0,53 12,-53-13,107 6,-54-7</inkml:trace>
  <inkml:trace contextRef="#ctx0" brushRef="#br0" timeOffset="776.091">936 0,'3'18,"5"16,5 12,10 11,11 6,7 4,7 3,2-5,-1-9,-4-8,-6-14,-8-11</inkml:trace>
  <inkml:trace contextRef="#ctx0" brushRef="#br0" timeOffset="931.284">1284 54,'-16'4,"-14"9,-11 9,-6 11,-3 13,-1 9,4 9,6 7,5 3,8-2,10-4,7-14</inkml:trace>
  <inkml:trace contextRef="#ctx0" brushRef="#br0" timeOffset="1212.062">1418 468,'7'-16,"7"-10,3-2,-2 1,0 4,-3 14,-6 15,-7 18,-4 19,-5 15,1 11,0 11,3 2,2 2,1-6,2-15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5.6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0 328,'122'-200,"-70"85,-44 103,-12 35,-11 54,5 0,2 1,4 0,3 1,4-1,7 34,-9-34,-5-54</inkml:trace>
  <inkml:trace contextRef="#ctx0" brushRef="#br0" timeOffset="219.412">41 676,'18'-5,"13"-1,13 1,9 0,6 2,2-1,-1-3,-11 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3.2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0 201,'21'0,"20"0,16 0,15-2,7-1,1 0,-9 1,-16 0</inkml:trace>
  <inkml:trace contextRef="#ctx0" brushRef="#br0" timeOffset="261.354">147 415,'25'2,"24"1,25 0,17 0,14-2,5 0,-5-3,-20 0</inkml:trace>
  <inkml:trace contextRef="#ctx0" brushRef="#br0" timeOffset="521.64">976 1,'4'2,"9"10,13 14,17 17,13 12,12 10,5 9,0 1,-7 1,-6-6,-13-9,-11-9,-11-12,-11-12</inkml:trace>
  <inkml:trace contextRef="#ctx0" brushRef="#br0" timeOffset="677.226">1444 27,'-19'12,"-14"12,-9 16,-4 15,-1 12,3 10,7 6,9 2,10-2,12-5,8-17</inkml:trace>
  <inkml:trace contextRef="#ctx0" brushRef="#br0" timeOffset="943.661">1684 482,'38'-5,"1"2,0 1,-1 2,1 2,-1 1,33 8,-67-10,1-1,-1 1,0 0,0 0,0 1,0-1,0 1,0 0,0 0,0 0,0 1,-1-1,1 1,-1 0,0 0,0 0,0 0,0 1,-1-1,1 1,-1 0,0-1,0 1,0 0,-1 0,1 1,-1 0,-2 3,-1 1,0-1,0 1,-1-1,0 0,0 0,-1 0,0-1,-1 1,1-1,-1 0,-1 0,1 0,-1-1,-5 3,7-4,-40 43,25-30,2 1,0 1,2 0,-13 21,26-39,1-1,0 1,0 0,-1 0,1 0,0 0,1 0,-1 0,0 0,0 0,1 0,0 0,-1 0,1 1,0-1,0 0,0 0,0 0,0 0,1 1,-1-1,0 0,1 0,0 0,0 0,-1 0,1 0,0 0,1 0,-1 0,0-1,0 1,1 0,-1-1,1 1,0-1,-1 1,1-1,12 4,1-1,-1 0,1-1,-1 0,1-1,0-1,0-1,0 0,0-1,0 0,-1-1,1-1,35-3</inkml:trace>
  <inkml:trace contextRef="#ctx0" brushRef="#br0" timeOffset="1229.792">2166 108,'7'2,"11"10,11 12,16 11,12 9,11 6,3 3,-2 0,-5-5,-12-6,-10-10,-12-10</inkml:trace>
  <inkml:trace contextRef="#ctx0" brushRef="#br0" timeOffset="1515.182">2607 14,'-21'11,"-10"14,-6 15,0 13,6 12,5 10,9 6,5 2,6-4,4-6,2-15</inkml:trace>
  <inkml:trace contextRef="#ctx0" brushRef="#br0" timeOffset="1786.526">2967 495,'-2'16,"-3"14,-1 12,1 9,1 6,1 2,4 0,1-6,3-4,1-12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6:39.2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652 512,'-1'29,"0"-1,2 0,1 1,1-1,1 0,2 0,1 0,1-1,1 0,2-1,0 1,4 2,-7-14,0-1,1 0,1 0,0-1,0 0,1-1,1-1,0 0,1 0,0-1,0 0,1-2,1 1,-1-2,1 0,0 0,1-2,0 0,0-1,0 0,7 0,-10-3,-1 0,1-1,0 0,-1-1,1-1,0 0,-1-1,0 0,1 0,-1-2,-1 1,1-2,-1 1,0-2,0 1,0-2,-1 1,0-1,-1-1,0 0,0 0,-1-1,0 0,0 0,-2 0,1-1,-1-1,-1 1,0-1,0 0,-1 0,-1 0,0 0,1-12,-3 18,-1-1,1 1,-2 0,1 0,-1 0,0 0,0 0,0 0,-1 0,0 0,0 0,-1 1,1-1,-1 1,0-1,-1 1,1 0,-1 1,-4-5,7 8,0 0,0 1,1-1,-1 1,0-1,0 1,0-1,0 1,0-1,0 1,0 0,0-1,0 1,0 0,0 0,-1 0,1 0,0 0,0 0,0 0,0 0,0 1,0-1,0 0,0 0,0 1,0-1,0 1,0-1,0 1,0-1,0 1,1 0,-1 0,0-1,0 1,1 0,-1 0,0 0,1 0,-1-1,1 1,-1 0,1 0,-1 1,-17 50,12 0,2 0,2 0,3 0,2 0,9 46,-8-54,5 39,5 15,-5 0,-3 0,-5 1,-5-1,-3 0,-9 27,-15-36,31-88,-1 0,1 0,-1 0,0 0,1 0,-1 0,0 0,0 0,0 0,0 0,0 0,0-1,0 1,0 0,0-1,0 1,0-1,0 1,0-1,-1 1,1-1,0 0,0 0,0 0,-1 0,1 0,0 0,0 0,-1 0,1 0,0 0,0-1,0 1,-1 0,1-1,0 1,0-1,0 1,0-1,0 0,0 0,0 1,0-1,0 0,0 0,0 0,-39-49,38 46,-160-287,145 262,-27-67,44 95,0-1,1 0,-1 0,1 0,-1 0,1 0,0 1,-1-1,1 0,0 1,0-1,0 0,0 1,1-1,-1 1,0 0,1-1,-1 1,1 0,-1 0,1 0,-1 0,1 0,0 0,0 1,-1-1,1 0,0 1,0-1,0 1,0 0,0 0,-1-1,1 1,0 1,0-1,0 0,0 0,0 1,0-1,0 1,2-1,127 2,-62 3</inkml:trace>
  <inkml:trace contextRef="#ctx0" brushRef="#br0" timeOffset="468.854">1588 1649,'14'-5,"1"1,0 0,0 1,0 1,0 0,0 1,0 1,0 0,0 1,0 1,0 0,1 1,-13-2,0-1,0 1,-1 0,1 0,0 0,-1 0,1 1,-1-1,1 1,-1-1,1 1,-1 0,0 0,0 0,0 0,0 0,-1 1,1-1,0 1,-1-1,0 1,1-1,-1 1,0 0,-1-1,1 1,0 0,-1 0,1 0,-1 0,0 0,0-1,0 1,0 0,-1 0,1 0,-1 0,-4 9,0 1,-1-1,-1 0,0 0,-1-1,0 0,0-1,-1 1,0-2,-1 1,-5 3,1 0,12-11,1-2,0 0,1 0,-1 1,0-1,0 0,1 0,-1 1,0-1,0 0,1 1,-1-1,0 1,1-1,-1 1,1-1,-1 1,1-1,-1 1,1 0,-1-1,1 1,0 0,-1-1,1 1,0 0,-1-1,1 1,0 0,0 0,0-1,0 1,0 0,-1 0,2 0,-1-1,0 1,0 0,0 0,0-1,0 1,1 0,-1 0,0-1,0 1,1 0,-1-1,1 1,-1 0,1-1,-1 1,1-1,-1 1,1-1,-1 1,2 0,144-3,-137 2,1 0,-1 1,1 1,-1-1,0 2,1-1,-1 1,0 1,-1-1,1 1,-1 1,1 0,-1 0,-1 1,1-1,-1 2,0-1,0 1,-1 0,0 0,0 1,-1 0,0 0,0 0,0 4,-3-8,-1 1,0 0,-1-1,1 1,-1 0,0 0,0 0,-1-1,1 1,-1 0,0-1,-1 1,1 0,-1-1,1 0,-1 1,-1-1,1 0,-1 0,1 0,-1 0,0-1,-1 1,1-1,0 1,-1-1,-2 1,-4 4,-1-1,-1 0,1 0,-1-1,0-1,0 0,-1 0,0-2,-4 2,11-4,0 1,0-1,0 0,0 0,0-1,0 0,0 0,0 0,0-1,0 0,1 0,-1 0,0-1,0 0,-2-1,-10-9</inkml:trace>
  <inkml:trace contextRef="#ctx0" brushRef="#br0" timeOffset="739.538">2297 1060,'15'-2,"20"-1,20 0,15 1,11 0,-3 1,-9 3,-17 0</inkml:trace>
  <inkml:trace contextRef="#ctx0" brushRef="#br0" timeOffset="1011.345">2430 1261,'18'7,"20"2,19 0,19-5,9-2,-10-2</inkml:trace>
  <inkml:trace contextRef="#ctx0" brushRef="#br0" timeOffset="2799.006">3353 806,'16'-11,"9"-2,4 8,3 13,0 17,3 17,3 14,5 12,4 5,6 0,4-4,5-9,0-13,0-11,-8-12,-9-13,-13-8</inkml:trace>
  <inkml:trace contextRef="#ctx0" brushRef="#br0" timeOffset="3046.965">3887 766,'-16'11,"-12"16,-5 16,-5 15,-2 13,-1 9,1 3,6 2,8-4,9-7,8-17</inkml:trace>
  <inkml:trace contextRef="#ctx0" brushRef="#br0" timeOffset="3380.199">4195 1248,'14'-2,"-1"0,0 2,1-1,-1 2,0 0,1 0,-1 1,4 2,-13-3,0 0,0 0,0 1,0-1,0 1,0 0,0 0,-1 0,1 1,-1-1,1 1,-1 0,0 0,0 0,0 1,-1-1,1 0,-1 1,0 0,0 0,0-1,0 1,-1 0,1 1,-1-1,0 0,0 2,-2 6,0 0,-1 0,0 0,-1 0,0 0,-1 0,0-1,-1 1,-1-1,1-1,-2 1,1-1,-1 0,-1 0,-8 8,-86 106,98-120,3-4,0 1,0 0,0-1,0 1,0-1,0 1,0 0,0 0,0 0,0-1,0 1,1 0,-1 0,0 0,0 0,1 0,-1 1,1-1,-1 0,1 0,0 0,-1 0,1 1,0-1,0 0,0 0,0 1,0-1,0 0,0 0,0 1,0-1,0 0,1 0,-1 0,1 0,-1 1,1-1,-1 0,1 0,0 0,-1 0,1 0,0 0,0 0,0 0,0-1,-1 1,1 0,1 0,11 1,1-1,0 0,0-1,0 0,0-1,0-1,-1 0,14-5,-8 4,138-35,-85 17</inkml:trace>
  <inkml:trace contextRef="#ctx0" brushRef="#br0" timeOffset="3654.071">4689 780,'14'18,"18"15,17 11,16 10,11 4,9-1,0 0,-7-4,-12-6,-12-6,-17-7,-13-5,-11-9</inkml:trace>
  <inkml:trace contextRef="#ctx0" brushRef="#br0" timeOffset="3902.613">5170 819,'-18'9,"-10"13,-8 13,-4 14,-3 16,-2 11,-1 8,1 2,3-3,9-17</inkml:trace>
  <inkml:trace contextRef="#ctx0" brushRef="#br0" timeOffset="4402.446">5572 1501,'-1'-43,"3"-1,1 0,2 1,6-18,-11 61,0 0,0 1,0-1,0 0,0 0,1 0,-1 0,0 1,0-1,0 0,0 0,0 0,0 0,1 1,-1-1,0 0,0 0,0 0,0 0,1 0,-1 0,0 0,0 0,0 1,1-1,-1 0,0 0,0 0,0 0,1 0,-1 0,0 0,0 0,2 28,6 434,-6-411,0-13</inkml:trace>
  <inkml:trace contextRef="#ctx0" brushRef="#br0" timeOffset="6717.808">6387 512,'1'0,"0"0,-1-1,1 1,0 0,0 0,-1 0,1 0,0 0,0 0,0 0,-1 0,1 0,0 0,0 0,-1 0,1 1,0-1,0 0,-1 0,1 1,0-1,-1 1,1-1,0 1,-1-1,1 1,-1-1,1 1,-1-1,1 1,-1 0,1-1,-1 1,0 0,1-1,-1 1,0 0,1 0,-1-1,0 1,0 0,0 0,0-1,0 1,0 0,0 0,0-1,0 1,0 0,0 0,0 0,-1-1,30 183,-25-144,18 276,-12-129,9-1,15 43,10-43,-23-109,-4 2,-3 0,1 41,-13-111,-1 1,0 0,0-1,-1 1,0 0,-1-1,1 1,-2-1,1 1,-1-1,-1 1,1-1,-1 0,-1 0,0 0,0-1,0 1,-1-1,0 0,0 0,-1 0,0-1,0 0,-1 0,1-1,-1 0,-1 0,-5 3,-8-1,-1-2,0-1,0-1,0 0,0-2,-3 0,-39 3,-468 73,-199 4,-239-23,-1177 16,1209-46,773-29,159-1,0 0,0 0,0-1,0 1,0-1,1-1,0 1,-1-1,1 0,1 0,-1 0,0-1,0-1,-23-19,-183-131,183 129,2 0,1-1,1-2,1 0,2-2,1 0,2-1,1-1,0-5,-19-50,5-1,4-1,2-6,-22-134,4-40,10 56,9 80,5-1,7 0,5 0,10-95,2 184,2 1,2-1,3 1,1 1,2 0,8-12,-22 55,0-1,0 1,0 0,1 0,-1-1,1 1,-1 0,1 1,0-1,0 0,0 0,0 1,0-1,0 1,0 0,0 0,1-1,-1 1,1 1,-1-1,0 0,1 1,-1-1,1 1,0 0,-1-1,1 1,-1 1,1-1,-1 0,3 1,671 32,-472-28,2349-8,-2492 2,1817-17,-1589 31,-48 23,-125 4,-107-38,0 1,0 0,0 1,0 0,-1 0,1 1,-1 0,0 0,-1 1,0 0,2 2,-6-5,1 1,-1 0,0 1,0-1,0 1,-1-1,0 1,0 0,0 0,0 0,-1 0,1 0,-1 0,-1 0,1 0,-1 0,0 1,0 2,25 239,17 39,-26-186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7:35.0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5054 4465,'-10'20,"0"0,2 0,0 0,1 1,2 1,0-1,1 1,-1 19,3-28,-5 35,2 0,1 0,4 43,14-34,-14-57,1 1,0-1,0 0,0 1,-1-1,1 0,0 1,0-1,0 0,0 0,0 0,0 0,0 0,0 0,-1 0,1 0,0 0,0-1,0 1,0 0,0 0,0-1,-1 1,1-1,0 1,0-1,-1 1,1-1,0 1,0-1,-1 0,1 1,-1-1,1 0,-1 1,1-1,-1 0,1 0,-1 0,0 1,1-1,-1 0,0 0,0 0,1 0,-1 0,0 0,0 0,0 0,0 1,0-1,0 0,-1-1,11-39,-2 0,-1-1,-2 0,-3 0,-1-18,0 41,4-342,-5 361,-1-3,1 1,-1-1,1 1,0-1,0 1,0-1,0 1,1-1,-1 1,0-1,1 1,0 0,0-1,0 1,0 0,0-1,0 1,0 0,1 0,-1 0,1 0,-1 0,1 1,0-1,0 0,0 1,0-1,0 1,0 0,0-1,0 1,1 0,-1 0,0 1,2-1,6 2,0 1,1 1,-1 0,0 0,0 1,-1 0,1 1,-1 0,0 1,0-1,1 3,6 2,34 21,-1 2,-2 3,13 13,-18 2,-41-50,0 1,-1 0,1 0,0-1,-1 1,1 0,-1 0,0 0,1-1,-1 1,0 0,0 0,0 0,0 0,-1 0,1-1,0 1,-1 0,1 0,-1 0,0-1,0 1,0 0,1-1,-2 1,1-1,0 1,0-1,0 1,-1-1,1 0,-2 1,-9 6,-1-1,0 0,-1-1,0 0,0-1,0-1,0 0,-1-1,0-1,-10 1,-2 1,-7 2,15-4,0 1,0 0,0 2,1 0,0 1,0 1,-14 8,30-14,0 0,-1 0,1 1,0-1,0 1,0-1,0 1,0 0,1 0,-1 0,1 0,-1 0,1 0,-1 1,1-1,0 0,0 0,0 1,1-1,-1 1,1-1,-1 1,1-1,0 1,-1 0,1-1,1 1,-1-1,0 1,1-1,-1 1,1-1,0 1,0 1,8 9,0-1,0 0,1-1,0 1,1-2,1 0,-1 0,2-1,-1 0,1-1,0-1,1 0,0-1,6 2,26 12,1-1,1-3,0-1,1-3,24 2,-9-5</inkml:trace>
  <inkml:trace contextRef="#ctx0" brushRef="#br0" timeOffset="-1185.211">3503 4184,'7'16,"11"17,12 15,10 15,9 9,8 7,3 2,1 1,-4-6,-6-7,-8-10,-8-11,-11-13</inkml:trace>
  <inkml:trace contextRef="#ctx0" brushRef="#br0" timeOffset="-934.76">3931 4277,'-16'7,"-14"11,-9 14,-7 16,-3 15,-1 10,-2 9,-1 5,4 0,5-5,11-10,11-17</inkml:trace>
  <inkml:trace contextRef="#ctx0" brushRef="#br0" timeOffset="-571.465">4172 4639,'-7'4,"1"0,0 0,0 0,0 1,1 0,0 1,0-1,0 1,0 0,1 0,0 0,0 0,1 1,0 0,0 0,0 0,1 0,0 0,1 0,-1 0,2 1,-1-1,1 1,0-1,0 1,1-1,0 0,0 1,0-1,1 0,1 0,-1 0,3 5,7-1,-1-1,1-1,1 0,0 0,0-1,1-1,0 0,0-1,0-1,1 0,0-1,0 0,0-2,0 1,0-2,1 0,-1-1,0 0,5-2,-2 2,1-1,-1-1,0 0,0-2,0 0,0-1,-1-1,6-3,-15 6,-1-1,1 0,-1 0,0-1,-1 0,1 0,-1 0,0-1,0 0,-1 0,1-1,-1 0,-1 0,1 0,-1 0,-1-1,1 1,-1-1,0-3,0-2,-1 0,0 0,-1 0,0 0,-1 0,-1 0,0 0,-1 0,0 0,-1 1,0-1,-1 0,0 1,-1 0,-1 0,0 1,-1-1,0 1,0 0,-1 1,0 0,-1 0,-1 1,1 0,-1 1,-1 0,1 0,-5-1,9 7,1-1,-1 1,0 0,0 0,-1 1,1 0,0 0,0 1,-1-1,1 1,0 0,-1 1,1 0,0 0,0 0,-1 1,1 0,0 0,1 0,-1 1,0 0,1 0,-1 0,1 1,0 0,0 0,1 0,-1 1,1-1,0 1,0 0,0 0,1 1,0-1,0 1,0 0,-1 2,0 2,1 0,0 0,0 0,1 0,0 0,1 0,0 1,0-1,2 9,4 31</inkml:trace>
  <inkml:trace contextRef="#ctx0" brushRef="#br0" timeOffset="-2287.105">1217 4331,'36'65,"4"-2,2-2,3-1,35 35,-68-83,0 0,0-1,1 0,0-1,1 0,0-1,10 4,-21-11,1 0,0-1,-1 0,1 1,0-1,-1 0,1-1,0 1,0-1,0 1,0-1,0-1,0 1,-1 0,1-1,0 0,0 0,0 0,-1 0,1-1,-1 1,1-1,-1 0,1 0,-1 0,0 0,0-1,0 1,0-1,-1 0,1 0,-1 0,1 0,0-2,9-17,-2-1,0 0,-2 0,0-1,-2 0,0 0,-2-1,-1 1,0-1,-2-3,0 9,-9 31,-3 40,3 1,1-1,3 1,2 35,2-55,-5 486,-14-393,18-120,-1-1,0 0,0-1,0 1,0 0,-1-1,1 1,-1-1,-1 0,1 1,0-2,-1 1,0 0,0-1,0 0,0 1,-1-2,1 1,-1 0,1-1,-1 0,-5 1,7-2,-1 0,0-1,1 0,-1 0,0 0,1 0,-1-1,0 1,1-1,-1 0,1 0,-1 0,1-1,0 1,-1-1,1 0,0 1,0-2,0 1,0 0,0-1,1 1,-1-1,1 0,-1 1,1-1,0-1,0 1,-1-3,-41-102,36 78,1 0,2 0,1-1,1 1,1-1,3-17,-1 45,0 0,1 0,-1-1,1 1,0 0,0 0,0 1,0-1,1 0,-1 0,1 0,0 1,0-1,0 1,0 0,0-1,0 1,0 0,1 0,-1 0,1 1,0-1,0 1,-1-1,1 1,0 0,0 0,0 0,0 0,0 1,0-1,0 1,3 0,38-5,1 2,-1 2,0 3,0 1,40 8,-56-8,0 1,-1 2,0 1,0 1,0 1,15 8,-40-16,1 1,-1-1,1 1,-1-1,1 1,-1 0,0 0,0 0,0 0,0 1,0-1,0 0,-1 1,1-1,-1 1,0 0,0 0,0-1,0 1,0 0,0 0,-1 0,0 0,1 0,-1 0,0 0,0 0,-1-1,1 1,-1 0,1 0,-1 0,0 0,0 0,0-1,0 1,-1 0,1-1,-1 1,0-1,1 0,-3 2,-47 63,41-57,0 1,1 0,0 1,1 0,0 0,1 1,1 0,0 0,0 1,1 0,1 0,0 0,1 0,0 4,3-15,0 0,0 1,1-1,-1 0,1 0,-1 0,1 0,0 0,0 0,0 0,0 0,1 0,-1 0,1 0,0-1,0 1,0-1,0 1,0-1,1 0,-1 0,1 0,-1 0,1 0,0 0,-1-1,1 0,0 1,0-1,3 1,6 1,-1-1,0 1,1-2,0 0,-1 0,1-1,0 0,0-1,88-21,-55 4</inkml:trace>
  <inkml:trace contextRef="#ctx0" brushRef="#br0" timeOffset="-2023.419">2367 4785,'9'-2,"19"-1,20 0,19 3,11 2,1 2,-5 3,-16 5,-18 0</inkml:trace>
  <inkml:trace contextRef="#ctx0" brushRef="#br0" timeOffset="-1742.779">2500 5039,'23'7,"21"2,17 0,11-2,5-4,-10-3</inkml:trace>
  <inkml:trace contextRef="#ctx0" brushRef="#br0" timeOffset="-5260.538">1124 2232,'-2'11,"0"0,1 0,1 0,-1 0,2 0,0 0,0 0,1 0,0 0,1 0,0-1,1 1,0-1,0 0,1 0,1 0,0-1,0 0,0 0,5 4,8 9,1-1,0-1,2-1,0-1,1 0,1-2,10 4,-21-12,1 0,0-1,1-1,0-1,0 0,0 0,7 0,-17-4,0-1,0 1,1-1,-1 0,0 0,0 0,1-1,-1 0,0 0,0 0,0-1,0 1,0-1,-1 0,1-1,0 1,-1-1,0 0,1 0,-1 0,0-1,-1 1,4-5,-1-1,0-1,-1 0,0 0,0-1,-1 1,-1-1,0 0,0 0,-1 0,-1 0,1-1,-2 1,0 0,0-1,-1 1,0 0,-1-1,-3-9,-14-12,18 33,1 0,-1-1,0 1,0 0,1 0,-1 0,0 0,1 0,-1-1,0 1,0 1,1-1,-1 0,0 0,1 0,-1 0,0 0,0 1,1-1,-1 0,0 0,1 1,-1-1,1 1,-1-1,0 1,1-1,-1 0,1 1,-1 0,1-1,0 1,-1-1,1 1,-1 0,1-1,0 1,0 0,-1-1,1 1,0 0,0-1,0 1,0 0,0 0,0-1,0 1,0 0,0 0,-6 19,2 0,0 1,1 0,1 0,1 20,0-16,1 128,17 124,0-40,-17-232,-3 119,2-118,0 1,0-1,-1 0,1 0,-1 1,-1-1,1 0,-1-1,0 1,-1 0,1-1,-1 0,0 0,0 0,-1 0,1-1,-4 3,5-5,0 0,0-1,1 1,-1-1,0 0,0 0,0 0,0 0,-1-1,1 1,0-1,0 0,0 0,0 0,-1 0,1 0,0-1,0 0,0 1,0-1,0 0,0 0,0-1,0 1,0-1,1 1,-1-1,0 0,1 0,0 0,-1 0,1-1,-1 0,-62-89,39 42,1-1,4-1,1-1,0-11,19 63,0 0,0-1,0 1,0 0,1-1,-1 1,0-1,1 1,-1-1,1 1,0-1,-1 0,1 1,0-1,0 1,0-1,0 0,0 1,1-1,-1 1,0-1,1 0,-1 1,1-1,-1 1,1-1,0 1,0 0,0-1,-1 1,1 0,1-1,-1 1,0 0,0 0,0 0,1 0,-1 0,0 0,1 0,-1 1,1-1,-1 0,1 1,-1-1,2 1,18-2,-1 2,1 0,0 2,-1 0,17 4,-1 0,8 0,-3 2,0-2,0-1,0-2,1-3,-1 0,1-3,-1-2,0-1,3-3,30-30,-75 40,1-1,0 0,0 1,0-1,0 1,0-1,-1 0,1 1,0-1,0 1,0-1,0 1,0-1,0 0,0 1,0-1,1 1,-1-1,0 0,0 1,0-1,0 1,0-1,1 0,-1 1,0-1,0 0,1 1,-1-1,0 0,0 0,1 1,-1-1,0 0,1 0,-1 1,1-1,-1 0,0 0,1 0,-1 0,1 1,-1-1,0 0,1 0,-1 0,1 0,-1 0,0 0,1 0,-1 0,1 0,-1 0,0-1,1 1,-1 0,-14 117,4 0,6 54,4-144</inkml:trace>
  <inkml:trace contextRef="#ctx0" brushRef="#br0" timeOffset="-5016.624">2287 2513,'23'4,"20"3,18 1,9 2,2-1,-5 0,-8-1,-15-2</inkml:trace>
  <inkml:trace contextRef="#ctx0" brushRef="#br0" timeOffset="-4749.22">2434 2767,'20'9,"21"3,19 0,15-3,11-7,2-6,-14-3</inkml:trace>
  <inkml:trace contextRef="#ctx0" brushRef="#br0" timeOffset="-3813.665">3142 2219,'14'-5,"18"2,19 0,20 1,15 3,12 4,2 1,-6-1,-20-1</inkml:trace>
  <inkml:trace contextRef="#ctx0" brushRef="#br0" timeOffset="-4495.89">3289 2513,'5'18,"8"15,11 12,8 6,8 4,6 0,2-1,-2-5,-5-6,-7-6,-7-7,-8-8</inkml:trace>
  <inkml:trace contextRef="#ctx0" brushRef="#br0" timeOffset="-4218.598">3597 2459,'-14'12,"-11"14,-8 15,-5 12,-4 10,-1 6,3 5,5 1,7-1,7-6,8-14</inkml:trace>
  <inkml:trace contextRef="#ctx0" brushRef="#br0" timeOffset="-4047.041">3824 2968,'129'-226,"-119"207,-10 19,0 1,0-1,0 0,0 0,0 0,0 1,0-1,0 0,0 0,0 1,0-1,0 0,0 0,0 1,0-1,0 0,0 0,0 1,0-1,1 0,-1 0,0 0,0 1,0-1,0 0,0 0,1 0,-1 0,0 1,0-1,0 0,1 0,-1 0,0 0,0 0,0 0,1 1,-1-1,0 0,0 0,1 0,-1 0,0 0,0 0,1 0,-1 0,0 0,0 0,0 0,1 0,-1 0,0 0,0 0,1-1,-1 1,0 0,0 0,0 0,1 0,-1 0,0 0,0-1,0 1,0 24,-1-10,-3 38,1 0,3 0,4 17,9 31,-11-79</inkml:trace>
  <inkml:trace contextRef="#ctx0" brushRef="#br0" timeOffset="-7873.006">976 628,'-1'22,"0"-1,1 1,1 0,0-1,2 1,1-1,1 0,0 0,2 0,0-1,2 0,0 0,1-1,4 5,-8-14,1 0,1 0,0-1,0 0,1-1,0 0,0 0,1-1,5 3,-11-7,0-1,1 1,-1-1,1-1,-1 1,1 0,0-1,0 0,-1 0,1-1,0 1,0-1,0 0,0-1,0 1,0-1,-1 0,1 0,0 0,0 0,-1-1,1 0,-1 0,3-2,5-7,1 0,-2-1,0 0,0-1,-1-1,-1 1,0-2,-1 1,0-1,-1 0,-1-1,0 1,-2-1,0-1,3-15,7-57,-19 103,-1 78,5 0,3 0,5 0,3 0,5-1,4 5,-15-74,-3-14,6 17,-2 1,-1-1,-1 1,-1 0,-1 0,-2 0,0 0,-2 0,-1 0,-1-1,-4 10,7-29,-1 0,0-1,0 1,0-1,-1 1,0-1,0 0,0 0,-1-1,-4 4,7-6,0-1,0 0,0 0,0 0,1 0,-1 0,-1 0,1-1,0 1,0-1,0 1,0-1,0 0,0 0,0 0,-1 0,1 0,0 0,0-1,0 1,0-1,0 1,0-1,0 0,0 0,0 0,0 0,0 0,1 0,-1 0,0-1,1 1,-2-2,-9-11,2-1,0 0,1-1,0 1,1-2,1 1,0-1,2 0,0 0,0-1,2 0,-5-10,-29-137,36 164,1 0,0 0,-1 0,1 0,0-1,0 1,0 0,0 0,0 0,0-1,0 1,0 0,1 0,-1 0,0 0,1-1,-1 1,1 0,-1 0,1 0,0 0,-1 0,1 0,0 0,0 0,0 1,-1-1,1 0,0 0,0 1,0-1,0 0,0 1,1-1,-1 1,0-1,0 1,0 0,0-1,1 1,-1 0,0 0,0 0,0 0,2 0,178 26,-119-19,-5-1</inkml:trace>
  <inkml:trace contextRef="#ctx0" brushRef="#br0" timeOffset="-7561.673">1792 1390,'-8'11,"1"0,0 0,1 1,1 0,0 0,0 0,-1 8,5-17,0 0,0 0,1 1,-1-1,1 0,0 1,0-1,0 1,0-1,1 0,-1 1,1-1,0 0,0 0,0 1,0-1,1 0,-1 0,1 0,0 0,0-1,0 1,0 0,0-1,0 0,1 1,-1-1,1 0,0 0,0 0,1 0,2 1,0 0,0 0,1 0,-1-1,1 0,0-1,-1 1,1-1,0-1,0 1,0-1,0 0,0-1,0 0,-1 0,1 0,0-1,-1 0,1 0,-1-1,1 1,-1-1,0-1,0 1,-1-1,1 0,-1-1,0 1,0-1,0 0,0 0,-1-1,0 1,0-1,2-5,-4 7,0 0,0-1,-1 0,1 1,-1-1,0 0,0 0,-1 1,1-1,-1 0,0 0,-1 0,1 0,-1 0,0 1,0-1,0 0,-1 1,0-1,1 1,-2-1,1 1,0 0,-1 0,0 0,0 0,0 0,-1 1,1-1,-1 1,1 0,-1 0,0 0,-1 1,-2-2,1 1,-1 1,1 0,-1 1,1 0,-1 0,0 0,1 1,-1 0,0 0,1 0,-1 1,0 0,1 1,-1-1,1 1,0 0,-1 1,1 0,0 0,0 0,1 0,-1 1,1 0,0 1,0-1,0 1,0 0,1 0,-3 4,6-8,1 0,-1 0,0 1,1-1,-1 1,1-1,0 0,-1 1,1-1,0 1,0-1,0 1,0-1,0 1,0-1,0 1,0-1,1 1,-1-1,1 0,-1 1,1-1,-1 0,1 1,0-1,0 0,-1 0,1 1,0-1,0 0,0 0,0 0,1 0,-1 0,0 0,0-1,1 1,-1 0,0-1,1 1,-1-1,0 1,2-1,22 9</inkml:trace>
  <inkml:trace contextRef="#ctx0" brushRef="#br0" timeOffset="-7312.823">2126 989,'9'-2,"15"-1,18 0,17 1,11 2,3 2,-4 3,-9 2,-15 1</inkml:trace>
  <inkml:trace contextRef="#ctx0" brushRef="#br0" timeOffset="-7060.603">2287 1203,'23'7,"23"2,17-1,12-1,5-4,-12-3</inkml:trace>
  <inkml:trace contextRef="#ctx0" brushRef="#br0" timeOffset="-6862.286">2929 882,'-5'-5,"4"6,5 11,13 14,9 10,11 11,10 7,7 3,4-2,1-2,-3-5,-3-5,-10-7,-9-9,-12-8,-11-7</inkml:trace>
  <inkml:trace contextRef="#ctx0" brushRef="#br0" timeOffset="-6643.319">3369 815,'-15'7,"-11"11,-7 12,-5 14,-3 12,-1 9,2 7,3 3,6-2,8-7,8-14</inkml:trace>
  <inkml:trace contextRef="#ctx0" brushRef="#br0" timeOffset="-6378.03">3556 1350,'0'6,"0"1,1 0,-1 0,1-1,1 1,-1 0,1-1,0 0,0 1,1-1,0 0,0 0,1 0,-1-1,1 1,1-1,-1 0,1 0,0 0,0 0,0-1,0 0,1 0,0-1,0 0,0 1,0-2,0 1,0-1,1 0,-1 0,1-1,0 0,-1 0,2-1,4 0,0 0,0-1,0 0,0-1,0-1,0 0,-1-1,0 0,1 0,-1-1,-1-1,1 0,0-1,-5 4,0-2,0 1,0-1,0 0,-1 0,0 0,0-1,-1 0,1 0,-1 0,0-1,-1 1,0-1,0 0,0 0,-1 0,0 0,0 0,-1 0,0-1,0-5,-1 7,0 1,-1-1,1 0,-2 1,1-1,0 1,-1 0,0-1,-1 1,1 0,-1 0,0 0,0 1,0-1,-1 1,0-1,1 1,-1 0,-1 1,1-1,-1 1,1-1,-1 2,-3-3,-2 1,1-1,-1 1,0 1,-1-1,1 2,-1 0,1 0,-1 1,0 0,0 0,1 2,-8 0,-2 2,1 1,0 1,0 1,0 1,1 0,0 2,1 0,-16 10,-18 15</inkml:trace>
  <inkml:trace contextRef="#ctx0" brushRef="#br0" timeOffset="11177.592">9599 3903,'14'3,"13"9,9 12,8 15,7 15,5 15,-1 12,-5 12,-11 8,-15 5,-22 3,-28 0,-34-3,-39-8,-3-19</inkml:trace>
  <inkml:trace contextRef="#ctx0" brushRef="#br0" timeOffset="12689.084">1457 6243,'61'112,"62"87,-117-189,0 1,1-2,0 1,0-1,1 0,0 0,1-1,0 0,0-1,1 0,0 0,0-1,1 0,7 2,-15-7,0-1,1 0,-1 0,0 0,1 0,-1 0,1-1,-1 1,0-1,1 0,-1 0,0 0,0-1,0 1,0-1,0 0,0 0,0 0,-1 0,1 0,-1 0,1-1,-1 1,0-1,0 0,0 0,42-80,-37 59,0-1,-2 0,0 0,-2-1,-1 1,-1-1,-1-11,-4 10,4 27,0 1,0-1,0 0,0 0,0 1,-1-1,1 0,0 1,0-1,0 0,-1 0,1 0,0 1,0-1,-1 0,1 0,0 0,-1 0,1 1,0-1,0 0,-1 0,1 0,0 0,-1 0,1 0,0 0,-1 0,1 0,0 0,-1 0,1 0,0 0,-1 0,1 0,0 0,-1-1,1 1,0 0,0 0,-1 0,1 0,0-1,0 1,-1 0,1 0,0-1,0 1,-1 0,1 0,0-1,0 1,0 0,0 0,-1-1,1 1,0 0,0-1,0 1,0 0,0-1,0 1,0 0,0-1,0 1,0 0,0-1,0 1,0 0,0-1,-4 10,0 0,0 0,0 0,1 1,1-1,0 1,0-1,1 1,0 0,0 0,0 1,-8 122,6 0,10 75,-1 11,-6-219,2 19,-1 0,0 0,-2-1,0 1,-1 0,-1 0,0-1,-2 0,0 0,-1 0,-1 0,-1-1,0 0,-1-1,-1 1,8-14,-1 0,1-1,-1 1,1-1,-1 0,0 0,0 0,1 0,-1 0,-1 0,1-1,0 1,0-1,-1 0,1 0,0-1,-1 1,1 0,-1-1,1 0,-1 0,1 0,-1 0,1-1,-1 0,1 1,-1-1,1 0,0 0,-1-1,1 1,0-1,0 0,-2-1,-5-9,0 1,2-2,-1 1,2-1,-1 0,2-1,0 0,1 0,0 0,1 0,0-1,1 0,1 0,1 1,0-1,0-7,0 8,0 10,-1-1,1 0,0 0,0 0,1 0,-1 0,1 0,0 0,1 0,-1 0,1 0,0 0,0 0,1 1,-1-1,1 0,0 1,0-1,1 1,0 0,-1-1,1 1,0 0,1 1,-1-1,1 1,0-1,0 1,1-1,11 0,0 0,0 1,0 0,0 2,1 0,-1 0,7 2,0-1,15-2,-1 2,1 1,0 2,0 2,-1 1,0 2,0 2,13 6,-45-15,-1 0,0 0,-1 1,1-1,0 1,0 0,-1 0,1 0,-1 1,1-1,-1 1,0-1,0 1,0 0,0 1,-1-1,1 0,-1 1,0-1,0 1,0 0,-1 0,1 0,-1 0,0 0,0 0,0 0,-1 0,1 0,-1 0,0 0,0 1,-1-1,1 0,-1 0,0 0,0 0,0 0,-1 1,-5 4,-1 0,0 0,0-1,-1 0,0-1,-1 0,0 0,0-1,0 0,-1-1,1 0,-6 1,9-3,52 4,-30-5,0 0,1 1,-2 1,1 0,0 1,-1 0,0 2,5 2,-14-6,1 0,-1 0,0 1,-1 0,1-1,-1 2,0-1,0 0,0 1,0 0,-1 0,0 0,0 0,0 0,0 1,-1-1,0 1,0 0,-1-1,0 1,0 0,1 6,-3-6,1 0,-1 1,0-1,0 0,-1 0,0 1,0-1,0 0,-1-1,0 1,0 0,0-1,-1 0,0 1,0-2,0 1,0 0,-1-1,-2 2,-4 4,-1-2,0 1,0-2,0 1,-1-2,0 0,-1 0,-1-1,13-4,0 1,0-1,0 0,0 0,-1-1,1 1,0 0,0-1,-1 1,1-1,0 0,-1 0,1 0,0 0,-1 0,1 0,0-1,-1 1,1-1,0 0,-1 1,1-1,0 0,0 0,0-1,0 1,0 0,0-1,0 1,1-1,-1 1,0-1,1 0,-1 0,1 0,0 0,0 0,0 0,0 0,-1-1,-3-20</inkml:trace>
  <inkml:trace contextRef="#ctx0" brushRef="#br0" timeOffset="12933.748">2635 6524,'6'-3,"15"0,16 3,18 1,14 0,4 0,-4 2,-11 3,-16 1</inkml:trace>
  <inkml:trace contextRef="#ctx0" brushRef="#br0" timeOffset="13182.783">2687 6858,'25'9,"20"3,15 0,12-3,5-5,-4-3,-15-2</inkml:trace>
  <inkml:trace contextRef="#ctx0" brushRef="#br0" timeOffset="9992.166">8142 4785,'7'19,"4"12,1 8,-2 4,-7 2,-14-1,-16 0,-16-3,-2-9</inkml:trace>
  <inkml:trace contextRef="#ctx0" brushRef="#br0" timeOffset="10320.152">8342 4251,'16'2,"12"8,8 11,7 11,4 12,1 9,4 8,0 1,-1-1,-2-8,-6-8,-4-12,-8-11,-6-9,-8-7</inkml:trace>
  <inkml:trace contextRef="#ctx0" brushRef="#br0" timeOffset="10587.964">8797 4238,'-14'18,"-8"18,-6 13,-5 10,-3 9,-2 4,-5 2,-1-6,2-8,9-8,9-14</inkml:trace>
  <inkml:trace contextRef="#ctx0" brushRef="#br0" timeOffset="10883.38">9131 4772,'68'-225,"-61"204,-5 58,-4-10,-2 3,1 0,2 1,1-1,1 0,2 1,1-1,1 0,1-1,2 1,3 4,0-12</inkml:trace>
  <inkml:trace contextRef="#ctx0" brushRef="#br0" timeOffset="297.932">6524 4010,'-16'-11,"-11"-4,-12 3,-7 12,-7 21,-5 24,-2 25,1 23,6 19,13 13,12 8,21-1,23-8,19-13,18-15,14-15,6-17,-9-20</inkml:trace>
  <inkml:trace contextRef="#ctx0" brushRef="#br0" timeOffset="9004.732">6659 4505,'-5'-14,"-3"-6,-1 2,6 8,8 14,9 14,10 16,10 12,8 6,4 2,1 0,-1-2,-2-5,-3-6,-4-8,-6-10,-9-8</inkml:trace>
  <inkml:trace contextRef="#ctx0" brushRef="#br0" timeOffset="9252.456">6939 4331,'-5'4,"-3"14,-5 14,-8 16,-8 13,-7 10,-4 4,0-1,3-5,7-8,9-16</inkml:trace>
  <inkml:trace contextRef="#ctx0" brushRef="#br0" timeOffset="9577.391">7126 4693,'34'-5,"-1"1,0 2,1 2,7 1,-38-1,-1-1,0 1,1 0,-1 0,1 0,-1 0,0 1,1-1,-1 0,0 1,0 0,1 0,-1-1,0 1,0 1,0-1,0 0,0 0,0 1,0-1,-1 1,1-1,0 1,-1 0,1 0,-1 0,0 0,0 0,0 0,0 0,0 0,0 0,0 1,0-1,-1 0,0 0,1 1,-1-1,0 0,0 1,0-1,0 1,0-1,-1 0,1 0,-1 1,-7 12,0 0,-1-1,-1 0,0-1,-1 0,0 0,-1-1,0-1,-8 5,-23 25,-1 12,44-52,-1 1,1-1,0 1,0 0,0-1,0 1,0-1,0 1,0 0,0-1,1 1,-1 0,1-1,-1 1,1-1,-1 1,1-1,0 1,0-1,0 0,0 1,0-1,0 0,0 0,0 0,0 0,1 0,-1 0,0 0,1 0,-1 0,1-1,-1 1,1 0,-1-1,1 1,0-1,-1 0,1 0,-1 1,1-1,0 0,-1 0,1 0,0-1,24 5,-1 0,1-3,0 0,0-1,0-2,9-1,36-5</inkml:trace>
  <inkml:trace contextRef="#ctx0" brushRef="#br0" timeOffset="20938.757">6485 7219,'2'2,"1"3,-5 1,-2-1</inkml:trace>
  <inkml:trace contextRef="#ctx0" brushRef="#br0" timeOffset="19538.841">4827 6631,'-7'0,"0"2,4 3,6 1,3-1</inkml:trace>
  <inkml:trace contextRef="#ctx0" brushRef="#br0" timeOffset="19833.078">5121 6189,'11'23,"13"16,12 11,8 6,6 5,4 1,2-1,-5-4,-6-5,-8-6,-11-9,-9-9,-8-9</inkml:trace>
  <inkml:trace contextRef="#ctx0" brushRef="#br0" timeOffset="20107.331">5562 6243,'-16'-3,"-10"3,-7 5,-5 10,-2 13,-2 12,-1 11,1 11,1 7,-3 7,2 1,4-3,6-7,9-15</inkml:trace>
  <inkml:trace contextRef="#ctx0" brushRef="#br0" timeOffset="20437.492">5790 6751,'61'-300,"-54"281,-7 19,0 0,0 0,0 1,0-1,0 0,0 0,0 0,1 0,-1 0,0 1,0-1,0 0,0 0,0 0,1 0,-1 0,0 0,0 0,0 0,1 0,-1 0,0 0,0 0,0 1,1-1,-1 0,0 0,0-1,0 1,0 0,1 0,-1 0,0 0,0 0,0 0,1 0,-1 0,0 0,0 0,0 0,0 0,0-1,1 1,-1 0,0 0,0 0,0 0,0 0,0-1,0 1,0 0,1 0,-1 0,5 154,-7 247,0-372,-1-6</inkml:trace>
  <inkml:trace contextRef="#ctx0" brushRef="#br0" timeOffset="20686.32">5696 7085,'16'9,"14"3,14 0,12-1,9-1,-7-3</inkml:trace>
  <inkml:trace contextRef="#ctx0" brushRef="#br0" timeOffset="18613.722">3730 6202,'2'5,"4"8,4 11,9 13,6 11,7 9,4 9,4 4,1 4,0 0,-2-2,-5-8,-6-9,-6-12,-7-12,-5-10</inkml:trace>
  <inkml:trace contextRef="#ctx0" brushRef="#br0" timeOffset="18890.46">4105 6243,'-16'4,"-12"9,-8 11,-3 11,-3 10,-2 9,0 9,-2 8,3 5,2 1,5-3,9-8,9-15</inkml:trace>
  <inkml:trace contextRef="#ctx0" brushRef="#br0" timeOffset="19186.705">4144 6711,'12'-6,"0"0,1 1,-1 1,1 0,0 1,0 0,0 1,0 0,0 1,0 0,0 2,1-1,-1 2,0-1,0 2,0 0,11 4,-21-6,0 1,0 0,1-1,-2 1,1 0,0 0,0 1,-1-1,1 1,-1-1,0 1,0 0,0 0,0 0,0 0,0 0,-1 0,0 0,1 1,-1-1,-1 0,1 1,0-1,-1 1,0-1,1 1,-1-1,-1 1,1-1,-1 1,1-1,-2 3,-1 6,-1-1,0 0,-1 0,-1 0,1-1,-2 0,1 0,-1 0,-2 0,-125 148,132-156,1 0,-1 0,1 1,0-1,-1 0,1 1,0-1,0 1,1-1,-1 1,0-1,1 1,0 0,0-1,-1 1,2 0,-1-1,0 1,0 0,1-1,-1 1,1-1,0 1,0-1,0 1,0-1,0 1,1-1,-1 0,1 0,-1 0,1 0,0 0,0 0,0 0,0-1,9 6,0-2,0 0,1 0,0-1,0 0,0-1,0-1,0 0,1 0,-1-1,1-1,0 0,57 2,-6-4</inkml:trace>
  <inkml:trace contextRef="#ctx0" brushRef="#br0" timeOffset="22859.548">281 227,'-3'11,"1"-1,0 1,0 0,1 0,0 0,1 1,1-1,1 10,-1 3,5 86,1 8,-5 0,-8 45,-73 391,-75 538,129-900,9 1,8 0,8 1,13 51,26 307,-44 127,-2-141,23-158,30 118,60 252,-88-405,-17 72,-1-217,-1-192,0 0,1 0,0 0,0 0,1 0,0 0,0 0,1 0,0 0,0 0,1-1,0 1,1-1,0 0,0 0,0 0,1-1,-1 1,2-1,-1 0,1-1,0 1,0-1,0 0,1-1,0 1,2 0,45 11,1-2,-1-3,2-3,0-1,11-3,-46-2,1135 67,111-17,-11-16,512-29,-597-74,63-2,-468 74,-751-11,-36-7,21 13,-28-14</inkml:trace>
  <inkml:trace contextRef="#ctx0" brushRef="#br0" timeOffset="25309.203">214 27,'1'-1,"-1"-1,0 1,0 0,0 0,1 0,-1-1,1 1,-1 0,1 0,-1 0,1 0,0 0,0 0,-1 0,1 0,0 0,0 0,0 0,0 1,0-1,0 0,0 1,0-1,0 1,0-1,1 1,-1-1,0 1,0 0,0-1,1 1,-1 0,0 0,0 0,1 0,-1 0,0 0,0 1,0-1,1 0,-1 1,0-1,0 1,251 11,344 19,382 29,108 22,699 72,1150 107,-2285-210,427 18,-893-49,-163-11,-33 4,7-11,-1 0,1 0,-1 0,1 1,0-1,0 1,0 1,0-1,0 1,1 0,0 0,0 0,0 0,0 1,1-1,-1 1,1 0,0 0,1 1,-1-1,1 0,0 1,0 0,-5 167,8-120,0 5,0 93,6-1,10 27,39 108,12-3,59 142,41 160,106 460,-234-886,-8 0,12 163,-44-314,18 204,26 110,-44-320,16 64,-4 1,-2 1,-4 0,-2 0,-3 1,-3-1,-7 36,-58 236,-41 264,85-388,9-66,-30 124,-7 1,49-257,-15 64,16-78,0-1,0 1,0 0,-1-1,1 0,-1 1,0-1,1 0,-1 0,0 0,0 0,0 0,0 0,-1 0,1-1,-1 1,1-1,-1 0,1 1,-1-1,1 0,-1-1,0 1,0 0,0-1,-1 1,-10 0,1 1,0 1,-1 0,1 1,0 1,1 0,-1 1,1 0,0 0,0 2,1-1,0 2,1-1,-1 1,2 1,-1 0,1 0,1 1,0 0,-5 9,12-17,-1-1,1 0,-1 0,1 0,-1 0,0 0,0-1,0 1,0 0,0-1,-1 1,1-1,0 0,-1 0,1 0,0 0,-1 0,1 0,-1-1,0 1,1-1,-1 0,1 0,-1 0,0 0,1 0,-1-1,0 1,1-1,-2 0,-231-33,8 23,-128 13,231 1,-145 1,12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3T17:37:35.0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5054 4465,'-10'20,"0"0,2 0,0 0,1 1,2 1,0-1,1 1,-1 19,3-28,-5 35,2 0,1 0,4 43,14-34,-14-57,1 1,0-1,0 0,0 1,-1-1,1 0,0 1,0-1,0 0,0 0,0 0,0 0,0 0,0 0,-1 0,1 0,0 0,0-1,0 1,0 0,0 0,0-1,-1 1,1-1,0 1,0-1,-1 1,1-1,0 1,0-1,-1 0,1 1,-1-1,1 0,-1 1,1-1,-1 0,1 0,-1 0,0 1,1-1,-1 0,0 0,0 0,1 0,-1 0,0 0,0 0,0 0,0 1,0-1,0 0,-1-1,11-39,-2 0,-1-1,-2 0,-3 0,-1-18,0 41,4-342,-5 361,-1-3,1 1,-1-1,1 1,0-1,0 1,0-1,0 1,1-1,-1 1,0-1,1 1,0 0,0-1,0 1,0 0,0-1,0 1,0 0,1 0,-1 0,1 0,-1 0,1 1,0-1,0 0,0 1,0-1,0 1,0 0,0-1,0 1,1 0,-1 0,0 1,2-1,6 2,0 1,1 1,-1 0,0 0,0 1,-1 0,1 1,-1 0,0 1,0-1,1 3,6 2,34 21,-1 2,-2 3,13 13,-18 2,-41-50,0 1,-1 0,1 0,0-1,-1 1,1 0,-1 0,0 0,1-1,-1 1,0 0,0 0,0 0,0 0,-1 0,1-1,0 1,-1 0,1 0,-1 0,0-1,0 1,0 0,1-1,-2 1,1-1,0 1,0-1,0 1,-1-1,1 0,-2 1,-9 6,-1-1,0 0,-1-1,0 0,0-1,0-1,0 0,-1-1,0-1,-10 1,-2 1,-7 2,15-4,0 1,0 0,0 2,1 0,0 1,0 1,-14 8,30-14,0 0,-1 0,1 1,0-1,0 1,0-1,0 1,0 0,1 0,-1 0,1 0,-1 0,1 0,-1 1,1-1,0 0,0 0,0 1,1-1,-1 1,1-1,-1 1,1-1,0 1,-1 0,1-1,1 1,-1-1,0 1,1-1,-1 1,1-1,0 1,0 1,8 9,0-1,0 0,1-1,0 1,1-2,1 0,-1 0,2-1,-1 0,1-1,0-1,1 0,0-1,6 2,26 12,1-1,1-3,0-1,1-3,24 2,-9-5</inkml:trace>
  <inkml:trace contextRef="#ctx0" brushRef="#br0" timeOffset="-1185.211">3503 4184,'7'16,"11"17,12 15,10 15,9 9,8 7,3 2,1 1,-4-6,-6-7,-8-10,-8-11,-11-13</inkml:trace>
  <inkml:trace contextRef="#ctx0" brushRef="#br0" timeOffset="-934.76">3931 4277,'-16'7,"-14"11,-9 14,-7 16,-3 15,-1 10,-2 9,-1 5,4 0,5-5,11-10,11-17</inkml:trace>
  <inkml:trace contextRef="#ctx0" brushRef="#br0" timeOffset="-571.465">4172 4639,'-7'4,"1"0,0 0,0 0,0 1,1 0,0 1,0-1,0 1,0 0,1 0,0 0,0 0,1 1,0 0,0 0,0 0,1 0,0 0,1 0,-1 0,2 1,-1-1,1 1,0-1,0 1,1-1,0 0,0 1,0-1,1 0,1 0,-1 0,3 5,7-1,-1-1,1-1,1 0,0 0,0-1,1-1,0 0,0-1,0-1,1 0,0-1,0 0,0-2,0 1,0-2,1 0,-1-1,0 0,5-2,-2 2,1-1,-1-1,0 0,0-2,0 0,0-1,-1-1,6-3,-15 6,-1-1,1 0,-1 0,0-1,-1 0,1 0,-1 0,0-1,0 0,-1 0,1-1,-1 0,-1 0,1 0,-1 0,-1-1,1 1,-1-1,0-3,0-2,-1 0,0 0,-1 0,0 0,-1 0,-1 0,0 0,-1 0,0 0,-1 1,0-1,-1 0,0 1,-1 0,-1 0,0 1,-1-1,0 1,0 0,-1 1,0 0,-1 0,-1 1,1 0,-1 1,-1 0,1 0,-5-1,9 7,1-1,-1 1,0 0,0 0,-1 1,1 0,0 0,0 1,-1-1,1 1,0 0,-1 1,1 0,0 0,0 0,-1 1,1 0,0 0,1 0,-1 1,0 0,1 0,-1 0,1 1,0 0,0 0,1 0,-1 1,1-1,0 1,0 0,0 0,1 1,0-1,0 1,0 0,-1 2,0 2,1 0,0 0,0 0,1 0,0 0,1 0,0 1,0-1,2 9,4 31</inkml:trace>
  <inkml:trace contextRef="#ctx0" brushRef="#br0" timeOffset="-2287.105">1217 4331,'36'65,"4"-2,2-2,3-1,35 35,-68-83,0 0,0-1,1 0,0-1,1 0,0-1,10 4,-21-11,1 0,0-1,-1 0,1 1,0-1,-1 0,1-1,0 1,0-1,0 1,0-1,0-1,0 1,-1 0,1-1,0 0,0 0,0 0,-1 0,1-1,-1 1,1-1,-1 0,1 0,-1 0,0 0,0-1,0 1,0-1,-1 0,1 0,-1 0,1 0,0-2,9-17,-2-1,0 0,-2 0,0-1,-2 0,0 0,-2-1,-1 1,0-1,-2-3,0 9,-9 31,-3 40,3 1,1-1,3 1,2 35,2-55,-5 486,-14-393,18-120,-1-1,0 0,0-1,0 1,0 0,-1-1,1 1,-1-1,-1 0,1 1,0-2,-1 1,0 0,0-1,0 0,0 1,-1-2,1 1,-1 0,1-1,-1 0,-5 1,7-2,-1 0,0-1,1 0,-1 0,0 0,1 0,-1-1,0 1,1-1,-1 0,1 0,-1 0,1-1,0 1,-1-1,1 0,0 1,0-2,0 1,0 0,0-1,1 1,-1-1,1 0,-1 1,1-1,0-1,0 1,-1-3,-41-102,36 78,1 0,2 0,1-1,1 1,1-1,3-17,-1 45,0 0,1 0,-1-1,1 1,0 0,0 0,0 1,0-1,1 0,-1 0,1 0,0 1,0-1,0 1,0 0,0-1,0 1,0 0,1 0,-1 0,1 1,0-1,0 1,-1-1,1 1,0 0,0 0,0 0,0 0,0 1,0-1,0 1,3 0,38-5,1 2,-1 2,0 3,0 1,40 8,-56-8,0 1,-1 2,0 1,0 1,0 1,15 8,-40-16,1 1,-1-1,1 1,-1-1,1 1,-1 0,0 0,0 0,0 0,0 1,0-1,0 0,-1 1,1-1,-1 1,0 0,0 0,0-1,0 1,0 0,0 0,-1 0,0 0,1 0,-1 0,0 0,0 0,-1-1,1 1,-1 0,1 0,-1 0,0 0,0 0,0-1,0 1,-1 0,1-1,-1 1,0-1,1 0,-3 2,-47 63,41-57,0 1,1 0,0 1,1 0,0 0,1 1,1 0,0 0,0 1,1 0,1 0,0 0,1 0,0 4,3-15,0 0,0 1,1-1,-1 0,1 0,-1 0,1 0,0 0,0 0,0 0,0 0,1 0,-1 0,1 0,0-1,0 1,0-1,0 1,0-1,1 0,-1 0,1 0,-1 0,1 0,0 0,-1-1,1 0,0 1,0-1,3 1,6 1,-1-1,0 1,1-2,0 0,-1 0,1-1,0 0,0-1,88-21,-55 4</inkml:trace>
  <inkml:trace contextRef="#ctx0" brushRef="#br0" timeOffset="-2023.419">2367 4785,'9'-2,"19"-1,20 0,19 3,11 2,1 2,-5 3,-16 5,-18 0</inkml:trace>
  <inkml:trace contextRef="#ctx0" brushRef="#br0" timeOffset="-1742.779">2500 5039,'23'7,"21"2,17 0,11-2,5-4,-10-3</inkml:trace>
  <inkml:trace contextRef="#ctx0" brushRef="#br0" timeOffset="-5260.538">1124 2232,'-2'11,"0"0,1 0,1 0,-1 0,2 0,0 0,0 0,1 0,0 0,1 0,0-1,1 1,0-1,0 0,1 0,1 0,0-1,0 0,0 0,5 4,8 9,1-1,0-1,2-1,0-1,1 0,1-2,10 4,-21-12,1 0,0-1,1-1,0-1,0 0,0 0,7 0,-17-4,0-1,0 1,1-1,-1 0,0 0,0 0,1-1,-1 0,0 0,0 0,0-1,0 1,0-1,-1 0,1-1,0 1,-1-1,0 0,1 0,-1 0,0-1,-1 1,4-5,-1-1,0-1,-1 0,0 0,0-1,-1 1,-1-1,0 0,0 0,-1 0,-1 0,1-1,-2 1,0 0,0-1,-1 1,0 0,-1-1,-3-9,-14-12,18 33,1 0,-1-1,0 1,0 0,1 0,-1 0,0 0,1 0,-1-1,0 1,0 1,1-1,-1 0,0 0,1 0,-1 0,0 0,0 1,1-1,-1 0,0 0,1 1,-1-1,1 1,-1-1,0 1,1-1,-1 0,1 1,-1 0,1-1,0 1,-1-1,1 1,-1 0,1-1,0 1,0 0,-1-1,1 1,0 0,0-1,0 1,0 0,0 0,0-1,0 1,0 0,0 0,-6 19,2 0,0 1,1 0,1 0,1 20,0-16,1 128,17 124,0-40,-17-232,-3 119,2-118,0 1,0-1,-1 0,1 0,-1 1,-1-1,1 0,-1-1,0 1,-1 0,1-1,-1 0,0 0,0 0,-1 0,1-1,-4 3,5-5,0 0,0-1,1 1,-1-1,0 0,0 0,0 0,0 0,-1-1,1 1,0-1,0 0,0 0,0 0,-1 0,1 0,0-1,0 0,0 1,0-1,0 0,0 0,0-1,0 1,0-1,1 1,-1-1,0 0,1 0,0 0,-1 0,1-1,-1 0,-62-89,39 42,1-1,4-1,1-1,0-11,19 63,0 0,0-1,0 1,0 0,1-1,-1 1,0-1,1 1,-1-1,1 1,0-1,-1 0,1 1,0-1,0 1,0-1,0 0,0 1,1-1,-1 1,0-1,1 0,-1 1,1-1,-1 1,1-1,0 1,0 0,0-1,-1 1,1 0,1-1,-1 1,0 0,0 0,0 0,1 0,-1 0,0 0,1 0,-1 1,1-1,-1 0,1 1,-1-1,2 1,18-2,-1 2,1 0,0 2,-1 0,17 4,-1 0,8 0,-3 2,0-2,0-1,0-2,1-3,-1 0,1-3,-1-2,0-1,3-3,30-30,-75 40,1-1,0 0,0 1,0-1,0 1,0-1,-1 0,1 1,0-1,0 1,0-1,0 1,0-1,0 0,0 1,0-1,1 1,-1-1,0 0,0 1,0-1,0 1,0-1,1 0,-1 1,0-1,0 0,1 1,-1-1,0 0,0 0,1 1,-1-1,0 0,1 0,-1 1,1-1,-1 0,0 0,1 0,-1 0,1 1,-1-1,0 0,1 0,-1 0,1 0,-1 0,0 0,1 0,-1 0,1 0,-1 0,0-1,1 1,-1 0,-14 117,4 0,6 54,4-144</inkml:trace>
  <inkml:trace contextRef="#ctx0" brushRef="#br0" timeOffset="-5016.624">2287 2513,'23'4,"20"3,18 1,9 2,2-1,-5 0,-8-1,-15-2</inkml:trace>
  <inkml:trace contextRef="#ctx0" brushRef="#br0" timeOffset="-4749.22">2434 2767,'20'9,"21"3,19 0,15-3,11-7,2-6,-14-3</inkml:trace>
  <inkml:trace contextRef="#ctx0" brushRef="#br0" timeOffset="-3813.665">3142 2219,'14'-5,"18"2,19 0,20 1,15 3,12 4,2 1,-6-1,-20-1</inkml:trace>
  <inkml:trace contextRef="#ctx0" brushRef="#br0" timeOffset="-4495.89">3289 2513,'5'18,"8"15,11 12,8 6,8 4,6 0,2-1,-2-5,-5-6,-7-6,-7-7,-8-8</inkml:trace>
  <inkml:trace contextRef="#ctx0" brushRef="#br0" timeOffset="-4218.598">3597 2459,'-14'12,"-11"14,-8 15,-5 12,-4 10,-1 6,3 5,5 1,7-1,7-6,8-14</inkml:trace>
  <inkml:trace contextRef="#ctx0" brushRef="#br0" timeOffset="-4047.041">3824 2968,'129'-226,"-119"207,-10 19,0 1,0-1,0 0,0 0,0 0,0 1,0-1,0 0,0 0,0 1,0-1,0 0,0 0,0 1,0-1,0 0,0 0,0 1,0-1,1 0,-1 0,0 0,0 1,0-1,0 0,0 0,1 0,-1 0,0 1,0-1,0 0,1 0,-1 0,0 0,0 0,0 0,1 1,-1-1,0 0,0 0,1 0,-1 0,0 0,0 0,1 0,-1 0,0 0,0 0,0 0,1 0,-1 0,0 0,0 0,1-1,-1 1,0 0,0 0,0 0,1 0,-1 0,0 0,0-1,0 1,0 24,-1-10,-3 38,1 0,3 0,4 17,9 31,-11-79</inkml:trace>
  <inkml:trace contextRef="#ctx0" brushRef="#br0" timeOffset="-7873.006">976 628,'-1'22,"0"-1,1 1,1 0,0-1,2 1,1-1,1 0,0 0,2 0,0-1,2 0,0 0,1-1,4 5,-8-14,1 0,1 0,0-1,0 0,1-1,0 0,0 0,1-1,5 3,-11-7,0-1,1 1,-1-1,1-1,-1 1,1 0,0-1,0 0,-1 0,1-1,0 1,0-1,0 0,0-1,0 1,0-1,-1 0,1 0,0 0,0 0,-1-1,1 0,-1 0,3-2,5-7,1 0,-2-1,0 0,0-1,-1-1,-1 1,0-2,-1 1,0-1,-1 0,-1-1,0 1,-2-1,0-1,3-15,7-57,-19 103,-1 78,5 0,3 0,5 0,3 0,5-1,4 5,-15-74,-3-14,6 17,-2 1,-1-1,-1 1,-1 0,-1 0,-2 0,0 0,-2 0,-1 0,-1-1,-4 10,7-29,-1 0,0-1,0 1,0-1,-1 1,0-1,0 0,0 0,-1-1,-4 4,7-6,0-1,0 0,0 0,0 0,1 0,-1 0,-1 0,1-1,0 1,0-1,0 1,0-1,0 0,0 0,0 0,-1 0,1 0,0 0,0-1,0 1,0-1,0 1,0-1,0 0,0 0,0 0,0 0,0 0,1 0,-1 0,0-1,1 1,-2-2,-9-11,2-1,0 0,1-1,0 1,1-2,1 1,0-1,2 0,0 0,0-1,2 0,-5-10,-29-137,36 164,1 0,0 0,-1 0,1 0,0-1,0 1,0 0,0 0,0 0,0-1,0 1,0 0,1 0,-1 0,0 0,1-1,-1 1,1 0,-1 0,1 0,0 0,-1 0,1 0,0 0,0 0,0 1,-1-1,1 0,0 0,0 1,0-1,0 0,0 1,1-1,-1 1,0-1,0 1,0 0,0-1,1 1,-1 0,0 0,0 0,0 0,2 0,178 26,-119-19,-5-1</inkml:trace>
  <inkml:trace contextRef="#ctx0" brushRef="#br0" timeOffset="-7561.673">1792 1390,'-8'11,"1"0,0 0,1 1,1 0,0 0,0 0,-1 8,5-17,0 0,0 0,1 1,-1-1,1 0,0 1,0-1,0 1,0-1,1 0,-1 1,1-1,0 0,0 0,0 1,0-1,1 0,-1 0,1 0,0 0,0-1,0 1,0 0,0-1,0 0,1 1,-1-1,1 0,0 0,0 0,1 0,2 1,0 0,0 0,1 0,-1-1,1 0,0-1,-1 1,1-1,0-1,0 1,0-1,0 0,0-1,0 0,-1 0,1 0,0-1,-1 0,1 0,-1-1,1 1,-1-1,0-1,0 1,-1-1,1 0,-1-1,0 1,0-1,0 0,0 0,-1-1,0 1,0-1,2-5,-4 7,0 0,0-1,-1 0,1 1,-1-1,0 0,0 0,-1 1,1-1,-1 0,0 0,-1 0,1 0,-1 0,0 1,0-1,0 0,-1 1,0-1,1 1,-2-1,1 1,0 0,-1 0,0 0,0 0,0 0,-1 1,1-1,-1 1,1 0,-1 0,0 0,-1 1,-2-2,1 1,-1 1,1 0,-1 1,1 0,-1 0,0 0,1 1,-1 0,0 0,1 0,-1 1,0 0,1 1,-1-1,1 1,0 0,-1 1,1 0,0 0,0 0,1 0,-1 1,1 0,0 1,0-1,0 1,0 0,1 0,-3 4,6-8,1 0,-1 0,0 1,1-1,-1 1,1-1,0 0,-1 1,1-1,0 1,0-1,0 1,0-1,0 1,0-1,0 1,0-1,1 1,-1-1,1 0,-1 1,1-1,-1 0,1 1,0-1,0 0,-1 0,1 1,0-1,0 0,0 0,0 0,1 0,-1 0,0 0,0-1,1 1,-1 0,0-1,1 1,-1-1,0 1,2-1,22 9</inkml:trace>
  <inkml:trace contextRef="#ctx0" brushRef="#br0" timeOffset="-7312.823">2126 989,'9'-2,"15"-1,18 0,17 1,11 2,3 2,-4 3,-9 2,-15 1</inkml:trace>
  <inkml:trace contextRef="#ctx0" brushRef="#br0" timeOffset="-7060.603">2287 1203,'23'7,"23"2,17-1,12-1,5-4,-12-3</inkml:trace>
  <inkml:trace contextRef="#ctx0" brushRef="#br0" timeOffset="-6862.286">2929 882,'-5'-5,"4"6,5 11,13 14,9 10,11 11,10 7,7 3,4-2,1-2,-3-5,-3-5,-10-7,-9-9,-12-8,-11-7</inkml:trace>
  <inkml:trace contextRef="#ctx0" brushRef="#br0" timeOffset="-6643.319">3369 815,'-15'7,"-11"11,-7 12,-5 14,-3 12,-1 9,2 7,3 3,6-2,8-7,8-14</inkml:trace>
  <inkml:trace contextRef="#ctx0" brushRef="#br0" timeOffset="-6378.03">3556 1350,'0'6,"0"1,1 0,-1 0,1-1,1 1,-1 0,1-1,0 0,0 1,1-1,0 0,0 0,1 0,-1-1,1 1,1-1,-1 0,1 0,0 0,0 0,0-1,0 0,1 0,0-1,0 0,0 1,0-2,0 1,0-1,1 0,-1 0,1-1,0 0,-1 0,2-1,4 0,0 0,0-1,0 0,0-1,0-1,0 0,-1-1,0 0,1 0,-1-1,-1-1,1 0,0-1,-5 4,0-2,0 1,0-1,0 0,-1 0,0 0,0-1,-1 0,1 0,-1 0,0-1,-1 1,0-1,0 0,0 0,-1 0,0 0,0 0,-1 0,0-1,0-5,-1 7,0 1,-1-1,1 0,-2 1,1-1,0 1,-1 0,0-1,-1 1,1 0,-1 0,0 0,0 1,0-1,-1 1,0-1,1 1,-1 0,-1 1,1-1,-1 1,1-1,-1 2,-3-3,-2 1,1-1,-1 1,0 1,-1-1,1 2,-1 0,1 0,-1 1,0 0,0 0,1 2,-8 0,-2 2,1 1,0 1,0 1,0 1,1 0,0 2,1 0,-16 10,-18 15</inkml:trace>
  <inkml:trace contextRef="#ctx0" brushRef="#br0" timeOffset="11177.592">9599 3903,'14'3,"13"9,9 12,8 15,7 15,5 15,-1 12,-5 12,-11 8,-15 5,-22 3,-28 0,-34-3,-39-8,-3-19</inkml:trace>
  <inkml:trace contextRef="#ctx0" brushRef="#br0" timeOffset="12689.084">1457 6243,'61'112,"62"87,-117-189,0 1,1-2,0 1,0-1,1 0,0 0,1-1,0 0,0-1,1 0,0 0,0-1,1 0,7 2,-15-7,0-1,1 0,-1 0,0 0,1 0,-1 0,1-1,-1 1,0-1,1 0,-1 0,0 0,0-1,0 1,0-1,0 0,0 0,0 0,-1 0,1 0,-1 0,1-1,-1 1,0-1,0 0,0 0,42-80,-37 59,0-1,-2 0,0 0,-2-1,-1 1,-1-1,-1-11,-4 10,4 27,0 1,0-1,0 0,0 0,0 1,-1-1,1 0,0 1,0-1,0 0,-1 0,1 0,0 1,0-1,-1 0,1 0,0 0,-1 0,1 1,0-1,0 0,-1 0,1 0,0 0,-1 0,1 0,0 0,-1 0,1 0,0 0,-1 0,1 0,0 0,-1 0,1 0,0 0,-1-1,1 1,0 0,0 0,-1 0,1 0,0-1,0 1,-1 0,1 0,0-1,0 1,-1 0,1 0,0-1,0 1,0 0,0 0,-1-1,1 1,0 0,0-1,0 1,0 0,0-1,0 1,0 0,0-1,0 1,0 0,0-1,0 1,0 0,0-1,-4 10,0 0,0 0,0 0,1 1,1-1,0 1,0-1,1 1,0 0,0 0,0 1,-8 122,6 0,10 75,-1 11,-6-219,2 19,-1 0,0 0,-2-1,0 1,-1 0,-1 0,0-1,-2 0,0 0,-1 0,-1 0,-1-1,0 0,-1-1,-1 1,8-14,-1 0,1-1,-1 1,1-1,-1 0,0 0,0 0,1 0,-1 0,-1 0,1-1,0 1,0-1,-1 0,1 0,0-1,-1 1,1 0,-1-1,1 0,-1 0,1 0,-1 0,1-1,-1 0,1 1,-1-1,1 0,0 0,-1-1,1 1,0-1,0 0,-2-1,-5-9,0 1,2-2,-1 1,2-1,-1 0,2-1,0 0,1 0,0 0,1 0,0-1,1 0,1 0,1 1,0-1,0-7,0 8,0 10,-1-1,1 0,0 0,0 0,1 0,-1 0,1 0,0 0,1 0,-1 0,1 0,0 0,0 0,1 1,-1-1,1 0,0 1,0-1,1 1,0 0,-1-1,1 1,0 0,1 1,-1-1,1 1,0-1,0 1,1-1,11 0,0 0,0 1,0 0,0 2,1 0,-1 0,7 2,0-1,15-2,-1 2,1 1,0 2,0 2,-1 1,0 2,0 2,13 6,-45-15,-1 0,0 0,-1 1,1-1,0 1,0 0,-1 0,1 0,-1 1,1-1,-1 1,0-1,0 1,0 0,0 1,-1-1,1 0,-1 1,0-1,0 1,0 0,-1 0,1 0,-1 0,0 0,0 0,0 0,-1 0,1 0,-1 0,0 0,0 1,-1-1,1 0,-1 0,0 0,0 0,0 0,-1 1,-5 4,-1 0,0 0,0-1,-1 0,0-1,-1 0,0 0,0-1,0 0,-1-1,1 0,-6 1,9-3,52 4,-30-5,0 0,1 1,-2 1,1 0,0 1,-1 0,0 2,5 2,-14-6,1 0,-1 0,0 1,-1 0,1-1,-1 2,0-1,0 0,0 1,0 0,-1 0,0 0,0 0,0 0,0 1,-1-1,0 1,0 0,-1-1,0 1,0 0,1 6,-3-6,1 0,-1 1,0-1,0 0,-1 0,0 1,0-1,0 0,-1-1,0 1,0 0,0-1,-1 0,0 1,0-2,0 1,0 0,-1-1,-2 2,-4 4,-1-2,0 1,0-2,0 1,-1-2,0 0,-1 0,-1-1,13-4,0 1,0-1,0 0,0 0,-1-1,1 1,0 0,0-1,-1 1,1-1,0 0,-1 0,1 0,0 0,-1 0,1 0,0-1,-1 1,1-1,0 0,-1 1,1-1,0 0,0 0,0-1,0 1,0 0,0-1,0 1,1-1,-1 1,0-1,1 0,-1 0,1 0,0 0,0 0,0 0,0 0,-1-1,-3-20</inkml:trace>
  <inkml:trace contextRef="#ctx0" brushRef="#br0" timeOffset="12933.748">2635 6524,'6'-3,"15"0,16 3,18 1,14 0,4 0,-4 2,-11 3,-16 1</inkml:trace>
  <inkml:trace contextRef="#ctx0" brushRef="#br0" timeOffset="13182.783">2687 6858,'25'9,"20"3,15 0,12-3,5-5,-4-3,-15-2</inkml:trace>
  <inkml:trace contextRef="#ctx0" brushRef="#br0" timeOffset="9992.166">8142 4785,'7'19,"4"12,1 8,-2 4,-7 2,-14-1,-16 0,-16-3,-2-9</inkml:trace>
  <inkml:trace contextRef="#ctx0" brushRef="#br0" timeOffset="10320.152">8342 4251,'16'2,"12"8,8 11,7 11,4 12,1 9,4 8,0 1,-1-1,-2-8,-6-8,-4-12,-8-11,-6-9,-8-7</inkml:trace>
  <inkml:trace contextRef="#ctx0" brushRef="#br0" timeOffset="10587.964">8797 4238,'-14'18,"-8"18,-6 13,-5 10,-3 9,-2 4,-5 2,-1-6,2-8,9-8,9-14</inkml:trace>
  <inkml:trace contextRef="#ctx0" brushRef="#br0" timeOffset="10883.38">9131 4772,'68'-225,"-61"204,-5 58,-4-10,-2 3,1 0,2 1,1-1,1 0,2 1,1-1,1 0,1-1,2 1,3 4,0-12</inkml:trace>
  <inkml:trace contextRef="#ctx0" brushRef="#br0" timeOffset="297.932">6524 4010,'-16'-11,"-11"-4,-12 3,-7 12,-7 21,-5 24,-2 25,1 23,6 19,13 13,12 8,21-1,23-8,19-13,18-15,14-15,6-17,-9-20</inkml:trace>
  <inkml:trace contextRef="#ctx0" brushRef="#br0" timeOffset="9004.732">6659 4505,'-5'-14,"-3"-6,-1 2,6 8,8 14,9 14,10 16,10 12,8 6,4 2,1 0,-1-2,-2-5,-3-6,-4-8,-6-10,-9-8</inkml:trace>
  <inkml:trace contextRef="#ctx0" brushRef="#br0" timeOffset="9252.456">6939 4331,'-5'4,"-3"14,-5 14,-8 16,-8 13,-7 10,-4 4,0-1,3-5,7-8,9-16</inkml:trace>
  <inkml:trace contextRef="#ctx0" brushRef="#br0" timeOffset="9577.391">7126 4693,'34'-5,"-1"1,0 2,1 2,7 1,-38-1,-1-1,0 1,1 0,-1 0,1 0,-1 0,0 1,1-1,-1 0,0 1,0 0,1 0,-1-1,0 1,0 1,0-1,0 0,0 0,0 1,0-1,-1 1,1-1,0 1,-1 0,1 0,-1 0,0 0,0 0,0 0,0 0,0 0,0 0,0 1,0-1,-1 0,0 0,1 1,-1-1,0 0,0 1,0-1,0 1,0-1,-1 0,1 0,-1 1,-7 12,0 0,-1-1,-1 0,0-1,-1 0,0 0,-1-1,0-1,-8 5,-23 25,-1 12,44-52,-1 1,1-1,0 1,0 0,0-1,0 1,0-1,0 1,0 0,0-1,1 1,-1 0,1-1,-1 1,1-1,-1 1,1-1,0 1,0-1,0 0,0 1,0-1,0 0,0 0,0 0,0 0,1 0,-1 0,0 0,1 0,-1 0,1-1,-1 1,1 0,-1-1,1 1,0-1,-1 0,1 0,-1 1,1-1,0 0,-1 0,1 0,0-1,24 5,-1 0,1-3,0 0,0-1,0-2,9-1,36-5</inkml:trace>
  <inkml:trace contextRef="#ctx0" brushRef="#br0" timeOffset="20938.757">6485 7219,'2'2,"1"3,-5 1,-2-1</inkml:trace>
  <inkml:trace contextRef="#ctx0" brushRef="#br0" timeOffset="19538.841">4827 6631,'-7'0,"0"2,4 3,6 1,3-1</inkml:trace>
  <inkml:trace contextRef="#ctx0" brushRef="#br0" timeOffset="19833.078">5121 6189,'11'23,"13"16,12 11,8 6,6 5,4 1,2-1,-5-4,-6-5,-8-6,-11-9,-9-9,-8-9</inkml:trace>
  <inkml:trace contextRef="#ctx0" brushRef="#br0" timeOffset="20107.331">5562 6243,'-16'-3,"-10"3,-7 5,-5 10,-2 13,-2 12,-1 11,1 11,1 7,-3 7,2 1,4-3,6-7,9-15</inkml:trace>
  <inkml:trace contextRef="#ctx0" brushRef="#br0" timeOffset="20437.492">5790 6751,'61'-300,"-54"281,-7 19,0 0,0 0,0 1,0-1,0 0,0 0,0 0,1 0,-1 0,0 1,0-1,0 0,0 0,0 0,1 0,-1 0,0 0,0 0,0 0,1 0,-1 0,0 0,0 0,0 1,1-1,-1 0,0 0,0-1,0 1,0 0,1 0,-1 0,0 0,0 0,0 0,1 0,-1 0,0 0,0 0,0 0,0 0,0-1,1 1,-1 0,0 0,0 0,0 0,0 0,0-1,0 1,0 0,1 0,-1 0,5 154,-7 247,0-372,-1-6</inkml:trace>
  <inkml:trace contextRef="#ctx0" brushRef="#br0" timeOffset="20686.32">5696 7085,'16'9,"14"3,14 0,12-1,9-1,-7-3</inkml:trace>
  <inkml:trace contextRef="#ctx0" brushRef="#br0" timeOffset="18613.722">3730 6202,'2'5,"4"8,4 11,9 13,6 11,7 9,4 9,4 4,1 4,0 0,-2-2,-5-8,-6-9,-6-12,-7-12,-5-10</inkml:trace>
  <inkml:trace contextRef="#ctx0" brushRef="#br0" timeOffset="18890.46">4105 6243,'-16'4,"-12"9,-8 11,-3 11,-3 10,-2 9,0 9,-2 8,3 5,2 1,5-3,9-8,9-15</inkml:trace>
  <inkml:trace contextRef="#ctx0" brushRef="#br0" timeOffset="19186.705">4144 6711,'12'-6,"0"0,1 1,-1 1,1 0,0 1,0 0,0 1,0 0,0 1,0 0,0 2,1-1,-1 2,0-1,0 2,0 0,11 4,-21-6,0 1,0 0,1-1,-2 1,1 0,0 0,0 1,-1-1,1 1,-1-1,0 1,0 0,0 0,0 0,0 0,0 0,-1 0,0 0,1 1,-1-1,-1 0,1 1,0-1,-1 1,0-1,1 1,-1-1,-1 1,1-1,-1 1,1-1,-2 3,-1 6,-1-1,0 0,-1 0,-1 0,1-1,-2 0,1 0,-1 0,-2 0,-125 148,132-156,1 0,-1 0,1 1,0-1,-1 0,1 1,0-1,0 1,1-1,-1 1,0-1,1 1,0 0,0-1,-1 1,2 0,-1-1,0 1,0 0,1-1,-1 1,1-1,0 1,0-1,0 1,0-1,0 1,1-1,-1 0,1 0,-1 0,1 0,0 0,0 0,0 0,0-1,9 6,0-2,0 0,1 0,0-1,0 0,0-1,0-1,0 0,1 0,-1-1,1-1,0 0,57 2,-6-4</inkml:trace>
  <inkml:trace contextRef="#ctx0" brushRef="#br0" timeOffset="22859.548">281 227,'-3'11,"1"-1,0 1,0 0,1 0,0 0,1 1,1-1,1 10,-1 3,5 86,1 8,-5 0,-8 45,-73 391,-75 538,129-900,9 1,8 0,8 1,13 51,26 307,-44 127,-2-141,23-158,30 118,60 252,-88-405,-17 72,-1-217,-1-192,0 0,1 0,0 0,0 0,1 0,0 0,0 0,1 0,0 0,0 0,1-1,0 1,1-1,0 0,0 0,0 0,1-1,-1 1,2-1,-1 0,1-1,0 1,0-1,0 0,1-1,0 1,2 0,45 11,1-2,-1-3,2-3,0-1,11-3,-46-2,1135 67,111-17,-11-16,512-29,-597-74,63-2,-468 74,-751-11,-36-7,21 13,-28-14</inkml:trace>
  <inkml:trace contextRef="#ctx0" brushRef="#br0" timeOffset="25309.203">214 27,'1'-1,"-1"-1,0 1,0 0,0 0,1 0,-1-1,1 1,-1 0,1 0,-1 0,1 0,0 0,0 0,-1 0,1 0,0 0,0 0,0 0,0 1,0-1,0 0,0 1,0-1,0 1,0-1,1 1,-1-1,0 1,0 0,0-1,1 1,-1 0,0 0,0 0,1 0,-1 0,0 0,0 1,0-1,1 0,-1 1,0-1,0 1,251 11,344 19,382 29,108 22,699 72,1150 107,-2285-210,427 18,-893-49,-163-11,-33 4,7-11,-1 0,1 0,-1 0,1 1,0-1,0 1,0 1,0-1,0 1,1 0,0 0,0 0,0 0,0 1,1-1,-1 1,1 0,0 0,1 1,-1-1,1 0,0 1,0 0,-5 167,8-120,0 5,0 93,6-1,10 27,39 108,12-3,59 142,41 160,106 460,-234-886,-8 0,12 163,-44-314,18 204,26 110,-44-320,16 64,-4 1,-2 1,-4 0,-2 0,-3 1,-3-1,-7 36,-58 236,-41 264,85-388,9-66,-30 124,-7 1,49-257,-15 64,16-78,0-1,0 1,0 0,-1-1,1 0,-1 1,0-1,1 0,-1 0,0 0,0 0,0 0,0 0,-1 0,1-1,-1 1,1-1,-1 0,1 1,-1-1,1 0,-1-1,0 1,0 0,0-1,-1 1,-10 0,1 1,0 1,-1 0,1 1,0 1,1 0,-1 1,1 0,0 0,0 2,1-1,0 2,1-1,-1 1,2 1,-1 0,1 0,1 1,0 0,-5 9,12-17,-1-1,1 0,-1 0,1 0,-1 0,0 0,0-1,0 1,0 0,0-1,-1 1,1-1,0 0,-1 0,1 0,0 0,-1 0,1 0,-1-1,0 1,1-1,-1 0,1 0,-1 0,0 0,1 0,-1-1,0 1,1-1,-2 0,-231-33,8 23,-128 13,231 1,-145 1,12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03.10.2024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03.10.2024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44.xml"/><Relationship Id="rId26" Type="http://schemas.openxmlformats.org/officeDocument/2006/relationships/customXml" Target="../ink/ink48.xml"/><Relationship Id="rId39" Type="http://schemas.openxmlformats.org/officeDocument/2006/relationships/image" Target="../media/image54.png"/><Relationship Id="rId21" Type="http://schemas.openxmlformats.org/officeDocument/2006/relationships/image" Target="../media/image45.png"/><Relationship Id="rId34" Type="http://schemas.openxmlformats.org/officeDocument/2006/relationships/customXml" Target="../ink/ink52.xml"/><Relationship Id="rId42" Type="http://schemas.openxmlformats.org/officeDocument/2006/relationships/customXml" Target="../ink/ink56.xml"/><Relationship Id="rId47" Type="http://schemas.openxmlformats.org/officeDocument/2006/relationships/image" Target="../media/image58.png"/><Relationship Id="rId7" Type="http://schemas.openxmlformats.org/officeDocument/2006/relationships/image" Target="../media/image38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.xml"/><Relationship Id="rId11" Type="http://schemas.openxmlformats.org/officeDocument/2006/relationships/image" Target="../media/image40.png"/><Relationship Id="rId24" Type="http://schemas.openxmlformats.org/officeDocument/2006/relationships/customXml" Target="../ink/ink47.xml"/><Relationship Id="rId32" Type="http://schemas.openxmlformats.org/officeDocument/2006/relationships/customXml" Target="../ink/ink51.xml"/><Relationship Id="rId37" Type="http://schemas.openxmlformats.org/officeDocument/2006/relationships/image" Target="../media/image53.png"/><Relationship Id="rId40" Type="http://schemas.openxmlformats.org/officeDocument/2006/relationships/customXml" Target="../ink/ink55.xml"/><Relationship Id="rId45" Type="http://schemas.openxmlformats.org/officeDocument/2006/relationships/image" Target="../media/image57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23" Type="http://schemas.openxmlformats.org/officeDocument/2006/relationships/image" Target="../media/image46.png"/><Relationship Id="rId28" Type="http://schemas.openxmlformats.org/officeDocument/2006/relationships/customXml" Target="../ink/ink49.xml"/><Relationship Id="rId36" Type="http://schemas.openxmlformats.org/officeDocument/2006/relationships/customXml" Target="../ink/ink53.xml"/><Relationship Id="rId10" Type="http://schemas.openxmlformats.org/officeDocument/2006/relationships/customXml" Target="../ink/ink40.xml"/><Relationship Id="rId19" Type="http://schemas.openxmlformats.org/officeDocument/2006/relationships/image" Target="../media/image44.png"/><Relationship Id="rId31" Type="http://schemas.openxmlformats.org/officeDocument/2006/relationships/image" Target="../media/image50.png"/><Relationship Id="rId44" Type="http://schemas.openxmlformats.org/officeDocument/2006/relationships/customXml" Target="../ink/ink57.xml"/><Relationship Id="rId4" Type="http://schemas.openxmlformats.org/officeDocument/2006/relationships/customXml" Target="../ink/ink37.xml"/><Relationship Id="rId9" Type="http://schemas.openxmlformats.org/officeDocument/2006/relationships/image" Target="../media/image39.png"/><Relationship Id="rId14" Type="http://schemas.openxmlformats.org/officeDocument/2006/relationships/customXml" Target="../ink/ink42.xml"/><Relationship Id="rId22" Type="http://schemas.openxmlformats.org/officeDocument/2006/relationships/customXml" Target="../ink/ink46.xml"/><Relationship Id="rId27" Type="http://schemas.openxmlformats.org/officeDocument/2006/relationships/image" Target="../media/image48.png"/><Relationship Id="rId30" Type="http://schemas.openxmlformats.org/officeDocument/2006/relationships/customXml" Target="../ink/ink50.xml"/><Relationship Id="rId35" Type="http://schemas.openxmlformats.org/officeDocument/2006/relationships/image" Target="../media/image52.png"/><Relationship Id="rId43" Type="http://schemas.openxmlformats.org/officeDocument/2006/relationships/image" Target="../media/image56.png"/><Relationship Id="rId8" Type="http://schemas.openxmlformats.org/officeDocument/2006/relationships/customXml" Target="../ink/ink39.xml"/><Relationship Id="rId3" Type="http://schemas.openxmlformats.org/officeDocument/2006/relationships/image" Target="../media/image36.png"/><Relationship Id="rId12" Type="http://schemas.openxmlformats.org/officeDocument/2006/relationships/customXml" Target="../ink/ink41.xml"/><Relationship Id="rId17" Type="http://schemas.openxmlformats.org/officeDocument/2006/relationships/image" Target="../media/image43.png"/><Relationship Id="rId25" Type="http://schemas.openxmlformats.org/officeDocument/2006/relationships/image" Target="../media/image47.png"/><Relationship Id="rId33" Type="http://schemas.openxmlformats.org/officeDocument/2006/relationships/image" Target="../media/image51.png"/><Relationship Id="rId38" Type="http://schemas.openxmlformats.org/officeDocument/2006/relationships/customXml" Target="../ink/ink54.xml"/><Relationship Id="rId46" Type="http://schemas.openxmlformats.org/officeDocument/2006/relationships/customXml" Target="../ink/ink58.xml"/><Relationship Id="rId20" Type="http://schemas.openxmlformats.org/officeDocument/2006/relationships/customXml" Target="../ink/ink45.xml"/><Relationship Id="rId41" Type="http://schemas.openxmlformats.org/officeDocument/2006/relationships/image" Target="../media/image5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customXml" Target="../ink/ink67.xml"/><Relationship Id="rId26" Type="http://schemas.openxmlformats.org/officeDocument/2006/relationships/customXml" Target="../ink/ink71.xml"/><Relationship Id="rId39" Type="http://schemas.openxmlformats.org/officeDocument/2006/relationships/image" Target="../media/image60.png"/><Relationship Id="rId21" Type="http://schemas.openxmlformats.org/officeDocument/2006/relationships/image" Target="../media/image45.png"/><Relationship Id="rId34" Type="http://schemas.openxmlformats.org/officeDocument/2006/relationships/customXml" Target="../ink/ink75.xml"/><Relationship Id="rId42" Type="http://schemas.openxmlformats.org/officeDocument/2006/relationships/customXml" Target="../ink/ink79.xml"/><Relationship Id="rId47" Type="http://schemas.openxmlformats.org/officeDocument/2006/relationships/image" Target="../media/image64.png"/><Relationship Id="rId50" Type="http://schemas.openxmlformats.org/officeDocument/2006/relationships/customXml" Target="../ink/ink83.xml"/><Relationship Id="rId55" Type="http://schemas.openxmlformats.org/officeDocument/2006/relationships/image" Target="../media/image68.png"/><Relationship Id="rId7" Type="http://schemas.openxmlformats.org/officeDocument/2006/relationships/image" Target="../media/image38.png"/><Relationship Id="rId2" Type="http://schemas.openxmlformats.org/officeDocument/2006/relationships/customXml" Target="../ink/ink59.xml"/><Relationship Id="rId16" Type="http://schemas.openxmlformats.org/officeDocument/2006/relationships/customXml" Target="../ink/ink66.xml"/><Relationship Id="rId29" Type="http://schemas.openxmlformats.org/officeDocument/2006/relationships/image" Target="../media/image49.png"/><Relationship Id="rId11" Type="http://schemas.openxmlformats.org/officeDocument/2006/relationships/image" Target="../media/image40.png"/><Relationship Id="rId24" Type="http://schemas.openxmlformats.org/officeDocument/2006/relationships/customXml" Target="../ink/ink70.xml"/><Relationship Id="rId32" Type="http://schemas.openxmlformats.org/officeDocument/2006/relationships/customXml" Target="../ink/ink74.xml"/><Relationship Id="rId37" Type="http://schemas.openxmlformats.org/officeDocument/2006/relationships/image" Target="../media/image59.png"/><Relationship Id="rId40" Type="http://schemas.openxmlformats.org/officeDocument/2006/relationships/customXml" Target="../ink/ink78.xml"/><Relationship Id="rId45" Type="http://schemas.openxmlformats.org/officeDocument/2006/relationships/image" Target="../media/image63.png"/><Relationship Id="rId53" Type="http://schemas.openxmlformats.org/officeDocument/2006/relationships/image" Target="../media/image67.png"/><Relationship Id="rId58" Type="http://schemas.openxmlformats.org/officeDocument/2006/relationships/customXml" Target="../ink/ink87.xml"/><Relationship Id="rId5" Type="http://schemas.openxmlformats.org/officeDocument/2006/relationships/image" Target="../media/image37.png"/><Relationship Id="rId19" Type="http://schemas.openxmlformats.org/officeDocument/2006/relationships/image" Target="../media/image44.png"/><Relationship Id="rId4" Type="http://schemas.openxmlformats.org/officeDocument/2006/relationships/customXml" Target="../ink/ink60.xml"/><Relationship Id="rId9" Type="http://schemas.openxmlformats.org/officeDocument/2006/relationships/image" Target="../media/image39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Relationship Id="rId27" Type="http://schemas.openxmlformats.org/officeDocument/2006/relationships/image" Target="../media/image48.png"/><Relationship Id="rId30" Type="http://schemas.openxmlformats.org/officeDocument/2006/relationships/customXml" Target="../ink/ink73.xml"/><Relationship Id="rId35" Type="http://schemas.openxmlformats.org/officeDocument/2006/relationships/image" Target="../media/image52.png"/><Relationship Id="rId43" Type="http://schemas.openxmlformats.org/officeDocument/2006/relationships/image" Target="../media/image62.png"/><Relationship Id="rId48" Type="http://schemas.openxmlformats.org/officeDocument/2006/relationships/customXml" Target="../ink/ink82.xml"/><Relationship Id="rId56" Type="http://schemas.openxmlformats.org/officeDocument/2006/relationships/customXml" Target="../ink/ink86.xml"/><Relationship Id="rId8" Type="http://schemas.openxmlformats.org/officeDocument/2006/relationships/customXml" Target="../ink/ink62.xml"/><Relationship Id="rId51" Type="http://schemas.openxmlformats.org/officeDocument/2006/relationships/image" Target="../media/image66.png"/><Relationship Id="rId3" Type="http://schemas.openxmlformats.org/officeDocument/2006/relationships/image" Target="../media/image36.png"/><Relationship Id="rId12" Type="http://schemas.openxmlformats.org/officeDocument/2006/relationships/customXml" Target="../ink/ink64.xml"/><Relationship Id="rId17" Type="http://schemas.openxmlformats.org/officeDocument/2006/relationships/image" Target="../media/image43.png"/><Relationship Id="rId25" Type="http://schemas.openxmlformats.org/officeDocument/2006/relationships/image" Target="../media/image47.png"/><Relationship Id="rId33" Type="http://schemas.openxmlformats.org/officeDocument/2006/relationships/image" Target="../media/image51.png"/><Relationship Id="rId38" Type="http://schemas.openxmlformats.org/officeDocument/2006/relationships/customXml" Target="../ink/ink77.xml"/><Relationship Id="rId46" Type="http://schemas.openxmlformats.org/officeDocument/2006/relationships/customXml" Target="../ink/ink81.xml"/><Relationship Id="rId59" Type="http://schemas.openxmlformats.org/officeDocument/2006/relationships/image" Target="../media/image70.png"/><Relationship Id="rId20" Type="http://schemas.openxmlformats.org/officeDocument/2006/relationships/customXml" Target="../ink/ink68.xml"/><Relationship Id="rId41" Type="http://schemas.openxmlformats.org/officeDocument/2006/relationships/image" Target="../media/image61.png"/><Relationship Id="rId54" Type="http://schemas.openxmlformats.org/officeDocument/2006/relationships/customXml" Target="../ink/ink8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.xml"/><Relationship Id="rId15" Type="http://schemas.openxmlformats.org/officeDocument/2006/relationships/image" Target="../media/image42.png"/><Relationship Id="rId23" Type="http://schemas.openxmlformats.org/officeDocument/2006/relationships/image" Target="../media/image46.png"/><Relationship Id="rId28" Type="http://schemas.openxmlformats.org/officeDocument/2006/relationships/customXml" Target="../ink/ink72.xml"/><Relationship Id="rId36" Type="http://schemas.openxmlformats.org/officeDocument/2006/relationships/customXml" Target="../ink/ink76.xml"/><Relationship Id="rId49" Type="http://schemas.openxmlformats.org/officeDocument/2006/relationships/image" Target="../media/image65.png"/><Relationship Id="rId57" Type="http://schemas.openxmlformats.org/officeDocument/2006/relationships/image" Target="../media/image69.png"/><Relationship Id="rId10" Type="http://schemas.openxmlformats.org/officeDocument/2006/relationships/customXml" Target="../ink/ink63.xml"/><Relationship Id="rId31" Type="http://schemas.openxmlformats.org/officeDocument/2006/relationships/image" Target="../media/image50.png"/><Relationship Id="rId44" Type="http://schemas.openxmlformats.org/officeDocument/2006/relationships/customXml" Target="../ink/ink80.xml"/><Relationship Id="rId52" Type="http://schemas.openxmlformats.org/officeDocument/2006/relationships/customXml" Target="../ink/ink84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0.xml"/><Relationship Id="rId117" Type="http://schemas.openxmlformats.org/officeDocument/2006/relationships/image" Target="../media/image109.png"/><Relationship Id="rId21" Type="http://schemas.openxmlformats.org/officeDocument/2006/relationships/image" Target="../media/image45.png"/><Relationship Id="rId42" Type="http://schemas.openxmlformats.org/officeDocument/2006/relationships/customXml" Target="../ink/ink108.xml"/><Relationship Id="rId47" Type="http://schemas.openxmlformats.org/officeDocument/2006/relationships/image" Target="../media/image74.png"/><Relationship Id="rId63" Type="http://schemas.openxmlformats.org/officeDocument/2006/relationships/image" Target="../media/image82.png"/><Relationship Id="rId68" Type="http://schemas.openxmlformats.org/officeDocument/2006/relationships/customXml" Target="../ink/ink121.xml"/><Relationship Id="rId84" Type="http://schemas.openxmlformats.org/officeDocument/2006/relationships/customXml" Target="../ink/ink129.xml"/><Relationship Id="rId89" Type="http://schemas.openxmlformats.org/officeDocument/2006/relationships/image" Target="../media/image95.png"/><Relationship Id="rId112" Type="http://schemas.openxmlformats.org/officeDocument/2006/relationships/customXml" Target="../ink/ink143.xml"/><Relationship Id="rId16" Type="http://schemas.openxmlformats.org/officeDocument/2006/relationships/customXml" Target="../ink/ink95.xml"/><Relationship Id="rId107" Type="http://schemas.openxmlformats.org/officeDocument/2006/relationships/image" Target="../media/image104.png"/><Relationship Id="rId11" Type="http://schemas.openxmlformats.org/officeDocument/2006/relationships/image" Target="../media/image40.png"/><Relationship Id="rId32" Type="http://schemas.openxmlformats.org/officeDocument/2006/relationships/customXml" Target="../ink/ink103.xml"/><Relationship Id="rId37" Type="http://schemas.openxmlformats.org/officeDocument/2006/relationships/image" Target="../media/image59.png"/><Relationship Id="rId53" Type="http://schemas.openxmlformats.org/officeDocument/2006/relationships/image" Target="../media/image77.png"/><Relationship Id="rId58" Type="http://schemas.openxmlformats.org/officeDocument/2006/relationships/customXml" Target="../ink/ink116.xml"/><Relationship Id="rId74" Type="http://schemas.openxmlformats.org/officeDocument/2006/relationships/customXml" Target="../ink/ink124.xml"/><Relationship Id="rId79" Type="http://schemas.openxmlformats.org/officeDocument/2006/relationships/image" Target="../media/image90.png"/><Relationship Id="rId102" Type="http://schemas.openxmlformats.org/officeDocument/2006/relationships/customXml" Target="../ink/ink138.xml"/><Relationship Id="rId5" Type="http://schemas.openxmlformats.org/officeDocument/2006/relationships/image" Target="../media/image37.png"/><Relationship Id="rId90" Type="http://schemas.openxmlformats.org/officeDocument/2006/relationships/customXml" Target="../ink/ink132.xml"/><Relationship Id="rId95" Type="http://schemas.openxmlformats.org/officeDocument/2006/relationships/image" Target="../media/image98.png"/><Relationship Id="rId22" Type="http://schemas.openxmlformats.org/officeDocument/2006/relationships/customXml" Target="../ink/ink98.xml"/><Relationship Id="rId27" Type="http://schemas.openxmlformats.org/officeDocument/2006/relationships/image" Target="../media/image48.png"/><Relationship Id="rId43" Type="http://schemas.openxmlformats.org/officeDocument/2006/relationships/image" Target="../media/image72.png"/><Relationship Id="rId48" Type="http://schemas.openxmlformats.org/officeDocument/2006/relationships/customXml" Target="../ink/ink111.xml"/><Relationship Id="rId64" Type="http://schemas.openxmlformats.org/officeDocument/2006/relationships/customXml" Target="../ink/ink119.xml"/><Relationship Id="rId69" Type="http://schemas.openxmlformats.org/officeDocument/2006/relationships/image" Target="../media/image85.png"/><Relationship Id="rId113" Type="http://schemas.openxmlformats.org/officeDocument/2006/relationships/image" Target="../media/image107.png"/><Relationship Id="rId80" Type="http://schemas.openxmlformats.org/officeDocument/2006/relationships/customXml" Target="../ink/ink127.xml"/><Relationship Id="rId85" Type="http://schemas.openxmlformats.org/officeDocument/2006/relationships/image" Target="../media/image93.png"/><Relationship Id="rId12" Type="http://schemas.openxmlformats.org/officeDocument/2006/relationships/customXml" Target="../ink/ink93.xml"/><Relationship Id="rId17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customXml" Target="../ink/ink106.xml"/><Relationship Id="rId59" Type="http://schemas.openxmlformats.org/officeDocument/2006/relationships/image" Target="../media/image80.png"/><Relationship Id="rId103" Type="http://schemas.openxmlformats.org/officeDocument/2006/relationships/image" Target="../media/image102.png"/><Relationship Id="rId108" Type="http://schemas.openxmlformats.org/officeDocument/2006/relationships/customXml" Target="../ink/ink141.xml"/><Relationship Id="rId54" Type="http://schemas.openxmlformats.org/officeDocument/2006/relationships/customXml" Target="../ink/ink114.xml"/><Relationship Id="rId70" Type="http://schemas.openxmlformats.org/officeDocument/2006/relationships/customXml" Target="../ink/ink122.xml"/><Relationship Id="rId75" Type="http://schemas.openxmlformats.org/officeDocument/2006/relationships/image" Target="../media/image88.png"/><Relationship Id="rId91" Type="http://schemas.openxmlformats.org/officeDocument/2006/relationships/image" Target="../media/image96.png"/><Relationship Id="rId96" Type="http://schemas.openxmlformats.org/officeDocument/2006/relationships/customXml" Target="../ink/ink1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0.xml"/><Relationship Id="rId23" Type="http://schemas.openxmlformats.org/officeDocument/2006/relationships/image" Target="../media/image46.png"/><Relationship Id="rId28" Type="http://schemas.openxmlformats.org/officeDocument/2006/relationships/customXml" Target="../ink/ink101.xml"/><Relationship Id="rId49" Type="http://schemas.openxmlformats.org/officeDocument/2006/relationships/image" Target="../media/image75.png"/><Relationship Id="rId114" Type="http://schemas.openxmlformats.org/officeDocument/2006/relationships/customXml" Target="../ink/ink144.xml"/><Relationship Id="rId10" Type="http://schemas.openxmlformats.org/officeDocument/2006/relationships/customXml" Target="../ink/ink92.xml"/><Relationship Id="rId31" Type="http://schemas.openxmlformats.org/officeDocument/2006/relationships/image" Target="../media/image50.png"/><Relationship Id="rId44" Type="http://schemas.openxmlformats.org/officeDocument/2006/relationships/customXml" Target="../ink/ink109.xml"/><Relationship Id="rId52" Type="http://schemas.openxmlformats.org/officeDocument/2006/relationships/customXml" Target="../ink/ink113.xml"/><Relationship Id="rId60" Type="http://schemas.openxmlformats.org/officeDocument/2006/relationships/customXml" Target="../ink/ink117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126.xml"/><Relationship Id="rId81" Type="http://schemas.openxmlformats.org/officeDocument/2006/relationships/image" Target="../media/image91.png"/><Relationship Id="rId86" Type="http://schemas.openxmlformats.org/officeDocument/2006/relationships/customXml" Target="../ink/ink130.xml"/><Relationship Id="rId94" Type="http://schemas.openxmlformats.org/officeDocument/2006/relationships/customXml" Target="../ink/ink134.xml"/><Relationship Id="rId99" Type="http://schemas.openxmlformats.org/officeDocument/2006/relationships/image" Target="../media/image100.png"/><Relationship Id="rId101" Type="http://schemas.openxmlformats.org/officeDocument/2006/relationships/image" Target="../media/image101.png"/><Relationship Id="rId4" Type="http://schemas.openxmlformats.org/officeDocument/2006/relationships/customXml" Target="../ink/ink89.xml"/><Relationship Id="rId9" Type="http://schemas.openxmlformats.org/officeDocument/2006/relationships/image" Target="../media/image39.png"/><Relationship Id="rId13" Type="http://schemas.openxmlformats.org/officeDocument/2006/relationships/image" Target="../media/image41.png"/><Relationship Id="rId18" Type="http://schemas.openxmlformats.org/officeDocument/2006/relationships/customXml" Target="../ink/ink96.xml"/><Relationship Id="rId39" Type="http://schemas.openxmlformats.org/officeDocument/2006/relationships/image" Target="../media/image64.png"/><Relationship Id="rId109" Type="http://schemas.openxmlformats.org/officeDocument/2006/relationships/image" Target="../media/image105.png"/><Relationship Id="rId34" Type="http://schemas.openxmlformats.org/officeDocument/2006/relationships/customXml" Target="../ink/ink104.xml"/><Relationship Id="rId50" Type="http://schemas.openxmlformats.org/officeDocument/2006/relationships/customXml" Target="../ink/ink112.xml"/><Relationship Id="rId55" Type="http://schemas.openxmlformats.org/officeDocument/2006/relationships/image" Target="../media/image78.png"/><Relationship Id="rId76" Type="http://schemas.openxmlformats.org/officeDocument/2006/relationships/customXml" Target="../ink/ink125.xml"/><Relationship Id="rId97" Type="http://schemas.openxmlformats.org/officeDocument/2006/relationships/image" Target="../media/image99.png"/><Relationship Id="rId104" Type="http://schemas.openxmlformats.org/officeDocument/2006/relationships/customXml" Target="../ink/ink139.xml"/><Relationship Id="rId7" Type="http://schemas.openxmlformats.org/officeDocument/2006/relationships/image" Target="../media/image38.png"/><Relationship Id="rId71" Type="http://schemas.openxmlformats.org/officeDocument/2006/relationships/image" Target="../media/image86.png"/><Relationship Id="rId92" Type="http://schemas.openxmlformats.org/officeDocument/2006/relationships/customXml" Target="../ink/ink133.xml"/><Relationship Id="rId2" Type="http://schemas.openxmlformats.org/officeDocument/2006/relationships/customXml" Target="../ink/ink88.xml"/><Relationship Id="rId29" Type="http://schemas.openxmlformats.org/officeDocument/2006/relationships/image" Target="../media/image49.png"/><Relationship Id="rId24" Type="http://schemas.openxmlformats.org/officeDocument/2006/relationships/customXml" Target="../ink/ink99.xml"/><Relationship Id="rId40" Type="http://schemas.openxmlformats.org/officeDocument/2006/relationships/customXml" Target="../ink/ink107.xml"/><Relationship Id="rId45" Type="http://schemas.openxmlformats.org/officeDocument/2006/relationships/image" Target="../media/image73.png"/><Relationship Id="rId66" Type="http://schemas.openxmlformats.org/officeDocument/2006/relationships/customXml" Target="../ink/ink120.xml"/><Relationship Id="rId87" Type="http://schemas.openxmlformats.org/officeDocument/2006/relationships/image" Target="../media/image94.png"/><Relationship Id="rId110" Type="http://schemas.openxmlformats.org/officeDocument/2006/relationships/customXml" Target="../ink/ink142.xml"/><Relationship Id="rId115" Type="http://schemas.openxmlformats.org/officeDocument/2006/relationships/image" Target="../media/image108.png"/><Relationship Id="rId61" Type="http://schemas.openxmlformats.org/officeDocument/2006/relationships/image" Target="../media/image81.png"/><Relationship Id="rId82" Type="http://schemas.openxmlformats.org/officeDocument/2006/relationships/customXml" Target="../ink/ink128.xml"/><Relationship Id="rId19" Type="http://schemas.openxmlformats.org/officeDocument/2006/relationships/image" Target="../media/image44.png"/><Relationship Id="rId14" Type="http://schemas.openxmlformats.org/officeDocument/2006/relationships/customXml" Target="../ink/ink94.xml"/><Relationship Id="rId30" Type="http://schemas.openxmlformats.org/officeDocument/2006/relationships/customXml" Target="../ink/ink102.xml"/><Relationship Id="rId35" Type="http://schemas.openxmlformats.org/officeDocument/2006/relationships/image" Target="../media/image52.png"/><Relationship Id="rId56" Type="http://schemas.openxmlformats.org/officeDocument/2006/relationships/customXml" Target="../ink/ink115.xml"/><Relationship Id="rId77" Type="http://schemas.openxmlformats.org/officeDocument/2006/relationships/image" Target="../media/image89.png"/><Relationship Id="rId100" Type="http://schemas.openxmlformats.org/officeDocument/2006/relationships/customXml" Target="../ink/ink137.xml"/><Relationship Id="rId105" Type="http://schemas.openxmlformats.org/officeDocument/2006/relationships/image" Target="../media/image103.png"/><Relationship Id="rId8" Type="http://schemas.openxmlformats.org/officeDocument/2006/relationships/customXml" Target="../ink/ink91.xml"/><Relationship Id="rId51" Type="http://schemas.openxmlformats.org/officeDocument/2006/relationships/image" Target="../media/image76.png"/><Relationship Id="rId72" Type="http://schemas.openxmlformats.org/officeDocument/2006/relationships/customXml" Target="../ink/ink123.xml"/><Relationship Id="rId93" Type="http://schemas.openxmlformats.org/officeDocument/2006/relationships/image" Target="../media/image97.png"/><Relationship Id="rId98" Type="http://schemas.openxmlformats.org/officeDocument/2006/relationships/customXml" Target="../ink/ink136.xml"/><Relationship Id="rId3" Type="http://schemas.openxmlformats.org/officeDocument/2006/relationships/image" Target="../media/image36.png"/><Relationship Id="rId25" Type="http://schemas.openxmlformats.org/officeDocument/2006/relationships/image" Target="../media/image47.png"/><Relationship Id="rId46" Type="http://schemas.openxmlformats.org/officeDocument/2006/relationships/customXml" Target="../ink/ink110.xml"/><Relationship Id="rId67" Type="http://schemas.openxmlformats.org/officeDocument/2006/relationships/image" Target="../media/image84.png"/><Relationship Id="rId116" Type="http://schemas.openxmlformats.org/officeDocument/2006/relationships/customXml" Target="../ink/ink145.xml"/><Relationship Id="rId20" Type="http://schemas.openxmlformats.org/officeDocument/2006/relationships/customXml" Target="../ink/ink97.xml"/><Relationship Id="rId41" Type="http://schemas.openxmlformats.org/officeDocument/2006/relationships/image" Target="../media/image71.png"/><Relationship Id="rId62" Type="http://schemas.openxmlformats.org/officeDocument/2006/relationships/customXml" Target="../ink/ink118.xml"/><Relationship Id="rId83" Type="http://schemas.openxmlformats.org/officeDocument/2006/relationships/image" Target="../media/image92.png"/><Relationship Id="rId88" Type="http://schemas.openxmlformats.org/officeDocument/2006/relationships/customXml" Target="../ink/ink131.xml"/><Relationship Id="rId111" Type="http://schemas.openxmlformats.org/officeDocument/2006/relationships/image" Target="../media/image106.png"/><Relationship Id="rId15" Type="http://schemas.openxmlformats.org/officeDocument/2006/relationships/image" Target="../media/image42.png"/><Relationship Id="rId36" Type="http://schemas.openxmlformats.org/officeDocument/2006/relationships/customXml" Target="../ink/ink105.xml"/><Relationship Id="rId57" Type="http://schemas.openxmlformats.org/officeDocument/2006/relationships/image" Target="../media/image79.png"/><Relationship Id="rId106" Type="http://schemas.openxmlformats.org/officeDocument/2006/relationships/customXml" Target="../ink/ink140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8.xml"/><Relationship Id="rId21" Type="http://schemas.openxmlformats.org/officeDocument/2006/relationships/image" Target="../media/image117.png"/><Relationship Id="rId42" Type="http://schemas.openxmlformats.org/officeDocument/2006/relationships/customXml" Target="../ink/ink166.xml"/><Relationship Id="rId47" Type="http://schemas.openxmlformats.org/officeDocument/2006/relationships/image" Target="../media/image130.png"/><Relationship Id="rId63" Type="http://schemas.openxmlformats.org/officeDocument/2006/relationships/image" Target="../media/image138.png"/><Relationship Id="rId68" Type="http://schemas.openxmlformats.org/officeDocument/2006/relationships/customXml" Target="../ink/ink179.xml"/><Relationship Id="rId7" Type="http://schemas.openxmlformats.org/officeDocument/2006/relationships/image" Target="../media/image110.png"/><Relationship Id="rId71" Type="http://schemas.openxmlformats.org/officeDocument/2006/relationships/image" Target="../media/image142.png"/><Relationship Id="rId2" Type="http://schemas.openxmlformats.org/officeDocument/2006/relationships/customXml" Target="../ink/ink146.xml"/><Relationship Id="rId16" Type="http://schemas.openxmlformats.org/officeDocument/2006/relationships/customXml" Target="../ink/ink153.xml"/><Relationship Id="rId29" Type="http://schemas.openxmlformats.org/officeDocument/2006/relationships/image" Target="../media/image121.png"/><Relationship Id="rId11" Type="http://schemas.openxmlformats.org/officeDocument/2006/relationships/image" Target="../media/image112.png"/><Relationship Id="rId24" Type="http://schemas.openxmlformats.org/officeDocument/2006/relationships/customXml" Target="../ink/ink157.xml"/><Relationship Id="rId32" Type="http://schemas.openxmlformats.org/officeDocument/2006/relationships/customXml" Target="../ink/ink161.xml"/><Relationship Id="rId37" Type="http://schemas.openxmlformats.org/officeDocument/2006/relationships/image" Target="../media/image125.png"/><Relationship Id="rId40" Type="http://schemas.openxmlformats.org/officeDocument/2006/relationships/customXml" Target="../ink/ink165.xml"/><Relationship Id="rId45" Type="http://schemas.openxmlformats.org/officeDocument/2006/relationships/image" Target="../media/image129.png"/><Relationship Id="rId53" Type="http://schemas.openxmlformats.org/officeDocument/2006/relationships/image" Target="../media/image133.png"/><Relationship Id="rId58" Type="http://schemas.openxmlformats.org/officeDocument/2006/relationships/customXml" Target="../ink/ink174.xml"/><Relationship Id="rId66" Type="http://schemas.openxmlformats.org/officeDocument/2006/relationships/customXml" Target="../ink/ink178.xml"/><Relationship Id="rId5" Type="http://schemas.openxmlformats.org/officeDocument/2006/relationships/image" Target="../media/image58.png"/><Relationship Id="rId61" Type="http://schemas.openxmlformats.org/officeDocument/2006/relationships/image" Target="../media/image137.png"/><Relationship Id="rId19" Type="http://schemas.openxmlformats.org/officeDocument/2006/relationships/image" Target="../media/image116.png"/><Relationship Id="rId14" Type="http://schemas.openxmlformats.org/officeDocument/2006/relationships/customXml" Target="../ink/ink152.xml"/><Relationship Id="rId22" Type="http://schemas.openxmlformats.org/officeDocument/2006/relationships/customXml" Target="../ink/ink156.xml"/><Relationship Id="rId27" Type="http://schemas.openxmlformats.org/officeDocument/2006/relationships/image" Target="../media/image120.png"/><Relationship Id="rId30" Type="http://schemas.openxmlformats.org/officeDocument/2006/relationships/customXml" Target="../ink/ink160.xml"/><Relationship Id="rId35" Type="http://schemas.openxmlformats.org/officeDocument/2006/relationships/image" Target="../media/image124.png"/><Relationship Id="rId43" Type="http://schemas.openxmlformats.org/officeDocument/2006/relationships/image" Target="../media/image128.png"/><Relationship Id="rId48" Type="http://schemas.openxmlformats.org/officeDocument/2006/relationships/customXml" Target="../ink/ink169.xml"/><Relationship Id="rId56" Type="http://schemas.openxmlformats.org/officeDocument/2006/relationships/customXml" Target="../ink/ink173.xml"/><Relationship Id="rId64" Type="http://schemas.openxmlformats.org/officeDocument/2006/relationships/customXml" Target="../ink/ink177.xml"/><Relationship Id="rId69" Type="http://schemas.openxmlformats.org/officeDocument/2006/relationships/image" Target="../media/image141.png"/><Relationship Id="rId8" Type="http://schemas.openxmlformats.org/officeDocument/2006/relationships/customXml" Target="../ink/ink149.xml"/><Relationship Id="rId51" Type="http://schemas.openxmlformats.org/officeDocument/2006/relationships/image" Target="../media/image132.png"/><Relationship Id="rId3" Type="http://schemas.openxmlformats.org/officeDocument/2006/relationships/image" Target="../media/image51.png"/><Relationship Id="rId12" Type="http://schemas.openxmlformats.org/officeDocument/2006/relationships/customXml" Target="../ink/ink151.xml"/><Relationship Id="rId17" Type="http://schemas.openxmlformats.org/officeDocument/2006/relationships/image" Target="../media/image115.png"/><Relationship Id="rId25" Type="http://schemas.openxmlformats.org/officeDocument/2006/relationships/image" Target="../media/image119.png"/><Relationship Id="rId33" Type="http://schemas.openxmlformats.org/officeDocument/2006/relationships/image" Target="../media/image123.png"/><Relationship Id="rId38" Type="http://schemas.openxmlformats.org/officeDocument/2006/relationships/customXml" Target="../ink/ink164.xml"/><Relationship Id="rId46" Type="http://schemas.openxmlformats.org/officeDocument/2006/relationships/customXml" Target="../ink/ink168.xml"/><Relationship Id="rId59" Type="http://schemas.openxmlformats.org/officeDocument/2006/relationships/image" Target="../media/image136.png"/><Relationship Id="rId67" Type="http://schemas.openxmlformats.org/officeDocument/2006/relationships/image" Target="../media/image140.png"/><Relationship Id="rId20" Type="http://schemas.openxmlformats.org/officeDocument/2006/relationships/customXml" Target="../ink/ink155.xml"/><Relationship Id="rId41" Type="http://schemas.openxmlformats.org/officeDocument/2006/relationships/image" Target="../media/image127.png"/><Relationship Id="rId54" Type="http://schemas.openxmlformats.org/officeDocument/2006/relationships/customXml" Target="../ink/ink172.xml"/><Relationship Id="rId62" Type="http://schemas.openxmlformats.org/officeDocument/2006/relationships/customXml" Target="../ink/ink176.xml"/><Relationship Id="rId70" Type="http://schemas.openxmlformats.org/officeDocument/2006/relationships/customXml" Target="../ink/ink18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8.xml"/><Relationship Id="rId15" Type="http://schemas.openxmlformats.org/officeDocument/2006/relationships/image" Target="../media/image114.png"/><Relationship Id="rId23" Type="http://schemas.openxmlformats.org/officeDocument/2006/relationships/image" Target="../media/image118.png"/><Relationship Id="rId28" Type="http://schemas.openxmlformats.org/officeDocument/2006/relationships/customXml" Target="../ink/ink159.xml"/><Relationship Id="rId36" Type="http://schemas.openxmlformats.org/officeDocument/2006/relationships/customXml" Target="../ink/ink163.xml"/><Relationship Id="rId49" Type="http://schemas.openxmlformats.org/officeDocument/2006/relationships/image" Target="../media/image131.png"/><Relationship Id="rId57" Type="http://schemas.openxmlformats.org/officeDocument/2006/relationships/image" Target="../media/image135.png"/><Relationship Id="rId10" Type="http://schemas.openxmlformats.org/officeDocument/2006/relationships/customXml" Target="../ink/ink150.xml"/><Relationship Id="rId31" Type="http://schemas.openxmlformats.org/officeDocument/2006/relationships/image" Target="../media/image122.png"/><Relationship Id="rId44" Type="http://schemas.openxmlformats.org/officeDocument/2006/relationships/customXml" Target="../ink/ink167.xml"/><Relationship Id="rId52" Type="http://schemas.openxmlformats.org/officeDocument/2006/relationships/customXml" Target="../ink/ink171.xml"/><Relationship Id="rId60" Type="http://schemas.openxmlformats.org/officeDocument/2006/relationships/customXml" Target="../ink/ink175.xml"/><Relationship Id="rId65" Type="http://schemas.openxmlformats.org/officeDocument/2006/relationships/image" Target="../media/image139.png"/><Relationship Id="rId4" Type="http://schemas.openxmlformats.org/officeDocument/2006/relationships/customXml" Target="../ink/ink147.xml"/><Relationship Id="rId9" Type="http://schemas.openxmlformats.org/officeDocument/2006/relationships/image" Target="../media/image111.png"/><Relationship Id="rId13" Type="http://schemas.openxmlformats.org/officeDocument/2006/relationships/image" Target="../media/image113.png"/><Relationship Id="rId18" Type="http://schemas.openxmlformats.org/officeDocument/2006/relationships/customXml" Target="../ink/ink154.xml"/><Relationship Id="rId39" Type="http://schemas.openxmlformats.org/officeDocument/2006/relationships/image" Target="../media/image126.png"/><Relationship Id="rId34" Type="http://schemas.openxmlformats.org/officeDocument/2006/relationships/customXml" Target="../ink/ink162.xml"/><Relationship Id="rId50" Type="http://schemas.openxmlformats.org/officeDocument/2006/relationships/customXml" Target="../ink/ink170.xml"/><Relationship Id="rId55" Type="http://schemas.openxmlformats.org/officeDocument/2006/relationships/image" Target="../media/image1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customXml" Target="../ink/ink18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customXml" Target="../ink/ink18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</a:t>
            </a:r>
            <a:r>
              <a:rPr lang="en-US" sz="3600" b="1" dirty="0">
                <a:solidFill>
                  <a:srgbClr val="FF0000"/>
                </a:solidFill>
              </a:rPr>
              <a:t>Seminar 1</a:t>
            </a:r>
            <a:r>
              <a:rPr lang="ro-RO" sz="3600" b="1" dirty="0">
                <a:solidFill>
                  <a:srgbClr val="FF0000"/>
                </a:solidFill>
              </a:rPr>
              <a:t>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C1</a:t>
            </a:r>
            <a:r>
              <a:rPr lang="en-US" sz="3600" b="1" dirty="0">
                <a:solidFill>
                  <a:srgbClr val="FF0000"/>
                </a:solidFill>
              </a:rPr>
              <a:t> – </a:t>
            </a:r>
            <a:r>
              <a:rPr lang="en-US" sz="3600" b="1" dirty="0" err="1">
                <a:solidFill>
                  <a:srgbClr val="FF0000"/>
                </a:solidFill>
              </a:rPr>
              <a:t>grupa</a:t>
            </a:r>
            <a:r>
              <a:rPr lang="en-US" sz="3600" b="1" dirty="0">
                <a:solidFill>
                  <a:srgbClr val="FF0000"/>
                </a:solidFill>
              </a:rPr>
              <a:t> 1</a:t>
            </a:r>
            <a:endParaRPr lang="ro-RO" sz="3600" b="1" dirty="0">
              <a:solidFill>
                <a:srgbClr val="FF0000"/>
              </a:solidFill>
            </a:endParaRP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1         </a:t>
            </a:r>
            <a:r>
              <a:rPr lang="en-US" sz="3200" b="1" dirty="0">
                <a:solidFill>
                  <a:srgbClr val="0000FF"/>
                </a:solidFill>
              </a:rPr>
              <a:t>01</a:t>
            </a:r>
            <a:r>
              <a:rPr lang="ro-RO" sz="3200" b="1" dirty="0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12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>
                <a:solidFill>
                  <a:srgbClr val="0000FF"/>
                </a:solidFill>
              </a:rPr>
              <a:t>14</a:t>
            </a:r>
            <a:r>
              <a:rPr lang="ro-RO" sz="3200" b="1">
                <a:solidFill>
                  <a:srgbClr val="0000FF"/>
                </a:solidFill>
              </a:rPr>
              <a:t>:00</a:t>
            </a:r>
            <a:endParaRPr lang="ro-RO" sz="3200" b="1" dirty="0">
              <a:solidFill>
                <a:srgbClr val="0000FF"/>
              </a:solidFill>
            </a:endParaRP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94406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6FE9B4ED-CBDF-40B7-91ED-87D7E7EA928E}"/>
                  </a:ext>
                </a:extLst>
              </p14:cNvPr>
              <p14:cNvContentPartPr/>
              <p14:nvPr/>
            </p14:nvContentPartPr>
            <p14:xfrm>
              <a:off x="1847709" y="2605225"/>
              <a:ext cx="169560" cy="129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6FE9B4ED-CBDF-40B7-91ED-87D7E7EA9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0069" y="2587225"/>
                <a:ext cx="2052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8F0C17F-ACAD-410B-AC74-A331CBFE3BA3}"/>
                  </a:ext>
                </a:extLst>
              </p14:cNvPr>
              <p14:cNvContentPartPr/>
              <p14:nvPr/>
            </p14:nvContentPartPr>
            <p14:xfrm>
              <a:off x="1867149" y="2708905"/>
              <a:ext cx="144720" cy="64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8F0C17F-ACAD-410B-AC74-A331CBFE3B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9149" y="2691265"/>
                <a:ext cx="1803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D03B26D4-095F-4F90-8CD4-193682F5DBFA}"/>
                  </a:ext>
                </a:extLst>
              </p14:cNvPr>
              <p14:cNvContentPartPr/>
              <p14:nvPr/>
            </p14:nvContentPartPr>
            <p14:xfrm>
              <a:off x="610749" y="2564545"/>
              <a:ext cx="896400" cy="387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D03B26D4-095F-4F90-8CD4-193682F5DB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109" y="2546545"/>
                <a:ext cx="93204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1A9A3D4B-CDC0-4B6F-B198-4E3693B411F9}"/>
                  </a:ext>
                </a:extLst>
              </p14:cNvPr>
              <p14:cNvContentPartPr/>
              <p14:nvPr/>
            </p14:nvContentPartPr>
            <p14:xfrm>
              <a:off x="2276109" y="2294545"/>
              <a:ext cx="365400" cy="4719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1A9A3D4B-CDC0-4B6F-B198-4E3693B411F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58469" y="2276892"/>
                <a:ext cx="401040" cy="507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32E314EB-F1AB-4192-83EB-183E12AA410F}"/>
                  </a:ext>
                </a:extLst>
              </p14:cNvPr>
              <p14:cNvContentPartPr/>
              <p14:nvPr/>
            </p14:nvContentPartPr>
            <p14:xfrm>
              <a:off x="2824389" y="2603065"/>
              <a:ext cx="218880" cy="576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32E314EB-F1AB-4192-83EB-183E12AA41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06749" y="2585065"/>
                <a:ext cx="2545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1DDEF7B9-8F91-43FF-883A-D0414B76B8C2}"/>
                  </a:ext>
                </a:extLst>
              </p14:cNvPr>
              <p14:cNvContentPartPr/>
              <p14:nvPr/>
            </p14:nvContentPartPr>
            <p14:xfrm>
              <a:off x="3216429" y="2490385"/>
              <a:ext cx="151560" cy="2264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1DDEF7B9-8F91-43FF-883A-D0414B76B8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98429" y="2472385"/>
                <a:ext cx="18720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5C5D1AD6-28B4-4CA7-B113-5EF93780644F}"/>
                  </a:ext>
                </a:extLst>
              </p14:cNvPr>
              <p14:cNvContentPartPr/>
              <p14:nvPr/>
            </p14:nvContentPartPr>
            <p14:xfrm>
              <a:off x="3695949" y="2428465"/>
              <a:ext cx="738000" cy="2880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5C5D1AD6-28B4-4CA7-B113-5EF93780644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77949" y="2410825"/>
                <a:ext cx="7736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91331044-DAC9-449D-BD11-EE1BE30E173C}"/>
                  </a:ext>
                </a:extLst>
              </p14:cNvPr>
              <p14:cNvContentPartPr/>
              <p14:nvPr/>
            </p14:nvContentPartPr>
            <p14:xfrm>
              <a:off x="1900629" y="3392545"/>
              <a:ext cx="218520" cy="72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91331044-DAC9-449D-BD11-EE1BE30E17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82629" y="3374905"/>
                <a:ext cx="2541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4A74AEFB-35F7-46C2-8682-712B15EDC0E6}"/>
                  </a:ext>
                </a:extLst>
              </p14:cNvPr>
              <p14:cNvContentPartPr/>
              <p14:nvPr/>
            </p14:nvContentPartPr>
            <p14:xfrm>
              <a:off x="1958229" y="3493705"/>
              <a:ext cx="167400" cy="194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4A74AEFB-35F7-46C2-8682-712B15EDC0E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40589" y="3476065"/>
                <a:ext cx="2030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341955C0-8C56-45AF-B028-1C00E7FEB580}"/>
                  </a:ext>
                </a:extLst>
              </p14:cNvPr>
              <p14:cNvContentPartPr/>
              <p14:nvPr/>
            </p14:nvContentPartPr>
            <p14:xfrm>
              <a:off x="654309" y="3176185"/>
              <a:ext cx="1015560" cy="4316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341955C0-8C56-45AF-B028-1C00E7FEB5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6309" y="3158545"/>
                <a:ext cx="105120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F0A4BA3-4464-46AD-9D69-2317E2EE0988}"/>
                  </a:ext>
                </a:extLst>
              </p14:cNvPr>
              <p14:cNvContentPartPr/>
              <p14:nvPr/>
            </p14:nvContentPartPr>
            <p14:xfrm>
              <a:off x="3885309" y="3164305"/>
              <a:ext cx="241920" cy="3020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F0A4BA3-4464-46AD-9D69-2317E2EE098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67309" y="3146665"/>
                <a:ext cx="27756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0355CD09-CD25-4445-B759-938209522223}"/>
                  </a:ext>
                </a:extLst>
              </p14:cNvPr>
              <p14:cNvContentPartPr/>
              <p14:nvPr/>
            </p14:nvContentPartPr>
            <p14:xfrm>
              <a:off x="4393629" y="3213265"/>
              <a:ext cx="237240" cy="82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0355CD09-CD25-4445-B759-93820952222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75629" y="3195625"/>
                <a:ext cx="272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17B8E411-BCA6-4770-9B73-60A45E8C1A73}"/>
                  </a:ext>
                </a:extLst>
              </p14:cNvPr>
              <p14:cNvContentPartPr/>
              <p14:nvPr/>
            </p14:nvContentPartPr>
            <p14:xfrm>
              <a:off x="4475349" y="3329905"/>
              <a:ext cx="131040" cy="284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17B8E411-BCA6-4770-9B73-60A45E8C1A7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457709" y="3312265"/>
                <a:ext cx="1666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9A1F648F-F272-4FEA-8598-9E1793AA45F7}"/>
                  </a:ext>
                </a:extLst>
              </p14:cNvPr>
              <p14:cNvContentPartPr/>
              <p14:nvPr/>
            </p14:nvContentPartPr>
            <p14:xfrm>
              <a:off x="6217749" y="3079705"/>
              <a:ext cx="237600" cy="90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9A1F648F-F272-4FEA-8598-9E1793AA45F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99749" y="3062065"/>
                <a:ext cx="2732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C7F49427-01B3-4A0A-A392-7CFFC173B5EC}"/>
                  </a:ext>
                </a:extLst>
              </p14:cNvPr>
              <p14:cNvContentPartPr/>
              <p14:nvPr/>
            </p14:nvContentPartPr>
            <p14:xfrm>
              <a:off x="6260949" y="3185545"/>
              <a:ext cx="289440" cy="2952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C7F49427-01B3-4A0A-A392-7CFFC173B5E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42949" y="3167905"/>
                <a:ext cx="325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8CBA7158-CDD4-4BA3-A669-6C913488B61C}"/>
                  </a:ext>
                </a:extLst>
              </p14:cNvPr>
              <p14:cNvContentPartPr/>
              <p14:nvPr/>
            </p14:nvContentPartPr>
            <p14:xfrm>
              <a:off x="6685389" y="2976025"/>
              <a:ext cx="244440" cy="353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8CBA7158-CDD4-4BA3-A669-6C913488B61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667389" y="2958025"/>
                <a:ext cx="280080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E0B2299A-3D47-4B1A-98B8-90E4F1AD5555}"/>
                  </a:ext>
                </a:extLst>
              </p14:cNvPr>
              <p14:cNvContentPartPr/>
              <p14:nvPr/>
            </p14:nvContentPartPr>
            <p14:xfrm>
              <a:off x="4980789" y="3037945"/>
              <a:ext cx="925560" cy="3553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E0B2299A-3D47-4B1A-98B8-90E4F1AD555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62789" y="3019945"/>
                <a:ext cx="96120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EEFFD5C1-7983-449B-B120-4C4846345EF6}"/>
                  </a:ext>
                </a:extLst>
              </p14:cNvPr>
              <p14:cNvContentPartPr/>
              <p14:nvPr/>
            </p14:nvContentPartPr>
            <p14:xfrm>
              <a:off x="3527469" y="3248185"/>
              <a:ext cx="198000" cy="2325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EEFFD5C1-7983-449B-B120-4C4846345EF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09469" y="3230545"/>
                <a:ext cx="2336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33DBD0DC-9B88-405E-9B3F-C55A34133DBF}"/>
                  </a:ext>
                </a:extLst>
              </p14:cNvPr>
              <p14:cNvContentPartPr/>
              <p14:nvPr/>
            </p14:nvContentPartPr>
            <p14:xfrm>
              <a:off x="2430189" y="3185545"/>
              <a:ext cx="941400" cy="3470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33DBD0DC-9B88-405E-9B3F-C55A34133DB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12189" y="3167905"/>
                <a:ext cx="9770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42776972-C410-4C4E-A228-51656A657FEC}"/>
                  </a:ext>
                </a:extLst>
              </p14:cNvPr>
              <p14:cNvContentPartPr/>
              <p14:nvPr/>
            </p14:nvContentPartPr>
            <p14:xfrm>
              <a:off x="7050429" y="3277345"/>
              <a:ext cx="208080" cy="1418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42776972-C410-4C4E-A228-51656A657FE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32429" y="3259345"/>
                <a:ext cx="2437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C12CB423-CAF3-4794-B730-D27E7F5C48A7}"/>
                  </a:ext>
                </a:extLst>
              </p14:cNvPr>
              <p14:cNvContentPartPr/>
              <p14:nvPr/>
            </p14:nvContentPartPr>
            <p14:xfrm>
              <a:off x="3204909" y="3989425"/>
              <a:ext cx="174600" cy="147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C12CB423-CAF3-4794-B730-D27E7F5C48A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187269" y="3971425"/>
                <a:ext cx="210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833664E7-B09E-459E-A192-7888804B11E1}"/>
                  </a:ext>
                </a:extLst>
              </p14:cNvPr>
              <p14:cNvContentPartPr/>
              <p14:nvPr/>
            </p14:nvContentPartPr>
            <p14:xfrm>
              <a:off x="3229029" y="4090585"/>
              <a:ext cx="131040" cy="82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833664E7-B09E-459E-A192-7888804B11E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211389" y="4072585"/>
                <a:ext cx="1666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45D64522-0C87-4407-9A55-4879AF5773B2}"/>
                  </a:ext>
                </a:extLst>
              </p14:cNvPr>
              <p14:cNvContentPartPr/>
              <p14:nvPr/>
            </p14:nvContentPartPr>
            <p14:xfrm>
              <a:off x="3743829" y="3936145"/>
              <a:ext cx="44640" cy="2250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45D64522-0C87-4407-9A55-4879AF5773B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726189" y="3918145"/>
                <a:ext cx="802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72448A0F-6A31-42D0-9FDF-8D3679F8725D}"/>
                  </a:ext>
                </a:extLst>
              </p14:cNvPr>
              <p14:cNvContentPartPr/>
              <p14:nvPr/>
            </p14:nvContentPartPr>
            <p14:xfrm>
              <a:off x="3924189" y="3951625"/>
              <a:ext cx="601560" cy="20304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72448A0F-6A31-42D0-9FDF-8D3679F8725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06538" y="3933985"/>
                <a:ext cx="637221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4ABA3547-4262-4D20-A63F-F0EE8CE51AF0}"/>
                  </a:ext>
                </a:extLst>
              </p14:cNvPr>
              <p14:cNvContentPartPr/>
              <p14:nvPr/>
            </p14:nvContentPartPr>
            <p14:xfrm>
              <a:off x="2482029" y="3865585"/>
              <a:ext cx="486360" cy="44280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4ABA3547-4262-4D20-A63F-F0EE8CE51AF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64042" y="3847570"/>
                <a:ext cx="521974" cy="4784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B5817096-1621-4F6E-B12F-0B24FE705825}"/>
                  </a:ext>
                </a:extLst>
              </p14:cNvPr>
              <p14:cNvContentPartPr/>
              <p14:nvPr/>
            </p14:nvContentPartPr>
            <p14:xfrm>
              <a:off x="7218909" y="3793225"/>
              <a:ext cx="351720" cy="2923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B5817096-1621-4F6E-B12F-0B24FE70582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200909" y="3775225"/>
                <a:ext cx="3873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3558FBA3-EC0C-4F48-BFAA-A27BA99DEDB6}"/>
                  </a:ext>
                </a:extLst>
              </p14:cNvPr>
              <p14:cNvContentPartPr/>
              <p14:nvPr/>
            </p14:nvContentPartPr>
            <p14:xfrm>
              <a:off x="7945389" y="3820945"/>
              <a:ext cx="7920" cy="61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3558FBA3-EC0C-4F48-BFAA-A27BA99DEDB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927389" y="3802945"/>
                <a:ext cx="435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9BEEDBF7-D9FB-4D0A-9DE1-9B02664019DC}"/>
                  </a:ext>
                </a:extLst>
              </p14:cNvPr>
              <p14:cNvContentPartPr/>
              <p14:nvPr/>
            </p14:nvContentPartPr>
            <p14:xfrm>
              <a:off x="8239149" y="3845065"/>
              <a:ext cx="663840" cy="23256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9BEEDBF7-D9FB-4D0A-9DE1-9B02664019D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221149" y="3827398"/>
                <a:ext cx="699480" cy="268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01D80C85-F0D5-485F-A55C-CB93F7C7876E}"/>
                  </a:ext>
                </a:extLst>
              </p14:cNvPr>
              <p14:cNvContentPartPr/>
              <p14:nvPr/>
            </p14:nvContentPartPr>
            <p14:xfrm>
              <a:off x="7965909" y="3940465"/>
              <a:ext cx="167400" cy="1134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01D80C85-F0D5-485F-A55C-CB93F7C7876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48269" y="3922825"/>
                <a:ext cx="2030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101206AD-AEDE-43EC-92E2-B6FBDBF320DA}"/>
                  </a:ext>
                </a:extLst>
              </p14:cNvPr>
              <p14:cNvContentPartPr/>
              <p14:nvPr/>
            </p14:nvContentPartPr>
            <p14:xfrm>
              <a:off x="6376869" y="3792145"/>
              <a:ext cx="437760" cy="3560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101206AD-AEDE-43EC-92E2-B6FBDBF320D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358869" y="3774145"/>
                <a:ext cx="47340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3E696AF-898C-4FFE-811E-3856B9663321}"/>
                  </a:ext>
                </a:extLst>
              </p14:cNvPr>
              <p14:cNvContentPartPr/>
              <p14:nvPr/>
            </p14:nvContentPartPr>
            <p14:xfrm>
              <a:off x="6040629" y="3956665"/>
              <a:ext cx="150120" cy="3006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3E696AF-898C-4FFE-811E-3856B966332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022629" y="3939025"/>
                <a:ext cx="18576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075EA535-F2A7-4C92-920D-D93A1BC542C1}"/>
                  </a:ext>
                </a:extLst>
              </p14:cNvPr>
              <p14:cNvContentPartPr/>
              <p14:nvPr/>
            </p14:nvContentPartPr>
            <p14:xfrm>
              <a:off x="5278869" y="3950905"/>
              <a:ext cx="437040" cy="28260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075EA535-F2A7-4C92-920D-D93A1BC542C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261214" y="3933265"/>
                <a:ext cx="472709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61A99C3D-C66D-46AE-AB8B-B9FC1E75CDAC}"/>
                  </a:ext>
                </a:extLst>
              </p14:cNvPr>
              <p14:cNvContentPartPr/>
              <p14:nvPr/>
            </p14:nvContentPartPr>
            <p14:xfrm>
              <a:off x="9331389" y="3806545"/>
              <a:ext cx="393840" cy="2973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61A99C3D-C66D-46AE-AB8B-B9FC1E75CDA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313389" y="3788905"/>
                <a:ext cx="4294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B590DC2D-DAA3-4764-832A-99CEB2ADCB80}"/>
                  </a:ext>
                </a:extLst>
              </p14:cNvPr>
              <p14:cNvContentPartPr/>
              <p14:nvPr/>
            </p14:nvContentPartPr>
            <p14:xfrm>
              <a:off x="9846549" y="3743905"/>
              <a:ext cx="1654920" cy="49788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B590DC2D-DAA3-4764-832A-99CEB2ADCB8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828553" y="3726252"/>
                <a:ext cx="1690552" cy="533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BD123E98-AE0A-4A17-8C22-AF4BB5E13271}"/>
                  </a:ext>
                </a:extLst>
              </p14:cNvPr>
              <p14:cNvContentPartPr/>
              <p14:nvPr/>
            </p14:nvContentPartPr>
            <p14:xfrm>
              <a:off x="374949" y="24025"/>
              <a:ext cx="5314680" cy="19249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BD123E98-AE0A-4A17-8C22-AF4BB5E1327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57309" y="6028"/>
                <a:ext cx="5350320" cy="19605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1441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79EF4FCE-89E3-431C-9EC9-AB90638C24B0}"/>
                  </a:ext>
                </a:extLst>
              </p14:cNvPr>
              <p14:cNvContentPartPr/>
              <p14:nvPr/>
            </p14:nvContentPartPr>
            <p14:xfrm>
              <a:off x="1000989" y="93145"/>
              <a:ext cx="663840" cy="1839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79EF4FCE-89E3-431C-9EC9-AB90638C24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2989" y="75180"/>
                <a:ext cx="699480" cy="219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38A8C5FC-3F11-4EC7-B7B9-8CB63AC4CA72}"/>
                  </a:ext>
                </a:extLst>
              </p14:cNvPr>
              <p14:cNvContentPartPr/>
              <p14:nvPr/>
            </p14:nvContentPartPr>
            <p14:xfrm>
              <a:off x="2834469" y="124825"/>
              <a:ext cx="193320" cy="15336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38A8C5FC-3F11-4EC7-B7B9-8CB63AC4CA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6469" y="106825"/>
                <a:ext cx="2289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08484BAC-C246-464C-9E3E-A554767418F5}"/>
                  </a:ext>
                </a:extLst>
              </p14:cNvPr>
              <p14:cNvContentPartPr/>
              <p14:nvPr/>
            </p14:nvContentPartPr>
            <p14:xfrm>
              <a:off x="2883429" y="124825"/>
              <a:ext cx="114840" cy="1389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08484BAC-C246-464C-9E3E-A554767418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65429" y="106825"/>
                <a:ext cx="1504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00C6186-5FBA-48FE-B319-80B29523F584}"/>
                  </a:ext>
                </a:extLst>
              </p14:cNvPr>
              <p14:cNvContentPartPr/>
              <p14:nvPr/>
            </p14:nvContentPartPr>
            <p14:xfrm>
              <a:off x="3113469" y="170905"/>
              <a:ext cx="149760" cy="72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00C6186-5FBA-48FE-B319-80B29523F5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5469" y="153265"/>
                <a:ext cx="185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9B725ABF-1105-4E88-9A65-4C00A83E4FF0}"/>
                  </a:ext>
                </a:extLst>
              </p14:cNvPr>
              <p14:cNvContentPartPr/>
              <p14:nvPr/>
            </p14:nvContentPartPr>
            <p14:xfrm>
              <a:off x="3207789" y="100705"/>
              <a:ext cx="7200" cy="1494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9B725ABF-1105-4E88-9A65-4C00A83E4F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90149" y="82705"/>
                <a:ext cx="42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137FC8C3-F4DA-439D-A886-342BE9E7B446}"/>
                  </a:ext>
                </a:extLst>
              </p14:cNvPr>
              <p14:cNvContentPartPr/>
              <p14:nvPr/>
            </p14:nvContentPartPr>
            <p14:xfrm>
              <a:off x="3349269" y="107905"/>
              <a:ext cx="201960" cy="1382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137FC8C3-F4DA-439D-A886-342BE9E7B4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31269" y="89905"/>
                <a:ext cx="2376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1EA1331-4430-4613-8BE6-75E7C71C9F98}"/>
                  </a:ext>
                </a:extLst>
              </p14:cNvPr>
              <p14:cNvContentPartPr/>
              <p14:nvPr/>
            </p14:nvContentPartPr>
            <p14:xfrm>
              <a:off x="3724389" y="139225"/>
              <a:ext cx="130320" cy="3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1EA1331-4430-4613-8BE6-75E7C71C9F9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06749" y="121225"/>
                <a:ext cx="165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D79AC4AE-3053-4899-B0F0-D3A5052F57E2}"/>
                  </a:ext>
                </a:extLst>
              </p14:cNvPr>
              <p14:cNvContentPartPr/>
              <p14:nvPr/>
            </p14:nvContentPartPr>
            <p14:xfrm>
              <a:off x="3758229" y="206545"/>
              <a:ext cx="151920" cy="46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D79AC4AE-3053-4899-B0F0-D3A5052F57E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40589" y="188545"/>
                <a:ext cx="187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CF410546-6200-4817-8AC4-A4AB0071BA7B}"/>
                  </a:ext>
                </a:extLst>
              </p14:cNvPr>
              <p14:cNvContentPartPr/>
              <p14:nvPr/>
            </p14:nvContentPartPr>
            <p14:xfrm>
              <a:off x="4720869" y="201865"/>
              <a:ext cx="95400" cy="3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CF410546-6200-4817-8AC4-A4AB0071BA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03229" y="183865"/>
                <a:ext cx="13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125B36F7-F5D9-44D0-BB48-74F806992417}"/>
                  </a:ext>
                </a:extLst>
              </p14:cNvPr>
              <p14:cNvContentPartPr/>
              <p14:nvPr/>
            </p14:nvContentPartPr>
            <p14:xfrm>
              <a:off x="4677669" y="269185"/>
              <a:ext cx="122400" cy="36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125B36F7-F5D9-44D0-BB48-74F8069924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60029" y="251185"/>
                <a:ext cx="158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1C890191-50D5-456D-A681-889192AD6374}"/>
                  </a:ext>
                </a:extLst>
              </p14:cNvPr>
              <p14:cNvContentPartPr/>
              <p14:nvPr/>
            </p14:nvContentPartPr>
            <p14:xfrm>
              <a:off x="4065669" y="143905"/>
              <a:ext cx="471960" cy="1447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1C890191-50D5-456D-A681-889192AD637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48016" y="126265"/>
                <a:ext cx="507627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B8B1D35-7191-4107-9952-F1BE9E23C5BB}"/>
                  </a:ext>
                </a:extLst>
              </p14:cNvPr>
              <p14:cNvContentPartPr/>
              <p14:nvPr/>
            </p14:nvContentPartPr>
            <p14:xfrm>
              <a:off x="4999869" y="154705"/>
              <a:ext cx="178200" cy="1497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B8B1D35-7191-4107-9952-F1BE9E23C5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82229" y="136705"/>
                <a:ext cx="213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F0D29C30-594D-4DE6-A3F0-15AA6510905D}"/>
                  </a:ext>
                </a:extLst>
              </p14:cNvPr>
              <p14:cNvContentPartPr/>
              <p14:nvPr/>
            </p14:nvContentPartPr>
            <p14:xfrm>
              <a:off x="5413869" y="201865"/>
              <a:ext cx="131400" cy="144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F0D29C30-594D-4DE6-A3F0-15AA6510905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96229" y="183865"/>
                <a:ext cx="167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F3133C7F-4459-48F4-B4B7-DC97835DCFDB}"/>
                  </a:ext>
                </a:extLst>
              </p14:cNvPr>
              <p14:cNvContentPartPr/>
              <p14:nvPr/>
            </p14:nvContentPartPr>
            <p14:xfrm>
              <a:off x="5433309" y="270265"/>
              <a:ext cx="161280" cy="39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F3133C7F-4459-48F4-B4B7-DC97835DCFD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15309" y="252265"/>
                <a:ext cx="196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18DFD22A-61F6-46E8-94D5-40C057A14ED3}"/>
                  </a:ext>
                </a:extLst>
              </p14:cNvPr>
              <p14:cNvContentPartPr/>
              <p14:nvPr/>
            </p14:nvContentPartPr>
            <p14:xfrm>
              <a:off x="6371469" y="107545"/>
              <a:ext cx="145080" cy="14328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18DFD22A-61F6-46E8-94D5-40C057A14E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53829" y="89545"/>
                <a:ext cx="1807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14:cNvPr>
              <p14:cNvContentPartPr/>
              <p14:nvPr/>
            </p14:nvContentPartPr>
            <p14:xfrm>
              <a:off x="6771069" y="264505"/>
              <a:ext cx="360" cy="36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53069" y="246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0DC7FF04-0217-49F0-8514-F33144E1F2EF}"/>
                  </a:ext>
                </a:extLst>
              </p14:cNvPr>
              <p14:cNvContentPartPr/>
              <p14:nvPr/>
            </p14:nvContentPartPr>
            <p14:xfrm>
              <a:off x="5744709" y="107905"/>
              <a:ext cx="507240" cy="18972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0DC7FF04-0217-49F0-8514-F33144E1F2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7069" y="89939"/>
                <a:ext cx="542880" cy="225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E46E2206-AD2D-43C0-83E2-05D54766CC7A}"/>
                  </a:ext>
                </a:extLst>
              </p14:cNvPr>
              <p14:cNvContentPartPr/>
              <p14:nvPr/>
            </p14:nvContentPartPr>
            <p14:xfrm>
              <a:off x="7979229" y="1534945"/>
              <a:ext cx="171000" cy="3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E46E2206-AD2D-43C0-83E2-05D54766CC7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961229" y="1517305"/>
                <a:ext cx="206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529DA5FB-043B-4CF0-B4EC-C2AF8C176D0B}"/>
                  </a:ext>
                </a:extLst>
              </p14:cNvPr>
              <p14:cNvContentPartPr/>
              <p14:nvPr/>
            </p14:nvContentPartPr>
            <p14:xfrm>
              <a:off x="8013069" y="1592545"/>
              <a:ext cx="188640" cy="540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529DA5FB-043B-4CF0-B4EC-C2AF8C176D0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995069" y="1574905"/>
                <a:ext cx="2242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07A3989E-044F-423A-A2A8-1B40584D326F}"/>
                  </a:ext>
                </a:extLst>
              </p14:cNvPr>
              <p14:cNvContentPartPr/>
              <p14:nvPr/>
            </p14:nvContentPartPr>
            <p14:xfrm>
              <a:off x="8845389" y="1472305"/>
              <a:ext cx="50040" cy="15372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07A3989E-044F-423A-A2A8-1B40584D326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827389" y="1454305"/>
                <a:ext cx="856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40549BA6-97D7-4B1B-B210-42871B306769}"/>
                  </a:ext>
                </a:extLst>
              </p14:cNvPr>
              <p14:cNvContentPartPr/>
              <p14:nvPr/>
            </p14:nvContentPartPr>
            <p14:xfrm>
              <a:off x="9004149" y="1468705"/>
              <a:ext cx="12960" cy="15228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40549BA6-97D7-4B1B-B210-42871B3067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86509" y="1450705"/>
                <a:ext cx="486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1DA0772F-4643-4A11-820D-62CC820A785B}"/>
                  </a:ext>
                </a:extLst>
              </p14:cNvPr>
              <p14:cNvContentPartPr/>
              <p14:nvPr/>
            </p14:nvContentPartPr>
            <p14:xfrm>
              <a:off x="8368749" y="1467985"/>
              <a:ext cx="370440" cy="14364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1DA0772F-4643-4A11-820D-62CC820A785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350749" y="1449985"/>
                <a:ext cx="4060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519856F4-5584-4DFC-8333-74C12E324B9F}"/>
                  </a:ext>
                </a:extLst>
              </p14:cNvPr>
              <p14:cNvContentPartPr/>
              <p14:nvPr/>
            </p14:nvContentPartPr>
            <p14:xfrm>
              <a:off x="402669" y="413185"/>
              <a:ext cx="7347240" cy="505692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519856F4-5584-4DFC-8333-74C12E324B9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4670" y="395545"/>
                <a:ext cx="7382878" cy="509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789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79EF4FCE-89E3-431C-9EC9-AB90638C24B0}"/>
                  </a:ext>
                </a:extLst>
              </p14:cNvPr>
              <p14:cNvContentPartPr/>
              <p14:nvPr/>
            </p14:nvContentPartPr>
            <p14:xfrm>
              <a:off x="1000989" y="93145"/>
              <a:ext cx="663840" cy="1839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79EF4FCE-89E3-431C-9EC9-AB90638C24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2989" y="75180"/>
                <a:ext cx="699480" cy="219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38A8C5FC-3F11-4EC7-B7B9-8CB63AC4CA72}"/>
                  </a:ext>
                </a:extLst>
              </p14:cNvPr>
              <p14:cNvContentPartPr/>
              <p14:nvPr/>
            </p14:nvContentPartPr>
            <p14:xfrm>
              <a:off x="2834469" y="124825"/>
              <a:ext cx="193320" cy="15336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38A8C5FC-3F11-4EC7-B7B9-8CB63AC4CA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6469" y="106825"/>
                <a:ext cx="2289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08484BAC-C246-464C-9E3E-A554767418F5}"/>
                  </a:ext>
                </a:extLst>
              </p14:cNvPr>
              <p14:cNvContentPartPr/>
              <p14:nvPr/>
            </p14:nvContentPartPr>
            <p14:xfrm>
              <a:off x="2883429" y="124825"/>
              <a:ext cx="114840" cy="1389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08484BAC-C246-464C-9E3E-A554767418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65429" y="106825"/>
                <a:ext cx="1504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00C6186-5FBA-48FE-B319-80B29523F584}"/>
                  </a:ext>
                </a:extLst>
              </p14:cNvPr>
              <p14:cNvContentPartPr/>
              <p14:nvPr/>
            </p14:nvContentPartPr>
            <p14:xfrm>
              <a:off x="3113469" y="170905"/>
              <a:ext cx="149760" cy="72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00C6186-5FBA-48FE-B319-80B29523F5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5469" y="153265"/>
                <a:ext cx="185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9B725ABF-1105-4E88-9A65-4C00A83E4FF0}"/>
                  </a:ext>
                </a:extLst>
              </p14:cNvPr>
              <p14:cNvContentPartPr/>
              <p14:nvPr/>
            </p14:nvContentPartPr>
            <p14:xfrm>
              <a:off x="3207789" y="100705"/>
              <a:ext cx="7200" cy="1494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9B725ABF-1105-4E88-9A65-4C00A83E4F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90149" y="82705"/>
                <a:ext cx="42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137FC8C3-F4DA-439D-A886-342BE9E7B446}"/>
                  </a:ext>
                </a:extLst>
              </p14:cNvPr>
              <p14:cNvContentPartPr/>
              <p14:nvPr/>
            </p14:nvContentPartPr>
            <p14:xfrm>
              <a:off x="3349269" y="107905"/>
              <a:ext cx="201960" cy="1382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137FC8C3-F4DA-439D-A886-342BE9E7B4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31269" y="89905"/>
                <a:ext cx="2376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1EA1331-4430-4613-8BE6-75E7C71C9F98}"/>
                  </a:ext>
                </a:extLst>
              </p14:cNvPr>
              <p14:cNvContentPartPr/>
              <p14:nvPr/>
            </p14:nvContentPartPr>
            <p14:xfrm>
              <a:off x="3724389" y="139225"/>
              <a:ext cx="130320" cy="3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1EA1331-4430-4613-8BE6-75E7C71C9F9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06749" y="121225"/>
                <a:ext cx="165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D79AC4AE-3053-4899-B0F0-D3A5052F57E2}"/>
                  </a:ext>
                </a:extLst>
              </p14:cNvPr>
              <p14:cNvContentPartPr/>
              <p14:nvPr/>
            </p14:nvContentPartPr>
            <p14:xfrm>
              <a:off x="3758229" y="206545"/>
              <a:ext cx="151920" cy="46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D79AC4AE-3053-4899-B0F0-D3A5052F57E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40589" y="188545"/>
                <a:ext cx="187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CF410546-6200-4817-8AC4-A4AB0071BA7B}"/>
                  </a:ext>
                </a:extLst>
              </p14:cNvPr>
              <p14:cNvContentPartPr/>
              <p14:nvPr/>
            </p14:nvContentPartPr>
            <p14:xfrm>
              <a:off x="4720869" y="201865"/>
              <a:ext cx="95400" cy="3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CF410546-6200-4817-8AC4-A4AB0071BA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03229" y="183865"/>
                <a:ext cx="13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125B36F7-F5D9-44D0-BB48-74F806992417}"/>
                  </a:ext>
                </a:extLst>
              </p14:cNvPr>
              <p14:cNvContentPartPr/>
              <p14:nvPr/>
            </p14:nvContentPartPr>
            <p14:xfrm>
              <a:off x="4677669" y="269185"/>
              <a:ext cx="122400" cy="36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125B36F7-F5D9-44D0-BB48-74F8069924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60029" y="251185"/>
                <a:ext cx="158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1C890191-50D5-456D-A681-889192AD6374}"/>
                  </a:ext>
                </a:extLst>
              </p14:cNvPr>
              <p14:cNvContentPartPr/>
              <p14:nvPr/>
            </p14:nvContentPartPr>
            <p14:xfrm>
              <a:off x="4065669" y="143905"/>
              <a:ext cx="471960" cy="1447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1C890191-50D5-456D-A681-889192AD637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48016" y="126265"/>
                <a:ext cx="507627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B8B1D35-7191-4107-9952-F1BE9E23C5BB}"/>
                  </a:ext>
                </a:extLst>
              </p14:cNvPr>
              <p14:cNvContentPartPr/>
              <p14:nvPr/>
            </p14:nvContentPartPr>
            <p14:xfrm>
              <a:off x="4999869" y="154705"/>
              <a:ext cx="178200" cy="1497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B8B1D35-7191-4107-9952-F1BE9E23C5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82229" y="136705"/>
                <a:ext cx="213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F0D29C30-594D-4DE6-A3F0-15AA6510905D}"/>
                  </a:ext>
                </a:extLst>
              </p14:cNvPr>
              <p14:cNvContentPartPr/>
              <p14:nvPr/>
            </p14:nvContentPartPr>
            <p14:xfrm>
              <a:off x="5413869" y="201865"/>
              <a:ext cx="131400" cy="144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F0D29C30-594D-4DE6-A3F0-15AA6510905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96229" y="183865"/>
                <a:ext cx="167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F3133C7F-4459-48F4-B4B7-DC97835DCFDB}"/>
                  </a:ext>
                </a:extLst>
              </p14:cNvPr>
              <p14:cNvContentPartPr/>
              <p14:nvPr/>
            </p14:nvContentPartPr>
            <p14:xfrm>
              <a:off x="5433309" y="270265"/>
              <a:ext cx="161280" cy="39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F3133C7F-4459-48F4-B4B7-DC97835DCFD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15309" y="252265"/>
                <a:ext cx="196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18DFD22A-61F6-46E8-94D5-40C057A14ED3}"/>
                  </a:ext>
                </a:extLst>
              </p14:cNvPr>
              <p14:cNvContentPartPr/>
              <p14:nvPr/>
            </p14:nvContentPartPr>
            <p14:xfrm>
              <a:off x="6371469" y="107545"/>
              <a:ext cx="145080" cy="14328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18DFD22A-61F6-46E8-94D5-40C057A14E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53829" y="89545"/>
                <a:ext cx="1807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14:cNvPr>
              <p14:cNvContentPartPr/>
              <p14:nvPr/>
            </p14:nvContentPartPr>
            <p14:xfrm>
              <a:off x="6771069" y="264505"/>
              <a:ext cx="360" cy="36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53069" y="246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0DC7FF04-0217-49F0-8514-F33144E1F2EF}"/>
                  </a:ext>
                </a:extLst>
              </p14:cNvPr>
              <p14:cNvContentPartPr/>
              <p14:nvPr/>
            </p14:nvContentPartPr>
            <p14:xfrm>
              <a:off x="5744709" y="107905"/>
              <a:ext cx="507240" cy="18972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0DC7FF04-0217-49F0-8514-F33144E1F2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7069" y="89939"/>
                <a:ext cx="542880" cy="225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0C2F691B-23EC-4919-B6D8-FEF425C1FF86}"/>
                  </a:ext>
                </a:extLst>
              </p14:cNvPr>
              <p14:cNvContentPartPr/>
              <p14:nvPr/>
            </p14:nvContentPartPr>
            <p14:xfrm>
              <a:off x="402669" y="413185"/>
              <a:ext cx="4491720" cy="5056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0C2F691B-23EC-4919-B6D8-FEF425C1FF8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4670" y="395185"/>
                <a:ext cx="4527357" cy="50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D48D511F-2415-49AC-8D18-4FA88ECCDD77}"/>
                  </a:ext>
                </a:extLst>
              </p14:cNvPr>
              <p14:cNvContentPartPr/>
              <p14:nvPr/>
            </p14:nvContentPartPr>
            <p14:xfrm>
              <a:off x="7715709" y="648265"/>
              <a:ext cx="71280" cy="536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D48D511F-2415-49AC-8D18-4FA88ECCDD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97709" y="630265"/>
                <a:ext cx="1069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2B20380D-4DBE-4B1E-88EE-7F563DBB52AE}"/>
                  </a:ext>
                </a:extLst>
              </p14:cNvPr>
              <p14:cNvContentPartPr/>
              <p14:nvPr/>
            </p14:nvContentPartPr>
            <p14:xfrm>
              <a:off x="8401509" y="571945"/>
              <a:ext cx="2089440" cy="8326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2B20380D-4DBE-4B1E-88EE-7F563DBB52A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83869" y="553945"/>
                <a:ext cx="2125080" cy="8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243D720-BEDB-4383-8CC3-C58D5E9DA82A}"/>
                  </a:ext>
                </a:extLst>
              </p14:cNvPr>
              <p14:cNvContentPartPr/>
              <p14:nvPr/>
            </p14:nvContentPartPr>
            <p14:xfrm>
              <a:off x="7415469" y="834025"/>
              <a:ext cx="461160" cy="1252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243D720-BEDB-4383-8CC3-C58D5E9DA82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97483" y="816025"/>
                <a:ext cx="496772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7633A7C2-7A7A-4843-999D-AEF203B1023E}"/>
                  </a:ext>
                </a:extLst>
              </p14:cNvPr>
              <p14:cNvContentPartPr/>
              <p14:nvPr/>
            </p14:nvContentPartPr>
            <p14:xfrm>
              <a:off x="5929389" y="702265"/>
              <a:ext cx="1151640" cy="3168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7633A7C2-7A7A-4843-999D-AEF203B1023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11389" y="684625"/>
                <a:ext cx="118728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ACC2E88B-4B7E-4EC9-BA85-89D7651E45A6}"/>
                  </a:ext>
                </a:extLst>
              </p14:cNvPr>
              <p14:cNvContentPartPr/>
              <p14:nvPr/>
            </p14:nvContentPartPr>
            <p14:xfrm>
              <a:off x="6934509" y="3257905"/>
              <a:ext cx="360" cy="3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ACC2E88B-4B7E-4EC9-BA85-89D7651E45A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916869" y="32402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822142C-5606-4B42-A9C9-2B691D37431F}"/>
                  </a:ext>
                </a:extLst>
              </p14:cNvPr>
              <p14:cNvContentPartPr/>
              <p14:nvPr/>
            </p14:nvContentPartPr>
            <p14:xfrm>
              <a:off x="8014509" y="1691905"/>
              <a:ext cx="85320" cy="489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822142C-5606-4B42-A9C9-2B691D37431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96509" y="1674265"/>
                <a:ext cx="1209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F2BC6988-50A8-4C19-86C3-577FC968FC1F}"/>
                  </a:ext>
                </a:extLst>
              </p14:cNvPr>
              <p14:cNvContentPartPr/>
              <p14:nvPr/>
            </p14:nvContentPartPr>
            <p14:xfrm>
              <a:off x="5953149" y="1679305"/>
              <a:ext cx="1229040" cy="3092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F2BC6988-50A8-4C19-86C3-577FC968FC1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35149" y="1661326"/>
                <a:ext cx="1264680" cy="344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68184EB0-126C-4296-B30E-32320F4EDD8F}"/>
                  </a:ext>
                </a:extLst>
              </p14:cNvPr>
              <p14:cNvContentPartPr/>
              <p14:nvPr/>
            </p14:nvContentPartPr>
            <p14:xfrm>
              <a:off x="1254069" y="345505"/>
              <a:ext cx="1176120" cy="53146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68184EB0-126C-4296-B30E-32320F4EDD8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36069" y="327505"/>
                <a:ext cx="1211760" cy="535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254342F8-41DB-4489-8374-4C11E2A1E909}"/>
                  </a:ext>
                </a:extLst>
              </p14:cNvPr>
              <p14:cNvContentPartPr/>
              <p14:nvPr/>
            </p14:nvContentPartPr>
            <p14:xfrm>
              <a:off x="3610269" y="263785"/>
              <a:ext cx="1553400" cy="53715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254342F8-41DB-4489-8374-4C11E2A1E90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92629" y="246145"/>
                <a:ext cx="1589040" cy="540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90E555E-3D1A-439B-BD34-C007698F4CD1}"/>
                  </a:ext>
                </a:extLst>
              </p14:cNvPr>
              <p14:cNvContentPartPr/>
              <p14:nvPr/>
            </p14:nvContentPartPr>
            <p14:xfrm>
              <a:off x="8617149" y="1591825"/>
              <a:ext cx="2122920" cy="9046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90E555E-3D1A-439B-BD34-C007698F4CD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599509" y="1573825"/>
                <a:ext cx="2158560" cy="9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02E01989-9793-4297-BDFC-52BCAB4A02CD}"/>
                  </a:ext>
                </a:extLst>
              </p14:cNvPr>
              <p14:cNvContentPartPr/>
              <p14:nvPr/>
            </p14:nvContentPartPr>
            <p14:xfrm>
              <a:off x="7656309" y="1814305"/>
              <a:ext cx="662040" cy="2005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02E01989-9793-4297-BDFC-52BCAB4A02C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38669" y="1796337"/>
                <a:ext cx="697680" cy="2360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62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79EF4FCE-89E3-431C-9EC9-AB90638C24B0}"/>
                  </a:ext>
                </a:extLst>
              </p14:cNvPr>
              <p14:cNvContentPartPr/>
              <p14:nvPr/>
            </p14:nvContentPartPr>
            <p14:xfrm>
              <a:off x="1000989" y="93145"/>
              <a:ext cx="663840" cy="1839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79EF4FCE-89E3-431C-9EC9-AB90638C24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2989" y="75180"/>
                <a:ext cx="699480" cy="219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38A8C5FC-3F11-4EC7-B7B9-8CB63AC4CA72}"/>
                  </a:ext>
                </a:extLst>
              </p14:cNvPr>
              <p14:cNvContentPartPr/>
              <p14:nvPr/>
            </p14:nvContentPartPr>
            <p14:xfrm>
              <a:off x="2834469" y="124825"/>
              <a:ext cx="193320" cy="15336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38A8C5FC-3F11-4EC7-B7B9-8CB63AC4CA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16469" y="106825"/>
                <a:ext cx="2289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08484BAC-C246-464C-9E3E-A554767418F5}"/>
                  </a:ext>
                </a:extLst>
              </p14:cNvPr>
              <p14:cNvContentPartPr/>
              <p14:nvPr/>
            </p14:nvContentPartPr>
            <p14:xfrm>
              <a:off x="2883429" y="124825"/>
              <a:ext cx="114840" cy="1389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08484BAC-C246-464C-9E3E-A554767418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65429" y="106825"/>
                <a:ext cx="1504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00C6186-5FBA-48FE-B319-80B29523F584}"/>
                  </a:ext>
                </a:extLst>
              </p14:cNvPr>
              <p14:cNvContentPartPr/>
              <p14:nvPr/>
            </p14:nvContentPartPr>
            <p14:xfrm>
              <a:off x="3113469" y="170905"/>
              <a:ext cx="149760" cy="72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00C6186-5FBA-48FE-B319-80B29523F5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95469" y="153265"/>
                <a:ext cx="185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9B725ABF-1105-4E88-9A65-4C00A83E4FF0}"/>
                  </a:ext>
                </a:extLst>
              </p14:cNvPr>
              <p14:cNvContentPartPr/>
              <p14:nvPr/>
            </p14:nvContentPartPr>
            <p14:xfrm>
              <a:off x="3207789" y="100705"/>
              <a:ext cx="7200" cy="1494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9B725ABF-1105-4E88-9A65-4C00A83E4FF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90149" y="82705"/>
                <a:ext cx="42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137FC8C3-F4DA-439D-A886-342BE9E7B446}"/>
                  </a:ext>
                </a:extLst>
              </p14:cNvPr>
              <p14:cNvContentPartPr/>
              <p14:nvPr/>
            </p14:nvContentPartPr>
            <p14:xfrm>
              <a:off x="3349269" y="107905"/>
              <a:ext cx="201960" cy="1382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137FC8C3-F4DA-439D-A886-342BE9E7B4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31269" y="89905"/>
                <a:ext cx="2376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01EA1331-4430-4613-8BE6-75E7C71C9F98}"/>
                  </a:ext>
                </a:extLst>
              </p14:cNvPr>
              <p14:cNvContentPartPr/>
              <p14:nvPr/>
            </p14:nvContentPartPr>
            <p14:xfrm>
              <a:off x="3724389" y="139225"/>
              <a:ext cx="130320" cy="3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01EA1331-4430-4613-8BE6-75E7C71C9F9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06749" y="121225"/>
                <a:ext cx="165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D79AC4AE-3053-4899-B0F0-D3A5052F57E2}"/>
                  </a:ext>
                </a:extLst>
              </p14:cNvPr>
              <p14:cNvContentPartPr/>
              <p14:nvPr/>
            </p14:nvContentPartPr>
            <p14:xfrm>
              <a:off x="3758229" y="206545"/>
              <a:ext cx="151920" cy="46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D79AC4AE-3053-4899-B0F0-D3A5052F57E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40589" y="188545"/>
                <a:ext cx="187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CF410546-6200-4817-8AC4-A4AB0071BA7B}"/>
                  </a:ext>
                </a:extLst>
              </p14:cNvPr>
              <p14:cNvContentPartPr/>
              <p14:nvPr/>
            </p14:nvContentPartPr>
            <p14:xfrm>
              <a:off x="4720869" y="201865"/>
              <a:ext cx="95400" cy="36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CF410546-6200-4817-8AC4-A4AB0071BA7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03229" y="183865"/>
                <a:ext cx="131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125B36F7-F5D9-44D0-BB48-74F806992417}"/>
                  </a:ext>
                </a:extLst>
              </p14:cNvPr>
              <p14:cNvContentPartPr/>
              <p14:nvPr/>
            </p14:nvContentPartPr>
            <p14:xfrm>
              <a:off x="4677669" y="269185"/>
              <a:ext cx="122400" cy="36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125B36F7-F5D9-44D0-BB48-74F8069924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660029" y="251185"/>
                <a:ext cx="158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1C890191-50D5-456D-A681-889192AD6374}"/>
                  </a:ext>
                </a:extLst>
              </p14:cNvPr>
              <p14:cNvContentPartPr/>
              <p14:nvPr/>
            </p14:nvContentPartPr>
            <p14:xfrm>
              <a:off x="4065669" y="143905"/>
              <a:ext cx="471960" cy="14472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1C890191-50D5-456D-A681-889192AD637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48016" y="126265"/>
                <a:ext cx="507627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B8B1D35-7191-4107-9952-F1BE9E23C5BB}"/>
                  </a:ext>
                </a:extLst>
              </p14:cNvPr>
              <p14:cNvContentPartPr/>
              <p14:nvPr/>
            </p14:nvContentPartPr>
            <p14:xfrm>
              <a:off x="4999869" y="154705"/>
              <a:ext cx="178200" cy="1497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B8B1D35-7191-4107-9952-F1BE9E23C5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82229" y="136705"/>
                <a:ext cx="213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F0D29C30-594D-4DE6-A3F0-15AA6510905D}"/>
                  </a:ext>
                </a:extLst>
              </p14:cNvPr>
              <p14:cNvContentPartPr/>
              <p14:nvPr/>
            </p14:nvContentPartPr>
            <p14:xfrm>
              <a:off x="5413869" y="201865"/>
              <a:ext cx="131400" cy="144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F0D29C30-594D-4DE6-A3F0-15AA6510905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96229" y="183865"/>
                <a:ext cx="1670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F3133C7F-4459-48F4-B4B7-DC97835DCFDB}"/>
                  </a:ext>
                </a:extLst>
              </p14:cNvPr>
              <p14:cNvContentPartPr/>
              <p14:nvPr/>
            </p14:nvContentPartPr>
            <p14:xfrm>
              <a:off x="5433309" y="270265"/>
              <a:ext cx="161280" cy="39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F3133C7F-4459-48F4-B4B7-DC97835DCFD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15309" y="252265"/>
                <a:ext cx="196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18DFD22A-61F6-46E8-94D5-40C057A14ED3}"/>
                  </a:ext>
                </a:extLst>
              </p14:cNvPr>
              <p14:cNvContentPartPr/>
              <p14:nvPr/>
            </p14:nvContentPartPr>
            <p14:xfrm>
              <a:off x="6371469" y="107545"/>
              <a:ext cx="145080" cy="14328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18DFD22A-61F6-46E8-94D5-40C057A14E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53829" y="89545"/>
                <a:ext cx="1807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14:cNvPr>
              <p14:cNvContentPartPr/>
              <p14:nvPr/>
            </p14:nvContentPartPr>
            <p14:xfrm>
              <a:off x="6771069" y="264505"/>
              <a:ext cx="360" cy="36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753069" y="246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0DC7FF04-0217-49F0-8514-F33144E1F2EF}"/>
                  </a:ext>
                </a:extLst>
              </p14:cNvPr>
              <p14:cNvContentPartPr/>
              <p14:nvPr/>
            </p14:nvContentPartPr>
            <p14:xfrm>
              <a:off x="5744709" y="107905"/>
              <a:ext cx="507240" cy="18972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0DC7FF04-0217-49F0-8514-F33144E1F2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27069" y="89939"/>
                <a:ext cx="542880" cy="225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D2D48E8C-9013-4F1C-92F7-D742E938C464}"/>
                  </a:ext>
                </a:extLst>
              </p14:cNvPr>
              <p14:cNvContentPartPr/>
              <p14:nvPr/>
            </p14:nvContentPartPr>
            <p14:xfrm>
              <a:off x="402669" y="413185"/>
              <a:ext cx="4491720" cy="50569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D2D48E8C-9013-4F1C-92F7-D742E938C46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4670" y="395185"/>
                <a:ext cx="4527357" cy="50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020D4868-26DE-429C-A795-8A6515B9348F}"/>
                  </a:ext>
                </a:extLst>
              </p14:cNvPr>
              <p14:cNvContentPartPr/>
              <p14:nvPr/>
            </p14:nvContentPartPr>
            <p14:xfrm>
              <a:off x="2016189" y="6573865"/>
              <a:ext cx="360" cy="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020D4868-26DE-429C-A795-8A6515B934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998189" y="65558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AE95310-0002-4AC8-B057-72AE76A94510}"/>
                  </a:ext>
                </a:extLst>
              </p14:cNvPr>
              <p14:cNvContentPartPr/>
              <p14:nvPr/>
            </p14:nvContentPartPr>
            <p14:xfrm>
              <a:off x="5437989" y="668425"/>
              <a:ext cx="640080" cy="3182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AE95310-0002-4AC8-B057-72AE76A9451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420349" y="650765"/>
                <a:ext cx="675720" cy="3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3DF7502B-CDAF-4492-8976-0F221269894A}"/>
                  </a:ext>
                </a:extLst>
              </p14:cNvPr>
              <p14:cNvContentPartPr/>
              <p14:nvPr/>
            </p14:nvContentPartPr>
            <p14:xfrm>
              <a:off x="6492069" y="755185"/>
              <a:ext cx="464760" cy="3812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3DF7502B-CDAF-4492-8976-0F221269894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74069" y="737185"/>
                <a:ext cx="50040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D900D7D-D5CD-4D7D-A2F2-386C11F0898B}"/>
                  </a:ext>
                </a:extLst>
              </p14:cNvPr>
              <p14:cNvContentPartPr/>
              <p14:nvPr/>
            </p14:nvContentPartPr>
            <p14:xfrm>
              <a:off x="5178429" y="1607305"/>
              <a:ext cx="723600" cy="5119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D900D7D-D5CD-4D7D-A2F2-386C11F0898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60429" y="1589318"/>
                <a:ext cx="759240" cy="547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35EABAC2-356C-4A57-A587-6D6B9C4C1C34}"/>
                  </a:ext>
                </a:extLst>
              </p14:cNvPr>
              <p14:cNvContentPartPr/>
              <p14:nvPr/>
            </p14:nvContentPartPr>
            <p14:xfrm>
              <a:off x="947709" y="2028505"/>
              <a:ext cx="1465200" cy="19785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35EABAC2-356C-4A57-A587-6D6B9C4C1C3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30069" y="2010865"/>
                <a:ext cx="1500840" cy="20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A85DEDAB-B555-4588-9E83-7E309541C11C}"/>
                  </a:ext>
                </a:extLst>
              </p14:cNvPr>
              <p14:cNvContentPartPr/>
              <p14:nvPr/>
            </p14:nvContentPartPr>
            <p14:xfrm>
              <a:off x="5803389" y="2398225"/>
              <a:ext cx="131400" cy="1666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A85DEDAB-B555-4588-9E83-7E309541C11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85389" y="2380585"/>
                <a:ext cx="16704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4058D2A2-6C46-4432-8F5B-CFB3EB686DCD}"/>
                  </a:ext>
                </a:extLst>
              </p14:cNvPr>
              <p14:cNvContentPartPr/>
              <p14:nvPr/>
            </p14:nvContentPartPr>
            <p14:xfrm>
              <a:off x="6275349" y="2334145"/>
              <a:ext cx="403200" cy="2700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4058D2A2-6C46-4432-8F5B-CFB3EB686DC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257709" y="2316169"/>
                <a:ext cx="438840" cy="305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3DBA1A27-B024-4166-B520-393EA5AF2692}"/>
                  </a:ext>
                </a:extLst>
              </p14:cNvPr>
              <p14:cNvContentPartPr/>
              <p14:nvPr/>
            </p14:nvContentPartPr>
            <p14:xfrm>
              <a:off x="7175349" y="2343505"/>
              <a:ext cx="360360" cy="2228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3DBA1A27-B024-4166-B520-393EA5AF269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57709" y="2325505"/>
                <a:ext cx="39600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B97E8AB-C4F1-4E09-9AB4-90491BC58E01}"/>
                  </a:ext>
                </a:extLst>
              </p14:cNvPr>
              <p14:cNvContentPartPr/>
              <p14:nvPr/>
            </p14:nvContentPartPr>
            <p14:xfrm>
              <a:off x="6819309" y="2348185"/>
              <a:ext cx="245880" cy="2685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B97E8AB-C4F1-4E09-9AB4-90491BC58E0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01669" y="2330545"/>
                <a:ext cx="2815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28255BE6-058F-4D33-BCCD-AC8103E35833}"/>
                  </a:ext>
                </a:extLst>
              </p14:cNvPr>
              <p14:cNvContentPartPr/>
              <p14:nvPr/>
            </p14:nvContentPartPr>
            <p14:xfrm>
              <a:off x="7815429" y="2401465"/>
              <a:ext cx="238320" cy="1544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28255BE6-058F-4D33-BCCD-AC8103E3583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797429" y="2383465"/>
                <a:ext cx="2739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F183BAD9-8134-4AA6-A046-1C3A0A78BE00}"/>
                  </a:ext>
                </a:extLst>
              </p14:cNvPr>
              <p14:cNvContentPartPr/>
              <p14:nvPr/>
            </p14:nvContentPartPr>
            <p14:xfrm>
              <a:off x="9181989" y="2328745"/>
              <a:ext cx="356760" cy="1936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F183BAD9-8134-4AA6-A046-1C3A0A78BE0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164349" y="2311105"/>
                <a:ext cx="3924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1B47153-19D5-47FD-9781-60B154A77185}"/>
                  </a:ext>
                </a:extLst>
              </p14:cNvPr>
              <p14:cNvContentPartPr/>
              <p14:nvPr/>
            </p14:nvContentPartPr>
            <p14:xfrm>
              <a:off x="8205309" y="2295265"/>
              <a:ext cx="800640" cy="2948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1B47153-19D5-47FD-9781-60B154A7718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87661" y="2277625"/>
                <a:ext cx="836296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FC2C0262-FB36-4811-9D1F-6B5D1C4CA473}"/>
                  </a:ext>
                </a:extLst>
              </p14:cNvPr>
              <p14:cNvContentPartPr/>
              <p14:nvPr/>
            </p14:nvContentPartPr>
            <p14:xfrm>
              <a:off x="5774949" y="3392545"/>
              <a:ext cx="167040" cy="158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FC2C0262-FB36-4811-9D1F-6B5D1C4CA47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56949" y="3374905"/>
                <a:ext cx="2026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2B925BA6-4FF9-493C-83B3-1079D2D32259}"/>
                  </a:ext>
                </a:extLst>
              </p14:cNvPr>
              <p14:cNvContentPartPr/>
              <p14:nvPr/>
            </p14:nvContentPartPr>
            <p14:xfrm>
              <a:off x="5774949" y="3498385"/>
              <a:ext cx="156600" cy="122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2B925BA6-4FF9-493C-83B3-1079D2D3225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56949" y="3480745"/>
                <a:ext cx="1922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1D681C3C-7749-43AF-9F23-DCC1FB285927}"/>
                  </a:ext>
                </a:extLst>
              </p14:cNvPr>
              <p14:cNvContentPartPr/>
              <p14:nvPr/>
            </p14:nvContentPartPr>
            <p14:xfrm>
              <a:off x="8436429" y="3036505"/>
              <a:ext cx="520200" cy="5187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1D681C3C-7749-43AF-9F23-DCC1FB28592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418429" y="3018505"/>
                <a:ext cx="5558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5B12CA5E-3ABA-4228-B1AC-DFD349A33D65}"/>
                  </a:ext>
                </a:extLst>
              </p14:cNvPr>
              <p14:cNvContentPartPr/>
              <p14:nvPr/>
            </p14:nvContentPartPr>
            <p14:xfrm>
              <a:off x="7983909" y="3257905"/>
              <a:ext cx="218520" cy="1821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5B12CA5E-3ABA-4228-B1AC-DFD349A33D6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965909" y="3240265"/>
                <a:ext cx="25416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7D095366-8745-47E9-92B2-288A489E2DBF}"/>
                  </a:ext>
                </a:extLst>
              </p14:cNvPr>
              <p14:cNvContentPartPr/>
              <p14:nvPr/>
            </p14:nvContentPartPr>
            <p14:xfrm>
              <a:off x="5861349" y="4109665"/>
              <a:ext cx="166680" cy="136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7D095366-8745-47E9-92B2-288A489E2DB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43709" y="4092025"/>
                <a:ext cx="2023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3AA3BD1E-146F-42DE-93DF-6D622A30472C}"/>
                  </a:ext>
                </a:extLst>
              </p14:cNvPr>
              <p14:cNvContentPartPr/>
              <p14:nvPr/>
            </p14:nvContentPartPr>
            <p14:xfrm>
              <a:off x="5871429" y="4206145"/>
              <a:ext cx="195480" cy="46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3AA3BD1E-146F-42DE-93DF-6D622A30472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53429" y="4188145"/>
                <a:ext cx="2311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3ADF7875-6717-494B-911B-2FFF5E5D3998}"/>
                  </a:ext>
                </a:extLst>
              </p14:cNvPr>
              <p14:cNvContentPartPr/>
              <p14:nvPr/>
            </p14:nvContentPartPr>
            <p14:xfrm>
              <a:off x="3113469" y="311665"/>
              <a:ext cx="573840" cy="51339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3ADF7875-6717-494B-911B-2FFF5E5D399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95469" y="293665"/>
                <a:ext cx="609480" cy="51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3C4340A8-7818-4C88-A289-BB14D84C936F}"/>
                  </a:ext>
                </a:extLst>
              </p14:cNvPr>
              <p14:cNvContentPartPr/>
              <p14:nvPr/>
            </p14:nvContentPartPr>
            <p14:xfrm>
              <a:off x="6133869" y="1380505"/>
              <a:ext cx="3917520" cy="84276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3C4340A8-7818-4C88-A289-BB14D84C936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15869" y="1362865"/>
                <a:ext cx="3953160" cy="8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BA32DFCD-47D7-48CE-A0F8-89374AF703EB}"/>
                  </a:ext>
                </a:extLst>
              </p14:cNvPr>
              <p14:cNvContentPartPr/>
              <p14:nvPr/>
            </p14:nvContentPartPr>
            <p14:xfrm>
              <a:off x="6086349" y="3078265"/>
              <a:ext cx="1706760" cy="5994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BA32DFCD-47D7-48CE-A0F8-89374AF703E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68705" y="3060265"/>
                <a:ext cx="1742408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2655681B-7966-4B49-AA8D-3E50A7371CB0}"/>
                  </a:ext>
                </a:extLst>
              </p14:cNvPr>
              <p14:cNvContentPartPr/>
              <p14:nvPr/>
            </p14:nvContentPartPr>
            <p14:xfrm>
              <a:off x="6711669" y="3974305"/>
              <a:ext cx="215640" cy="205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2655681B-7966-4B49-AA8D-3E50A7371CB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694029" y="3956305"/>
                <a:ext cx="2512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2C513F68-8DC1-4B49-B2FF-BA0B01A289A3}"/>
                  </a:ext>
                </a:extLst>
              </p14:cNvPr>
              <p14:cNvContentPartPr/>
              <p14:nvPr/>
            </p14:nvContentPartPr>
            <p14:xfrm>
              <a:off x="6318909" y="4085545"/>
              <a:ext cx="657360" cy="28944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2C513F68-8DC1-4B49-B2FF-BA0B01A289A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00919" y="4067905"/>
                <a:ext cx="6929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8D30B960-1A25-4326-ADED-933BC3780531}"/>
                  </a:ext>
                </a:extLst>
              </p14:cNvPr>
              <p14:cNvContentPartPr/>
              <p14:nvPr/>
            </p14:nvContentPartPr>
            <p14:xfrm>
              <a:off x="7196589" y="3955945"/>
              <a:ext cx="93960" cy="48960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8D30B960-1A25-4326-ADED-933BC378053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178589" y="3937945"/>
                <a:ext cx="129600" cy="52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996B76B0-75F4-4701-B8E8-BC7D1F90C83E}"/>
                  </a:ext>
                </a:extLst>
              </p14:cNvPr>
              <p14:cNvContentPartPr/>
              <p14:nvPr/>
            </p14:nvContentPartPr>
            <p14:xfrm>
              <a:off x="7483149" y="3955585"/>
              <a:ext cx="213480" cy="147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996B76B0-75F4-4701-B8E8-BC7D1F90C83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465509" y="3937585"/>
                <a:ext cx="2491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DFC39E51-77B2-4DA0-A7CC-51EB2AFD01E5}"/>
                  </a:ext>
                </a:extLst>
              </p14:cNvPr>
              <p14:cNvContentPartPr/>
              <p14:nvPr/>
            </p14:nvContentPartPr>
            <p14:xfrm>
              <a:off x="7921269" y="3912385"/>
              <a:ext cx="816840" cy="47556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DFC39E51-77B2-4DA0-A7CC-51EB2AFD01E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903269" y="3894745"/>
                <a:ext cx="85248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E17E0CB4-C8DC-472A-90E1-8E1A31C6A780}"/>
                  </a:ext>
                </a:extLst>
              </p14:cNvPr>
              <p14:cNvContentPartPr/>
              <p14:nvPr/>
            </p14:nvContentPartPr>
            <p14:xfrm>
              <a:off x="7406469" y="4068985"/>
              <a:ext cx="326880" cy="2124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E17E0CB4-C8DC-472A-90E1-8E1A31C6A78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88848" y="4051345"/>
                <a:ext cx="362481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07D2FA41-8FC5-4DDC-8530-F7A3B1593096}"/>
                  </a:ext>
                </a:extLst>
              </p14:cNvPr>
              <p14:cNvContentPartPr/>
              <p14:nvPr/>
            </p14:nvContentPartPr>
            <p14:xfrm>
              <a:off x="9090909" y="4090585"/>
              <a:ext cx="225000" cy="241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07D2FA41-8FC5-4DDC-8530-F7A3B159309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072909" y="4072585"/>
                <a:ext cx="2606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C189BA21-9A33-4B09-9348-B0265A1700BB}"/>
                  </a:ext>
                </a:extLst>
              </p14:cNvPr>
              <p14:cNvContentPartPr/>
              <p14:nvPr/>
            </p14:nvContentPartPr>
            <p14:xfrm>
              <a:off x="9129429" y="4191385"/>
              <a:ext cx="138960" cy="266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C189BA21-9A33-4B09-9348-B0265A1700B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111429" y="4173745"/>
                <a:ext cx="1746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8915143E-F065-48D6-9D12-C80E989A654F}"/>
                  </a:ext>
                </a:extLst>
              </p14:cNvPr>
              <p14:cNvContentPartPr/>
              <p14:nvPr/>
            </p14:nvContentPartPr>
            <p14:xfrm>
              <a:off x="5755509" y="5024425"/>
              <a:ext cx="206280" cy="118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8915143E-F065-48D6-9D12-C80E989A654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737869" y="5006425"/>
                <a:ext cx="2419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6977E8D3-9E51-4FCB-805C-FFFA947028B1}"/>
                  </a:ext>
                </a:extLst>
              </p14:cNvPr>
              <p14:cNvContentPartPr/>
              <p14:nvPr/>
            </p14:nvContentPartPr>
            <p14:xfrm>
              <a:off x="5803749" y="5139625"/>
              <a:ext cx="159480" cy="504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6977E8D3-9E51-4FCB-805C-FFFA947028B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785749" y="5121625"/>
                <a:ext cx="1951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259C2980-D506-45B3-80D7-9C03D79E5887}"/>
                  </a:ext>
                </a:extLst>
              </p14:cNvPr>
              <p14:cNvContentPartPr/>
              <p14:nvPr/>
            </p14:nvContentPartPr>
            <p14:xfrm>
              <a:off x="6270669" y="4788625"/>
              <a:ext cx="304920" cy="504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259C2980-D506-45B3-80D7-9C03D79E588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253029" y="4770985"/>
                <a:ext cx="3405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46515B0A-430F-4AEF-80C0-AE36E36E2629}"/>
                  </a:ext>
                </a:extLst>
              </p14:cNvPr>
              <p14:cNvContentPartPr/>
              <p14:nvPr/>
            </p14:nvContentPartPr>
            <p14:xfrm>
              <a:off x="7074189" y="4998865"/>
              <a:ext cx="43920" cy="2048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46515B0A-430F-4AEF-80C0-AE36E36E262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056549" y="4981225"/>
                <a:ext cx="795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400D436A-2601-4011-9803-87F55EACCF3C}"/>
                  </a:ext>
                </a:extLst>
              </p14:cNvPr>
              <p14:cNvContentPartPr/>
              <p14:nvPr/>
            </p14:nvContentPartPr>
            <p14:xfrm>
              <a:off x="7377309" y="4899145"/>
              <a:ext cx="262800" cy="22752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400D436A-2601-4011-9803-87F55EACCF3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359669" y="4881145"/>
                <a:ext cx="2984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EB731DA2-C472-405B-B773-6721F13CE144}"/>
                  </a:ext>
                </a:extLst>
              </p14:cNvPr>
              <p14:cNvContentPartPr/>
              <p14:nvPr/>
            </p14:nvContentPartPr>
            <p14:xfrm>
              <a:off x="6299469" y="4903825"/>
              <a:ext cx="672120" cy="28872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EB731DA2-C472-405B-B773-6721F13CE14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81829" y="4886185"/>
                <a:ext cx="70776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48FE7A41-3B41-4BE8-9EBA-923B5E7B0B01}"/>
                  </a:ext>
                </a:extLst>
              </p14:cNvPr>
              <p14:cNvContentPartPr/>
              <p14:nvPr/>
            </p14:nvContentPartPr>
            <p14:xfrm>
              <a:off x="8734869" y="5008945"/>
              <a:ext cx="10080" cy="1746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48FE7A41-3B41-4BE8-9EBA-923B5E7B0B0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716869" y="4991305"/>
                <a:ext cx="457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8841DD40-B7D3-4066-A6B9-529CEE6B4EE6}"/>
                  </a:ext>
                </a:extLst>
              </p14:cNvPr>
              <p14:cNvContentPartPr/>
              <p14:nvPr/>
            </p14:nvContentPartPr>
            <p14:xfrm>
              <a:off x="8460549" y="4918585"/>
              <a:ext cx="178920" cy="21528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8841DD40-B7D3-4066-A6B9-529CEE6B4EE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42549" y="4900585"/>
                <a:ext cx="21456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B41FBED1-FAD1-4225-9217-DC173BBA9C86}"/>
                  </a:ext>
                </a:extLst>
              </p14:cNvPr>
              <p14:cNvContentPartPr/>
              <p14:nvPr/>
            </p14:nvContentPartPr>
            <p14:xfrm>
              <a:off x="7897149" y="4913185"/>
              <a:ext cx="470520" cy="3067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B41FBED1-FAD1-4225-9217-DC173BBA9C8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879509" y="4895545"/>
                <a:ext cx="50616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B3E95383-3882-4718-9866-27C9EED68A6A}"/>
                  </a:ext>
                </a:extLst>
              </p14:cNvPr>
              <p14:cNvContentPartPr/>
              <p14:nvPr/>
            </p14:nvContentPartPr>
            <p14:xfrm>
              <a:off x="8484309" y="4788265"/>
              <a:ext cx="261720" cy="1944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B3E95383-3882-4718-9866-27C9EED68A6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466669" y="4770625"/>
                <a:ext cx="29736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7382694A-3E32-4EFF-BA47-E179405D01F8}"/>
                  </a:ext>
                </a:extLst>
              </p14:cNvPr>
              <p14:cNvContentPartPr/>
              <p14:nvPr/>
            </p14:nvContentPartPr>
            <p14:xfrm>
              <a:off x="4234149" y="5484145"/>
              <a:ext cx="5590440" cy="96048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7382694A-3E32-4EFF-BA47-E179405D01F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216149" y="5466505"/>
                <a:ext cx="5626080" cy="9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065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14:cNvPr>
              <p14:cNvContentPartPr/>
              <p14:nvPr/>
            </p14:nvContentPartPr>
            <p14:xfrm>
              <a:off x="6771069" y="264505"/>
              <a:ext cx="360" cy="36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0C92CE32-4F49-454E-9896-63C56DEC9C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3069" y="246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519856F4-5584-4DFC-8333-74C12E324B9F}"/>
                  </a:ext>
                </a:extLst>
              </p14:cNvPr>
              <p14:cNvContentPartPr/>
              <p14:nvPr/>
            </p14:nvContentPartPr>
            <p14:xfrm>
              <a:off x="402669" y="413185"/>
              <a:ext cx="4492080" cy="505692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519856F4-5584-4DFC-8333-74C12E324B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669" y="395545"/>
                <a:ext cx="4527720" cy="50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7E77C8D-7A5D-4BB1-8C1C-228B8A8EE863}"/>
                  </a:ext>
                </a:extLst>
              </p14:cNvPr>
              <p14:cNvContentPartPr/>
              <p14:nvPr/>
            </p14:nvContentPartPr>
            <p14:xfrm>
              <a:off x="5731029" y="461425"/>
              <a:ext cx="15480" cy="2152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7E77C8D-7A5D-4BB1-8C1C-228B8A8EE8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3029" y="443785"/>
                <a:ext cx="5112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3B41B319-4586-4043-B2B9-884476D78EFB}"/>
                  </a:ext>
                </a:extLst>
              </p14:cNvPr>
              <p14:cNvContentPartPr/>
              <p14:nvPr/>
            </p14:nvContentPartPr>
            <p14:xfrm>
              <a:off x="5630589" y="429025"/>
              <a:ext cx="185400" cy="1508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3B41B319-4586-4043-B2B9-884476D78E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12589" y="411385"/>
                <a:ext cx="2210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776ADA6-1980-4B04-B7EF-8F43F2271572}"/>
                  </a:ext>
                </a:extLst>
              </p14:cNvPr>
              <p14:cNvContentPartPr/>
              <p14:nvPr/>
            </p14:nvContentPartPr>
            <p14:xfrm>
              <a:off x="5895189" y="408865"/>
              <a:ext cx="7920" cy="2955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776ADA6-1980-4B04-B7EF-8F43F22715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7549" y="390865"/>
                <a:ext cx="4356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2E27AF00-9AF4-48CA-AD97-0697196760EE}"/>
                  </a:ext>
                </a:extLst>
              </p14:cNvPr>
              <p14:cNvContentPartPr/>
              <p14:nvPr/>
            </p14:nvContentPartPr>
            <p14:xfrm>
              <a:off x="5792229" y="540625"/>
              <a:ext cx="159840" cy="32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2E27AF00-9AF4-48CA-AD97-0697196760E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74589" y="522625"/>
                <a:ext cx="1954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286A0A8-AF16-4465-A17A-6746FDF15FB3}"/>
                  </a:ext>
                </a:extLst>
              </p14:cNvPr>
              <p14:cNvContentPartPr/>
              <p14:nvPr/>
            </p14:nvContentPartPr>
            <p14:xfrm>
              <a:off x="6039549" y="542785"/>
              <a:ext cx="264960" cy="1465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286A0A8-AF16-4465-A17A-6746FDF15F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21909" y="525145"/>
                <a:ext cx="3006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0C9C0040-9A50-4ABD-A05D-51A9181D38E6}"/>
                  </a:ext>
                </a:extLst>
              </p14:cNvPr>
              <p14:cNvContentPartPr/>
              <p14:nvPr/>
            </p14:nvContentPartPr>
            <p14:xfrm>
              <a:off x="6843069" y="480865"/>
              <a:ext cx="242640" cy="4629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0C9C0040-9A50-4ABD-A05D-51A9181D38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25069" y="462865"/>
                <a:ext cx="278280" cy="49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4CF3C294-70CF-4EB7-86D3-0EBBE601C09F}"/>
                  </a:ext>
                </a:extLst>
              </p14:cNvPr>
              <p14:cNvContentPartPr/>
              <p14:nvPr/>
            </p14:nvContentPartPr>
            <p14:xfrm>
              <a:off x="7098309" y="744745"/>
              <a:ext cx="137520" cy="2462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4CF3C294-70CF-4EB7-86D3-0EBBE601C09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80669" y="726745"/>
                <a:ext cx="1731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0D9EF5B-0377-43C8-B66E-94494249474C}"/>
                  </a:ext>
                </a:extLst>
              </p14:cNvPr>
              <p14:cNvContentPartPr/>
              <p14:nvPr/>
            </p14:nvContentPartPr>
            <p14:xfrm>
              <a:off x="7320069" y="562585"/>
              <a:ext cx="159120" cy="104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0D9EF5B-0377-43C8-B66E-9449424947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02069" y="544585"/>
                <a:ext cx="1947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698BEF64-8B16-4915-93C4-7A878D2B5522}"/>
                  </a:ext>
                </a:extLst>
              </p14:cNvPr>
              <p14:cNvContentPartPr/>
              <p14:nvPr/>
            </p14:nvContentPartPr>
            <p14:xfrm>
              <a:off x="7329429" y="639625"/>
              <a:ext cx="159120" cy="82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698BEF64-8B16-4915-93C4-7A878D2B552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11429" y="621985"/>
                <a:ext cx="1947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F5F107DE-B04D-4FB2-8B04-1A65C3C03A74}"/>
                  </a:ext>
                </a:extLst>
              </p14:cNvPr>
              <p14:cNvContentPartPr/>
              <p14:nvPr/>
            </p14:nvContentPartPr>
            <p14:xfrm>
              <a:off x="7813269" y="332545"/>
              <a:ext cx="164520" cy="2934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F5F107DE-B04D-4FB2-8B04-1A65C3C03A7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795629" y="314905"/>
                <a:ext cx="2001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7705BE1-201E-461C-8968-7F98AD42F96C}"/>
                  </a:ext>
                </a:extLst>
              </p14:cNvPr>
              <p14:cNvContentPartPr/>
              <p14:nvPr/>
            </p14:nvContentPartPr>
            <p14:xfrm>
              <a:off x="7883109" y="723865"/>
              <a:ext cx="123840" cy="943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7705BE1-201E-461C-8968-7F98AD42F96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865109" y="706225"/>
                <a:ext cx="1594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95112709-3EA3-44F2-B7FE-D6119130780C}"/>
                  </a:ext>
                </a:extLst>
              </p14:cNvPr>
              <p14:cNvContentPartPr/>
              <p14:nvPr/>
            </p14:nvContentPartPr>
            <p14:xfrm>
              <a:off x="5199669" y="1669585"/>
              <a:ext cx="664920" cy="6616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95112709-3EA3-44F2-B7FE-D6119130780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81669" y="1651945"/>
                <a:ext cx="70056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891CBFE5-623B-44C8-9A66-B698D5D0ED78}"/>
                  </a:ext>
                </a:extLst>
              </p14:cNvPr>
              <p14:cNvContentPartPr/>
              <p14:nvPr/>
            </p14:nvContentPartPr>
            <p14:xfrm>
              <a:off x="6895989" y="1621705"/>
              <a:ext cx="374400" cy="234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891CBFE5-623B-44C8-9A66-B698D5D0ED7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78349" y="1603705"/>
                <a:ext cx="410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1D534416-8BCF-41BC-AE7D-298908339488}"/>
                  </a:ext>
                </a:extLst>
              </p14:cNvPr>
              <p14:cNvContentPartPr/>
              <p14:nvPr/>
            </p14:nvContentPartPr>
            <p14:xfrm>
              <a:off x="6973389" y="1766065"/>
              <a:ext cx="360360" cy="3038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1D534416-8BCF-41BC-AE7D-29890833948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955407" y="1748404"/>
                <a:ext cx="395964" cy="3395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D139AA9-2E3D-46FD-A5BE-E6314DD99A32}"/>
                  </a:ext>
                </a:extLst>
              </p14:cNvPr>
              <p14:cNvContentPartPr/>
              <p14:nvPr/>
            </p14:nvContentPartPr>
            <p14:xfrm>
              <a:off x="6106869" y="1741585"/>
              <a:ext cx="767520" cy="3315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D139AA9-2E3D-46FD-A5BE-E6314DD99A3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89221" y="1723945"/>
                <a:ext cx="803177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F22EFC8-CDE2-449F-854A-3798B1D14528}"/>
                  </a:ext>
                </a:extLst>
              </p14:cNvPr>
              <p14:cNvContentPartPr/>
              <p14:nvPr/>
            </p14:nvContentPartPr>
            <p14:xfrm>
              <a:off x="8931789" y="1785145"/>
              <a:ext cx="415440" cy="2754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F22EFC8-CDE2-449F-854A-3798B1D1452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914134" y="1767168"/>
                <a:ext cx="451111" cy="310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48E4EAD6-8206-427A-B5D2-76A0A05A0346}"/>
                  </a:ext>
                </a:extLst>
              </p14:cNvPr>
              <p14:cNvContentPartPr/>
              <p14:nvPr/>
            </p14:nvContentPartPr>
            <p14:xfrm>
              <a:off x="8089749" y="1785145"/>
              <a:ext cx="746280" cy="3085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48E4EAD6-8206-427A-B5D2-76A0A05A034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071758" y="1767145"/>
                <a:ext cx="781903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CAA59A32-891C-4D0E-89DB-B3834F07D247}"/>
                  </a:ext>
                </a:extLst>
              </p14:cNvPr>
              <p14:cNvContentPartPr/>
              <p14:nvPr/>
            </p14:nvContentPartPr>
            <p14:xfrm>
              <a:off x="7603749" y="1804225"/>
              <a:ext cx="218160" cy="1922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CAA59A32-891C-4D0E-89DB-B3834F07D24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85749" y="1786585"/>
                <a:ext cx="2538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19A194A5-B51F-4FF5-99F4-1E538E983AC0}"/>
                  </a:ext>
                </a:extLst>
              </p14:cNvPr>
              <p14:cNvContentPartPr/>
              <p14:nvPr/>
            </p14:nvContentPartPr>
            <p14:xfrm>
              <a:off x="1062189" y="341185"/>
              <a:ext cx="2113560" cy="50788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19A194A5-B51F-4FF5-99F4-1E538E983A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44189" y="323185"/>
                <a:ext cx="2149200" cy="51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482AF88B-4BB7-4345-9F2F-92405F2EC7E9}"/>
                  </a:ext>
                </a:extLst>
              </p14:cNvPr>
              <p14:cNvContentPartPr/>
              <p14:nvPr/>
            </p14:nvContentPartPr>
            <p14:xfrm>
              <a:off x="9610749" y="1828345"/>
              <a:ext cx="191160" cy="262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482AF88B-4BB7-4345-9F2F-92405F2EC7E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592749" y="1810345"/>
                <a:ext cx="2268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A1E7D290-CCB5-4ABF-9C41-977D19AE5F4F}"/>
                  </a:ext>
                </a:extLst>
              </p14:cNvPr>
              <p14:cNvContentPartPr/>
              <p14:nvPr/>
            </p14:nvContentPartPr>
            <p14:xfrm>
              <a:off x="9658629" y="1939225"/>
              <a:ext cx="208080" cy="27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A1E7D290-CCB5-4ABF-9C41-977D19AE5F4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640989" y="1921585"/>
                <a:ext cx="2437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CF388521-4679-490C-8FBC-379CC2E00F56}"/>
                  </a:ext>
                </a:extLst>
              </p14:cNvPr>
              <p14:cNvContentPartPr/>
              <p14:nvPr/>
            </p14:nvContentPartPr>
            <p14:xfrm>
              <a:off x="7045389" y="2769025"/>
              <a:ext cx="32040" cy="1828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CF388521-4679-490C-8FBC-379CC2E00F5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27389" y="2751385"/>
                <a:ext cx="6768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27CDC323-CC21-43D3-8928-B49671084A2C}"/>
                  </a:ext>
                </a:extLst>
              </p14:cNvPr>
              <p14:cNvContentPartPr/>
              <p14:nvPr/>
            </p14:nvContentPartPr>
            <p14:xfrm>
              <a:off x="8108829" y="2497225"/>
              <a:ext cx="970560" cy="4716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27CDC323-CC21-43D3-8928-B49671084A2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091182" y="2479585"/>
                <a:ext cx="1006213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CBCFA607-A5F3-461B-ADDC-CFD7CF2437F3}"/>
                  </a:ext>
                </a:extLst>
              </p14:cNvPr>
              <p14:cNvContentPartPr/>
              <p14:nvPr/>
            </p14:nvContentPartPr>
            <p14:xfrm>
              <a:off x="7262829" y="2487865"/>
              <a:ext cx="582480" cy="52740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CBCFA607-A5F3-461B-ADDC-CFD7CF2437F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245178" y="2470225"/>
                <a:ext cx="618142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87D8A2F3-6BA7-4287-B108-66EA6B5EF199}"/>
                  </a:ext>
                </a:extLst>
              </p14:cNvPr>
              <p14:cNvContentPartPr/>
              <p14:nvPr/>
            </p14:nvContentPartPr>
            <p14:xfrm>
              <a:off x="5274189" y="2535745"/>
              <a:ext cx="498960" cy="6336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87D8A2F3-6BA7-4287-B108-66EA6B5EF19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56549" y="2518095"/>
                <a:ext cx="534600" cy="669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B6A88897-C5E5-4F4B-879A-B86EC309FBA4}"/>
                  </a:ext>
                </a:extLst>
              </p14:cNvPr>
              <p14:cNvContentPartPr/>
              <p14:nvPr/>
            </p14:nvContentPartPr>
            <p14:xfrm>
              <a:off x="5880789" y="2603065"/>
              <a:ext cx="1063800" cy="3006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B6A88897-C5E5-4F4B-879A-B86EC309FBA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62795" y="2585404"/>
                <a:ext cx="1099428" cy="3362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5D387F51-B3D7-4355-8F8B-C402F7AA4D1D}"/>
                  </a:ext>
                </a:extLst>
              </p14:cNvPr>
              <p14:cNvContentPartPr/>
              <p14:nvPr/>
            </p14:nvContentPartPr>
            <p14:xfrm>
              <a:off x="10509309" y="2738065"/>
              <a:ext cx="16560" cy="2088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5D387F51-B3D7-4355-8F8B-C402F7AA4D1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91309" y="2720425"/>
                <a:ext cx="522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DBB3C03F-D732-4583-BFCE-835B218FD4A9}"/>
                  </a:ext>
                </a:extLst>
              </p14:cNvPr>
              <p14:cNvContentPartPr/>
              <p14:nvPr/>
            </p14:nvContentPartPr>
            <p14:xfrm>
              <a:off x="11044629" y="2680465"/>
              <a:ext cx="141120" cy="201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DBB3C03F-D732-4583-BFCE-835B218FD4A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026989" y="2662465"/>
                <a:ext cx="176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88762B2A-1A25-4A3C-BB4F-1CA5FC61ABE3}"/>
                  </a:ext>
                </a:extLst>
              </p14:cNvPr>
              <p14:cNvContentPartPr/>
              <p14:nvPr/>
            </p14:nvContentPartPr>
            <p14:xfrm>
              <a:off x="11107269" y="2752465"/>
              <a:ext cx="138600" cy="2952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88762B2A-1A25-4A3C-BB4F-1CA5FC61ABE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089629" y="2734465"/>
                <a:ext cx="174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E4E7B20-AF48-4629-94DC-E7F843637B4D}"/>
                  </a:ext>
                </a:extLst>
              </p14:cNvPr>
              <p14:cNvContentPartPr/>
              <p14:nvPr/>
            </p14:nvContentPartPr>
            <p14:xfrm>
              <a:off x="11347749" y="2613145"/>
              <a:ext cx="541440" cy="3337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E4E7B20-AF48-4629-94DC-E7F843637B4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330109" y="2595145"/>
                <a:ext cx="5770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45B151DD-ADD5-41C2-90C9-9607F125525C}"/>
                  </a:ext>
                </a:extLst>
              </p14:cNvPr>
              <p14:cNvContentPartPr/>
              <p14:nvPr/>
            </p14:nvContentPartPr>
            <p14:xfrm>
              <a:off x="10678869" y="2634385"/>
              <a:ext cx="150120" cy="2541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45B151DD-ADD5-41C2-90C9-9607F125525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660869" y="2616745"/>
                <a:ext cx="1857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53D4618A-CD70-4938-95B0-143BF6C7155F}"/>
                  </a:ext>
                </a:extLst>
              </p14:cNvPr>
              <p14:cNvContentPartPr/>
              <p14:nvPr/>
            </p14:nvContentPartPr>
            <p14:xfrm>
              <a:off x="9336429" y="2636905"/>
              <a:ext cx="1068480" cy="3441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53D4618A-CD70-4938-95B0-143BF6C7155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318429" y="2619247"/>
                <a:ext cx="1104120" cy="379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5505EF99-8820-463D-91A9-D8D937850B88}"/>
                  </a:ext>
                </a:extLst>
              </p14:cNvPr>
              <p14:cNvContentPartPr/>
              <p14:nvPr/>
            </p14:nvContentPartPr>
            <p14:xfrm>
              <a:off x="5265909" y="3357625"/>
              <a:ext cx="2392560" cy="9979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5505EF99-8820-463D-91A9-D8D937850B8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47909" y="3339625"/>
                <a:ext cx="2428200" cy="103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806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45313D61-B95C-473A-ABC6-29512E945C8E}"/>
                  </a:ext>
                </a:extLst>
              </p14:cNvPr>
              <p14:cNvContentPartPr/>
              <p14:nvPr/>
            </p14:nvContentPartPr>
            <p14:xfrm>
              <a:off x="3767949" y="245425"/>
              <a:ext cx="3834360" cy="29908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45313D61-B95C-473A-ABC6-29512E945C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0307" y="227427"/>
                <a:ext cx="3870003" cy="30265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75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45313D61-B95C-473A-ABC6-29512E945C8E}"/>
                  </a:ext>
                </a:extLst>
              </p14:cNvPr>
              <p14:cNvContentPartPr/>
              <p14:nvPr/>
            </p14:nvContentPartPr>
            <p14:xfrm>
              <a:off x="3767949" y="245425"/>
              <a:ext cx="3834360" cy="29908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45313D61-B95C-473A-ABC6-29512E945C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0307" y="227427"/>
                <a:ext cx="3870003" cy="3026516"/>
              </a:xfrm>
              <a:prstGeom prst="rect">
                <a:avLst/>
              </a:prstGeom>
            </p:spPr>
          </p:pic>
        </mc:Fallback>
      </mc:AlternateContent>
      <p:pic>
        <p:nvPicPr>
          <p:cNvPr id="80" name="Imagine 79">
            <a:extLst>
              <a:ext uri="{FF2B5EF4-FFF2-40B4-BE49-F238E27FC236}">
                <a16:creationId xmlns:a16="http://schemas.microsoft.com/office/drawing/2014/main" id="{4D238830-3C2A-4139-AC2D-EE41D6B79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99" y="594391"/>
            <a:ext cx="10850828" cy="610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12311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4011</TotalTime>
  <Words>42</Words>
  <Application>Microsoft Office PowerPoint</Application>
  <PresentationFormat>Ecran lat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203</cp:revision>
  <dcterms:created xsi:type="dcterms:W3CDTF">2020-09-24T15:20:51Z</dcterms:created>
  <dcterms:modified xsi:type="dcterms:W3CDTF">2024-10-03T09:22:19Z</dcterms:modified>
</cp:coreProperties>
</file>