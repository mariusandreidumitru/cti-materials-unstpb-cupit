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83" r:id="rId2"/>
    <p:sldId id="295" r:id="rId3"/>
    <p:sldId id="302" r:id="rId4"/>
    <p:sldId id="303" r:id="rId5"/>
    <p:sldId id="284" r:id="rId6"/>
    <p:sldId id="299" r:id="rId7"/>
    <p:sldId id="300" r:id="rId8"/>
    <p:sldId id="304" r:id="rId9"/>
    <p:sldId id="296" r:id="rId10"/>
    <p:sldId id="297" r:id="rId11"/>
    <p:sldId id="301" r:id="rId12"/>
    <p:sldId id="286" r:id="rId13"/>
    <p:sldId id="289" r:id="rId14"/>
    <p:sldId id="290" r:id="rId15"/>
    <p:sldId id="291" r:id="rId16"/>
    <p:sldId id="292" r:id="rId17"/>
    <p:sldId id="293" r:id="rId18"/>
    <p:sldId id="294" r:id="rId19"/>
    <p:sldId id="305" r:id="rId20"/>
    <p:sldId id="307" r:id="rId21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5" autoAdjust="0"/>
  </p:normalViewPr>
  <p:slideViewPr>
    <p:cSldViewPr>
      <p:cViewPr varScale="1">
        <p:scale>
          <a:sx n="99" d="100"/>
          <a:sy n="99" d="100"/>
        </p:scale>
        <p:origin x="126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6:01.1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178 0,'-43'0,"43"1,1 0,-1 0,0 0,1 0,-1 0,1 0,-1 0,1 0,-1 0,1 0,-1 0,1-1,0 1,0 0,-1 0,1-1,0 1,0 0,0-1,0 1,0-1,0 1,0-1,0 0,0 1,0-1,0 0,0 0,0 0,0 0,0 0,1 0,167 28,-40-10,-128-18,0 0,1 0,-1 0,1 0,0 0,-1 0,1 0,-1 0,1 1,-1-1,1 0,-1 1,1 0,-1-1,1 1,-1 0,0 0,1 0,-1 0,0 0,0 0,0 0,1 0,-1 0,0 0,-1 1,1-1,0 0,0 1,0-1,-1 1,1-1,-1 1,1-1,-1 1,0-1,0 1,1 0,-5 3,0 0,0-1,0 1,-1-1,0 0,1 0,-1-1,-1 0,1 0,0 0,-1 0,0-1,-4 2,1 0,-77 31,-2-5,-17 1,11-2,47-11,64-7,164 1,-140-12,166-1,222 10,-344 1,-75-19,-12 2</inkml:trace>
  <inkml:trace contextRef="#ctx0" brushRef="#br0" timeOffset="259.077">806 161,'-14'0,"-4"2,1 3,6 6,11 5,14 4,15 6,14 1,8 0,5 0,-1-2,-7-1,-14 0,-24 3,-35 5,-46 10,-53 8,-5-4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1:46.49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120 192,'-4'44,"-1"0,-2 0,-2-1,-2 0,-14 35,14-43,-29 84,33-118,7-17,9-48,3 1,17-49,-13 50,-7 27,5-26,4 0,2 2,5-9,-24 66,-1 1,0-1,1 0,-1 0,1 0,0 0,0 0,-1 0,1 1,0-1,0 0,1 1,-1-1,0 1,1-1,-1 1,0 0,1-1,0 1,-1 0,1 0,0 0,-1 0,1 0,0 1,0-1,0 0,0 1,0 0,0-1,0 1,0 0,0 0,0 0,0 0,0 0,0 1,0-1,8 7,0 0,0 1,-1 0,0 1,-1 0,0 0,0 1,0 0,-2 0,1 1,-1 0,3 8,2 6,-1-1,-1 2,-2-1,0 1,-1 0,-2 1,-1-1,-1 1,-1 20,-4 37,-4 1,-9 33,13-98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1:46.77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74,'7'0,"15"0,21 0,20-2,19-6,10-6,4 0,-3 0,-9 2,-18 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1:48.01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1,'16'0,"17"0,14 0,14 0,14 0,9 0,5 2,2 1,-2 2,-6 3,-7-1,-7 2,-9-2,-8-3,-13-3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1:48.38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 0,'-5'1,"17"9,11 4,1-1,1-2,0 0,1-2,0 0,0-2,1-1,-6-1,53 14,-37-12,-1 2,0 2,-1 1,-1 2,0 1,4 4,-34-17,0 0,-1 0,1 0,-1 0,0 1,0-1,0 1,0 0,0 0,-1 0,1 0,-1 0,0 1,0-1,0 1,0 0,-1-1,1 1,-1 0,0 0,0 0,-1 0,1 0,-1 0,1 0,-1 0,-1 0,1 3,-5 5,0 0,-1 0,-1 0,1-1,-2 0,1 0,-2-1,1 0,-2 0,1-1,-1 0,-5 3,11-8,-61 52,-2-2,-49 27,73-53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1:48.93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69 0,'-5'14,"-3"16,-3 16,1 14,-1 10,2 8,2-1,3-5,1-7,2-13,1-15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1:49.42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6,'33'-3,"0"1,1 1,-1 2,1 2,-1 1,0 1,11 5,-31-8,1 0,-1 1,1 1,-1 0,0 1,0 0,-1 1,0 1,0 0,0 0,-1 1,0 1,0-1,-1 2,1 1,-9-7,0-1,-1 1,1-1,-1 1,1-1,-1 1,0 0,-1-1,1 1,-1 0,0 0,1 0,-2 0,1-1,0 1,-1 0,0 0,0-1,0 1,0 0,0-1,-1 1,0-1,1 1,-1-1,-1 0,1 0,0 0,-1 0,0 0,-88 77,67-64,0-1,-2-1,0-1,0-2,-1 0,-2-1,19-8,20-5,14 0,-1 0,1 1,0 2,-1 0,1 2,0 0,-1 2,0 0,0 2,0 0,0 2,-1 0,0 2,-1 0,0 2,18 13,-32-20,0 0,0 1,-1 0,0 0,0 0,0 1,-1 0,0 0,3 7,-6-11,-1 0,0 0,0 0,0 0,0 0,-1 0,1 0,-1 1,0-1,1 0,-2 0,1 0,0 1,-1-1,1 0,-1 0,0 0,0 0,0 0,0 0,-1 0,1 0,-1 0,0-1,0 1,0-1,-2 3,-11 8,-2 0,1-1,-2-1,1-1,-2 0,1-2,-1 0,0-1,-1 0,0-2,0 0,0-2,-11 1,8 0,-1 0,1-2,-1 0,0-2,-14-2,37 3,0-1,0 0,0 1,0-1,0 0,0 0,0 0,0 0,-1 0,1 0,0 0,0 0,0-1,0 1,0 0,0-1,0 1,0 0,0-1,0 1,1-1,-1 0,0 1,0-1,0 0,1 1,-1-1,0 0,0 0,1 0,-1 0,1 0,-1 1,1-1,-1 0,1 0,0 0,-1 0,1 0,0 0,0-1,0 1,0 0,0 0,0 0,0 0,0 0,0 0,0 0,1 0,-1 0,0 0,1 0,-1 0,1 0,-1 0,1 0,-1 0,1 1,0-1,-1 0,1 0,0 0,19-18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1:49.71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356 28,'-9'-4,"-1"-1,1 2,-1-1,1 1,-1 1,0-1,0 2,0-1,0 2,0-1,0 1,-1 1,1 0,0 0,0 1,0 0,1 1,-1 0,1 0,-1 1,1 1,0-1,0 1,1 1,0 0,-1 0,2 1,-1-1,1 2,0-1,1 1,-2 3,0 3,0 0,1 0,1 1,1 0,0 0,1 1,0-1,1 1,1 0,1 0,0 0,1 0,0 0,3 14,-1-19,0-1,0 0,1 0,0 0,1 0,0 0,1-1,0 1,0-1,1-1,0 1,0-1,1 0,0 0,1-1,-1 0,2 0,-1-1,1 0,0 0,0-1,0 0,2 0,8 1,0-1,0 0,0-1,1-2,0 0,-1 0,1-2,0-1,0 0,8-3,46-6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1:49.97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80 1,'-5'23,"-3"18,-1 14,-1 12,-1 7,2 1,-1-4,2-7,2-11,3-16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1:50.23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100 51,'-16'-51,"28"53,9 18,233 228,-232-227,-1-4,-1 1,-2 0,1 2,-2 0,-1 1,0 1,-2 0,3 7,-15-24,-1-1,1 1,-1 0,0 0,0-1,0 1,-1 0,1 0,-1 0,-1 0,1 0,-1-1,1 1,-1 0,-1 0,1-1,-1 1,1 0,-2-1,1 0,0 1,-1-1,1 0,-1 0,-3 3,-5 4,0 0,0-1,-1-1,0 0,-1 0,0-1,-11 5,-10 4,0-1,-2-2,1-2,-2-1,0-1,0-3,0 0,-1-3,-12 0,2-6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1:50.4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671 0,'-9'16,"-8"19,-5 24,-6 22,-7 21,-9 15,-14 13,-9 7,-8 3,-4-5,1-8,11-17,13-26,17-26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1:50.88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61,'185'-26,"-84"11,0 4,50 3,-141 8,0 0,0 0,1 2,-1-1,0 1,0 1,0 0,7 3,-13-5,-1 1,0 0,-1 0,1 0,0 0,0 0,-1 0,1 1,-1-1,0 1,0 0,0 0,0-1,0 1,-1 0,1 1,-1-1,0 0,0 0,0 1,0-1,-1 0,1 1,-1-1,0 1,0-1,0 2,-3 14,0 0,-2 0,0 0,-1-1,-1 0,0 0,-1 0,-1-1,-4 4,6-9,-38 71,23-47,1 1,2 0,1 2,3 0,0 1,3 1,2 0,-1 14,8-24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1:51.1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74,'30'0,"27"-2,28-4,25-4,25-6,18-5,-16 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1:51.71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247 2,'-132'-1,"126"1,0 1,0 0,1 1,-1-1,1 1,-1 0,1 1,0-1,0 1,0 0,0 0,0 1,0-1,1 1,0 0,0 1,0-1,0 1,1-1,0 1,-1 2,2-3,0 1,1 0,-1-1,1 1,1 0,-1 0,1 0,-1 0,1-1,1 1,-1 0,1 0,0 0,0-1,0 1,1 0,-1-1,1 1,0-1,1 0,1 3,65 81,59 26,-87-81,-2 1,-2 2,5 8,-39-42,0 0,0 1,-1-1,1 1,-1-1,0 1,1 0,-1 0,0 0,0 0,-1 0,1 0,-1 1,0-1,0 1,0-1,0 1,0-1,-1 1,1-1,-1 1,0-1,0 1,-1 0,1-1,-1 1,1-1,-1 1,0-1,-1 1,1-1,-1 0,1 0,-1 1,0-1,-1 1,-7 2,0-1,0 0,0 0,0-1,-1-1,1 1,-1-2,0 0,0 0,0-1,0 0,0-1,-1 0,1-1,0 0,0-1,1 1,1-1,-1-1,0 1,1-2,0 1,0-1,0-1,-7-4,13 8,1-1,0 1,-1-1,1 1,0-1,0 0,0 0,0 0,0 0,0 0,1-1,-1 1,1-1,0 1,-1-1,1 1,0-1,0 1,1-1,-1 0,1 0,-1 1,1-1,0 0,0 0,0 1,0-1,1 0,-1 0,1 0,-1 1,2-3,2-2,1 0,0 1,0 0,1 0,0 0,0 1,0 0,0 0,1 0,0 1,0 0,0 0,1 1,-1 0,1 0,7-1,196-56,-153 47,-1-3,-1-2,-1-2,16-10,-59 23,-1 1,0-1,0-1,0 0,-1-1,0 0,2-4,-10 12,0-1,0 0,0-1,0 1,-1 0,1 0,-1-1,1 1,-1-1,0 1,0-1,0 0,0 0,0 1,-1-1,1 0,-1 0,0 0,0 1,0-1,0 0,0 0,-1 0,1 1,-1-1,0 0,0 0,0 1,0-1,0 1,-1-1,1 1,-1-1,1 1,-1 0,-1-1,-1-1,1 1,-1-1,0 1,0 0,-1 1,1-1,-1 1,1-1,-1 1,0 1,0-1,0 1,0 0,0 0,0 0,0 1,0-1,0 1,0 1,-1-1,1 1,0 0,0 0,0 0,0 0,0 1,-4 2,0-1,0 2,1-1,-1 1,1 0,0 1,0 0,1 0,0 1,0 0,0 0,1 0,-2 5,2-5,1 1,0 0,0 0,1 1,0-1,1 1,0 0,0 0,1 0,0 0,1 0,0 1,0-1,1 1,0-1,1 0,0 1,0-1,1 0,0 0,1 0,0 0,0 0,1 0,0-1,1 0,-1 0,2 0,2 3,9 4,1-1,0 0,1-2,0 0,1-1,1-1,-1-1,2-1,-1-1,1 0,0-2,0-1,0 0,21 0,205 8,-133-15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1:52.2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458 241,'13'-10,"-1"-1,0-1,-1 0,0 0,-1-1,0 0,-1-1,-1 0,2-3,-9 14,0 0,0 1,0-1,-1 0,1 1,0-1,-1 0,0 0,0 0,0 0,0 1,0-1,-1 0,1 0,-1 1,0-1,1 0,-1 0,-1 1,1-1,0 1,-1-1,1 1,-1 0,0 0,1-1,-1 1,0 0,0 0,-1 1,1-1,0 0,-1 1,1 0,-1-1,1 1,-1 0,1 0,-2 0,-16-5,0 1,-1 1,1 1,-1 1,1 1,-1 0,0 2,0 0,1 2,-1 0,1 1,0 1,0 1,1 1,-19 8,24-8,0 0,0 1,0 0,1 1,0 1,1 0,0 0,1 1,0 1,-6 8,13-16,1 1,-1 0,1 0,0 0,0 1,1-1,-1 1,1-1,1 1,-1 0,1 0,0 0,0 0,0 0,1 0,0 0,0 0,1 0,0 0,0 0,0 0,1 0,-1-1,2 1,-1 0,0-1,1 0,3 6,1-3,-1-1,1 1,0-1,0 0,1-1,0 1,0-2,1 1,-1-1,1 0,0-1,1 0,-1-1,1 0,0 0,-1-1,10 1,0 0,-1-2,1 0,-1-1,1-1,-1 0,1-2,-1 0,0-1,7-3,-8 1,0 0,0-1,-1-1,0-1,-1 0,0-1,0 0,-1-1,0-1,-1-1,0 0,-1 0,-1-1,0-1,-1 0,0 0,-1-1,2-5,-4 5,-10 36,-16 91,4 1,6 0,3 26,4-85,-2 55,-2 48,-6-1,-11 24,21-159,-2 0,0 0,-1 0,-1-1,-1 0,-1 0,0 0,-1-1,-6 7,13-22,0 1,0-1,-1 0,1-1,-1 1,0 0,1-1,-1 1,0-1,-1 0,1 0,0 0,-1-1,1 1,-1-1,1 0,-1 0,0 0,1 0,-1-1,0 1,0-1,1 0,-1 0,0 0,0-1,0 1,1-1,-1 0,-2-1,-7-5,1-1,1 0,-1-1,1 0,1-1,-1 0,2-1,0 0,0 0,1-1,0 0,1 0,0-1,1 0,1-1,-1 0,-4-8,0-1,1-1,1 1,2-1,0-1,1 1,2-1,0 0,2 0,1 1,0-1,2 0,1 0,1 0,2 1,6-22,-6 35,-1 0,2 1,-1 0,2 0,-1 0,1 1,1 0,-1 0,2 1,-1 1,1-1,0 1,0 1,1 0,0 0,0 1,0 1,3-1,19-5,1 2,0 1,0 1,0 2,31 1,63 2,0 5,8 8,-25-1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1:55.35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1,'14'2,"18"1,17 0,18-3,19-2,15 1,10-1,3 1,-4 0,-13 2,-15 2,-17 2,-18 0,-19-1,-13 0,-11-2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1:55.7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 0,'73'35,"-19"-12,-2 2,0 3,-1 2,-2 2,-2 2,20 19,-4 25,-61-75,0 0,-1 0,1 1,-1-1,0 0,0 0,0 1,0-1,0 0,-1 1,1-1,-1 1,0-1,0 1,-1-1,1 1,-1-1,1 1,-1-1,0 0,0 1,-1-1,1 0,-1 0,1 0,-1 0,-1 1,-5 4,0-1,-1 0,0 0,-1 0,0-1,0-1,0 0,0 0,-1-1,-8 2,5 0,-108 36,-74 33,191-73,0 0,1 0,0 0,-1 0,1 1,0-1,0 1,1 0,-1 1,1-1,-1 1,1-1,0 1,0 0,1 0,-1 0,1 1,0-1,0 0,0 2,4 10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1:57.30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46 0,'-7'16,"-2"15,-2 10,1 8,2 4,7 1,8-3,6-7,4-12,0-10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1:57.59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1,'11'15,"13"16,12 8,6 7,-4-4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1:57.87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60 208,'40'-6,"-15"5,0-2,0-1,-1-1,0-2,0 0,0-1,-1-1,0-1,7-6,-28 15,1 0,-1 0,1 0,-1 0,0-1,0 1,1-1,-1 0,0 1,0-1,-1 0,1 0,0 0,0-1,-1 1,0 0,1-1,-1 1,0-1,0 1,0-1,-1 1,1-1,0 0,-1 1,0-1,0 0,0 1,0-1,0 0,0 1,-1-1,1 0,-1 1,0-1,0 0,0 1,0-1,0 1,0 0,-1-1,1 1,-1 0,0 0,-1-2,-5 0,0 0,0 0,-1 1,1 0,-1 0,0 1,1 0,-1 1,0 0,0 0,0 1,0 0,0 1,0 0,0 0,0 1,0 0,1 0,-1 1,1 0,0 1,-1 0,-4 3,3-2,0-1,0 2,1-1,-1 1,1 1,1 0,-1 0,1 1,0 0,1 0,0 0,0 1,1 1,0-1,0 1,1 0,1 0,0 0,0 1,1-1,0 1,1 0,0 0,0 2,3-8,0 0,0 0,1 0,-1 0,1 0,0 0,0 0,1 0,0-1,-1 1,1-1,1 0,-1 0,1 0,-1-1,1 1,0-1,1 1,-1-1,0-1,3 2,103 38,-40-28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1:58.3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342 76,'-13'-10,"0"2,-1-1,0 2,0 0,-1 1,0 0,0 1,-1 1,1 0,-1 1,0 0,1 2,-1 0,-1 1,12-1,1 1,-1-1,1 1,-1 0,1 1,-1-1,1 1,-1 0,1 0,-1 0,1 1,0-1,0 1,-1 0,2 1,-1-1,0 0,0 1,1 0,-1 0,1 0,0 1,0-1,0 1,0-1,1 1,-1 0,1 0,0 0,1 0,-3 5,5 0,0-1,1 1,-1 0,1-1,1 1,0-1,0 0,1 0,0 0,0 0,1-1,-1 0,2 0,-1 0,1 0,0-1,1 0,-1 0,1-1,6 4,21 18,2-2,1-1,1-2,26 10,45 26,-71-27,-37-30,0 0,-1-1,1 1,-1 0,1 0,-1-1,1 1,-1 0,0 0,1 0,-1 0,0-1,1 1,-1 0,0 0,0 0,0 0,0 0,0 0,0 0,0 0,0 0,-1 0,1-1,0 1,0 0,-1 0,1 0,0 0,-1 0,1-1,-1 1,0 0,1 0,-1-1,1 1,-1 0,0-1,1 1,-1-1,0 1,0-1,0 1,1-1,-1 0,0 1,0-1,-1 0,-8 4,-1 0,0-1,0-1,0 0,0 0,0-1,0 0,0-1,-1-1,1 0,-3 0,13 1,-1 0,1 0,-1 0,1 0,-1-1,1 1,-1 0,1-1,0 1,-1-1,1 1,-1-1,1 1,0-1,0 0,-1 0,1 0,0 0,0 0,0 0,0 0,0 0,0 0,0 0,0-1,1 1,-1 0,0-1,1 1,-1 0,1-1,-1 1,1-1,0 1,0-1,-1 1,1-1,0 1,0-1,1 1,-1-1,0 1,0-1,1 1,-1 0,1-1,-1 1,1-1,0 0,6-10,0 1,1-1,1 1,-1 1,2-1,-1 2,2-1,-1 1,12-7,-8 5,19-18,2 3,1 0,1 2,1 2,0 2,2 1,0 2,39-10,-77 26,0 0,0 0,0 0,0 0,0 0,0 1,1-1,-1 1,0 0,0 0,0 0,0 0,1 0,-1 0,0 0,0 1,0-1,0 1,1-1,-1 1,0 0,0 0,0 0,-1 0,1 0,0 0,0 1,-1-1,1 1,0-1,-1 1,1 0,-1-1,0 1,1 8,0 0,-1 0,-1 1,0-1,0 0,-1 0,0 0,-1 0,0 0,-3 9,-1 11,3-14,-7 90,10-102,0 0,1 0,-1 0,1 0,0 0,0 0,0-1,1 1,0 0,-1-1,1 1,0-1,1 0,-1 1,1-1,-1 0,1 0,0-1,0 1,0 0,0-1,1 0,-1 0,3 1,-2-1,1-1,0 1,0-1,0 0,0 0,0-1,0 1,0-1,0 0,0-1,0 1,0-1,0 0,0 0,0 0,0-1,0 0,-1 0,2-1,24-14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1:58.60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131 61,'-16'-15,"-10"-6,-2 3,3 11,6 17,6 17,10 16,12 14,10 9,0-8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1:59.0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0 545,'16'-25,"-2"0,0-1,-2-1,-1 0,-1 0,-2-1,0 0,-2-1,-1 0,-1 0,-2 0,-1 0,-2-15,2 25,-1 0,-1 1,-1-1,-1 0,-5-17,2 24,10 25,4-5,1 1,1-1,-1-1,1 0,1 0,-1-1,1 0,0-1,0 0,1-1,-1-1,1 1,0-2,0 1,0-2,3 1,202 25,-213-27,0 1,-1-1,1 1,0 0,-1 0,1 0,0 0,-1 1,0-1,1 1,-1 0,0 0,0 0,0 0,0 1,0-1,0 1,-1 0,1 0,-1 0,0 0,0 0,0 0,0 1,-1-1,1 0,-1 1,0 0,0-1,0 1,0 1,-1 102,-2-94,1 0,0 0,1 0,0 0,1 0,0 0,1 0,1 0,0 0,1 0,0-1,5 10,-6-18,-1 0,1 0,0 0,0-1,0 0,1 1,-1-1,1 0,-1 0,1-1,0 1,0-1,0 0,1 0,-1 0,0-1,1 0,-1 1,1-2,0 1,-1 0,1-1,0 0,-1 0,1 0,0-1,-1 1,1-1,-1 0,1-1,10-2,-1-1,0 0,0-1,-1-1,0 0,0-1,0 0,9-9,1-4,0-2,-2 0,0-1,-2-2,-1 0,-1 0,-1-2,9-20,-15 29,-10 19,0 0,0 0,0 0,0 0,0 1,0-1,0 0,0 0,1 0,-1 0,0 0,0 1,0-1,0 0,0 0,1 0,-1 0,0 0,0 0,0 0,0 1,0-1,1 0,-1 0,0 0,0 0,0 0,1 0,-1 0,0 0,0 0,0 0,0 0,1 0,-1 0,0 0,0 0,0 0,0 0,1-1,-1 1,0 0,0 0,0 0,0 0,1 0,-1 0,-2 21,2-21,-9 57,6-42,0 0,0 0,1 0,1 0,1 0,0 0,1 1,1-1,0 0,2 5,-2-16,-1 0,1 0,0-1,0 1,1-1,-1 1,1-1,0 0,0 0,0 0,0 0,0 0,1-1,-1 0,1 1,0-1,-1-1,1 1,0 0,0-1,0 0,1 0,26 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1:59.32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110 28,'-16'-7,"-10"-2,-2 0,3 7,10 10,22 13,28 9,7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1:59.58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215 1,'0'27,"0"27,0 24,0 19,0 18,-2 11,-8 9,-7 5,-6-2,-5-7,-2-16,2-17,3-22,4-23,6-23,5-23,4-13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00.0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1045,'14'-156,"-5"-91,-8 182,6-294,-6 335,1 1,1-1,0 1,2 0,5-15,-9 35,0 0,0 0,0 0,0 0,0-1,1 2,-1-1,1 0,0 0,0 0,0 1,0-1,0 1,0 0,1-1,0 1,-1 0,1 0,0 1,0-1,0 1,0-1,0 1,0 0,0 0,0 0,0 1,1-1,-1 1,0-1,1 1,-1 0,0 1,0-1,1 0,-1 1,1 0,21 8,-1 2,0 1,0 0,-2 2,1 0,-2 2,0 0,11 13,-28-25,-2-3,28 23,0 2,-2 1,21 26,-47-52,0 1,0 0,0 0,0 0,0 0,-1 0,1 1,-1-1,1 0,-1 1,0-1,0 1,0 0,0-1,0 1,-1 0,1-1,-1 1,0 0,0 0,0-1,0 1,0 0,-1 0,1-1,-1 1,0 0,1 0,-1-1,0 1,-1-1,1 1,0-1,-2 2,-5 1,0-1,0 0,0 0,0 0,0-1,-1-1,1 0,-1 0,0 0,0-1,0 0,0-1,-7 0,16 0,-28 1,-1 0,1-2,0-1,0-1,0-1,0-2,-9-4,37 10,0 0,0 0,1 0,-1-1,0 1,0 0,0 0,1 0,-1-1,0 1,0 0,0-1,0 1,0 0,1 0,-1-1,0 1,0 0,0-1,0 1,0 0,0-1,0 1,0 0,0-1,0 1,0 0,0 0,0-1,0 1,-1 0,1-1,0 1,0 0,0 0,0-1,-1 1,1 0,0 0,0-1,0 1,-1 0,1 0,0 0,0-1,-1 1,1 0,0 0,0 0,-1 0,1 0,0 0,-1-1,1 1,0 0,-1 0,1 0,0 0,29-6,332-20,-322 23,0-2,-1-2,0-2,0-1,-1-2,0-1,-1-2,-1-2,13-8,-41 20,0 0,0-1,-1 0,0 0,0-1,0 0,-1 0,0 0,0 0,0-3,-3 8,-1-1,0 1,0 0,0-1,-1 1,1-1,-1 1,1-1,-1 1,0-1,0 1,0-1,0 1,0-1,0 1,-1-1,1 1,-1-1,0 1,0 0,0-1,0 1,0 0,0-1,-1 1,1 0,-1 0,1 0,-1 0,0 1,0-1,0 0,0 1,0-1,0 1,-2-1,-3-2,-1 0,0 1,0 0,0 1,-1 0,1 0,0 0,-1 1,1 0,-1 1,0 0,1 1,-1-1,1 1,-1 1,1 0,0 0,0 1,0 0,0 0,-7 4,10-4,-1-1,1 1,0 1,0-1,0 1,0 0,1 0,-1 0,1 1,0-1,1 1,-1 0,1 0,0 1,0-1,0 1,1-1,0 1,0 0,0 0,1 0,0 0,0 0,1 0,-1 0,1 0,0 0,1 0,0 0,1 5,2 0,1-1,0 0,0 0,1 0,1-1,-1 1,2-2,-1 1,1-1,0 0,1-1,0 1,0-2,1 1,0-2,0 1,0-1,0-1,2 1,36 14,1-2,1-2,1-2,-1-3,2-1,41 0,51 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00.38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180 1,'-8'2,"-1"0,0 1,1 0,0 1,0 0,0 0,0 0,1 1,-1 1,1-1,0 1,1 0,0 0,0 1,0 0,1 0,0 1,0-1,0 1,1 0,1 0,-1 0,1 1,-1 5,0-2,-1 0,2 1,0 0,0 0,1-1,1 1,0 0,1 1,0-1,1 0,0 0,1 0,1-1,0 1,1 0,0-1,1 0,0 0,1 0,0-1,1 0,0 0,1 0,0-1,1 0,0-1,0 0,1 0,0-1,1 0,3 0,0 0,0-2,1 1,0-2,0 0,1 0,-1-2,1 0,0 0,0-2,0 0,0-1,-1 0,1-1,0-1,0-1,0 0,-1-1,1-1,-1 0,-1-1,1-1,-1 0,0-1,0 0,-1-1,0-1,-1 0,0-1,0 0,-1 0,-1-1,0-1,-1 0,6-10,-10 14,0 0,0-1,-1 1,-1-1,1 0,-1-1,-1 1,0 0,-1-1,1 1,-2-1,0 1,0-1,-1 0,0 1,-1-1,0 1,-1 0,0 0,0 0,-1 0,-1 0,1 1,-1 0,-1 0,0 0,0 0,-1 1,-7-6,5 7,-1 1,0 1,0 0,0 0,-1 1,0 0,1 1,-1 0,-1 1,1 0,0 1,0 0,-1 1,1 0,0 1,-1 0,1 1,0 0,-10 4,-8 2,1 1,0 2,1 1,0 1,1 1,1 2,-1 1,-36 27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00.63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 0,'-7'16,"-2"19,2 21,8 18,14 12,14 2,3-13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00.88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1,'0'18,"6"24,10 24,11 20,8 15,0 7,-6-14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02.4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25 0,'3'23,"2"21,1 17,-1 11,-1 10,-2 6,-2 3,-7-4,-4-4,-5-13,1-17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02.76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588 1,'-7'27,"-1"-1,-2 0,0 0,-2-1,0-1,-2 0,0-1,-2 0,-1-1,-14 15,11-9,-1-2,-2 0,0-1,-2-1,0-1,-2-1,0-2,-2 0,0-2,-1-2,0 0,-2-2,-14 4,-2-14,48-5,0 1,0 0,0-1,-1 1,1 0,0-1,0 1,0-1,0 1,0 0,0-1,0 1,0-1,0 1,0 0,0-1,0 1,0-1,0 1,0 0,1-1,-1 1,0 0,0-1,0 1,1 0,-1-1,0 1,0 0,1-1,-1 1,0 0,1 0,-1-1,0 1,1 0,-1 0,0 0,1-1,-1 1,0 0,1 0,-1 0,1 0,-1 0,0 0,1 0,-1 0,1 0,-1 0,0 0,1 0,11-2,-1 0,1 1,0 0,0 1,-1 0,1 1,0 0,-1 1,1 1,-1 0,1 0,-1 1,0 0,-1 1,1 0,-1 1,7 5,96 56,-86-48,1 0,1-3,1 0,0-2,1-1,0-1,1-2,1-1,-1-1,5-2,101-14,-78-5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05.81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511 297,'0'0,"0"0,1 0,-1 0,0 0,0 0,1 0,-1-1,0 1,1 0,-1 0,0 0,0 0,1 0,-1 1,0-1,1 0,-1 0,0 0,0 0,1 0,-1 0,0 0,0 0,1 1,-1-1,0 0,0 0,1 0,-1 1,0-1,0 0,0 0,0 1,1-1,-1 0,0 0,0 1,0-1,0 0,0 0,0 1,0-1,0 0,0 1,0-1,0 0,0 0,0 1,0-1,0 0,0 1,0-1,0 0,0 0,0 1,0-1,0 0,0 0,-1 1,3-16,0 0,-1 1,-1-1,-1 0,0 0,-1 0,0 1,-1-1,-1 1,0-1,-1 1,-7-12,10 19,-1 1,0 0,0 0,-1 0,0 0,0 1,0-1,-1 1,1 0,-1 1,0-1,-1 1,1 0,-1 0,0 0,0 1,0 0,0 0,-1 1,1-1,-1 1,1 1,-1-1,0 1,0 1,0-1,1 1,-1 0,0 0,0 1,0 0,1 1,-4 0,-10 7,1 1,1 0,0 2,0 0,1 1,1 1,0 0,1 1,1 1,0 0,1 1,0 1,2 0,0 0,1 1,-6 18,9-21,0 0,1 1,1 0,1 0,0 0,1 1,1-1,1 1,0 11,2-21,-1 0,1 1,1-1,-1 0,2 0,-1 0,1 0,0-1,0 1,1-1,0 0,1 0,-1 0,1 0,1-1,-1 0,1 0,0 0,1-1,-1 0,3 2,16 4,0 0,0-2,0 0,1-2,0-1,1-1,0-2,-1 0,1-2,0-1,0-1,0-1,-1-1,11-4,21-1,0-4,0-2,-2-2,0-3,3-3,20-13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16.5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581 33,'-26'-8,"0"1,0 1,0 2,-1 0,0 2,1 1,-1 1,0 1,0 2,-3 1,15-1,1 0,0 0,0 2,0-1,0 2,1 0,0 1,0 0,0 1,1 0,1 1,-1 0,1 1,1 0,0 1,0 0,1 1,1 0,-2 2,4-4,0 1,1-1,0 1,0 0,1 0,0 0,1 0,1 1,0 0,0-1,1 1,1 0,0 0,0-1,1 1,1 0,0 0,1-1,0 0,0 1,1-1,1 0,0-1,0 1,1-1,0 0,6 6,-2-6,2 1,-1-1,1-1,1 0,0-1,0 0,0-1,1 0,0-1,1-1,-1 0,8 1,14 2,1-1,0-2,0-2,22 0,111-16,-104 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17.94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1,'18'11,"22"7,25 2,21-3,22-1,13-4,5-4,1-3,-8-2,-14-3,-16-2,-25-2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18.24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1,'59'2,"0"3,0 2,0 3,-1 3,9 5,-48-15,-1 2,1 0,-1 1,0 1,-1 1,0 0,0 1,-1 1,0 1,0 0,-1 1,-1 0,0 2,-1-1,0 2,3 5,-13-14,0 1,-1 0,0 0,0 1,0-1,-1 0,0 1,0-1,-1 1,0-1,0 1,0-1,-1 1,-1-1,1 0,-1 1,0-1,-1 0,0 0,0 0,0-1,-1 1,-3 4,-8 10,-1 0,0 0,-2-2,0 0,-1-1,-5 3,-10 7,-1-2,-2-1,0-1,-2-2,0-2,-7 1,43-20,0 1,-1-1,1 1,0-1,-1 0,1 0,-1 0,1 0,-1 0,0-1,1 0,-1 0,1 0,-1 0,0 0,-1-1,-7-8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18.97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107 163,'0'70,"3"22,-5 0,-4-1,-4 1,-11 37,11-98,10-31,0-1,1 1,-1 0,0-1,0 1,0-1,0 1,0-1,0 1,0-1,0 1,0 0,0-1,0 1,0-1,0 1,0-1,-1 1,1 0,0-1,0 1,0-1,-1 1,1 0,0-1,0 1,-1 0,1-1,0 1,-1 0,1-1,0 1,-1 0,1 0,0 0,-1-1,1 1,-1 0,1 0,-1 0,1 0,0 0,-1 0,1-1,-1 1,1 0,-1 0,1 1,-1-1,1 0,0 0,-1 0,1 0,-1 0,1 0,0 1,-1-1,1 0,-1 0,1 0,0 1,-1-1,1 0,0 1,-1-1,1 0,-28-211,25 171,1 13,-4-34,2-1,4 1,6-58,-6 111,1 1,0-1,0 0,0 1,1-1,0 1,1 0,0-1,0 1,0 0,1 1,0-1,0 0,1 1,0 0,0 0,0 1,1-1,0 1,0 1,0-1,0 1,1 0,0 0,0 1,1-1,6 2,0 1,1 1,-1 0,0 0,1 2,-1 0,0 0,0 1,0 1,0 1,-1 0,0 0,0 1,0 1,-1 0,0 1,0 0,-1 1,0 1,0-1,-1 2,2 2,-7-9,0 1,0 0,0 1,0-1,-1 1,0 0,0 0,-1 0,0 0,0 1,0 0,-1-1,0 1,0 0,-1 0,0 0,0 0,0 0,-1 0,0 0,-1 1,1-1,-1 0,-1 0,1 0,-1-1,0 1,-1 0,0-1,-2 5,-7 1,1 0,-2-1,0 0,0-1,-1-1,0 0,0-1,-1 0,-1-1,1-1,-1 0,0-1,0-1,-4 0,161-4,-122 2,0 1,0 1,0 1,0 0,-1 1,0 2,6 2,-16-6,0 0,0 1,0 0,-1 0,0 1,0 0,0 0,-1 1,0-1,0 1,0 1,-1-1,0 1,-1 0,0 0,2 5,-4-7,-1-1,0 0,0 0,-1 0,0 0,0 0,0 1,0-1,-1 0,0 0,0 0,0 0,-1 0,1 0,-1 0,0 0,-1-1,1 1,-1-1,0 1,0-1,-1 0,1 0,-3 1,-8 9,-1 0,0-2,-1 0,0 0,-15 6,-1 0,0-1,-1-2,-1-1,0-2,-1-1,-25 3,14-12,45-2,0-1,0 1,1 0,-1 0,0-1,0 1,1 0,-1-1,0 1,0-1,1 1,-1-1,1 1,-1-1,0 0,1 1,-1-1,1 0,-1 1,1-1,0 0,-1 0,1 1,0-1,-1 0,1 0,0 0,0 1,0-1,0 0,0 0,0 0,0 0,0 1,0-1,0 0,0 0,0 0,1 1,-1-1,0 0,1 0,-1 1,0-1,1 0,-1 0,1 0,15-25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19.23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424 8,'-17'-3,"1"1,-1 0,0 2,0 0,0 0,0 2,1 0,-1 1,0 0,1 2,0 0,0 0,0 2,1 0,0 1,0 0,1 1,0 1,1 0,-12 12,17-15,1 0,0 1,0 0,1 0,0 1,0-1,1 1,1 0,-1 1,1-1,1 1,0 0,0 0,1 0,0 0,1 0,0 1,0-1,1 0,1 1,0-1,0 0,1 0,0 0,1 0,0 0,0 0,1 0,1-1,0 0,1 2,3 0,1-2,0 1,1-1,0-1,0 0,1 0,0-1,1-1,-1 0,1 0,0-1,0-1,1 0,0-1,3 0,18 2,0-1,0-1,0-2,1-2,17-3,59-12,-11-5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19.50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206 0,'-16'2,"-10"8,-7 9,0 10,0 12,7 8,7 7,6 2,7 2,6-1,5-4,4-8,3-11,-1-11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19.75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81 1,'16'25,"1"-1,0 0,2-2,1 0,1 0,14 10,-25-23,270 234,-273-237,70 75,-75-78,0 0,1 0,-1 0,0 1,-1-1,1 1,-1 0,1-1,-1 1,0 0,-1 0,1 0,-1 0,1-1,-1 1,-1 0,1 0,0 0,-1 0,0 0,0 0,0-1,0 1,0 0,-2 2,-3 2,-1 1,0-1,0-1,-1 0,0 0,0 0,-1-1,1 0,-1-1,-9 5,-29 14,-1-3,-1-1,-1-2,0-3,-1-1,-1-3,-23 0,20-7,17-6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20.00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522 1,'-16'20,"-8"23,-3 22,-3 21,-5 18,-5 14,-8 10,-7 2,-5-6,-2-13,8-18,12-22,21-29,14-20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20.24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42,'29'-10,"0"2,1 1,0 1,0 1,0 2,1 1,-1 2,1 0,-1 3,27 4,-42-5,-1 1,1 0,-1 1,0 1,0 0,0 1,-1 1,0 0,0 0,0 2,-1-1,0 2,-1-1,0 2,-1-1,0 1,0 1,-2 0,1 0,-1 1,-1 0,0 0,-1 1,-1 0,0 0,2 10,-4 5,-2 0,0 0,-2 0,-2 0,0-1,-2 1,-1-1,-1 0,-2 0,0 0,-12 20,-18 67,37-111,1 0,-1 0,0 1,1-1,0 0,0 0,0 1,1-1,0 1,0-1,0 1,0-1,0 1,1-1,0 0,0 1,0-1,1 0,-1 0,1 0,0 0,0 0,2 3,13 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20.4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73,'22'0,"36"0,39-5,44-5,43-7,37-4,-21 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21.45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210 1,'-16'0,"0"0,0 1,1 1,-1 1,0 0,1 1,-5 2,15-4,0 0,1 0,-1 0,1 1,-1-1,1 1,0 0,0 1,0-1,1 0,-1 1,1 0,0 0,0 0,0 1,1-1,-1 0,1 1,0 0,0-1,1 1,-1 0,1 0,0 4,1 3,2 1,-1-1,2 0,-1 1,2-1,-1 0,2 0,0-1,0 1,1-1,0 0,1-1,0 0,1 0,0 0,1-1,0 0,0-1,1 0,7 5,43 35,3-2,1-2,13 2,46 31,-41-12,-82-65,1 0,0 1,-1-1,1 1,-1-1,1 1,-1-1,1 1,-1 0,1-1,-1 1,1-1,-1 1,1 0,-1 0,0-1,0 1,1 0,-1 0,0-1,0 1,0 0,0 0,0-1,0 1,0 0,0 0,0-1,0 1,0 0,0 0,-1-1,1 1,0 0,-1 0,1-1,0 1,-1 0,1-1,-1 1,1-1,-1 1,1 0,-1-1,0 1,1-1,-1 0,1 1,-2 0,-40 8,-5-6,0-2,0-3,0-1,0-2,0-3,1-1,0-3,37 10,0 0,1-1,-1 0,1 0,-1-1,1 0,0 0,1-1,-1 0,1-1,6 5,0 1,0-1,1 0,-1 0,1 0,-1-1,0 1,1 0,0 0,-1 0,1 0,0 0,-1-1,1 1,0 0,0 0,0 0,0-1,0 1,0 0,1 0,-1 0,0-1,1 1,-1 0,1 0,-1 0,1 0,-1 0,1 0,0 0,-1 0,1 0,0 0,0 0,0 0,0 1,0-1,0 0,0 0,0 1,0-1,0 1,0-1,0 1,1-1,118-46,49 3,-72 20,-1-4,29-16,-115 41,0 0,0 0,-1-1,0-1,0 1,0-1,0-1,-1 0,0 0,0 0,-1-1,1 0,-1-1,-1 0,0 0,0 0,0-1,-1 0,-1 0,1 0,0-4,-5 10,0 1,1-1,-1 0,-1 0,1 0,0 1,-1-1,1 0,-1 0,0 1,0-1,0 1,0-1,-1 1,1-1,-1 1,1 0,-1 0,0-1,0 1,0 0,0 1,0-1,0 0,-1 1,1-1,0 1,-1-1,1 1,-1 0,-1 0,-2-1,0 0,0 0,-1 1,1 0,-1 0,1 1,-1-1,1 1,-1 1,1-1,-1 1,1 0,-1 1,-2 2,1 0,0 0,0 1,0 0,1 0,-1 1,1 0,1 0,-1 1,1 0,0 0,1 0,-1 1,2 0,-1 0,1 0,0 1,1-1,0 1,0 0,1 0,0 0,0 0,1 0,0 0,1 1,0-1,1 0,0 0,0 0,1 1,0-1,0-1,1 1,3 6,1-3,-1 0,2-1,0-1,0 1,1-1,0 0,0-1,1 0,1-1,-1 0,1 0,1-1,-1-1,1 0,7 2,11 4,0-2,0-1,1-1,0-2,1 0,0-3,12 1,-1-1,1-3,-1-2,1-1,-1-3,0-1,-1-2,0-2,0-2,-1-1,20-12,-44 17,1 0,-2-2,1 0,-2 0,1-2,12-13,-23 21,0 0,-1 0,0 0,0-1,0 1,0-1,-1 0,0 0,0-1,-1 1,0 0,0-1,0 0,-1 1,0-1,0 0,0 1,-1-1,0 0,-1 0,0-3,0 5,-1 0,1 1,-1-1,0 1,0 0,-1 0,1-1,-1 1,0 1,0-1,0 0,-1 1,1 0,-1 0,0 0,0 0,0 0,0 1,0-1,0 1,-1 1,1-1,-1 0,0 1,-2-1,-5 0,0 0,0 0,-1 1,1 1,0 0,0 1,-1 0,1 1,-7 1,4 1,0 0,1 0,0 1,0 1,0 1,1-1,-1 2,2 0,-1 1,1 0,1 1,-1 0,2 1,-1 0,2 1,-1 0,2 0,0 1,0 0,1 0,0 4,5-13,1 0,0 0,0 0,0 0,1 0,0 1,0-1,0 0,0 1,0-1,1 0,0 0,0 0,0 0,0 1,1-1,0-1,0 1,0 0,0 0,0-1,1 1,-1-1,1 0,0 0,0 0,1 0,-1 0,0-1,1 1,0-1,-1 0,3 1,15 5,0-1,1 0,0-2,0 0,0-2,1 0,-1-2,1 0,0-2,-1 0,1-1,19-6,26-4,-1-4,0-3,55-23,-17 11,-103 31,1 0,0 0,0 1,0-1,0 0,0 1,0 0,0 0,-1 0,1 0,0 0,-1 0,1 1,-1-1,1 1,-1 0,0 0,0-1,0 2,0-1,0 0,0 0,0 1,-1-1,1 1,-1-1,1 2,24 81,-24-75,19 119,-6 1,-5 0,-7 3,0-103,-1 0,-2 0,-1 0,-1 0,-2 0,-1-1,-1 1,-2-1,-1-1,-1 1,-8 14,15-36,-1-1,0 0,-1 0,1 0,-1-1,0 0,-1 0,1 0,-1 0,0-1,0 0,0 0,-1-1,1 1,-1-1,0-1,0 0,0 0,0 0,0 0,0-1,-1-1,1 1,0-1,-1 0,1-1,0 0,-1 0,1 0,0-1,-6-2,-5-6,1 0,1 0,-1-2,2 0,0-1,0-1,1 0,1-1,0 0,1-1,1 0,1-1,0 0,1-1,1 0,0 0,2-1,-5-18,7 23,0-1,1 1,0-1,2 0,-1 0,2-1,0 1,1 0,0 0,1 0,1 0,0 0,2 1,-1-1,1 1,1 0,1 1,0-1,1 1,0 1,4-6,1 5,1 0,0 0,0 1,1 1,0 1,1 0,1 1,-1 0,1 2,15-5,17-4,1 2,0 3,17-1,72-7,-8 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21.70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0,'25'3,"31"0,31-1,30 3,27-1,19 0,11-1,3-1,-8-1,-16-1,-29 1,-34-2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21.99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1,'25'21,"2"-1,1-1,0-1,1-1,1-2,0-1,2-2,29 9,94 28,78 31,-221-75,-1 1,1 0,-1 1,0 0,-1 0,0 1,0 1,1 1,-8-7,0 0,0 1,-1-1,1 0,-1 1,0 0,0 0,-1-1,1 1,-1 0,1 0,-1 1,0-1,-1 0,1 0,-1 0,0 0,0 1,0-1,-1 0,1 0,-1 0,0 1,0-1,0 0,-1 0,-8 14,-1-1,-1 0,-1-1,0 0,-1-1,0-1,-1 0,-1-1,0-1,-1 0,0-1,-4 1,-7 7,-111 84,123-85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22.25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1,'5'20,"1"17,2 12,-1 10,-1 1,-1-2,-5-7,-4-12,-1-14,0-13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22.47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102 14,'-15'-5,"-11"0,0 1,4 9,10 13,19 14,22 12,19 6,2-5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22.73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8 391,'25'-8,"0"-2,-1 0,0-1,-1-1,0-1,-1-2,-1 0,0-1,-1-1,-1-1,0 0,-1-2,-2 0,0-1,3-6,12-50,-30 75,-1 0,0 0,1 0,-1 0,0 0,0-1,0 1,0 0,0 0,-1 0,1 0,-1 0,1 0,-1 0,0 0,0 0,0 0,0 0,0 0,0 0,0 1,-1-1,1 0,-1 1,1-1,-1 1,1 0,-1-1,0 1,0 0,0 0,0 0,0 0,0 0,0 1,0-1,-9 0,-1 1,1 1,0 0,-1 0,1 1,0 0,0 1,0 0,0 1,1 0,-1 1,1 0,0 0,1 1,-1 1,1 0,0 0,1 0,-1 2,-4 2,-1 2,1 0,1 0,0 1,1 1,1 0,0 0,1 1,1 1,5-12,0 1,0-1,1 1,0 0,1 0,-1 0,1 0,0 0,0 0,1 1,0-1,0 0,0 0,1 0,0 0,0 0,1 0,0 0,0 0,0 0,0 0,1-1,0 0,0 1,1-1,0 0,-1 0,2 0,7 4,1 0,0 0,0-2,1 1,-1-2,2 0,-1 0,1-2,0 1,0-2,0 0,0-1,5 0,60 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23.2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227 17,'-7'-3,"-1"0,-1 0,1 1,0 0,0 1,-1 0,1 0,-1 1,1 0,-1 0,1 1,-1 0,1 1,0-1,0 2,0-1,0 1,0 0,0 1,1 0,-1 0,1 1,0 0,0 0,-2 3,6-5,1 1,1-1,-1 0,0 0,1 1,0-1,-1 1,1 0,1-1,-1 1,1 0,-1-1,1 1,0 0,0-1,0 1,1 0,0-1,-1 1,1 0,0-1,1 1,-1-1,1 1,-1-1,1 0,0 0,0 0,1 0,-1 0,82 82,-22-35,82 77,-141-125,0 1,0 0,0-1,0 1,0 0,0 0,-1 1,0-1,1 0,-1 1,-1 0,1-1,0 1,-1 0,0 0,0 0,0 0,0 0,-1 0,1 0,-1 0,0 0,0 0,-1 0,1 0,-1 0,0 0,0 0,0 0,-1 0,1 0,-1-1,-2 4,-1-2,-1-2,0 1,0 0,0-1,0 0,-1-1,1 1,-1-1,1-1,-1 1,0-1,0 0,0-1,0 1,0-1,1-1,-1 1,-6-2,11 1,0 1,1 0,-1-1,0 1,0-1,1 0,-1 1,0-1,1 0,-1 0,1 0,-1 0,1 0,0 0,-1-1,1 1,0 0,0-1,0 1,0-1,0 1,0-1,0 0,0 1,1-1,-1 0,1 0,-1 1,1-1,0 0,-1 0,1 0,18-59,10 18,1 1,2 2,2 1,25-23,-45 48,-8 9,36-40,3 1,1 3,3 1,-48 39,1 0,-1 0,1 0,-1 0,0 0,1 1,0-1,-1 0,1 1,-1-1,1 0,0 1,0-1,-1 1,1-1,0 1,0-1,0 1,0-1,-1 1,1 0,0-1,0 1,0 0,0 0,0 0,0 0,0 0,0 0,0 0,0 0,0 0,-1 0,1 1,0-1,0 0,0 1,0-1,0 0,0 1,-1-1,1 1,0 0,0-1,-1 1,1-1,0 1,-1 0,1 0,-1-1,1 1,-1 0,1 0,-1 0,-19 148,17-132,1 1,0-1,2 1,-1-1,2 0,1 0,3 14,-5-25,1 0,0 0,0-1,1 1,-1-1,1 1,0-1,1 0,-1 0,1 0,0-1,0 1,0-1,1 0,0 0,0-1,0 1,0-1,0 0,1-1,-1 1,1-1,-1 0,1 0,31 2,-3-5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23.4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64 0,'-14'7,"-4"12,0 13,6 13,10 10,5-4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23.97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0 580,'19'-87,"-4"-1,-4 0,-4-1,-4-79,-11 117,8 50,0 1,0-1,0 1,0 0,-1-1,1 1,0-1,0 1,-1-1,1 1,0 0,-1-1,1 1,-1 0,1-1,0 1,-1 0,1 0,-1-1,1 1,0 0,-1 0,1 0,-1-1,1 1,-1 0,1 0,-1 0,1 0,-1 0,1 0,-1 0,1 0,-1 0,1 0,-1 1,1-1,-1 0,1 0,-1 0,1 0,0 1,-1-1,1 0,-1 1,1-1,0 0,-1 1,1-1,0 0,-1 1,1-1,0 0,-1 1,1-1,0 1,0-1,0 1,-1-1,-11 30,12-26,0 0,1 0,-1-1,1 1,-1 0,1 0,0 0,1-1,-1 1,1-1,-1 1,1-1,0 1,0-1,1 0,-1 0,1 0,-1 0,1-1,0 1,0-1,0 1,1-1,-1 0,90 37,-39-28,1-3,1-2,19-2,100 11,-173-15,1 0,-1 0,1 0,-1 0,1 0,-1 0,1 0,-1 1,1 0,-1-1,1 1,-1 0,0 0,1 0,-1 0,0 1,0-1,0 1,0-1,0 1,0 0,0 0,0-1,-1 1,1 0,-1 1,0-1,1 0,-1 0,0 1,0-1,-1 0,1 1,0-1,-1 1,1-1,-1 1,0-1,0 1,0 0,0-1,0 2,-27 69,23-66,0-1,0 1,1-1,0 1,0 0,1 0,0 1,0-1,1 0,0 1,0-1,0 1,1-1,0 1,1-1,0 1,0-1,0 0,1 1,0-1,1 0,-1 0,5 6,0-7,0 0,0-1,1 0,-1-1,1 0,0 0,1 0,-1-1,1-1,-1 1,1-1,0-1,0 1,0-2,0 1,0-1,0-1,0 1,0-1,-1-1,1 0,6-2,2-1,0-1,0-1,0 0,-1-1,0-1,-1 0,0-1,0-1,-1-1,0 0,-1 0,-1-1,0-1,-1 0,0-1,-1 0,-1 0,0-1,-1-1,-1 1,0-1,2-11,0 2,-26 86,12-40,2 0,0 0,2 0,0 0,1 0,1 0,1 5,-1-19,0 0,1 1,-1-1,1 0,0 0,1 0,-1 0,1-1,1 1,-1-1,1 1,0-1,0 0,0 0,0-1,1 0,0 1,0-1,0-1,1 1,-1-1,1 0,0 0,3 0,33 8,-1-8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24.16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1,'16'7,"25"9,7 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24.4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89 1,'-6'22,"-8"29,-3 28,1 23,3 17,5 7,2-5,3-11,0-18,0-24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24.96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6 295,'-1'-7,"-1"-1,1 1,0-1,1 0,0 0,0 0,0 1,1-1,1 0,-1 1,1-1,0 1,1-1,0 1,0 0,0 0,1 0,0 0,0 1,1 0,0 0,0 0,1 0,-1 1,1 0,0 0,1 0,4-2,12-2,0 1,0 2,1 0,0 1,0 1,0 2,0 0,0 2,1 0,-1 2,0 0,0 2,0 1,-1 1,17 6,-20-8,-1 2,1 0,-1 1,-1 1,1 1,-1 0,-1 2,0 0,0 0,-1 2,-1 0,0 1,10 12,-22-23,-1-1,0 1,-1-1,1 1,0 0,-1-1,1 1,-1 0,0 0,0 0,0 1,0-1,-1 0,1 0,-1 0,0 0,0 1,0-1,0 0,-1 0,1 0,-1 1,0-1,0 0,0 0,0 0,0 0,-1 0,1-1,-1 1,0 0,0-1,0 1,-2 1,-5 2,-1 0,0-1,0-1,-1 0,1 0,-1-1,0 0,0-1,0 0,0-1,0 0,-10-1,18 1,-36 2,1-2,-1-1,0-1,-26-6,58 2,26 2,294-13,-276 13,1-1,-2-2,1-1,-1-2,0-1,-1-2,0-2,-1-1,-1-1,0-2,-1-2,2-3,-26 17,0 0,-1 0,0-1,0 0,0-1,-1 1,-1-1,1 0,-1-1,0 1,-1-1,0 0,-1 0,1-1,1-9,-5 17,0 0,0 0,0 0,0-1,0 1,0 0,0 0,-1 0,1 0,-1-1,0 1,1 0,-1 0,0 0,0 0,-1 1,1-1,0 0,0 0,-1 1,1-1,-1 1,0-1,1 1,-1-1,0 1,0 0,0 0,0 0,0 0,0 0,0 1,0-1,-2 0,-76 2,65 2,1 1,-1 0,1 2,1-1,-1 2,1-1,0 2,0 0,1 0,0 2,1-1,0 1,0 1,1 0,0 0,-4 8,12-15,-1 1,0 0,1 0,0 0,0 0,1 0,-1 1,1-1,0 1,1-1,-1 0,1 1,0-1,0 1,1-1,0 1,0-1,0 0,0 1,1-1,0 0,0 0,0 0,1 0,0-1,0 1,0 0,0-1,1 0,0 0,0 1,15 10,1 0,0-1,1-1,1-1,0-1,0 0,1-2,0-1,1-1,-1-1,1-1,6 0,120 22,-3-9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25.35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0 395,'5'-15,"0"0,2 0,-1 1,2 0,-1 0,2 1,0 0,1 0,0 1,1 0,0 1,1 0,2-1,17-20,123-137,-154 169,0 0,0-1,0 1,0-1,0 1,1 0,-1-1,0 1,0-1,0 1,0 0,1-1,-1 1,0 0,0-1,1 1,-1 0,0-1,1 1,-1 0,0 0,1-1,-1 1,0 0,1 0,-1 0,1 0,-1-1,0 1,1 0,-1 0,1 0,-1 0,0 0,1 0,-1 0,1 0,-1 0,0 0,1 0,-1 0,1 0,-1 1,0-1,1 0,-1 0,1 0,-1 1,0-1,1 0,-1 0,0 1,1-1,-1 0,0 1,0-1,1 0,-1 1,0-1,0 0,0 1,1-1,-1 0,0 1,0-1,0 1,-4 29,4-28,-13 63,3 0,3 1,2 0,4 0,2 0,5 20,9 31,-9-74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25.60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3,'25'-2,"22"1,19 1,14 1,9 2,6 1,-2-1,-13-1,-19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26.1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0,'5'19,"6"16,5 17,10 13,6 6,8 1,3-7,-5-16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2:26.36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 0,'-4'20,"-2"23,0 25,13 16,16 6,4-13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6:43.83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925 295,'-2'-6,"0"0,0 0,0-1,-1 1,0 1,-1-1,1 0,-1 1,0 0,0 0,-1 0,0 0,0 1,0 0,0 0,0 0,-1 1,0-1,0 1,0 1,0-1,0 1,0 0,-6-1,2-1,1-1,0 0,-1 1,0 1,1-1,-1 2,0-1,-1 1,1 1,0 0,0 0,-1 1,1 1,0-1,-1 2,1-1,0 2,0-1,0 1,-8 4,-16 14,1 2,1 1,1 2,2 1,0 1,-23 31,10-7,2 3,3 1,-24 47,37-61,8-18,2 1,1 0,0 1,2 1,1-1,1 2,2-1,-4 25,-19 253,23-209,3 0,7 54,-3-134,0 1,2-1,0 1,1-1,1 0,0 0,1 0,1-1,0 0,1 0,1 0,0-1,1 0,0 0,1-1,1 0,0-1,1-1,0 1,1-2,0 0,1 0,9 4,-4-3,0-1,1 0,0-2,0 0,1-1,-1-2,2 0,-1-1,0-1,1-1,0 0,-1-2,1-1,0-1,-1 0,13-4,-1-8,0-2,0-1,-2-1,0-2,-1-1,-1-2,-2 0,0-2,-1-1,-2-1,15-21,-1-2,-1-1,-3-2,-3-1,-1-2,-3-1,-3-1,-2-1,-3-1,-3-1,-2 0,3-40,53-359,-66 425,-1 0,-2 0,-2-1,-1 1,-2 0,-1 0,-7-20,12 44,-2-1,0 1,0-1,-1 1,0 0,-1 0,-1 0,1 0,-2 1,1 0,-2 0,1 0,-1 1,-1 0,1 0,-1 1,-1 0,0 1,0-1,-4-1,-7 3,0 1,0 1,0 0,0 2,-1 0,1 2,-1 0,1 1,-1 1,1 1,0 1,0 0,0 2,1 0,-14 7,-11 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7T12:24:45.1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1,'16'0,"15"0,14 0,15 0,12 0,11 0,3 0,2 0,-3 0,-6 0,-11 0,-17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7T12:24:45.1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47 1,'3'137,"1"-66,-4 1,-3 0,-4 8,-35 143,41-218,1-1,-1 0,1 1,0-1,0 1,1-1,-1 0,1 1,0-1,0 0,1 0,-1 0,1 0,0 0,0 0,0 0,0 0,1-1,0 1,0-1,-1 0,2 0,-1 0,0 0,1 0,-1-1,1 1,0-1,0 0,0 0,0-1,0 1,0-1,2 1,23 4,0-1,0-1,0-1,0-2,1-1,-1-1,0-2,0 0,0-2,0-2,16-6,23-7</inkml:trace>
  <inkml:trace contextRef="#ctx0" brushRef="#br0" timeOffset="1">715 175,'-13'20,"-8"16,-1 9,0 6,3 3,6 2,5 0,8-3,11-3,13-6,11-8,9-7,8-10,7-7,2-11,-2-9,-7-9,-12-1</inkml:trace>
  <inkml:trace contextRef="#ctx0" brushRef="#br0" timeOffset="2">488 456,'16'0,"19"2,17 1,18 0,13-1,6-1,1-2,-3-3,-12-7,-16-2,-18 0</inkml:trace>
  <inkml:trace contextRef="#ctx0" brushRef="#br0" timeOffset="3">715 95,'23'0,"23"-3,20 0,17-2,12-1,9 2,-14 1</inkml:trace>
  <inkml:trace contextRef="#ctx0" brushRef="#br0" timeOffset="4">1625 161,'0'21,"0"15,-3 11,0 7,1 3,-1 1,2-1,2 0,4-3,0-5,0-7,-1-9,-1-11</inkml:trace>
  <inkml:trace contextRef="#ctx0" brushRef="#br0" timeOffset="5">1584 67,'11'23,"11"19,9 16,7 11,5 6,4 4,-2-3,-3-3,-10-7,-14-7,-26-10,-42-9,-52-6,-71-7,-6-8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7T12:24:45.1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 1,'-6'40,"2"0,2 1,2-1,5 41,-5-75,1 0,0 0,0 0,0 0,1 0,0 0,1 0,-1 0,1-1,0 1,0-1,1 0,-1 0,1 0,0-1,1 1,-1-1,1 0,0 0,0 0,0-1,0 0,1 0,-1 0,1-1,0 1,0-2,0 1,0 0,0-1,0 0,0-1,0 1,0-1,1 0,-1-1,1 0,2-1,-1 0,0-1,1 0,-2 0,1-1,0 0,-1 0,1-1,-1 0,0 0,-1-1,1 0,-1 0,-1 0,1-1,-1 0,0 0,0 0,-1-1,0 0,0 1,0-3,3-10,0 1,-1-1,-1 0,-1 0,0 0,-2-1,0 0,-2-16,-4 169,3-123,0-1,1 0,0 0,0 0,1 0,0 1,0-1,1 0,0 0,1-1,-1 1,2 0,-1-1,1 1,0-1,0 0,1-1,0 1,0-1,1 0,2 3,15 2</inkml:trace>
  <inkml:trace contextRef="#ctx0" brushRef="#br0" timeOffset="1">695 40,'-3'9,"0"0,0 1,1-1,0 0,1 1,0 0,0-1,1 1,1-1,-1 1,2 0,-1-1,1 1,1-1,-1 0,2 0,-1 0,1 0,1-1,-1 1,1-1,1 0,0 0,0-1,0 0,1 0,0 0,0-1,1 0,0-1,0 1,0-1,1-1,-1 0,5 2,-8-5,-1 1,0-1,1 0,-1 0,1 0,-1-1,1 1,0-1,-1 0,1-1,-1 1,1-1,-1 0,1 0,-1 0,1 0,-1-1,0 0,0 0,0 0,0 0,0-1,0 0,0 0,-1 0,0 0,1 0,-1-1,1-2,9-13,-1-1,-1-1,-1 0,-1-1,-1 0,-1 0,0 0,-2-1,-1 0,1-23,-6 28,-7 22,-11 27,14-23,2 0,-1 0,1 0,0 0,1 0,0 0,0 1,1-1,0 1,0-1,1 1,0 0,0-1,1 1,0-1,1 1,0-1,0 0,1 0,0 0,1 0,-1 0,2 0,-1-1,1 0,0 0,0 0,1-1,0 1,4 3,5-1,0 0,0-1,0-1,1-1,0 0,0-1,2 0,50 12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7T12:24:45.1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1 823,'20'-1,"1"0,0-1,-1-1,1-1,-1-1,0-1,-1 0,1-2,-1 0,-1-1,1-1,-2-1,1 0,-2-1,5-5,9-28,-30 44,0-1,1 1,-1 0,0 0,0-1,0 1,0 0,0 0,-1-1,1 1,0 0,-1 0,1 0,0 0,-1-1,0 1,1 0,-1 0,1 0,-1 0,0 0,0 0,0 0,0 0,0 1,0-1,0 0,0 1,0-1,0 0,0 1,0-1,0 1,0-1,-1 1,1 0,0 0,0-1,0 1,-1 0,1 0,0 0,-9 0,0 0,1 0,-1 1,0 1,1-1,-1 1,1 1,-1 0,1 0,0 1,0 0,1 1,-1 0,1 0,0 1,1 0,-1 0,1 0,-4 6,7-9,0 1,1 0,0 0,-1 0,1 0,1 1,-1-1,1 1,-1 0,1-1,1 1,-1 0,1 0,0 0,0 1,0-1,0 0,1 0,0 0,1 1,-1-1,1 0,0 0,0 0,0 0,1 0,-1 0,1 0,1 0,-1-1,1 1,-1-1,1 0,1 0,-1 0,0 0,2 1,8 3,1 0,-1-1,1 0,1-1,-1-1,1 0,0-1,1-1,-1 0,0-1,1-1,-1 0,1-1,-1-1,1 0,-1-1,1-1,-1 0,0-1,0-1,-1 0,3-2,-7 3,1-2,-1 1,0-1,-1-1,1 0,-1 0,-1-1,1 0,-1 0,-1-1,0 0,0 0,0-1,-2 0,1 0,-1-1,0 1,-1-1,-1 0,1 0,-2 0,0-1,1-6,-2 9,-1 7,0-1,-1 1,1 0,0-1,1 1,-1 0,0 0,1-1,-1 1,1 0,-1 0,1-1,0 1,0 0,0 0,0 0,1 0,-1 0,0 0,1 1,0-1,-1 0,1 1,0-1,0 1,0-1,-1 1,2 0,-1 0,0 0,0 0,0 0,0 1,1-1,-1 1,0-1,0 1,1 0,1 0,9 2,0 1,0 1,0 0,-1 0,1 2,-1-1,0 2,-1-1,0 2,0-1,0 2,-1-1,0 1,-1 1,0 0,2 3,-8-10,0 0,0 0,-1 0,1 0,-1 0,0 1,0-1,0 1,0 0,-1-1,0 1,1 0,-1 0,-1 0,1 0,0 0,-1 0,0 0,0 0,0 0,0 0,-1 0,0 0,0 0,0 0,0 0,0 0,-1-1,0 1,0 0,0-1,0 0,0 1,-1-1,1 0,-1 0,-1 0,-51 17,53-20,1 1,-1-1,1 0,-1 0,0 0,1 0,-1-1,1 1,-1 0,1-1,-1 1,0-1,1 1,0-1,-1 1,1-1,-1 0,1 0,0 0,0 0,-1 0,1 0,0 0,0-1,0 1,0 0,0 0,0-1,1 1,-1-1,0 1,1-1,-1 1,1-1,-1 1,2-7,0 1,1 0,-1 0,1 1,1-1,-1 0,1 1,0-1,1 1,-1 0,1 0,0 0,1 0,0 1,-1 0,2 0,-1 0,1 1,0-1,127-104,-103 88,-1-1,-1-1,-1-2,-2 0,0-2,-1-1,-2 0,2-6,-13 11,0 1,-2-2,-1 1,0-1,-2 0,-1-1,0 0,-2 0,-1 0,-1-23,-15-33,13 79,1 0,-1 1,0-1,0 0,0 1,0-1,0 1,0-1,0 1,0 0,-1 0,1-1,0 1,-1 0,1 0,-1 0,1 0,-1 0,0 1,1-1,-1 0,0 1,1-1,-1 1,0 0,0 0,0-1,1 1,-1 0,0 0,0 1,0-1,1 0,-1 1,0-1,1 1,-1-1,0 1,1 0,-1 0,0 0,1 0,-1 0,-12 9,2 1,-1 0,1 1,1 0,0 1,1 0,0 1,1 0,0 1,2-1,-1 2,2-1,0 1,0 3,-5 9,2 1,1-1,1 2,1-1,1 1,2 0,2 0,0 0,2 0,1 0,1-1,2 1,1-1,1 1,2-2,4 9,-7-25,0 0,1 0,0-1,0 0,2 0,-1-1,1 0,1-1,0 0,0 0,0-1,1 0,1-1,-1-1,1 1,0-2,1 0,-1 0,1-1,0-1,0 0,0 0,0-2,1 0,-1 0,0-1,1-1,-1 0,0-1,0 0,3-1,-6-2,0-1,0 0,-1 0,0-1,0 0,-1 0,1-1,-2 0,1-1,-1 0,0 0,-1 0,0-1,-1 0,0 0,0 0,-1-1,-1 1,1-1,-2 0,0 0,0 0,0-11,-2 21,1-2,-1 0,1 1,-1-1,0 0,0 0,0 1,0-1,0 0,-1 0,1 1,-1-1,0 0,0 1,0-1,0 1,0-1,-1 0,1 3,0 0,0 0,0 0,-1 0,1 0,0 0,0 1,0-1,0 0,0 1,0-1,-1 1,1-1,0 1,0-1,0 1,1 0,-1-1,0 1,0 0,0 0,0 0,1 0,-1 0,0 0,1 0,-1 0,1 0,-1 0,0 1,-5 8,1 0,0 0,0 1,1 0,0 0,1 0,0 0,1 1,0-1,1 1,0-1,1 1,0-1,1 1,0 0,1-1,2 9,-1-14,0 1,1 0,-1-1,1 0,0 0,1 0,-1 0,1-1,1 0,-1 0,1 0,-1-1,1 1,0-1,1-1,-1 1,1-1,0 0,5 1,2 1,0-1,1 0,0-1,0-1,0 0,0-1,0-1,0 0,2-1,28-8,-8-3</inkml:trace>
  <inkml:trace contextRef="#ctx0" brushRef="#br0" timeOffset="1">870 355,'25'-5,"33"-3,36-1,37-1,30-1,21 1,-20 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7T12:24:45.1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1 495,'124'-285,"-53"133,-56 128,-14 23,0 1,-1 0,1 0,0-1,0 1,-1 0,1 0,0 0,0 0,-1 0,1 0,0 0,0 0,-1 0,1 1,0-1,0 0,-1 0,1 1,0-1,-1 0,1 1,0-1,-1 1,1-1,-1 1,1-1,0 1,-1-1,1 1,-1 0,0-1,1 1,-1 0,0-1,1 1,-1 0,0-1,1 1,-1 0,0 0,0-1,0 1,0 0,0 0,0-1,0 1,0 0,0 0,0-1,-1 1,1 0,0 0,0-1,-1 1,1 0,0-1,-1 1,2 4,11 51,2 0,3-1,2 0,16 29,-62-113,14 11,8 12,0 0,0 0,1 0,0 0,0-1,1 0,0 0,0 0,1 0,-1 0,0-8,4 13,0 0,0 1,1-1,-1 0,0 0,1 1,-1-1,1 1,-1-1,1 1,0 0,0 0,-1 0,1 0,0 0,0 0,0 0,0 1,0-1,0 0,0 1,1 0,-1 0,0-1,0 1,0 1,0-1,0 0,0 0,1 1,0 0,237 11,-220-11,0-1,0-1,0-1,-1-1,1-1,0 0,-1-1,0-2,0 0,-1-1,17-9,-33 16,1-1,-1 1,0-1,1 0,-1 0,0 1,0-2,0 1,-1 0,1 0,0-1,-1 1,1 0,-1-1,0 0,0 1,0-1,0 0,-1 1,1-1,-1 0,1 0,-1 0,0 0,0 1,0-1,-1 0,1 0,-1 0,1 1,-1-1,0 0,0 1,0-1,0 0,-1 1,1-1,-1 1,1 0,-1 0,0-1,0 1,0 0,0 1,-2-3,-2 1,0-1,0 1,-1 0,1 0,-1 1,1 0,-1 0,0 0,0 1,0 0,0 0,0 1,0 0,0 0,0 1,0 0,0 0,0 1,0-1,1 1,-1 1,1 0,-1-1,1 2,0-1,0 1,0 0,1 0,-1 1,1-1,0 1,0 1,1-1,-1 0,1 1,1 0,-1 0,1 0,0 1,0-1,1 1,-1 1,2-3,0-1,1 1,-1 0,1-1,0 1,0-1,1 1,-1 0,1-1,0 1,1-1,-1 1,1-1,-1 1,1-1,1 0,-1 0,0 0,1 0,0-1,0 1,0-1,0 1,1-1,-1 0,1 0,0-1,0 1,0-1,0 0,0 0,1 0,1 0,14 6,1-1,-1-1,1-1,0-1,1-1,15 1,130-7,-92-6</inkml:trace>
  <inkml:trace contextRef="#ctx0" brushRef="#br0" timeOffset="1">1297 121,'-5'-6,"-1"0,0 1,-1-1,1 1,-1 0,0 1,-1-1,1 2,-1-1,0 1,1 0,-1 0,-1 1,1 0,0 1,0 0,-1 0,1 1,-1 0,1 0,0 1,-1 0,1 0,0 1,0 0,0 1,0 0,0 0,0 0,1 1,0 0,0 1,0 0,0 0,1 0,-6 6,10-9,1-1,0 1,0 0,0-1,0 1,0 0,0 0,0 0,1 0,-1-1,1 1,-1 0,1 0,0 0,-1 0,1 0,0 0,0 0,1 0,-1 0,0 0,1 0,-1 0,1 0,0 0,-1 0,1 0,0 0,0-1,0 1,1 0,-1-1,0 1,1-1,-1 1,1-1,-1 0,1 0,-1 1,1-1,0 0,0 0,-1-1,1 1,0 0,0-1,0 1,0-1,0 1,0-1,2 0,18 3,0-1,0-1,-1-2,1 0,0-1,0 0,0-2,-1-1,0-1,0-1,0 0,-1-2,0 0,12-9,-19 13,0-1,-1 0,0-1,-1-1,1 0,-1 0,-1-1,0-1,0 0,4-6,-13 16,0-1,-1 0,1 1,-1-1,1 1,-1-1,1 0,-1 0,0 1,1-1,-1 0,0 0,1 1,-1-1,0 0,0 0,0 0,0 1,1-1,-1 0,0 0,-1 0,1 1,0-1,0 0,0 0,0 0,-1 1,1-1,0 0,-1 0,1 1,-1-1,1 0,0 1,-1-1,0 0,1 1,-1-1,1 1,-1-1,0 1,1-1,-1 1,0-1,0 1,1 0,-1-1,0 1,0 0,1 0,-1 0,0-1,0 1,0 0,0 0,1 0,-1 0,0 1,0-1,0 0,1 0,-1 0,0 1,0-1,1 0,-1 1,0-1,0 0,-5 3,1-1,-1 1,1 0,-1 0,1 1,0-1,0 1,0 0,1 1,-1-1,1 1,0 0,0 0,1 0,0 0,0 1,0-1,0 1,1 0,-2 6,-22 126,27-81,3 0,1 0,4-1,2 1,2-2,3 0,20 46,37 150,-69-232,0 0,-2 0,0 0,-1 1,-1-1,-1 0,-1 7,1-20,0 0,0 0,0 0,-1-1,0 1,0-1,-1 1,1-1,-1 0,0 0,-1 0,1 0,-1 0,0-1,0 0,0 0,-1 0,0 0,1-1,-1 0,0 0,-1 0,1 0,0-1,-5 2,1-2,0 0,0-1,0 0,0-1,0 1,0-2,0 1,1-1,-1 0,0-1,0 0,1-1,-1 0,1 0,-1-1,1 0,1 0,-2-1,-9-6,1-1,1 0,0-1,1-1,0 0,1-1,-6-8,10 11,1 1,0-1,0-1,1 1,1-1,0-1,1 0,0 0,1 0,1 0,0-1,1 1,0-1,1 0,1 0,1 0,0 0,1 0,0 0,1 0,1 0,0 0,1 1,1 0,0 0,5-10,8 2,1 0,1 2,1 0,1 1,0 1,1 1,1 1,1 1,0 1,1 1,0 1,1 2,0 1,26-6,14-5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7T12:24:45.1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0 553,'19'5,"0"-1,0-1,0 0,1-2,-1 0,1-2,-1 0,0-1,0 0,1-2,-2 0,1-2,0 0,0-1,12-6,0-2,-1 0,-1-2,-1-1,0-2,-1 0,16-18,-31 29,-1-1,0-1,-1 0,0 0,0-1,-2 0,1 0,-1-1,-1-1,-1 1,0-1,0 0,-1 0,-1-1,-1 1,0-1,0 0,-2 0,0 0,-1-9,0 19,-1 1,0-1,-1 0,1 1,-1-1,0 1,0-1,0 1,0 0,-1 0,0 0,0 0,0 1,0-1,0 1,-1-1,0 1,0 0,0 1,0-1,0 1,0 0,0-1,-1 2,1-1,-1 1,0-1,1 1,-1 1,0-1,0 1,0-1,1 1,-1 1,0-1,0 1,0 0,1 0,-1 0,-3 2,2 0,0 1,0 1,0-1,0 1,1 0,0 0,0 1,0-1,0 1,1 0,0 0,1 1,-1-1,1 1,0 0,-1 4,-25 121,19-15,6 1,9 101,0-64,-2-38,-4 0,-6 0,-4-1,-6 0,-5-1,-9 16,13-78</inkml:trace>
  <inkml:trace contextRef="#ctx0" brushRef="#br0" timeOffset="1">67 888,'404'-138,"-354"120,14-5,2 2,0 3,38-4,-102 21,0 0,1 1,-1-1,0 0,1 1,-1-1,1 1,-1 0,0 0,1 0,-1 0,1 0,-1 1,1-1,-1 1,0-1,1 1,-1 0,0 0,0 0,0 0,1 0,-1 1,0-1,-1 1,1-1,0 1,0 0,-1 0,1-1,-1 1,1 0,-1 0,0 1,0-1,0 0,0 0,0 2,1 35,-3-35,1 0,-1 0,1 0,0 1,0-1,0 0,1 0,-1 0,1 0,0 1,0-1,1 0,-1-1,1 1,0 0,0 0,0-1,0 1,1-1,-1 1,1-1,0 0,0 0,0-1,1 1,6 1</inkml:trace>
  <inkml:trace contextRef="#ctx0" brushRef="#br0" timeOffset="2">989 233,'-7'11,"7"7,13 1,4-1</inkml:trace>
  <inkml:trace contextRef="#ctx0" brushRef="#br0" timeOffset="3">1311 821,'17'-11,"0"0,-1-2,0 0,-1-1,0 0,-1-1,-1-1,0 0,-2-1,1 0,-2-1,-1 0,0-1,2-8,-10 24,0 0,0 1,0-1,0 0,-1 0,1 0,-1 1,0-1,0 0,0 0,0 0,0 0,-1 1,1-1,-1 0,0 0,0 1,0-1,0 0,0 1,-1-1,1 1,-1 0,0-1,1 1,-1 0,0 0,0 0,0 0,-1 0,1 1,0-1,-1 1,1-1,-1 1,-1-1,-6 2,1 0,-1 0,1 1,-1 0,1 0,0 1,0 1,0 0,0 0,0 0,1 1,-1 0,1 1,0 0,0 0,1 1,-1 0,-2 1,0-1,0 2,0-1,1 1,0 1,0 0,1 0,1 0,-1 1,1 0,1 1,0-1,1 1,0 1,0-1,1 1,1-1,-2 10,5-17,0 0,1 0,-1 0,1 0,0 0,0 0,0 0,0 0,1 0,0 0,0 0,0-1,0 1,0-1,1 0,0 1,-1-1,1 0,0-1,0 1,1 0,-1-1,1 0,-1 0,1 0,0 0,0 0,2 0,11 4,-1 0,1-2,1 0,-1-1,0 0,5-1,142-8,-87-5</inkml:trace>
  <inkml:trace contextRef="#ctx0" brushRef="#br0" timeOffset="4">2206 620,'-53'0,"25"-2,0 1,0 2,0 1,0 1,0 1,1 1,0 2,-9 4,32-10,0 0,0 0,0 1,1 0,-1-1,0 2,1-1,-1 0,1 1,0-1,0 1,0 0,0 0,0 0,1 0,-1 1,1-1,0 1,0 0,0-1,0 1,1 0,0 0,0 0,0 0,0 0,0 0,1 0,0 1,0-1,0 0,0 0,1 0,-1 0,1 0,0 0,2 4,2-1,1 0,0 0,1-1,-1 0,1 0,1 0,-1-1,1 0,0 0,0-1,0 0,1-1,-1 1,1-2,0 1,0-1,0-1,0 1,69 11,0-3,1-3,0-4,65-6,-4-3,-1-6,68-18,-72-5,-134 35,1 0,-1-1,1 1,-1 0,0-1,1 1,-1-1,0 0,1 1,-1-1,0 0,0 0,0 0,1 0,-1 0,0 0,0 0,-1 0,1 0,0-1,0 1,0 0,-1 0,1-1,-1 1,1-1,-1 1,1 0,-1-1,0 1,0-1,0 1,0-1,0 1,0-1,0 1,0-1,-1 1,1 0,0-1,-1 1,1-1,-1 1,0 0,1-1,-1 1,0 0,0 0,0 0,0 0,0-1,0 1,0 1,0-1,0 0,0 0,-1 0,1 0,0 1,-2-1,-17-10,0 2,-1 0,0 2,0 0,-1 1,0 1,0 1,0 1,-2 1,18 1,-6-2,0 1,0 1,0 0,0 0,-1 1,1 0,0 1,0 1,0 0,0 1,1 0,-1 0,-5 3,14-3,0 0,0-1,0 1,0 0,0 0,0 1,1-1,-1 1,1-1,0 1,0 0,1 0,-1 0,1-1,0 2,-1-1,2 0,-1 0,1 0,-1 0,1 1,0-1,1 0,-1 0,1 5,0 0,0 0,1 0,1 0,-1-1,1 1,1-1,-1 0,2 0,3 6,-4-8,0-1,0 0,0 0,1 0,0-1,0 0,0 0,0 0,1 0,-1-1,1 0,0 0,0 0,1-1,-1 0,0 0,1-1,-1 0,1 0,-1 0,1-1,-1 0,1 0,0 0,5-2,1-1,0 0,0 0,0-1,-1-1,0 0,0-1,0 0,0-1,-1-1,0 1,0-2,3-3,4-6,-1-2,0 0,-1-1,-1-1,1-4,-22 39,1 0,1 0,0 0,1 1,0-1,1 1,1 0,0 0,1 10,1-20,0-1,0 1,0-1,1 1,0-1,0 0,0 0,0 1,0-2,0 1,1 0,-1 0,1-1,0 1,0-1,0 0,0 0,0 0,1 0,-1-1,0 1,1-1,-1 0,3 1,89 6,-86-8,0-1,0 0,1-1,-1 0,0-1,0 0,-1 0,1 0,-1-1,1-1,-1 0,-1 0,1 0,-1-1,0 0,0 0,0-1,-1 0,0 0,0 0,-1-1,0 0,0 0,-1 0,0-1,-1 0,0 1,0-1,-1 0,0 0,0-1,-1 1,0-7,-2 5,0 0,-1 0,0 0,-1 1,0-1,0 1,-1 0,-1 0,0 0,0 0,-1 1,0 0,-6-7,7 10,5 6,1 0,-1 0,1 0,-1 0,1 0,-1-1,1 1,-1 0,1 0,-1-1,1 1,-1 0,0-1,1 1,-1 0,1-1,-1 1,0 0,1-1,-1 1,0-1,0 1,1-1,-1 1,0-1,0 1,0-1,0 1,1-1,-1 1,0-1,0 1,0-1,0 1,0-1,0 0,-1 1,1-1,0 1,0-1,0 1,0-1,-1 1,1-1,0 1,0-1,-1 1,1 0,0-1,-1 1,1-1,0 1,-1 0,1-1,-1 1,1 0,-1-1,1 1,0 0,-1 0,1 0,-1-1,0 1,1 0,-1 0,1 0,-1 0,1 0,-1 0,0 0,206 15,-127-14,-39-1,0 1,0 2,38 9,-72-12,-1 1,1 1,-1-1,1 0,-1 1,0 0,0 0,1 1,-1-1,-1 1,1-1,0 1,-1 1,1-1,-1 0,0 1,0-1,0 1,-1 0,1 0,-1 0,0 1,0-1,-1 0,1 1,-1-1,0 1,0-1,0 1,-1 0,0 2,-4 69,2-69,0 0,1 1,-1 0,2-1,-1 1,1 0,0-1,0 1,1-1,0 1,1 0,-1-1,1 0,1 1,-1-1,1 0,1 0,-1 0,1-1,1 1,-1-1,1 0,0 0,0-1,0 1,5 2,0-2,-1-2,1 1,0-1,0-1,0 0,0 0,1-1,-1 0,1-1,0 0,-1-1,1 0,0 0,-1-1,1-1,-1 0,1 0,-1-1,0 0,0-1,0 0,1-2,5-1,-1-1,-1-1,1-1,-1 0,-1 0,0-2,0 1,-2-2,1 1,-1-2,-1 1,0-2,3-6,-7 10,0 0,-1 0,0-1,0 0,-1 1,-1-1,0-1,-1 1,0 0,-1-1,0 1,-1-1,0 1,-1-1,-1-2,0 12,1 0,-1 1,0-1,1 1,-1-1,-1 1,1 0,0 0,0 0,-1 0,1 0,-1 0,1 1,-1-1,0 1,0 0,0 0,0 0,1 0,-1 1,0-1,-1 1,1-1,0 1,0 0,0 0,0 1,0-1,0 0,0 1,0 0,0 0,0 0,0 0,1 0,-1 1,0-1,1 1,-1 0,1-1,-1 1,1 0,0 1,-2 1,-6 4,0 0,0 1,0 1,1 0,1 0,0 0,0 1,1 0,1 1,0-1,0 1,1 1,0-1,1 1,1 0,0 0,1 0,0 0,1 0,0 13,3-19,-1 0,1 0,0-1,0 1,1 0,0-1,0 1,0-1,1 0,0 0,0 0,1-1,-1 1,1-1,0 0,1-1,-1 1,1-1,0 0,0 0,1-1,-1 0,0 0,1 0,0-1,0 0,20 6,1-1,0-1,0-1,0-2,23 0,53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6:47.1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310 14,'-13'-2,"0"1,1 1,-1 0,0 1,0 0,0 1,0 1,1 0,-1 0,1 1,0 1,0 0,1 1,-1 0,1 0,0 1,1 1,0 0,0 0,1 1,0 1,0-1,1 1,0 1,-2 5,7-13,1 1,0 0,0 1,0-1,1 0,-1 0,1 1,0-1,0 1,1-1,-1 1,1 0,0-1,0 1,1-1,-1 1,1-1,0 1,0-1,1 0,-1 1,1-1,0 0,0 0,1 0,-1 0,1 0,-1-1,1 1,1-1,-1 0,0 0,1 0,-1 0,1 0,0-1,14 6,-1-1,1-1,0-1,1-1,-1 0,1-1,0-1,0-1,-1-1,1 0,0-2,0 0,4-2,3 2,-1-2,1-1,-1-1,0-1,0-1,-1-1,0-1,0-2,-1 0,-1-1,0-2,-1 0,-1-1,0-1,-1-1,-1 0,0-2,-2 0,8-12,-6-26,-19 57,1 0,-1 0,0 0,0 0,1 0,-1 1,0-1,0 0,0 1,0-1,0 0,0 1,0-1,0 1,0-1,0 1,0 0,0 0,0-1,0 1,0 0,0 0,0 0,-1 0,1 0,0 0,0 0,0 1,0-1,0 0,0 0,0 1,0-1,0 1,0-1,0 1,0 0,0-1,0 1,0 0,0-1,1 1,-1 0,0 0,1 0,-1 0,0 0,1 0,-1 0,-6 6,-1 0,1 1,1 0,-1 0,2 0,-1 1,1 0,0 0,1 1,0-1,0 1,1 0,0 0,0 4,2-8,0-1,1 1,-1-1,1 1,0 0,0-1,1 1,0-1,0 1,0-1,0 1,1-1,0 0,0 0,1 0,-1 0,1 0,0 0,0-1,1 1,-1-1,1 0,0 0,0 0,1-1,-1 0,2 2,5 0,1 1,0-1,-1-1,1 0,1 0,-1-2,0 1,1-2,0 1,-1-2,1 0,-1 0,1-1,0-1,-1 0,1 0,-1-2,0 1,0-2,0 1,-1-2,0 1,0-2,6-3,-11 5,0 1,-1-1,0 0,0 0,0 0,-1-1,0 0,0 0,0 0,0 0,-1-1,0 1,-1-1,1 0,-1 0,-1 0,1 0,-1 0,-1 0,1 0,-1 0,0 0,-1 0,1-1,-3-6,2 13,1 0,-1-1,0 1,0-1,0 1,0 0,0 0,0 0,0 0,0-1,-1 1,1 1,0-1,-1 0,1 0,-1 0,1 1,-1-1,1 1,-1-1,1 1,-1 0,1-1,-1 1,1 0,-1 0,0 0,1 0,-1 1,1-1,-1 0,0 1,1-1,-1 1,1-1,-1 1,1 0,0-1,-1 1,1 0,0 0,-1 0,1 0,0 0,0 1,0-1,0 0,0 0,0 1,0-1,1 0,-1 1,0-1,1 1,-1 1,-2 1,1 1,-1-1,1 1,0 0,1 0,-1 0,1 0,0 0,0 0,0 0,1 1,0-1,0 0,0 0,0 0,1 1,0-1,0 0,1 0,-1 0,1 0,0-1,1 1,-1 0,1-1,0 1,0-1,0 0,0 0,1 0,0-1,1 2,12 5,0 0,1-2,0 0,0-2,0 0,1 0,0-2,0 0,0-2,0 0,1-1,15-1,37 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6:43.6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348 349,'-18'109,"-5"-1,-4-1,-5-2,-43 94,69-184,-3 12,19-39,39-98,-6-3,-4-2,-4-8,6-13,46-115,-76 231,-11 20,1 0,-1 0,1 0,-1 0,1 0,0 0,-1 0,1 0,-1 0,1 1,-1-1,1 0,-1 0,1 0,-1 1,1-1,-1 0,1 1,-1-1,0 0,1 1,-1-1,1 1,-1-1,0 1,0-1,1 0,-1 1,0-1,0 1,1 0,-1-1,0 1,0-1,0 1,0-1,0 1,0-1,0 1,0-1,0 1,0 0,0-1,0 1,0-1,0 1,-1-1,1 1,0-1,13 257,-3-52,2 182,-23-280,2-70</inkml:trace>
  <inkml:trace contextRef="#ctx0" brushRef="#br0" timeOffset="245.541">0 696,'19'7,"18"2,23-3,20-6,20-9,12-4,3-5,-2-2,-22 3</inkml:trace>
  <inkml:trace contextRef="#ctx0" brushRef="#br0" timeOffset="651.222">910 508,'11'3,"0"-1,1-1,-1 0,0 0,1-1,-1 0,1-1,-1-1,0 0,1 0,-1-1,0 0,-1-1,1-1,-1 1,1-2,-1 1,7-7,13-5,-1-1,-1-1,-1-2,-1-1,-1-1,-1-1,-1-1,-1-1,-1-1,-1-1,15-28,-11-18,-24 73,0 0,0 0,0 0,-1 0,1 0,0 0,-1 0,1 0,-1 0,1 0,-1 0,1 0,-1 0,0 0,1 0,-1 1,0-1,0 0,1 0,-1 1,0-1,0 1,0-1,0 1,0-1,0 1,0-1,0 1,0 0,0-1,0 1,0 0,0 0,-1 0,1 0,0 0,0 0,0 0,0 1,0-1,0 0,0 0,0 1,0-1,0 1,0-1,0 1,0-1,0 1,0 0,0-1,1 1,-1 0,0 0,0 0,1-1,-1 1,1 0,-1 1,-11 9,1 1,1 0,0 0,1 1,0 1,1-1,0 1,1 1,1 0,0-1,0 6,-29 90,5 2,4 1,6 1,-1 59,-63 654,78-776</inkml:trace>
  <inkml:trace contextRef="#ctx0" brushRef="#br0" timeOffset="1036.953">856 909,'367'-106,"-284"75,-1-4,17-13,-98 48,-1-1,1 0,0 0,-1 1,1-1,0 1,0-1,0 1,-1-1,1 1,0-1,0 1,0 0,0-1,0 1,0 0,0 0,0 0,0 0,0 0,0 0,-1 0,1 0,0 0,0 0,0 1,0-1,0 0,0 0,0 1,0-1,0 1,-1-1,1 1,0-1,0 1,-1 0,1-1,0 1,-1 0,1-1,0 1,-1 0,1 0,-1 0,0 0,1-1,-1 1,1 1,17 74,-16-63,0-1,0 0,1 0,1 1,0-2,0 1,2-1,-1 1,1-1,1-1,0 1,7 7,23 0,-21-16</inkml:trace>
  <inkml:trace contextRef="#ctx0" brushRef="#br0" timeOffset="1301.637">1618 321,'-7'12,"7"5,13 3,3-2</inkml:trace>
  <inkml:trace contextRef="#ctx0" brushRef="#br0" timeOffset="1745.799">2166 602,'-19'-7,"-1"1,1 1,-1 1,0 0,0 2,-1 0,1 1,0 1,0 1,-1 1,1 1,0 0,0 2,1 0,-1 1,-2 3,-29 20,49-28,1 0,0 0,0 0,-1 0,1 0,0 0,0 1,0-1,0 0,0 0,1 1,-1-1,0 1,1-1,-1 1,1-1,-1 1,1-1,0 1,0-1,-1 1,1 0,0-1,0 1,1-1,-1 1,0-1,0 1,1 0,-1-1,1 1,0-1,-1 0,1 1,3 2,0 0,0-1,0 1,1-1,0 0,-1 0,1 0,0-1,0 1,1-1,-1-1,0 1,1-1,-1 0,1 0,0 0,2 0,172 35,-178-36,1 0,-1 0,1 0,-1 0,0 0,1 1,-1 0,0-1,0 1,1 0,-1 0,0 0,0 0,0 0,0 1,0-1,0 1,0-1,-1 1,1 0,0-1,-1 1,1 0,-1 0,0 0,0 0,0 1,0-1,0 0,0 0,-1 1,1-1,-1 0,1 1,-1-1,0 0,0 1,0-1,0 2,-8 7,1 0,-2-1,1 0,-1 0,-1-1,0 0,0-1,-1 0,0 0,-8 3,15-8,-126 73,130-76,0 0,0 0,-1 0,1 0,0 1,-1-1,1 0,0 0,0 0,-1 1,1-1,0 0,0 0,0 0,-1 1,1-1,0 0,0 0,0 1,0-1,-1 0,1 1,0-1,0 0,0 1,0-1,0 0,0 1,0-1,0 0,0 0,0 1,0-1,0 0,0 1,0-1,0 0,0 1,1-1,-1 0,0 0,0 1,0-1,0 0,1 0,-1 1,0-1,0 0,0 0,1 1,-1-1,0 0,0 0,1 0,-1 0,0 1,1-1,-1 0,0 0,1 0,-1 0,0 0,0 0,1 0,-1 0,0 0,1 0,-1 0,32 7,-21-5,1 1,0 1,0 0,-1 1,0 0,0 0,0 1,-1 1,1 0,-2 0,1 1,-1 1,0-1,2 4,-6-6,-1 0,0 0,0 0,0 1,0-1,-1 1,0 0,-1-1,0 1,0 1,0-1,-1 0,0 0,0 1,-1-1,0 1,0-1,-1 0,1 1,-2-1,1 0,-3 6,3-7,-1-1,0 0,1 1,-2-1,1 0,-1-1,1 1,-1 0,-1-1,1 1,-1-1,1 0,-1 0,-1-1,1 1,0-1,-1 0,1 0,-1 0,0 0,0-1,0 0,-1 0,1-1,0 1,-1-1,1 0,-1-1,1 1,-1-1,1 0,-1 0,-1-1,-12-9</inkml:trace>
  <inkml:trace contextRef="#ctx0" brushRef="#br0" timeOffset="2396.113">2700 615,'-30'-7,"-1"0,-1 3,1 0,-1 2,0 1,26 1,-1 0,1 0,-1 1,1 0,0 0,-1 0,1 1,0 0,0 0,0 1,0-1,0 1,1 1,-1-1,1 1,0 0,0 0,0 0,1 1,0 0,-1 0,2 0,-1 0,0 1,1-1,0 1,1 0,-1 0,1 0,-1 2,1-3,1 0,-1 0,0 0,1 0,0 0,0 0,1 0,0 0,0 0,0 0,0 0,1 1,-1-1,1 0,1 0,-1 0,1-1,0 1,0 0,0-1,0 1,1-1,0 1,0-1,0 0,1 0,-1-1,1 1,0-1,0 0,0 0,0 0,1 0,-1-1,1 1,1-1,1 0,1 0,0-1,-1 0,1-1,0 1,0-1,0-1,0 0,-1 0,1 0,0-1,-1 0,1-1,-1 1,1-2,-1 1,0-1,-1 0,1 0,-1-1,6-4,0-2,1 0,-1 0,-1-1,0-1,-1 0,-1-1,0 0,0 0,5-15,-2-14,-13 43,0-1,1 1,-1 0,0-1,0 1,0 0,1 0,-1-1,0 1,0 0,0 0,0 0,1 0,-1 0,0 0,0 0,0 0,0 1,1-1,-1 0,0 0,0 1,0-1,1 1,-1-1,0 0,1 1,-1-1,0 1,1 0,-1-1,1 1,-1-1,1 1,-1 0,1 0,-1-1,1 1,-1 0,1 0,0-1,0 1,-1 0,1 0,0 0,-35 72,34-71,1 1,-1-1,1 1,0-1,0 1,0-1,0 0,0 1,0-1,1 1,-1-1,1 0,0 1,-1-1,1 0,0 1,0-1,1 0,-1 0,0 0,1 0,-1 0,1 0,0-1,0 1,-1 0,1-1,0 1,0-1,1 0,1 1,10 2,0 0,0-1,0-1,1 0,-1-1,1-1,-1 0,1-1,-1-1,1 0,-1 0,0-2,0 0,0 0,-1-2,4-1,5-3,0 0,-1-2,0 0,-1-2,0 0,-1-1,-1-1,0 0,-2-2,0 0,0-1,6-11,-10 15,-19 34,-2 3,-11 47,4 1,3 0,3 1,3 0,3 1,3 9,-1-20,-2 34,-22 292,22-365</inkml:trace>
  <inkml:trace contextRef="#ctx0" brushRef="#br0" timeOffset="2644.866">3129 1,'7'11,"11"7,2-1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6:42.4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411 607,'1'-25,"0"18,0-1,-1 0,1 0,-2 1,1-1,-1 0,0 1,0-1,-1 1,0-1,0 1,-1 0,0-1,-1 2,1-1,-1 0,0 1,-3-4,4 8,0 0,0 1,0-1,0 0,0 1,-1 0,1 0,0 0,-1 0,1 0,-1 1,1-1,-1 1,1 0,0 0,-1 1,1-1,-1 1,1-1,-1 1,1 0,0 0,0 1,-1-1,0 1,-76 48,60-34,1 0,0 1,1 1,1 1,1 1,1 0,1 1,0 0,1 1,2 1,-8 19,17-39,0 1,0 0,0 0,1 1,-1-1,1 0,0 0,0 1,1-1,-1 1,1-1,0 1,0-1,1 1,-1-1,1 0,0 1,0-1,0 0,1 1,-1-1,1 0,0 0,0 0,1-1,-1 1,1 0,0-1,0 0,0 1,0-1,3-1,-1 0,1 0,0 0,0-1,0 1,0-1,0-1,0 1,0-1,0-1,0 1,0-1,0 0,0 0,0 0,0-1,0 0,0 0,2-2,6-2,-2-1,1 0,-1-1,0-1,0 0,-1 0,7-8,-2-3,0 0,-2-1,-1-1,0 0,-2-1,0 0,-2 0,0-1,-2-1,0 1,-2-1,2-23,-4 24,-18 63,10-21,0 1,1 0,1 1,1-1,0 0,2 1,0-1,2 1,0-1,0 1,2-1,1 1,-1-13,0 0,0-1,1 0,-1 0,1 0,1-1,-1 0,1 0,0 0,0 0,0-1,1 0,-1-1,1 1,0-1,0 0,1-1,-1 0,0 0,1-1,-1 1,1-2,-1 1,1-1,0 0,-1-1,1 1,-1-2,1 1,-1-1,0 0,1-1,-1 1,0-1,-1-1,4-1,32-15</inkml:trace>
  <inkml:trace contextRef="#ctx0" brushRef="#br0" timeOffset="252.153">879 5,'11'-4,"9"7,5 17,1 23,-5 30,-11 26,-16 23,-17 15,-16 7,-14 1,-8-3,-3-7,-2-16,10-28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6:54.27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478 190,'3'72,"-2"-72,-1 0,1 1,-1-1,1 0,-1 1,1-1,-1 0,1 0,0 1,-1-1,1 0,-1 0,1 0,0 0,-1 0,1 0,-1 0,1 0,0 0,-1 0,1 0,-1 0,1-1,0 1,-1 0,1 0,-1-1,1 1,-1 0,1-1,-1 1,1 0,-1-1,1 1,-1-1,1 1,-1-1,0 1,1-1,-1 1,0-1,1 1,-1-1,0 1,0-1,0 0,1 1,-1-1,0 1,0-1,0 0,0 1,0-1,3-5,1-1,-1 1,0-1,-1 1,0-1,0 0,0 0,-1 0,0 0,0 0,-1-1,0 1,0 0,-1 0,0 0,0 0,0 0,-1 0,0 0,-1 0,1 1,-1-1,-1 1,1 0,-1 0,0 0,0 0,-1 0,0 1,0 0,0 0,0 1,-1-1,0 1,0 0,0 1,0-1,-1 1,-5-2,1 3,1-1,-1 2,1 0,-1 0,1 1,-1 0,1 1,-1 0,1 0,-1 1,1 1,0 0,0 0,0 1,0 0,1 1,-1 0,1 1,0-1,1 2,-7 5,-2 2,1 2,0 0,1 1,1 0,0 1,2 1,0 0,1 1,-7 17,9-15,0 0,2 0,1 1,0 0,2 0,1 1,0-1,2 13,0-26,2 0,0 1,0-1,1 1,0-1,0 0,1 0,1 0,0-1,0 1,1-1,0 0,1 0,-1 0,2-1,-1 0,1 0,1 0,-1-1,3 1,6 1,0 0,0-1,1-1,0-1,0 0,0-2,1 0,0 0,0-2,0 0,0-1,0-1,0-1,0 0,0-1,0-1,0-1,-1-1,1 0,-1-1,0-1,-1 0,0-2,0 1,-1-2,1-1,-6 5,0-1,-1-1,0 1,0-2,0 1,-1-1,0 0,-1-1,0 0,-1 0,0-1,0 0,-1 0,2-5,-7 15,1 0,0 0,-1 0,1 0,0 0,-1 0,0-1,1 1,-1 0,1 0,-1 0,0-1,0 1,0 0,0 0,0-1,0 1,0 0,0 0,0 0,-1-1,1 1,-1 0,1 0,0 0,-1 0,0-1,1 1,-1 0,0 0,1 0,-1 0,0 1,0-1,0 0,0 0,0 0,0 1,0-1,0 0,0 1,0-1,-1 1,1 0,0-1,0 1,0 0,-1-1,1 1,0 0,0 0,-1 0,1 0,0 0,0 1,-1-1,-3 3,1 1,0-1,1 1,-1 0,1 0,-1 0,1 1,1-1,-1 1,0 0,1-1,0 1,0 0,1 1,-1-1,1 0,0 0,1 0,-1 1,1-1,0 0,0 1,1-1,-1 0,1 1,0-1,1 0,-1 0,1 0,1 1,2 2,0 0,1 1,0-2,0 1,1-1,0 0,1 0,-1-1,1 0,0 0,1-1,0 0,-1 0,1-1,1 0,-1-1,1 0,-1-1,1 0,3 1,-12-3,0 1,0 0,0-1,1 1,-1-1,0 1,0-1,1 1,-1-1,0 0,1 0,-1 0,0 0,1 0,-1 0,0 0,0 0,1 0,-1 0,0-1,1 1,-1-1,0 1,0-1,0 1,1-1,-1 0,0 1,0-1,0 0,0 0,0 0,0 0,0 0,-1 0,1 0,0 0,-1 0,1 0,0-1,-1 1,1 0,-1 0,0-1,1 1,-1 0,0 0,0-1,0 0,-5-8,-1 0,-1 1,0 0,0 0,0 0,-1 1,-1 0,1 1,-1 0,-1 0,1 1,-2 0,-4-5,-66-44,80 54,1 1,-1 0,0 0,1 0,-1 0,0 0,1-1,-1 1,0 0,1-1,-1 1,1 0,-1-1,0 1,1-1,-1 1,1-1,-1 1,1-1,0 0,-1 1,1-1,-1 1,1-1,0 0,0 1,-1-1,1 0,0 1,0-1,0 0,0 0,0 1,0-1,0 0,0 1,0-1,0 0,0 1,0-1,0 0,1 0,-1 1,0-1,1 1,-1-1,0 0,1 1,-1-1,1 1,-1-1,1 1,-1-1,1 1,-1-1,1 1,-1-1,1 1,0 0,-1-1,1 1,0 0,21-8,1 1,-1 2,2 0,-1 1,0 1,11 1,-27 2,6-2,27-2,0 1,0 3,1 1,20 3,-56-3,-1-1,1 1,-1-1,1 1,-1 1,1-1,-1 1,0-1,0 1,1 1,-2-1,1 0,0 1,0 0,-1 0,1 0,-1 0,0 1,0-1,0 1,-1 0,1 0,-1 0,0 0,0 0,0 0,-1 1,1 0,-3 160,1-164,1 1,-1-1,0 0,1 0,-1 0,1 0,-1 1,1-1,0 0,-1 0,1 0,0 0,0 0,0-1,0 1,-1 0,1 0,0 0,1-1,-1 1,0-1,0 1,0-1,0 1,0-1,1 1,-1-1,0 0,0 0,0 0,1 0,-1 0,0 0,0 0,1 0,-1 0,0 0,1-1,47-15,-36 8,-1-1,0 0,0-1,-1 0,0-1,-1 0,0 0,-1-1,0-1,-1 1,-1-2,0 1,0-1,-1 0,-1 0,-1 0,0-1,2-12,-3 10,-18 40,9-5,0 1,2-1,0 1,1 0,1 0,1 0,1 0,1 9,-1-24,1 1,0-1,0 1,0-1,0 1,1-1,-1 0,1 0,0 1,1-1,-1-1,1 1,0 0,0-1,0 1,0-1,0 0,1 0,-1 0,1 0,0-1,0 0,0 1,0-1,1-1,-1 1,0-1,1 1,-1-1,1-1,-1 1,1-1,0 1,6-2,1 1,-1-2,1 0,-1 0,0-1,0 0,0-1,0 0,0-1,-1 0,0 0,0-1,0-1,-1 0,0 0,0 0,-1-1,0-1,0 0,-1 0,0 0,-1-1,0 1,-1-2,0 1,0-1,-1 1,0-1,0-5,-1-15,-2 30,-1 1,0 0,0-1,0 1,0-1,0 1,0-1,0 1,0-1,0 1,0-1,0 1,0 0,0-1,0 1,0-1,0 1,0-1,0 1,-1-1,1 1,0 0,0-1,-1 1,1 0,0-1,-1 1,1 0,0-1,-1 1,1 0,0-1,-1 1,1 0,-1 0,1-1,0 1,-1 0,1 0,-1 0,1 0,-1 0,1 0,-1 0,1 0,-1 0,1 0,-1 0,1 0,0 0,-1 0,1 0,-1 0,1 0,-1 1,1-1,0 0,-1 0,1 1,-4 3,0 0,0 0,1 1,0-1,0 1,0 0,0 0,1 0,0 1,0-1,0 0,1 1,0-1,0 1,0 0,1-1,-1 1,2 0,-1 2,1 0,1 0,0-1,1 1,-1-1,1 0,1 0,-1 0,1 0,0-1,1 1,0-1,0 0,0-1,1 1,-1-1,1 0,1 0,-1-1,0 0,1 0,0 0,0-1,0 0,1 0,-1-1,1 0,-1 0,1-1,0 0,0 0,-1-1,1 0,0-1,0 1,-1-1,1-1,0 1,-1-1,1-1,-1 0,0 0,0 0,0 0,3-4,1-2,0 0,-1-1,0-1,-1 0,0 0,-1-1,0 0,-1 0,0 0,-1-1,0-1,-1 1,-1-1,0 1,-1-1,0 0,0-11,6-14,-6 29,-2 15,-4 18,0-6,-1-4,1 0,0 0,0 1,2-1,-1 1,2 0,0-1,1 1,0 0,1-1,0 1,1-1,1 0,0 1,1-2,0 1,1-1,3 6,-6-15,0 1,1-1,-1 0,1-1,-1 1,1 0,0-1,0 0,0 0,0 0,0-1,1 1,-1-1,0 0,1 0,-1 0,1-1,-1 0,1 0,-1 0,1 0,-1 0,1-1,-1 0,0 0,1 0,-1-1,0 0,0 1,3-3,6-3,0 0,0-1,-1-1,0 0,0-1,-1 0,-1-1,6-6,2-5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6:48.46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309 385,'-66'256,"7"-59,53-186,6-21,75-217,-61 190,29-74,4 2,59-98,-63 148,-43 58,0 1,1-1,-1 1,0 0,1-1,-1 1,1 0,-1 0,0-1,1 1,-1 0,1 0,-1-1,1 1,-1 0,0 0,1 0,-1 0,1 0,-1 0,1 0,-1 0,1 0,-1 0,1 0,-1 0,1 0,-1 0,1 0,-1 1,1-1,-1 0,1 0,-1 0,0 1,1-1,-1 0,1 1,-1-1,0 0,1 1,-1-1,0 0,0 1,1-1,-1 1,0-1,0 1,0-1,1 0,-1 1,0-1,0 1,0-1,0 1,7 31,-7-31,6 262,-7-183,3-19,-4 0,-2 0,-2 0,-4-1,-1 0,-4 0,-13 31,-5-31,20-45</inkml:trace>
  <inkml:trace contextRef="#ctx0" brushRef="#br0" timeOffset="246.691">1 599,'20'2,"26"-1,27-3,22-6,17-4,8-2,-5-1,-22 2</inkml:trace>
  <inkml:trace contextRef="#ctx0" brushRef="#br0" timeOffset="3342.117">750 786,'2'-1,"0"-1,0 1,1 0,-1 0,0 0,1 1,-1-1,1 0,0 1,-1 0,1-1,-1 1,1 0,-1 0,1 1,0-1,-1 0,1 1,-1 0,1-1,-1 1,0 0,1 0,-1 1,0-1,0 0,1 1,-1-1,0 1,0 0,-1 0,1 0,0 1,50 72,-34-12,10-117,-19 38,1-1,0 2,1 0,0 0,2 1,-1 0,2 1,0 1,0 0,1 0,12-5,-26 16,0 0,0-1,0 1,0 0,1 0,-1 0,0 0,1 0,-1 0,1 1,-1-1,1 0,-1 1,1-1,-1 1,1 0,0-1,-1 1,1 0,0 0,-1 0,1 0,0 0,-1 0,1 1,-1-1,1 1,0-1,-1 1,1-1,-1 1,1 0,-1 0,0 0,1 0,-1 0,0 0,1 0,-1 0,0 0,0 1,0-1,0 0,0 1,0-1,0 2,0 7,1-1,-2 1,1 0,-1 0,-1 0,0 0,0 0,-2 6,-3 61,6-75,1 1,-1 0,1 0,0-1,0 1,0 0,0-1,1 1,-1-1,1 1,-1-1,1 0,0 0,0 1,0-1,0-1,0 1,1 0,-1 0,0-1,1 1,-1-1,1 0,0 0,-1 0,1 0,0 0,-1-1,1 1,0-1,2 0,90-6,33-50,-127 56,0 0,0 0,1 0,-1 0,0 0,0 0,0 1,1-1,-1 0,0 1,0-1,0 1,0-1,0 1,0-1,0 1,0 0,0-1,0 1,0 0,0 0,0 0,0 0,-1 0,1 0,0 0,-1 0,1 0,-1 0,1 0,-1 0,0 0,1 1,-1-1,0 0,0 0,0 0,0 1,0-1,0 0,0 1,8 19,-3-17,-1-1,1 1,0 0,1-1,-1 0,0-1,1 1,0-1,-1 0,1 0,0-1,0 1,0-1,0-1,0 1,0-1,1 0,-1 0,0-1,0 0,0 0,0-1,0 1,-1-1,1 0,0-1,-1 1,1-1,-1 0,0-1,0 1,0-1,2-3,-4 5,0-1,0 0,0 0,0 0,0 0,-1 0,0 0,1-1,-1 1,-1-1,1 0,0 1,-1-1,0 0,0 0,0 0,0 0,-1 0,1 0,-1 0,0 0,0 0,-1 0,1-1,-1 1,0 0,0 1,0-1,-1 0,1 0,-1 0,0 1,0-1,0 1,-1 0,1-1,-1 1,0 0,0 0,0 1,0-1,0 1,-2-2,-6-1,0 1,-1 0,1 1,-1 0,0 0,0 1,0 1,0 0,0 1,0 0,0 1,0 0,0 1,0 0,0 1,1 1,-1 0,1 0,0 1,-2 1,10-5,0 0,0 0,0 0,0 1,0-1,0 1,1 0,-1 0,0 0,1 0,0 0,-1 0,1 1,0-1,0 1,0-1,1 1,-1 0,1 0,-1 0,1 0,0 0,0 0,0 0,1 0,-1 0,1 0,-1 1,1-1,0 0,1 0,-1 1,0-1,1 0,0 0,0 1,3 0,0 0,0-1,1 0,-1 0,1 0,0 0,0-1,0 1,0-1,1 0,-1-1,0 0,1 1,41 8</inkml:trace>
  <inkml:trace contextRef="#ctx0" brushRef="#br0" timeOffset="3797.073">2180 786,'-16'-6,"-1"1,0 1,0 1,-1 0,1 1,-1 1,1 1,-1 0,0 1,-15 3,25-2,-1-1,1 1,0 1,0-1,0 1,1 1,-1-1,1 1,-1 1,1-1,0 1,1 1,-1-1,1 1,0 0,1 0,0 1,0 0,0 0,0 0,1 0,1 1,-2 3,4-8,-1 0,1 0,1 0,-1 0,0 0,1 0,-1 1,1-1,0 0,0 0,1 1,-1-1,0 0,1 0,0 0,0 0,0 1,0-1,0-1,1 1,0 0,-1 0,1 0,0-1,0 1,0-1,0 0,1 1,-1-1,1 0,-1 0,1-1,1 1,3 3,1-2,0 1,-1-1,2 0,-1-1,0 0,0 0,1-1,-1 0,1 0,-1-1,4 0,7-3,0-1,0-1,0 0,0-1,-1-1,0-1,-1-1,0 0,0-1,-1-1,0 0,0-2,-2 1,0-2,0 0,-1-1,-1 0,0-1,-1 0,-1 0,-1-2,0 1,-1-1,-1 0,0-3,23-74,-4-1,-4-2,3-48,-22 128,19-191,-27 176,-8 29,-32 77,41-63,-25 59,3 2,4 0,2 2,4 1,-3 43,15-103,1 1,1 0,1 0,0 0,1 1,1-1,0 0,1 0,0 0,1 0,1-1,0 1,2-1,-1 0,1 0,1-1,1 0,0 0,0 0,2-1,7 9,21 7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6:55.8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61 1,'2'0,"1"4,0 7,-1 7,0 11,-6 6,-4 5,-3 2,-1 0,-2-3,1-8,4-5,8-9,3-5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6:56.38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5,'4'-2,"1"1,-1 1,1-1,-1 1,1-1,-1 1,1 1,-1-1,1 1,-1-1,0 1,1 0,-1 1,0-1,0 1,0 0,0 0,0 0,0 1,0-1,-1 1,1 0,-1 0,0 0,0 0,0 1,0-1,-1 1,1 0,-1-1,0 1,0 1,0-1,-1 0,1 0,-1 0,0 1,0-1,0 5,6 116,-7-125,0 1,-1-1,1 1,0-1,0 1,0-1,-1 0,1 1,0-1,0 1,0-1,0 1,0-1,0 1,0-1,0 1,0-1,0 1,0-1,0 1,0-1,1 0,-1 1,0-1,0 1,0-1,1 1,-1-1,0 0,1 1,-1-1,0 0,1 1,-1-1,0 0,1 1,-1-1,1 0,-1 0,0 1,1-1,-1 0,1 0,-1 0,1 0,-1 0,1 1,-1-1,1 0,-1 0,0 0,1 0,20-21,16-26,-19 22,2 0,0 1,2 2,1 0,24-18,-46 39,-1 0,1 0,-1 1,1-1,-1 0,1 0,0 1,-1-1,1 1,0-1,0 0,-1 1,1-1,0 1,0 0,0-1,0 1,0 0,0-1,0 1,0 0,0 0,-1 0,1 0,0 0,0 0,0 0,0 0,0 0,0 0,0 1,0-1,0 0,0 1,0-1,-1 1,1-1,0 1,0-1,0 1,-1-1,1 1,0 0,-1-1,1 1,0 0,-1 0,1-1,-1 1,1 0,-1 0,0 0,1 0,-1 0,0 0,-7 86,4-81,1 1,1 0,-1-1,1 1,0 0,1 0,0 0,0 0,0 0,1 0,0 0,0 0,1 0,-1-1,2 1,-1-1,1 1,0-1,0 0,1 0,1 3,6-2,0 1,0-2,1 1,0-2,0 1,1-2,-1 0,1 0,0-1,0-1,0 0,0 0,0-2,0 1,1-2,-1 0,0 0,0-2,2 0,117-28,-76 11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6:56.87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291 183,'-16'14,"-12"15,-8 17,-5 19,0 14,3 12,5 8,6 1,8-2,9-9,9-11,8-14,9-15,5-17,0-13</inkml:trace>
  <inkml:trace contextRef="#ctx0" brushRef="#br0" timeOffset="508.409">638 344,'-13'62,"-6"31,-4 0,-4-1,-29 65,24-100,32-57,0 0,0-1,0 1,0 0,0-1,1 1,-1 0,0-1,0 1,0 0,0-1,0 1,0 0,0-1,0 1,-1 0,1-1,0 1,0 0,0-1,0 1,0 0,0-1,-1 1,1 0,0-1,0 1,0 0,-1 0,1-1,0 1,0 0,-1 0,1 0,0-1,-1 1,1 0,0 0,-1 0,1 0,0 0,-1 0,1-1,0 1,-1 0,1 0,0 0,-1 0,1 0,0 0,-1 0,1 1,0-1,-1 0,1 0,0 0,-1 0,1 0,0 0,-1 1,1-1,0 0,0 0,-1 0,1 1,28-110,-20 88,66-169,77-138,-145 317,2-7,2-1,0 2,1-1,1 2,10-11,-22 26,0 0,1 0,-1 1,0-1,1 0,-1 1,1-1,-1 0,1 1,-1-1,1 1,-1-1,1 1,0-1,-1 1,1 0,0-1,-1 1,1-1,0 1,-1 0,1 0,0 0,0-1,-1 1,1 0,0 0,0 0,0 0,-1 0,1 0,0 0,0 1,-1-1,1 0,0 0,0 1,-1-1,1 0,0 1,-1-1,1 0,0 1,-1-1,1 1,-1-1,1 1,-1 0,1-1,-1 1,1 0,-1-1,1 1,-1 0,0-1,0 1,1 0,-1 0,9 49,-9-49,8 524,8-320,-16-186,-1-11</inkml:trace>
  <inkml:trace contextRef="#ctx0" brushRef="#br0" timeOffset="773.661">425 625,'16'0,"19"0,21-3,22-2,18-4,13-1,5-2,-3-2,-7 3,-22 2</inkml:trace>
  <inkml:trace contextRef="#ctx0" brushRef="#br0" timeOffset="1019.681">1628 451,'-2'-6,"0"0,-1 1,1-1,-1 1,0 0,0-1,-1 1,1 1,-1-1,0 0,0 1,-1 0,1 0,-1 0,0 1,0 0,0 0,-1 0,1 0,-1 1,0 0,1 0,-1 0,0 1,0 0,0 0,0 0,0 1,-5 0,-7 2,-1 1,1 0,-1 1,1 1,0 1,1 0,0 1,0 1,0 1,1 1,0 0,1 1,0 0,1 1,0 1,1 0,1 1,0 0,0 1,0 4,4-10,1 1,1 0,0 0,0 1,1-1,1 1,-1 1,2-1,0 1,0-1,1 1,0 0,1 0,1 0,-1 0,2-1,0 1,0 0,1 0,1 0,0-1,0 1,1-1,1 0,0 0,0-1,1 1,1-1,-1 0,2-1,0 1,5 2,2-1,-1 0,1-1,1 0,0-2,0 0,1 0,-1-2,2 0,-1-1,1 0,1-2,23 5,1-3,-1-2,1-1,25-3,15-6,-10-3</inkml:trace>
  <inkml:trace contextRef="#ctx0" brushRef="#br0" timeOffset="1270.6">2056 851,'0'0</inkml:trace>
  <inkml:trace contextRef="#ctx0" brushRef="#br0" timeOffset="10600.109">2176 22,'-27'-20,"27"19,-1 1,1 0,-1 0,1 0,-1-1,0 1,1 0,-1 0,0 0,1 0,-1 0,1 0,-1 0,0 0,1 0,-1 1,0-1,1 0,-1 0,1 1,-1-1,1 0,-1 0,1 1,-1-1,1 1,-1-1,1 0,-1 1,1-1,-1 1,1-1,0 1,-1-1,1 1,0 0,0-1,-1 1,1-1,0 1,0 0,0-1,0 1,0-1,-1 1,1 0,0-1,1 1,-1 0,0-1,0 10,0-1,0 0,1 0,0 0,1 0,0 0,1 0,0-1,0 1,2 3,1 3,21 59,-2 1,-4 0,2 34,-18-82,-2 0,-1 1,-1-1,-2 1,0-1,-2 1,-1-1,-1 0,-1 0,-2 0,-6 14,-9 3,-2-1,-1-1,-3-1,-1-2,-1-1,-3-2,-1-1,-1-1,-2-2,-1-2,-1-2,-5 1,-94 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8:20.41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3119 349,'-45'-5,"0"1,-1 2,1 2,-1 2,1 3,-39 8,26-6,-91 15,1 5,-64 25,-410 151,540-174,-34 18,2 5,2 6,3 4,3 4,-25 25,70-51,2 3,2 2,2 3,2 2,3 2,1 2,3 3,3 1,2 3,-30 59,27-25,5 2,4 1,4 2,4 0,3 11,17-66,1 1,2 0,3 0,1 0,3 0,1 0,3 0,8 30,80 348,-72-351,3 0,4-2,26 47,-2-17,52 124,-94-193,2-1,1-1,1 0,2-1,0-1,16 17,112 129,-128-158,1-2,0 0,0-1,2-1,-1-1,2-1,-1-1,1-1,15 4,61 26,-71-25,1-2,0-2,0 0,1-2,0-1,0-1,30 0,524-4,-444-2,83 1,90 15,121 21,21-19,336 10,-322-19,65 10,430-3,-644-16,1050 1,-443 36,-601-16,195 5,663-26,-718-13,-412 14,4 2,1-2,-1-3,1-3,-1-1,-1-4,8-3,-38 2,-1-1,0 0,0-2,-2-1,0-1,0-1,-2 0,0-2,-2-1,0 0,-1-2,-1 0,-1 0,1-7,35-62,-4-3,31-88,-77 179,61-168,28-129,-19 55,-29 101,-6-1,9-99,16-156,-41 274,-6-2,-5 0,-8-126,-16-116,15 342,-1 0,-1 0,-2 1,-1-1,-1 1,-1-1,-2 2,-1-1,-1 1,-1 0,-3-2,7 16,-3-7,0 1,0 1,-2 0,0 0,-2 1,0 1,0 0,-1 1,-1 1,-15-10,-20-4,-2 3,-1 3,-1 2,-54-13,102 31,-576-153,-275-18,631 134,-429-52,277 44,295 35,-613-65,-602 58,887 21,-237 13,621-13,-1175 101,719-29,-302 17,162-32,508-44,-1-5,-33-4,75-2,60-1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8:21.50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314 169,'-36'262,"8"-142,-6-2,-5-1,-4-3,-40 70,41-112,42-72,-1 0,1 0,0 0,-1 0,1-1,-1 1,1 0,-1 0,1 0,0-1,-1 1,1 0,-1-1,1 1,0 0,-1-1,1 1,0-1,0 1,-1-1,1 1,0 0,0-1,0 1,0-1,-1 1,1-1,0 1,0-1,0 1,0-1,0 1,0-1,0 1,0-1,0 1,1-1,-1 1,0-1,0 1,0-1,0 1,1 0,-1-1,0 1,0-1,1 1,-1 0,0-1,1 1,-1 0,1-1,-1 1,0 0,1 0,-1-1,1 1,96-279,-53 164,136-401,-169 483,1 1,2 0,1 1,1 1,5-4,8 4,-28 30,-1 0,1-1,0 1,0 0,0 0,-1-1,1 1,0 0,0 0,0 0,0 0,-1 0,1 0,0 0,0 0,0 0,0 1,-1-1,1 0,0 0,0 1,0-1,-1 1,1-1,0 0,-1 1,1-1,0 1,-1 0,1-1,-1 1,1 0,-1-1,1 1,-1 0,1-1,-1 1,0 0,1 0,-1 0,0-1,0 1,1 0,-1 0,4 14,0 1,0 0,-2 0,0-1,-1 1,0 1,-2 12,1 1,2 71,37 788,-35-827,-10-52,-1-8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8:21.94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13 970,'-13'-6,"42"-1,-26 7,205-44,-3-9,103-45,-241 77,-1-2,-1-2,-1-4,-2-2,0-4,-3-1,-1-4,46-40,-89 66,0-1,-1-1,-1 0,0-1,-1-1,-1 1,-1-2,0 1,-2-2,0 1,-1-1,-1 0,-1 0,0-1,-2 0,0 1,-1-21,-2 37,0 0,0 1,0-1,-1 1,1-1,-1 1,0-1,0 1,0-1,0 1,0 0,-1 0,0-1,0 1,0 0,0 0,0 1,0-1,-1 0,1 1,-1-1,0 1,0 0,0 0,0 0,0 1,0-1,0 0,-1 1,1 0,-1 0,1 0,0 0,-1 1,0-1,1 1,-1 0,1 0,-1 0,1 1,-1-1,0 1,0 0,-9 6,0 0,0 0,1 2,0-1,0 1,1 1,0 0,1 1,0 0,1 1,0 0,0 0,2 1,-1 0,2 0,0 1,0-1,0 6,-23 69,3 2,5 1,3 1,5 1,3 0,3 50,-5 131,10-135,-5 0,-7-1,-6 0,-6-1,-7 5,-48 56,42-128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8:22.28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1 407,'383'-180,"-260"112,-4-4,8-14,-125 86,-1 0,0 0,0 0,0 0,0 0,0 0,0 0,0 0,0 1,0-1,0 0,1 1,-1-1,0 1,-1-1,1 1,0-1,0 1,0 0,0 0,0-1,-1 1,1 0,0 0,-1 0,1 0,0 0,-1 0,1 0,-1 0,0 0,1 0,-1 0,0 0,1 0,-1 0,0 0,0 0,0 0,0 0,0 0,0 1,0-1,-1 0,1 0,0 0,-1 0,1 0,-1 0,1 1,1 7,2 15,4 29,2 0,2-1,2 0,12 25,-1-37,-14-33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8:22.53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 1,'-9'16,"1"10,10 5,13-1,4-5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8:22.98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480 0,'-27'3,"-1"0,1 2,0 1,0 1,1 2,-1 0,2 2,0 1,0 0,1 2,1 1,-5 5,16-13,0 1,0 0,1 1,0 0,1 1,0 0,0 0,1 1,1 1,0-1,0 2,1-1,0 2,6-11,0 0,0 0,0 0,1 0,-1 0,1 0,0 0,-1 0,2 0,-1 0,0 0,1 0,-1 0,1 0,0 0,0 0,0 0,0 0,0 0,1-1,-1 1,1 0,0-1,0 0,0 1,0-1,0 0,1 0,-1 0,0 0,1 0,0-1,-1 1,1-1,0 0,0 0,0 1,12 3,0 0,1-1,-1 0,1-1,-1-1,11 0,152 3,-178-6,1 1,0 0,-1-1,1 1,0 0,-1 0,1 0,0 0,-1 0,1 0,0 0,0 0,-1 0,1 0,0 0,-1 0,1 0,0 0,-1 1,1-1,0 0,-1 0,1 1,-1-1,1 0,0 1,-1-1,1 1,-1-1,1 1,-1-1,0 1,1-1,-1 1,1 0,-1-1,0 1,1-1,-1 1,0 0,0-1,0 1,1 0,-1-1,0 1,0 0,0 0,0-1,0 1,0 0,-1-1,1 1,0 0,0-1,0 1,0 0,-1-1,1 1,0 0,-1-1,1 1,-1-1,1 1,0-1,-1 1,1-1,-1 1,-98 63,59-42,33-18,-8 4,0 0,1 1,0 1,1 0,0 1,1 0,0 1,0 0,1 2,9-12,1 1,-1 0,1-1,0 1,0 0,0 0,0 0,0 0,1 0,-1 0,1 0,0 0,0 0,0 0,0 0,1 1,-1-1,1 0,0 0,0-1,0 1,0 0,0 0,1 0,-1-1,2 3,57 61,-54-61,47 42,-33-33,-2 1,0 1,-1 1,0 0,-1 1,-1 0,-1 2,-1-1,0 2,-2 0,0 0,4 15,-13-28,0-1,-1 1,0-1,-1 1,1 0,-2-1,1 1,-1 0,0-1,0 1,-1-1,0 0,-1 1,1-1,-1 0,-1 0,1-1,-1 1,0-1,-1 1,0-1,0-1,0 1,0-1,-2 1,-10 8,-1-2,0 0,-1-1,0-1,0-1,-1-1,0 0,0-2,-1 0,0-1,0-1,-4-1,-35 4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8:23.77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348 369,'16'-107,"-16"103,0 1,0 0,-1-1,1 1,-1 0,1-1,-1 1,0 0,0 0,-1 0,1 0,-1 0,1 0,-1 0,0 0,0 0,0 1,0-1,-1 1,1 0,-1 0,1-1,-1 2,0-1,0 0,0 0,0 1,0 0,0 0,-1-1,-3 1,0 0,0 1,1 0,-1 0,0 0,0 1,1 0,-1 0,0 0,1 1,-1 0,1 1,-1-1,1 1,0 1,0-1,-4 4,-86 79,86-75,0 1,1 0,1 1,0-1,1 1,0 1,1 0,0 0,2 0,-1 0,2 1,0 0,0 4,3-16,-1 1,2-1,-1 1,0-1,1 1,-1-1,1 0,0 0,0 1,0-1,1 0,-1 0,1 0,0 0,0 0,0 0,0-1,0 1,0-1,1 1,-1-1,1 0,0 0,0 0,0 0,0-1,0 1,0-1,0 1,0-1,0 0,4 0,2 1,0-1,1 0,-1 0,0-1,1 0,-1-1,0 0,1 0,-1-1,0 0,6-3,-3 1,0-1,0-1,0 0,0-1,-1 0,0 0,-1-1,0-1,0 0,0 0,-1-1,-1 0,0 0,0-1,-1 0,0-1,-1 1,0-1,2-9,-5-19,-3 40,0-1,0 0,0 1,0-1,0 0,0 1,-1-1,1 0,0 1,0-1,-1 0,1 1,0-1,0 1,-1-1,1 0,-1 1,1-1,-1 1,1-1,-1 1,1-1,-1 1,1 0,-1-1,1 1,-1 0,0-1,1 1,-1 0,1 0,-1 0,0-1,1 1,-1 0,0 0,0 0,1 0,-1 0,0 0,1 0,-1 0,0 1,1-1,-1 0,0 0,1 0,-1 1,1-1,-1 0,0 1,1-1,-1 1,-7 6,0-1,0 2,1-1,0 1,0 0,1 1,0-1,0 1,1 0,1 1,-1-1,1 3,-20 78,24-87,0-1,0 1,0 0,1-1,-1 1,1 0,0-1,0 1,0-1,0 1,0-1,0 1,1-1,-1 0,1 1,-1-1,1 0,0 0,0 0,0-1,0 1,0 0,1-1,-1 1,0-1,1 0,-1 0,1 0,-1 0,1 0,0-1,1 1,7 0,1 0,0-1,0 0,0-1,0-1,0 1,0-2,-1 0,1 0,-1-1,0-1,0 0,0 0,-1-1,0 0,0-1,0 0,-1-1,6-6,0-1,-2 0,1-1,-2 0,0-1,-1-1,-1 0,0 0,-2-1,0 0,-1 0,4-18,-1-7,-1-1,-2 1,-3-1,0-39,-8 61,-4 104,0 282,7-167,-9 0,-10 19,-13-23,-8-1,-63 177,96-343,3-6,-1-1,-1 0,0 0,-1 0,-2-1,-10 16,20-32,-1 0,1 0,-1 0,1 0,-1 0,0 0,1 0,-1 0,0 0,0 0,0 0,0 0,0 0,0-1,0 1,0 0,0-1,0 1,0-1,0 1,-1-1,1 0,0 1,0-1,0 0,-1 0,1 0,0 0,0 0,-1 0,1 0,0 0,0-1,0 1,-1 0,1-1,0 1,0-1,0 1,0-1,0 0,0 1,0-1,0 0,0 0,0 0,0 0,0 0,1 0,-1 0,0 0,1 0,-1 0,0 0,1 0,0 0,-1-1,-7-19,1-2,1 1,1-1,0 0,2 0,1 0,1-1,1 1,1-8,2-33,2 1,2 0,4 0,11-35,-2 23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8:24.04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113 32,'-9'-11,"-5"-2,-3 6,-3 9,-7 10,1 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8:25.02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1 255,'2'-18,"10"-13,14-8,17-6,12-1,1 4,-9 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8:28.28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450 1,'-13'41,"1"0,3 1,1 0,2 1,2-1,2 1,1 11,0-11,-17 248,-13-1,-16 25,12-123,-97 638,73 126,58-916,0 17,-1-1,-3 1,-3-1,-2 0,-6 13,-12-6,51-86,-21 19,0 1,0-1,1 1,0-1,0 1,0 0,0 0,0 0,0 1,1-1,-1 1,1 0,0 0,0 0,0 0,0 1,4-2,176-24,353-26,33 22,-143 17,-353 2,-74 12,0 0,0-1,1 1,-1 0,0-1,0 1,0-1,0 1,0 0,1-1,-1 1,0-1,0 1,0-1,0 1,0 0,0-1,0 1,0-1,-1 1,1-1,0 1,0 0,0-1,0 1,0-1,-1 1,1 0,0-1,0 1,-1 0,1-1,0 1,-1 0,1 0,0-1,-1 1,1 0,0 0,-1-1,1 1,-1 0,1 0,0 0,-1 0,1 0,-1 0,1-1,0 1,-1 0,1 0,-1 0,1 0,-1 1,1-1,0 0,-1 0,1 0,-1 0,-27-7,-5 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8:29.93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1 604,'64'-148,"-38"94,-2-1,-3-1,-2-3,16-135,-35 192,0 1,0 0,-1 0,1-1,0 1,0 0,0 0,0 0,0-1,0 1,1 0,-1 0,0-1,0 1,1 0,-1 0,1 0,-1 0,1 0,0 0,-1 0,1 0,0 0,0 0,0 0,0 0,0 0,-1 1,1-1,1 0,-1 1,0-1,0 1,0-1,0 1,0-1,0 1,1 0,-1 0,0-1,0 1,1 0,-1 0,0 0,0 0,0 1,156 28,46-10,1-9,44-10,-149 0,641-24,-734 24,9-3,1 1,-1 1,1 0,-1 1,1 1,-1 0,1 1,-1 1,0 0,0 1,0 1,0 0,-1 1,0 0,3 3,-7-1,-1-1,0 2,-1-1,0 1,0 0,-1 1,0 0,0 0,-1 0,-1 1,0 0,0 0,-1 0,0 1,-1 0,-1-1,1 1,-2 0,0 0,0 4,-1 23,-1 1,-2-1,-1 0,-2 0,-8 24,-38 131,-44 97,-4 10,78-219,4 2,3 1,4 0,4 0,3 7,2-25,-8 250,-18 40,-28 172,14-249,23-177,4 2,3 30,11-110,0-1,-2 0,-1 0,-1 0,-1 0,-7 18,8-29,-4 7,2 0,0 0,1 1,2 0,0 0,-1 18,5-37,1 0,-1 0,0 0,1 0,-1 0,0 0,0 0,0-1,0 1,-1 0,1 0,-1 0,1 0,-1 0,1-1,-1 1,0 0,0 0,0-1,0 1,0-1,0 1,0-1,-1 1,1-1,-1 0,1 1,-1-1,1 0,-1 0,0 0,1 0,-1-1,0 1,0 0,1-1,-1 1,0-1,0 0,0 1,0-1,0 0,0 0,0 0,1-1,-2 1,-100-63,55 29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8:30.99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443 5,'0'0,"-1"0,1-1,0 1,-1 0,1-1,0 1,-1 0,1-1,0 1,-1 0,1 0,-1 0,1-1,0 1,-1 0,1 0,-1 0,1 0,-1 0,1 0,0 0,-1 0,1 0,-1 0,1 0,-1 0,1 0,-1 0,1 0,0 0,-1 0,1 1,-1-1,1 0,0 0,-1 1,1-1,-1 0,1 0,0 1,0-1,-1 0,1 1,0-1,-1 1,1-1,0 0,0 1,0-1,-1 1,1-1,0 0,0 1,0-1,0 1,0-1,0 1,0-1,0 1,0-1,0 0,0 1,0-1,0 1,0-1,1 1,-1-1,-64 227,-144 682,92-327,86-355,29-224,-1 0,2 0,-1 1,0-1,0 0,1 0,0 1,0-1,0 0,0 0,0 1,1-1,-1 0,1 0,0 0,0 1,0-1,0 0,1 0,-1-1,1 1,0 0,0 0,0-1,0 1,0-1,0 0,1 1,-1-1,2 0,10 2,1 0,1-1,-1-1,0 0,1-1,-1-1,1 0,-1-1,0-1,1-1,0 0,563-93,-520 88,-46 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8:31.78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54,'453'-37,"-394"32,155-7,-212 12,-1 0,1 0,0 1,0-1,0 0,-1 1,1-1,0 1,0 0,-1 0,1-1,0 1,-1 0,1 0,-1 1,1-1,-1 0,0 0,1 1,-1-1,0 1,0-1,0 1,0-1,0 1,0 0,-1-1,1 1,-1 0,1 0,-1-1,1 1,-1 0,0 0,0 0,0 0,0-1,0 1,0 0,-1 0,1 0,0 0,-1-1,0 1,1 0,-1 0,0 0,-64 262,-15 242,4-186,33-146,-22 174,60-300,2-8,-1 1,-3-1,-1 0,-1-1,-3 0,-1 0,-16 31,-3-14,21-36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8:32.58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61,'2'0,"8"-2,11-1,18 0,18 0,23 2,19-2,17-3,11-1,6-2,-3-4,-24 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8:36.31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29 248,'-10'0,"-2"-2,5-6,11-5,16-6,18-6,14-5,12-3,4-2,-3 2,-7 5,-15 7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8:37.13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0 452,'393'-120,"341"-116,-508 154,-221 80,-3 0,1 1,0-1,0 1,0 0,0 0,0 0,0 0,0 1,1-1,-1 1,0 0,0 0,0 0,1 0,-1 1,0-1,0 1,0 0,0 0,0 0,0 0,0 0,0 1,0-1,0 1,3 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8:45.73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695 0,'-17'17,"8"5,1 1,1 1,1-1,0 1,2 0,-1 23,3-31,-17 281,15-180,-5 0,-6 10,-34 105,26-140,5 2,3 0,1 52,13-28,-12 146,2-203,-1 0,-4-1,-2 0,-10 16,-98 350,98-333,4 1,3 1,-3 65,-13 211,30-95,1-29,1-218,-5-42,-36-12,41 23,-22-5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8:45.99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0 250,'16'-2,"17"-8,11-6,11-6,6-5,2-5,-2-2,-8 3,-10 4,-13 5,-18 6,-10 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08:47.33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5 0,'-1'1,"1"-1,0 1,-1-1,1 1,0 0,-1-1,1 1,0-1,0 1,-1 0,1-1,0 1,0-1,0 1,0 0,0-1,0 1,0 0,0-1,0 1,0-1,0 1,0 0,1-1,-1 1,0 0,0-1,1 1,-1-1,0 1,1-1,-1 1,1-1,-1 1,0-1,1 1,-1-1,1 0,-1 1,1-1,0 0,-1 1,1-1,-1 0,1 0,0 1,-1-1,1 0,0 0,36 15,-35-15,75 20,2-3,61 4,-71-12,376 54,-276-33,-143-23,-21-5,-1 0,1 0,0 0,0-1,0 0,0 0,0-1,0 1,0-1,0 0,0 0,0-1,0 0,0 0,0 0,0 0,0-1,0 1,-1-1,2-1,-3 1,14-8,-16 23,-17 9,-6 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0:59.69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F0066"/>
      <inkml:brushProperty name="ignorePressure" value="1"/>
    </inkml:brush>
    <inkml:brush xml:id="br2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27856 5059,'-82'243,"29"-80,-62 128,103-270,12-21,0 0,-1 0,1 0,0 0,-1 0,1 0,0 0,-1 0,1 0,0-1,-1 1,1 0,0 0,-1 0,1 0,0 0,-1-1,1 1,0 0,0 0,-1 0,1-1,0 1,0 0,-1 0,1-1,0 1,0 0,0-1,-1 1,1 0,0-1,0 1,0 0,0-1,0 1,0 0,0-1,0 1,0 0,0-1,0 1,0 0,0-1,0 1,0-1,0 1,0 0,0-1,0 1,1 0,-1 0,0-1,0 1,0 0,1-1,-1 1,0 0,0 0,1-1,-1 1,0 0,0 0,1 0,-1-1,0 1,1 0,-1 0,82-241,16-3,95-167,-170 371,-23 40,0 1,0-1,0 1,0-1,1 1,-1-1,0 1,0-1,0 1,0-1,1 1,-1-1,0 1,0-1,1 0,-1 1,0-1,1 1,-1-1,1 0,-1 1,0-1,1 0,-1 1,1-1,-1 0,1 0,-1 1,1-1,-1 0,1 0,-1 0,1 0,-1 0,1 0,-1 0,1 0,-1 0,1 0,-1 0,1 0,0 0,-1 0,1 0,-1-1,1 1,-1 0,0 0,1-1,-1 1,1 0,-1-1,1 1,-1 0,0-1,1 1,-1 0,0-1,3 210,-1-122,3 0,5 0,3 0,4-2,16 46,22 57,-54-171</inkml:trace>
  <inkml:trace contextRef="#ctx0" brushRef="#br0" timeOffset="251.287">27548 5380,'14'-4,"20"-2,23 0,24-1,25 1,21-4,13-4,1-5,-6-5,-25 1</inkml:trace>
  <inkml:trace contextRef="#ctx0" brushRef="#br0" timeOffset="562.933">29273 5006,'-21'-16,"-1"1,-1 1,0 1,-1 1,0 1,-1 1,0 1,-1 2,0 0,0 2,0 0,-1 2,0 1,17 2,-1 0,0 1,1 0,0 0,-1 1,1 1,0-1,0 2,0-1,0 1,1 1,-1 0,1 0,0 1,1 0,0 1,0 0,0 0,0 0,1 1,1 0,-3 5,-2 1,2 0,0 1,1 0,0 1,1-1,1 1,0 1,2-1,-1 1,2 0,1 0,0 0,1 1,0-1,2 0,0 0,1 1,0-1,2 0,0-1,1 1,0-1,2 0,0 0,0 0,2-1,0-1,3 4,1-4,0 0,1-1,1 0,0-1,1-1,0-1,1 0,0-1,0 0,1-2,0 0,2-1,16 4,0-1,0-2,1-1,0-2,31-1,-50-1,1-2,-1 0,1-1,-1 0,1-2,-1 0,0-1,0-1,0-1,0 0,-1-1,0-1,-1-1,6-4,1-14,-10 2</inkml:trace>
  <inkml:trace contextRef="#ctx0" brushRef="#br0" timeOffset="202372.636">18939 1276,'-33'104,"-4"-2,-51 96,49-125,139-264,44-125,-110 243,-34 73,0 0,0 1,0-1,0 0,0 1,0-1,0 0,0 1,0-1,0 0,0 1,0-1,1 0,-1 1,0-1,0 0,0 1,1-1,-1 0,0 0,0 1,1-1,-1 0,0 0,0 0,1 1,-1-1,0 0,1 0,-1 0,0 0,1 0,-1 0,0 0,1 0,-1 0,0 0,1 0,-1 0,1 0,-1 0,0 0,1 0,-1 0,0 0,1 0,-1 0,0 0,1-1,-1 1,0 0,0 0,1 0,-1-1,0 1,0 0,1 0,-1-1,0 1,2 194,22 299,-24-477</inkml:trace>
  <inkml:trace contextRef="#ctx0" brushRef="#br0" timeOffset="202650.784">18725 1476,'28'9,"24"4,24-2,17-2,12-2,3-5,-17-3</inkml:trace>
  <inkml:trace contextRef="#ctx0" brushRef="#br0" timeOffset="202929.842">19728 1476,'-1'-3,"1"0,-1 0,0 0,1 0,-2 0,1 0,0 0,0 1,-1-1,0 0,1 1,-1-1,0 1,0-1,0 1,-1 0,1 0,0 0,-1 0,0 1,1-1,-1 1,0-1,0 1,-2-1,-78-21,66 20,0 1,1 1,-1 1,0 0,0 1,1 1,-1 1,1 0,-1 1,1 1,0 0,-5 3,12-4,0 1,1-1,-1 2,1-1,1 1,-1 0,1 0,0 1,0 0,1 0,0 1,0 0,1 0,0 0,1 1,-1-1,2 1,-1 0,1 0,0 1,1-1,0 2,1-2,0 0,0 0,1 0,0 0,1 0,0 0,1-1,-1 1,2 0,-1 0,1-1,0 0,1 1,0-1,1 0,-1-1,1 1,1-1,-1 0,1 0,5 3,2 2,2 0,0 0,0-2,1 0,0 0,1-2,0 0,0-1,19 5,-2-2,1-2,1-2,-1-1,1-2,0-1,-1-2,1-1,0-2,0-1,34-8</inkml:trace>
  <inkml:trace contextRef="#ctx0" brushRef="#br0" timeOffset="199345.003">7910 942,'339'-12,"279"9,334-9,279-19,518 8,-471-31,-78 3,-666 36,563 1,157-23,-771 20,-137 5,-344 12,0-1,-1 1,1 0,0 0,-1 0,1 0,0 0,-1 0,1 0,0 1,-1-1,1 1,-1-1,1 1,0 0,-1-1,1 1,-1 0,0 0,1 0,-1 0,0 0,0 0,1 1,-1-1,0 0,0 1,0-1,-1 1,1-1,0 1,0-1,-1 1,1-1,-1 1,0-1,1 1,-1 0,0-1,0 1,0 1,0 1,0 0,1-1,-1 1,1 0,-1 0,1 0,1 0,-1-1,0 1,1 0,0-1,0 0,0 1,0-1,0 0,1 0,-1 0,1 0,0 0,0-1,0 1,0-1,0 0,1 0,-1 0,1 0,-1-1,1 1,0-1,-1 0,1 0,0-1,0 1,2 0,3 1,-1-1,1 1,0-2,0 1,-1-1,1 0,0-1,0 0,0 0,-1-1,1 0,-1-1,0 1,1-2,-1 1,0-1,-1 0,1-1,-1 0,0 0,0-1,-1 0,1 0,-1 0,0-1,-1 0,0 0,0 0,0-1,-1 0,0 1,-1-2,2-2,-4 4,1 1,-1 0,0 0,0-1,-1 1,0-1,0 1,0 0,-1-1,0 1,0 0,0-1,-1 1,0 0,-1 0,1 0,-1 1,0-1,0 0,-1 1,0 0,0 0,0 0,0 1,-1-1,0 1,0 0,0 0,0 0,-1 1,1 0,-1 0,0 1,0-1,0 1,-4-1,-1 1,1-1,-1 1,1 1,-1 0,0 0,1 1,-1 0,0 1,1 0,-1 1,1 0,-1 1,1 0,0 1,0 0,0 0,1 1,-1 0,1 1,0 0,1 1,-1-1,1 2,1-1,0 1,0 0,0 1,4-5,1 0,0 0,1 1,-1-1,1 1,0 0,0-1,0 1,0 0,1-1,0 1,0 0,0 0,1-1,0 4,8 25</inkml:trace>
  <inkml:trace contextRef="#ctx0" brushRef="#br0" timeOffset="206467.219">19407 607,'33'10,"368"-7,-351-4,792-57,-735 46,482-38,-545 51,-59 6,-1-4</inkml:trace>
  <inkml:trace contextRef="#ctx0" brushRef="#br0" timeOffset="210705.068">21586 447,'-2'-2,"1"1,-1 0,0 0,1 0,-1 0,0 0,0 0,0 0,0 1,0-1,0 1,0 0,0-1,0 1,0 0,0 0,0 0,0 0,0 1,-1-1,1 0,0 1,0 0,1-1,-1 1,0 0,0 0,0 0,0 0,1 0,-1 1,1-1,-1 0,1 1,-1-1,1 1,-1 0,-3 4,-1-1,1 1,1 0,-1 0,1 1,0 0,1-1,-1 1,1 0,1 1,-1-1,1 0,0 1,1-1,0 1,0 0,1-1,0 1,0 0,1-1,0 1,0-1,1 1,-1-1,2 1,-1-1,1 0,0 0,1 0,5 4,1-1,1 0,-1-1,1 0,1-1,0 0,0-1,0 0,1-1,0 0,0-1,1 0,0-1,-1-1,1 0,0-1,1-1,-1 0,2-1,-10 1,0 0,0-1,0 0,0 0,0-1,0 1,0-1,0-1,0 1,0-1,0 0,-1 0,1-1,-1 1,0-1,1-1,-1 1,-1-1,1 0,0 0,-1 0,0 0,0-1,0 0,-1 0,1 0,-1 0,0 0,-1-1,1 1,-1-2,-1-4,0 0,-1-1,0 1,0 0,-2-1,1 1,-1 0,-1 0,0 0,-1 1,0-1,0 1,-1-1,-1 2,1-1,-2 0,1 1,-1 0,-1 1,0 0,0 0,0 0,-1 1,0 0,0 1,-1 0,0 1,0 0,0 0,-1 1,0 0,1 1,-8-1,12 2,-1 1,0 0,1 0,-1 1,0 0,0 0,1 1,-1 0,0 0,1 0,-1 1,1 0,-1 0,1 1,0-1,0 2,0-1,0 0,1 1,-1 0,1 1,0-1,0 1,0 0,1 0,0 0,0 1,0 0,1-1,0 1,0 0,0 1,1-1,0 0,0 1,0 4,0-2,2 0,-1 1,1-1,1 1,0-1,0 0,1 1,0-1,0 0,4 8,15 34</inkml:trace>
  <inkml:trace contextRef="#ctx0" brushRef="#br0" timeOffset="211049.741">22201 607,'7'5,"7"1,7 0,8-1,5 0,6 0,3-1,-1 1,-1 0,-3 1,-1-1,-2 0,-1-2,-5-1</inkml:trace>
  <inkml:trace contextRef="#ctx0" brushRef="#br0" timeOffset="211353.763">22415 393,'-5'9,"-3"12,-1 12,2 14,1 10,3 7,1 4,1-1,3-2,3-4,4-7,1-8,1-12</inkml:trace>
  <inkml:trace contextRef="#ctx0" brushRef="#br0" timeOffset="211903.055">22923 233,'39'100,"5"-1,3-3,5-2,54 73,-59-114,-46-52,0-1,0 1,0-1,0 1,0-1,0 1,0-1,0 0,0 0,0 0,0 1,0-1,0 0,1 0,-1 0,0-1,0 1,0 0,0 0,0-1,0 1,0 0,0-1,0 1,0-1,0 1,0-1,0 0,0 1,0-1,0 0,-1 0,1 0,0 0,-1 1,1-1,0 0,-1 0,1 0,-1 0,1-1,21-50,-21 47,23-83,-4-1,-4-1,4-76,-19 150,6-37,-3 0,-2 0,-2 0,-3-4,2 53,-16-46,16 50,0 0,0 0,0 0,0 0,0 0,0 0,0 1,0-1,0 0,0 0,0 1,0-1,1 1,-1-1,0 1,0-1,0 1,0-1,1 1,-1 0,0 0,1-1,-1 1,0 0,1 0,-1 0,1-1,-1 1,1 0,0 0,-1 0,1 0,0 0,0 0,-5 10,1-1,1 1,0 0,0 0,1 0,1 1,0-1,0 0,2 9,1 23</inkml:trace>
  <inkml:trace contextRef="#ctx0" brushRef="#br0" timeOffset="212226.879">23925 688,'-2'-8,"0"-1,-1 1,-1 0,1 0,-1 0,-1 0,0 1,0 0,0 0,-1 0,1 1,-2-1,1 1,-1 1,0-1,0 1,0 0,-1 1,0 0,0 0,-4-1,3 2,0 1,0-1,0 1,-1 1,1 0,0 0,-1 1,1 0,-1 1,1 0,-1 0,1 1,0 0,0 1,0 0,0 0,0 1,1 0,0 1,-1 0,2 0,-1 1,0-1,1 2,0-1,1 1,0 0,0 0,0 1,1 0,0 0,0 0,1 1,0-1,1 1,0 0,0 0,0 4,2-6,1 0,0 0,0 0,1 0,0 0,0 0,1 0,0 0,0-1,0 1,1-1,0 1,0-1,1 0,-1 0,1 0,1 0,-1-1,1 0,0 0,3 3,6 3,0 0,0-1,1 0,1-1,-1-1,1 0,1-2,1 1,7 2,2-1,-1-2,1 0,0-2,0-1,1-1,-1-1,0-2,1 0,-1-2,0-1,24-7,-4-4</inkml:trace>
  <inkml:trace contextRef="#ctx0" brushRef="#br0" timeOffset="212666.602">24380 607,'-27'-15,"10"11,0 1,0 1,-1 1,1 1,-1 0,1 1,0 0,-1 2,1 0,0 1,-9 4,18-6,-1 1,1 0,0 1,0 0,0 0,1 1,-1 0,1 0,0 1,1 0,-1 0,1 0,0 1,1 0,-1 0,2 1,-1-1,1 1,0 0,0 0,1 1,0-1,0 3,2-5,1-1,-1 0,1 0,0 1,0-1,1 0,-1 0,1 1,0-1,1 0,-1 0,1 0,0 0,0-1,1 1,-1 0,1-1,0 0,0 1,1-1,-1 0,1-1,0 1,0-1,3 3,7 3,0 1,0-2,1 0,0-1,1 0,0-1,8 1,4 2,0-2,1-2,0 0,0-2,1-1,-1-1,0-2,0-1,13-3,13-6</inkml:trace>
  <inkml:trace contextRef="#ctx0" brushRef="#br0" timeOffset="-213988.379">7990 955,'-5'175,"-16"66,19-225,-12 109,5 1,5 50,5-170,-1-7</inkml:trace>
  <inkml:trace contextRef="#ctx0" brushRef="#br0" timeOffset="-213036.575">7282 1918,'51'16,"1"-2,0-2,0-3,1-2,1-2,-1-2,25-4,-44 2,942-13,-930 14,-31 3,-19 1,-25 6,-13-3,-3-1</inkml:trace>
  <inkml:trace contextRef="#ctx0" brushRef="#br0" timeOffset="-212650.191">7375 2024,'93'81,"3"-4,3-4,4-4,2-5,54 21,-121-64,-17-8,0-1,1-1,0-1,1-1,22 5,-30-11</inkml:trace>
  <inkml:trace contextRef="#ctx0" brushRef="#br0" timeOffset="-212355.573">8686 2024,'0'-7,"-3"1,-2 5,-6 7,-7 13,-7 9,-9 9,-6 7,-4 8,-2 6,-1 3,7-1,7-3,9-5,9-8,12-10,8-9,3-7</inkml:trace>
  <inkml:trace contextRef="#ctx0" brushRef="#br0" timeOffset="-211853.128">7428 2599,'50'17,"0"-3,0-2,1-2,38 2,-88-12,250 22,0-10,77-14,-216 1,81 2,-155 9,-61-1,1-6</inkml:trace>
  <inkml:trace contextRef="#ctx0" brushRef="#br0" timeOffset="-211313.048">8044 2706,'-13'105,"-1"170,12 44,3-189,-1-43,22 715,-2-538,-24-244,4-20,0 0,0-1,0 1,0 0,0 0,0 0,0 0,0-1,0 1,0 0,0 0,-1 0,1 0,0-1,0 1,0 0,0 0,0 0,-1 0,1 0,0 0,0 0,0-1,0 1,-1 0,1 0,0 0,0 0,0 0,-1 0,1 0,0 0,0 0,0 0,-1 0,1 0,0 0,0 0,0 0,0 0,-1 1,1-1,0 0,0 0,0 0,-2-11,0-1</inkml:trace>
  <inkml:trace contextRef="#ctx0" brushRef="#br0" timeOffset="-210495.518">8031 4765,'-8'7,"1"1,0 0,0 1,1-1,0 1,0 0,1 1,1 0,-1-1,2 2,1-7,1 1,0-1,0 1,1-1,0 1,-1 0,1-1,1 1,-1-1,1 1,0 0,0-1,0 0,0 1,1-1,0 0,0 1,0-1,0 0,1 0,0-1,-1 1,1 0,2 0,4 3,0 0,1 0,0-1,0 0,1-1,-1 0,1 0,1-1,-1-1,0 0,1-1,-1 0,1 0,0-1,0-1,-1 0,1-1,0 0,0-1,-1 0,1 0,-1-2,0 1,9-5,-14 5,0 0,0 0,0 0,0-1,-1 0,1 0,-1-1,0 0,0 1,-1-2,0 1,1 0,-2-1,1 0,-1 0,0 0,0 0,0 0,-1-1,0 1,-1-1,1 1,-1-1,0 0,-1 0,0 0,0 1,0-1,-1 0,0 0,0 1,-1-1,0 0,0 1,0 0,-1-1,0 1,0 0,-2-2,0 0,-1 1,0-1,0 1,0 1,-1-1,0 1,0 0,0 1,-1 0,0 0,0 0,0 1,0 1,-1-1,0 1,0 1,0-1,0 2,0-1,0 1,0 0,0 1,-1 0,1 1,0 0,0 0,0 1,0 0,0 1,0 0,-2 1,-1 3,-1 1,2 0,-1 0,1 1,0 1,1 0,0 0,1 1,0 1,1-1,-4 7,-16 30</inkml:trace>
  <inkml:trace contextRef="#ctx0" brushRef="#br0" timeOffset="-209416.961">7028 4872,'-11'-3,"-1"0,0 1,0 0,0 1,0 0,0 1,0 0,0 1,-1 1,2 0,-1 0,0 1,0 1,1 0,0 0,0 1,0 1,0 0,1 0,0 1,0 0,1 1,0 0,0 1,1 0,0 0,1 0,0 1,0 0,1 1,0-1,1 1,0 1,1-1,0 0,1 1,1 0,-2 9,4-17,-1 0,1 0,0 0,1 1,-1-1,1 0,0 0,0 0,0 0,0 0,1-1,-1 1,1 0,0-1,0 1,1-1,-1 1,1-1,-1 0,1 0,0 0,0-1,1 1,-1-1,0 1,1-1,-1 0,1 0,0-1,0 1,0-1,0 0,0 0,0 0,0-1,0 1,0-1,0 0,0 0,4-1,3 1,0-2,0 1,0-2,0 1,-1-1,1-1,-1 0,0 0,0-1,0-1,-1 1,0-1,0-1,0 0,-1 0,0-1,0 0,-1 0,0-1,-1 0,1-1,5-7,-1-2,-1 1,-1-1,0-1,-1 0,-1 0,-1 0,-1-1,-1 0,0-11,-3 11,-2 21,1-1,0 1,0 0,0 0,-1-1,1 1,0 0,0 0,-1-1,1 1,0 0,0 0,-1 0,1-1,0 1,-1 0,1 0,0 0,-1 0,1 0,0 0,-1 0,1 0,0 0,-1 0,1 0,0 0,-1 0,1 0,0 0,-1 0,1 0,0 0,-1 0,1 1,0-1,-1 0,1 0,0 0,-1 0,1 1,0-1,0 0,-1 0,1 1,0-1,0 0,0 1,-1-1,1 0,0 1,0-1,0 0,0 0,0 1,0-1,0 1,0-1,0 0,0 1,0-1,0 0,0 1,0-1,-9 17,0 0,2 0,0 1,1 0,0 0,2 1,0-1,1 1,1 0,1 1,0-14,0 0,0 0,1-1,-1 1,1 0,1 0,-1-1,1 1,0 0,0-1,1 1,0-1,-1 1,2-1,-1 0,1 1,0-1,0-1,0 1,1 0,-1-1,1 0,0 0,1 0,-1 0,1 0,0-1,-1 0,1 0,1-1,-1 1,5 1,9-1,-1 0,0-1,0-2,1 1,-1-2,1-1,-1 0,0-1,0-1,0-1,13-5,2-2</inkml:trace>
  <inkml:trace contextRef="#ctx0" brushRef="#br0" timeOffset="-207477.065">11051 1035,'6'-10,"-3"4,0 0,0 0,1 1,-1-1,1 1,1 0,-1 0,1 0,0 1,0-1,1 1,-5 5,0-1,1 0,-1 1,1 0,-1-1,0 1,1 0,-1 0,0-1,0 1,0 0,0 0,0 0,0 1,0-1,0 0,0 0,0 0,0 1,-1-1,1 1,-1-1,1 0,-1 1,1-1,-1 1,0-1,0 1,0-1,0 1,0-1,0 1,0-1,0 1,0-1,-1 0,1 1,-1 0,1-2,0 53,-2 0,-3 0,-10 43,9-51,-9 52,-7 38,6 0,6 2,5 15,7-143,-1-34,-1 8</inkml:trace>
  <inkml:trace contextRef="#ctx0" brushRef="#br0" timeOffset="-206962.489">10624 1972,'0'0,"0"0,0 0,0 1,0-1,0 0,0 0,0 1,0-1,0 0,0 1,0-1,0 0,0 0,-1 1,1-1,0 0,0 0,0 1,0-1,26 8,1-2,1-1,-1-1,1-1,-1-1,13-2,-4 1,596-1,-417-4,-96 8,-92 7,-43 8,-18-7,-5 0</inkml:trace>
  <inkml:trace contextRef="#ctx0" brushRef="#br0" timeOffset="-206416.343">10477 1864,'8'41,"9"-11,1 0,1-1,2-1,0-1,16 14,9 12,31 51,-4 4,37 76,-96-160,-12-20,11 17,0 1,1-2,0 0,2 0,4 1,-16-16,0-1,1 0,-1 0,1-1,0 1,0-1,0 0,1-1,-1 1,1-1,-1 0,1 0,0-1,0 0,0 0,-1 0,1-1,0 1,0-1,0-1,0 1,0-1,0 0,1-1,14-7,0-1,0 0,-1-2,0 0,-1-2,0 0,-2 0,1-2,-2 0,13-17,30-38,-3-2,-3-3,-4-2,-3-2,18-49,-27 48,-37 81,0 0,-1 0,1 0,0 0,0 0,-1 0,1 0,0-1,0 1,-1 0,1 0,0 0,0 0,-1 0,1 0,0 0,0-1,-1 1,1 0,0 0,0 0,0-1,-1 1,1 0,0 0,0 0,0-1,0 1,0 0,0 0,-1-1,1 1,0 0,0 0,0-1,0 1,0 0,0-1,0 1,0 0,0 0,0-1,0 1,0 0,0 0,1-1,-1 1,-17 19,0 5</inkml:trace>
  <inkml:trace contextRef="#ctx0" brushRef="#br0" timeOffset="-205808.858">10463 2733,'33'16,"28"-3,1-3,0-3,1-2,43-4,-64 0,225 0,211-28,-436 23,-26 6,-19 5,-22 8,-14 1,-2 1</inkml:trace>
  <inkml:trace contextRef="#ctx0" brushRef="#br0" timeOffset="-204864.752">10985 2880,'3'5,"1"0,-1 0,0 1,0-1,-1 1,0 0,0 0,0 0,0 0,-1 0,0 0,0 0,-1 0,0 1,1 4,5 86,-4 2,-5-1,-4-1,-4 1,-12 38,-10 100,-20 451,52-336,-7-322,2-24</inkml:trace>
  <inkml:trace contextRef="#ctx0" brushRef="#br0" timeOffset="-204442.734">10771 4872,'-3'4,"0"0,0 0,1 1,0-1,-1 1,1-1,1 1,-1 0,1 0,0 0,0 0,0 0,0 0,1 0,0 0,0 0,1 0,-1 0,1 0,0 0,0 0,1 0,0-1,-1 1,2 0,-1-1,0 1,1-1,0 0,0 0,0 0,4 3,4 2,0-2,0 0,0 0,1-1,0 0,1-1,-1 0,1-1,0-1,0 0,0-1,1 0,-1-1,0 0,1-1,-1-1,0 0,0-1,14-3,-21 4,0-1,0 1,0-1,0-1,-1 1,1-1,-1 0,1 0,-1 0,0-1,0 0,0 0,-1 0,1-1,-1 1,0-1,-1 0,1-1,-1 1,0 0,0-1,0 0,-1 1,0-1,0 0,-1 0,0-1,0 1,0 0,0 0,-1 0,0-1,-1 1,1 0,-1 0,-1-1,0-4,-1 1,-1 0,0 0,0 0,-1 1,0-1,0 1,-1 0,-1 1,1-1,-1 1,-1 1,0-1,0 1,0 0,-1 1,0 0,0 1,0 0,-1 0,0 1,1 0,-2 0,1 1,0 1,-1 0,1 0,-1 1,0 0,1 1,-1 0,0 1,1 0,-1 1,1 0,-1 1,1 0,-2 1,0 2,0 1,0 1,1 0,-1 1,2 0,0 0,-8 9,-19 26</inkml:trace>
  <inkml:trace contextRef="#ctx0" brushRef="#br0" timeOffset="-202402.877">9849 4457,'-69'521,"53"-375,13-126,2-14,0 0,0 0,0 0,1 0,0 0,0 0,0 0,1 0,0 0,0 0,1 2,0-8,-1 1,0-2,0 1,1 0,-1 0,0 0,1-1,-1 1,0 0,0-1,0 1,1-1,-1 0,0 1,0-1,0 0,0 0,0 0,0 1,0-1,-1 0,1 0,0 0,0-1,-1 1,1 0,0 0,-1 0,1 0,-1-1,0 1,1 0,-1 0,0-1,1 1,29-54,-23 38,1 1,1 1,0 0,0 0,2 1,0 0,0 0,1 1,1 1,0 0,1 1,13-8,-23 17,-1 1,1-1,-1 1,1 0,0 0,-1 0,1 1,0-1,0 1,-1 0,1 0,0 1,0-1,-1 1,1-1,0 1,-1 0,1 1,0-1,-1 1,0-1,1 1,-1 0,0 0,0 0,0 1,0-1,0 1,-1 0,1 0,-1 0,0 0,0 0,0 0,0 0,0 1,-1-1,2 4,1-1,0 1,-1 0,1 1,-1-1,-1 1,1-1,-1 1,0 0,-1-1,0 1,0 0,-1 0,0 0,-1 0,1 0,-1 0,-1 0,0 0,0-1,0 1,-1-1,0 1,0-1,-1 0,0 0,0-1,-1 1,0-1,0 0,-2 2,-7 1,-1 1,0-2,0 0,0-1,-1 0,0-2,-1 0,1 0,-1-2,0 0,0 0,0-2,-1 0,1-1,-7-2,-5-6,29 7,0 1,-1 0,1-1,0 1,-1-1,1 1,0 0,-1-1,1 1,0-1,0 1,0-1,0 1,-1-1,1 1,0-1,0 1,0-1,0 1,0-1,0 1,0-1,0 1,0-1,0 1,1-1,-1 1,0-1,0 1,0 0,1-1,-1 1,0-1,0 1,1-1,-1 1,0 0,1-1,-1 1,1 0,-1-1,0 1,1 0,-1 0,1-1,-1 1,1 0,-1 0,1 0,-1-1,1 1,14-10</inkml:trace>
  <inkml:trace contextRef="#ctx0" brushRef="#br0" timeOffset="-201667.317">12388 2425,'0'1,"0"0,-1 0,1 0,0 1,0-1,0 0,0 0,0 0,0 0,0 0,1 0,-1 0,0 0,1 0,-1 0,0 0,1 0,-1 0,1 0,0 0,-1 0,1 0,0-1,-1 1,1 0,0 0,0-1,0 1,-1 0,1-1,0 1,0-1,0 1,0-1,0 0,0 1,0-1,0 0,1 0,-1 0,0 0,0 0,0 0,0 0,0 0,0 0,0 0,0 0,0-1,0 1,0-1,0 1,0 0,0-1,0 0,0 1,0-1,0 1,-1-1,1 0,0 0,0 1,-1-1,1 0,0 0,-1 0,1 0,-1 0,1 0,-1 0,0 2,-1 0,1 1,-1-1,1 0,-1 1,1-1,-1 0,0 0,0 1,0-1,0 0,0 0,0 0,0 0,0 0,0 0,0-1,0 1,-1 0,1 0,0-1,-1 1,1-1,0 1,-1-1,1 0,-1 0,1 1,0-1,-1 0,1 0,-1 0,1-1,-1 1,1 0,0 0,-1-1,1 1,0-1,-1 1,1-1,0 0,-1 1,1-1,0 0,0 0,0 0,0 0,0 0,0 0,0 0,0 0,0 0,0-1,1 1,-1 0,1 0,-1-1,1 1,-1 0,1-1,-1 1,1-1,0 1,0-1,0 1,0-2,2 16</inkml:trace>
  <inkml:trace contextRef="#ctx0" brushRef="#br0" timeOffset="-201350.286">13030 2560,'-1'-2,"0"1,0-1,1 1,-1-1,1 1,-1-1,1 1,-1-1,1 0,0 1,0-1,0 1,0-1,0 0,0 1,0-1,1 0,-1 1,0-1,1 1,0-1,-1 1,1-1,0 1,0-1,-1 1,1 0,0-1,0 1,1 0,0-1,0-2,-1 3,0 0,0 0,0-1,0 1,0-1,0 1,0-1,0 1,0-1,-1 0,1 1,-1-1,1 0,-1 1,0-1,0 0,1 0,-1 1,0-1,-1 0,1 0,0 1,0-1,-1 0,1 0,-1 1,0-1,1 1,-1-1,0 0,0 1,0-1,0 1,0 0,0-1,0 1,-1 0,1 0,0 0,-1 0,1 0,-1 0,0-1,-2 1,0 1,0-1,0 1,0-1,0 1,0 1,1-1,-1 0,0 1,0 0,0 0,0 0,0 0,1 0,-1 1,1 0,-1 0,1 0,-1 0,1 0,0 1,0 0,0-1,1 1,-1 0,-1 2,11 15,6-13</inkml:trace>
  <inkml:trace contextRef="#ctx0" brushRef="#br0" timeOffset="-200985.244">13645 2492,'-40'16,"40"-15,0-1,0 1,0-1,0 0,0 1,0-1,0 1,0-1,0 0,0 1,1-1,-1 1,0-1,0 0,0 1,0-1,1 0,-1 1,0-1,0 0,1 1,-1-1,0 0,0 0,1 1,-1-1,0 0,1 0,-1 0,0 1,1-1,-1 0,1 0,-1 0,0 0,1 0,-1 0,0 0,1 0,-1 0,1 0,-1 0,0 0,1 0,-1 0,1 0,-1 0,0 0,1 0,-1-1,0 1,1 0,-1 0,0 0,1-1,-1 1,0 0,1 0,-1-1,0 1,5 0,0-1,0 1,0-1,0 0,-1 0,1-1,0 1,-1-1,1 0,-1 0,1-1,-1 1,0-1,0 0,0 0,0 0,-1-1,0 1,1-1,-1 0,0 0,-1 0,1 0,-1-1,0 1,2-4,-4 6,0 1,0-1,0 1,0-1,-1 1,1-1,0 0,-1 1,1 0,-1-1,1 1,-1-1,0 1,1-1,-1 1,0 0,0 0,0 0,0-1,0 1,0 0,-1 0,1 0,0 0,-1 1,1-1,0 0,-1 1,1-1,-1 0,1 1,-1 0,1-1,-1 1,-55-6,54 6,0 0,0 0,0 0,0 0,0 1,0-1,0 1,0 0,0 0,0 0,0 0,1 1,-1-1,0 1,1-1,-3 3,5-3,1 0,-1 0,0 0,1 0,-1 0,0 0,1 0,0 0,-1 0,1 0,-1 0,1 0,0 0,0 0,-1-1,1 1,0 0,0 0,0-1,0 1,0-1,0 1,0-1,0 1,0-1,0 0,0 1,0-1,0 0,1 0,-1 0,0 0,0 0,0 0,0 0,0 0,0 0,0-1,1 1,-1 0,30 4</inkml:trace>
  <inkml:trace contextRef="#ctx0" brushRef="#br0" timeOffset="-200639.858">14354 2386,'-1'0,"0"0,0 0,-1 0,1 0,0 0,0 0,0 0,0 1,0-1,0 0,0 1,0-1,0 1,1-1,-1 1,0-1,0 1,0 0,0-1,1 1,-1 0,0 0,1-1,-1 1,0 0,1 0,-1 0,1 0,0 0,-1 0,1 0,0 0,-1 0,1 0,0 0,0 0,0 0,0 0,0 0,0 0,0 0,0 0,0 0,1 0,-1 0,0 0,1 0,-1 0,1 0,-1 0,1 0,-1 0,1 0,0-1,-1 1,1 0,0 0,0-1,-1 1,1 0,1 0,7 3,-1-1,1 0,1 0,-1-1,0 0,0 0,1-1,-1 0,1-1,-1 0,1 0,-1-1,1-1,-1 1,0-1,1-1,3-2,-11 5,0-1,-1 1,1-1,-1 0,1 0,-1 0,1 0,-1 0,0 0,1 0,-1 0,0 0,0-1,0 1,0-1,0 1,0 0,0-1,0 0,-1 1,1-1,-1 1,1-1,-1 0,1 1,-1-1,0 0,0 0,0 1,0-1,0 0,0 1,-1-1,1 0,-1 0,1 1,-1-1,1 1,-1-1,0 0,0 1,0 0,0-1,0 1,0-1,0 1,0 0,0 0,-1 0,1 0,0 0,-1 0,1 0,-1 0,1 0,-1 1,0-1,1 0,-1 1,-4-3,0 0,0 1,-1-1,1 1,0 1,-1-1,1 1,-1 1,1-1,-1 1,0 0,1 0,-1 1,1 0,-1 0,1 0,-1 1,1 0,0 0,0 1,0 0,-3 1,8-3,1 0,-1 0,0-1,0 1,1 0,-1 0,1 0,-1 0,1 0,-1 0,1-1,0 1,-1 0,1 0,0 0,0 1,-1-1,1 0,0 0,0 0,0 0,1 0,-1 0,0 0,0 0,0 0,1 0,-1 0,0 0,1 0,-1 0,1-1,-1 1,1 0,0 0,-1 0,1 0,0-1,0 1,-1 0,1-1,0 1,0-1,0 1,0-1,0 1,0-1,18 11</inkml:trace>
  <inkml:trace contextRef="#ctx0" brushRef="#br0" timeOffset="-199864.598">16573 848,'0'-7,"0"0,0 6,2 12,1 16,0 19,-3 17,-1 15,-4 11,1 7,-1 1,2-3,1-8,3-11,1-13,1-11,-1-13,0-13</inkml:trace>
  <inkml:trace contextRef="#ctx0" brushRef="#br0" timeOffset="-199393.456">15998 1972,'16'0,"16"0,17 0,20 0,22 0,20 0,15 0,11 0,3 0,-3 0,-14 0,-19 0,-22 0,-29 0,-32 0,-27 0,-13 0</inkml:trace>
  <inkml:trace contextRef="#ctx0" brushRef="#br0" timeOffset="-198787.268">15958 2011,'1'9,"1"-1,0 1,0-1,1 1,0-1,0 0,1 0,0 0,3 4,0 0,212 381,-195-349,2-1,1-2,3 0,1-2,1-1,3-2,1 0,-30-31,0 1,0-1,0 0,1 0,-1-1,1 0,0 0,1 0,-1-1,1 0,-1-1,1 0,0 0,0 0,0-1,0 0,0-1,0 0,0 0,0-1,0 0,0 0,-1-1,1 0,0 0,0-1,1 0,12-13,-2 0,0-2,0 0,-2 0,-1-2,0 0,-1-1,-1-1,3-8,4-2,291-443,-183 292,-101 150</inkml:trace>
  <inkml:trace contextRef="#ctx0" brushRef="#br0" timeOffset="-197765.256">15931 2934,'14'2,"13"1,16 0,19-1,21-3,22-3,21-3,15-4,9 1,0 2,-8 3,-16 1,-19 2,-20 1,-21 1,-19 0,-17-1,-15-2</inkml:trace>
  <inkml:trace contextRef="#ctx0" brushRef="#br0" timeOffset="-196211.324">16613 2987,'10'113,"-8"181,-14 23,0 13,11-284,-12 144,12-82,1-81,-1 24,3-1,2 0,7 36,2 45,-1-9,-10-40,-2-82,0-1,0 1,0 0,0 0,1 0,-1 0,0 0,0 0,0 0,0-1,0 1,0 0,0 0,1 0,-1 0,0 0,0 0,0 0,0 0,1 0,-1 0,0 0,0 0,0 0,0 0,0 0,1 0,-1 0,0 0,0 0,0 0,0 0,1 0,-1 0,0 0,0 0,0 0,0 0,2-19,-2 17,-1-1,1 1,-1 0,1-1,-1 1,0 0,0-1,0 1,0 0,0 0,0 0,-1 0,1 0,-1 0,1 0,-1 0,0 1,0-1,0 1,0-1,0 1,0 0,0 0,0 0,-1 0,1 0,0 0,-1 0,1 1,0-1,-1 1,1 0,-1 0,1 0,-1 0,-4 0,0 0,-1 1,1 0,0 0,0 0,1 1,-1 0,0 1,0-1,1 1,-6 4,7-4,0-1,1 1,0 0,-1 1,1-1,0 1,0 0,1 0,-1 0,1 0,0 0,0 1,0 0,1-1,0 1,0 0,0 0,0 0,1 1,0-1,0 0,0 1,1-1,-1 0,1 1,1-1,-1 1,1-1,0 0,0 0,0 1,2 0,4 5,2 0,-1-1,1-1,1 1,0-1,0-1,1 0,0-1,0 0,1 0,0-1,0-1,0 0,1 0,0-1,0-1,0 0,0-1,0-1,9 1,-9 0,1-1,0 0,-1-1,1-1,0 0,-1 0,1-2,-1 1,0-2,1 0,-2 0,1-1,0-1,5-4,-12 4,-1 0,0 0,0-1,-1 0,0 0,0 0,-1 0,1 0,-2-1,1 0,-1 1,0-1,-1 0,0 0,0 0,0 0,-1 0,-1 0,1 0,-1-1,-1 2,1-1,-1 0,-1 0,1 1,-1-1,-3-3,3 3,0 1,-1 0,0 0,-1 0,1 0,-1 1,0 0,-1 0,1 0,-1 1,-1 0,1 0,-1 0,0 1,1 0,-2 0,1 1,0 0,-1 0,0 1,0-1,1 2,-1-1,0 1,0 1,0-1,-1 1,1 1,0-1,-3 2,-4 1,1 1,-1 0,1 1,0 1,1 0,-1 1,1 0,1 1,-1 1,1 0,1 0,0 1,0 1,1 0,0 0,1 1,0 0,1 0,-6 13,-10 22</inkml:trace>
  <inkml:trace contextRef="#ctx0" brushRef="#br0" timeOffset="-194585.139">15597 4818,'-4'-3,"1"-1,0 1,-1 0,0 0,0 0,1 1,-2-1,1 1,0 0,0 0,-1 0,1 1,-1 0,0-1,1 2,-1-1,0 0,1 1,-1 0,0 0,0 1,1-1,-1 1,0 0,1 0,-1 0,1 1,-1 0,1 0,-2 1,-3 1,1 1,0 0,0 1,1-1,0 2,0-1,0 1,1 0,-1 0,2 1,-1 0,1 0,1 0,-1 0,1 1,1 0,-1 0,2 0,-1 0,1 0,1 1,-1 0,2-7,0 0,-1-1,1 1,1 0,-1-1,0 1,1 0,-1-1,1 1,0-1,-1 1,1-1,1 1,-1-1,0 0,1 1,-1-1,1 0,-1 0,1 0,0 0,0 0,0-1,0 1,0 0,1-1,-1 0,0 1,1-1,-1 0,1 0,0 0,3 0,1 1,0-1,-1 0,1-1,0 1,0-2,-1 1,1-1,0 1,-1-2,1 1,1-2,9-2,0-1,-1-1,0-1,0 0,-1-1,0-1,-1 0,0-1,-1 0,0-1,0-1,-1 0,6-10,-16 20,1 1,-1-1,0 0,0 1,-1-1,1 0,-1 0,1 0,-1-1,0 1,0 0,-1 0,1-1,0 1,-1 0,0-1,0 1,0-1,0 1,-1 0,1-1,-1 1,0 0,0 0,0-1,-1 0,0 3,0 1,0 0,0 0,0 0,0 0,0 0,0 0,0 0,0 0,0 1,0-1,0 1,0 0,0-1,0 1,0 0,1 0,-1 0,0 1,0-1,1 0,-1 0,1 1,0-1,-1 1,1 0,0-1,0 1,0 0,-1 0,-8 14,1 1,1 0,0 0,1 0,1 1,0 0,2 0,0 1,1 0,1-1,0 1,2 0,0 5,3 52,3-1,4 0,14 52,-9-50,-3 0,-3 1,-3 32,-6-89,-1 0,-1-1,-1 1,-1-1,0 0,-2 0,0-1,-4 7,6-17,-1 0,1 0,-1-1,0 0,-1 0,0 0,0 0,-1-1,0 0,0-1,-1 0,0 0,0 0,0-1,0 0,-1-1,0 0,-5 2,9-5,0 1,0-1,0 0,0-1,-1 1,1-1,0 0,-1 0,1-1,0 1,0-1,-1 0,1-1,0 1,0-1,0 0,0-1,1 1,-1-1,1 0,-1 0,1 0,0 0,0-1,0 0,1 1,-1-2,-1-2,-5-6,1-1,1 0,0-1,1 0,0 0,1-1,1 1,-2-14,0 4,2-1,1 0,1 0,2 0,0 0,2 0,0 0,2-1,1 2,1-1,2 0,0 1,1 0,2 1,0 0,9-13,-11 26,0 0,1 1,1 0,-1 0,2 1,-1 0,1 1,1 0,-1 1,1 0,0 1,1 0,0 1,0 0,0 1,0 1,2 0,40-9</inkml:trace>
  <inkml:trace contextRef="#ctx0" brushRef="#br0" timeOffset="-190859.768">16573 1730,'0'18,"0"16,0 8,0 4,0 3,-5-2,-1-9</inkml:trace>
  <inkml:trace contextRef="#ctx0" brushRef="#br1" timeOffset="-180757.455">8190 5032,'0'0,"0"-1,-1 0,1 1,-1-1,1 0,-1 1,1-1,-1 0,1 1,-1-1,0 1,1-1,-1 1,0-1,0 1,1 0,-1-1,0 1,0 0,1 0,-1-1,0 1,0 0,0 0,0 0,1 0,-1 0,0 0,0 0,0 0,0 1,1-1,-1 0,0 0,0 1,1-1,-1 0,0 1,0-1,1 1,-1-1,0 1,1-1,-1 1,1 0,-1-1,1 1,-1-1,1 1,-1 0,1 0,-1 0,-10 45,2 234,6-65,-13-72,-7 0,-21 65,-19 110,52-216,12-100,0 0,-1 0,1 0,0 1,0-2,0 1,0 0,0 0,0 0,1 0,-1-1,1 1,-1 0,1-1,-1 0,1 1,0-1,0 0,0 0,0 0,0 0,0 0,0 0,0-1,0 1,0 0,0-1,0 0,1 0,-1 0,0 0,0 0,0 0,0 0,1-1,-1 1,0-1,2 0,16 2,30 2,1 2,-1 3,-1 2,1 2,-2 2,0 2,2 4,-40-16,-1 0,1 1,-1 0,-1 0,1 1,-1 0,0 1,0 0,-1 0,1 1,-7-7,0 0,0 1,-1-1,1 0,0 0,0 0,-1 0,1 1,-1-1,1 0,-1 1,0-1,1 0,-1 1,0-1,0 0,0 1,0-1,0 0,0 1,0-1,0 1,-1-1,1 0,-1 1,1-1,-1 0,1 0,-1 1,1-1,-1 0,0 0,0 0,0 0,0 0,0 0,0 0,0 0,0 0,0 0,0-1,0 1,-1 0,1-1,-1 1,-63 22,61-23,-171 30,123-24,1 3,0 1,1 3,0 2,9 6,41-21,-1 1,0-1,1 1,-1-1,1 1,-1-1,0 1,1 0,-1-1,1 1,0-1,-1 1,1 0,0 0,-1-1,1 1,0 0,0 0,-1-1,1 1,0 0,0 0,0 0,0-1,0 1,0 0,0 0,0-1,1 1,-1 0,0 0,0 0,1-1,-1 1,0 0,1-1,-1 1,1 0,-1-1,1 1,-1-1,1 1,-1 0,1-1,-1 1,1-1,0 0,-1 1,1-1,0 1,0-1,13 7,0-1,0 0,1-1,-1 0,1-2,0 1,0-2,15 1,5 2,40 6,-30-5,0 1,-1 2,0 2,0 2,27 13,-24 8,-47-33,1 0,0 0,-1-1,1 1,-1 0,1 0,-1 0,1 0,-1 0,0 0,1 0,-1 0,0 0,0 0,0 0,0 0,0 0,0 0,0 0,0 0,0 0,0 0,0 0,-1 0,1 0,0 0,-1 0,1-1,-1 1,1 0,-1 0,1 0,-1 0,0-1,1 1,-1 0,0-1,0 1,1 0,-1-1,0 1,0-1,0 1,0-1,0 0,0 1,0-1,0 0,0 0,0 1,0-1,0 0,0 0,-25 7,-1-2,1 0,-1-2,0 0,-19-2,-7 1,-10 2,-131 17,192-21,1 0,-1 0,0 1,1-1,-1 0,0 0,1 1,-1-1,0 1,1 0,-1-1,1 1,-1 0,1 0,0 0,-1 0,1 0,0 0,0 0,0 1,-1-1,1 0,0 1,1-1,-1 1,0-1,0 1,1-1,-1 1,1-1,-1 1,1 0,0-1,-1 1,1 0,0-1,0 1,0 0,0-1,1 1,-1 0,0-1,1 2,47 76,-31-38,-1 2,-2 0,-3 0,-1 1,-2 0,-2 1,-2-1,-1 1,-3 0,-2 2,-25 731,26-654,1-81</inkml:trace>
  <inkml:trace contextRef="#ctx0" brushRef="#br1" timeOffset="-179112.019">11012 5140,'-3'1,"1"0,0 0,-1 1,1-1,0 1,0 0,0-1,0 1,0 0,0 0,1 0,-1 1,1-1,-1 0,1 1,0-1,0 0,0 1,0 0,0-1,1 1,-1-1,1 1,0 0,0-1,0 1,0 0,0-1,0 1,1 1,-2 1,-5 301,7-211,-2 563,-16-509,13-146,9-19,0 13,0-1,0 2,1-1,-1 0,1 1,0 0,-1 1,1-1,0 1,0 0,0 0,1 1,-1 0,0 0,0 0,0 1,0 0,0 0,0 1,0-1,-1 1,1 1,0-1,19 6,0 2,-1 0,0 2,-1 0,0 2,-1 0,0 2,10 10,8 24,-39-48,-1-1,1 1,0 0,-1-1,0 1,1 0,-1-1,0 1,0 0,0 0,0-1,0 1,0 0,-1 0,1-1,-1 1,1 0,-1-1,1 1,-1 0,0-1,0 1,0-1,0 0,0 1,0-1,0 0,0 1,-1-1,1 0,-1 0,1 0,0 0,-2 1,-11 4,-1 0,1-1,-1 0,0-1,0 0,0-1,0-1,-13 0,-5 2,-21 3,4-2,1 3,0 2,-30 10,32 2,46-21,0-1,0 1,1-1,-1 1,0-1,0 1,0 0,1-1,-1 1,0 0,1 0,-1 0,0-1,1 1,-1 0,1 0,0 0,-1 0,1 0,0 0,-1 0,1 0,0 0,0 0,0 0,0 0,0 0,0 0,0 0,0 0,0 0,1 0,-1 0,0 0,1 0,-1 0,0 0,1 0,0 0,-1 0,1-1,-1 1,1 0,0 0,0 0,5 4,1 0,1 0,-1 0,1-1,-1 0,1 0,1-1,-1 0,0-1,6 2,-1-1,278 62,-289-65,-1 0,0 0,0 0,0 0,0 0,0 0,1 0,-1 0,0 0,0 0,0 1,0-1,0 0,0 1,0-1,0 1,0-1,0 1,0-1,0 1,0 0,0 0,0-1,-1 1,1 0,0 0,0 0,-1 0,1 0,-1 0,1 0,-1 0,1 0,-1 0,0 0,1 0,-1 0,0 0,0 0,0 1,0-1,0 0,0 0,0 0,0 1,-8 4,0-1,0 0,0 0,-1 0,0-1,1-1,-2 0,1 0,0 0,-2-1,-17 6,9-2,-29 9,0 1,2 3,0 2,-28 17,68-34,0-1,1 1,-1 0,0 0,1 1,0 0,0-1,1 2,-1-1,1 1,0-1,1 1,-1 0,1 0,0 1,1-1,-1 1,1-1,1 1,-1 0,1 0,0 0,1 2,27 187,-13-127,55 479,-56-410,-5 1,-7 0,-11 72,1-76,10-111</inkml:trace>
  <inkml:trace contextRef="#ctx0" brushRef="#br1" timeOffset="-177357.878">16800 5206,'-4'11,"1"0,0-1,0 1,1 1,0-1,1 0,1 11,-2-3,1 320,5-223,-5 0,-13 78,7-132,-3-1,-3 0,-3-1,-2-1,-20 43,19-65,18-37,1 0,-1 0,1 0,0 1,-1-1,1 0,-1 0,1 0,0 0,-1 0,1-1,-1 1,1 0,0 0,-1 0,1 0,-1 0,1 0,0-1,-1 1,1 0,0 0,-1-1,1 1,0 0,0-1,-1 1,1 0,0 0,0-1,-1 1,1-1,0 1,0 0,0-1,0 1,0 0,-1-1,1 1,0-1,0 1,0 0,0-1,0 1,0-1,0 1,0 0,0-1,1 1,-1-1,0 1,0 0,0-1,0 1,1 0,-1-1,0 1,0 0,1-1,-1 1,0 0,0-1,1 1,-1 0,0 0,1-1,-1 1,0 0,1 0,-1 0,3-2,-1 0,0 1,0-1,1 1,-1-1,1 1,-1 0,1 0,0 0,-1 1,1-1,0 1,-1-1,1 1,0 0,0 0,0 0,-1 0,1 1,0-1,1 1,-2 0,43 6,-1 2,1 2,-1 2,-1 2,-1 2,31 17,-57-28,1 1,-1 1,0 1,-1 1,0 0,0 0,-1 2,-1-1,11 13,-23-23,0 1,0-1,0 0,-1 0,1 0,0 0,-1 1,1-1,-1 0,1 1,-1-1,1 0,-1 1,0-1,0 0,0 1,0-1,0 1,0-1,0 0,0 1,0-1,-1 0,1 1,-1-1,1 0,-1 1,1-1,-1 0,0 0,0 1,1-1,-1 0,0 0,0 0,-1 1,-47 23,7-15,1-2,-1-1,0-3,-19 0,0 0,23-1,0-1,0 2,1 2,-34 9,68-15,0 0,1 0,-1 1,1-1,-1 1,1 0,-1 0,1 0,-1 0,1 0,0 0,0 0,-1 1,1-1,0 1,0 0,1 0,-1-1,0 1,0 1,1-1,-1 0,1 0,0 0,0 1,0-1,0 1,0-1,0 0,1 1,-1 0,1-1,0 1,-1-1,1 1,0 0,1-1,-1 1,0 0,8 5,0 0,0 0,0 0,1-1,0 0,0-1,1 0,0-1,0 0,0 0,0-1,1 0,10 1,-15-3,253 68,-245-63,-34-4,-38-4,47-1,0 1,0 0,0 0,0 1,-1 0,1 1,0 0,0 1,0 0,0 1,0 0,1 1,0 0,-1 1,1 0,1 0,-1 1,1 1,0-1,0 1,0 2,4 1,0 1,1-1,0 1,1 0,0 1,1-1,0 0,1 1,0 0,1-1,0 1,1-1,0 1,2 5,-2 2,9 223,-13 46,1-239,-4 96,7 1,5 0,23 120,-26-251,-1-8</inkml:trace>
  <inkml:trace contextRef="#ctx0" brushRef="#br1" timeOffset="-174340.656">6894 6771,'-36'134,"30"-105,0 0,-2-1,-2 0,0 0,-13 23,-5-17,27-35,0 1,1 0,-1-1,0 1,1-1,-1 1,1 0,-1-1,1 1,-1-1,1 0,-1 1,1-1,-1 1,1-1,0 0,-1 1,1-1,0 0,0 1,-1-1,1 0,0 0,0 1,0-1,0 0,0 1,0-1,0 0,0 0,0 1,1-1,-1 0,0 1,0-1,1 0,-1 1,0-1,5-25,1 0,2 0,0 1,12-24,-3 4,94-257,-111 299,1-1,0 1,0-1,0 1,0-1,1 1,-1 0,1 0,0 0,0 0,0 0,0 0,1 0,-1 1,1-1,-1 1,1 0,0-1,0 1,0 1,0-1,1 0,-1 1,0 0,1-1,-1 1,1 1,-1-1,4 0,4 5,0 0,-1 1,1 1,-1 0,0 0,0 1,-1 0,0 0,0 1,0 1,-1-1,5 9,-10-15,1 1,-1 1,1-1,-1 0,0 1,-1 0,1-1,-1 1,1 0,-1 1,0-1,-1 0,1 0,-1 1,0-1,0 1,0-1,-1 1,1 0,-1-1,0 1,0-1,-1 1,0 0,1-1,-1 1,-1-1,1 0,-1 1,0-1,0 0,-2 3,-10 5,0 0,-2-1,1-1,-1-1,-1 0,1-1,-1-1,-1 0,0-1,1-1,-2-1,1-1,-1 0,-124 23,141-26,0 0,0 0,1 0,-1 0,0 0,1 0,-1 0,1 0,-1 1,0-1,1 1,-1-1,1 1,-1-1,1 1,-1 0,1 0,0 0,-1 0,1 0,0 0,0 0,0 0,-1 0,1 1,0-1,1 0,-1 1,0-1,0 1,1-1,-1 1,0-1,1 1,0-1,-1 1,1 0,3 5,1 0,-1 0,1-1,0 1,1-1,0 0,0-1,0 1,1-1,1 1,3 5,42 40,2-3,1-2,3-2,-51-39,-1-1,1 1,0-2,1 1,-1-1,1 0,-1 0,1-1,0 0,0 0,0-1,0 0,0-1,0 0,0 0,0 0,11-4</inkml:trace>
  <inkml:trace contextRef="#ctx0" brushRef="#br1" timeOffset="-173920.861">7402 7172,'-1'-4,"0"-1,-1 1,1 0,-1 0,0 0,-1 0,1 1,0-1,-1 0,0 1,0 0,0 0,0 0,-1 0,1 0,-1 1,0-1,1 1,-1 0,0 0,0 0,-1 1,1 0,0-1,0 1,-1 1,1-1,0 1,-1 0,1 0,-1 0,1 0,0 1,-1-1,1 1,0 1,-1-1,1 0,0 1,0 0,0 0,0 0,0 1,-2 0,1 0,0 1,0-1,1 1,-1 0,1 0,0 1,0-1,0 1,1 0,-1 0,1 0,0 0,1 1,-1-1,1 1,0 0,1-1,-1 1,1 0,0 0,1 0,-1 0,1 0,1 0,-1 0,1 2,2-4,-1-1,1 0,0 0,0 0,0 0,0 0,1-1,-1 0,1 1,0-1,0 0,-1-1,1 1,0-1,1 0,-1 0,0 0,0 0,0-1,1 1,-1-1,0 0,0-1,0 1,1-1,-1 0,0 0,0 0,0 0,0-1,0 1,0-1,1-1,2 0,0 0,0-1,0 0,-1 0,1 0,-1-1,0 0,-1 0,1 0,-1-1,0 0,0 0,-1 0,1-1,-2 1,1-1,-1 0,0 0,2-8,-5 15,0 0,0 0,-1 0,1 0,0 0,0 0,-1 0,1 0,0 0,0 0,-1 0,1 0,0 0,0 0,-1 0,1 0,0 0,0-1,0 1,-1 0,1 0,0 0,0 0,0-1,0 1,-1 0,1 0,0 0,0-1,0 1,0 0,0 0,0-1,0 1,0 0,0 0,0-1,0 1,0 0,0 0,0-1,0 1,0 0,0 0,0-1,0 1,0 0,0 0,0 0,0-1,0 1,0 0,0 0,1-1,-1 1,0 0,-13 19,12-17,0 1,-1-1,1 1,0-1,1 1,-1 0,0 0,1-1,-1 1,1 0,0 0,0 0,0-1,1 1,-1 0,0 0,1 0,0-1,0 1,0 0,0-1,0 1,0-1,1 1,-1-1,1 0,0 1,-1-1,1 0,0 0,0 0,1-1,-1 1,0 0,1-1,-1 1,2 0,14 5,2-1,-1-1,0 0,1-2,0 0,0-1,0-1,18-1,-20 0,72 2</inkml:trace>
  <inkml:trace contextRef="#ctx0" brushRef="#br1" timeOffset="-172617.031">9862 6570,'-12'33,"2"2,1-1,2 1,2 1,-1 25,3-33,-13 205,18-224,1-13,3-18,-6 21,71-451,-70 446,-1 0,1 0,0 0,1 0,-1 0,1 0,0 0,1 0,-1 1,1-1,0 1,1 0,-1 0,1 0,0 0,0 0,1 1,-1 0,1 0,0 0,0 1,0-1,3 0,1 3,1 0,0 0,-1 1,1 1,-1-1,1 2,-1-1,1 1,-1 1,0 0,0 0,0 0,0 1,-1 1,1 0,-1 0,0 0,0 1,-1 0,0 1,0-1,-1 1,1 1,-1-1,-1 1,0 0,0 1,1 1,-4-6,0 1,-1 0,1-1,-1 1,0 0,0 0,0 0,-1 0,1 0,-1 0,-1 0,1 0,-1-1,0 1,0 0,0 0,0 0,-1-1,0 1,0-1,0 1,-1-1,1 0,-1 0,0 0,0 0,-1 0,1-1,-1 1,0-1,-2 2,-20 14,-2-1,1-2,-2 0,0-2,-1-1,-1-1,1-2,-2-1,1-2,-6 0,33-6,3-1,1-1,-1 1,0 0,0 0,0 0,0 0,0 0,0 0,0 0,0 0,1 0,-1 0,0 0,0 0,0 1,0-1,0 0,0 1,1-1,-1 0,0 1,0-1,1 1,-1 0,0-1,1 1,-1 0,0-1,1 1,-1 0,1-1,-1 1,1 0,-1 0,1 0,0 0,-1-1,1 1,0 0,0 0,0 0,0 0,0 0,0 0,0 0,0 0,0-1,0 1,0 0,0 0,1 0,-1 0,0 0,1 0,-1-1,1 2,15 23,1-1,1 0,2-2,0 0,1-1,1-1,24 17,-41-33,0 0,1 0,-1 0,1-1,0 1,0-2,0 1,0-1,1 1,-1-2,1 1,-1-1,1 0,-1 0,1-1,0 0,-1 0,1 0,0-1,-1 0,1-1,-1 1,1-1,-1 0,0-1,0 0,0 0,0 0,0 0,-1-1,1 0,2-3,-1-4,0 0,-1 0,0-1,-1 0,-1-1,1 1,-2-1,0 0,0 1,-1-1,-1 0,0-1,-1 1,0 0,-3-11,13 122,-9-58,-1 0,-2 0,-2-1,-9 38,14-76,0-1,0 0,0 0,0 0,0 0,0 0,0 0,0 0,1 0,-1-1,0 1,0 0,0-1,0 1,0-1,0 1,0-1,0 1,0-1,-1 0,1 1,0-1,0 0,0 0,-1 1,1-1,0 0,-1 0,1 0,-1 0,1 0,-1 0,1-1,3-2,4-4,1 0,0 1,0 0,0 0,1 1,0 0,0 1,0 0,1 1,-1 0,1 0,0 1,1 1,0 0,-10 2,0 0,0 0,0 0,0 0,0 1,0-1,-1 1,1-1,0 1,0 0,0 0,0 0,-1 0,1 0,0 0,-1 0,1 0,-1 1,1-1,-1 1,0-1,1 1,-1-1,0 1,0 0,0 0,0 0,-1-1,1 1,0 0,-1 0,1 0,-1 0,0 0,0 0,0 0,0 0,0 1,-13 77,11-74,0 0,-1 0,1-1,-2 1,1-1,0 0,-1 0,0 0,0 0,-1-1,1 1,-1-1,0 0,0-1,-1 1,1-1,-1 0,1 0,-1-1,0 0,0 0,0 0,0 0,0-1,-1 0,1-1,0 1,0-1,-1-1,-32-22,31 15</inkml:trace>
  <inkml:trace contextRef="#ctx0" brushRef="#br1" timeOffset="-171340.038">15543 6543,'-3'163,"-18"113,19-251,1-11,0 0,-1-1,0 0,-1 1,0-1,-2 0,1-1,-6 11,10-23,-1 1,1-1,-1 0,1 1,-1-1,1 0,-1 0,0 1,1-1,-1 0,1 0,-1 0,1 0,-1 0,0 0,1 0,-1 0,1 0,-1 0,0 0,1 0,-1 0,1 0,-1-1,1 1,-1 0,1 0,-1-1,1 1,-1 0,1-1,-1 1,1 0,-1-1,1 1,-1-1,1 1,0-1,-1 1,1-1,0 1,0-1,-1 1,1-1,0 0,0 1,0-1,0 1,0-1,0 1,0-1,0 0,0 1,0-1,0 1,0-1,0 0,0 1,0-1,0 1,1-1,-1 1,0-1,0 1,1-1,-3-33,2 1,2 0,0-1,2 1,2 0,9-28,-7 23,-2 2,2 1,1 0,2 0,1 1,2 1,1 0,6-7,-17 34,0 1,1-1,0 1,0 0,0 1,0-1,1 1,0 0,0 0,0 1,0 0,1 0,-1 0,1 1,-1 0,1 0,0 1,0 0,0 0,0 1,0-1,0 1,0 1,0 0,0 0,0 0,0 1,-1-1,1 2,0-1,-1 1,5 2,-3-1,1-1,-1 1,0 0,0 1,0 0,-1 0,1 1,-1 0,-1 0,1 1,-1-1,0 1,-1 1,0-1,0 1,0 0,-1 0,0 1,2 7,-6-13,0 0,0 1,-1-1,1 0,-1 1,0-1,1 0,-2 1,1-1,0 0,-1 0,1 0,-1 0,0 0,0 0,0-1,0 1,0-1,-1 1,1-1,-1 0,0 0,0 0,0 0,0 0,-80 35,12-18,51-15,1 1,0 1,0 0,0 2,-13 7,28-13,1 0,0 0,0 0,0 0,1 1,-1-1,0 1,1 0,0-1,0 1,0 1,0-1,0 0,0 0,1 1,0-1,-1 0,1 1,1 0,-1-1,0 1,1-1,0 1,0 0,0-1,0 1,0 0,1-1,0 1,0 1,2 4,0 1,0-1,1-1,1 1,-1 0,2-1,-1 0,1 0,0-1,0 1,1-1,14 12,1-1,1-1,0-2,1 0,0-1,1-1,1-2,0 0,1-2,0-1,0-1,1-1,9 0,-14-4</inkml:trace>
  <inkml:trace contextRef="#ctx0" brushRef="#br1" timeOffset="-170296.144">16292 7118,'-7'-5,"0"0,-1 1,1-1,-1 2,0-1,0 1,0 0,-1 1,1 0,-1 0,1 0,-1 1,1 1,-1 0,0 0,1 0,-1 1,0 0,1 1,-1 0,1 1,0-1,0 1,0 1,0 0,0 0,1 0,-4 4,5-5,0 1,1 0,0 0,0 0,0 0,0 1,1 0,0 0,-1 0,2 1,-1-1,1 1,0 0,0 0,1 0,-1 0,1 1,1-1,-1 0,1 4,3-6,0 0,1-1,0 1,0 0,0-1,0 0,1 0,-1 0,1 0,0 0,0-1,0 1,0-1,0 0,0-1,1 1,-1-1,1 1,-1-1,1-1,-1 1,1-1,0 1,-1-1,1-1,-1 1,1-1,9 2,-1-1,1-1,0-1,-1 1,0-2,1 0,-1-1,12-5,-19 7,-1 0,1 0,-1-1,0 0,0 0,0-1,0 0,0 1,-1-1,0-1,0 1,0-1,0 1,-1-1,1 0,-1-1,-1 1,1 0,-1-1,0 0,1-1,-3 6,0 1,1-1,-1 1,0-1,1 1,-1-1,0 1,0-1,0 1,1-1,-1 1,0-1,0 1,0-1,0 1,0-1,0 0,0 1,0-1,0 1,0-1,0 1,-1-1,1 1,0-1,0 0,0 1,-1-1,1 1,0 0,-1-1,1 1,0-1,-1 1,1-1,-1 1,1 0,-1-1,1 1,-1 0,1-1,-1 1,1 0,-1 0,1 0,-1-1,1 1,-1 0,1 0,-1 0,1 0,-1 0,0 0,1 0,-1 0,1 0,-1 0,1 0,-1 1,1-1,-1 0,0 0,1 1,-1-1,1 0,-1 1,-4 4,0 2,1-1,-1 0,1 1,0 0,1 0,0 0,0 0,0 1,1-1,-2 8,4-12,-12 51,2 1,3 0,2 1,2 14,0-5,0-8,2-15,-2 0,-1-1,-2 0,-2 0,-13 37,-11-22,31-54,0-1,0 0,0 1,0-1,0 0,-1 0,1 0,0 0,-1 0,1 0,-1 0,1-1,-1 1,1 0,-1-1,1 1,-1-1,0 0,1 1,-1-1,0 0,1 0,-1 0,0 0,1-1,-1 1,0 0,1-1,-1 1,0-1,1 1,-1-1,1 0,-1 1,0-2,-3-4,-1 0,1 0,0 0,0-1,1 0,0 0,0 0,1-1,0 1,0-1,1 0,0 0,0 0,0-8,0 12,-5-23,1-1,1 1,1-1,2 0,1 0,1 0,1 0,1 0,2 1,1-1,2-5,-4 24,0 1,1 0,0 0,1 0,-1 0,2 1,-1 0,1 0,0 0,0 0,1 1,0 0,0 1,0 0,1 0,-1 0,1 1,1 0,-1 0,0 1,1 0,0 1,5-1,13-1</inkml:trace>
  <inkml:trace contextRef="#ctx0" brushRef="#br1" timeOffset="-169644.559">12870 6610,'1'1,"0"1,0-1,0 1,1-1,-1 1,0-1,0 0,1 0,-1 0,1 0,-1 0,1 0,0 0,-1 0,1-1,0 1,-1-1,1 1,0-1,0 0,0 1,-1-1,1 0,0 0,0 0,0-1,-1 1,1 0,0-1,0 1,-1-1,1 1,0-1,-1 0,1 0,0 0,-1 0,1 0,-1 0,0 0,1 0,-1-1,0 1,0 0,0-1,0 1,0-1,0 0,0 1,0-1,-1 0,1 1,-1-1,1 0,0 0,0 0,0 0,-1 0,1 0,-1 0,0 0,1 0,-1 0,0 0,0 0,0 0,0 0,-1 0,1 0,-1 0,1 0,-1 0,1 0,-1 0,0 0,0 1,0-1,0 0,-1 0,1 1,0-1,-1 1,1-1,-1 1,1 0,-1-1,1 1,-1 0,0 0,0 0,0 0,0 1,0-1,0 0,0 1,0-1,0 1,0 0,0 0,0 0,0 0,0 0,0 0,0 0,0 1,-2 0,2 0,0 0,-1 0,1 1,0-1,0 1,0-1,0 1,0 0,0 0,0 0,1 0,-1 0,1 0,0 0,-1 0,1 1,0-1,0 1,0-1,1 1,-1-1,1 1,-1-1,1 1,0-1,0 1,0 0,0-1,0 1,1-1,-1 1,1-1,0 1,0-1,0 1,0-1,0 0,0 1,0-1,1 0,-1 0,1 0,1 2,27 18,5-4</inkml:trace>
  <inkml:trace contextRef="#ctx0" brushRef="#br1" timeOffset="-169335.221">13579 6650,'-46'6,"71"0,-12-5,0 0,0-1,0-1,0 0,0-1,0 0,-1-1,1-1,-1 0,0 0,0-1,-10 4,-1 0,0 1,1-1,-1 0,0 0,0 0,0 1,0-1,0 0,0-1,0 1,0 0,0 0,0 0,-1 0,1-1,-1 1,1 0,-1-1,1 1,-1 0,1-1,-1 1,0-1,0 1,0-1,0 1,0 0,0-1,0 1,-1-1,1 1,0 0,-1-1,1 1,-1 0,1-1,-1 1,0 0,0 0,1-1,-1 1,0 0,0 0,0 0,0 0,0 0,0 0,-1 1,1-1,0 0,0 0,-2 0,-5-3,0-1,0 1,0 1,-1-1,0 1,0 1,0 0,0 0,0 1,0 0,0 0,0 1,0 0,-1 1,1 0,-5 2,12-3,1 0,0 0,0 0,0 0,0 0,0 0,-1 1,1-1,0 0,0 1,0-1,0 1,0 0,0-1,0 1,0 0,0-1,1 1,-1 0,0 0,0 0,1 0,-1 0,0 0,1 0,-1 0,1 0,-1 0,1 0,0 0,-1 0,1 0,0 0,0 0,0 1,0-1,0 0,0 0,0 0,0 0,0 0,0 1,1-1,-1 0,0 0,1 0,0 1,17 13,6 0</inkml:trace>
  <inkml:trace contextRef="#ctx0" brushRef="#br1" timeOffset="-168997.018">14126 6610,'-5'6,"0"1,0-1,0 1,1 0,0 1,0-1,1 1,0-1,0 1,1 0,0 0,1 0,-1 1,2-1,-1 1,2-7,-1 0,1 1,0-1,0 0,0 0,0 0,1 0,-1 0,1-1,-1 1,1 0,-1-1,1 1,0-1,0 1,0-1,0 0,0 1,0-1,0-1,0 1,0 0,0 0,1-1,-1 1,0-1,1 0,-1 1,1-1,68-4,-61 2,0-1,0 0,-1-1,1 0,-1-1,0 1,-1-2,1 1,-1-1,0-1,5-5,-9 9,0-1,-1 1,0-1,1 0,-2 0,1 0,0-1,-1 1,0-1,0 0,0 1,0-1,-1 0,0 0,0 0,0 0,0 0,-1 0,0 0,0 0,-1 0,1 0,-1 0,0-2,0 4,0 1,0-1,0 1,0-1,0 1,-1 0,1-1,-1 1,0 0,1 0,-1 0,0 0,0 0,0 0,0 1,-1-1,1 1,0-1,-1 1,1 0,-1 0,1 0,-1 0,0 1,1-1,-1 1,0-1,1 1,-1 0,0 0,0 0,1 0,-1 1,-2 0,-3 0,-1 1,1 0,0 1,0 0,0 0,0 1,1 0,-1 0,1 1,-4 3,-41 41,30-25</inkml:trace>
  <inkml:trace contextRef="#ctx0" brushRef="#br2" timeOffset="-89415.7">4554 9631,'1'0,"-1"-1,0 0,0 0,1 0,-1 0,0 1,1-1,-1 0,1 0,-1 1,1-1,-1 0,1 1,-1-1,1 0,0 1,-1-1,1 1,0-1,0 1,-1 0,1-1,0 1,0 0,0-1,0 1,-1 0,1 0,0 0,0 0,0 0,0 0,0 0,-1 0,1 0,0 0,0 0,0 0,0 1,0-1,-1 0,1 1,0-1,0 0,-1 1,1-1,0 1,-1 0,1-1,0 1,-1-1,1 1,-1 0,1-1,-1 1,1 0,-1 0,1 0,-1-1,0 1,0 0,1 0,-1 0,0 0,0-1,0 2,6 19,-1 2,-1-1,-1 1,-1-1,-1 22,1-5,106 1294,-97-1232,9 78,-6 49,-20-151,6-77,0 0,0 1,0-1,0 0,0 1,0-1,0 0,0 1,0-1,0 1,0-1,0 0,0 1,0-1,0 0,0 1,0-1,-1 0,1 1,0-1,0 0,0 1,-1-1,1 0,0 0,0 1,-1-1,1 0,0 0,0 0,-1 1,1-1,0 0,-1 0,1 0,0 0,-1 1,1-1,0 0,-1 0,1 0,-1 0,1 0,0 0,-1 0,1 0,0 0,-1 0,1 0,0-1,-1 1,1 0,0 0,-1 0,1 0,0 0,-1-1,1 1,0 0,-1 0,1-1,0 1,0 0,-1 0,1-1,-10-23,4-18,2 1,2 0,2-31,0 27,1-399,-7-338,6 693,-4 1,-3-1,-5 2,-3-1,-4 2,-20-51,-20 28,88 113,219 59,-191-53,-1-2,1-3,0-3,0-2,42-6,-7 2,235 0,18 14,687 6,-717-18,1046-25,-963 27,894-16,-74-9,57-8,168 12,-316 10,-314-19,446-8,-128 30,86-31,-109 41,-970 1,499 0,-526-10,-1-4,19-8,-62 9,-52 7,-13 2,0 0,0 0,1 0,-1 0,0 1,1-1,-1 1,1-1,-1 1,1 0,-1 0,1 0,-1 0,0 1,1-1,-1 1,1-1,-1 1,0 0,1 0,-1 0,0 0,0 0,0 0,0 1,0-1,0 1,0 0,0-1,0 1,-1 0,1 0,-1 0,0 0,1 0,-1 1,17 149,44 1030,-27-705,36 661,-2-90,-61-972</inkml:trace>
  <inkml:trace contextRef="#ctx0" brushRef="#br2" timeOffset="-86463.681">4634 11583,'9'34,"57"273,-48-127,-7 1,-9 0,-19 161,8-236,-2 18,4 1,6 0,9 58,-4-151,1 1,1 0,2-1,1-1,1 1,2-1,1-1,1 0,17 24,-28-49,-1-1,1 1,0-1,1 0,-1 0,1 0,-1 0,1-1,0 1,1-1,-1 0,1 0,-1-1,1 0,0 1,0-1,0-1,0 1,0-1,0 0,5 1,173-7,126 14,336 14,-437-20,24 1,924 5,-1078-11,883 2,105 16,-661-23,1093-32,-413 8,530 19,158-2,-1741 14,1604-57,-736 3,-68-14,-447 49,210 24,253 14,-511-4,55-17,-89-24,-89 12,-123 14,-94-37,7-83,-3 67</inkml:trace>
  <inkml:trace contextRef="#ctx0" brushRef="#br2" timeOffset="-85237.265">12041 11449,'-11'195,"-6"39,4-184,13-50,0 0,0-1,0 1,0 0,0 0,0 0,0-1,0 1,0 0,0 0,0-1,0 1,0 0,0 0,-1 0,1-1,0 1,0 0,0 0,0 0,0 0,0-1,-1 1,1 0,0 0,0 0,0 0,0 0,-1 0,1-1,0 1,0 0,0 0,-1 0,1 0,0 0,0 0,0 0,-1 0,1 0,0 0,0 0,-1 0,1 0,0 0,0 0,0 0,-1 0,1 0,0 0,0 1,0-1,-1 0,1 0,0 0,-1-24,9-40,4 2,2-1,2 1,3 1,21-42,-38 98,2-8,0 0,1 0,0 1,1 0,0 0,1 1,1 0,0 0,0 0,1 1,0 1,10-9,-18 17,1 0,0 0,-1 1,1-1,0 0,0 1,-1-1,1 1,0 0,0 0,0-1,0 1,0 0,-1 0,1 1,0-1,0 0,0 1,0-1,-1 1,1-1,0 1,0 0,-1 0,1 0,-1 0,1 0,-1 0,1 0,-1 1,0-1,1 0,-1 1,0-1,0 1,0 0,0-1,0 1,0 1,25 70,-25-60,0-1,-1 0,-1 0,0 1,0-1,-1 0,0 0,-2 0,1 0,-1-1,-1 1,0-1,0 0,-1-1,-1 1,0-1,0 0,-1-1,0 1,0-2,-1 1,-1-1,1-1,-1 1,-1-2,1 1,-1-2,0 1,0-1,-1-1,1 0,-1-1,23-3,1 0,-1 1,1 1,-1 0,1 0,-1 1,0 0,5 3,-2-1,0 0,0 1,0 1,0 0,-1 0,-1 2,1-1,-1 2,-1-1,0 2,0-1,-1 2,0-1,-1 1,-1 1,0 0,0 0,-7-10,1 0,-1 0,0 1,-1-1,1 0,0 0,-1 0,0 1,0-1,0 0,0 0,0 1,-1-1,0 0,1 0,-1 0,0 0,-1 0,1 0,0 0,-1 0,0 0,1 0,-1-1,0 1,0-1,-1 1,1-1,-1 0,1 0,-2 1,-5 3,0-1,0 0,-1 0,1-1,-1 0,0-1,0 0,0 0,-5 0,-3 0,0 0,-1-2,1 0,-1-1,1 0,-1-2,1 0,-1-1,1-1,0-1,-7-3,24 8,-1 0,0-1,0 1,0-1,0 1,0-1,0 1,1-1,-1 0,0 0,0 0,1 0,-1 0,1-1,-1 1,1 0,-1-1,1 1,0-1,0 1,0-1,0 0,0 1,0-1,0 0,0 0,1 0,-1 0,1 0,-1 0,1 0,7-8</inkml:trace>
  <inkml:trace contextRef="#ctx0" brushRef="#br2" timeOffset="-84919.729">13030 11703,'-6'-10,"0"1,0 0,0 0,-2 0,1 1,-1 0,0 0,0 1,-1 0,0 0,-1 1,1 1,-1-1,0 1,0 1,-1 0,1 1,-1 0,0 0,0 1,0 0,0 1,0 1,-1-1,1 2,0 0,0 0,0 1,0 0,0 1,1 0,-1 1,1 0,0 1,0 0,0 0,0 1,1 0,0 1,1 0,-8 8,10-8,0 1,1 0,0 0,0 1,1-1,0 1,0 0,1 0,1 1,-1-1,2 1,-1-1,1 1,0-1,1 1,0 0,1-1,0 1,1-1,0 1,0-1,1 1,0-1,0 0,1 0,0-1,1 1,0-1,0 0,6 5,5 4,2-1,-1-1,2-1,0-1,1 0,0-2,1 0,0-1,1-1,0-1,0-1,1-1,0-1,0-1,0-1,1-1,-1-1,0-1,20-3,23-3</inkml:trace>
  <inkml:trace contextRef="#ctx0" brushRef="#br2" timeOffset="-84425.113">13311 11650,'-16'91,"5"1,1 58,9-132,6 71,-5-88,1 0,-1 0,1 0,-1 0,1 0,-1 0,1-1,-1 1,1 0,0 0,-1-1,1 1,0-1,0 1,0 0,-1-1,1 1,0-1,0 0,0 1,0-1,0 0,0 1,0-1,0 0,0 0,0 0,0 0,0 0,0 0,0 0,0 0,0-1,0 1,-1 0,1 0,0-1,0 1,0-1,0 1,0-1,0 1,-1-1,1 1,0-1,0 0,-1 1,1-1,0 0,-1 0,1 0,-1 1,1-1,-1 0,0 0,1 0,-1 0,0 0,1 0,-1 0,0 0,0 0,0 0,0 0,0-1,8-19,0-1,-2-1,-1 0,0 1,-2-1,-1-1,0 1,-2 0,-1 0,0 0,-2-1,-1 1,-1 1,-7-22,-35-98,77 179,0-2,3-2,0-1,37 27,34 32,-15 11,-85-96,0-1,-1 1,1 0,-1 0,-1 0,1 0,-1 1,0-1,0 1,-1 0,0-1,0 1,-1 0,0-1,0 1,0 0,-1 0,-1 4,-3-2,0-1,0-1,-1 1,0-1,0 0,0 0,-1 0,-1-1,1 0,-1-1,0 0,0 0,0 0,-1-1,1-1,-1 1,0-1,0-1,0 0,-2 0,-24 9,0-3,0 0,-1-3,-19 1,37-7,11-2</inkml:trace>
  <inkml:trace contextRef="#ctx0" brushRef="#br2" timeOffset="-84124.502">14354 11182,'9'13,"-2"19,-3 20,-8 18,-10 21,-7 16,-9 13,-8 10,-6 4,0-4,1-8,7-10,8-16,10-17,10-20,6-20</inkml:trace>
  <inkml:trace contextRef="#ctx0" brushRef="#br2" timeOffset="-83797.784">14621 11771,'2'-7,"0"0,0 0,0 0,1 1,-1-1,2 1,-1 0,1 0,0 0,0 0,0 1,1-1,0 1,0 1,1-1,-1 0,1 1,0 0,0 1,5-3,4-2,0 2,1 0,-1 1,1 0,0 1,0 1,0 0,9 1,-19 1,1 1,-1-1,1 1,-1 1,1-1,0 1,-1 0,1 1,-1-1,0 1,0 1,1-1,-1 1,-1 0,1 0,0 1,-1 0,0 0,0 0,0 0,0 1,-1 0,1 0,-1 0,-1 1,1-1,-1 1,0 0,0 0,-1 0,2 4,-1 13,0 0,-1-1,-2 1,0 1,-2-2,0 1,-2 0,0 0,-1-1,-2 0,-8 20,-2 18,8-32,2 0,0 0,2 0,1 1,2 0,0 0,2 0,2 3,16 22,-7-39</inkml:trace>
  <inkml:trace contextRef="#ctx0" brushRef="#br2" timeOffset="-83547.394">14675 11997,'4'-4,"16"-2,20 0,23 2,24-2,21-1,13-3,-13 2</inkml:trace>
  <inkml:trace contextRef="#ctx0" brushRef="#br2" timeOffset="-82468.41">16092 11636,'-17'-4,"0"0,0 0,-1 2,1 0,0 1,-1 1,-11 1,24 0,-1-1,0 1,1 0,-1 1,1-1,-1 1,1 0,0 1,0-1,0 1,0 0,0 0,1 0,-1 1,1 0,0 0,0 0,0 0,1 0,-1 1,1 0,0 0,0 0,-1 5,1-2,1 0,0 0,0 1,1-1,0 1,1-1,0 1,0 0,1-1,0 1,0-1,1 1,0-1,1 0,0 0,0 0,0 0,3 3,6 11,1-1,1-1,0 0,1-1,17 15,168 148,-198-180,45 56,-48-56,1 0,0 0,-1 0,1 0,-1 0,0-1,0 1,1 0,-1 0,0-1,0 1,-1-1,1 1,0-1,0 1,-1-1,1 0,-1 0,1 1,-1-1,1 0,-1-1,0 1,0 0,1 0,-1-1,0 1,0-1,0 1,0-1,0 0,0 0,0 0,1 0,-1 0,0 0,0 0,0-1,0 1,-1-1,-14 0,1 0,-1-2,1 1,0-2,0 0,0-1,1-1,-1 0,1-1,-14-9,27 15,0 1,0-1,-1 0,1 0,0 0,0-1,0 1,0 0,1-1,-1 1,0-1,1 0,-1 0,1 1,-1-1,1 0,0 0,0 0,-1-1,2 1,-1 0,0 0,0-1,1 1,-1 0,1 0,0-1,0 1,0-1,0 1,0 0,0-1,1 1,-1-2,4 1,-1-1,1 0,0 1,0 0,0 0,0 0,1 1,-1-1,1 1,0 0,-1 0,1 1,2-1,153-43,-124 38,-1-1,1-3,-1 0,-1-2,0-2,-1-1,21-15,-45 24,-1 0,1 0,-1-1,0 0,-1-1,0 0,0 0,-1-1,0 0,-4 8,-1-1,1 0,-1 0,1 0,-1 0,0-1,0 1,0 0,-1 0,1-1,-1 1,0 0,0-1,0 1,0 0,0 0,-1-1,1 1,-1 0,0-1,0 1,0 0,-1 0,1 0,-1 0,0 0,1 1,-1-1,-1 0,1 1,0-1,0 1,-2-1,1 1,-1-1,0 1,1-1,-1 1,0 1,0-1,-1 0,1 1,0 0,0 0,-1 0,1 0,-1 1,1 0,0 0,-1 0,1 0,-1 1,1 0,0 0,0 0,-1 0,1 1,0-1,0 1,0 0,-1 1,-4 2,1 0,1 1,-1 0,1 0,0 0,0 1,1 0,0 0,0 1,1-1,0 1,-4 8,7-11,-1 1,1-1,0 1,0 0,0 0,1 0,0 0,0 0,1 1,0-1,0 0,0 0,1 0,-1 0,2 0,-1 0,1 0,0 0,0 0,0 0,1-1,0 1,0-1,0 0,1 0,0 0,0 0,4 3,9 4,0 0,0-2,1 0,0-1,1-1,0-1,0 0,1-1,0-2,0 0,0-1,0 0,9-2,4 4,-1-2,0-2,1 0,-1-2,1-2,-1-1,0-1,0-2,-1-1,1-2,-2 0,0-3,0 0,14-10,-37 19,0 0,0-1,-1 0,0 0,1 0,-2 0,1-1,-1 0,0-1,0 1,-1-1,0 0,0 0,0 0,-1 0,0-1,0 1,-1-1,0 0,-1 0,0 0,0 0,0 0,-1 0,0 0,-1 0,0-5,-1 9,-1 0,1 1,0-1,-1 0,0 1,0-1,0 1,0 0,0 0,-1 0,1 0,-1 1,0-1,0 1,0 0,0 0,0 1,0-1,-1 1,1 0,0 0,-3 0,-100 0,93 4,-1-1,1 2,0 0,0 1,0 0,1 1,0 0,0 1,0 1,1 0,0 0,0 2,1-1,1 1,-1 1,2 0,-5 7,12-16,0 0,0 0,1 1,-1-1,1 1,-1-1,1 1,0-1,0 1,1 0,-1 0,0-1,1 1,0 0,-1 0,1 0,0-1,0 1,1 0,-1 0,1 0,-1-1,1 1,0 0,0 0,0-1,0 1,1-1,-1 1,1-1,-1 0,1 1,0-1,0 0,0 0,10 5,1 0,0-1,0 0,1-1,-1-1,1 0,0-1,0 0,1-1,-1-1,0 0,1-1,-1 0,6-2,-3 2,0 0,0-1,-1-1,1-1,-1 0,1-1,-1-1,0 0,-1-1,1-1,-1 0,-1-2,1 1,-1-2,-1 0,0 0,0-1,0-2,8-29,-32 53,1 23,2 0,1 1,1 0,2 1,1 19,3-55,-10 430,9-281,1-130,1-4,-1 1,0-1,-1 1,-1-1,-1 1,0-1,-1 0,0 0,-4 8,7-21,0 0,0 0,0 0,0 0,0 0,0 0,0 0,-1 0,1-1,0 1,-1-1,0 1,1-1,-1 1,0-1,0 0,0 0,0 0,0 0,0 0,0 0,0 0,0-1,0 1,0-1,0 0,-1 1,1-1,0 0,0 0,0-1,-1 1,1 0,0-1,0 1,0-1,0 0,0 1,0-1,0 0,-1-1,-7-6,0-1,1 0,0 0,1 0,0-1,0-1,1 1,1-1,0-1,0 1,-2-10,7 20,-49-115,5-1,-11-57,25 58,30 114,0 1,0-1,1 0,-1 0,1 0,-1 0,1 0,0 0,0 0,0 0,0 1,0-1,0 0,0 0,1 0,-1 0,1 0,-1 0,1 0,0 1,-1-1,1 0,0 0,0 1,1-1,-1 1,0-1,0 1,1-1,-1 1,1 0,-1 0,1-1,0 1,-1 0,1 1,0-1,0 0,-1 0,1 1,0-1,0 1,0 0,125 6,-77 1,33 1,-3-1</inkml:trace>
  <inkml:trace contextRef="#ctx0" brushRef="#br2" timeOffset="-82218.224">18231 12239,'-7'-23,"-2"-8</inkml:trace>
  <inkml:trace contextRef="#ctx0" brushRef="#br2" timeOffset="-78794.417">1653 10808,'130'14,"0"-5,73-6,-147-3,987 14,-159-8,-645-12,-232 6</inkml:trace>
  <inkml:trace contextRef="#ctx0" brushRef="#br2" timeOffset="-78344.948">2897 10580,'24'21,"0"-2,1-1,1-1,0-1,1-1,2-1,3 2,0 2,-2 1,29 22,-56-39,0 0,0 0,0 0,0 1,-1-1,1 1,-1-1,1 1,-1 0,0 0,0 0,0 0,-1 0,1 0,-1 0,1 1,-1-1,0 1,-1-1,1 1,0-1,-1 1,0-1,0 1,0 0,0-1,-1 1,1-1,-1 1,0-1,0 1,0-1,-1 0,1 1,-2 2,-11 9,0-1,-1-1,0 0,-1-1,-1 0,0-1,0-1,-1-1,0-1,-5 2,17-7,-63 28,5-4</inkml:trace>
  <inkml:trace contextRef="#ctx0" brushRef="#br2" timeOffset="-77393.156">1694 11864,'87'0,"1013"-18,34-32,-784 37,-354 13</inkml:trace>
  <inkml:trace contextRef="#ctx0" brushRef="#br2" timeOffset="-77005.882">3017 11583,'28'0,"147"11,-166-9,1 0,-1 0,0 1,0 1,0-1,-1 2,1-1,-1 1,0 0,0 1,0 0,-1 0,0 0,0 1,-1 0,5 6,-9-9,1 0,-1-1,0 1,0 0,-1 0,1 1,-1-1,0 0,0 0,0 0,-1 1,1-1,-1 1,0-1,-1 0,1 1,-1-1,1 0,-1 0,-1 1,1-1,0 0,-1 0,0 0,0 0,0-1,-1 1,1 0,-1-1,0 0,0 1,-1 0,-22 21,-1-1,-1-1,-1-1,-1-1,-1-2,-5 1,8-3,-111 64,84-49</inkml:trace>
  <inkml:trace contextRef="#ctx0" brushRef="#br2" timeOffset="-76305.326">1841 12707,'46'8,"262"-2,-203-7,1097-42,-387 6,-604 35,-211 2,0-1,0 1,0 0,0 0,0 0,0 0,0 0,0-1,0 1,0 0,0 0,0 0,0 0,0 0,0-1,0 1,0 0,0 0,0 0,0 0,0-1,0 1,0 0,0 0,0 0,0 0,0 0,0-1,0 1,0 0,0 0,1 0,-1 0,0 0,-18-4,-30 3,31 3</inkml:trace>
  <inkml:trace contextRef="#ctx0" brushRef="#br2" timeOffset="-75952.008">3110 12412,'53'20,"0"-3,1-3,1-2,0-2,20-1,49 10,-22 11,-100-28,0-1,-1 1,1 0,0-1,-1 1,0 0,1 0,-1 0,0 0,0 0,0 0,0 0,0 1,-1-1,1 0,-1 1,1-1,-1 0,0 1,0-1,0 0,0 1,0-1,-1 0,1 0,-1 1,1-1,-1 0,0 0,0 1,0-1,0 0,0 0,-1 0,1 0,-1-1,1 1,-1 0,1-1,-1 1,0-1,0 1,0-1,0 0,0 0,-2 1,-25 23,-1-2,-2-1,0-1,-1-2,-29 12,49-25,-210 102,119-60</inkml:trace>
  <inkml:trace contextRef="#ctx0" brushRef="#br2" timeOffset="-75323.09">2135 13508,'368'-16,"-186"-3,509-36,257 50,-503 7,-401-5,-65-7,-10 8,17 2</inkml:trace>
  <inkml:trace contextRef="#ctx0" brushRef="#br2" timeOffset="-74966.303">3325 13267,'18'-1,"1"0,-1 0,1 2,-1 1,1 0,-1 1,6 2,5 0,56 10,0 4,-2 3,32 15,-101-32,-1 0,0 1,-1 1,1 0,-1 0,-1 1,6 6,-14-12,0 0,-1 1,0-1,1 1,-1 0,0 0,-1-1,1 1,0 1,-1-1,0 0,1 0,-1 0,0 1,-1-1,1 0,-1 1,1-1,-1 1,0-1,0 0,-1 1,1-1,-1 1,1-1,-1 0,0 1,0-1,-1 0,1 0,-1 0,0 0,0 1,-12 13,-1-1,0-1,-1 0,-1-1,0-1,0-1,-2 0,1-2,-2 0,1 0,-1-2,-5 1,-162 57,155-60</inkml:trace>
  <inkml:trace contextRef="#ctx0" brushRef="#br2" timeOffset="-74050.7">5397 13027,'-147'476,"136"-449,5-21,8-18,101-247,-87 220,-1-1,2 0,2 2,2 0,23-33,-44 70,0 1,0-1,0 0,0 0,0 1,0-1,0 0,0 0,1 1,-1-1,0 0,1 1,-1-1,0 0,1 1,-1-1,1 0,-1 1,1-1,-1 1,1-1,0 1,-1-1,1 1,0-1,-1 1,1 0,0-1,-1 1,1 0,0 0,0-1,-1 1,1 0,0 0,0 0,-1 0,1 0,0 0,0 0,-1 0,1 1,0-1,0 0,-1 0,1 0,0 1,0-1,-1 0,1 1,-1-1,1 1,0-1,-1 1,1-1,-1 1,1-1,-1 1,1 0,-1-1,1 1,-1 0,0-1,1 1,-1 0,9 170,-8-140,2 1,1-1,1-1,2 1,1-1,1 0,2 0,1-1,1-1,2 0,14 21,-14-32,-3-7</inkml:trace>
  <inkml:trace contextRef="#ctx0" brushRef="#br2" timeOffset="-73803.577">5316 13348,'19'-9,"18"-5,18-6,15-3,10-2,4 1,-1 1,-7 4,-17 4</inkml:trace>
  <inkml:trace contextRef="#ctx0" brushRef="#br2" timeOffset="-73009.747">5143 12372,'-54'363,"56"-502,-2 118,1 0,1 1,1-1,1 1,0 0,2 0,0 0,1 1,1 0,8-12,-13 26,1 1,0 0,1 0,-1 0,1 1,0-1,0 1,0 0,0 1,0-1,0 1,1 0,-1 0,1 1,0 0,-1 0,1 0,0 1,0-1,0 1,-1 1,1-1,0 1,0 0,-1 0,1 1,-1 0,1 0,-1 0,0 0,1 1,-1 0,-1 0,1 0,0 1,-1 0,0 0,1 0,-2 0,1 1,0-1,-1 1,0 0,0 0,0 0,-1 0,0 1,0-1,0 1,-1-1,1 6,-1-4,-1 1,0-1,0 1,-1-1,0 1,0-1,-1 0,0 1,0-1,-1 0,0 0,0-1,-1 1,1-1,-2 1,1-1,0 0,-1-1,0 1,-1-1,1 0,-1 0,0-1,0 1,-1-2,1 1,-1 0,-3 0,2-2,14-5,15-8,-5 4,0 1,1 0,0 1,0 1,0 1,1 0,-1 1,1 1,-1 1,1 0,0 1,-1 1,1 1,-1 1,0 0,0 1,-1 1,3 1,-16-6,0 1,0-1,0 1,-1-1,1 1,-1 0,1 0,-1 1,0-1,0 0,0 1,0-1,0 1,0-1,-1 1,1 0,-1 0,0 0,0 0,0 0,0 0,-1 0,1 0,-1 0,0 0,1 1,-1-1,-1 0,1 0,0 0,-1 0,0 0,0 0,0 0,0 0,0 0,0 0,-1 0,0 0,1-1,-1 1,0 0,-9 7,-1 0,1-1,-2 0,1-1,-1 0,-1-1,1 0,-1-1,0-1,0 0,-1-1,0-1,1 0,-4 0,2 0,0-1,0-1,0 0,-1-1,1 0,0-2,0 0,0-1,0 0,-11-5,-23-11</inkml:trace>
  <inkml:trace contextRef="#ctx0" brushRef="#br2" timeOffset="-72437.244">5316 11610,'1'-3,"0"0,-1-1,1 1,-1 0,0-1,0 1,0 0,-1-1,1 1,-1 0,0 0,0-1,0 1,0 0,0 0,-1 0,1 0,-1 0,0 0,0 1,0-1,0 1,-1-1,1 1,-1 0,1 0,-1 0,0 0,0 0,1 1,-1-1,-2 0,-2-1,0 0,-1 0,1 1,0 0,-1 1,0-1,1 1,-1 1,1 0,-1 0,0 0,1 1,-1 0,0 0,1 1,0 0,-1 0,1 1,0 0,0 0,0 1,1 0,-1 0,1 0,0 1,0 0,0 0,1 1,0 0,0-1,0 2,1-1,0 0,0 1,1 0,-1 0,2 0,-1 0,1 1,-1 0,2-1,1 0,-1 0,1-1,0 1,0 0,1 0,0-1,0 1,0 0,1-1,0 1,1-1,-1 0,1 0,0 0,1 0,-1 0,1-1,0 1,1-1,-1 0,1 0,0-1,0 0,1 0,-1 0,1 0,0-1,0 0,0 0,21 7,0-2,1 0,0-2,0-2,0 0,0-2,0-1,1-1,-1-1,1-2,-1-1,0-1,26-8,29-11,-13-1</inkml:trace>
  <inkml:trace contextRef="#ctx0" brushRef="#br2" timeOffset="-71888.729">5250 10487,'-2'-4,"-1"2,0 11,0 14,0 11,-1 9,0 8,2 4,0 0,1-4,1-7,0-10</inkml:trace>
  <inkml:trace contextRef="#ctx0" brushRef="#br2" timeOffset="-71566.522">5156 10286,'120'85,"17"23,38 45,-158-139,-2 0,0 1,-1 0,0 1,-1 1,-1 0,0 1,-2 0,0 1,-1 0,1 5,-9-20,0-1,-1 1,1-1,-1 0,0 1,0-1,0 1,-1-1,1 1,-1-1,0 0,0 1,0-1,0 0,0 0,-1 0,0 0,1 0,-1 0,0 0,0 0,-1-1,1 1,-1-1,1 1,-4 1,-84 38,21-27,-1-3,-1-3,0-3,-49-4,10 1</inkml:trace>
  <inkml:trace contextRef="#ctx0" brushRef="#br2" timeOffset="-70269.363">1292 10460,'-10'-3,"-1"0,0 1,1 0,-1 1,0 0,0 1,0 0,0 1,0 0,0 0,0 2,0-1,1 1,-1 1,1 0,0 0,0 1,0 0,1 1,0 0,0 0,0 1,1 0,0 1,0 0,1 0,0 0,0 1,1 0,0 1,1-1,0 1,-3 7,-5 19,1 1,1 0,2 0,2 1,1 0,3 0,0 1,3 26,1-22,1 1,2-1,2 0,2-1,2 0,1 0,3-1,1 0,2-1,4 4,9 14,-13-30,-2 1,-2 0,0 2,3 17,-13-39,-1 0,0 0,-1 1,0-1,-1 0,0 0,0 1,-1-1,0 0,0 0,-1 0,-1 0,1 0,-1 0,-1-1,0 1,0-1,-2 2,-8 9,-1-1,-1-1,-1 0,0-1,-1-1,-1 0,0-2,-1 0,0-1,-1-1,-1-1,0-1,0-1,0-1,-8 1,98-1,-49-3,0 0,-1 1,1 1,-1 0,0 2,-1 0,1 1,-2 1,1 0,-2 1,1 1,-1 0,-1 1,0 1,-1 0,-1 1,0 1,-1-1,-1 2,6 10,-5 1,-2 0,0 1,-2 0,-1 0,-1 1,-2-1,-1 1,-1 0,-2 7,-5 58,-4-1,-9 23,-12 58,1-11,-6 138,35-292,0 0,0 0,0 1,0-1,2 0,-1 0,1 0,1 0,-1 0,2 0,-1 0,2 0,-1-1,1 1,2 1,20 4,-13-14</inkml:trace>
  <inkml:trace contextRef="#ctx0" brushRef="#br2" timeOffset="-64648.955">170 8201,'-49'-295,"47"311,45 294,1 213,-40-455</inkml:trace>
  <inkml:trace contextRef="#ctx0" brushRef="#br2" timeOffset="-64209.254">303 8468,'7'1,"-1"-1,0 1,0 0,1 0,-1 1,0 0,0 0,0 0,0 1,-1 0,1 0,-1 0,0 1,0-1,0 1,0 1,0-1,-1 1,0 0,0 0,0 0,-1 0,0 1,0-1,1 3,7 18,0 0,-2 0,-1 1,-1 1,-1 3,-2-13,17 42,-20-60,1 0,-1 0,1 0,-1 0,0 0,1-1,-1 1,0-1,0 1,1-1,-1 1,0-1,0 0,0 1,0-1,0 0,0 0,0 0,0 0,0 0,0 0,0 0,0 0,-1-1,1 1,-1 0,1 0,-1-1,1 1,-1 0,1-1,-1 0,0 2,14-33,-1 0,-2-1,-2 0,-1-1,-2 0,3-34,-10 81,0 17,1 0,1-1,2 1,5 23,-7-45,0-1,1 0,0 1,0-1,0 0,1-1,0 1,0 0,0-1,1 1,0-1,0 0,0-1,1 1,-1-1,1 1,0-1,1-1,-1 1,0-1,1 0,0 0,0-1,4 2,21 0,-2-6</inkml:trace>
  <inkml:trace contextRef="#ctx0" brushRef="#br2" timeOffset="-63773.943">811 8281,'29'1,"0"-2,0-1,0-1,-1-1,0-2,0-1,0-1,5-3,-8 3,0-1,-1-1,0-1,-1-1,-1-1,0-1,15-13,-29 22,-2-1,1 0,0-1,-1 1,0-1,-1-1,0 1,0-1,0 0,-1 0,0 0,-1 0,0-1,0 0,0 1,-2-1,1 0,-1 0,0 0,-1-1,0 1,0 0,-2-6,0 5,0 0,-1 0,0 0,-1 1,0 0,0-1,-1 1,0 1,-5-6,9 11,-1 1,1 0,-1-1,0 1,0 0,0 0,0 0,0 0,-1 1,1-1,-1 1,1-1,-1 1,1 0,-1 0,0 0,1 0,-1 0,0 1,0-1,0 1,0 0,1 0,-1 0,0 0,0 0,0 1,0-1,0 1,1 0,-1 0,0 0,1 0,-1 0,-1 1,-5 5,1 1,-1 0,1 0,1 1,0 0,0 0,1 0,0 1,0 0,1 0,1 1,0-1,0 1,1 1,-14 39,2 2,3-1,2 2,2-1,3 1,2 0,3 53,13 64,29 144,-36-277,0-2,6 39,-3 1,0 66,-13-102,-1-14</inkml:trace>
  <inkml:trace contextRef="#ctx0" brushRef="#br2" timeOffset="-63278.255">758 8816,'53'-33,"2"3,1 3,1 1,1 4,58-15,-113 35,28-8,72-15,-101 26,0-1,0 1,-1 0,1 0,-1 0,1 0,-1 1,1-1,-1 0,0 1,1-1,-1 1,0-1,0 1,0-1,0 1,-1 0,1-1,0 1,-1 0,1 0,-1 0,1 0,-1-1,0 1,0 0,0 0,0 0,0 0,0 0,-1 0,1-1,-1 1,1 0,-1 0,0 0,1-1,-1 1,0 0,0-1,0 1,-1 0,-1 10,2-9,0 0,0 0,0 1,0-1,0 1,1-1,0 0,0 1,0-1,0 1,0-1,1 1,-1-1,1 0,0 1,0-1,0 0,1 0,-1 1,1-1,0 0,0-1,0 1,0 0,0 0,0-1,1 0,0 1,-1-1,1 0,2 1,3 1,0-1,0 1,0-2,0 1,1-1,-1-1,1 0,0 0,-1 0,1-1,0 0,-1-1,1 0,1-1,-6 2,0-1,0 0,0 0,-1 0,1-1,0 1,-1-1,1 0,-1 0,1 0,-1 0,0-1,0 1,0-1,0 0,-1 0,1 0,-1 0,0 0,1-1,-1 1,-1 0,1-1,0 0,-1 0,0 1,0-1,0 0,0 0,-1 0,0-2,-1-2,0 0,-1 0,0 0,-1 0,0 0,0 1,-1-1,0 1,0 0,-1 0,1 0,-2 1,1 0,-1 0,0 0,0 0,0 1,-1 0,0 0,0 1,0 0,0 0,-1 1,0 0,1 0,-1 1,0 0,0 0,-1 1,-3 0,10 0,1 0,-1 1,0-1,1 1,-1 0,0-1,0 1,1 0,-1 0,0 0,0 0,0 0,1 1,-1-1,0 1,1-1,-1 1,0-1,1 1,-1 0,1 0,-1 0,1 0,-1 0,1 0,0 0,-1 0,1 1,0-1,0 0,0 1,0-1,0 1,0-1,0 1,1 0,-1-1,1 1,-1 0,1-1,-1 1,1 0,0 0,0-1,0 1,0 0,0 0,0-1,1 1,-1 0,0 0,1-1,0 1,-1-1,1 1,0 0,0-1,0 1,0-1,1 2,7 3,0 0,0-1,1 0,0-1,0 0,1 0,-1-1,1 0,-1-1,1-1,0 1,0-2,9 1,11 0</inkml:trace>
  <inkml:trace contextRef="#ctx0" brushRef="#br2" timeOffset="-61336.627">1640 8668,'32'-146,"-28"134,-1 0,0 0,0-1,-1 1,-1-1,0 1,0-1,-2 0,1 1,-2-1,0 1,0-1,-1 1,0 0,-5-10,8 21,-1 0,1 0,-1 0,1 0,-1 0,1 0,-1 0,0 0,0 0,1 0,-1 0,0 1,0-1,0 0,0 1,0-1,0 0,0 1,0-1,0 1,0 0,0-1,0 1,-1 0,1 0,0-1,0 1,0 0,0 0,-1 0,1 0,0 1,0-1,0 0,0 0,0 1,0-1,-1 1,1-1,0 1,0-1,0 1,0 0,1-1,-1 1,0 0,0 0,0 0,1 0,-1-1,0 1,1 0,-1 0,0 0,1 1,0-1,-1 0,2 2,-1-1,1 0,0 0,0 0,0 0,0 0,0 0,1 0,-1 0,0 0,1-1,0 1,-1-1,1 1,0-1,0 1,0-1,-1 0,1 0,1 0,-1 0,0 0,0-1,0 1,0-1,1 1,-1-1,0 0,0 0,1 0,-1 0,61 6,32 8,-90-10,0 1,0-1,-1 1,1 0,-1 0,0 0,-1 1,0 0,1-1,-2 1,1 0,-1 1,0-1,0 0,0 0,-1 1,0-1,-1 1,1 0,-1-1,-1 1,1-1,-1 1,0 2,1 0,0 6,8 76,-7-89,-1 0,1 1,0-1,0 0,0 1,0-1,0 0,1 0,-1 0,0 0,1 0,0 0,0 0,-1 0,1-1,0 1,0-1,0 1,1-1,-1 0,0 0,0 0,1 0,-1 0,0-1,1 1,-1-1,1 1,-1-1,1 0,-1 0,1 0,0 0,6-3,0 0,0 0,0 0,-1-1,1-1,-1 1,0-1,0-1,-1 1,0-1,0-1,0 1,-1-1,1 0,-2-1,1 1,-1-1,0 0,-1-1,3-6,-1 1,0-1,-1 0,-1 0,0 0,-1-1,-1 0,0 1,0-15,-3 42,0 6,1 0,0 0,1 0,1 0,0 0,2 0,0 0,1-1,1 0,7 16,-12-31,0 0,0 0,1 0,-1-1,1 1,-1 0,1 0,0-1,0 1,-1-1,1 0,0 1,0-1,0 0,1 0,-1 0,0-1,0 1,0 0,1-1,-1 0,0 1,1-1,-1 0,0 0,1 0,-1 0,0-1,1 1,-1-1,0 1,0-1,0 0,1 0,-1 0,0 0,0 0,0 0,1-2,5-3,0 0,0 0,-1-1,0 0,0 0,-1-1,0 0,5-7,-3-1,0 1,0-2,-2 1,0-1,-1 0,0 0,-2-1,0 1,-1-1,-1 1,0-1,-1-2,-6-9,7 29,-1 0,0 1,0-1,0 0,0 1,0-1,0 1,0-1,0 0,0 1,0-1,0 0,0 1,0-1,0 0,0 1,-1-1,1 0,0 1,0-1,0 0,0 1,-1-1,1 0,0 1,0-1,-1 0,1 0,0 1,-1-1,1 0,0 0,0 0,-1 0,1 1,0-1,-1 0,1 0,-1 0,1 0,0 0,-1 0,1 0,0 0,-1 0,1 0,0 0,-1 0,1 0,-1 0,1 0,0 0,-1 0,1-1,0 1,-1 0,1 0,0 0,0-1,-1 1,1 0,0 0,-1-1,1 1,0 0,0 0,0-1,-1 1,1 0,0-1,-5 13,1 0,1 1,-1-1,2 1,0-1,0 1,1 0,1-1,0 1,1 0,0 0,1-1,1 1,2 7,-4-17,1 1,-1 0,1 0,0-1,0 1,0-1,1 0,-1 0,1 0,0 0,0 0,0 0,0-1,0 1,1-1,-1 0,1 0,0 0,-1-1,1 1,0-1,0 0,0 0,0 0,0 0,0-1,0 0,0 0,0 0,1 0,2-1,0 0,1 0,-1 0,0-1,0 0,0-1,0 0,0 0,0 0,-1-1,1 0,-1 0,0 0,-1-1,1 0,1-1,1-5,-1 0,0 0,-1-1,0 0,0 0,-1 0,-1-1,0 0,-1 0,0 0,-1 0,-1 0,0 0,0 0,-1-1,-1 1,-1-6,-5-6,7 25,1 1,-1-1,0 0,0 1,0-1,0 0,0 1,0-1,0 0,0 1,0-1,0 0,0 1,0-1,0 0,0 0,-1 1,1-1,0 0,0 1,0-1,0 0,-1 0,1 1,0-1,0 0,0 0,-1 1,1-1,0 0,0 0,-1 0,1 0,0 1,0-1,-1 0,1 0,0 0,-1 0,1 0,0 0,-1 0,1 0,0 0,-1 0,1 0,0 0,-1 0,1 0,0 0,0 0,-1 0,1 0,0 0,-1 0,1-1,0 1,0 0,-1 0,1 0,0 0,0-1,-1 1,1 0,0 0,0-1,0 1,-1 0,-2 8,1 1,0-1,0 1,1 0,0 0,0 0,1 0,0 0,1 0,0 0,0 0,1-1,0 1,1 0,0 0,0-4,0-1,0 0,0 1,1-1,0 0,0-1,0 1,0-1,0 1,1-1,0-1,-1 1,1-1,0 1,0-1,0-1,1 1,-1-1,5 1,105 6,-93-8,-1-1,1-1,-1-1,1 0,-1-2,0-1,-1 0,1-1,-1-2,-1 0,17-10,-34 18,1 0,-1-1,0 1,0-1,0 1,0-1,0 1,0-1,-1 0,1 0,0 0,-1 0,0 0,1-1,-1 1,0 0,0-1,0 1,0 0,-1-1,1 1,-1-1,0 1,1-1,-1 0,0 1,0-1,-1 1,1-1,0 1,-1-1,0 1,1-1,-1 1,0 0,0-1,-1 1,1 0,0 0,-1 0,0-2,-6-2,1 1,-1-1,0 2,0-1,0 1,0 0,-1 0,0 1,0 0,0 1,0 0,0 1,0-1,0 2,-1-1,1 1,0 1,-1 0,1 0,0 1,0 0,0 0,-2 2,7-2,-1-1,1 1,0 1,0-1,1 1,-1-1,0 1,1 0,0 0,0 1,0-1,0 1,0-1,1 1,-1 0,1 0,0 0,0 0,1 0,-1 1,1-1,0 0,0 1,0-1,1 1,0-1,0 1,0 0,0-1,0 1,1-1,0 1,0-1,0 0,1 1,1 1,2-2,1 0,-1 0,1 0,1-1,-1 0,0 0,1 0,0-1,-1 0,1-1,0 1,0-1,0-1,0 1,0-1,0 0,0-1,0 0,0 0,-1 0,1-1,0 0,0 0,3-1,-1 0,1-1,-1 0,0-1,0 0,0 0,-1-1,0 0,0 0,0-1,-1 0,0-1,0 1,-1-1,0-1,0 1,2-6,-6 71,-2-54,-1 1,1-1,-1 0,1 0,0 1,1-1,-1 0,0 0,1 1,0-1,0 0,0 0,0 0,0 0,1 0,-1 0,1 0,0 0,0-1,0 1,0 0,0-1,0 0,1 0,-1 0,1 0,0 0,0 0,-1 0,1-1,0 0,0 1,1-1,-1 0,0 0,0-1,3 1,2-3,-1 0,0 0,1-1,-1 0,0-1,-1 1,1-1,-1-1,1 1,-1-1,-1 0,1 0,-1-1,0 0,0 0,0 0,-1 0,0-1,0 1,-1-1,2-5,11-28,-2 0,-2 0,-2-1,-2-1,-1 1,-2-1,-3 0,0-1,-5-25,4 43,-3-390,2 395,1 14,-1 1,0-1,0 0,-1 1,1-1,-1 0,0 1,-1-1,1 1,-1 0,-2-6,-8 16,-15 90,18-44,2 0,3 0,2 0,2 1,2-1,3 0,1 0,3 0,3-1,1-1,2 0,3-1,22 43,-34-79,0-1,1-1,0 1,1-1,0 0,1-1,0 0,1 1,-7-8,-1 0,1 1,0-2,0 1,0 0,0-1,0 1,1-1,-1 0,0 0,1 0,-1 0,0-1,1 0,-1 1,1-1,-1 0,1-1,-1 1,1 0,-1-1,0 0,1 0,-1 0,0 0,0-1,0 1,1-1,-2 0,1 0,2-1,8-9,-1 0,0-1,-1 0,-1 0,0-1,-1-1,0 1,-1-1,-1-1,5-14,29-54,-41 85,1-1,-1 1,0-1,0 1,1-1,-1 1,0-1,1 0,-1 1,0-1,1 1,-1-1,1 0,-1 1,0-1,1 0,-1 0,1 0,-1 1,1-1,-1 0,1 0,-1 0,1 0,-1 0,1 0,-1 0,1 0,0 0,-1 0,1 0,-1 0,1 0,-1 0,1 0,-1-1,1 1,-1 0,1 0,-1 0,0-1,1 1,-1 0,1-1,-1 1,0-1,1 1,-1 0,0-1,1 1,-1-1,0 1,0-1,1 1,-1-1,0 1,0-1,0 1,0-1,0 1,1-1,-1 1,0-1,0 1,0-1,-1 1,1-1,0 1,0-1,-4 78,2 18,3-92,0 0,0 0,1-1,-1 1,1-1,-1 1,1-1,0 0,0 0,0 1,0-1,0 0,1-1,-1 1,0 0,1-1,-1 1,1-1,0 0,0 0,-1 0,1 0,0 0,0-1,0 1,0-1,0 0,0 0,-1 0,1 0,0-1,1 1,24-3</inkml:trace>
  <inkml:trace contextRef="#ctx0" brushRef="#br2" timeOffset="-61085.014">3900 7934,'-14'-9,"-6"-8,-5-3,0 0,-1 0,5 5</inkml:trace>
  <inkml:trace contextRef="#ctx0" brushRef="#br2" timeOffset="-60833.301">3378 7760,'2'-9,"13"-8,16-3,20-3,17 1,12 1,7 5,-2 6,-16 6</inkml:trace>
  <inkml:trace contextRef="#ctx0" brushRef="#br2" timeOffset="-60623.274">4033 8161,'18'-5,"0"-1,-1-1,0-1,0 0,-1-1,0-1,0-1,-1 0,0-1,-1 0,-1-1,0-1,-1 0,0 0,-1-2,-1 1,0-1,-1-1,3-8,-10 20,0 1,0-1,0 0,0 1,-1-1,0 0,0 0,0 0,-1 0,0 0,0 0,0 0,0 1,-1-1,0 0,0 0,0 0,0 0,-1 1,0-1,0 1,0-1,-1 1,1 0,-1 0,0 0,-2-2,3 5,-1 0,1 1,-1-1,1 0,-1 1,0-1,0 1,1 0,-1 0,0 0,1 0,-1 1,0-1,1 1,-1-1,0 1,1 0,-1 0,1 0,0 0,-1 1,1-1,0 1,-1-1,1 1,0 0,-50 53,44-44,1 1,0 0,1 0,1 0,0 0,0 1,1 0,1 0,0 0,0 12,2-18,1-1,-1 0,2 0,-1 1,1-1,0 0,0 0,0 0,1 0,0 0,0 0,1 0,0-1,0 1,0-1,0 0,1 0,0 0,0 0,0-1,1 1,0-1,0 0,2 1,12 4,1 0,0-1,1-1,0-1,0-1,0-1,0-1,1 0,-1-2,1-1,0 0,12-3,37-2</inkml:trace>
  <inkml:trace contextRef="#ctx0" brushRef="#br2" timeOffset="-59504.747">438 9537,'0'-2,"-1"-1,1 1,0-1,-1 1,1 0,-1-1,0 1,0-1,0 1,0 0,0 0,0-1,-1 1,1 0,-1 0,1 0,-1 1,0-1,0 0,0 1,0-1,0 1,0-1,0 1,-1 0,1 0,0 0,-1 0,1 0,0 1,-1-1,1 1,-1 0,1-1,-4 1,0-1,1 1,-1 0,0 0,1 1,-1-1,1 1,-1 0,1 1,-1-1,1 1,0 0,-1 1,-3 2,4-2,0 1,0 0,0 0,0 1,1-1,0 1,0 0,0 0,1 0,-1 1,1-1,0 1,1 0,-1 0,1 0,1 0,-1 0,1 0,0 0,0 1,1-1,0 0,0 1,0-1,1 0,0 0,0 1,0-1,1 0,0 0,0 0,1 0,0-1,0 1,0-1,1 1,-1-1,1 0,0-1,1 1,-1-1,1 1,0-1,0-1,3 2,1-1,1 0,-1-1,1 0,0-1,0 0,0 0,0-1,1-1,-1 0,0 0,0-1,0 0,0-1,0 0,0-1,0 1,0-2,-1 0,0 0,0-1,4-2,1-1,0 0,-1-2,0 1,0-2,-1 0,-1 0,0-1,0-1,-1 1,-1-2,0 1,-1-1,1-4,-6 13,-1-1,0 0,0 0,0 0,-1 0,0-1,0 1,-1 0,1 0,-2-1,1 0,0 5,0 0,-1 0,1-1,-1 1,0 0,1 0,-1 0,0 0,0 0,0 0,-1 0,1 1,0-1,-1 0,1 0,-1 1,0-1,1 1,-1 0,0-1,0 1,0 0,0 0,0 0,0 0,0 1,0-1,0 1,0-1,0 1,-1-1,0 1,-1 0,1 0,-1 0,1 1,-1-1,1 1,0 0,-1 0,1 0,0 0,0 1,-1-1,1 1,0 0,0-1,1 1,-1 1,0-1,1 0,-1 1,1-1,0 1,0 0,0 0,0 0,0 0,1 0,-1 0,1 0,0 2,-2 1,0 1,1 0,0 1,1-1,-1 0,1 0,1 1,-1-1,1 0,1 1,-1-1,1 0,1 5,0-7,0-1,0 1,0 0,1-1,0 1,0-1,0 0,0 0,0 0,1 0,0-1,0 1,0-1,0 0,0 0,1-1,-1 1,1-1,-1 0,1 0,4 1,109 13,25-34,-77 3</inkml:trace>
  <inkml:trace contextRef="#ctx0" brushRef="#br2" timeOffset="-59081.012">1653 8990,'0'22,"0"20,0 13,0 9,0 5,0 3,3-3,4-6,7-9,9-9,10-13,11-11,7-10,6-10,1-13,-6-11,-11-2</inkml:trace>
  <inkml:trace contextRef="#ctx0" brushRef="#br2" timeOffset="-58830.983">1426 9257,'23'-3,"21"-4,19-9,14-8,11-4,4-3,-15 5</inkml:trace>
  <inkml:trace contextRef="#ctx0" brushRef="#br2" timeOffset="-58253.829">2015 9565,'8'-12,"0"1,0-1,-2 0,1-1,-2 0,0 0,0 0,-1-1,-1 1,0-1,-1 0,0 0,-1 0,-1 0,0 0,-1 0,-1 0,0 0,0 0,-2 1,0-1,0 1,-1 0,-1 0,0 0,-1 1,0 0,-3-1,41 9,174 7,-201-4,0 0,0 1,0 0,1 0,-1 0,0 0,0 0,0 1,0 0,0 0,0 0,0 0,0 0,0 1,0 0,-1 0,1 0,-1 0,1 1,-1-1,0 1,0 0,0 0,0 0,0 0,1 3,-1 5,0-1,-1 1,-1-1,0 1,0 0,-1-1,0 1,-1 0,0-1,-1 1,-2 5,-3 42,7-56,0 1,0-1,0 0,0 0,0 1,1-1,-1 0,0 0,1 0,0 1,0-1,-1 0,1 0,0 0,1 0,-1 0,0 0,1-1,-1 1,1 0,-1-1,1 1,0-1,-1 1,1-1,0 0,0 0,0 0,0 0,0 0,0 0,1-1,-1 1,0-1,0 1,0-1,1 0,-1 0,12 0,-1-1,1-1,-1-1,0 0,0 0,0-1,0-1,-1 0,0-1,0 0,0-1,-1 0,0-1,0 0,-1-1,0 0,-1-1,0 0,0 0,-1-1,0 0,0-2,-2 5,0-1,-1 0,0 0,-1 0,0-1,0 0,-1 1,-1-1,1 0,-2-1,1 1,-1 0,-1-1,0-3,0 13,0 0,0-1,0 1,-1 0,1 0,0 0,-1-1,1 1,-1 0,0 0,1 0,-1 0,0 0,1 0,-1 0,0 0,0 0,0 0,0 1,0-1,0 0,0 1,0-1,0 0,0 1,0-1,-1 1,1 0,0-1,0 1,0 0,-1 0,1 0,0 0,0 0,-1 0,1 0,0 0,0 0,-1 1,1-1,0 0,0 1,0-1,0 1,0-1,-1 1,1 0,0 0,0-1,1 1,-1 0,0 0,0 0,0 0,0 0,1 0,-1 0,0 0,1 0,-1 0,1 1,-5 5,1-1,0 1,0 0,1 0,-1 0,2 1,-1-1,1 1,0 0,1-1,0 1,0 0,0 0,1 0,1 0,-1 0,1 0,0-1,1 1,0 0,0-1,1 1,0-1,0 0,1 0,1 3,2-4,0-1,0 0,1 0,0-1,-1 0,1 0,1 0,-1-1,0-1,1 0,0 0,-1 0,1-1,0 0,0-1,0 0,-1-1,1 1,0-2,0 1,-1-1,1 0,7-4,23-9</inkml:trace>
  <inkml:trace contextRef="#ctx0" brushRef="#br2" timeOffset="-57270.336">2951 8776,'-8'24,"2"0,0 1,2 0,0 1,2-1,1 0,1 1,1-1,2 1,0-1,1 0,2 0,0-1,3 4,-7-22,0 0,0 0,1-1,-1 0,1 1,0-1,0 0,1 0,0 0,0-1,0 0,0 1,5 2,-7-7,0 0,0 0,1 0,-1 0,0-1,0 1,1-1,-1 1,0-1,0 0,0 0,0 0,0 0,0 0,0 0,0 0,-1-1,1 1,0-1,-1 1,1-1,-1 0,1 0,-1 1,0-1,0 0,0 0,0 0,0-1,0 1,-1 0,1 0,-1 0,1-1,1-1,6-13,-5 9,0 0,1 0,0 0,1 0,-1 1,1 0,1 0,0 0,0 0,0 1,1 0,5-4,-11 9,1 1,-1-1,1 0,-1 1,1-1,-1 1,1 0,0-1,-1 1,1 0,-1 0,1 0,0 0,-1 0,1 0,-1 1,1-1,-1 0,1 1,-1-1,1 1,-1 0,1-1,-1 1,0 0,1 0,-1 0,0 0,0 0,1 0,-1 0,0 1,0-1,-1 0,2 2,22 51,-20-45,-1 0,-1 0,1 0,-1 0,-1 1,0-1,0 1,-1-1,0 0,0 1,-1-1,-1 1,1-1,-2 0,1 0,-1 0,0 0,-1 0,0-1,-1 1,-3 3,8-11,-1 0,1 0,-1 0,0 0,1 0,-1-1,0 1,0 0,0-1,0 1,1 0,-1-1,0 1,0-1,0 0,0 1,0-1,0 0,0 1,0-1,-1 0,1 0,0 0,0 0,0 0,0 0,0 0,0 0,0-1,0 1,0 0,0-1,0 1,0 0,0-1,0 1,0-1,0 0,0 1,1-1,-1 0,0 0,0 1,1-1,-1 0,0 0,1 0,-12-51,17 35,0 0,2 1,0 0,0 0,2 0,0 1,1 0,0 1,1 0,0 1,2 0,-1 1,1 0,1 1,15-10,-25 18,47-30,-50 32,0 0,0 1,1-1,-1 1,0 0,1-1,-1 1,0 0,1 0,-1-1,0 1,1 0,-1 0,0 1,1-1,-1 0,0 0,0 1,1-1,-1 1,0-1,0 1,1-1,-1 1,0 0,0-1,0 1,0 0,0 0,0 0,0 0,0 0,0 0,-1 0,1 0,0 1,-1-1,1 0,-1 0,1 1,14 60,-16-56,1-1,1 1,-1-1,1 1,0 0,0-1,1 0,-1 1,1-1,0 0,1 0,-1 0,1 0,0 0,1 0,-1-1,1 0,-1 1,1-1,1-1,-1 1,0-1,1 1,0-1,0-1,1 2,-1-3,-1-1,1 1,-1-1,0 0,1 0,-1-1,1 1,-1-1,0 0,0 0,1 0,-1-1,0 0,0 0,0 0,0 0,-1 0,1-1,0 1,-1-1,0 0,0 0,0-1,1 0,4-5,0-1,0-1,-1 0,-1 0,0 0,0-1,3-9,21-114,-31 139,0 1,0 0,1 0,0 0,0-1,0 1,0 0,1 0,0 0,0-1,0 1,1 0,-1-1,1 1,0-1,0 0,1 0,-1 1,1-1,0-1,0 1,0 0,1-1,-1 0,1 0,0 0,0 0,0 0,0-1,0 0,3 2,-1-3,0 1,1-1,-1 0,0-1,0 1,1-1,-1-1,0 1,0-1,1 0,-1 0,0-1,0 0,0 0,0 0,-1-1,1 0,-1 0,1 0,-1-1,0 0,0 0,-1 0,1 0,-1-1,0 0,0 1,0-2,-1 1,0 0,0-1,0 0,-1 1,1-1,-1 0,-1 0,1 0,-1-1,0 0,3-110,21 257,-23-135,-1 1,1-1,1 1,-1-1,1 0,0 0,0 0,1 0,-1-1,1 1,0-1,0 0,0 0,1 0,0-1,-1 0,1 0,0 0,1 0,-1-1,0 1,1-2,-1 1,6 1,48-13,-35-4</inkml:trace>
  <inkml:trace contextRef="#ctx0" brushRef="#br2" timeOffset="-57004.13">3993 8562,'-12'-4,"0"2,3 5,10 3,9 3,4 1</inkml:trace>
  <inkml:trace contextRef="#ctx0" brushRef="#br2" timeOffset="-56755.014">4220 8870,'22'-16,"10"-5,-1-2,-1-1,-2-2,20-22,-41 41,-2-1,1 0,-1 0,0 0,-1-1,0 0,0 0,-1 0,0 0,-1 0,0-1,0 1,-1-1,0 0,-1 1,0-1,0 0,-2-6,2 14,-1 0,0 0,0 0,1 0,-1 0,-1 0,1 0,0 0,0 0,-1 0,1 0,-1 1,1-1,-1 1,0-1,0 1,1-1,-1 1,0 0,0 0,0 0,0 0,-1 1,1-1,0 0,0 1,0-1,-1 1,1 0,0 0,-1 0,1 0,0 0,0 1,-1-1,1 1,0-1,0 1,0 0,0-1,0 1,0 1,0-1,0 0,0 0,0 1,0-1,1 1,-1-1,1 1,-1 0,1 0,-1-1,1 2,-6 6,0 1,1 0,0 0,0 0,1 1,0 0,1 0,1 0,0 1,0-1,1 1,0 0,1 0,1-1,0 1,1 7,0-12,0 0,1 0,0-1,0 1,1-1,0 0,0 0,0 0,1 0,0 0,0-1,1 0,-1 0,1 0,0 0,0-1,1 1,-1-1,1-1,0 1,0-1,0 0,1 0,-1-1,6 1,10 4,0-2,1 0,0-1,0-2,0 0,0-2,3 0,62-7,-8-4</inkml:trace>
  <inkml:trace contextRef="#ctx0" brushRef="#br2" timeOffset="-55750.242">223 10233,'-4'-4,"0"0,0 0,0 1,-1-1,0 1,1 0,-1 0,0 1,-1 0,1 0,0 0,-1 0,1 1,-1 0,1 0,-1 0,1 1,-1 0,0 0,1 0,-1 1,1 0,-1 0,1 0,-1 1,1 0,0 0,-1 0,1 1,0-1,1 1,-1 0,0 1,-3 3,4-2,0 0,0 0,0 0,1 1,-1-1,1 1,1 0,-1 0,1 0,0 0,1 0,-1 0,1 1,0-1,1 5,0-9,0 1,0 0,0-1,0 1,1 0,-1 0,1-1,0 1,-1-1,1 1,1-1,-1 1,0-1,0 1,1-1,0 0,-1 0,1 0,0 0,0 0,0 0,0-1,0 1,1 0,-1-1,0 0,1 0,-1 1,1-2,0 1,-1 0,1 0,-1-1,1 1,0-1,0 0,1 0,9-1,-1-1,1-1,-1 0,0 0,1-1,-2-1,1 0,0-1,-1 0,0-1,-1 0,1 0,-2-1,1-1,-1 1,0-2,4-5,-4 7,-1-1,1 0,-2 0,1-1,-1 0,-1 0,0-1,0 0,-1 0,0 0,-1-1,-1 1,1-1,-1-5,-3 18,-1 0,1 0,0-1,-1 1,1 0,-1-1,1 1,-1 0,1-1,-1 1,0-1,1 1,-1-1,0 1,1-1,-1 0,0 1,0-1,1 0,-1 1,0-1,0 0,0 0,1 0,-1 0,0 1,0-1,0 0,1-1,-1 1,0 0,0 0,0 0,1 0,-1-1,0 1,0 0,1-1,-1 1,0 0,0-1,1 1,-1-1,0 1,1-1,-1 0,1 1,-1-1,1 0,-1 1,1-1,0 0,-1 1,1-1,0 0,-1 0,1 0,0 1,0-1,0 0,0 0,-1 0,1 1,0-1,1 0,-1 0,0 0,0 0,-5 7,1 1,-1 0,1 0,1 0,-1 0,1 1,0 0,1-1,0 1,0 0,1 0,0 0,0 0,1 0,0 1,0-1,1 0,0 0,1 0,-1 0,3 4,-2-8,1-1,-1 0,1 1,0-1,0-1,0 1,0 0,1-1,-1 1,1-1,-1 0,1 0,0-1,0 1,-1-1,1 0,0 0,0 0,1 0,-1-1,4 1,86-10,-52-3</inkml:trace>
  <inkml:trace contextRef="#ctx0" brushRef="#br2" timeOffset="-55436.519">651 10099,'50'-42,"-20"19,-1-1,-2-1,0-1,-2-2,-1 0,-1-2,12-21,-12-12,-22 62,-1-1,1 1,-1-1,0 1,1-1,-1 1,0-1,0 0,0 1,0-1,-1 1,1-1,0 0,-1 1,1-1,-1 1,1-1,-1 1,0-1,1 1,-1 0,0-1,0 1,0 0,0 0,0 0,-1-1,1 1,0 0,0 1,-1-1,1 0,-1 0,1 0,0 1,-1-1,0 1,1-1,-1 1,-3 1,0 0,0 0,0 0,-1 1,1-1,0 1,1 1,-1-1,0 1,1-1,-1 2,1-1,0 0,0 1,0-1,1 1,-1 0,1 1,0-1,0 0,0 1,1 0,0 0,-2 2,-12 32,1 1,1 0,2 1,3 0,1 0,1 1,3 0,1 8,-1-8,-48 403,38-359</inkml:trace>
  <inkml:trace contextRef="#ctx0" brushRef="#br2" timeOffset="-55080.096">397 10540,'28'-28,"0"2,2 0,1 3,1 0,30-15,-33 20,181-107,133-54,-249 138,-94 41,0 0,1-1,-1 1,0 0,1-1,-1 1,1 0,-1-1,1 1,-1 0,1 0,-1 0,1-1,-1 1,1 0,-1 0,1 0,-1 0,1 0,-1 0,1 0,-1 0,1 0,-1 0,1 0,-1 0,1 1,-1-1,1 0,-1 0,1 0,-1 1,0-1,1 0,-1 1,1-1,-1 0,0 1,1-1,-1 0,0 1,1-1,-1 1,0-1,1 1,-1-1,0 1,0-1,0 1,0-1,1 1,-1-1,0 1,0-1,0 1,0-1,0 1,0-1,0 1,-1-1,1 1,-16 31,13-25,-32 74,34-79,1 0,-1 0,1 0,0 0,-1 0,1 0,0 0,0 0,1 1,-1-1,0 0,1 0,-1 0,1 0,0 0,0 0,-1 0,1-1,1 1,-1 0,0 0,0-1,1 1,-1-1,0 1,1-1,0 1,-1-1,1 0,0 0,0 0,0 0,-1 0,1 0,0 0,0-1,0 1,1-1,-1 1,20 2,-3-1</inkml:trace>
  <inkml:trace contextRef="#ctx0" brushRef="#br2" timeOffset="-54918.523">1400 9805,'-14'0,"-4"3,3 2,9 3,11 0,6-1</inkml:trace>
  <inkml:trace contextRef="#ctx0" brushRef="#br2" timeOffset="-54436.407">1788 9926,'-20'-4,"0"2,0 0,0 2,0 0,0 1,1 1,-1 1,0 0,1 2,0 0,0 1,0 1,1 1,0 1,-8 4,-13 22,39-34,-1-1,0 1,0 0,1 0,-1 0,0 0,1 0,-1 0,1 0,-1 0,1 0,-1 0,1 0,0 1,0-1,-1 0,1 0,0 0,0 0,0 0,0 1,0-1,1 0,-1 0,0 0,1 0,-1 0,0 0,1 1,-1-1,1 0,0 0,-1 0,1-1,0 1,-1 0,1 0,0 0,0 0,0-1,0 1,7 3,0-1,0 0,0-1,0 0,0 0,1-1,-1 0,0 0,1-1,-1 0,4-1,2 1,108 1,-119 0,0 1,-1-1,1 1,0 0,-1-1,1 1,-1 0,0 1,1-1,-1 0,0 1,0-1,-1 1,1-1,0 1,-1 0,0 0,1 0,-1 0,-1 0,1 0,0 0,-1 0,1 0,-1 0,0 0,0 1,0-1,0 0,-1 0,1 0,-1 0,0 0,0 0,0 0,-1 1,0 17,2-11,0 1,0-1,1 0,0 1,1-1,0 0,1 0,0 0,0 0,5 8,-6-15,-1 0,1 1,-1-1,0 0,1 0,-2 1,1-1,0 0,-1 1,1-1,-1 1,0-1,0 0,0 1,-1-1,1 1,-1-1,0 0,0 1,0-1,0 0,-1 0,1 0,-1 1,0-2,0 1,0 0,-1 1,-8 6,1-1,-2-1,1 0,-1 0,0-1,-1-1,0 0,0-1,0 0,-1-1,1 0,-1-1,0-1,0 0,0-1,-4 0,-4-2</inkml:trace>
  <inkml:trace contextRef="#ctx0" brushRef="#br2" timeOffset="-53785.702">2121 10019,'-8'-4,"0"0,-1 1,0 0,1 1,-1 0,0 1,0-1,0 2,0-1,0 1,0 1,0-1,0 2,0-1,0 1,0 1,0-1,1 1,-1 1,1 0,0 0,0 0,1 1,-1 1,1-1,0 1,0 0,1 1,0-1,0 1,1 0,-1 1,-2 6,7-13,0 1,0 0,1-1,-1 1,1 0,-1 0,1 0,-1 0,1-1,0 1,0 0,0 0,0 0,0 0,0 0,1-1,-1 1,1 0,-1 0,1 0,0-1,0 1,-1 0,1-1,0 1,0 0,1-1,-1 0,0 1,0-1,1 0,-1 1,1-1,-1 0,1 0,0 0,-1 0,1-1,0 1,0 0,-1-1,1 1,1-1,4 2,0 0,1-1,-1 0,1 0,0 0,-1-1,1 0,-1-1,1 0,3-1,-1 0,-1-1,1 0,0-1,-1 0,0-1,0 1,-1-2,1 1,-1-1,0-1,0 1,-1-1,0-1,0 1,-1-1,0 0,0-1,5 49,-10-34,1-1,-1 1,1-1,0 0,1 1,0-1,-1 0,2-1,-1 1,0 0,1-1,0 0,0 0,0 0,1 0,-1-1,1 1,0-1,0 0,0-1,0 1,0-1,1 0,-1 0,1-1,-1 0,1 0,0 0,0-1,-1 1,3-1,9-3,1 1,-1-2,0-1,-1 0,1-1,-1 0,0-1,0-1,-1-1,0 0,-1-1,0-1,0 0,-2-1,1 0,-1-1,-1 0,0-1,-1 0,0-1,2-7,4-8,-3 0,0-1,-2-1,-1 0,-2-1,-1 1,-1-1,-2-1,-1 1,-2-5,-3 7,-4 24,1 22,-2 21,2 1,2 0,2 0,1-1,2 7,-2-24,0 0,2 0,0-1,1 1,1-1,1 0,0 0,1 0,1-1,1 0,1 0,0-1,1 0,1-1,0 0,1 0,4 3,7-1</inkml:trace>
  <inkml:trace contextRef="#ctx0" brushRef="#br2" timeOffset="-53296.264">2256 9859,'32'1,"0"-1,0-2,-1-1,1-2,3-1,-8 1,111-22,99-13,-234 40,0-1,-1 0,1 1,0-1,-1 1,1 0,0 0,0 0,-1 0,1 0,0 1,-1-1,1 1,0 0,-1 0,1 0,-1 0,1 0,-1 0,0 1,1-1,-1 1,0 0,0-1,0 1,0 0,0 0,-1 0,1 1,-1-1,1 0,-1 1,0-1,0 1,0-1,0 1,0-1,0 2,-2 49,0-49,0 0,0 0,0-1,0 1,0 0,1 0,0 0,0 0,0 0,0-1,1 1,-1 0,1 0,0 0,0-1,1 1,-1 0,1-1,0 1,0-1,0 0,0 0,0 1,1-1,-1-1,1 1,0 0,0-1,0 1,0-1,0 0,1 0,-1 0,1 0,-1-1,2 1,2-1,1 0,-1 0,0-1,1 1,-1-2,1 1,-1-1,1 0,-1-1,0 1,0-1,0-1,0 0,0 0,0 0,-1-1,1 1,-1-2,0 1,0-1,-1 0,1 0,-1 0,0-1,-1 0,1 0,-1 0,0 0,-1-1,3-6,-5 10,0 0,0 0,-1 0,0 0,0 0,0 0,0 0,0 0,0 0,-1 0,1 0,-1 0,0 0,0 0,0 0,-1 0,1 0,0 1,-1-1,0 1,0-1,0 1,0-1,0 1,0 0,0 0,-1 0,1 0,-1 1,0-1,1 1,-1-1,0 1,0 0,0 0,0 0,0 1,0-1,0 1,0-1,0 1,0 0,0 0,0 1,0-1,0 0,0 1,-1 0,-6 1,0 1,0 0,0 0,0 1,1 1,0-1,0 2,0-1,0 1,1 0,0 1,0 0,1 0,0 1,0 0,1 0,0 0,0 1,1 0,0 0,-2 8,5-15,1 0,0 1,1-1,-1 0,0 1,1-1,-1 1,1-1,0 1,0-1,0 1,0-1,0 1,0-1,1 1,-1-1,1 1,0-1,0 0,0 1,0-1,0 0,0 0,1 0,-1 0,1 0,-1 0,1 0,0 0,0 0,0-1,0 1,0-1,0 0,0 1,0-1,0 0,1 0,-1 0,1-1,-1 1,0 0,3-1,31 3,-1-6</inkml:trace>
  <inkml:trace contextRef="#ctx0" brushRef="#br2" timeOffset="-53111.955">3284 9430,'-13'0,"-12"5,-8 8,-6 9,3 7,3 6,9 3,8 3,11 1,14-1,4-6</inkml:trace>
  <inkml:trace contextRef="#ctx0" brushRef="#br2" timeOffset="-52923.292">3432 9952,'13'9,"8"3,1 0,0-3,-3-5,-6-3</inkml:trace>
  <inkml:trace contextRef="#ctx0" brushRef="#br2" timeOffset="-52409.702">1600 10192,'-14'0,"-8"0,-6 5,-2 6,-6 5,-7 8,-13 7,4 0</inkml:trace>
  <inkml:trace contextRef="#ctx0" brushRef="#br2" timeOffset="-51196.129">852 13963,'-18'7,"-16"8,-8 15,-4 12,1 15,7 16,8 17,11 10,10 7,11-1,13-5,12-9,13-12,9-16,5-16,-7-17</inkml:trace>
  <inkml:trace contextRef="#ctx0" brushRef="#br2" timeOffset="-50525.335">1092 14390,'0'416,"-5"-367,0-49,-16-88,9 15,3 0,3-1,3-32,22-13,-18 114,1 0,0 0,1 0,-1 0,1 1,0-1,1 1,-1 0,1-1,-1 2,1-1,0 0,1 1,-1 0,0-1,1 2,0-1,0 1,0-1,4 0,-2 1,-1 1,1 0,-1 0,1 0,-1 1,1 0,-1 0,1 1,-1 0,1 0,-1 0,0 1,1 0,-1 0,0 1,0 0,-1 0,1 0,0 1,-1-1,0 1,0 1,0-1,-1 1,1 0,-1 0,0 0,0 0,-1 1,0-1,0 1,0 0,0 0,-1 0,0 1,-1-1,1 0,-1 1,0-1,-1 1,1-1,-1 1,-1-1,1 1,-2 3,0-2,0 1,0-1,-1 0,0 0,-1 0,0-1,0 1,-1-1,0 0,0 0,0-1,-1 1,0-1,0 0,-1-1,0 0,0 0,0 0,0-1,-1 0,1 0,-1-1,0 0,0 0,-1-1,1 0,0 0,-1-1,1-1,-3 1,114-4,-85 4,0 0,1 2,-1 0,0 1,0 0,-1 2,0 0,0 1,0 1,-1 0,0 2,6 3,-20-11,1-1,-1 1,0-1,1 1,-1 0,0 0,0 0,0 0,0 0,0 0,-1 1,1-1,-1 0,1 1,-1 0,0-1,0 1,0 0,0-1,-1 1,1 0,-1 0,0 0,0-1,0 1,0 0,0 0,0 0,-1 0,1-1,-1 1,0 0,0 0,0-1,0 1,0-1,-1 1,1-1,-1 1,0-1,-10 8,-1-1,-1 0,1-1,-1-1,-1 0,1-1,-1 0,0-1,-1-1,-13 3,4-1,0 0,0-1,0-1,-1-2,1 0,-9-2,34 0,1-1,-1 1,0 0,1 0,-1-1,0 1,0 0,1 0,-1-1,0 1,0 0,1-1,-1 1,0 0,0-1,0 1,1-1,-1 1,0 0,0-1,0 1,0-1,0 1,0 0,0-1,0 1,0-1,0 1,0 0,0-1,0 1,0 0,-1-1,1 1,0-1,0 1,0 0,-1-1,1 1,0 0,0-1,-1 1,1 0,0 0,0-1,-1 1,1 0,0 0,-1-1,1 1,0 0,-1 0,1 0,-1 0,1 0,0-1,-1 1,1 0,-1 0,1 0,0 0,-1 0,1 0,-1 0,1 0,0 1,-1-1,16-15</inkml:trace>
  <inkml:trace contextRef="#ctx0" brushRef="#br2" timeOffset="-49824.559">1854 14444,'5'18,"-4"-12,0 0,1 0,0 0,0 0,0 0,0 0,1-1,0 1,1-1,-1 0,1 0,2 3,-5-7,0 0,1-1,-1 1,0 0,0-1,0 1,0-1,0 1,1-1,-1 0,0 1,0-1,1 0,-1 0,0 0,0 0,1 0,-1 0,0 0,0-1,1 1,-1 0,0-1,0 1,0-1,0 1,1-1,-1 0,0 1,0-1,0 0,0 0,-1 1,1-1,0 0,0 0,0 0,-1 0,1 0,0-1,-1 1,1-1,22-50,-21 45,-1 0,-1 0,1 0,-1 0,0 0,-1 0,1 0,-1 1,-1-1,1 0,-1 0,-1 1,1-1,-1 1,0 0,0 0,-1 0,0 0,0 1,0-1,-1 1,0 0,0 0,0 1,0-1,-1 1,0 0,0 1,0 0,0-1,0 2,-1-1,1 1,-6-1,2 0,0 1,0 1,0-1,0 2,0-1,0 1,0 1,0 0,0 0,0 1,0 1,0-1,1 1,-1 1,1 0,0 0,0 1,0 0,1 1,-1 0,1 0,1 1,-1 0,1 0,0 0,1 1,0 0,0 1,1-1,0 1,0 0,1 0,0 1,1-1,0 1,-1 6,2-7,0 0,0 0,1 0,0 0,0 0,1 0,0 0,1 0,0 0,0 0,1 0,0 0,1 0,0-1,0 1,1-1,0 0,1 0,0 0,0 0,0-1,1 0,0 0,0 0,1-1,0 0,0 0,6 3,1-2,1-1,0 0,0 0,0-2,0 0,1-1,0 0,0-1,0-1,0 0,0-2,12-1,6-2,0-1,0-2,-1-1,0-2,15-7,87-47,-83 34</inkml:trace>
  <inkml:trace contextRef="#ctx0" brushRef="#br2" timeOffset="-49579.115">2363 14230,'-3'-2,"0"4,0 10,3 15,4 16,3 12,3 9,-1 2,-1-4,-2-7,-3-11,-1-10,-1-17,-1-16,0-17,-1-14,1-2</inkml:trace>
  <inkml:trace contextRef="#ctx0" brushRef="#br2" timeOffset="-49313.881">2389 14230,'-13'-53,"13"53,0-1,0 1,1 0,-1-1,0 1,0 0,0 0,0-1,1 1,-1 0,0-1,0 1,1 0,-1 0,0-1,0 1,1 0,-1 0,0 0,1 0,-1-1,0 1,1 0,-1 0,0 0,1 0,-1 0,0 0,1 0,-1 0,0 0,1 0,-1 0,0 0,1 0,-1 0,0 0,1 0,-1 0,0 1,1-1,-1 0,0 0,1 0,-1 1,0-1,0 0,1 0,-1 0,0 1,0-1,0 0,1 1,-1-1,0 0,0 0,0 1,0-1,1 0,-1 1,0-1,0 0,0 1,0-1,0 1,0-1,0 0,0 1,0-1,236 218,-162-160,-31-26,-2 2,-2 1,8 12,-44-45,0 0,0 1,0 0,0-1,-1 1,1 0,-1 1,0-1,0 0,0 1,0-1,-1 1,1-1,-1 1,0 0,0 0,-1-1,1 1,-1 0,1 0,-1 0,0 0,-1 0,1 0,-1-1,1 1,-1 0,-1 0,1-1,0 1,-1 0,0-1,0 1,-5 4,-2 0,1 0,-1-1,0 0,-1 0,1-1,-1-1,-1 1,-7 1,-27 12,-2-2,0-2,-1-3,-1-1,1-3,-4-1,-19 1</inkml:trace>
  <inkml:trace contextRef="#ctx0" brushRef="#br2" timeOffset="-49047.578">3084 13896,'5'20,"7"19,12 16,11 14,8 10,6 6,-1 8,-8 11,-30 12,-57 20,-95 32,-24-14</inkml:trace>
  <inkml:trace contextRef="#ctx0" brushRef="#br2" timeOffset="-43467.969">1213 13615,'-3'0,"3"0,2 0,6 0,9 0,7 0,7-2,6-3,2-4,2 1,-2 1,-2 2,-6 2,-8 3,-8 3</inkml:trace>
  <inkml:trace contextRef="#ctx0" brushRef="#br0" timeOffset="-25257.351">8124 8683,'0'-3,"0"5,0 5,0 9,0 9,0 9,0 5,0 1,0-2,0-2,-3-4,0-5,1-11,-1-10,2-7</inkml:trace>
  <inkml:trace contextRef="#ctx0" brushRef="#br0" timeOffset="-24461.879">8218 9070,'0'-9,"0"1,-1 0,0 0,0 0,-1 0,0 0,0 0,-1 0,1 1,-2-1,1 1,-1 0,-1 0,1 0,-1 1,0-1,0 1,-1 0,0 1,0-1,0 1,-1 0,0 1,0 0,0 0,0 0,-1 1,-2-1,-4 2,0 1,0 0,0 1,0 1,0 0,0 1,0 1,0 0,0 0,1 2,-1 0,1 0,1 1,-1 1,1 0,0 0,0 1,1 1,0 0,1 1,0 0,0 0,1 1,1 0,-1 1,2 0,0 0,0 1,1-1,1 2,-2 4,1 11,2 1,0 0,2 0,1-1,1 1,4 20,-3-39,1 0,0 0,1 0,0 0,1-1,0 1,0-1,1 0,1 0,-1 0,2-1,-1 0,1 0,1-1,-1 0,2 0,-1-1,1 0,0 0,0-1,1 0,0-1,0 0,5 2,1 0,0 0,1-1,0 0,0-1,0-1,1-1,-1-1,1 0,0-1,-1-1,1 0,0-2,-1 0,1-1,-1-1,0 0,0-1,0-1,-1-1,1 0,-2-1,3-2,-8 3,0 0,0-1,-1-1,0 1,-1-1,1-1,-2 0,1 0,-2 0,1-1,-1 0,-1 0,0-1,-1 1,0-1,0 0,-1 0,-1 0,0-3,0-5,0 0,-1 0,-2 0,0 0,0 0,-2 0,-1 1,0-1,-2 1,0 0,-1 0,-1 0,0 1,-2 1,-2-4,5 12,0 1,0 1,0-1,-1 1,0 1,0-1,-1 2,0-1,0 1,0 0,-1 1,0 0,0 0,0 1,0 1,0 0,0 0,-1 1,0 0,-12 0,-1 0,1 2,-1 1,1 1,0 1,0 0,-22 9,-102 51,85-29</inkml:trace>
  <inkml:trace contextRef="#ctx0" brushRef="#br0" timeOffset="-23359.459">8017 10366,'-13'-4,"0"1,0 0,0 1,0 1,0 0,0 0,0 2,0-1,0 2,0 0,0 0,0 1,1 1,-1 0,1 0,0 2,0-1,0 1,1 1,0 0,1 1,-1 0,1 1,-5 5,6-3,0 0,0 0,1 1,0 0,1 0,1 1,0 0,0 0,2 0,-1 1,2 0,0-1,0 2,1-1,1 0,1 0,0 0,0 1,3 10,-2-22,0 1,0 0,0 0,1-1,0 1,-1-1,1 1,0-1,1 0,-1 0,1 0,-1 0,1 0,0 0,0-1,0 1,0-1,1 0,-1 0,0 0,1-1,0 1,-1-1,1 0,0 0,0 0,1 0,3 0,1-1,-1 0,0 0,0-1,0 0,0 0,0-1,-1 0,1 0,0-1,-1 0,8-4,0-1,0-1,-1-1,1 0,-2-1,0-1,0 0,-1-1,0 0,-1-1,-1 0,0 0,-1-1,-1-1,0 1,-1-2,-1 1,0 0,-1-1,-1 0,-1-1,0 1,0-14,8 210,-10-177,0 16,1-1,1 0,1 0,0 0,1 0,1 0,0-1,2 0,-1-1,2 1,0-2,1 1,1-1,9 10,-15-21,-1 0,1 0,-1-1,1 1,0-1,0 0,0 0,0-1,1 1,-1-1,0-1,1 1,-1-1,0 1,1-2,3 1,17-4</inkml:trace>
  <inkml:trace contextRef="#ctx0" brushRef="#br0" timeOffset="-23033.775">7643 10153,'0'-2,"7"-1,13 2,17 2,21 0,16-2,14-1,5-2,-1-1,-10 0,-14 2,-17 1,-19 3,-17 1,-11 1</inkml:trace>
  <inkml:trace contextRef="#ctx0" brushRef="#br0" timeOffset="-21993.541">10624 10246,'7'102,"-7"-30,-2-1,-4 0,-3 0,-3 0,-5 7,12-53,28-56,-15 15,1 1,0-1,1 2,1-1,0 1,1 1,0 0,1 1,1 0,11-7,-22 17,0 0,0 1,0-1,0 1,1 0,-1 0,1 0,-1 0,1 1,-1-1,1 1,-1 0,1 0,-1 0,1 0,-1 1,1 0,-1-1,1 1,-1 0,0 1,1-1,-1 1,0-1,0 1,0 0,0 0,0 0,-1 1,1-1,0 1,-1-1,2 4,4 5,-1 0,0 1,-1 0,0 0,-1 0,0 1,-1 0,0 0,-1 0,-1 0,0 0,-1 1,0-1,-1 1,0-9,0 0,0 0,0 0,0 0,-1-1,0 1,0 0,0 0,-1-1,1 1,-1-1,0 1,-1-1,1 0,-1 0,1 0,-1 0,-1 0,1-1,0 0,-1 1,0-1,1 0,-1 0,0-1,-1 0,1 1,0-1,-1 0,1-1,-1 1,-1-1,-11 3,0-1,0 0,0-2,0 0,-1-1,1 0,-1-2,1 0,0-1,0 0,-16-7,10 2</inkml:trace>
  <inkml:trace contextRef="#ctx0" brushRef="#br0" timeOffset="-21684.077">10343 10166,'-7'-2,"3"-1,8 0,15-2,16-1,18-4,18-1,12 1,9 2,2 3,-4 4,-7 4,-14 5,-15 2,-15 1</inkml:trace>
  <inkml:trace contextRef="#ctx0" brushRef="#br0" timeOffset="-20859.663">10999 8936,'-14'-9,"0"0,-1 1,0 1,0 0,-1 1,1 0,-15-2,24 7,-1 0,0 0,0 0,1 1,-1 0,0 1,1-1,-1 1,0 1,1-1,-1 1,1 0,-1 0,1 1,0 0,0 0,0 1,1-1,-1 1,-2 3,-4 5,2 0,0 1,0 0,1 0,0 1,2 0,-1 0,2 1,0 0,1 1,0-1,1 1,1 0,0 0,2 0,-1 0,2 0,0 0,1 1,1-1,1 5,0-12,0 1,0-1,0 0,1 0,1 0,0-1,0 1,0-1,1 0,0-1,1 1,0-1,0 0,0-1,1 0,0 0,0-1,1 0,-1 0,1-1,0 0,9 2,2 1,0-2,0 0,1-1,0-1,-1-1,1-1,0-1,0 0,0-2,8-2,-9 1,-1-1,1-1,-1-1,0 0,-1-2,0 0,0-1,9-6,-19 10,0-1,-1 0,0 0,0 0,0-1,-1 1,1-2,-2 1,1-1,-1 0,0 0,-1 0,0-1,0 0,-1 1,0-1,-1 0,0-1,0 1,-1-8,-2 0,0 0,-1 0,0 0,-1 0,-1 1,-1-1,0 1,-1 0,-1 1,-1-1,0 1,0 1,-2 0,0 0,0 1,-1 0,-1 0,0 2,-1-1,-6-3,7 7,-2 1,1 0,-1 0,0 1,0 1,-1 1,0 0,1 1,-1 0,-1 1,1 1,0 0,0 1,0 1,-1 0,1 1,0 1,0 0,1 1,-1 1,1 0,0 1,0 0,1 1,-1 1,2 0,-1 1,1 0,0 1,1 0,0 1,1 0,0 1,1 0,0 0,1 1,1 0,0 1,0 0,1 0,1 0,0 1,-6 40</inkml:trace>
  <inkml:trace contextRef="#ctx0" brushRef="#br0" timeOffset="-20268.445">12495 10527,'18'-6,"-13"6,1-1,0 0,-1-1,1 1,-1-1,0 0,1 0,-1-1,0 0,0 0,-1 0,1 0,-1-1,1 0,-1 0,0 0,0 0,-1 0,1-1,-1 0,0 0,-1 0,1 0,-1 0,0 0,1-4,-2 6,-1 0,0 0,1 0,-1 1,0-1,-1 0,1 0,0 0,-1 0,0 0,1 1,-1-1,0 0,0 1,-1-1,1 0,-1 1,1 0,-1-1,0 1,0 0,0 0,0 0,0 0,0 0,-1 0,1 1,0-1,-1 1,0-1,1 1,-1 0,0 0,1 0,-4 0,2 0,0 0,-1 0,1 1,0-1,-1 1,1 0,-1 0,1 1,0-1,-1 1,1 0,0 0,0 1,-1-1,1 1,0 0,0 0,1 0,-1 0,0 1,1-1,-1 1,-1 2,3-3,0 0,1 0,-1 0,1 0,-1 1,1-1,0 0,-1 1,1-1,0 1,1-1,-1 1,0-1,1 1,0 0,-1-1,1 1,0 0,0-1,0 1,1 0,-1-1,1 1,0-1,-1 1,1 0,0-1,0 0,1 1,-1-1,0 0,1 1,-1-1,1 0,0 0,0 0,0-1,0 1,0 0,0-1,0 1,1-1,-1 0,1 1,105 29,-45-22</inkml:trace>
  <inkml:trace contextRef="#ctx0" brushRef="#br0" timeOffset="-19943.912">13498 10420,'-6'-1,"-1"1,1 1,0-1,0 1,0 0,0 0,0 1,0 0,0 0,0 0,1 0,-1 1,1 0,-1 1,1-1,0 1,1 0,-2 1,6-5,-1 1,1 0,-1-1,1 1,-1 0,1-1,-1 1,1 0,0 0,-1 0,1-1,0 1,0 0,0 0,-1 0,1-1,0 1,0 0,0 0,1 0,-1 0,0 0,0-1,0 1,0 0,1 0,-1 0,0-1,1 1,-1 0,1 0,-1-1,1 1,-1 0,1-1,-1 1,1-1,0 1,-1-1,1 1,0-1,0 1,-1-1,1 0,0 1,0-1,-1 0,1 0,0 1,0-1,0 0,0 0,47 6,-41-7,0 0,0 0,-1 0,1-1,0 0,0 0,-1-1,0 0,1 0,-1 0,0-1,0 0,-1 0,1-1,-1 1,0-1,0 0,-1-1,1 1,-1-1,-1 0,1 0,1-3,-4 7,-1 0,0 1,1-1,-1 0,0 0,0 0,0 0,0 1,-1-1,1 0,0 0,-1 0,1 1,-1-1,0 0,1 1,-1-1,0 0,0 1,0-1,0 1,0 0,-1-1,1 1,0 0,-1-1,1 1,0 0,-1 0,0 0,1 0,-1 1,0-1,1 0,-1 1,-65-11,15 38,51-26,0 0,0 0,0 0,0 0,1 0,-1 0,0 0,1 0,-1 0,1 0,-1 1,1-1,-1 0,1 0,0 1,0-1,0 0,0 1,0-1,0 0,0 1,0-1,0 0,0 0,1 1,-1-1,1 0,-1 0,1 1,-1-1,1 0,0 0,-1 0,1 0,0 0,0 0,0 0,0 0,0 0,0 0,1 0,19 13</inkml:trace>
  <inkml:trace contextRef="#ctx0" brushRef="#br0" timeOffset="-19569.274">14313 10353,'-8'1,"0"0,0 0,1 1,-1 0,0 1,1 0,-1 0,1 0,0 1,0 0,0 0,1 1,0 0,-1 1,6-6,0 1,1-1,-1 1,0 0,1-1,-1 1,1 0,-1 0,1-1,-1 1,1 0,-1 0,1 0,0-1,-1 1,1 0,0 0,0 0,0 0,0 0,0 0,0 0,0 0,0-1,0 1,0 0,0 0,0 0,1 0,-1 0,0 0,1-1,-1 1,0 0,1 0,0 0,-1-1,1 1,-1 0,1-1,0 1,-1-1,1 1,0 0,-1-1,1 0,0 1,0-1,0 1,0-1,-1 0,1 0,0 1,0-1,1 0,52 9,-42-8,0 0,0-1,0-1,0 0,0-1,0 0,0-1,0 0,-1-1,0 0,0-1,0 0,0-1,-1 0,0 0,8-8,-16 12,1-2,-1 1,0 0,0 0,0-1,-1 1,1 0,-1-1,0 0,0 1,0-1,0 0,-1 0,0 1,1-1,-1 0,0 0,-1 0,1 1,-1-1,0 0,0 0,0 1,0-1,-1 1,1-1,-1 1,0 0,0-1,0 1,0 0,-1 0,1 0,-1 1,0-1,0 1,0-1,0 1,0 0,-1 0,1 0,0 1,-1-1,1 1,-1 0,0 0,0 0,1 0,-1 1,0 0,0-1,1 1,-1 1,0-1,0 0,0 1,-1 0,3 0,1-1,0 0,0 1,0-1,0 1,-1-1,1 1,0-1,0 1,0 0,0 0,0-1,0 1,1 0,-1 0,0 0,0 0,1 0,-1 0,0 0,1 0,-1 0,1 1,-1-1,1 0,0 0,-1 0,1 1,0-1,0 0,0 0,0 1,0-1,0 0,0 0,1 1,-1-1,0 0,1 0,-1 0,1 0,-1 1,1-1,-1 0,1 0,0 0,0 0,-1 0,1 0,0-1,0 1,0 0,1 0,50 22,-20-14</inkml:trace>
  <inkml:trace contextRef="#ctx0" brushRef="#br0" timeOffset="-19178.291">15463 10473,'-32'17,"32"-17,0-1,0 1,0 0,0 0,1-1,-1 1,0 0,0 0,0 0,0 0,1-1,-1 1,0 0,0 0,1 0,-1 0,0 0,0 0,0-1,1 1,-1 0,0 0,0 0,1 0,-1 0,0 0,0 0,1 0,-1 0,0 0,0 0,1 0,-1 1,0-1,0 0,1 0,-1 0,0 0,0 0,1 0,-1 1,0-1,0 0,0 0,0 0,1 0,-1 1,0-1,0 0,0 0,0 0,0 1,1-1,-1 0,0 0,0 1,0-1,0 0,0 1,6-5,-1 1,0 0,0-1,0 0,0 0,0-1,-1 0,0 1,0-1,0 0,-1-1,1 1,-1-1,-1 0,3-3,-5 7,0 1,-1 0,1-1,0 1,0 0,-1 0,1-1,0 1,-1 0,1 0,-1-1,0 1,1 0,-1 0,0 0,0 0,0 0,0 0,0 0,0 0,0 1,0-1,0 0,0 0,0 1,0-1,0 1,-1-1,1 1,0 0,0-1,-1 1,1 0,0 0,-1 0,1 0,0 0,-1 0,1 0,0 0,0 0,-1 1,1-1,0 1,0-1,-1 1,1-1,0 1,0 0,0-1,0 1,0 0,0 0,0 0,0 0,0 0,0 1,-1-2,0 1,0 0,0-1,0 1,1 0,-1 0,0 1,1-1,-1 0,0 0,1 1,0-1,-1 1,1-1,0 1,0 0,0-1,0 1,0 0,0 0,0 0,1-1,-1 1,0 0,1 0,0 0,0 0,-1 0,1 0,0 0,1 0,-1 0,0 0,0 0,1 0,0 0,-1 0,1 0,0 0,0 0,0 0,0-1,0 1,0 0,0-1,1 1,-1-1,0 1,1-1,-1 0,1 0,0 0,0 1,37 9,5-4</inkml:trace>
  <inkml:trace contextRef="#ctx0" brushRef="#br0" timeOffset="-18162.863">16948 8776,'-14'-10,"1"1,-1 0,-1 1,1 1,-1 1,-1 0,1 1,-1 0,0 1,0 1,0 0,0 2,-1 0,1 0,-1 2,1 0,-14 3,22-2,0 1,1 1,-1 0,0 0,1 0,0 1,0 0,1 0,-1 0,1 1,0 0,0 1,1-1,0 1,0 0,1 0,0 1,0-1,0 1,1 0,0 0,0 3,-2 7,1 1,0-1,1 1,1 0,1 0,1 0,0 0,2-1,2 13,-2-17,2 0,-1-1,2 1,0-1,1 0,0-1,0 0,2 1,0-2,0 1,1-1,0-1,0 0,2 0,-1-1,1 0,0 0,1-2,0 1,0-1,1-1,0 0,0-1,9 3,0 0,0-1,1-1,0-1,0-2,0 0,0-1,1-1,-1-2,0 0,1-1,-1-2,1 0,-15 1,0 0,-1-1,0 0,0 0,0-1,0 0,-1 0,0-1,0 1,0-2,-1 1,1-1,-2 0,1 0,-1-1,0 1,-1-1,0 0,0-1,0 1,-1-1,-1 0,1 1,-1-1,-1 0,0 0,0 0,-1-8,1-3,0 0,-2 0,0 0,-1 0,-1 0,-1 1,-1-1,0 1,-8-17,9 26,-1 0,0 1,0-1,-1 1,0 0,0 1,-1-1,0 1,-1 1,0-1,0 1,-1 1,1-1,-1 2,-1-1,1 1,-1 0,0 1,-1 0,-2 1,-1 0,0 1,0 0,-1 1,1 1,0 0,0 1,0 1,0 0,0 1,0 0,0 1,1 1,-1 0,1 0,1 2,-1-1,1 2,0 0,1 0,0 1,0 0,1 1,0 0,1 1,0 0,0 1,1 0,-19 39</inkml:trace>
  <inkml:trace contextRef="#ctx0" brushRef="#br0" timeOffset="-17237.901">17014 10166,'-9'-10,"0"1,-1 0,0 0,-1 1,0 0,0 1,-1 1,0 0,0 0,0 1,-1 0,0 1,-8-1,15 3,-1 1,0 0,0 0,0 1,0 0,0 0,0 1,0-1,1 1,-1 1,0 0,1-1,-1 2,1-1,-1 1,1 0,0 1,0-1,0 1,1 0,-1 1,1-1,0 1,1 0,-1 0,-2 5,4-7,1 0,-1 0,1 0,0 0,0 0,0 1,1-1,-1 1,1-1,0 1,0 0,0-1,1 1,-1 0,1 0,0-1,0 1,0 0,0 0,1 0,-1-1,1 1,0 0,0-1,1 1,-1-1,1 1,0-1,-1 1,2-1,-1 0,0 0,1 0,-1 0,1-1,0 1,0-1,0 1,0-1,3 1,7 1,1 0,0-1,-1-1,1-1,0 1,0-2,0 0,0-1,0-1,0 0,0 0,-1-1,1-1,-1-1,0 0,0 0,-1-1,1-1,4-3,72-57,-72 64,-20 29,-114 643,110-620,-1 8,-2-2,-2 1,-7 15,-15-6,33-64,0 0,0 1,0-1,0 0,0 0,0 0,-1 1,1-1,0-1,-1 1,1 0,0 0,-1 0,1-1,-1 1,1-1,-1 1,0-1,1 0,-1 1,1-1,-1 0,0 0,1 0,-1 0,1 0,-1-1,0 1,1 0,-1-1,1 1,-1-1,1 0,-1 1,1-1,-1 0,1 0,0 0,0 0,-1 0,0-1,-8-11,0 1,0-1,2-1,-1 0,2 0,0-1,0 0,-2-10,0 2,-94-224,100 240,2 6,0 0,0 0,0-1,0 1,0 0,1 0,-1-1,1 1,-1 0,1-1,-1 1,1-1,0 1,-1 0,1-1,0 1,0-1,0 1,0-1,0 1,1-1,-1 1,0-1,1 1,-1 0,1-1,-1 1,1 0,0-1,0 1,-1 0,1 0,0-1,0 1,0 0,0 0,0 0,10-2,-1 0,1 0,-1 1,1 1,0-1,0 2,-1-1,8 2,13-1,48-2,0-4,0-3,77-19,-99 12</inkml:trace>
  <inkml:trace contextRef="#ctx0" brushRef="#br0" timeOffset="-16877.391">16639 9898,'14'-2,"20"-3,23-1,22-1,20 0,11 1,2 0,-10 1,-20 1,-26 6,-34 4,-33 4,-13 0</inkml:trace>
  <inkml:trace contextRef="#ctx0" brushRef="#br0" timeOffset="-4484.134">19635 4992,'-12'9,"1"0,0 0,1 1,0 1,1 0,0 0,0 1,1 0,1 0,0 1,1 0,0 0,1 1,0-1,1 1,1 0,0 0,1 0,1 1,0 1,-1 1,0 0,1 0,1 0,1 1,0-1,2 0,0 5,-1-16,-1 1,1-1,0 0,1 0,-1 0,1 0,0 0,1 0,-1-1,1 1,0-1,1 0,-1-1,1 1,0-1,0 1,0-2,1 1,-1 0,3 0,-3-2,-1-1,1 1,-1-1,1 0,-1-1,1 1,-1-1,1 0,0 0,-1 0,1 0,-1-1,1 0,-1 0,1 0,-1-1,1 1,-1-1,0 0,0 0,0-1,0 1,0-1,-1 0,1 0,-1 0,1-1,9-9,-1 0,-1-1,0 0,-1 0,-1-1,5-10,0-2,-2-1,0 0,-2-1,-1 0,-2 0,-1-1,0 0,-3 0,0-1,-2 1,-3-30,1 50,-1 0,0 0,0 0,-1 0,0 1,-1-1,0 1,0-1,-1 1,-1-1,3 6,1 1,-1 0,0-1,0 1,0 0,0 0,0 1,-1-1,1 1,-1-1,0 1,1 0,-1 1,0-1,0 1,0-1,-1 1,1 0,0 1,0-1,-1 1,1 0,0 0,0 0,-2 1,-5 2,0 2,0-1,1 1,0 1,0 0,0 0,1 1,0 0,0 1,1 0,0 0,0 1,1 0,0 0,0 1,1 0,1 0,0 1,0-1,1 1,0 0,1 0,0 0,-1 9,2-8,-1 1,2 0,0-1,0 1,1 0,1 0,0-1,1 1,0 0,1-1,0 0,1 0,0 0,1 0,2 3,24 36</inkml:trace>
  <inkml:trace contextRef="#ctx0" brushRef="#br0" timeOffset="-4033.126">20049 4912,'-14'-53,"14"53,0 1,0-1,0 0,0 0,0 1,0-1,0 0,0 1,0-1,0 0,0 0,0 1,0-1,-1 0,1 0,0 0,0 1,0-1,0 0,-1 0,1 0,0 1,0-1,0 0,-1 0,1 0,0 0,0 0,-1 0,1 1,0-1,0 0,-1 0,1 0,0 0,0 0,-1 0,1 0,0 0,0 0,-1 0,1 0,0 0,0 0,-1 0,1-1,0 1,0 0,-1 0,1 0,-8 203,-32 99,40-258,8-47,86-112,-86 107,0 0,0 0,1 1,0 0,1 1,-1 0,1 0,3 0,-9 5,-1-1,1 1,0 0,0 0,0 0,0 0,0 1,0-1,0 1,0 0,0 0,0 1,-1-1,1 1,0 0,0 0,0 0,0 1,-1-1,1 1,-1 0,1 0,-1 0,3 3,-3-3,0 0,0 1,0 0,0-1,0 1,-1 0,1 1,-1-1,0 0,0 1,0-1,0 1,-1-1,0 1,1 0,-1 0,0 0,-1 0,1 0,-1 0,0 0,0 0,0 0,0-1,-1 1,0 0,1 0,-2 0,1 0,0 0,-1-1,1 1,-1-1,0 1,0-1,-1 0,1 1,-1-1,-2 2,-4 1,1 0,-1-1,0 0,-1-1,1 1,-1-2,0 0,0 0,0 0,0-2,0 1,0-1,-1-1,1 1,-3-2,13 1,1-1,-1 1,0-1,1 1,-1-1,1 1,-1-1,0 1,1-1,-1 1,0-1,1 1,-1-1,0 0,0 1,0-1,0 1,0-1,0 0,1 1,-1-1,-1 0,1 1,0-1,0 0,0 1,0-1,0 1,0-1,-1 0,1 1,0-1,-1 1,1-1,0 1,-1-1,1 1,-1-1,1 1,0-1,-1 1,1 0,-1-1,1 1,-1 0,0-1,1 1,-1 0,1 0,-1-1,0 1,1 0,-1 0,1 0,-1 0,0 0,1 0,-1 0,0 0,1 0,-1 0,1 0,-1 0,0 1,1-1,-1 0,1 0,-1 1,0-1,1 0,17-11</inkml:trace>
  <inkml:trace contextRef="#ctx0" brushRef="#br0" timeOffset="-3720.124">20744 5059,'-12'-2,"-1"1,0 0,0 1,0 1,0 0,1 1,-1 0,0 0,1 2,0 0,-1 0,2 1,-1 0,0 1,-9 7,-22 20,42-32,0 0,0 0,0 0,0 1,0-1,1 0,-1 0,0 0,1 1,-1-1,0 0,1 1,0-1,-1 0,1 1,0-1,0 1,0-1,0 1,0-1,0 0,0 1,0-1,1 1,-1-1,0 0,1 1,-1-1,1 0,0 1,-1-1,1 0,0 0,0 0,0 1,5 3,1 0,0 0,0-1,0 0,1 0,-1 0,1-1,0 0,0-1,0 0,0 0,7 0,5 3,61 14,-38-11,1 3,-1 2,0 1,-2 2,4 4,-41-19,0 0,0 1,0 0,1 0,-2 0,1 0,0 1,0-1,-1 1,1 0,-1 0,0 0,0 1,0-1,0 1,-1-1,1 1,-1 0,0 0,0 0,-1 0,1 1,-1-1,0 0,0 1,0-1,-1 0,1 1,-1-1,0 1,0-1,-1 1,0-1,1 1,-2 2,-5 4,-1 0,-1-1,1 0,-1 0,-1-1,0 0,0-1,-1 0,0-1,-1 0,1 0,-10 3,-148 65,85-43</inkml:trace>
  <inkml:trace contextRef="#ctx0" brushRef="#br0" timeOffset="-3417.336">19461 5981,'16'-2,"18"-3,25-6,25-2,25-2,21 0,14-1,7 1,-3 3,-10 3,-14 3,-19 3,-20 0,-21 0,-21-2,-17-2,-14-2,-8 0</inkml:trace>
  <inkml:trace contextRef="#ctx0" brushRef="#br0" timeOffset="-3045.621">21453 5112,'-2'2,"0"-1,0 1,0 0,0 0,1 0,-1 0,1 0,-1 0,1 0,0 0,0 1,0-1,0 1,0-1,1 0,-1 1,1-1,0 1,-1-1,1 1,0-1,0 1,1-1,-1 1,0-1,1 1,0-1,-1 1,1-1,0 0,0 1,1-1,-1 0,0 0,1 0,-1 0,1 0,0 0,-1 0,1 0,0-1,0 1,0-1,0 0,1 1,-1-1,0 0,1 0,-1 0,0-1,3 1,0 0,-1-1,1 0,-1 0,1-1,-1 1,1-1,0 0,-1 0,0 0,1-1,-1 0,0 1,0-2,0 1,0 0,0-1,0 0,-1 1,1-2,-1 1,0 0,0-1,0 1,0-1,-1 0,0 0,1 0,-1 0,-1 0,1 0,-1-1,1 1,-1-1,0 1,-1-1,1 1,-1-5,-2 5,1 0,-1 1,0-1,-1 1,1-1,0 1,-1 0,0 0,0 0,0 0,0 1,0-1,-1 1,1 0,-1 0,1 0,-1 0,0 0,0 1,1 0,-1 0,0 0,0 0,-1 1,1-1,0 1,0 0,0 0,0 1,0-1,0 1,0 0,0 0,0 0,0 0,0 1,-3 2,3-2,1 1,-1 0,1 0,-1 0,1 0,0 1,0 0,1-1,-1 1,1 0,0 0,0 0,0 1,0-1,1 0,0 1,-1-1,1 4,-5 23</inkml:trace>
  <inkml:trace contextRef="#ctx0" brushRef="#br0" timeOffset="-2773.836">21546 5567,'4'2,"0"-1,0 0,0 0,1 0,-1 0,0 0,1-1,-1 0,1 0,-1 0,0-1,1 1,-1-1,0 0,0 0,1-1,-1 1,0-1,0 0,0 0,-1 0,1-1,0 1,-1-1,0 0,1 0,-1 0,0 0,-1-1,1 1,-1-1,1 0,-1 0,0 0,0 0,-1 0,1 0,-1 0,0 0,0-1,0 1,-1 0,1-1,-1 1,0-1,-1 1,1 0,-1-1,0-1,-1 3,1 0,-1 1,0-1,0 1,0-1,0 1,0 0,-1-1,1 1,-1 0,0 1,1-1,-1 0,0 1,0 0,0-1,0 1,0 1,0-1,0 0,0 1,0-1,-1 1,1 0,0 0,0 0,0 0,-1 1,1-1,-2 2,-4-1,0 1,1 1,-1 0,1 0,0 0,-1 1,1 1,1-1,-1 1,-2 3,8-7,0 0,0 0,0 0,1 1,-1-1,1 1,-1-1,1 1,-1 0,1-1,0 1,0 0,0 0,0 0,0 0,0 0,0 0,1 0,-1 0,1 0,-1 1,1-1,0 0,0 0,0 0,0 0,0 1,1-1,-1 0,1 0,-1 0,1 0,0 0,0 0,0 0,0 0,0 0,0 0,0-1,2 3,32 19,7-4</inkml:trace>
  <inkml:trace contextRef="#ctx0" brushRef="#br0" timeOffset="-2414.792">23043 5527,'9'4,"15"5,16 0,20 0,20 0,17-2,15-3,8-1,5-2,-19-1</inkml:trace>
  <inkml:trace contextRef="#ctx0" brushRef="#br0" timeOffset="-1555.999">24554 5460,'-27'240,"13"-129,-6 0,-4-1,-5-1,-8 8,21-79,8-25,8-24,67-230,12-252,-78 491,-2-1,1 0,0 0,0 0,0 0,0 0,0 1,1-1,-1 0,1 0,0 0,0 0,0 1,0-1,0 0,1 1,-1-1,1 1,0-1,0 1,0 0,0 0,0 0,0 0,0 0,1 0,-1 1,1-1,-1 1,1 0,0-1,-1 1,1 0,0 1,0-1,0 0,0 1,0 0,11 5,0 1,-1 0,0 1,0 1,-1 0,0 1,0 0,-1 1,10 10,41 60,-60-76,0 0,-1 0,1 0,-1 0,0 0,0 0,0 0,0 0,-1 0,1 0,-1 1,0-1,-1 0,1 0,-1 0,0 0,0 0,0 0,0 0,-1 0,0 0,-1 3,-3 1,0-1,-1-1,0 1,0-1,0 0,0-1,-1 1,0-1,0-1,-1 0,1 0,-1-1,0 0,0 0,0-1,-6 1,13-2,0 0,1 0,-1-1,0 1,0 0,0-1,0 1,0-1,0 0,0 0,0 0,0 0,0 0,0 0,0 0,1-1,-1 1,0-1,0 1,0-1,0 0,0 0,1 0,-1 0,0 0,1 0,-1 0,1 0,-1-1,1 1,0-1,-1 1,1-1,0 1,0-1,0 0,0 0,2-3,0 1,0-1,1 0,-1 1,1-1,0 1,1 0,-1-1,1 1,0 0,0 0,0 1,3-4,206-230,-172 184,-3-1,-3-2,-2-2,-2 0,-3-2,-3-1,-2-1,-3-1,-3-1,6-51,-18 40,-3 75,-1 1,0-1,0 1,0-1,0 0,0 1,0-1,0 1,0-1,0 1,0-1,0 0,-1 1,1-1,0 1,0-1,0 0,0 1,-1-1,1 0,0 1,0-1,-1 0,1 1,0-1,-1 0,1 1,0-1,-1 0,1 0,0 0,-1 1,1-1,-1 0,1 0,0 0,-1 0,1 0,-1 0,1 0,0 1,-1-1,1 0,-1-1,1 1,-1 0,1 0,0 0,-1 0,1 0,-1 0,1 0,0-1,-1 1,1 0,0 0,-1-1,1 1,0 0,-1 0,1-1,0 1,-1 0,1-1,0 1,0 0,0-1,-17 39,2 1,1 1,2 0,2 0,-1 23,-10 47,6 0,0 75,13-164,0 0,2-1,0 1,2 0,0-1,1 1,1-1,1 0,1 0,0 0,2-1,0 0,1 0,1-1,4 5,-12-20,1 1,-1-1,1 0,0 0,0 0,0-1,0 1,0-1,0 1,1-1,-1 0,1 0,0-1,-1 1,1-1,0 0,0 0,0 0,0 0,0-1,0 1,0-1,0 0,0 0,0-1,0 1,0-1,0 0,0 0,0 0,-1-1,1 1,0-1,-1 0,1 0,-1 0,1-1,-1 1,0-1,0 1,0-1,1-3,12-28,-5-3</inkml:trace>
  <inkml:trace contextRef="#ctx0" brushRef="#br0" timeOffset="-1389.323">24648 5059,'11'-2,"23"1,27 1,29 3,23 1,14 2,-1 2,-23 0</inkml:trace>
  <inkml:trace contextRef="#ctx0" brushRef="#br0" timeOffset="-813.383">25276 5728,'10'-7,"1"0,-1-1,0 0,0-1,-1 0,0 0,-1-1,0 0,-1-1,0 0,0 0,-1 0,-1-1,0 0,0 0,-1 0,-1 0,0-1,-1 1,0-1,-1 0,0 0,-1 0,0 0,-1 1,-1-1,0 0,-3-8,4 16,0 1,-1-1,1 0,-1 1,0-1,0 1,0 0,-1 0,0 0,1 0,-1 0,-1 1,1-1,-1 1,1 0,-1 0,0 0,0 0,0 1,0-1,-1 1,1 0,0 1,-1-1,0 1,1 0,-1 0,0 0,0 1,0-1,5 1,-1 0,1 0,-1 0,0-1,1 1,-1 0,1 0,-1 0,1 0,-1 0,1 1,-1-1,0 0,1 0,-1 0,1 0,-1 0,1 1,-1-1,1 0,-1 1,1-1,0 0,-1 1,1-1,-1 0,1 1,0-1,-1 1,1-1,0 1,-1-1,1 1,0-1,0 1,-1-1,1 1,0-1,0 1,0-1,0 1,0-1,0 1,0-1,0 1,0 0,0-1,0 1,0-1,0 1,0-1,1 1,-1 0,27 19,-1-13,0-1,0-2,1 0,-1-2,1-1,13-2,-37 1,93-4,68 4,-162 0,0 0,1 0,-1 0,0 1,0-1,1 1,-1-1,0 1,0 0,0 0,0 0,0 0,0 0,0 1,0-1,0 0,0 1,-1 0,1-1,-1 1,1 0,-1 0,0 0,1 0,-1 0,0 0,0 0,0 0,-1 0,1 0,-1 1,1-1,-1 0,0 0,1 1,-1-1,0 0,-1 2,-50 177,50-179,1 0,0 0,0 1,0-1,0 0,1 0,-1 1,1-1,-1 0,1 0,0 0,0 0,0 0,0 0,0 0,0 0,0 0,1-1,-1 1,1 0,-1-1,1 1,0-1,0 1,-1-1,1 0,0 0,0 0,0 0,0 0,1 0,-1-1,0 1,0-1,0 1,0-1,1 0,1 0,14 0,0-2,0 0,1-1,-2-1,1 0,0-1,-1-1,0-1,0 0,-1-2,0 0,0 0,-1-1,3-4,17-13,-29 20</inkml:trace>
  <inkml:trace contextRef="#ctx0" brushRef="#br0" timeOffset="4238.829">24541 6904,'0'-3,"0"1,-1-1,1 1,-1-1,1 1,-1-1,0 1,0-1,0 1,0 0,0-1,-1 1,1 0,-1 0,1 0,-1 0,0 0,0 0,0 0,0 1,0-1,0 1,0 0,0-1,-1 1,1 0,-1 0,1 0,-1 1,1-1,-2 0,-2 0,1 0,-1 1,0-1,1 1,-1 0,1 0,-1 1,1 0,-1 0,1 0,-1 0,1 1,0 0,-3 1,1 3,0-1,0 1,0 0,1 1,0 0,1 0,-1 0,1 0,1 1,-1 0,1 0,1 0,0 0,0 1,0 0,1-1,0 1,1 0,0 0,0 0,1 0,0 0,1 0,0 0,0-1,1 1,0 0,1 0,-1-1,2 0,-1 1,4 3,-2-5,1 0,-1-1,1 0,1 0,-1-1,1 0,0 0,0-1,1 1,-1-2,1 1,0-1,0 0,0 0,0-1,1-1,-1 1,0-1,1 0,-1-1,1 0,-1-1,1 1,-1-2,1 1,-1-1,0 0,0-1,0 0,0 0,0-1,-1 0,0 0,1-1,0-1,10-7,0-1,-1-1,-1 0,0-1,-1-1,-1-1,0 0,-2 0,0-1,-1-1,-1 0,0-1,-2 0,-1 0,3-11,-9 23,-6 22,2 2,0 0,1 1,0-1,2 0,-1 1,2-1,1 4,-2-14,1 1,0-1,0 0,1 0,-1 0,1 0,0 0,1 0,-1-1,1 1,0-1,0 1,0-1,1 0,-1 0,1-1,0 1,0-1,0 0,1 0,-1 0,4 1,-1-1,0 0,0-1,0 0,0 0,1 0,-1-1,0-1,1 1,-1-1,1 0,-1-1,3 0,17-4</inkml:trace>
  <inkml:trace contextRef="#ctx0" brushRef="#br0" timeOffset="4394.927">24874 6463,'-13'21,"-1"15,10 11,12 7,13 0,4-8</inkml:trace>
  <inkml:trace contextRef="#ctx0" brushRef="#br0" timeOffset="4799.556">25089 7158,'12'-52,"-3"1,-1-2,-3 1,-2-8,2-4,-5 63,1 0,0 1,-1-1,1 0,0 1,-1-1,1 0,0 1,0-1,0 1,-1 0,1-1,0 1,0-1,0 1,0 0,0 0,0 0,0-1,0 1,0 0,0 0,0 0,-1 1,1-1,0 0,0 0,0 0,0 1,0-1,0 0,0 1,0-1,-1 1,1-1,0 1,0-1,-1 1,1 0,0-1,-1 1,1 0,0 0,-1-1,1 1,-1 0,1 0,-1 0,11 6,91 28,22 12,-122-46,0 0,0 0,0 1,0-1,-1 0,1 1,-1 0,1-1,-1 1,1 0,-1 0,0 0,0-1,0 1,0 0,0 1,-1-1,1 0,0 0,-1 0,0 0,1 1,-1-1,0 0,0 0,0 0,-1 1,1-1,0 0,-1 0,0 1,-34 66,24-52,3-4,4-8,0 0,1 0,0 0,0 1,0-1,0 1,1-1,0 1,0 0,1 0,-1 0,1 0,1 0,-1 0,1 0,0 2,2-5,0 0,1 0,-1-1,1 1,-1-1,1 1,0-1,0 0,0 0,0-1,0 1,1-1,-1 1,0-1,1 0,-1 0,1-1,-1 1,1-1,-1 1,1-1,-1 0,1 0,2-1,47 0,0-4</inkml:trace>
  <inkml:trace contextRef="#ctx0" brushRef="#br0" timeOffset="5585.649">25998 6917,'-10'0,"-1"-1,-1 0,1 0,-1 1,1 1,-1 0,1 0,-1 1,1 1,0 0,0 0,0 1,0 1,0-1,1 2,0 0,0 0,1 0,0 2,7-6,0 0,0 0,1 0,0 0,-1 0,1 1,0-1,0 1,0-1,0 1,1-1,-1 1,1-1,-1 1,1 0,0-1,0 1,0 0,0-1,1 1,-1-1,1 1,-1 0,1-1,0 1,0-1,0 0,1 1,-1-1,0 0,1 0,-1 1,1-1,0-1,0 1,0 0,0 0,1 0,6 5,0 0,0-1,0-1,1 0,0 0,0-1,0 0,11 3,-3-2,1-1,-1-1,1 0,0-2,0 0,0-1,0 0,-1-2,1 0,0-2,-1 0,1-1,-1 0,0-2,-1 0,8-5,-19 8,-1 0,0 0,0-1,0 0,-1 0,0 0,0 0,0-1,0 1,-1-1,0 0,0 0,-1 0,1-1,-1 1,-1-1,1 1,-1-1,0 1,-1-1,0 0,0 1,0-1,-1 0,0 1,0-1,-1-1,-3 32,4-18,0 1,0 0,1-1,0 1,0-1,1 1,0 0,0-1,1 1,-1-1,1 0,1 1,-1-1,1 0,0 0,0 0,1-1,0 1,0-1,0 0,1 0,-1-1,1 1,0-1,1 0,-1 0,1 0,0-1,5 3,-1-4,0 0,0 0,1-1,-1 0,0-1,1 0,-1 0,0-1,1-1,-1 1,0-2,0 0,0 0,0 0,-1-1,0-1,1 0,-1 0,-1-1,1 0,-1 0,0-1,-1 0,1 0,-1-1,-1 0,0 0,0-1,0 0,-1 0,0 0,-1 0,0-1,1-6,6-31,-12 55,1-1,0 1,0 0,0-1,1 1,1 0,-1-1,1 1,0-1,1 0,0 0,0 0,0 0,1 0,0-1,0 1,1-1,0 0,0 0,0-1,1 0,-1 0,1 0,1 0,-1-1,1 0,-1 0,1-1,0 0,2 0,-1-1,0-1,1-1,-1 1,0-1,0 0,1-1,-1 0,0-1,0 1,0-1,0-1,0 0,0 0,-1 0,1-1,-1 0,0-1,0 1,-1-2,1 1,-1 0,0-1,0-1,6-6,0-1,-1-1,-1 0,0 0,-1-1,-1 0,-1-1,0 0,5-17,-18 150,6-111,0 1,1-1,0 0,0 0,0 0,0 0,1 0,0 0,0 0,0 0,1 0,0-1,0 1,0-1,0 0,0 0,1 0,0-1,0 1,0-1,0 0,1 0,-1 0,1 0,0-1,17 4</inkml:trace>
  <inkml:trace contextRef="#ctx0" brushRef="#br0" timeOffset="5831.449">27067 6516,'-16'2,"-5"4,5 2,6 0</inkml:trace>
  <inkml:trace contextRef="#ctx0" brushRef="#br0" timeOffset="6574.253">27481 6142,'-8'28,"1"1,1-1,1 1,1 1,2-1,1 13,0-13,-6 71,5 1,5 0,9 56,-8-136,0-1,1 0,0 0,2 0,0-1,4 4,-9-18,0 0,1 0,0 0,0 0,0 0,1-1,0 1,0-1,0 0,0 0,0-1,1 1,0-1,0 0,0 0,0-1,0 1,0-1,1 0,-1-1,1 1,-1-1,1 0,1 0,-1-2,1 1,-1-1,0 0,0-1,0 1,0-1,0 0,0-1,0 1,-1-1,1-1,-1 1,0-1,0 0,0 0,0 0,-1 0,2-4,63-95,-39 14,-30 89,0 0,0 0,0 0,-1 0,1 0,0 0,0 0,0 1,0-1,-1 0,1 0,0 0,0 0,0 0,-1 0,1-1,0 1,0 0,0 0,-1 0,1 0,0 0,0 0,0 0,0 0,-1 0,1 0,0-1,0 1,0 0,0 0,0 0,-1 0,1 0,0-1,0 1,0 0,0 0,0 0,0 0,0-1,0 1,0 0,0 0,0 0,0-1,0 1,0 0,0 0,0 0,0-1,0 1,0 0,0 0,0 0,0 0,0-1,-10 16,-9 78,19-89,0-1,1 0,-1 1,1-1,-1 0,1 1,0-1,0 0,0 0,0 0,1 0,0 0,-1 0,1 0,0-1,0 1,0 0,1-1,-1 0,1 1,-1-1,1 0,0 0,0-1,-1 1,1-1,1 1,9 1,-1 0,0-1,1-1,-1 0,1-1,0 0,-1-1,1 0,-1-1,1 0,-1-1,0 0,0-1,0-1,-1 0,1 0,-1-1,0-1,5-4,-5 2,-1 0,1-1,-2-1,1 1,-2-2,1 1,-1-1,-1 0,0-1,-1 1,1-6,-7 18,0 0,1 0,-1 0,0 0,0 0,0 1,0-1,0 0,0 0,1 0,-1 0,0 0,0 0,0 0,0 0,0 0,1 0,-1 0,0 0,0 0,0 0,0 0,0 0,1 0,-1 0,0 0,0 0,0 0,0 0,1 0,-1 0,0 0,0 0,0 0,0 0,0 0,1 0,-1 0,0 0,0-1,0 1,0 0,0 0,0 0,0 0,0 0,1 0,-1-1,0 1,1 25,0-10,0-7,0-1,0 1,1-1,-1 1,2-1,-1 0,1 0,0 0,1 0,0 0,0-1,0 0,0 0,1 0,0 0,1-1,-1 1,1-1,0-1,0 1,1-1,-1 0,1-1,0 1,0-1,0-1,0 1,1-1,-1-1,1 1,-1-1,5 0,-2-2,0 0,-1 0,1-1,-1-1,0 0,1 0,-1 0,-1-1,1-1,0 1,-1-2,0 1,0-1,-1 0,0 0,1-2,8-8,-1 0,0-2,-2 0,0 0,-1-1,5-11,8-27,-2-2,-3 0,-2-1,-3-1,-2-1,-3 0,0-38,-6-46,-20 95,15 50,0 0,0 0,0 0,0 0,0 0,0 0,0 1,0-1,0 0,0 1,0-1,-1 0,1 1,0 0,0-1,-1 1,1 0,0-1,-1 1,1 0,0 0,-1 0,1 0,0 1,-1-1,1 0,0 0,-1 1,1-1,0 1,0-1,-1 1,1 0,0-1,0 1,0 0,-1 0,-6 6,-1 0,1 0,0 1,1 0,-1 0,2 1,-1 0,1 0,-2 5,-9 17,1 0,1 1,2 1,1 0,2 0,1 1,2 1,1 0,2-1,1 1,2 33,2-46,1-1,1 1,1-1,1 0,0 0,2 0,1 0,0-1,2-1,0 1,1-2,2 2,15 17</inkml:trace>
  <inkml:trace contextRef="#ctx0" brushRef="#br0" timeOffset="6835.472">27402 6316,'27'-2,"32"-1,33-2,28-3,24-2,18 1,-18 1</inkml:trace>
  <inkml:trace contextRef="#ctx0" brushRef="#br0" timeOffset="7175.557">29834 6290,'0'22,"0"20,-2 13,-3 9,-3 3,-3-4,2-7,1-12,0-10,-1-16,1-16,2-16,2-7</inkml:trace>
  <inkml:trace contextRef="#ctx0" brushRef="#br0" timeOffset="7564.512">29754 6477,'0'-42,"-2"16,2-1,1 0,1 0,1 0,1 1,1-1,2 1,3-5,-9 26,1 1,0-1,0 1,0 0,0 0,1 0,-1 0,1 0,0 1,0-1,1 1,-1 0,1 0,0 0,-1 0,1 1,1 0,-1-1,0 2,0-1,1 0,-1 1,1 0,-1 0,1 0,0 0,-1 1,1 0,0 0,-1 0,1 0,0 1,-1 0,1 0,-1 0,1 0,-1 1,1 0,1 2,1 1,-1 0,0 0,0 0,-1 1,1 0,-1 0,0 0,-1 1,0 0,0 0,0 0,-1 0,0 0,0 1,-1-1,0 1,0 0,-1-1,0 1,-1 0,1 0,-1 0,-1 0,0 0,0 0,0-1,-1 1,0 0,0-1,-1 1,0-1,-1 0,1 0,-1 0,-3 3,-2 3,0 0,-1 0,-1-1,0 0,0-1,-1 0,-1-1,1 0,-2-1,-3 2,58-21,-21 6,-1 0,1 2,0 0,0 1,0 1,20 3,-35-3,0 1,0-1,0 1,0 1,0-1,0 1,0 0,-1 0,1 0,0 1,-1 0,0-1,0 2,0-1,0 0,0 1,0 0,-1 0,0 0,0 0,0 0,0 1,-1-1,0 1,0 0,0-1,0 1,-1 0,1 3,-1-2,-1-1,0 1,0 0,0 0,0 0,-1 0,0-1,0 1,-1 0,0 0,0-1,0 0,0 1,-1-1,0 0,0 0,-1 0,1 0,-1-1,0 0,0 1,0-2,-1 1,-4 3,-6 4,0-2,0 1,-1-2,0 0,0-1,-1 0,-11 2,-44 2,70-11,0 0,1 0,-1 0,0 0,1 0,-1 0,1 0,-1-1,0 1,1-1,-1 1,1-1,-1 0,1 1,-1-1,1 0,0 0,-1 0,1 0,0 0,0 0,0-1,0 1,0 0,0-1,0 1,0 0,0-1,1 1,-1-1,0 1,1-1,0 0,-1 1,1-1,0 0,0 1,0-1,0 1,0-1,0 0,4-20</inkml:trace>
  <inkml:trace contextRef="#ctx0" brushRef="#br0" timeOffset="7829.175">30610 6262,'-13'-9,"0"1,-1 0,0 1,-1 0,1 1,-1 1,-1 0,1 1,0 1,-1 0,0 2,0-1,1 2,-1 0,0 1,0 0,8 0,-1 0,1 0,0 1,0 0,0 1,0 0,0 0,0 1,1 0,-1 0,1 0,0 1,1 0,-1 1,1-1,0 1,0 1,1-1,0 1,0 0,1 0,-1 0,1 1,1-1,0 1,0 0,0 0,1 0,0 0,0 9,0-5,2 0,0 0,0 1,1-1,0 0,1 0,0 0,1 0,1-1,0 1,0-1,1 1,1-2,0 1,0 0,1-1,0 0,1-1,0 0,3 3,4 2,1 0,1-1,0-1,0 0,1-1,1-1,0-1,0-1,1 0,0-2,9 2,122 12,-89-20</inkml:trace>
  <inkml:trace contextRef="#ctx0" brushRef="#br0" timeOffset="8081.286">30930 6222,'-6'18,"-3"15,0 14,5 10,4 4,5 3,4-2,0-7,1-9,1-9,1-12,-1-12,-1-15,-2-7</inkml:trace>
  <inkml:trace contextRef="#ctx0" brushRef="#br0" timeOffset="8314.804">30944 6129,'0'8,"0"0,1-1,0 1,1 0,0 0,0-1,0 1,1-1,0 0,1 0,-1 0,1 0,1 0,-1-1,1 0,0 0,1 0,0-1,4 4,93 85,-79-77,-2 2,-1 0,0 1,-1 2,-2 0,0 1,-1 0,6 15,-20-34,-1 1,-1-1,1 1,0-1,-1 1,0 0,0-1,-1 1,1 0,-1 0,0 0,0-1,-1 1,0 0,1 0,-2 0,1-1,0 1,-1-1,0 1,0-1,0 0,-1 1,1-1,-1 0,0-1,0 1,0 0,-1-1,-1 2,-14 9,0 0,-1-1,-1-1,0-1,-1-1,0 0,0-2,-14 3,27-8,-157 49,100-35</inkml:trace>
  <inkml:trace contextRef="#ctx0" brushRef="#br0" timeOffset="8575.636">31639 5822,'0'18,"-2"19,-4 23,-4 20,-8 21,-8 12,-8 10,-5 5,-3-1,-1-7,6-7,11-12,8-14,8-22</inkml:trace>
  <inkml:trace contextRef="#ctx0" brushRef="#br0" timeOffset="8963.715">31666 6516,'10'-8,"1"0,0 0,0 2,0-1,1 1,0 1,0 0,1 1,-1 0,1 1,0 0,0 1,0 1,0 0,0 0,0 2,0-1,0 2,0 0,11 3,-18-4,-1 1,0 0,1 1,-1-1,-1 1,1 0,0 0,-1 1,1-1,-1 1,0 0,0 0,-1 1,1-1,-1 1,0-1,0 1,0 0,-1 0,0 1,0-1,0 0,-1 1,1-1,-1 1,0-1,-1 1,0 4,1 13,-2-1,0 1,-2-1,0 0,-2 1,-4 12,-17 54,-19 87,44-173,0 0,0 0,1 0,-1 0,1 1,0-1,-1 0,1 0,1 0,-1 0,0 0,1 0,-1 0,1 0,0 0,0 0,0 0,1 0,-1 0,1-1,-1 1,1 0,0-1,0 0,0 1,2 0,7-2</inkml:trace>
  <inkml:trace contextRef="#ctx0" brushRef="#br0" timeOffset="9156.007">31720 6704,'18'0,"20"0,19 0,16 0,9 0,2 0,-2-2,-15-2</inkml:trace>
  <inkml:trace contextRef="#ctx0" brushRef="#br0" timeOffset="9714.14">32454 6503,'-98'-12,"95"13,-1-1,1 0,0 1,0 0,0 0,0 0,0 0,0 0,0 1,0-1,1 1,-1 0,1 0,-1 0,1 0,-1 0,1 0,0 1,0-1,0 1,1-1,-1 1,0 0,1 0,0 0,0 0,0 0,0 0,0 2,0 7,2 0,0 0,0 0,1 0,0 0,1 0,1-1,0 1,0-1,1 0,1 0,0 0,0-1,1 0,0 0,1 0,6 10,-8-10,18 27,-2 0,-2 1,16 41,-35-78,0 0,0 1,-1-1,1 0,-1 0,1 0,0 1,-1-1,0 0,1 1,-1-1,0 0,0 1,0-1,0 0,0 1,0-1,0 1,0-1,0 0,-1 1,1-1,-1 0,1 0,-1 1,1-1,-1 0,0 0,1 0,-1 1,0-1,0 0,0 0,0 0,0-1,0 1,0 0,0 0,0 0,-1-1,1 1,0-1,0 1,-1-1,1 1,0-1,-1 0,1 0,-2 1,-4-2,0 1,-1-1,1 0,0 0,0-1,-1 0,1-1,0 1,1-1,-1-1,1 1,-1-1,1 0,0-1,0 1,1-1,-1 0,1-1,0 1,1-1,-3-4,6 9,0-1,0 1,0-1,0 1,0-1,1 1,-1-1,1 0,-1 1,1-1,0 0,-1 1,1-1,0 0,0 0,0 1,0-1,1 0,-1 1,0-1,1 0,-1 1,1-1,0 0,-1 1,1-1,0 1,0-1,0 1,0 0,0-1,0 1,1 0,-1 0,0-1,1 1,-1 0,0 1,1-1,-1 0,1 0,0 1,0-1,79-22,-69 21,6-2,-2 3,0-2,0 0,0 0,0-2,-1 0,1 0,-1-2,-1 0,1-1,-1 0,-1-1,1 0,8-9,-19 15,0 0,-1 0,0 0,1 0,-1 0,0-1,0 1,-1-1,1 1,-1-1,1 0,-1 1,-1-1,1 0,0 0,-1 0,0 0,0 0,0 0,0 0,-1 1,1-1,-1 0,0 0,0 0,0 1,-1-1,0 0,1 1,-1 0,0-1,-1 1,1 0,-1-1,1 3,1 1,-1-1,0 1,1-1,-1 1,1 0,-1 0,0 0,1 0,-1 0,0 0,1 0,-1 0,0 1,1-1,-1 0,1 1,-1 0,1-1,-1 1,1 0,-1 0,1 0,0 0,-1 0,1 0,0 0,0 0,0 1,0-1,0 0,0 1,0-1,0 1,-26 52,25-49,0 1,1-1,0 1,0 0,0 0,1-1,0 1,0 0,0 0,1-1,0 1,0 0,0-1,1 1,-1-1,2 1,-1-1,0 0,1 0,0 0,0 0,1 0,-1-1,1 0,0 1,0-1,1-1,-1 1,1-1,2 2,8 3,0-1,1-1,0 0,0-1,0 0,1-2,-1 0,1-1,0 0,16-1,14 0</inkml:trace>
  <inkml:trace contextRef="#ctx0" brushRef="#br0" timeOffset="10182.766">33057 6824,'-2'-16,"0"-1,-1 1,-1 0,0 0,-1 0,-1 0,-1 1,0 0,-1 0,0 1,-2-1,8 12,0 0,0-1,-1 1,1 0,-1 1,0-1,0 0,0 1,0 0,0-1,-1 1,1 1,-1-1,1 0,-1 1,0 0,0 0,0 0,1 0,-1 0,0 1,0 0,0 0,0 0,0 0,0 0,0 1,0 0,1 0,-1 0,0 0,0 1,1-1,-1 1,1 0,-1 0,1 0,0 1,0-1,0 1,0 0,1-1,-1 1,1 0,-1 1,1-1,0 1,0 0,0 1,1 0,-1 0,1 0,1 1,-1-1,1 0,-1 0,1 0,1 0,-1 1,1-1,0 0,0 0,1 0,-1 0,1 0,0-1,0 1,1 0,-1-1,1 0,0 1,0-1,1 0,-1 0,1-1,0 1,0-1,0 0,0 0,1 0,3 1,21 7,-25-10,-1-1,0 1,1 0,-1 0,0 1,0-1,0 1,0-1,0 1,0 0,0 0,0 0,-1 1,1-1,-1 0,0 1,1 0,-1 0,-1-1,1 1,0 0,0 1,0 9,-1 1,0-1,-1 0,0 1,-1-1,-1 1,0-1,-1 0,-2 9,-2 10,-62 400,65-401,3-16,0 0,-2-1,1 1,-2-1,0 0,-1 1,0-2,-6 12,10-24,0 0,1 0,-1 1,0-1,0 0,0 0,0 0,0 0,0 0,0-1,0 1,0 0,-1 0,1-1,0 1,0 0,-1-1,1 0,-1 1,1-1,0 0,-1 1,1-1,-1 0,1 0,0 0,-1 0,1-1,-1 1,1 0,0 0,-1-1,1 1,0-1,-1 1,1-1,0 0,0 0,0 1,0-1,-1 0,1 0,-43-46,34 34,1-1,0 0,1-1,0 0,1 0,1 0,1-1,0 0,0 0,2 0,0-1,1 1,1-1,0 0,1 1,1-1,2-9,0 17,1 1,-1-1,2 1,-1 0,1 0,0 0,1 1,0 0,0 0,0 0,1 1,0 0,0 0,1 1,0 0,0 0,0 0,0 1,1 1,-1-1,1 2,0-1,6 0,23-7</inkml:trace>
  <inkml:trace contextRef="#ctx0" brushRef="#br0" timeOffset="11159.114">24406 8522,'204'-395,"-183"350,-2 0,-2-2,-2-1,-2 0,-2 0,-2-4,-12-4,3 55,-1 1,0 0,1-1,-1 1,1 0,-1 0,0-1,1 1,-1 0,0 0,0 0,1 0,-1 0,0 0,1 0,-1 0,0 0,1 0,-1 0,0 1,1-1,-1 0,0 0,1 1,-1-1,1 0,-1 1,0-1,1 1,-1-1,1 1,-1-1,1 1,-1-1,1 1,0-1,-1 1,1-1,0 1,-1 0,1-1,0 1,0 0,0-1,-1 1,1 0,0-1,0 1,-10 22,0 0,2 0,1 1,0 0,2 0,1 1,1-1,0 10,-2 8,1 0,2 1,2-1,2 0,2 1,2-1,1 0,2-1,2 0,5 6,-13-38,1 0,0-1,0 0,1 0,0 0,0-1,1 0,0 0,0 0,1-1,0 0,0 0,0 0,1-1,0 0,0-1,0 0,1 0,-1-1,1 0,0 0,0-1,0 0,0 0,7-1,24 0</inkml:trace>
  <inkml:trace contextRef="#ctx0" brushRef="#br0" timeOffset="11353.542">24286 7906,'14'14,"25"4,30-2,29-8,21-8,10-10,-17-3</inkml:trace>
  <inkml:trace contextRef="#ctx0" brushRef="#br0" timeOffset="12013.177">24888 8602,'10'-11,"0"-1,-2 0,1 0,-2-1,0 0,0 0,-1-1,-1 0,0 0,-1 0,0 0,-1-1,-1 1,-1-1,0 0,0 0,-2 0,1 1,-2-1,0 0,-1 1,-1-1,-3-8,-13-16,20 38,1 1,0-1,-1 0,1 1,0-1,0 0,0 1,-1-1,1 1,0-1,0 1,0-1,0 1,0 0,0-1,0 1,0 0,0 0,0 0,0 0,0 0,0 0,0 0,0 0,0 0,0 1,0-1,0 0,0 0,0 1,0-1,1 1,3 0,29 0,1 2,-1 2,0 1,-1 2,24 8,-53-15,0 1,1-1,-1 1,0 0,0 0,-1 1,1-1,0 1,-1 0,1 0,-1 0,0 0,0 1,0-1,-1 1,1 0,-1 0,0-1,0 2,0-1,0 0,-1 0,0 1,0-1,0 0,0 1,-1-1,1 1,-1-1,0 1,-1-1,1 1,-1 1,-14 46,12-44,0 0,0 0,1 1,0-1,1 1,-1-1,2 1,-1 0,2 7,-1-13,1-1,0 1,0-1,0 1,0-1,0 0,0 0,1 1,-1-1,1 0,0 0,-1 0,1-1,0 1,0 0,0-1,0 1,1-1,-1 0,0 1,0-1,1 0,-1 0,1-1,-1 1,1-1,0 1,72 2,-63-5,0 1,0-2,0 1,0-2,0 1,-1-2,0 0,0 0,0-1,0 0,-1-1,0 0,0-1,-1 0,0 0,0-1,-1 0,-1 0,1-1,-1 0,-1-1,0 0,0 0,-1 0,0-3,0 1,-2 6,0 0,0 0,0-1,-1 1,-1-1,1 0,-1 1,-1-1,1 0,-1-5,-1 12,0 0,0 0,0 1,1-1,-1 0,0 1,0-1,0 1,0 0,0-1,0 1,0 0,0-1,0 1,0 0,0 0,0 0,0 0,0 0,0 0,0 0,0 0,0 0,-1 1,1-1,0 0,1 1,-1-1,0 1,0-1,0 1,0-1,0 1,0 0,0-1,1 1,-1 0,0 0,1-1,-1 1,0 0,1 0,-1 1,-9 6,1 1,0 0,0 1,1 0,0 1,1-1,0 1,1 1,0-1,1 1,0 3,3-11,0 1,0 0,1 0,0 0,0 0,1 0,-1 1,1-1,0 0,1 0,-1 0,1 0,0 0,0 0,0 0,1 0,0 0,0 0,0-1,0 1,1-1,0 1,0-1,0 0,0 0,1-1,0 1,-1-1,3 2,12 5,0-2,0 0,1 0,0-2,0 0,0-1,1-2,0 1,0-2,0-1,0-1,0 0,0-1,0-2,36-2</inkml:trace>
  <inkml:trace contextRef="#ctx0" brushRef="#br0" timeOffset="13201.153">26091 7813,'-9'31,"2"0,0 0,3 0,0 0,1 29,1-19,-36 375,35-361,3-55,1 1,-1-1,0 1,1-1,-1 1,1-1,-1 1,1-1,-1 0,1 1,-1-1,1 1,-1-1,1 0,0 0,-1 1,1-1,-1 0,1 0,0 0,-1 0,1 0,0 0,-1 0,1 0,0 0,-1 0,1 0,-1 0,1 0,0 0,-1-1,1 1,0 0,-1 0,1-1,-1 1,1-1,-1 1,1 0,-1-1,1 1,-1-1,1 1,-1-1,0 1,1-1,-1 1,0-1,1 1,-1-1,0 0,0 1,0-1,1 0,-1 1,0-1,0 0,0 1,0-1,111-181,-110 180,0 1,0 0,0-1,0 1,0 0,0-1,1 1,-1 0,0 0,1 0,-1 0,1 0,-1 0,1 0,-1 1,1-1,0 1,-1-1,1 1,0-1,-1 1,1 0,0 0,0 0,-1 0,1 0,0 0,-1 0,1 1,0-1,-1 1,1-1,0 1,-1 0,1-1,-1 1,1 0,-1 0,1 0,-1 0,0 0,0 0,1 1,-1-1,0 0,1 2,4 6,-1 0,0 0,0 0,-1 1,0-1,-1 1,0 0,0 0,-1 1,0-1,-1 0,0 1,-1 8,-1-14,1-1,-1 1,0-1,-1 1,1-1,-1 1,0-1,0 0,0 0,0 0,-1 0,0 0,0 0,0-1,0 1,0-1,-1 0,0 0,1 0,-1-1,0 1,0-1,-1 0,1 0,0 0,-1-1,1 1,-1-1,1 0,-1-1,0 1,1-1,-1 0,0 0,1 0,-1-1,-2 0,5 1,0 0,0 0,0-1,0 1,0-1,0 1,1-1,-1 0,0 1,0-1,1 0,-1 0,0-1,1 1,-1 0,1 0,-1-1,1 1,0-1,0 1,0-1,0 1,0-1,0 0,0 0,0 0,0 1,1-1,-1 0,1 0,0 0,-1 0,1 0,0 0,0 0,0 0,1-1,-1-2,1-1,1 1,-1 0,1 0,0 0,0 0,0 0,1 0,0 0,0 1,0-1,0 1,1-1,8-6,-1 0,2 1,-1 0,1 1,1 1,0 0,0 0,0 2,1 0,0 0,0 1,1 1,-1 1,1 0,13 0,-26 3,-1 0,1 1,0-1,-1 1,1 0,-1 0,1 0,-1 0,1 0,-1 0,0 1,0-1,0 1,1 0,-1-1,-1 1,1 0,0 0,0 0,-1 1,1-1,-1 0,0 0,0 1,0-1,0 1,0-1,0 1,-1-1,1 1,-1 0,0-1,1 1,-1 0,-1-1,1 1,0 0,-1-1,1 1,-1-1,0 2,7 43,-5-44,1 0,-1 0,1 0,0 0,0 0,0-1,0 1,0-1,1 1,-1-1,1 0,-1 0,1 0,0 0,0 0,0-1,0 1,0-1,0 0,1 0,-1 0,0 0,1-1,-1 1,0-1,3 0,2 1,1-1,0 0,-1-1,1 0,0 0,-1-1,0 0,1-1,-1 0,0 0,-2 0,0 0,0 0,-1-1,1 0,-1 0,0 0,0 0,-1-1,1 0,-1 0,0 0,0-1,-1 0,1 1,-1-1,-1 0,1 0,-1-1,0 1,0 0,-1-1,0 1,0-1,0 1,-1-1,0 0,0 1,-1-1,0 1,0-1,-1 1,1-1,-1 1,-1 0,1 0,-2-2,4 9,1-1,-1 0,0 0,0 0,1 1,-1-1,0 0,0 1,0-1,0 0,1 0,-1 1,0-1,0 0,0 1,0-1,0 0,0 1,0-1,0 0,0 0,0 1,0-1,0 0,0 1,0-1,0 0,0 1,-1-1,1 0,0 0,0 1,0-1,0 0,0 1,-1-1,1 0,0 0,0 0,-1 1,1-1,0 0,0 0,-1 0,1 1,0-1,0 0,-1 0,1 0,0 0,-1 0,1 0,0 0,-1 0,1 0,0 0,-1 0,1 0,0 0,0 0,-1 0,1 0,0 0,-1 0,3 10,1 1,0-1,0 1,1-1,0 0,1-1,0 1,0-1,1 0,1 0,-1-1,1 1,1-2,-1 1,1-1,1 0,-1-1,4 3,-8-8,0 1,0 0,0-1,0 1,0-1,1 0,-1-1,0 1,0-1,1 0,-1 0,0 0,0 0,1-1,-1 0,0 0,0 0,0 0,0-1,0 1,0-1,0 0,-1 0,1-1,-1 1,1-1,0-1,7-4,-1-2,-1 1,0-1,0-1,-1 0,0 0,-1 0,0-2,42-96,-49 109,0 1,0-1,1 0,-1 0,0 0,0 0,0 1,0-1,0 0,1 0,-1 0,0 0,0 0,0 0,1 1,-1-1,0 0,0 0,0 0,1 0,-1 0,0 0,0 0,0 0,1 0,-1 0,0 0,0 0,1 0,-1 0,0 0,0 0,0 0,1 0,-1 0,0-1,0 1,0 0,1 0,-1 0,0 0,0 30,0-27,-1 5,1-1,-1 0,1 0,0 1,1-1,-1 0,2 1,-1-1,1 0,0 0,0 0,1 0,0-1,0 1,0-1,1 1,0-1,1 0,-1-1,1 1,0-1,0 0,1 0,4 3,17 4,-2-4</inkml:trace>
  <inkml:trace contextRef="#ctx0" brushRef="#br0" timeOffset="13462.5">27054 7853,'-7'14,"0"13,6 9,10 8,10 5,2-6</inkml:trace>
  <inkml:trace contextRef="#ctx0" brushRef="#br0" timeOffset="13644.349">27389 8402,'12'-8,"-1"0,0 0,0-1,0 0,-1-1,0 0,-1-1,0 0,-1 0,-1-1,1 0,-2 0,1-1,-2 0,0 0,0 0,-2-1,1 0,-1-5,-3 17,0 0,0-1,0 1,0 0,0-1,-1 1,1 0,-1 0,1-1,-1 1,0 0,0 0,0 0,0 0,-1 0,1 0,0 0,-1 0,1 1,-1-1,0 1,0-1,1 1,-1-1,0 1,0 0,0 0,0 0,-1 0,1 0,0 1,0-1,0 1,-1-1,1 1,0 0,-1 0,1 0,0 0,-1 0,1 0,0 1,0-1,-1 1,1-1,0 1,0 0,-1 1,-7 1,1 1,0 0,0 1,1 0,0 1,0 0,0 0,0 0,1 1,0 0,0 0,1 1,0 0,1 0,-1 1,2-1,-1 1,1 0,0 1,1-1,-2 9,4-13,1 0,-1 0,1 0,0 0,1 0,-1 0,1 0,0 0,0 0,1 0,-1 0,1-1,0 1,0 0,1-1,-1 0,1 1,0-1,0 0,1-1,-1 1,1 0,0-1,0 0,0 0,0 0,0 0,1-1,-1 0,1 0,0 0,4 1,18 5,2-1,-1-1,1-1,-1-2,1-1,17-1,-39-1,75 2</inkml:trace>
  <inkml:trace contextRef="#ctx0" brushRef="#br0" timeOffset="14398.432">28578 8361,'0'-18,"0"0,1-1,1 1,1 0,1 0,0 0,1 1,1-1,1 1,6-11,-11 25,-1 0,1-1,0 2,0-1,0 0,0 0,1 1,-1-1,1 1,0 0,-1 0,1 0,0 0,0 0,0 1,0-1,1 1,-1 0,0 0,1 0,-1 0,1 0,-1 1,1 0,-1 0,1 0,-1 0,0 0,1 1,-1-1,1 1,-1 0,0 0,1 0,-1 1,0-1,0 1,0 0,0 0,0 0,0 0,0 1,2 3,0 0,-1 0,0 1,0 0,0-1,-1 1,0 0,-1 1,1-1,-1 0,-1 1,0-1,0 1,0 0,-1-1,0 1,0 3,0-7,-1 0,1 0,-1 0,1 0,-1 0,0 0,0-1,-1 1,1 0,-1 0,0-1,0 1,0-1,-1 0,1 0,-1 0,1 0,-1 0,0 0,0-1,-1 1,1-1,0 0,-1 0,1 0,-1 0,0-1,1 1,-1-1,0 0,0 0,0-1,-2 1,6-1,-1 1,0-1,0 0,1 1,-1-1,0 0,0 0,1 0,-1 0,0 0,0 0,0 0,1 0,-1 0,0 0,0 0,0-1,1 1,-1 0,0 0,1-1,-1 1,0-1,0 1,1 0,-1-1,1 1,-1-1,0 0,1 1,-1-1,1 1,-1-1,1 0,0 1,-1-1,1 0,0 0,-1 1,1-1,0 0,0 0,0 1,0-1,-1 0,1 0,1 0,20-33,-7 24,-1 1,1 1,1 0,0 1,0 1,0 0,0 1,1 1,0 0,0 1,0 1,10-1,-25 3,1-1,0 1,-1 0,1 0,0 0,-1 0,1 0,0 0,-1 0,1 0,0 0,-1 1,1-1,0 1,-1-1,1 1,-1 0,1 0,-1-1,0 1,1 0,-1 0,0 0,1 1,-1-1,0 0,0 0,0 1,0-1,0 1,0-1,-1 0,1 1,0 0,-1-1,1 1,-1-1,0 1,1 0,-1-1,0 1,0 0,0-1,0 2,-1-1,1 0,0 1,-1-1,1 0,0 0,0 0,1 1,-1-1,0 0,1 0,0 0,-1 1,1-1,0 0,0 0,0 0,0 0,0 0,1-1,-1 1,0 0,1-1,-1 1,1 0,0-1,0 0,0 1,-1-1,1 0,0 0,0 0,0 0,1-1,-1 1,0 0,0-1,1 1,6 0,0 0,0 0,0 0,0-1,0 0,1-1,-1 0,0-1,0 0,-1 0,1-1,0 0,-1 0,1-1,-1 0,0-1,-1 0,1 0,-1 0,0-1,0 0,0-1,-1 1,0-1,5-8,-9 11,-1 0,1 0,-1 0,0 0,0-1,0 1,0 0,-1-1,0 1,0 0,0-1,0 1,-1 0,0-1,1 1,-2 0,1 0,0 0,-1 0,0 0,0 0,0 0,0 0,-1 1,1-1,-1 1,0 0,0 0,0 0,-1 0,-1-1,-2-2,0 1,0 0,-1 1,1-1,-1 1,0 1,0 0,-1 0,1 0,-1 1,1 0,-1 1,0 0,0 0,-2 1,4 1,0 0,1 1,-1 0,0 0,1 1,-1 0,1 0,0 0,0 1,1 0,-1 0,1 1,-1-1,1 1,1 0,-1 1,1-1,0 1,0 0,0 0,1 0,0 0,0 0,1 1,0-1,0 1,0 0,1 0,0 0,0 0,1 0,0 0,0 0,1 5,0-8,1 1,0-1,-1 0,1 0,1 0,-1 0,1 0,-1-1,1 1,0-1,1 1,-1-1,0 0,1 0,0-1,-1 1,1-1,0 0,1 0,-1 0,0 0,0-1,1 1,-1-1,1 0,-1-1,1 1,-1-1,1 0,0 0,-1 0,1-1,-1 0,3 0,30-3</inkml:trace>
  <inkml:trace contextRef="#ctx0" brushRef="#br0" timeOffset="14691.519">29273 7799,'-11'-15,"-11"-9,-9 1,-7 4,-5 6,-1 8,1 11,7 10,9 10,9 8,10 6,11 3,11 4,5-6</inkml:trace>
  <inkml:trace contextRef="#ctx0" brushRef="#br0" timeOffset="14951.797">29206 8267,'16'14,"10"4,7 0,7-6,4-10,3-7,3-8,-7-1</inkml:trace>
  <inkml:trace contextRef="#ctx0" brushRef="#br0" timeOffset="15810.944">30690 7853,'-14'-2,"0"1,0 1,0 0,0 1,0 1,0 0,0 1,0 0,1 1,-1 1,1 0,0 0,0 2,1-1,0 2,0-1,1 2,0 0,0 0,1 1,0 0,-7 10,15-18,0 1,0-1,0 1,1 0,-1-1,0 1,1 0,0 0,0 0,0 0,0 0,0 0,1 0,-1 1,1-1,0 0,0 0,0 0,0 1,1-1,-1 0,1 0,0 0,0 0,0 0,0 0,0 0,1 0,-1 0,1-1,0 1,0-1,0 1,0-1,0 0,1 1,1 0,3 1,-1-1,1 0,-1-1,1 1,0-1,0-1,0 1,0-1,0 0,1-1,-1 0,0 0,0 0,0-1,1 0,-1-1,0 1,1-2,7-1,0-1,-1-1,0 0,0-1,0-1,-1 0,0-1,0 0,-3 1,0-1,-1 0,0 0,0-1,-1 0,0 0,-1-1,0 0,-1 0,0-1,-1 1,0-1,-1-1,0 1,-1-1,0-1,-1-9,-3 23,1 0,0 0,0 1,0-1,0 0,0 0,0 1,0-1,-1 0,1 0,0 0,0 1,0-1,-1 0,1 0,0 0,0 0,0 1,-1-1,1 0,0 0,0 0,-1 0,1 0,0 0,0 0,-1 0,1 0,0 0,0 0,-1 0,1 0,0 0,0 0,-1 0,1 0,0 0,0 0,-1 0,1 0,0 0,0-1,-1 1,1 0,0 0,0 0,0 0,-1-1,1 1,0 0,0 0,0 0,0-1,-1 1,-4 17,1-1,0 1,1 0,1 0,1 1,0-1,1 0,3 15,-4-28,1 0,0 0,1 0,-1 0,1 0,-1 0,1 0,0 0,1 0,-1-1,1 1,-1 0,1-1,0 1,1-1,-1 0,0 0,1 0,0 0,0 0,0 0,0-1,0 1,0-1,1 0,-1 0,1 0,-1-1,1 1,0-1,0 0,2 1,5-3,0-1,0 0,-1 0,1-1,0 0,-1-1,0 0,1-1,-2 0,1-1,-1 0,0 0,0-1,0 0,-1 0,0-1,-1 0,0-1,3-4,-1 3,0-1,-1-1,0 0,-1 0,0 0,-1-1,0 0,-1 0,-1 0,0-1,1-6,-14 27,3 7,0 0,0 1,2-1,0 1,0 0,1 0,1 0,1 1,0-1,1 0,1 1,1 9,22 16,-8-31</inkml:trace>
  <inkml:trace contextRef="#ctx0" brushRef="#br0" timeOffset="16077.842">31158 7439,'-14'-3,"-6"3,-3 2,3 6,12 6,14 6,15 1,4-3</inkml:trace>
  <inkml:trace contextRef="#ctx0" brushRef="#br0" timeOffset="16823.751">31479 7425,'-12'35,"2"1,1-1,2 1,1 1,2-1,2 1,1 16,-1-12,-23 319,23-342,17-39,1-22,-11 28,1 0,0 1,1-1,0 1,1 1,1-1,0 1,1 0,-8 11,0 0,0 0,0 0,0 1,0-1,0 1,1-1,-1 1,0 0,1 0,-1 0,1 0,-1 0,1 1,-1-1,1 1,0 0,-1 0,1 0,0 0,-1 0,1 0,-1 1,1-1,0 1,-1 0,1-1,-1 1,0 1,1-1,-1 0,0 0,0 1,1-1,-1 1,0 0,-1 0,1 0,0 0,0 0,0 1,3 3,0 1,-1 0,1 0,-1 0,-1 0,1 1,-1-1,-1 1,1 0,-1 0,-1 0,1 0,-2 0,1 1,-1 7,-1-13,0 0,0 1,0-1,-1 0,1 0,-1 0,0 0,1 0,-1 0,-1 0,1-1,0 1,-1-1,0 1,1-1,-1 0,0 0,0 0,0-1,0 1,0-1,-1 1,1-1,0 0,-1 0,-1 0,-3 1,-1-1,1 1,0-1,-1-1,1 0,0 0,-1 0,1-1,0-1,-6-1,11 3,1 0,0-1,0 0,0 0,0 1,0-1,0 0,0-1,0 1,0 0,0-1,0 1,1-1,-1 1,1-1,-1 0,1 1,0-1,-1 0,1 0,0 0,0 0,0 0,1 0,-1-1,0 1,1 0,0 0,-1 0,1-1,0 1,0 0,0 0,0-1,1 1,-1 0,1 0,-1-1,1 1,0 0,-1 0,1 0,0 0,1 0,-1 0,0 0,1 1,-1-1,1-1,9-5,0 1,1 0,0 0,0 1,0 1,0 0,1 0,0 1,0 1,0 0,1 1,-1 1,11-1,5-1,1 0,0 2,-1 1,1 2,4 1,-28-2,-1 1,1 0,-1 0,0 0,0 1,1-1,-2 1,1 0,0 1,-1-1,1 1,-1 0,0 0,0 0,-1 1,1-1,-1 1,0 0,0 0,-1 0,1 1,3 3,37 40,-42-48,0 0,0 0,1 0,-1 0,0-1,1 1,-1 0,1 0,-1-1,1 1,0-1,-1 0,1 1,-1-1,1 0,0 0,-1 0,1 0,-1 0,1 0,0-1,-1 1,1 0,-1-1,1 0,-1 1,1-1,-1 0,1 1,-1-1,0 0,1 0,-1 0,0 0,0-1,0 1,0 0,1-1,2-6,0 0,0 0,0 0,-1-1,0 0,-1 1,0-1,0 0,-1 0,0 0,-1-1,0 1,0 0,-1 0,0 0,0 0,-1 0,-3-8,3 13,0-1,0 0,0 1,-1 0,1-1,-1 1,0 0,0 1,-1-1,1 0,-1 1,0 0,0 0,0 0,0 0,0 1,-1-1,1 1,-1 0,1 0,-1 1,0 0,0-1,0 2,0-1,0 0,0 1,0 0,0 0,0 1,0-1,0 1,1 0,-1 1,-4 0,2 1,1 0,-1 0,0 0,1 1,-1-1,1 2,0-1,0 1,1 0,-1 0,1 0,0 1,1 0,-1 0,1 1,2-4,0 0,0 0,0 0,1 1,0-1,-1 1,1-1,0 1,1-1,-1 1,0 0,1 0,0-1,0 1,0 0,1-1,-1 1,1 0,0-1,0 1,0-1,0 1,1-1,-1 1,1-1,0 0,0 0,0 0,1 0,1 3,3-1,0 1,0-1,1 0,-1-1,1 1,0-2,0 1,1-1,-1 0,1-1,-1 0,4 0,26 5</inkml:trace>
  <inkml:trace contextRef="#ctx0" brushRef="#br0" timeOffset="17090.306">32147 7612,'-13'-13,"-12"-5,-6 1,0 5,5 10,7 11,7 12,8 9,9 8,8 7,2-5</inkml:trace>
  <inkml:trace contextRef="#ctx0" brushRef="#br0" timeOffset="17353.869">32147 8108,'7'13,"7"7,7 3,8-1,7-4,8-5,6-4,7-7,1-6,-4-4,-10-3,-13 0</inkml:trace>
  <inkml:trace contextRef="#ctx0" brushRef="#br0" timeOffset="18096.828">24153 9578,'2'16,"1"14,0 11,-1 8,0 7,-1 3,-1-2,1-4,-1-5,2-10,3-16,3-18,0-9</inkml:trace>
  <inkml:trace contextRef="#ctx0" brushRef="#br0" timeOffset="18374.128">24219 9310,'-11'-9,"-4"2,1 6,2 8,8 9,12 10,11 6,2-1</inkml:trace>
  <inkml:trace contextRef="#ctx0" brushRef="#br0" timeOffset="18563.624">24434 9846,'16'-5,"0"-1,0 0,0-1,-1-1,0 0,0-1,-1-1,0 0,-1-1,0 0,-1-1,0-1,-1 0,0 0,7-13,-16 24,0 0,0-1,0 1,-1 0,1-1,-1 1,1-1,-1 1,0-1,0 0,0 0,0 1,0-1,-1 0,1 0,-1 0,0 0,0 0,0 0,0 0,0 0,-1 1,1-1,-1 0,0 0,0 0,0 1,0-1,0 0,-1 1,1-1,-1 1,0-1,0 1,1 0,-2 0,1 0,0 0,-2-1,-4 1,0 1,0 0,0 1,0 0,0 0,0 1,0 0,0 0,0 1,0 0,0 0,1 1,-1 0,1 0,0 1,0 0,0 0,0 0,1 1,-4 3,2-2,0 1,1 0,0 0,0 0,0 1,1 0,0 1,1-1,0 1,0 0,1 0,-3 7,6-11,-1-1,1 1,0-1,0 1,1-1,-1 1,1 0,0-1,0 1,1 0,-1-1,1 1,0 0,0-1,1 1,-1-1,1 0,0 1,0-1,1 0,-1 0,1 0,0-1,0 1,0 0,0-1,1 0,0 1,9 3,1 1,0-2,0 0,0 0,1-1,0-1,0-1,0 0,0-1,0 0,1-1,-1-1,14-2,30 1</inkml:trace>
  <inkml:trace contextRef="#ctx0" brushRef="#br0" timeOffset="19058.878">25035 9524,'-8'-2,"-1"1,1-1,0 1,-1 1,1-1,-1 1,1 1,-1 0,1 0,0 1,-1 0,1 0,0 1,0 0,0 0,1 1,-1 0,1 0,0 1,0 0,-3 3,8-6,1 0,0-1,-1 1,1 0,0 0,1 0,-1 0,0 0,0 0,1 0,-1 0,1 0,0 1,0-1,-1 0,2 0,-1 0,0 0,0 0,1 1,-1-1,1 0,-1 0,1 0,0 0,0 0,0 0,0-1,0 1,0 0,1 0,-1-1,1 2,57 47,-58-49,32 22,-17-14,0 1,0 1,-1 1,-1 0,0 1,-1 0,0 1,-1 1,0 0,-1 0,4 9,-14-22,0 0,0 0,0 1,0-1,-1 0,1 0,-1 1,1-1,-1 1,0-1,0 0,0 1,0-1,0 1,-1-1,1 0,-1 1,1-1,-1 0,0 0,0 1,0-1,0 0,0 0,-1 0,1 0,0 0,-1 0,0-1,1 1,-1 0,0-1,0 1,0-1,0 0,0 0,0 0,0 0,-1 0,1 0,0 0,-1-1,1 1,0-1,-1 1,1-1,-2 0,2 1,-1-1,0 1,0-1,0 0,0 0,0 0,0 0,1-1,-1 1,0-1,0 1,0-1,0 0,1 0,-1 0,0-1,1 1,-1 0,1-1,0 0,-1 0,1 0,0 0,0 0,0 0,0 0,1-1,-1 1,1 0,-1-1,1 0,0 1,0-1,0 0,0 0,0 1,1-1,-1 0,1 0,0 0,0 0,0 0,0 0,0 1,1-1,-1 0,1 0,0 0,0 0,6-12,0 0,1 1,1 0,0 1,1 0,0 0,1 1,0 1,1 0,0 0,1 1,0 1,1 0,0 1,7-3,66-30,-86 41,0-1,0 1,1 0,-1 0,0 0,0 0,0 0,0 0,0 0,1 0,-1 0,0 1,0-1,0 0,0 1,0-1,0 1,0-1,0 1,0 0,0-1,0 1,0 0,0 0,-1-1,1 1,0 0,-1 0,1 0,0 0,-1 0,1 0,-1 0,1 0,-1 0,0 0,1 0,-1 1,4 47,-5-41,1 9,-1 2,1 1,1-1,1 0,0 0,5 19,-6-37,-1 1,1-1,-1 1,1-1,-1 1,1-1,0 1,0-1,-1 0,1 1,0-1,0 0,1 0,-1 1,0-1,0 0,0 0,1-1,-1 1,1 0,-1 0,0-1,1 1,-1-1,1 1,-1-1,1 1,0-1,-1 0,1 0,-1 0,1 0,0 0,-1 0,1 0,-1-1,1 1,-1 0,1-1,-1 0,1 1,-1-1,1 0,0 0,16-10</inkml:trace>
  <inkml:trace contextRef="#ctx0" brushRef="#br0" timeOffset="19312.468">25396 9230,'-16'-7,"-7"-2,-3 5,2 8,4 7,6 9,10 8,12 6,14 7,10 4,0-4</inkml:trace>
  <inkml:trace contextRef="#ctx0" brushRef="#br0" timeOffset="19814.931">25650 9912,'14'-406,"-14"399,-1 6,1 0,0 0,-1 0,1 0,-1 0,1 0,0 0,0 0,0 0,-1 0,1 0,0 0,0 0,0 0,1 0,-1 0,0 0,0 0,0 0,1 0,-1 0,1 0,-1 1,0-1,1 0,0 0,-1 0,1 0,-1 1,1-1,0 0,0 1,-1-1,1 0,0 1,0-1,0 1,0-1,0 1,0 0,0-1,0 1,0 0,0-1,0 1,0 0,0 0,0 0,0 0,0 0,0 0,0 0,0 1,0-1,29 13,0-1,1-2,0-1,12 1,-25-6,-13-3,1 0,-1 0,1 0,-1 1,0 0,0 0,0 0,0 1,0-1,0 1,-1 1,0-1,1 0,-1 1,0 0,-1 0,1 0,-1 1,1-1,-1 1,-1 0,1-1,-1 1,0 1,2 4,3 73,-7-71,0 1,1-1,0 0,1 0,0 0,1-1,3 10,-5-18,1 0,0 0,-1 0,1-1,0 1,0 0,1-1,-1 0,0 1,1-1,-1 0,1 0,0-1,0 1,0 0,0-1,0 0,0 0,0 0,0 0,0 0,1 0,-1-1,0 0,1 0,2 0,84-19,-78 14,0 0,-1-1,0-1,0 1,0-2,-1 0,0 0,-1-1,0 0,0 0,-1-1,0 0,-1-1,0 1,0-2,-1 1,-1-1,0 1,0-2,-2 1,1 0,-1-1,-1-1,-13 38,8-18,0 1,0 0,1 0,0 0,0 0,0 0,1 0,0 1,1-1,0 0,0 0,0 1,1-1,0 0,0 0,1 1,0-1,1-1,-1 1,1 0,0 0,1-1,0 0,0 0,0 0,0 0,1 0,0-1,3 2,-1-3,-1-1,1 0,0 0,0-1,0 1,0-2,0 1,0-1,1 0,-1 0,0-1,1 0,0-1,22-3</inkml:trace>
  <inkml:trace contextRef="#ctx0" brushRef="#br0" timeOffset="20072.944">26385 9297,'18'16,"22"12,21 8,-1-2</inkml:trace>
  <inkml:trace contextRef="#ctx0" brushRef="#br0" timeOffset="20377.844">27589 9565,'-14'-10,"-1"0,0 2,0-1,0 2,-1 0,0 1,-1 1,-6-2,16 6,1 0,-1 0,1 0,-1 1,1 0,-1 0,1 1,-1 0,1 0,-1 0,1 1,0 0,0 0,0 0,0 1,0 0,0 0,1 1,-1-1,1 1,0 1,0-1,-1 2,2-3,1 0,0 1,0-1,0 0,0 1,0 0,1 0,0-1,0 2,0-1,0 0,0 0,1 0,0 1,0-1,0 1,0-1,1 1,0-1,0 1,0-1,0 1,1-1,0 1,0-1,0 1,0-1,1 0,0 0,-1 0,2 0,-1 0,0 0,3 3,4-2,0-1,0 0,0-1,1 0,-1 0,1-1,-1 0,1-1,0 0,0 0,0-1,0 0,-1-1,1 0,0-1,0 0,-1-1,1 1,-1-2,5-2,-7 5,-1-1,0-1,1 1,-1-1,0 0,0 0,-1-1,1 0,-1 0,0 0,0-1,0 1,0-1,-1 0,0-1,0 1,0-1,-1 0,0 0,0 0,0 0,-1 0,0-1,0 1,-1-1,1 1,-1-1,-1 0,1 1,-1-1,-1 0,1 1,-1-2,1 6,-1 1,1 0,0 0,0 0,-1-1,1 1,-1 0,1 0,-1 0,1 0,-1 0,0 0,0 0,1 0,-1 0,0 0,0 0,0 0,0 1,0-1,0 0,0 1,0-1,0 1,-1-1,1 1,0-1,0 1,0 0,-1 0,1 0,0 0,0-1,-1 1,1 1,0-1,0 0,0 0,-1 0,1 1,0-1,0 1,0-1,0 1,-1-1,1 1,0-1,0 1,0 0,0 0,1 0,-1-1,0 1,0 0,0 0,1 0,-1 0,0 1,1-1,-1 0,1 0,-1 0,1 0,0 0,0 1,-2 4,2 0,-1 1,1-1,0 0,0 1,1-1,0 0,0 0,0 1,1-1,0 0,0 0,0 0,1-1,0 1,0 0,0-1,1 0,0 0,0 0,0 0,1-1,-1 0,1 0,0 0,1 0,-1-1,0 1,1-2,0 1,0 0,0-1,6 1,32 14</inkml:trace>
  <inkml:trace contextRef="#ctx0" brushRef="#br0" timeOffset="21044.723">28136 9445,'-9'-5,"0"1,-1 0,1 1,-1 0,0 1,0 0,0 0,0 1,0 0,-9 1,15 0,0 1,0-1,0 1,0 0,0 0,0 0,0 0,1 1,-1-1,0 1,1 0,0 0,-1 0,1 1,0-1,0 1,0 0,0 0,1 0,-1 0,1 0,0 1,0-1,0 1,0-1,1 1,-1 0,0 2,1-1,0-1,0 1,0 0,1-1,-1 1,1 0,0 0,1-1,-1 1,1 0,0 0,0-1,0 1,1-1,-1 1,1-1,1 0,-1 1,0-1,1 0,0-1,0 1,0 0,0-1,1 1,-1-1,1 0,0 0,1 0,4 3,1 0,0-1,0 0,0-1,1 0,-1 0,1-2,0 1,0-1,0 0,0-1,3-1,-1 0,1-1,-1-1,1 0,-1-1,0-1,0 0,0 0,-1-2,1 1,-1-2,0 1,-1-2,0 1,0-2,-1 1,0-1,0-1,-1 0,0 0,-1-1,0 0,-1-1,0 1,-1-1,0-1,-1 1,2-7,9-36,-2 0,-3-1,-3-1,-1 0,-3-32,-1 43,9-195,-12 233,1 5,-1 0,0-1,0 1,0-1,0 1,0 0,-1-1,1 1,-1 0,0 0,0-1,-1 1,1 0,0 0,-1 0,0 0,0 0,-12 8,-23 73,24-37,2 1,1 1,3 0,2 0,1 0,2 1,2-1,2 0,2 1,2-1,2 0,1-1,3 0,1 0,6 8,-16-40,0 0,1 1,1-2,0 1,0 0,1-1,0 0,0 0,1-1,0 0,1 0,0-1,0 0,0 0,1-1,0 0,0 0,1-1,0 0,0-1,-6-3,1-1,-1 0,0 0,0 0,1 0,-1-1,0 0,0 0,0 0,1 0,-1-1,-1 0,1 0,0 0,0 0,-1 0,1-1,-1 1,0-1,0 0,0 0,0-1,2-2,50-86,-3-38,-79 222,25-88,0 0,1 0,-1 0,1 0,0 0,0 0,1 1,-1-1,1 0,0 0,0 1,1-1,-1 0,1 0,0 0,0 1,0-1,1 0,-1 0,1-1,0 1,0 0,0 0,1-1,1 3,15 5</inkml:trace>
  <inkml:trace contextRef="#ctx0" brushRef="#br0" timeOffset="21294.075">28885 9257,'-13'-3,"-12"-2,-6-1,-2-1,-1-2,0-2,5 1</inkml:trace>
  <inkml:trace contextRef="#ctx0" brushRef="#br0" timeOffset="21543.482">28297 9043,'7'-16,"11"-7,12-3,14 2,14 4,10 6,7 5,3 4,-4 10,-7 11,-14 2</inkml:trace>
  <inkml:trace contextRef="#ctx0" brushRef="#br0" timeOffset="21779.513">29019 9391,'9'23,"-1"-3,0-2,1 1,1-1,1 0,0-1,3 2,-11-16,0 0,-1-1,1 1,0-1,1 1,-1-1,0 0,1-1,-1 1,1 0,-1-1,1 0,0 0,-1 0,1 0,0 0,0-1,0 0,0 0,0 0,-1 0,1-1,0 1,0-1,0 0,-1 0,1 0,0-1,-1 1,1-1,-1 0,0 0,0 0,1 0,-1-1,-1 1,1-1,0 0,-1 0,2-2,8-10,0-1,-1 0,-1-1,-1 0,0 0,1-6,44-75,-41 82</inkml:trace>
  <inkml:trace contextRef="#ctx0" brushRef="#br0" timeOffset="21951.054">29460 9537,'15'-2,"0"0,0-1,-1-1,1-1,-1 0,0-1,0 0,-1-1,0-1,0 0,-1-1,0 0,0-1,-1 0,0-1,-1 0,0-1,3-6,-11 16,0 0,-1 1,1-1,-1 0,1 0,-1 0,0 0,0 0,0 0,0-1,0 1,-1 0,1 0,-1-1,1 1,-1 0,0-1,0 1,0 0,0-1,0 1,0 0,-1-1,1 1,-1 0,0 0,0-1,0 1,0 0,0 0,0 0,0 0,-1 0,1 0,-1 0,1 1,-1-1,0 1,0-1,1 1,-1-1,0 1,-1-1,-3 2,0 0,1-1,-1 2,1-1,-1 1,1 0,-1 0,1 0,-1 1,1 0,0 0,0 0,0 1,0-1,0 1,1 0,-1 1,1-1,0 1,0 0,0 0,0 0,1 0,0 1,0 0,0-1,0 1,1 0,-1 1,1-1,1 0,-1 0,1 1,0-1,0 1,1-1,-1 1,1 0,0-1,1 1,3 2,0-1,1 1,-1-1,2 0,-1 0,1-1,0 0,0 0,1 0,0 0,0-1,0-1,1 1,0-1,-1 0,1-1,1 0,-1 0,0-1,1 0,-1 0,2 0,68 15,-1-4</inkml:trace>
  <inkml:trace contextRef="#ctx0" brushRef="#br0" timeOffset="22172.402">30917 9217,'-2'18,"-1"18,0 16,1 12,0 10,4 6,2 2,2-1,-3-2,-4-7,-9-8,-7-10,-1-15</inkml:trace>
  <inkml:trace contextRef="#ctx0" brushRef="#br0" timeOffset="22680.22">30837 9404,'0'-7,"-1"0,1 0,0 0,0-1,1 1,-1 0,2 0,-1 0,1 0,0 0,1 1,-1-1,1 1,1-1,-1 1,1 0,0 0,1 1,-1-1,1 1,0 0,4-3,-3 8,0-1,0 2,0-1,0 0,0 1,0 0,0 1,0-1,0 1,0 0,-1 1,1-1,-1 1,0 0,1 0,-1 1,-1 0,1 0,-1 0,1 0,-1 1,0-1,0 1,-1 0,0 0,1 2,2-1,-1 1,0 0,0 0,0 0,-1 1,0 0,-1 0,1 0,-1 0,-1 0,0 1,0-1,-1 1,0-1,0 1,-1 0,0-1,0 1,-2 5,-1-10,0-1,0 1,0 0,-1-1,1 0,-1 0,0 0,0 0,0-1,0 1,0-1,-1 0,1 0,-1-1,1 1,-1-1,0 0,0-1,1 1,-1-1,0 0,0 0,0 0,1 0,-1-1,0 0,1 0,-1 0,0-1,1 0,-1 1,1-2,0 1,0 0,0-1,-2-1,5 3,0 1,0-1,0 0,0 1,1-1,-1 0,0 0,1 1,-1-1,0 0,1 0,-1 0,1 0,-1 0,1 1,0-1,-1 0,1 0,0 0,0 0,0 0,0 0,0 0,0 0,0-1,0 1,0 0,0 0,0 0,0 0,1 0,-1 1,1-1,-1 0,0 0,1 0,-1 0,1 0,0 0,-1 1,1-1,0 0,0 0,-1 1,1-1,0 1,0-1,0 1,0-1,0 1,0-1,51-19,88 0,-110 18,1-2,-1-1,0-1,0-1,-1-1,23-11,-45 16,0-1,0-1,-1 1,1-1,-1 0,0 0,0-1,-1 0,0 0,0 0,3-6,-6 10,-1 0,1 0,-1-1,0 1,0-1,0 1,-1-1,1 1,0-1,-1 1,0-1,1 0,-1 1,0-1,0 0,-1 1,1-1,-1 1,1-1,-1 1,0-1,0 1,0-1,0 1,0-1,0 1,-1 0,1 0,-1 0,0 0,0 0,1 0,-1 0,0 0,-1 1,0-1,-1-1,0 1,-1 0,1 0,-1 0,0 0,0 1,1 0,-1 0,0 0,0 1,0-1,0 1,0 0,0 1,0-1,0 1,0 0,1 0,-1 1,0-1,1 1,-1 0,1 0,-1 1,1-1,0 1,0 0,0 0,0 1,1-1,-1 1,1-1,0 1,0 0,0 1,1-1,0 0,-1 1,1-1,1 1,-1 0,1-1,0 1,0 0,0 0,0 0,1 0,0 0,0 0,1 0,-1 0,1-1,0 1,0 0,0 0,1 0,6 8,-1 0,2-1,0 0,0 0,1-1,1 0,0-1,0 0,1-1,0 0,0-1,1 0,0-1,1 0,-1-1,1-1,1 0,-1-1,12 2,40 9,-9-5</inkml:trace>
  <inkml:trace contextRef="#ctx0" brushRef="#br0" timeOffset="23696.687">24500 10714,'161'-40,"-150"38,0 1,0 0,0 1,0 1,0-1,0 2,0-1,0 1,-1 1,1 0,-1 1,1 0,6 4,-11-4,-1 0,1 0,0 0,-1 1,0 0,0 0,-1 0,1 1,-1 0,0 0,-1 0,1 0,-1 0,0 1,-1-1,0 1,0 0,0 0,-1 0,0 0,0 0,-1 0,0 0,0 0,-1 3,-1 11,-1 0,-1 0,0 0,-2-1,-1 1,0-1,-9 15,-31 53,31-63,2 2,1 0,1 0,-8 27,19-51,0 1,0 0,0-1,1 1,-1 0,1 0,0-1,0 1,0 0,1 0,-1 0,1-1,0 1,0 0,0-1,1 1,-1-1,1 1,0-1,-1 0,2 0,-1 0,0 0,1 0,-1 0,1 0,0-1,0 0,0 1,0-1,0 0,0 0,3 0,17 7,1-1,0-1,1-1,-1-1,1-1,0-1,0-1,0-2,1 0,23-5,-17 5,-1-2,1-2,-1-1,0-1,0-2,-1-1,0-1,0-2,-1 0,26-17,-25 5</inkml:trace>
  <inkml:trace contextRef="#ctx0" brushRef="#br0" timeOffset="23977.245">24648 10874,'14'0,"24"0,27-2,25-3,17-5,9-4,-15 1</inkml:trace>
  <inkml:trace contextRef="#ctx0" brushRef="#br0" timeOffset="24864.552">25530 10888,'32'-10,"-1"-1,-1-2,0 0,0-2,-2-2,0 0,18-15,-43 30,-1 1,1-1,0 0,-1 0,1 0,-1 0,1 0,-1 0,0-1,0 1,0-1,0 0,-1 1,1-1,-1 0,0 0,0 0,0 0,0 0,0 0,0 0,-1 0,1-1,-1 1,0 0,0 0,-1 0,1-1,0 1,-1 0,0 0,0 0,0 0,0 0,-1 0,-3-2,-1 1,1-1,-1 2,0-1,-1 1,1 0,-1 0,1 0,-1 1,0 0,0 1,0-1,0 1,0 1,0-1,0 1,0 1,0-1,-6 2,2-1,0 0,1 1,-1 1,1-1,-1 2,1 0,0 0,0 0,1 1,-1 1,1 0,-4 3,8-5,1 0,0 0,0 0,0 0,0 1,1-1,0 1,0 0,0 0,0 0,1 0,0 1,0-1,0 1,1-1,0 1,0 0,0-1,1 1,0 0,0 0,0-1,1 1,0 2,1-1,0 1,0 0,1-1,0 0,0 1,1-1,0 0,0-1,1 1,0-1,0 0,0 0,1 0,0-1,0 0,0 0,1-1,5 4,5 2,1-1,1-1,-1-1,1 0,0-1,1-1,-1-1,-1 0,0-1,0-1,0-1,1 0,-1-1,0-1,0-1,0 0,0-2,0 0,0-1,-1 0,0-2,0 0,-1 0,0-2,0 0,-1-1,0-1,0 0,-1-1,-1 0,0-1,-1-1,7-9,-14 14,0 0,-1 0,0-1,-1 0,0 1,0-1,-1-1,0 1,-1 0,0 0,0 0,-1-1,-1 1,0 0,0-1,-1 1,0 0,-1 0,0 0,-4-9,7 20,1-1,-1 0,1 1,-1-1,1 0,-1 0,1 0,-1 0,1 0,0 1,-1-1,1 0,-1 0,1 0,-1-1,1 1,0 0,-1 0,1 0,-1 0,1 0,-1-1,1 1,-1 0,1 0,-1-1,1 1,-1 0,1-1,-1 1,0-1,1 1,-1 0,0-1,1 1,-1-1,0 1,1-1,-1 1,0-1,0 0,0 1,1-1,-1 1,0-1,0 1,0-1,0 1,0-1,0 0,0 1,0-1,0 1,0-1,-1 1,1-1,0 1,0-1,-1 0,1 1,0-1,0 1,-1 0,1-1,0 1,-1-1,1 1,-1-1,1 1,-1 0,150 53,-143-51,3 0,0 0,-1 0,1 1,-1 1,0-1,0 1,0 1,-1-1,1 1,-1 1,0-1,-1 1,1 0,-1 1,0-1,-1 1,0 1,0-1,0 1,-1 0,0 0,-1 0,2 5,-4 2,0-1,-2 0,0 1,0-1,-2 0,0 0,0 1,-9 89,13-101,-1 0,1 1,0-1,0 0,0 0,1 0,-1 0,1 0,0 0,-1 0,1 0,1 0,-1-1,0 1,1-1,-1 0,1 0,0 0,-1 0,1 0,0 0,0-1,0 1,1-1,-1 0,0 0,3 0,94 10,-73-11,0-2,0 0,-1-2,0-1,0-2,0 0,0-2,-1 0,-1-2,0-1,0 0,-1-2,18-14,-10-4,-31 34,0 1,0 0,0-1,0 1,0-1,0 1,1-1,-1 1,1 0,0-1,0 0,0 1,0-1,0 0,0 1,1-1,-1 0,1 0,0 0,-1 0,1 0,8 2,-1-1,1 1,0-2,0 1,0-1,0-1,1 0,-1 0,0-1,1 0,-1-1,0-1,0 1,0-1,0-1,0 0,0 0,1-1,-1 0,0 0,0-1,0 0,-1-1,1 0,-2 0,1-1,-1 0,0 0,0-1,-1 0,3-4,-7 7,1 0,-1 0,0 0,-1 0,1-1,-1 1,0-1,0 0,-1 1,0-1,0 0,0 0,-1 0,0 0,0 0,0 0,-1 0,0 0,0 0,0 1,-1-1,0 0,0 1,0-1,-1 0,-3-3,0 0,-1 0,0 0,0 1,0 0,-1 1,-1 0,1 0,-1 0,0 1,-1 1,1 0,-1 0,0 1,-1 0,1 0,0 1,-1 1,0 0,0 0,0 1,0 0,1 1,-1 0,0 1,0 0,0 1,0 0,1 1,-1 0,1 1,0 0,0 0,0 1,0 1,1-1,-1 2,-2 1,1 1,0 0,0 1,1 0,0 0,1 1,0 1,-5 7,11-13,-1-1,1 1,0 0,0 0,1 0,-1 0,1 1,1-1,-1 1,1-1,0 1,1-1,0 1,0 0,0-1,1 1,0-1,0 1,1 2,12 20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2:01.28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1 423,'20'0,"21"0,17 0,10 0,2 0,-4 0,-10 2,-16 1</inkml:trace>
  <inkml:trace contextRef="#ctx0" brushRef="#br0" timeOffset="253.072">174 623,'21'12,"20"3,19-1,17-2,13-4,3-5,0-6,-16-1</inkml:trace>
  <inkml:trace contextRef="#ctx0" brushRef="#br0" timeOffset="504.217">977 516,'16'-2,"14"-1,13 0,12 1,6 0,6 1,-3 1,-5-1,-8-1,-13-1</inkml:trace>
  <inkml:trace contextRef="#ctx0" brushRef="#br0" timeOffset="670.314">1151 249,'-5'21,"-1"15,2 13,7 10,5 6,3 4,3 0,-2-1,-3-6,-2-6,-3-7,-2-8,-1-12</inkml:trace>
  <inkml:trace contextRef="#ctx0" brushRef="#br0" timeOffset="967.57">1711 329,'-2'7,"0"0,1 1,-1-1,1 0,1 1,-1-1,1 1,1-1,-1 0,1 1,0-1,1 0,0 1,0-1,1 0,0 0,0-1,0 1,1-1,1 3,97 115,42 10,-119-102,-25-31,1-1,-1 1,0 0,0 0,0-1,0 1,0 0,0 0,0-1,0 1,0 0,0 0,0-1,0 1,-1 0,1 0,0-1,-1 1,1 0,0-1,-1 1,1 0,-1-1,1 1,-1-1,1 1,-1 0,1-1,-1 0,1 1,-1-1,0 1,1-1,-1 0,0 1,0-1,1 0,-1 0,0 1,0-1,1 0,-1 0,0 0,0 0,1 0,-1 0,0 0,-28 3,0-1,0-1,0-2,0-1,0-1,0-1,0-2,1-1,-13-5,-22-8</inkml:trace>
  <inkml:trace contextRef="#ctx0" brushRef="#br0" timeOffset="1222.178">1739 236,'20'-9,"23"-3,25 0,18 3,11 2,1 3,-17 2</inkml:trace>
  <inkml:trace contextRef="#ctx0" brushRef="#br0" timeOffset="1517.48">2447 329,'-1'20,"0"-1,1 0,1 1,1-1,0 1,2-1,0 0,1 0,1-1,1 0,1 0,0 0,1-1,1 0,1-1,0 0,1 0,1-2,13 14,-23-25,-1 0,1 1,0-2,0 1,0 0,0-1,0 1,1-1,-1 0,1 0,0 0,-1 0,1-1,0 0,0 0,0 0,0 0,0 0,0-1,0 0,0 0,0 0,0 0,0 0,0-1,0 0,0 0,0 0,1-1,4-6,-1-1,0 0,0 0,-1 0,0-1,-1-1,0 1,-1-1,0 0,-1 0,0 0,0-1,0-5,-2 11,130-509,-119 476,-3 16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1:59.64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17394 989,'11'0,"13"0,14 0,14 0,9-2,9-4,0-2,-4-3,-8-1,-13-1,-14 2</inkml:trace>
  <inkml:trace contextRef="#ctx0" brushRef="#br0" timeOffset="207.564">17727 708,'-16'-2,"-7"3,0 9,4 10,5 12,8 12,8 10,10 6,4 2,2 2,-2-3,-4-4,-4-7,-3-12</inkml:trace>
  <inkml:trace contextRef="#ctx0" brushRef="#br0" timeOffset="627.363">18169 534,'5'37,"2"-1,1 0,2 0,2-1,1 0,1-1,2 0,2-1,1-2,1 1,20 22,-34-45,0 0,1-1,0 0,0 0,1-1,0 0,0 0,0 0,1-1,0-1,0 0,1 0,0 0,-1-1,4 0,-9-5,1 0,0-1,-1 1,1-1,-1 0,1 0,-1 0,0-1,0 1,0-1,0 0,-1-1,1 1,-1 0,0-1,0 0,0 0,0 0,-1 0,0 0,1 0,-2-1,1 1,0-1,-1 1,1-3,16-45,-2-1,-3 0,-2-1,-2-1,-1-22,9-198,-14 260,2 35,-2-7,8 26</inkml:trace>
  <inkml:trace contextRef="#ctx0" brushRef="#br0" timeOffset="922.574">19077 948,'-6'-6,"-1"-1,0 1,0 0,-1 1,0 0,0 0,0 1,0 0,-1 0,1 1,-1 0,0 0,0 1,-1 0,1 1,0 0,0 0,-1 1,1 0,0 1,0 0,-1 0,1 1,0 1,0-1,0 1,1 1,-1 0,1 0,0 0,0 1,0 0,1 1,-1 0,1 0,1 0,-1 1,1 0,-5 7,9-9,-1 0,1 0,0 0,0 0,1 0,-1 0,1 0,1 1,-1-1,0 0,1 0,0 1,1-1,-1 0,1 1,0-1,0 0,1 0,-1 0,1 0,0 0,1 0,-1 0,1-1,0 1,0-1,0 0,1 0,-1 0,1 0,0 0,0-1,1 0,1 1,13 8,1-1,1-2,0 0,0-1,0 0,1-2,0-1,1-1,-1-1,1 0,0-2,3-1,45 2</inkml:trace>
  <inkml:trace contextRef="#ctx0" brushRef="#br0" timeOffset="1187.898">19586 935,'-8'-1,"-11"-3,0 1,0 0,0 1,0 1,0 1,0 1,0 0,0 2,0 0,0 1,0 1,1 0,0 2,0 0,-4 3,16-6,1 0,0 1,0-1,0 1,0 0,1 0,0 1,0-1,0 1,1 0,0 0,0 0,0 0,1 1,0-1,0 1,1-1,-1 1,1 0,1 0,0-1,0 1,0 0,0 0,1-1,0 1,1 0,0-1,0 1,0-1,1 0,0 1,0-1,0-1,1 1,0 0,0-1,0 0,3 3,9 3,1-1,0-1,0-1,1 0,0-1,0-1,0-1,1 0,0-1,0-1,0-1,0-1,1-1,1 0,153-11,-99-1</inkml:trace>
  <inkml:trace contextRef="#ctx0" brushRef="#br0" timeOffset="-19698.198">0 4438,'187'18,"0"-9,57-9,-141 0,781 15,122-3,-1054 34,6 80,-24 148,11 2,12 3,-5 276,-12 483,-17-163,17-318,24 18,27 279,-12-606,-12 4,-17 180,37 359,16-511,0 47,19 60,64 332,-27 80,-48-638,-7 0,-9 29,-2 419,10-560,0-42,0-7</inkml:trace>
  <inkml:trace contextRef="#ctx0" brushRef="#br0" timeOffset="-18495.671">1217 7151,'-6'-4,"-1"1,0 0,0 0,0 0,0 1,0 0,-1 0,1 1,0 0,-1 0,1 1,-1 0,1 0,-1 1,1-1,-1 2,1-1,0 1,-1 0,1 1,0 0,1 0,-1 0,0 1,1 0,-6 5,-1 0,0 2,1 0,0 0,1 1,1 0,-1 1,2 0,0 1,1 0,0 1,1-1,0 2,2-4,1 0,0 0,1 0,1 1,0-1,0 1,1 0,1 6,0-15,0-1,0 1,1 0,0 0,0 0,0 0,0 0,0 0,1-1,0 1,-1-1,1 1,1-1,-1 0,0 1,1-1,0-1,0 1,-1 0,2-1,-1 1,0-1,0 0,1 0,-1 0,1 0,0-1,1 1,1 0,0-1,1 0,-1 0,0-1,0 0,0 0,1 0,-1 0,0-1,0 0,0-1,0 1,0-1,0-1,0 1,-1-1,1 0,-1 0,0 0,1-1,-2 1,2-2,8-7,-1 0,0-1,-1-1,-1 0,0 0,0-1,-1-2,8-13,-1 0,-2-2,-1 0,-1 0,7-33,-30 92,6-6,0 0,1 1,2-1,0 1,1-1,1 1,2 2,-2-15,0-1,1 1,0-1,1 1,0-1,0 0,1 0,0 0,0-1,1 1,0-1,0 0,1 0,-1-1,2 0,-1 0,1 0,6 4,-5-5,1 0,-1-1,1 0,-1-1,1 1,0-2,0 1,0-1,1-1,-1 0,0 0,1 0,-1-1,1-1,-1 0,0 0,7-2,17-8</inkml:trace>
  <inkml:trace contextRef="#ctx0" brushRef="#br0" timeOffset="-18236.011">790 6631,'16'2,"25"1,34-2,33-7,28-6,20-3,-16 0</inkml:trace>
  <inkml:trace contextRef="#ctx0" brushRef="#br0" timeOffset="-17557.165">2300 7165,'-7'10,"1"0,-1 0,2 0,-1 1,1 0,1 0,0 0,1 0,0 1,0 0,1-1,1 1,0 0,1 0,0 0,1 0,0 0,1-1,0 1,1 0,0-1,1 0,0 1,0-2,2 1,-1 0,1-1,1 0,2 2,-2-4,0 0,0-1,1 0,0-1,0 1,1-2,0 1,0-1,0 0,0-1,1 0,0-1,0 0,0 0,0-1,0 0,0-1,1 0,-1-1,0 0,1-1,-1 0,0 0,0-1,0-1,0 1,0-2,0 1,-1-1,1-1,6-4,-7 3,-1 1,0-2,0 1,-1-1,0 0,0 0,0-1,-1 0,-1 0,1-1,-1 0,-1 0,1 0,-2 0,1-1,-1 1,-1-1,1 0,-2 0,1 0,-1 0,-1 0,0 0,-1 0,1 0,-2 0,0 0,0 0,-2-3,-1 1,0 1,-2 0,1 0,-1 0,-1 1,0 0,0 0,-1 1,0 0,-1 1,0 0,0 0,-1 1,0 1,0 0,0 0,-1 1,0 0,0 1,0 1,-1 0,-3-1,5 2,0 1,0-1,-1 2,1-1,0 2,-1 0,1 0,0 1,0 0,0 0,0 2,0-1,1 1,0 1,-1 0,2 1,-1-1,0 2,1-1,1 2,-1-1,1 1,0 0,1 1,-1 1,4-5,0 0,0 1,1 0,0 0,0 0,1 0,0 0,0 1,0-1,1 1,0-1,0 1,0-1,1 1,0 0,1-1,-1 1,1-1,0 1,1-1,1 5,14 28</inkml:trace>
  <inkml:trace contextRef="#ctx0" brushRef="#br0" timeOffset="-16790.82">2862 7419,'17'4,"0"0,1-2,-1 0,1-1,-1 0,7-2,7 1,598 6,915 30,404-23,-1240-1,-693-11,-10-1,-1 1,0-1,0 0,1 0,-1-1,0 1,0-1,0 0,1 0,-1 0,0 0,0-1,3-2,2-4</inkml:trace>
  <inkml:trace contextRef="#ctx0" brushRef="#br0" timeOffset="-14722.45">7942 7567,'17'-54,"-2"-1,-2 0,-3-1,1-31,-7 55,5-9,8 56,7 35,-3 1,-2 1,-2 1,-3 0,-1 1,-4 1,2 31,-9-69,-2-11,0 0,0 1,1-1,0 0,0 0,1 0,0 0,0 0,0 0,1 0,0 0,0-1,0 1,4 3,-6-8,1-1,-1 0,1 0,-1 1,1-1,-1 0,1 0,-1-1,1 1,-1 0,1 0,-1-1,1 1,-1-1,0 1,1-1,-1 0,0 1,1-1,-1 0,0 0,0 0,0 0,0 0,0 0,0 0,0 0,0-1,0 1,0 0,-1 0,1-1,0 1,-1-2,1 3,17-32,0-1,-2 0,-2-1,-1-1,-2 0,-1-1,3-27,4-7,17-45,-33 115,-1 0,0 1,0-1,1 0,-1 1,0-1,1 0,-1 0,0 0,1 0,-1 1,0-1,1 0,-1 0,0 0,1 0,-1 0,1 0,-1 0,0 0,1 0,-1 0,1 0,-1 0,0 0,1 0,-1 0,0 0,1 0,-1-1,0 1,1 0,-1 0,0 0,1-1,-1 1,0 0,1 0,-1-1,0 1,0 0,1 0,-1-1,0 1,0 0,0-1,0 1,1 0,-1-1,0 1,0-1,0 1,0 0,3 37,-3-35,3 317,-4-315,1 0,0 0,0 0,0 0,1 0,-1 0,1 0,0 0,0 0,1 0,-1-1,1 1,0 0,0-1,0 1,0-1,0 0,1 0,0 1,0-2,-1 1,2 0,-1-1,0 1,0-1,1 0,-1 0,1 0,0-1,0 1,-1-1,1 0,0 0,0 0,0 0,0-1,3 0,0-1,-1-1,1 0,-1 0,0-1,0 0,0 0,-1 0,1-1,-1 0,1 0,-1 0,0-1,-1 0,1 0,-1 0,0 0,1-4,50-102,-20-31,-36 152,1 0,0 1,0-1,1 1,1-1,0 0,0 0,4 10,0-14,1-1,-1 1,1-1,1-1,-1 0,0 0,1 0,0-1,0 0,0 0,0-1,1 0,-1 0,0-1,1-1,-1 1,1-1,4-1,-4 2,134 4,120-13,-221 6,1474-78,-927 47,-580 32,-13 1</inkml:trace>
  <inkml:trace contextRef="#ctx0" brushRef="#br0" timeOffset="-13583.598">8570 8262,'-7'18,"-2"15,-2 13,1 11,2 6,3 5,1-1,0-5,1-8,0-12,-1-12,0-11</inkml:trace>
  <inkml:trace contextRef="#ctx0" brushRef="#br0" timeOffset="-13210.406">8490 8502,'6'-31,"1"-1,2 1,1 0,2 1,1 0,3-3,-9 19,1 0,1 0,0 1,1 1,0-1,1 1,1 1,-1 0,2 1,0 0,0 1,0 0,3 0,-11 6,-1 0,1 1,-1 0,1 0,0 0,-1 0,1 1,0-1,0 1,0 1,0-1,1 1,-1 0,0 0,0 0,0 1,0 0,0 0,0 0,0 0,0 1,0 0,-1 0,1 0,-1 0,1 1,-1 0,0 0,0 0,0 1,-1-1,1 1,-1 0,1 0,-1 0,-1 0,2 3,-1-1,-1-1,0 1,-1 0,0 0,0 0,0 1,0-1,-1 0,0 0,-1 0,1 0,-1 1,0-1,-1 0,1 0,-1-1,0 1,-1 0,1 0,-1-1,0 0,-1 0,0 2,-6 5,0 1,-1-1,0-1,0 0,-2-1,1 0,-1 0,-8 3,-9 3,-1-1,-1-1,0-2,-1-1,0-2,-1-1,0-1,0-2,-28 0,40-2,22-3,0 0,0 1,0-1,0 0,-1 1,1-1,0 0,0 1,0-1,0 1,0-1,0 0,0 1,0-1,0 1,0-1,0 0,0 1,1-1,-1 0,0 1,0-1,0 0,0 1,1-1,-1 0,0 1,0-1,1 0,-1 1,0-1,0 0,1 0,-1 1,0-1,1 0,-1 0,0 0,1 0,-1 1,1-1,-1 0,0 0,1 0,-1 0,0 0,1 0,-1 0,1 0,-1 0,0 0,1 0,-1 0,2 0,51 31,0 1,-2 3,-2 2,4 7,-23-18,-1-1,0-1,2-1,1-1,2-1,-25-16,1 0,0 0,0-1,0-1,0 0,1 0,-1-1,1 0,0-1,-1 0,1-1,0 0,0 0,-1-1,1-1,6-1,14-7</inkml:trace>
  <inkml:trace contextRef="#ctx0" brushRef="#br0" timeOffset="-12678.225">9198 8716,'14'4,"1"1,-1-2,1 0,-1 0,1-2,0 0,0 0,0-1,14-3,-28 3,0 0,1 1,-1-2,0 1,0 0,1 0,-1 0,0 0,0-1,1 1,-1-1,0 1,0-1,0 1,0-1,0 0,0 1,0-1,0 0,0 0,0 0,0 0,0 0,0 0,-1 0,1 0,0 0,-1 0,1 0,-1 0,1 0,-1-1,0 1,1 0,-1 0,0-1,0 1,0 0,0 0,0-1,0 1,0 0,-1-1,1 1,0 0,-1 0,1 0,-1-1,1 1,-1 0,0 0,-7-7,-1 2,0-1,0 1,-1 0,0 1,0 0,0 1,0 0,-1 1,0 0,0 0,1 1,-1 1,-1 0,-3 0,-1-1,0 1,1 0,-1 1,0 1,0 1,0 0,-8 3,19-4,0 0,-1 1,1 0,0 0,0 1,0-1,1 1,-1 0,0 0,1 1,0-1,0 1,0 0,0 0,1 0,0 1,-1-1,2 1,-1 0,0 0,1 0,0 0,0 1,0 0,1 1,0-1,0 1,0-1,1 1,0-1,0 1,1 0,-1-1,1 1,1-1,0 0,0 1,0-1,0 0,1 0,0 0,0 0,1-1,0 1,0-1,0 0,0 0,1 0,0-1,0 0,0 0,4 2,0 1,1 0,0-2,0 1,1-1,-1 0,1-1,0-1,1 0,-1 0,0-1,1 0,0-1,-1 0,1-1,0-1,0 0,-5-1,1 0,-1-1,0 0,0 0,0-1,0 0,-1 0,1-1,-1 1,0-1,0-1,-1 1,0-1,0 0,0 0,-1-1,1 1,-2-1,1 0,-1 0,0 0,0-1,-1 1,0-1,0 1,-1-1,0 0,0 0,-1 1,0-1,-1 0,1 0,-2-74,2 82,0 0,0 0,0 0,0 1,0-1,0 0,-1 0,1 0,0 0,0 0,0 0,0 0,0 0,-1 0,1 0,0 0,0 0,0 0,0 0,-1 0,1 0,0 0,0 0,0 0,0 0,-1 0,1 0,0 0,0 0,0 0,0 0,-1 0,1 0,0 0,0 0,0-1,0 1,0 0,0 0,0 0,-1 0,1 0,-4 20,2-12,0 0,1 0,0 1,0-1,1 0,0 1,0-1,1 1,0-1,1 0,0 0,0 0,1 0,0 0,0 0,1 0,0-1,0 0,1 0,0 0,0 0,2 1,6 0,0-1,0-1,0-1,1 0,0 0,0-1,0-1,0 0,0-1,1-1,-1 0,1-1,-1-1,1 0,-1-1,0 0,1-1,53-10</inkml:trace>
  <inkml:trace contextRef="#ctx0" brushRef="#br0" timeOffset="-8947.45">11364 7473,'293'10,"1092"9,-968-7,-397-11,-32 3,-10-1</inkml:trace>
  <inkml:trace contextRef="#ctx0" brushRef="#br0" timeOffset="-7960.446">12995 3408,'-9'0,"-1"0,8 0,16 0,24 0,30 0,34 0,28-2,22-1,10 0,0 1,-11 0,-20 1,-26 3,-28 1,-30 2,-31 3,-19-1</inkml:trace>
  <inkml:trace contextRef="#ctx0" brushRef="#br0" timeOffset="-7582.527">13048 3449,'3'13,"4"14,11 12,14 10,12 8,11 6,6 1,3 2,-3-2,-5-7,-7-9,-13-13</inkml:trace>
  <inkml:trace contextRef="#ctx0" brushRef="#br0" timeOffset="-7180.125">14306 3369,'2'-3,"-2"0,-4 3,-10 7,-10 12,-14 15,-11 12,-8 14,-7 11,-1 7,4 0,5-6,10-7,13-8,10-11,8-15</inkml:trace>
  <inkml:trace contextRef="#ctx0" brushRef="#br0" timeOffset="-6639.73">12915 4144,'-7'0,"-2"-1,-1 1,0 0,0 0,0 1,0 0,1 1,-1 0,0 1,1 0,0 0,0 1,-9 4,17-7,1-1,-1 0,0 1,0-1,0 1,0-1,1 1,-1 0,0-1,1 1,-1 0,0-1,1 1,-1 0,1 0,-1-1,1 1,-1 0,1 0,0 0,-1 0,1 0,0 0,0 0,0-1,0 1,0 0,0 0,0 0,0 0,0 0,0 0,0 0,0 0,1 0,33 16,0-13,1-1,0-2,0-2,32-4,-40 3,820-75,-108 41,-682 37,-36 3,-25 4,-16-2</inkml:trace>
  <inkml:trace contextRef="#ctx0" brushRef="#br0" timeOffset="-6049.788">13557 4184,'2'5,"1"14,0 21,-1 21,0 19,-1 14,-1 11,0 6,0 2,0-1,0-8,0-20</inkml:trace>
  <inkml:trace contextRef="#ctx0" brushRef="#br0" timeOffset="-5186.897">15014 3502,'56'24,"10"-8,-1-3,2-3,0-2,130 21,-134-4,-62-25,0 1,-1 0,1 0,-1-1,0 1,1 0,-1 0,0 0,1-1,-1 1,0 0,0 0,0 0,0 0,1 0,-1 0,-1 0,1 0,0-1,0 1,0 0,0 0,-1 0,1 0,0 0,-1-1,1 1,-1 0,1 0,-1 0,1-1,-1 1,1 0,-1-1,0 1,1-1,-1 1,0 0,1-1,-1 0,0 1,0-1,0 1,0-1,0 0,-15 11,-1-1,0-1,0-1,-1 0,-17 4,6-1,-47 18,18-9,2 2,0 3,2 2,-5 6,20 3,38-35,0 0,1-1,-1 1,1 0,0 0,-1 0,1 0,0 0,0 0,0 1,-1-1,1 0,0 0,0 0,1 0,-1 0,0 0,0 0,0 0,1 0,-1 0,0 0,1 0,-1 0,1 0,-1 0,1-1,0 1,-1 0,1 0,0 0,0-1,-1 1,1 0,0-1,0 1,0-1,0 1,0-1,0 1,0-1,0 0,0 1,0-1,0 0,0 0,111 20,64-15,0-8,100-17,-170 12,176-11,-216 22,-68 2,-16 1,-8-2</inkml:trace>
  <inkml:trace contextRef="#ctx0" brushRef="#br0" timeOffset="-4935.528">15909 3730,'16'9,"17"7,16 4,13 3,8-1,-1 1,-10 3,-16 2,-16 3,-25 3,-27 3,-26 1,-26-1,-17-4,6-8</inkml:trace>
  <inkml:trace contextRef="#ctx0" brushRef="#br0" timeOffset="-3604.518">13516 1738,'-8'-40,"7"60,20 127,22 78,7 44,-30-117,-7 0,-7 1,-11 91,-1-133,1-43,3 1,3 0,4 15,24 16,-10-71</inkml:trace>
  <inkml:trace contextRef="#ctx0" brushRef="#br0" timeOffset="-2698.987">11618 3730,'-9'-6,"-1"1,0 0,-1 1,1 0,-1 0,0 1,1 1,-1 0,-1 1,1 0,0 0,0 1,0 0,0 1,-1 1,1 0,1 0,-1 1,0 0,1 1,-1 0,1 1,0 0,0 1,1 0,0 0,0 1,0 0,1 1,0 0,0 0,-3 6,4-5,1 1,-1 0,2 0,0 1,0-1,1 1,0 0,-1 10,4-18,0 0,0 1,1-1,-1 0,1 0,0 1,0-1,0 0,0 1,1-1,-1 0,1 0,0 1,0-1,0 0,1 0,-1 0,1 0,-1-1,1 1,0 0,0 0,0-1,0 0,1 1,-1-1,1 0,-1 0,1 0,0 0,0-1,2 2,2-1,0 0,0 0,1 0,-1-1,1 0,-1-1,1 0,-1 0,1 0,-1-1,1 0,-1-1,0 1,0-1,1-1,-1 1,3-3,8-3,-1-1,0-1,0-1,-1 0,0-1,1-2,0 0,-1-1,0-1,-1 0,-1-1,-1 0,0-1,-2-1,0 0,3-7,-6-11,-9 36,1 1,-1 0,0 0,1-1,-1 1,1 0,-1 0,0 0,1 0,-1 0,0 0,1 0,-1 0,0 0,1 0,-1 0,0 0,1 1,-1-1,1 0,-1 0,0 1,1-1,-1 0,1 1,-1-1,1 1,-1-1,1 1,-1-1,1 1,0-1,-1 1,1-1,0 1,-1-1,1 1,-5 4,0 1,0-1,0 1,1 0,0 0,0 1,1-1,-1 1,1 0,1 0,-1 0,1 0,1 0,-1 0,1 1,1-1,-1 0,1 1,0-1,1 0,0 1,0-1,1 0,-1 0,1 0,1 0,0 0,0 0,0 0,1-1,0 0,0 0,0 0,1 0,5 5,7 0,0-1,1 0,0-2,1 0,0-1,1 0,-1-2,1 0,0-2,0 0,0-1,18-1,81 1,-7-8</inkml:trace>
  <inkml:trace contextRef="#ctx0" brushRef="#br0" timeOffset="-1395.204">13557 1657,'-11'4,"10"-3,0-1,1 1,-1-1,0 1,1 0,-1-1,0 1,0-1,0 0,0 1,1-1,-1 0,0 0,0 1,0-1,0 0,0 0,0 0,0 0,0 0,1 0,-1 0,0 0,0-1,0 1,0 0,0 0,0-1,1 1,-1-1,0 1,0-1,0 1,1-1,-1 1,0-1,1 0,-1 1,0-1,1 0,-1 1,1-1,-1 0,1 0,9-78,-2 51,8-83,-4-1,-5 0,-8-83,2 187,0-1,-1 7,1 1,-1-1,1 0,0 0,-1 1,1-1,0 0,0 0,0 0,0 1,1-1,-1 0,0 0,1 1,-1-1,1 0,-1 1,1-1,0 0,0 1,0-1,0 1,0-1,0 1,0 0,1-1,-1 1,0 0,1 0,-1 0,1 0,-1 0,1 0,-1 0,2 0,96 20,100 6,0-9,161-9,-278-7,1872-36,-1918 33</inkml:trace>
  <inkml:trace contextRef="#ctx0" brushRef="#br0" timeOffset="-460.913">16525 895,'-4'2,"0"1,1-1,-1 1,1 0,-1 0,1 0,0 1,1-1,-1 1,1-1,-1 1,1 0,0 0,0 0,1 0,-1 0,1 1,0-1,0 0,0 1,1-1,0 1,-1-1,2 0,-1 1,0-1,1 1,0-1,0 0,0 1,0-1,1 0,0 0,1 2,4 1,0-1,0 0,0 0,1-1,0 0,0 0,1-1,-1 0,1 0,0-1,0 0,0-1,0 0,0 0,1-1,-1 0,1 0,-1-2,0 1,1-1,-1 0,0-1,1 0,6-3,-9 4,0-2,0 1,0-1,0 0,-1 0,1-1,-1 0,0 0,0 0,0-1,-1 0,0 0,0 0,0-1,0 0,-1 0,0 0,0 0,-1-1,0 1,0-1,0 0,-1 0,0 0,0 0,-1 0,0-1,0 1,-1 0,0-1,0 1,0 0,-1-1,-1 1,1 0,-1 0,0 0,-2-3,0 2,0 2,0-1,-1 0,0 1,-1 0,1 0,-1 0,0 1,0 0,-1 0,0 1,1 0,-2 0,1 0,0 1,-1 0,1 0,-1 1,0 0,0 1,0-1,0 2,0-1,0 1,0 0,0 1,0-1,0 2,0-1,0 1,0 0,1 1,-1 0,1 0,-1 1,1 0,0 0,1 0,-1 1,1 0,0 1,-2 1,4-2,0 1,0-1,0 1,1 0,0 0,0 1,0-1,1 0,0 1,0 0,1-1,0 1,0 0,0 0,1 0,0 0,1 6,6 25</inkml:trace>
  <inkml:trace contextRef="#ctx0" brushRef="#br0" timeOffset="5292.705">13637 5080,'-20'57,"20"-52,-6 80,3 0,5 0,3 0,6 18,-9-89,35 548,-38 108,38-426,-35-51,7-51,-4-12,-6-129,0 1,0 0,0 0,0-1,-1 1,1-1,0 1,-1-1,1 0,-1 0,0 1,1-1,-1 0,0 0,0-1,0 1,0 0,1-1,-1 1,0-1,0 1,0-1,0 0,0 0,0 0,0 0,0 0,0 0,0-1,0 1,0-1,0 1,0-1,0 0,0 0,0 0,0 0,-15-2,-140-11,52 7</inkml:trace>
  <inkml:trace contextRef="#ctx0" brushRef="#br0" timeOffset="6834.951">4706 5213,'75'-129,"-59"95,-26 36,-3 8,0 1,0 1,1 0,1 1,0 0,-6 9,8-9,-30 41,2 2,3 2,2 1,3 1,3 2,3 1,2 0,-12 66,-7 81,10 2,6 34,3-28,19-195,2-13,-1-1,0 1,0-1,-1 0,0 1,-1-1,0 0,0-1,-1 1,0 0,4-9,0 0,0-1,0 1,0 0,-1 0,1-1,0 1,0 0,0 0,0 0,0-1,0 1,-1 0,1 0,0 0,0 0,0-1,-1 1,1 0,0 0,0 0,0 0,-1 0,1 0,0 0,0-1,-1 1,1 0,0 0,0 0,-1 0,1 0,0 0,0 0,-1 0,1 0,0 1,0-1,-1 0,1 0,0 0,0 0,0 0,-1 0,1 0,0 0,0 1,0-1,-1 0,1 0,0 0,0 1,0-1,0 0,-1 0,1 0,0 1,0-1,0 0,0 0,0 0,0 1,0-1,0 0,0 0,0 1,0-1,-1-20,2 6</inkml:trace>
  <inkml:trace contextRef="#ctx0" brushRef="#br0" timeOffset="7366.557">4118 6577,'10'52,"2"-1,2 0,2-2,10 19,40 139,-61-192,-4-20,-1-27,-2-2,-2 0,-1 0,-1 1,-2 0,-1 0,-2 1,-1 0,-2 0,-1 2,-1 0,-13-17,-30-4,57 50,0-1,0 1,-1 0,1 0,0 0,-1 1,1-1,0 1,-1-1,1 1,0 0,-1 0,1 0,-1 0,1 0,-1 0,1 1,0-1,-1 1,1-1,0 1,0 0,-1 0,1 0,0 1,0-1,0 0,0 1,0-1,0 2,1-3,0 1,0 0,0-1,1 1,-1 0,0-1,1 1,-1 0,1 0,-1 0,1 0,-1-1,1 1,-1 0,1 0,0 0,-1 0,1 0,0 0,0 0,0 0,0 0,0 0,0 0,0 0,0 0,0 0,1 0,-1 0,0 0,1 0,-1 0,0 0,1 0,-1-1,1 1,0 0,-1 0,1 0,0-1,-1 1,1 0,0-1,0 1,-1 0,1-1,47 16,-14-16,0 0,0-3,0 0,0-2,14-5,29-4,-56 10,-15 2,0 1,0 0,0 0,0 0,0 0,1 1,-1 0,0 1,0-1,0 1,0 0,1 1,-1-1,3 3,-7-2,0 1,0 0,-1 0,1 0,0 0,-1 0,0 0,0 0,0 1,0-1,0 0,-1 1,0-1,1 0,-1 1,0-1,-1 1,1-1,-1 0,1 1,-1-1,0 0,0 0,-1 1,1-1,0 0,-1 0,0 0,-97 199,22-54,60-107,6-10</inkml:trace>
  <inkml:trace contextRef="#ctx0" brushRef="#br0" timeOffset="9651.854">3571 2659,'-12'11,"2"0,-1 0,1 1,1 1,0-1,1 2,1-1,0 1,0 0,2 0,-1 1,2 0,0-1,-1 12,1 4,0-1,2 1,1 0,2 0,1 0,1 0,2 3,-1-13,0 0,2 0,0 0,1-1,1 0,1 0,0-1,-4-10,-1 0,1-1,0 0,1 0,-1-1,1 1,1-1,-1 0,1-1,0 0,0 0,1 0,0-1,-1 0,1 0,1-1,5 1,-8-3,0 0,0 0,1-1,-1 0,0 0,0-1,0 1,1-2,-1 1,0 0,0-1,-1 0,1-1,0 1,-1-1,1 0,-1-1,0 1,0-1,0 0,-1 0,1-1,-1 1,1-3,6-6,0 0,-1-1,-1-1,-1 1,0-1,-1-1,0 0,1-7,-1 4,-1-1,-1 0,-1-1,0 1,-2-1,0 0,-2 0,0 0,-1 1,-1-1,-1 0,-1 1,-1-1,-1 1,0 1,-2-1,0 1,-1 0,-1 1,0 0,-2 0,0 2,-12-14,21 27,0-1,0 1,-1 0,1 0,-1 0,0 0,1 0,-2 1,1 0,0 0,0 0,-1 0,1 1,-1-1,1 1,-1 0,1 1,-1-1,0 1,1 0,-1 0,0 0,1 1,-1 0,0-1,1 2,-4 0,-1 5,0 0,0 0,1 1,0 0,1 1,-1 0,2 0,-1 0,1 1,1 0,0 0,0 0,1 1,0 0,-1 6,3-11,-26 71</inkml:trace>
  <inkml:trace contextRef="#ctx0" brushRef="#br0" timeOffset="10403.949">3156 2259,'0'16,"0"14,3 11,-1 8,4 7,1 1,3-5,-1-12</inkml:trace>
  <inkml:trace contextRef="#ctx0" brushRef="#br0" timeOffset="10656.032">3730 2018,'3'13,"0"19,0 17,-1 15,-2 6,-2-7</inkml:trace>
  <inkml:trace contextRef="#ctx0" brushRef="#br0" timeOffset="11618.365">4412 2794,'16'0,"12"0,11-2,9-1,6-3,3 1,1-2,-3 0,-3 2,-7 2,-10 3,-12 2</inkml:trace>
  <inkml:trace contextRef="#ctx0" brushRef="#br0" timeOffset="11870.354">4519 3047,'21'0,"17"0,15-2,9-3,3-1,-3 1,-5 1,-9 1,-14 2</inkml:trace>
  <inkml:trace contextRef="#ctx0" brushRef="#br0" timeOffset="12915.564">4987 2500,'-2'0,"0"1,-1 0,1-1,0 1,0 0,-1 1,1-1,0 0,0 0,0 1,0 0,1-1,-1 1,0 0,1 0,-1 0,1 0,0 0,-1 0,1 0,0 0,0 0,0 1,1-1,-1 0,1 1,-1-1,1 1,0-1,-1 0,2 1,-1-1,0 1,0-1,1 1,-1-1,1 0,0 1,-1-1,1 0,0 0,0 1,1-1,-1 0,0 0,1 0,1 1,9 5,1 0,0-1,1-1,-1 0,1-1,0 0,1-1,3 0,3 2,19 5,-6-3,0 2,0 1,-1 2,0 1,-1 2,10 7,-35-18,-1-1,1 1,-1 0,-1 0,1 1,-1-1,0 1,0 0,0 1,-1-1,0 1,-1 0,1 0,-1 0,-1 1,1-1,-1 1,0-1,-1 1,0 0,0 0,-1-1,0 1,0 0,-1 0,0 0,0-1,-1 1,0 0,-2 4,-11 19,-1-1,-1-1,-2-1,-1 0,-1-2,-1 0,-2-1,0-1,-1-2,-2 0,-2 0,-240 178,202-155</inkml:trace>
  <inkml:trace contextRef="#ctx0" brushRef="#br0" timeOffset="16987.112">6524 2646,'-2'-1,"0"1,0-1,0 0,0 1,0 0,0-1,0 1,0 0,0 0,0 0,0 0,-1 1,1-1,0 0,0 1,0 0,0-1,0 1,0 0,0 0,1 0,-1 0,0 0,0 1,1-1,-1 0,1 1,-1-1,1 1,0 0,-1-1,1 1,0 1,-32 66,30-59,1 1,0-1,1 1,0 0,1-1,0 1,0 0,1 0,1-1,0 1,0-1,1 1,1-1,-1 0,2 0,-1 0,1-1,1 1,0-1,0-1,0 1,1-1,1 0,-1-1,4 3,-2-2,0 0,1 0,0-1,0 0,1-1,0 0,0-1,2 1,-9-4,0-1,0 0,0 1,0-1,0-1,0 1,1-1,-1 1,0-1,1-1,-1 1,0 0,0-1,1 0,-1 0,0 0,0-1,0 1,0-1,0 0,-1 0,1-1,-1 1,4-3,3-8,0-2,0 1,-2-1,0 0,0-1,-2 0,0 0,0 0,-2-1,0 0,-1 0,0 0,-2 0,0 0,-1 0,-1-2,2 4,-1 1,0-1,-1 0,-1 1,0-1,-1 1,-1-1,-2-5,4 15,0 1,1 0,-2 0,1 0,0 0,-1 0,0 0,0 1,0-1,0 1,0 0,-1 0,0 0,1 0,-1 1,0-1,0 1,0 0,-1 1,1-1,0 0,-1 1,1 0,-1 0,1 1,-1-1,0 1,-2 0,-4 0,1 1,0 0,0 1,0 0,0 0,0 1,1 0,-1 1,1 0,0 1,0 0,0 0,1 1,-1 0,2 0,-1 1,1 0,0 0,0 1,0 0,1 0,1 1,0 0,0 0,0 0,1 0,0 1,0 2,4-7,-1 0,1 0,0 0,0 0,1 0,0 0,0 0,0 0,0 0,1 0,-1-1,3 4,10 19</inkml:trace>
  <inkml:trace contextRef="#ctx0" brushRef="#br0" timeOffset="17265.626">7033 2874,'-7'22,"-2"18,0 12,2 9,2 6,2 0,1-2,2-5,0-8,0-14</inkml:trace>
  <inkml:trace contextRef="#ctx0" brushRef="#br0" timeOffset="17719.687">7206 2646,'-1'0,"0"-1,-1 1,1-1,-1 0,1 1,0-1,-1 0,1 0,0 0,0 0,-1 0,1 0,0 0,0 0,0-1,1 1,-1 0,0-1,0 1,1-1,-1 1,1 0,-1-1,1 1,0-1,-1 1,1-1,0 0,0 1,0-1,0 1,0-1,1 1,-1-1,0 1,1-1,-1 1,1-1,-1 1,1-1,0 1,0 0,-1-1,1 1,0 0,0 0,8-2,-1 2,1-1,0 1,-1 0,1 1,0 0,0 0,-1 1,1 0,0 1,-1 0,7 2,-8-3,0 0,1 0,-1 1,0-1,0 2,0-1,0 1,-1 0,1 1,-1-1,1 1,-1 1,0-1,-1 1,1 0,-1 0,0 1,0-1,-1 1,0 0,0 1,0-1,-1 1,0-1,0 1,0 0,-1 0,0 0,-1 1,1-1,-1 0,-1 1,0-1,0 4,-6 9,-1 0,-2-1,0 0,0 0,-2-1,0-1,-1 0,-1 0,-1-1,0-1,-1 0,-4 2,-15 19,17-19,-32 49,50-64,-1-1,1 1,-1-1,1 1,0-1,-1 1,1-1,0 1,0-1,0 0,0 1,0-1,0 0,1 0,-1 0,0 0,1 0,-1 0,1 0,-1-1,1 1,-1 0,1-1,-1 1,1-1,-1 0,1 1,0-1,-1 0,1 0,0 0,-1 0,1 0,0 0,-1-1,1 1,-1-1,1 1,1-1,42-4,-1-2,0-2,0-1,7-6,36-7,42-4,-81 19</inkml:trace>
  <inkml:trace contextRef="#ctx0" brushRef="#br0" timeOffset="18504.403">7861 2472,'187'366,"-158"-305,3 0,27 35,-56-92,-3-2,1 0,-1-1,1 1,0 0,-1-1,1 1,0-1,0 1,0-1,0 1,0-1,1 0,-1 0,0 1,1-1,-1 0,0 0,1 0,-1-1,1 1,0 0,-1 0,1-1,0 1,-1-1,1 0,0 1,-1-1,1 0,0 0,0 0,-1 0,1 0,0-1,0 1,-1 0,1-1,0 1,0-1,7-10,-1 0,0-1,-1 0,-1 0,0-1,0 0,-1 0,-1 0,1-6,3-4,138-481,-105 349,-33 139,-7 27</inkml:trace>
  <inkml:trace contextRef="#ctx0" brushRef="#br0" timeOffset="20864.055">6204 2071,'296'11,"127"-23,24-22,-409 31,811-78,308-23,-973 91,-181 13,-2-1,1 0,0 1,0 0,-1-1,1 1,0 0,-1 0,1 0,0 0,0 0,-1 0,1 1,0-1,0 1,-1-1,1 1,-1-1,1 1,0 0,-1 0,1 0,-1 0,0 0,1 0,-1 0,0 0,0 1,0-1,1 0,-2 1,1-1,0 1,0-1,0 2,-6 101,-1-63,-18 303,18 224,7-413,3 31,26 160,-26-316,4 31,-2 1,-3 58,-2-118,-1 0,0 0,0-1,0 1,0 0,-1 0,1 0,0 0,-1-1,1 1,-1 0,0-1,0 1,1 0,-1-1,0 1,0-1,-1 1,1-1,0 1,0-1,-1 0,1 0,-1 0,1 0,-1 0,1 0,-1 0,0 0,1 0,-1-1,0 1,0-1,1 1,-1-1,0 0,0 0,0 0,0 0,1 0,-2 0,-227-27,-73 4,-1 14,-206 24,373-10,-1234 16,1370-21,-5 0,0 0,0 1,0-2,1 1,-1-1,0 0,0 0,0 0,1-1,-1 0,1 0,-1-1,1 1,0-1,-1-1,-2 0,0 0,-1 1,0 0,1 0,-1 1,0 0,0 1,0 0,-1 0,1 1,0 0,0 0,0 1,-3 1,-23 0,7-2,8 2,1-2,-1 0,0-1,1-1,0-1,-1-1,1 0,0-1,-6-4,20 5,0-1,-1-1,2 1,-1 0,1-1,-1 0,2 0,-1 0,1-1,0 1,0-1,0 0,1 0,0 0,1 0,0 0,0 0,0 0,1-1,0 1,0 0,1 0,1-7,-2-1,21-528,-13-225,-8 738,0-17,2 0,1 0,9-32,24-18,-36 97,0 0,0 0,1 0,-1 0,0 0,0 0,0 1,1-1,-1 0,0 0,0 0,1 0,-1 0,0 0,0 0,0 0,1 0,-1 0,0-1,0 1,1 0,-1 0,0 0,0 0,0 0,1 0,-1 0,0 0,0-1,0 1,0 0,1 0,-1 0,0 0,0-1,0 1,0 0,0 0,0 0,1-1,-1 1,-3 28,1-19,7 22,0-21</inkml:trace>
  <inkml:trace contextRef="#ctx0" brushRef="#br0" timeOffset="22230.576">3169 1150,'7'-32,"2"0,0 1,2 0,2 1,8-16,-1 3,71-185,-84 211,2 26,-9-8,32 189,-24-150,-1 0,-3 1,-1 0,-3 0,-1 0,-1 0,-3 1,-4 2</inkml:trace>
  <inkml:trace contextRef="#ctx0" brushRef="#br0" timeOffset="22501.19">3343 1350,'21'-3,"13"-2,8-1,3-1,1-2,0 0,-2 2,-5 0,-10 1</inkml:trace>
  <inkml:trace contextRef="#ctx0" brushRef="#br0" timeOffset="22763.569">2848 253,'-2'16,"3"12,5 8,7 8,7 2,6 0,6-2,-3-10</inkml:trace>
  <inkml:trace contextRef="#ctx0" brushRef="#br0" timeOffset="23074.817">3637 200,'-2'2,"-1"10,0 12,5 14,7 8,6 9,4 8,-3-6</inkml:trace>
  <inkml:trace contextRef="#ctx0" brushRef="#br0" timeOffset="24042.51">4640 1015,'-5'-2,"4"-1,8 0,12 1,15 2,12 2,10 1,9-1,3-1,-2 3,-4 0,-12-1,-13 0</inkml:trace>
  <inkml:trace contextRef="#ctx0" brushRef="#br0" timeOffset="24286.857">4653 1229,'16'7,"16"2,15 0,13-2,9-2,7-2,2-1,-1-1,-7-4,-15 0</inkml:trace>
  <inkml:trace contextRef="#ctx0" brushRef="#br0" timeOffset="24523.265">5187 802,'7'4,"9"9,14 9,9 9,11 9,6 7,2 4,-2 3,-4-2,-8 1,-9-1,-11 1,-16 2,-24 3,-31 8,-37 11,-5-8</inkml:trace>
  <inkml:trace contextRef="#ctx0" brushRef="#br0" timeOffset="34835.026">6524 762,'20'-11,"16"0,0 2,1 1,-1 2,2 2,-1 1,36 3,-71-1,1 1,-1 0,0 0,1 0,-1 0,1 0,-1 0,1 1,-1-1,0 1,1 0,-1 0,0 0,1 0,-1 0,0 0,0 1,0-1,0 0,0 1,-1 0,1-1,0 1,-1 0,1 0,-1 0,1 0,-1 0,0 1,0-1,0 0,0 0,-1 1,1-1,-1 1,1-1,-1 0,0 1,0-1,0 1,0-1,0 1,0-1,-1 1,-5 8,0-1,0 0,-1 0,0-1,-1 0,0 0,-1-1,1 0,-2 0,1-1,-1 0,0-1,-5 2,-7 7,-52 32,95-41,2-7,-1 2,0 0,0 1,0 2,7 1,-23-3,0 0,-1-1,1 2,-1-1,0 1,1 0,-1 0,0 0,-1 0,1 1,-1 0,1 0,-1 0,0 1,-1 0,1-1,-1 1,0 0,0 1,-1-1,1 0,0 5,-1-5,-1 1,0-1,0 0,0 1,-1-1,0 0,0 1,0-1,-1 0,1 1,-1-1,-1 0,1 0,-1 0,0 0,0 0,0 0,-1 0,0 0,0-1,0 0,0 1,-1-1,1 0,-1-1,0 1,0-1,-1 0,0 1,-7 4,-1 0,1-1,-1 0,0-1,-1-1,0 0,0-1,0 0,0-1,-6 0,13-2,-1 0,1-1,-1 1,1-2,-1 1,1-1,0 0,-1-1,1 0,0 0,0 0,0-1,0 0,-3-3,10 6,0 0,-1 0,1 0,0 0,-1 0,1 0,0 0,-1 0,1 0,0 0,-1-1,1 1,0 0,0 0,-1 0,1-1,0 1,0 0,-1 0,1-1,0 1,0 0,0 0,-1-1,1 1,0 0,0-1,0 1,0 0,0-1,0 1,0 0,-1-1,1 1,0 0,0-1,0 1,1 0,-1-1,0 1,0 0,0-1,0 1,0 0,0-1,0 1,0 0,1-1,-1 1,0 0,0-1,0 1,1 0,-1 0,0-1,1 1,-1 0,0 0,0 0,1 0,-1-1,0 1,1 0,-1 0,0 0,1 0,-1 0,0 0,1 0,-1 0,26-5,-4 3</inkml:trace>
  <inkml:trace contextRef="#ctx0" brushRef="#br0" timeOffset="35101.292">7113 1042,'0'7,"0"7,0 7,2 8,1 5,0 6,-3 3,-3 4,-7 0,-5-1,-3-4,2-9</inkml:trace>
  <inkml:trace contextRef="#ctx0" brushRef="#br0" timeOffset="35761.012">7688 734,'-98'-66,"93"63,0 1,0 0,0 1,0-1,-1 1,1 0,0 0,-1 1,1-1,-1 1,1 0,-1 1,1-1,0 1,-1 0,1 1,0-1,-1 1,1 0,-1 1,-6 6,0 1,0 1,1 0,1 0,0 1,0 0,1 1,1 0,0 0,1 1,0 0,1 0,0 0,2 1,0 0,0 0,1 2,-3 8,0 1,2-1,1 1,2-1,0 1,1 0,3 16,-2-34,0 1,1-1,0 0,0 0,1 0,0 0,0 0,1-1,0 1,0-1,1 0,0 0,0 0,0-1,1 0,0 0,1 0,-1-1,1 0,0 0,0-1,0 0,1 0,6 2,-7-3,-1-1,1 0,0-1,-1 1,1-1,0-1,0 1,0-1,0-1,0 1,0-1,-1 0,1 0,0-1,-1 0,1 0,-1-1,1 0,-1 0,0 0,0-1,-1 0,1 0,-1 0,0-1,0 0,0 0,-1 0,1-1,-1 1,-1-1,1 0,-1 0,0 0,0 0,-1-1,0 0,0 1,0-1,-1 0,0 1,0-2,-1 1,0 0,0-1,-1 1,0 0,-1 0,1 0,-1 0,0 0,-1 0,0 0,0 1,0-1,-1 1,-4-6,6 9,0 0,-1 1,1-1,-1 0,0 1,1 0,-1 0,0 0,0 0,0 0,-1 0,1 1,0-1,-1 1,1 0,0 0,-1 1,0-1,1 1,-1-1,1 1,-1 0,0 0,1 1,-1-1,1 1,-1 0,1 0,-1 0,-2 1,1 1,0-1,0 1,1 0,-1 1,1-1,-1 1,1 0,0 0,1 0,-1 0,1 1,-1 0,1-1,1 1,-1 0,1 0,0 1,0-1,0 0,1 1,0-1,0 1,0 0,1 0,0 26</inkml:trace>
  <inkml:trace contextRef="#ctx0" brushRef="#br0" timeOffset="36666.221">7996 628,'30'46,"1"-1,3-1,2-3,13 12,74 89,-62-68,-60-74,0-1,0 1,0 0,0 0,0-1,0 1,0-1,0 1,0-1,0 0,0 1,0-1,0 0,0 1,0-1,-1 0,1 0,0 0,-1 0,1 0,0 0,-1 0,1 0,-1 0,0 0,1 0,-1 0,0 0,0 0,1 0,-1-1,0 1,0 0,0 0,-1 0,1 0,0-1,1-2,116-535,-87 441,-17 68</inkml:trace>
  <inkml:trace contextRef="#ctx0" brushRef="#br0" timeOffset="38879.698">9185 146,'-8'645,"6"-537,2-10,-5 1,-12 60,16-151,-1 0,1 1,-1-1,0 0,-1 0,0 0,0-1,-1 1,0-1,0 1,-1-1,0-1,0 1,-1-1,1 0,-1 0,-1 0,1-1,-1 0,0 0,-3 1,-17 4,-2 0,1-2,-1-1,0-1,-1-1,1-2,-1-1,1-2,-3 0,-469 4,256 5,0 11,-11 12,42 2,-34-7,-392 42,601-65,-1-2,1-1,0-2,-38-6,74 7,0 0,0-1,0 1,0-1,0 1,0-1,0 0,0 0,0-1,0 1,0 0,1-1,-1 0,1 0,-1 0,1 0,-1 0,1 0,0 0,0-1,0 1,1-1,-1 1,0-1,1 0,0 0,-1 0,1 0,1 0,-1 0,0 0,0-1,2-225,-24-748,22 973,0-1,1 0,-1 0,1 1,0-1,1 0,-1 0,1 1,0-1,0 0,0 1,1-1,-1 1,1-1,0 1,0 0,1 0,-1 0,1 0,0 0,0 0,1 1,-1 0,1-1,-1 1,1 0,0 1,0-1,0 1,1 0,-1 0,0 0,1 0,1 1,226-13,291-28,-297 20,1176-109,-993 88,-221 42,-185 2,-1 0,1 0,-1 1,1-1,-1 1,1-1,-1 1,0 0,0 0,0 0,0 0,0 0,0 0,0 1,-1-1,1 1,-1-1,0 1,0 0,0-1,0 1,0 0,0 0,-1-1,0 1,1 0,-1 0,0 0,0 0,-1 0,1-1,0 1,-1 1,1 9,1 235,-8-141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3:10.23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99 1,'-5'2,"0"0,0 1,1-1,-1 1,0 1,1-1,0 1,0-1,0 1,1 0,-1 0,1 1,0-1,0 1,0 0,1 0,-1 0,1 0,1 0,-1 0,0 2,-14 116,16-102,0 1,2-1,0 0,2 0,0 0,1 0,1 0,1-1,1 0,5 7,-8-17,1 1,0-1,1 0,0-1,0 1,1-2,0 1,1-1,0 0,0-1,1 0,-1 0,2-1,-1 0,1-1,0 0,0-1,0 0,5 0,-9-2,0-1,0-1,0 1,0-1,1 0,-1-1,0 0,0 0,0-1,0 1,0-2,0 1,-1-1,1 0,-1 0,1 0,-1-1,0 0,-1-1,1 1,-1-1,0 0,0 0,0-1,-1 0,1 1,-2-1,1-1,-1 1,1-1,-2 1,2-3,2-5,-1-1,0 1,-1-1,0 0,-1 0,-1-1,0 1,-1 0,-1-1,-1 1,0 0,-1-1,0 1,-1 0,-1 0,0 0,-1 1,-1-1,0 1,-1 0,-1 1,0 0,0 0,-2 1,1 0,-3-1,6 8,0 0,0 1,-1 0,1 0,-1 0,0 1,0 0,-1 1,1 0,0 0,-1 0,1 1,-1 0,1 0,-1 1,0 0,1 0,-1 1,0 0,-5 2,-5 2,0 0,0 2,1 0,0 0,0 2,1 0,-13 10,-30 24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3:10.53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1,'0'7,"3"9,4 6,9 7,8 2,6 1,6 2,3-1,0-1,-7-6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3:10.86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0,'4'5,"5"12,4 15,7 19,5 15,3 13,-2 7,-4-12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3:11.92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38 265,'-5'8,"0"1,0-1,1 1,1 0,-1 0,1 0,1 0,0 0,0 1,1-1,0 1,1-1,0 1,0-1,1 1,0-1,1 1,0-1,0 0,1 0,0 0,1 0,0 0,0-1,1 1,0-1,6 7,-3-9,0 1,0-1,0-1,1 0,0 0,0 0,0-1,0-1,1 1,0-2,-1 1,1-1,0-1,0 0,1 0,6-1,-10 0,0 0,0-1,-1 0,1 0,-1-1,1 0,-1 0,1 0,-1-1,0 0,0 0,0 0,-1-1,1 0,-1 0,0-1,0 1,0-1,-1 0,1 0,-1-1,0 1,-1-1,0 0,1-2,3-12,-2 0,0 0,-1-1,-1 1,-1-1,-1 0,-1 1,-1-1,-1 0,0 0,-2 1,0 0,-1-1,-5-8,5 13,0 1,-1 0,-1 0,-1 1,0 0,-1 0,-9-11,15 21,-1 0,1 0,-1 0,0 1,0-1,0 1,0 0,-1 0,1 0,-1 1,0 0,0 0,0 0,0 0,0 1,0 0,0 0,-1 0,1 1,0-1,-1 1,1 0,0 1,0 0,-4 0,1 3,0-1,0 1,0 0,1 1,-1 0,1 0,0 1,1-1,0 1,0 1,0-1,0 1,1 0,0 1,1-1,0 1,0 0,0 0,1 0,1 0,-1 1,1-1,0 1,1 0,0-1,1 1,0 0,0 0,1 4,4 26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3:12.20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82 0,'-3'16,"-2"15,-3 8,0 5,-1 3,-2 4,0-1,1-2,2-2,3-4,2-7,2-10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3:12.57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0 171,'8'-13,"0"1,1 0,1 0,-1 1,2 0,0 1,0 0,0 1,1 0,1 1,0 0,0 1,0 0,1 1,0 1,0 0,0 1,1 0,-1 2,1-1,0 2,1 0,-11 0,1 1,-1 0,0 0,1 1,-1 0,0-1,0 2,0-1,0 1,0 0,0 0,0 0,0 0,-1 1,1 0,-1 0,0 0,0 1,0-1,0 1,0 0,-1 0,0 0,0 1,0-1,0 1,-1 0,0-1,0 1,0 0,0 0,-1 0,0 1,0-1,0 2,-2 11,-1-1,-1 0,-1 1,0-1,-1 0,-1-1,0 1,-2-1,0 0,0-1,-1 0,-1 0,-1-1,0 0,-8 6,12-11,-15 21,0-3,2 1,0 0,2 2,-13 31,29-59,1 0,0 0,0 0,0 0,0 0,0 0,1 0,-1 1,1-1,-1 0,1 1,0-1,0 0,0 0,0 1,0-1,1 0,-1 1,1-1,-1 0,1 0,0 1,0-1,0 0,0 0,0 0,0 0,1 0,-1-1,1 1,-1 0,1-1,0 1,0-1,-1 1,1-1,0 0,0 1,1-1,13 3,1 0,0-1,0 0,0-2,0 0,0-1,1-1,-1 0,0-1,17-4,-3 1,182-24,-150 19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3:13.03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1 196,'43'66,"-3"3,13 35,58 98,-107-194,1 1,1-1,-1 0,1 0,1 0,-1-1,1 0,1 0,-1-1,1 0,0 0,1-1,-1 0,1 0,3 0,-9-4,0-1,0 1,-1-1,1 0,0 0,0-1,0 1,-1-1,1 1,0-1,0 0,-1 0,1 0,-1 0,1 0,-1-1,1 1,-1-1,0 0,0 1,0-1,0 0,0 0,0 0,0-1,-1 1,1 0,-1-1,2-1,29-80,-19 13,-2-1,-4-1,-2-20,10-93,-14 180,-1-1,0-1,1 1,0-1,1 1,-1 0,2 0,-1-1,1 2,0-1,0 0,0 0,1 1,0 0,5-6,10-2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3:13.35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515 0,'18'28,"11"21,7 22,5 17,-4 13,-4 13,-9 8,-10 5,-17 4,-26 4,-35 6,-41 2,-48 5,-48 2,10-25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3:13.95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229 0,'-16'23,"-12"23,-8 27,-5 25,0 29,8 24,8 16,16 7,23-4,30-11,34-23,34-27,31-30,-8-28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3:16.68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172 1285,'-2'-2,"-1"-1,1 0,0 0,0 0,0 0,0 0,1 0,-1-1,1 1,0 0,0-1,0 1,0-1,0 1,1-1,0 0,0 1,0-1,0-2,0-1,-1-52,3-1,3 1,2 1,3-1,5-10,-13 58,19-92,5 1,25-62,-36 123,2 1,2 0,2 2,1 0,1 1,3 2,20-23,77-61,-104 100,-32 26,-68 52,-169 74,235-130,34-19,1 2,0 1,1 1,0 1,1 0,0 2,0 0,1 2,7-2,-30 10,0-1,0 0,-1 0,1 0,0 0,0 1,0-1,0 0,0 0,0 0,0 1,0-1,0 0,0 0,0 0,0 0,0 1,0-1,0 0,0 0,0 0,0 1,0-1,0 0,0 0,0 0,0 0,1 1,-1-1,0 0,0 0,0 0,0 0,0 0,0 1,1-1,-1 0,0 0,0 0,0 0,0 0,1 0,-1 0,0 0,0 0,0 1,0-1,1 0,-1 0,0 0,0 0,0 0,-16 12,-252 144,257-145,14-12,8-8,-13 10,-186 121,188-122,0 0,-1 0,1 0,-1 1,1-1,0 0,-1 0,1 0,0 0,-1 0,1 0,-1 1,1-1,0 0,-1 0,1 1,0-1,-1 0,1 0,0 1,0-1,-1 0,1 1,0-1,0 0,0 1,-1-1,1 1,0-1,0 0,0 1,0-1,0 1,0-1,0 0,0 1,0-1,0 1,0-1,0 0,0 1,0-1,0 1,0-1,0 0,1 1,-1-1,0 0,0 1,0-1,1 0,-1 1,0-1,1 0,-1 1,0-1,0 0,1 0,-1 1,0-1,1 0,-1 0,1 0,-1 1,0-1,1 0,-1 0,1 0,-1 0,34-3,-21 1,36 2,1 1,0 2,-1 3,32 8,59 7,-29-6,-111-16,1 1,0 0,-1-1,1 1,0-1,-1 1,1-1,-1 1,1-1,0 1,-1-1,1 1,-1-1,0 0,1 1,-1-1,1 0,-1 1,0-1,0 0,1 0,-1 1,0-1,0 0,0 0,0 1,0-1,0 0,0 0,0 0,0 1,0-1,0 0,-1 0,1 1,0-1,-1 0,1 0,0 1,-1-1,1 0,-1 1,1-1,-1 1,1-1,-1 0,-1-6,-21-116,-18-62,41 185,0 0,-1 0,1 0,0 0,0 0,0 0,0 1,0-1,-1 0,1 0,0 0,0 0,0 0,-1 0,1 0,0 0,0 0,0 0,-1 0,1 0,0 0,0 0,0 0,0 0,-1 0,1 0,0 0,0-1,0 1,0 0,-1 0,1 0,0 0,0 0,0 0,0-1,0 1,-1 0,1 0,-1 24,1-22,10 243,-2-232,-2-37,-3-2,0 1,-2-1,-2 0,0 0,-1 0,-2 1,-5-22,9 48,-1-1,1 0,0 0,0 1,0-1,-1 0,1 0,0 0,-1 0,1 1,0-1,0 0,-1 0,1 0,0 0,-1 0,1 0,0 0,-1 0,1 0,0 0,-1 0,1 0,0 0,0 0,-1 0,1 0,0 0,-1 0,1 0,0 0,-1-1,1 1,0 0,0 0,-1 0,1 0,0-1,0 1,-1 0,1 0,0-1,0 1,0 0,0 0,-1-1,1 1,0 0,0-1,0 1,0 0,0-1,0 1,0 0,0 0,0-1,0 1,0 0,0-1,0 1,0 0,0-1,0 1,0 0,0-1,0 1,-7 25,5-18,1 0,0 1,0-1,1 1,0-1,1 1,-1-1,1 1,1-1,0 0,0 0,0 1,0-1,3 3,-5-9,0-1,1 1,-1 0,0-1,0 1,1-1,-1 1,0-1,0 1,1-1,-1 1,1-1,-1 1,0-1,1 0,-1 1,1-1,-1 1,1-1,-1 0,1 0,0 1,-1-1,1 0,-1 0,1 0,0 1,-1-1,1 0,-1 0,1 0,0 0,-1 0,1 0,-1 0,1-1,0 1,-1 0,1 0,-1 0,1-1,-1 1,1 0,-1 0,1-1,-1 1,1-1,-1 1,1 0,-1-1,1 0,9-30,-9 31,0-4,0 0,0 0,0 0,0 0,-1 0,1 0,-1 0,0 0,-1 0,1 0,0 0,-1 1,0-1,0 0,0 0,-1 0,1 1,-1-1,0 0,0 1,0 0,0-1,-1 1,1 0,-1 0,0 0,0 1,-2-2,1 4,0 1,0 1,0-1,0 1,0-1,0 1,1 0,-1 1,1-1,-1 1,1-1,0 1,0 0,0 0,0 1,0-1,1 0,-1 1,1 0,0-1,0 1,1 0,-1 0,1 0,0 0,0 0,0 1,-12 29,2-2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3:17.21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174 1,'-23'86,"14"-63,-21 65,4 2,3 1,5 1,4 1,3 0,4 33,5-104,2 1,1-1,0 1,2 0,0-1,2 0,2 4,-7-25,0-1,0 1,0-1,0 1,1-1,-1 1,0-1,0 1,0-1,0 1,0-1,0 0,0 1,-1-1,1 1,0-1,0 1,0-1,0 1,-1-1,1 1,0-1,0 0,-1 1,1-1,0 0,-1 1,1-1,0 0,-1 1,1-1,0 0,-1 1,1-1,-1 0,1 0,-1 0,1 1,0-1,-1 0,1 0,-1 0,1 0,-1 0,1 0,-1 0,1 0,-1 0,1 0,-1 0,1 0,-1 0,1-1,-1 1,1 0,0 0,-1 0,1-1,-1 1,1 0,0 0,-1-1,-11-2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3:38.03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14877 43,'-299'-13,"205"-1,1 5,-2 4,1 4,0 4,0 4,-61 14,121-10,0 2,1 1,0 1,2 2,-1 1,2 2,-22 19,35-28,3 2,1 0,0 0,0 2,1-1,1 2,1-1,0 1,1 1,1 0,-4 11,-20 36,27-55,-13 21,1 0,2 2,1 0,2 1,1 0,-1 13,0 15,4 0,2 0,2 30,4 318,12-203,-24 43,-28 120,13 85,28 75,12-291,-13-208,13 177,20 46,-12-60,-18-135,3 1,2-1,15 54,-1 127,-17 188,9-214,-15 832,0-1024,-2 0,-1 0,0 0,-2 0,0-1,-1 0,-1 0,-1 0,-1-1,-1-1,0 0,-1 0,-8 7,5-7,-1 0,-1-2,0 0,-1-1,-1-1,0 0,-1-2,0 0,-1-1,-1-1,1-1,-1-1,-1-1,1-1,-1-1,0-1,-10 0,-83 6,0-4,-84-9,-61-10,176 8,1-3,-1-4,-25-10,-253-37,-172 2,319 41,-192-21,195 6,-1 10,-44 7,-232 8,9-19,-36-22,52 18,-22 4,465 24,-118 1,0-7,-28-9,-125-14,235 29,0-3,0-3,-37-8,-225-43,-205-17,-219-9,459 54,-86 11,179 10,-150-4,-275-6,9 20,509 2,0 4,1 5,0 4,-89 28,-230 74,369-101,1 1,0 3,2 2,-37 24,-49 26,101-59,0 2,0 1,2 1,0 1,1 2,1 0,1 2,-7 9,-140 158,143-146,1 2,3 0,2 1,2 2,2 0,2 1,2 1,2 2,-25 60,-9 41,47-153,-17 92,5 0,4 1,3 0,5 1,4 2,25 107,-21-142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3:40.91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1,'175'15,"746"5,-232 25,-687-46,0 1,-1 0,1-1,-1 1,1 0,0 0,-1 0,1 0,0 1,-1-1,1 0,-1 1,1-1,0 1,-1-1,1 1,-1 0,0 0,1 0,-1 0,0 0,1 0,-1 0,0 0,0 0,0 0,0 1,0-1,0 1,0-1,0 0,-1 1,1-1,-1 1,1 0,-1-1,1 1,-1-1,0 1,0 0,0-1,0 1,0 0,0-1,0 1,-1 15,-9 181,16 189,6-180,-13-195,-1 0,0-1,-1 1,-1 0,0-1,0 0,-1 0,-1 0,0-1,0 1,-1-1,0-1,-8 9,-7 0,15-17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3:41.23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1 108,'16'-2,"19"-6,21-5,25-4,20-2,19 1,9 4,3 4,0 4,-7 5,-9 8,-10 4,-14 1,-17 0,-15-1,-21-3,-17-3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3:41.47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105 1,'-5'18,"-3"17,-3 15,-2 9,-1 7,-2 3,0-3,3-9,6-15,5-16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3:41.66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165 1,'-5'13,"-5"15,-7 11,-6 7,-5 6,1 1,3-5,5-7,8-12,11-10,14-15,14-18,13-15,0-3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3:41.83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91 0,'-2'16,"-4"12,-2 10,-2 6,-5 4,1 1,0-3,3-5,3-8,6-8,6-12,9-12,8-15,0-6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3:42.0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115 0,'-2'14,"-4"11,-2 10,-4 7,-4 2,-2 1,-1-3,3-6,4-12,6-14,9-13,4-7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3:42.20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173 1,'-9'14,"-8"13,-5 9,-6 8,-5 0,-1-4,5-10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3:43.72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64 0,'5'45,"-6"-35,-26 331,20 207,-9 155,13-654,-7 64,6 0,4 0,5 0,16 84,-4-109,26 193,-38-52,-6-128,5 1,7 17,94 466,-30-110,-58-403,2-1,4 0,3-2,3 0,3-2,11 14,-17-32,-17-28,1-1,1 0,0-1,2 0,0-1,1 0,0-1,2 0,0-2,1 0,0 0,13 6,2-6,2-2,0-1,0-2,1-1,0-1,1-2,5-2,-32-2,100 13,-1 5,0 4,-2 5,36 18,-56-9,-12-2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3:56.84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415 1,'29'27,"153"82,40 91,-65-55,-107-101,-12-15,-2 2,-1 2,-1 1,-2 1,-2 2,-1 2,-1 1,1 20,-2 1,-3 1,-3 1,10 54,7 17,-23-90,-2 0,-3 1,-1 0,-2 1,-2 0,-2 0,-3 0,-1 0,-2 0,-5 16,-9 5,-3-2,-2 0,-4-1,-2-2,-3-1,-3-1,-2-1,-3-3,-2-1,-2-2,-3-2,-2-1,-2-3,-2-3,-12 6,-26 12,-3-4,-2-4,-3-5,-1-3,-3-5,-65 15,-9 16,176-73,0 1,0-1,0 1,0-1,1 1,-2-1,1 1,0-1,0 1,0-1,0 1,0-1,0 1,0-1,-1 1,1-1,0 1,0-1,-1 1,1-1,0 1,0 0,-1-1,1 1,-1 0,1-1,0 1,-1 0,1-1,-1 1,1 0,-1 0,1-1,-1 1,1 0,-1 0,1 0,-1 0,1 0,-1 0,1 0,-1 0,1 0,-1 0,1 0,-1 0,1 0,-1 0,1 0,-1 0,1 1,-1-1,1 0,-1 0,1 1,0-1,-1 0,1 1,-1-1,28-40,-26 39,300-356,-192 244,-109 113,0 1,0-1,0 0,-1 0,1 0,0 1,0-1,0 0,0 0,0 0,0 1,0-1,0 0,0 0,0 0,1 1,-1-1,0 0,0 0,0 0,0 1,0-1,0 0,0 0,0 0,1 0,-1 1,0-1,0 0,0 0,0 0,0 0,1 0,-1 0,0 1,0-1,0 0,1 0,-1 0,0 0,0 0,0 0,-13 20,-80 48,52-38,0 1,2 3,2 1,1 1,-11 18,43-50,1 0,0 0,1 0,-1 0,1 1,-1-1,1 0,1 1,-1 0,1-1,-1 1,1 0,1 0,-1 0,1 0,0 0,0 0,0 0,1 0,-1-1,2 5,1-6,0-1,-1 1,1-1,1 0,-1 0,0 0,0-1,1 1,-1-1,1 0,-1 0,1 0,0 0,-1 0,1-1,2 0,13 4,101 23,1-5,74 1,-118-14,-76-9,0-1,0 1,0-1,0 1,0-1,-1 0,1 0,0 1,-1-1,1 0,0 0,-1 0,1 0,-1 0,1 0,-1 0,0 0,1 0,-1 0,0 0,0 0,0 0,0 0,0 0,0 0,0 0,0 0,0 0,0 0,0-1,-1 1,1 0,0 0,-1 0,1 1,-1-1,1 0,-1 0,0 0,1 0,-1 0,0 1,0-1,1 0,-1 0,0 1,0-1,0 0,-131-193,96 149,2-2,3-1,-8-19,20 32,17 53,8-2,-1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00.95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94 6,'9'-2,"0"1,0-1,0 2,0-1,0 1,0 0,0 1,0 0,0 1,-1 0,1 0,0 1,-1 0,0 0,1 1,-1 0,1 1,7 2,0 1,0 1,-1 0,-1 1,1 1,10 10,-21-18,-1 1,1 0,0-1,-1 1,0 0,0 1,0-1,-1 0,0 1,1-1,-2 1,1 0,0 0,-1 0,0 0,0 0,0 0,-1 0,0 0,0 0,0 0,0 0,-1 0,0 1,0-1,-1 0,-6 11,-1 0,-1-1,-1 0,0-1,0 0,-2 0,0-1,0-1,-1-1,0 0,-3 1,16-11,-78 56,50-36,0 0,1 2,1 1,-15 18,40-41,0 0,0 0,1 0,-1 0,0 1,1-1,-1 1,1-1,-1 1,1-1,0 1,0 0,0 0,0 0,0-1,0 1,0 0,1 0,-1 0,1 0,-1 0,1 1,0-1,0 0,0 0,0 0,0 0,0 0,1 0,-1 0,1 0,-1 0,1 0,0 0,0 0,0 0,0 0,0 0,0-1,0 1,1 0,-1-1,1 1,12 3,1-1,-1-1,1 0,0-1,0 0,0-2,1 1,13-3,-21 2,225-28,-157 16,-58 9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01.23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64 0,'2'20,"1"17,0 10,-3 9,-3 6,-4 2,-3-1,-2-3,-1-3,1-6,3-9,3-11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01.62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93 1,'-3'51,"-2"0,-3-1,-2 0,-2 0,-5 10,2-7,12-41,-2 3,1 0,1 0,0 0,1 0,1 1,0-1,1 12,2-24,-1 0,1 0,0 0,0 0,0 0,1-1,-1 1,1-1,-1 0,1 1,0-1,0 0,-1-1,2 1,-1 0,0-1,0 0,0 0,1 0,-1 0,0 0,1-1,-1 1,1-1,-1 0,1 0,-1-1,0 1,1 0,-1-1,1 0,0 0,48-4,0-3,0-2,-1-1,15-8,-24 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01.88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123 1,'-12'20,"-5"17,0 12,0 13,1 8,3 7,2 1,2-2,3-3,3-11,1-15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02.1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0,'13'2,"14"1,14 3,9-1,4 0,3-2,1 0,-5-2,-7-3,-12-1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02.42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30 0,'-7'0,"-2"5,0 5,4 7,8 4,3-1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02.70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1,'-2'14,"-1"8,0 6,1 2,0-1,1-4,3-6,3-6,0-5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03.07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24,'13'-5,"0"1,0 0,0 1,0 1,0 0,1 0,-1 1,1 1,10 1,-16-2,-1 1,1 0,-1 0,1 0,-1 1,1 0,-1 0,1 1,-1 0,0 0,0 1,0 0,0 0,0 1,-1-1,0 1,1 1,-2 0,1-1,0 2,-1-1,0 1,0-1,-1 1,1 1,-1-1,-1 1,1-1,-1 1,0 0,-1 0,0 0,1 5,-4 3,-2-1,0 1,-1-1,0 0,-1 0,0-1,-1 0,-1 1,0-2,-1 1,0-1,-1-1,0 1,-1-1,0-1,-1 0,0-1,-4 3,-4 7,-144 144,131-104,32-57,0 0,-1 0,1-1,0 1,0 0,0 0,1 0,-1-1,0 1,1 0,-1 0,1-1,-1 1,1 0,0-1,0 1,0 0,0-1,0 1,0-1,0 0,1 1,-1-1,0 0,1 0,-1 0,1 0,-1 0,1 0,-1 0,1 0,0-1,-1 1,1 0,1-1,20 6,0-2,0 0,1-2,-1-1,1 0,-1-2,19-2,-39 2,184-24,-140 14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03.32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77 1,'0'13,"0"15,0 10,-2 9,-3 7,-4 4,-1-1,-2-4,-1-4,-1-7,2-12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04.6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0,'34'12,"0"-2,0-2,1-1,-1-1,2-3,12 0,8 2,-24-2,-9-2,-1 1,1 1,0 1,-1 1,0 1,0 1,-1 1,3 2,-20-8,0 0,-1 0,1 1,-1-1,0 1,0 0,0 0,0 0,-1 1,1-1,-1 1,0-1,0 1,0 0,0 0,0-1,-1 1,0 1,0-1,0 0,-1 0,1 0,-1 0,0 1,0-1,0 3,-31 111,22-94,-20 62,4 2,-11 79,29-124,-34 143,33-166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04.86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13,'19'-2,"23"-1,26 0,19 1,15 0,7 3,-5 2,-12-1,-16 1,-20-2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05.20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1 193,'18'53,"1"-1,3-1,3-1,12 17,-15-26,154 270,-133-254,-42-56,0 0,0-1,0 1,-1 0,1-1,0 1,0-1,0 1,0-1,0 1,0-1,0 0,0 1,0-1,0 0,0 0,0 0,0 0,0 0,0 0,1 0,-1 0,0 0,0 0,0-1,0 1,0 0,0-1,0 1,0-1,0 1,-1-1,1 0,0 1,0-1,0 0,0 1,-1-1,1 0,0 0,-1 0,1 0,24-46,-22 41,43-118,-5-2,2-33,26-84,-18 114,-30 92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08.0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3297 883,'2'-5,"0"1,-1-1,1 0,-1 0,0 1,0-1,-1 0,0 0,1 0,-2 0,1 0,0 0,-1 0,0 0,0 1,-1-1,1 0,-1 1,0-1,0 1,-1-1,1 1,-1 0,-1-2,3 6,-22-47,-73-124,69 139,-1 0,-2 3,0 0,-2 2,-1 1,-2 2,0 1,-1 2,-1 1,-8-1,-41-23,-3 5,-1 3,-19-2,-7 6,-1 5,-2 5,-9 4,27 13,-1 4,1 5,0 4,-11 6,17-4,0 4,1 5,-54 19,83-18,2 4,0 2,1 3,2 3,-56 39,-42 51,-14 5,68-14,-25 39,137-175,126-245,-7-17,-117 261,3-8,1 0,1 0,2 2,5-8,-18 34,-10 10,-5 8,-3 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08.65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0,'5'0,"10"0,14 0,18 0,17 0,16 0,14 0,8 0,2 0,-5 0,-11 0,-15 3,-18 0,-16-1,-13 1,-10-2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13.65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40 1,'-5'20,"-3"16,-1 11,1 9,3 9,1 1,4 0,5-3,5-7,8-9,8-10,6-12,5-9,3-13,3-11,2-11,-1-9,-7 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13.9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103 1,'-5'16,"-1"14,-2 16,-1 14,-3 10,-1 9,0 7,0 5,1-2,4-7,5-10,3-18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14.3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104 1,'-7'13,"-4"15,-3 10,-1 9,1 5,2 0,2-1,1-8,2-8,2-11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14.82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1 136,'4'-8,"0"0,1 1,-1-1,2 1,-1 0,1 1,0-1,1 1,-1 0,1 1,0-1,1 2,-1-1,1 1,0 0,0 0,0 1,3-1,12-2,0 0,0 1,0 1,0 1,1 1,6 2,-18 0,0 0,-1 1,1 0,0 1,-1 1,1 0,-1 0,0 1,0 0,0 2,-7-5,0 1,0 0,-1 1,0-1,1 1,-1-1,0 1,0 0,0 0,-1 0,1 1,-1-1,1 1,-1-1,0 1,-1 0,1-1,-1 1,1 0,-1 0,0 0,-1 1,1-1,-1 0,0 0,0 0,0 0,0 1,-1 2,-4 6,-1 0,1 0,-2 0,0-1,-1 0,0 0,-1-1,0 0,0-1,-1 0,-1 0,0-1,0 0,-1-1,1 0,-2-1,1-1,-13 5,13-5,0-1,-1 0,0 0,1-2,-1 0,0 0,-1-1,1-1,0 0,0-1,-1 0,-6-1,19 1,1 0,-1 0,0 0,0 1,0-1,1 0,-1 1,0-1,0 1,1-1,-1 1,0-1,1 1,-1-1,1 1,-1 0,1-1,-1 1,1 0,-1-1,1 1,-1 0,1 0,0-1,0 1,-1 0,1 0,0 0,0 0,0-1,0 1,0 0,0 0,0 0,0 0,0-1,0 1,1 0,-1 0,0 0,0-1,1 1,-1 0,1 0,-1-1,1 1,-1 0,1-1,-1 1,1 0,-1-1,1 1,0-1,-1 1,1-1,0 1,0-1,-1 0,1 1,0-1,0 0,0 1,15 14,1 1,1-2,0 0,1-2,1 0,0-1,0 0,1-2,1-1,-1 0,1-2,7 1,304 74,-220-57,-86-18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17.51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17.9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43 401,'-6'-4,"6"3,-1 1,0-1,1 0,-1 0,0 0,1 1,-1-1,0 0,0 0,0 1,0-1,0 1,0-1,0 1,0-1,0 1,0 0,0-1,0 1,0 0,0 0,0 0,0 0,0 0,0 0,0 0,0 0,0 0,0 1,0-1,0 0,0 1,0-1,0 0,0 1,0-1,0 1,0 7,1 0,0-1,0 1,1-1,0 1,1-1,-1 1,1-1,1 0,0 0,2 5,0 4,40 111,6-1,5-3,31 45,-78-152,1 0,0 0,1-1,0 0,1-1,1 0,11 9,-23-22,1 1,-1-1,0 0,1 0,-1 1,1-1,-1 0,1 0,0 0,-1-1,1 1,0 0,0-1,0 1,-1-1,1 1,0-1,0 0,0 0,0 0,0 0,0 0,0 0,-1-1,1 1,0-1,0 1,0-1,0 1,-1-1,1 0,0 0,-1 0,1 0,-1 0,1-1,-1 1,0 0,1-1,-1 1,6-12,-1-1,0 0,-1 1,0-2,-1 1,-1-1,0 1,-1-1,-1 0,0-9,2-2,19-193,57-456,-63 595,-16 80,0 0,0 0,1 0,-1 0,0 0,0 0,0 0,1 0,-1 0,0 1,0-1,1 0,-1 0,0 0,0 0,1 0,-1-1,0 1,0 0,0 0,1 0,-1 0,0 0,0 0,1 0,-1 0,0 0,0-1,0 1,0 0,1 0,-1 0,0 0,0-1,0 1,0 0,0 0,1 0,-1 0,0-1,0 1,0 0,0 0,0-1,0 1,0 0,0 0,0-1,0 1,0 0,4 26,-3-20,24 159,-16-106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18.35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412 58,'-26'-11,"-1"0,0 2,0 1,-1 1,-9 0,26 5,1 1,0 0,0 1,-1 0,1 0,0 1,0 1,0-1,0 2,0-1,0 2,0-1,1 1,-1 1,1-1,-3 4,7-5,-1 1,1 1,0-1,1 1,-1 0,1 0,0 0,0 1,0 0,1-1,0 1,0 0,1 1,-1-1,1 0,1 1,-1-1,1 1,0 0,1-1,-1 1,1 0,1-1,-1 1,1 0,0-1,1 1,-1-1,1 1,1-1,-1 0,1 0,0 0,1 0,-1 0,5 4,5 0,0-1,1-1,0 0,1-1,-1 0,1-1,1-1,-1 0,1-1,0-1,0 0,0-2,0 1,0-2,0 0,0-1,13-2,19-3,0-1,0-2,42-14,-23 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18.60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350 13,'-34'-5,"-1"1,0 2,0 1,0 2,-14 2,43-2,1-1,-1 1,0 0,1 0,-1 1,1 0,-1 0,1 0,0 1,0-1,0 1,0 0,1 1,-1-1,1 1,0 0,0 0,0 0,0 0,1 1,0 0,0 0,0 0,0 0,1 0,0 0,0 1,0-1,1 1,0-1,0 1,0 2,1 1,0-1,1 1,0-1,0 1,1-1,0 0,0 0,1 1,0-2,1 1,0 0,0-1,1 1,-1-1,2-1,-1 1,1-1,6 6,1 0,0-1,1 0,0-1,1 0,0-2,1 1,0-2,15 5,-8-5,0-1,0-1,1-1,-1-1,13-1,38-1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19.05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1,'16'0,"19"0,19 0,21 0,13 0,9 0,-4 0,-13 2,-21 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19.31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1,'14'4,"18"5,21-1,21 0,20-2,17-5,7-4,0-6,-20-2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21.44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1 101,'38'476,"-37"-434,-2-7,2-1,1 1,2-1,1 1,2-2,1 1,2-1,1 0,15 31,-21-56,-1-1,1 0,0 0,0 0,1-1,0 0,0 0,1 0,0-1,0 0,0 0,0-1,1 0,0 0,-1-1,2 1,-1-2,0 1,0-1,1-1,-1 0,1 0,-1 0,1-1,0 0,-1-1,1 0,-1 0,1-1,-1 0,0-1,0 1,0-2,0 1,7-5,0-5,1-1,-2 0,0-1,-1-1,0 0,-1 0,-1-2,-1 1,0-1,-1-1,-2 0,1 0,-2 0,-1-1,0 0,-1-3,12-69,-5 0,-3 0,-4-1,-5 0,-4-19,-12-67,8 161,6 31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22.01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20 1,'8'88,"-6"-8,-3-1,-4 0,-9 42,13-109,-1-6,0-1,0 1,1 0,0 1,1-1,-1 0,1 0,0 0,1 0,0 0,0 0,0 0,0 0,1 0,0 0,0 0,1 0,0-1,-1 0,2 1,-1-1,1 0,2 2,4-1,0-1,0-1,0 0,1-1,-1 0,1 0,0-1,0 0,0-1,0 0,0-1,8-1,6 2,-1-2,1-1,0-1,-1-1,0-1,0-1,0-1,-1-1,0-1,0-1,5-4,5-8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22.28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49 0,'-9'18,"-3"15,0 11,3 8,2 3,8-1,5 1,9-4,6-5,7-6,4-8,5-6,2-6,4-7,2-4,-3-10,-9-3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22.5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1,'18'2,"20"1,17 0,12-1,7 0,0-3,-13-2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22.82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65,'25'-5,"24"-3,22-1,17-1,9-1,3 2,-6 2,-17 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23.07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0,'0'21,"2"12,3 11,1 7,1 4,0-2,-1 1,-3-5,0-4,-2-7,-1-8,0-12,0-15,0-8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23.33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 40,'-15'-40,"27"63,2-2,0 1,1-1,1-1,1-1,13 11,118 116,-76-78,-2 4,14 24,-81-93,50 78,-52-78,1-1,-1 1,0 0,0 0,0 0,-1 0,1 0,0 0,-1 0,0 1,0-1,0 0,0 0,-1 0,1 0,-1 0,1 0,-1 0,0 0,-1 0,1 0,0 0,-1-1,1 1,-1 0,0-1,0 0,-1 2,-6 3,0-1,0 0,-1-1,0 0,0 0,0-1,0 0,-1-1,0 0,-1-1,-56 13,0-3,-1-4,-13-1,-6-2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23.76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0,'16'3,"19"0,17 0,16 0,12-2,8 0,3 0,-2-1,-8-2,-17-4,-20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24.0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1,'2'11,"3"13,1 16,1 15,0 14,-1 8,0 6,0 2,0-5,2-6,0-16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24.66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180 1,'-12'18,"-7"17,-9 17,-3 15,-1 13,5 7,7 6,9 3,13-4,18-6,19-8,17-14,12-12,8-13,3-14,-12-10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24.94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177 1,'-13'23,"-8"25,-4 23,0 20,2 15,2 10,3 3,4-3,5-6,4-12,2-15,5-15,3-17,2-17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25.1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66 1,'-9'16,"-4"14,0 11,0 10,4 3,3 2,4-2,3-6,1-6,1-16,-1-11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25.46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0 151,'7'-13,"1"0,1 1,0 0,0 1,1 0,0 0,1 1,0 1,1 0,2-1,-8 6,0 0,1 1,-1 0,1 0,-1 0,1 1,0 0,0 0,0 1,0 0,0 0,1 0,-1 1,0 1,0-1,0 1,0 0,0 0,0 1,0 0,5 2,-1 1,0 1,0 0,0 0,0 1,-1 0,0 1,-1 0,0 1,0 0,-1 0,0 1,-1 0,0 0,0 0,-1 1,0 1,-1-1,-1 1,0-1,0 1,-1 1,-3-9,1 0,-1 1,-1-1,1 0,-1 0,1 0,-1 1,0-1,-1 0,1 0,-1 0,0 0,0-1,0 1,0 0,-1-1,1 1,-1-1,0 0,0 0,0 0,0 0,-1-1,1 1,-1-1,-1 1,-7 3,0 0,-1-1,1 0,-1-1,0 0,0-1,-11 1,-10 0,1-1,-1-2,0-1,1-2,-6-2,38 3,0 1,0-1,0 1,0 0,0-1,0 1,0 0,0-1,0 1,0 0,0 0,0 0,0 0,0 0,0 0,-1 0,1 0,0 0,0 1,0-1,0 0,0 1,0-1,0 0,1 1,-1-1,0 1,0 0,0-1,0 1,0 0,1 0,-1-1,0 1,1 0,-1 0,1 0,-1 0,1 0,-1 0,1 0,0 0,-1 0,1 0,0 0,0 0,-1 0,1 0,0 0,0 0,0 0,1 0,-1 0,0 0,0 0,0 0,1 0,-1 0,1 0,-1 0,1 0,-1 0,1 0,8 13,0-1,1-1,1 0,0 0,1-1,0 0,0-1,1 0,1-1,0-1,7 4,21 9,1-1,0-3,1-1,1-3,1-1,-1-2,2-3,14 0,17 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25.87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1,'21'4,"20"2,21 2,16 0,13-2,7-2,-2-1,-8-2,-14 0,-21-1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26.12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98 1,'-11'20,"-7"21,-2 19,1 18,2 13,7 8,8 0,8-3,8-9,2-19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26.80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1 328,'3'64,"3"0,2 0,4-1,2 0,2-2,4 1,2-2,3-1,2-1,7 6,-11-22,1-1,3-1,1-1,1-2,28 27,-55-61,-1 0,1-1,0 1,0 0,0-1,0 0,0 1,1-1,-1 0,1 0,-1 0,1-1,0 1,0 0,0-1,-1 0,2 0,-1 0,0 0,0 0,0-1,0 1,0-1,1 0,-1 0,0 0,0 0,0-1,0 1,1-1,-1 0,0 0,0 0,0 0,0 0,-1-1,1 0,2-1,2-7,0-1,-1 0,-1-1,0 1,0-1,-1 0,-1 0,0 0,1-6,2-8,49-186,103-447,-155 646,9-44,-3 0,2-58,-13 78,1 37,1 1,0-1,0 0,0 1,-1-1,1 0,0 1,-1-1,1 0,0 0,0 1,-1-1,1 0,-1 0,1 1,0-1,-1 0,1 0,0 0,-1 0,1 0,-1 0,1 0,0 0,-1 0,1 0,-1 0,1 0,0 0,-1 0,1 0,-1 0,1 0,0 0,-1 0,1-1,0 1,-1 0,1 0,-1 0,1-1,0 1,0 0,-1 0,1-1,0 1,-1 0,1-1,0 1,0 0,0-1,-1 1,1-1,0 1,0 0,0-1,0 1,0-1,-20 79,13-30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27.34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109 294,'0'16,"-2"-7,1 0,1 0,-1 0,1 0,1 0,-1 0,2 0,-1 0,1-1,1 1,-1 0,1-1,1 0,0 1,0-1,1-1,-1 1,2-1,-1 0,1 0,0 0,0-1,2 1,0-2,1-1,-1 0,1 0,1-1,-1 0,0 0,1-1,0 0,-1-1,1 0,0-1,-1 0,1 0,0-1,0 0,-1-1,1 0,-1 0,1-1,-1 0,0-1,0 0,-1-1,1 0,-1 0,0 0,0-1,-1-1,1 1,-1-1,-1 0,0-1,0 1,0-1,-1-1,1-1,0-3,0-1,-1-1,-1 1,0-1,-1 1,-1-1,0 0,-1 0,0 0,-2 0,1 0,-2 0,0 0,-4-13,4 18,-2-1,1 1,-1 0,0 0,-1 1,-1-1,1 1,-1 0,-1 0,0 1,0 0,0 0,-1 1,0 0,-1 0,0 0,0 2,0-1,0 1,-10-4,8 6,-1 0,0 1,0 0,0 0,0 1,0 1,0 0,0 1,0 0,0 1,1 0,-1 1,0 0,1 1,0 0,0 1,0 0,0 1,1 0,0 1,0 0,1 0,0 1,0 0,0 1,1 0,1 0,0 1,0 0,1 0,0 1,0-1,1 1,1 1,0-1,0 1,1 1,-8 41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28.0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1,'5'7,"-1"1,0 0,0 0,0 0,-1 1,0-1,-1 1,1 0,-2 0,1-1,-2 1,1 0,-1 0,0 0,-1 0,0 0,-2 7,-7 71,5-62,2 0,0 0,1 1,2 0,1-1,1 1,0-1,3 0,2 9,-4-25,2 0,-1-1,1 0,0 0,1 0,-1-1,2 0,-1 0,1 0,0-1,0 0,1 0,0 0,0-1,0-1,0 1,1-2,0 1,0-1,0 0,0-1,0 0,1 0,-1-1,1 0,-1-1,7 0,29 0,0-1,0-3,35-7,-15 2,-61 9,45 5,-46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28.90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0,'4'16,"5"14,4 14,8 14,3 12,2 10,-5 7,-5-12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35.59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15,'18'0,"17"0,17 0,13-2,9-1,5 0,-1 0,-7 2,-12-1,-15 2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36.06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1,'19'341,"-19"-334,0-5,-1-1,1 1,0 0,0 0,-1 0,1 0,1 0,-1 0,0 0,0 0,1 0,-1 0,1 0,0-1,-1 1,1 0,0 0,0-1,0 1,0 0,0-1,1 1,-1-1,0 1,1-1,-1 0,1 0,-1 0,1 1,0-1,0-1,-1 1,1 0,0 0,0-1,0 1,0-1,0 1,0-1,-1 0,1 0,2 0,171-50,-150 42,1 2,0 1,1 1,-1 1,1 2,0 0,-1 2,13 2,-33-2,0 1,0-1,0 1,0 1,0-1,0 1,-1 0,0 0,1 0,-1 1,0 0,0 0,-1 0,0 0,1 1,-1 0,-1 0,1 0,-1 0,0 1,0-1,0 1,-1 0,0 0,0 0,0 0,-1 0,0 0,0 0,-1 0,0 1,0-1,0 0,-1 0,1 0,-2 1,0 4,-7 10,0 0,-2-1,0 0,-1 0,-1-2,-1 1,0-2,-2 0,0-1,0 0,-2-1,0-1,0-1,-1 0,-1-2,0 0,-6 1,12-3,0-1,-1-1,0 0,-1-1,1 0,-1-1,0-1,0-1,-1 0,1-1,-2-1,15-1,1 0,0 0,-1 0,1-1,-1 1,1-1,0 0,-1 1,1-1,0 0,0-1,0 1,0 0,0 0,0-1,0 0,0 1,0-1,1 0,-1 0,1 0,-1 0,1 0,0 0,-1 0,1 0,1 0,-1-1,0 1,0 0,1-1,-1 1,1-1,0 1,0 0,0-1,0 1,0-1,0 1,1-1,-1 1,1 0,0-1,0 1,0 0,0 0,0-1,0 1,0 0,1 0,-1 0,1 0,-1 1,1-1,0 0,0 0,22-15,2 2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38.70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1,'23'2,"21"1,19 0,17 1,11 1,1 1,-4 0,-12 3,-19 3,-19-1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38.98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1,'23'9,"23"3,22-1,22-1,17-6,7-7,-14-4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39.6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39 133,'15'-14,"1"1,0 0,1 2,1-1,0 2,0 1,1 0,0 1,1 1,0 1,0 0,0 2,1 0,6 1,-22 2,-1 0,1 0,-1 1,1 0,0 0,-1 0,1 0,-1 1,1-1,-1 1,1 0,-1 1,1-1,-1 1,0 0,0 0,0 0,0 1,0-1,0 1,-1 0,1 0,-1 0,0 0,0 1,0 0,0-1,-1 1,1 0,-1 0,0 0,0 0,-1 1,1-1,-1 2,0 11,-2-1,1 1,-2 0,-1-1,0 1,-1-1,0 0,-1 0,-1 0,-1-1,0 1,-1-2,-1 1,0-1,-1-1,-8 9,-18 21,-2-1,-2-3,-2-1,-2-2,0-2,-13 5,54-37,-39 35,41-36,0-1,0 1,0 0,0 0,1 0,-1 0,1 0,-1 0,0 0,1 0,-1 0,1 0,0 1,-1-1,1 0,0 0,0 0,0 1,0-1,0 0,0 0,0 0,0 0,0 1,1-1,-1 0,0 0,1 0,-1 0,1 0,0 0,-1 0,1 0,-1 0,1 0,0 0,0 0,0 0,0 0,0-1,0 1,0 0,0-1,11 6,1-1,0-1,0 0,1 0,-1-2,1 0,0 0,0-1,-1-1,1 0,1-1,1 1,91-4,1-5,92-20,-159 23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39.97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20 1,'-5'22,"-1"20,1 16,2 11,3 8,1 5,0-1,0-5,0-15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41.22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129 0,'8'22,"-2"1,0 0,-2 0,0 0,-2 1,0-1,-2 1,-1-1,0 1,-2-1,-1 0,0 0,-2 0,-1 0,0-1,-2 0,-6 10,-80 182,95-214,-1 2,0 0,0 0,0 0,0 0,0 0,0 1,1-1,-1 0,1 0,-1 1,1-1,0 0,0 1,0-1,0 0,1 0,-1 1,0-1,1 0,0 0,-1 1,1-1,0 0,0 0,0 0,1 0,-1 0,0 0,1-1,-1 1,1 0,0 0,7 1,0-1,0 0,0 0,0-1,1 0,-1 0,0-1,1 0,-1-1,2 0,6 0,250-33,-230 27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41.53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53 1,'-7'20,"-4"21,-1 19,2 15,3 11,2 7,5 1,4-4,6-6,4-11,-1-17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42.76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0,'19'5,"16"1,17 2,17 0,16-2,11-1,5-3,-3 0,-9-2,-13 0,-20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43.04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95 0,'-15'19,"-9"16,1 19,4 16,7 10,11 7,9 5,9-2,3-7,-1-18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43.69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1 127,'8'82,"-3"1,-5 44,0-104,-6 320,6-327,1 1,1-1,1 1,0-1,1 0,3 8,-5-19,0-1,0 1,0-1,1 1,-1-1,1 0,0 0,0 0,1 0,-1 0,1-1,0 0,0 0,0 0,0 0,1 0,-1-1,1 0,-1 0,1 0,0-1,0 1,0-1,8-1,0 0,0 0,0-1,0-1,0-1,-1 1,1-2,-1 0,1 0,-1-1,-1-1,1 0,-1-1,0 0,0 0,-1-1,0-1,0 0,-1 0,6-8,1-2,-1-1,-1 0,-1-1,-1 0,-1-1,0 0,-2-1,-1 0,0-1,-2 0,-1 0,0-8,5-46,-4 0,-3 0,-4-17,1 83,1-21,-2 0,-1-1,-2 1,-1 0,-1 0,-4-6,10 40,0 0,0-1,0 1,0-1,0 1,0-1,0 1,-1-1,1 0,0 1,0-1,0 1,-1-1,1 1,0-1,-1 1,1-1,0 0,-1 1,1-1,0 0,-1 1,1-1,-1 0,1 0,-1 1,1-1,-1 0,1 0,-1 0,1 1,-1-1,1 0,-1 0,1 0,-1 0,1 0,-1 0,1 0,-1 0,1 0,-1-1,1 1,-1 0,1 0,-1 0,1 0,0-1,-1 1,1 0,-1-1,1 1,-1 0,1-1,0 1,-1 0,1-1,0 1,0 0,-1-1,1 1,0-1,0 1,-1-1,1 1,0-1,0 1,0-1,-12 31,2 1,1 0,2 0,1 1,1 1,1-12,-13 100,-2 108,16-158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44.30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66 202,'-17'196,"13"-127,-2 0,-3-1,-8 22,11-69,6-21,-1 0,1-1,0 1,0 0,0 0,0 0,0 0,-1 0,1 0,0-1,0 1,0 0,-1 0,1 0,0 0,0 0,0 0,0 0,-1 0,1 0,0 0,0 0,0 0,-1 0,1 0,0 0,0 0,0 0,-1 0,1 0,0 0,0 0,0 1,0-1,-1 0,38-165,-7 38,-9 36,3 1,16-31,-36 109,1 1,0 1,1-1,0 1,0 0,1 0,6-7,-10 15,-1-1,1 0,0 1,0 0,0 0,0 0,0 0,1 0,-1 1,0-1,1 1,-1 0,1 0,0 0,-1 1,1-1,0 1,-1 0,1 0,0 0,-1 0,1 1,0-1,-1 1,1 0,2 1,9 5,0 1,-1 0,-1 1,1 1,-1 0,-1 1,0 0,0 0,-2 2,1-1,-1 1,-1 1,0 0,-1 0,3 8,-8-17,1 1,-1 0,0 0,0 0,-1 0,0 0,0 1,0-1,-1 0,0 1,0 0,-1-1,0 1,0-1,0 1,-1 0,0-1,0 1,0-1,-1 0,0 1,-1-1,1 0,-1 0,0 0,-1-1,1 1,-1-1,0 0,-1 0,1 0,-1 0,-4 3,-12 1,-1 0,0-1,0-1,0-1,-1-1,0-1,0-2,0 0,0-1,0-1,-1-1,-7-2,9 2,22 3,0-1,0 1,1-1,-1 0,1 1,-1-1,1 1,0-1,-1 0,1 1,0-1,0 0,0 0,0 0,0 0,0 1,1-2,-1 1,0 0,0 0,1 0,-1 0,0-1,1 1,-1-1,2 1,-3-1,35 25,2-1,0-2,2-1,0-2,1-2,1-2,1-2,0-1,6-1,23-1,-8-4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44.85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0,'19'0,"18"0,20 0,14 0,10 3,8 0,0-1,-7 1,-11-2,-19-2,-18-1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45.1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28 1,'-5'20,"-1"21,1 17,0 12,2 8,1 2,1-1,3-5,1-11,4-11,2-15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45.49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18 247,'-4'12,"0"0,1 1,1-1,0 1,1-1,0 1,1 0,0 0,1 0,1-1,0 1,0-1,2 1,-1-1,1 0,1 0,0 0,1-1,0 0,1 0,0 0,1-1,0 0,1 0,-1-1,2 0,-1-1,1 0,1-1,0 0,0 0,0-1,0 0,1-1,0-1,0 0,4 1,-9-4,-1 0,1 0,0-1,-1 0,1 0,0 0,-1-1,1 0,-1 0,1-1,-1 0,0 0,1 0,-1-1,0 0,0 0,-1-1,1 1,-1-1,0 0,0-1,0 1,0-1,-1 0,0 0,0-1,0 1,1-3,6-12,-1 1,-1-1,0 0,-2-1,0 0,-1 0,-1-1,-1-2,1-2,-2-1,0 0,-2 0,-1 0,-1-1,-2-3,2 23,0-1,-1 1,0 0,0 0,0-1,-1 2,-1-1,1 0,-1 1,-1-1,1 1,-1 0,0 1,-1-1,1 1,-1 0,-1 1,1-1,-1 1,0 0,-5-2,4 3,0 1,0 1,0-1,0 1,-1 1,1-1,0 1,-1 1,1 0,-1 0,1 0,-1 1,1 1,-1-1,1 1,0 1,0-1,0 1,0 1,1 0,-1 0,-2 2,0 0,0 1,1 0,-1 1,1 0,1 0,0 1,0 0,0 1,1 0,1 0,0 0,0 1,1 0,0 0,-1 6,-5 49,11-6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45.75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 0,'2'14,"1"13,0 10,-1 6,-3 6,-1 4,-2-1,-1-2,0-5,2-9,1-7,0-11,2-9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46.0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29,'13'-5,"0"0,0 0,1 2,-1-1,1 2,0 0,0 0,0 2,0-1,0 2,0 0,0 1,0 0,0 1,-1 0,12 5,-4-3,0 0,-1 1,0 2,0 0,0 1,-1 1,-1 0,0 2,0 0,-1 1,5 5,-19-16,-1 1,1 0,-1-1,1 1,-1 0,0 0,0 1,0-1,-1 0,1 1,-1-1,0 1,0-1,0 1,0-1,0 1,-1 0,0-1,0 1,0 0,0 0,0-1,-1 1,0 0,1-1,-1 1,-1-1,1 1,0-1,-1 1,0-1,-1 2,-11 12,0 0,-1-1,0-1,-1-1,-1 0,0-1,-1-1,-5 2,-29 22,39-27,0 0,1 1,0 0,1 1,0 1,0-1,1 2,1-1,-6 11,14-21,0 1,0-1,0 0,0 1,0-1,1 1,-1-1,1 1,0-1,0 1,-1-1,2 1,-1 0,0-1,0 1,1-1,-1 1,1-1,0 1,0-1,0 0,0 1,0-1,1 0,-1 0,1 0,-1 0,1 0,0 0,-1 0,1-1,0 1,2 0,81 36,-30-26,1-3,0-2,0-2,0-3,31-4,51-11,-95 4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48.72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161 0,'-13'23,"-8"21,-4 16,0 17,2 13,2 10,5 6,6 0,3-3,9-11,12-11,15-16,17-16,14-16,10-17,10-15,-10-8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48.98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268 155,'0'-23,"-2"-11,-4-4,-4 6,-6 10,-2 16,-3 21,-2 22,1 22,1 19,0 17,2 9,-2 7,2-1,1-7,4-12,4-15,4-20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49.2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146 1,'-11'18,"-9"18,-2 13,-1 11,2 4,4 2,6-1,1-5,4-10,1-13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49.54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19 253,'9'-32,"-7"18,0 0,2 0,0 1,0-1,1 1,1 0,0 1,1-1,0 1,1 0,0 1,1 0,0 0,1 1,10-9,-10 16,1 0,0 0,0 1,-1 1,1 0,0 0,0 1,0 0,0 1,0 0,0 1,0 0,-1 1,1 0,-1 1,0 0,0 1,0 0,6 4,-2-4,-1 1,0 0,0 1,-1 1,0 0,0 1,0 0,-1 0,-1 1,0 1,0 0,-1 0,4 8,-11-16,0 1,-1-1,0 0,0 0,0 1,0-1,0 1,-1-1,1 1,-1-1,0 1,0-1,0 1,-1-1,1 1,-1-1,0 0,0 1,0-1,0 0,-1 1,0-1,1 0,-1 0,0 0,0 0,0-1,-1 1,1-1,-1 1,-6 5,-1 0,1-1,-1 0,0-1,-1 0,0 0,1-2,-5 2,-19 6,0-2,0-2,-1-1,0-1,0-2,0-2,0-1,-1-2,-16-3,51 4,0-1,0 1,-1-1,1 0,0 1,0 0,0-1,0 1,0 0,-1-1,1 1,0 0,0 0,0 0,-1 0,1 0,0 0,0 1,0-1,0 0,-1 1,1-1,0 0,0 1,0 0,0-1,0 1,0-1,0 1,0 0,0 0,0 0,1 0,-1-1,0 1,0 0,1 0,-1 0,1 1,-1-1,1 0,-1 0,1 0,0 0,-1 0,1 1,0-1,0 0,0 0,0 0,0 1,0-1,0 0,0 0,1 0,-1 0,0 1,7 15,0-1,2 1,-1-1,2-1,0 0,1 0,0-1,1-1,1 0,0 0,1-1,14 9,1-2,1-1,1-2,0-1,1-1,1-2,0-2,1 0,0-3,0 0,1-2,-1-2,3-1,20 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49.8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0,'18'0,"18"0,13 0,13 0,11 0,5 2,-2 1,-7 0,-15-1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50.09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6,'21'7,"22"2,20-3,18-6,8-7,1-3,-16-1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59.49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139 306,'-2'1,"0"-1,0 0,1 1,-1-1,0 0,0 0,0 0,0-1,0 1,0 0,0-1,0 1,0-1,0 0,0 1,1-1,-1 0,0 0,1 0,-1 0,0-1,1 1,0 0,-1-1,1 1,0-1,-1 1,1-1,0 0,0 1,1-1,-1 0,0 0,0 0,1 0,-1 1,1-1,0 0,-1 0,1 0,0 0,0 0,0 0,1 0,-1 0,0 0,1 0,-1 0,7-12,-1 1,2 0,-1 1,2-1,0 1,0 1,1 0,1 0,0 1,0 0,1 1,2-3,1 0,0 1,1 1,0 0,0 1,1 1,0 1,1 0,-1 1,1 1,0 0,1 2,-1 0,1 1,-13 2,0 0,0 1,0-1,0 1,0 1,-1-1,1 1,-1 0,1 0,-1 1,1-1,-1 1,0 0,0 1,-1-1,1 1,-1 0,0 0,0 1,0-1,0 1,-1 0,0-1,0 2,0-1,0 0,-1 1,0-1,0 1,-1-1,1 3,1 3,-1 0,-1 1,0-1,0 1,-1-1,0 1,-1-1,-1 1,0-1,0 0,-1 0,0 0,-1 0,0 0,-1 0,0-1,-1 0,0 0,-1-1,0 0,0 0,-9 8,-23 21,-2-1,-1-1,-2-3,-1-2,-46 23,-27 21,43-5,73-69,0 1,1 0,0 0,-1 0,1 1,0-1,0 0,0 0,0 1,0-1,1 1,-1-1,1 0,-1 1,1-1,0 1,0-1,0 1,0-1,1 1,-1-1,1 1,-1-1,1 0,0 1,0-1,0 0,0 1,0-1,1 0,-1 0,1 0,-1 0,1 0,0-1,0 1,-1 0,2 0,7 3,0 0,0-1,1 1,-1-2,1 0,0 0,0-1,0 0,0-1,0 0,0-1,7-1,-10 2,281-16,-110 2,-7 9,-144 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4:59.77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86 0,'-9'16,"-3"12,0 13,3 10,2 8,3 8,2 4,-1 1,-2 0,-3-6,0-9,2-15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00.06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101 1,'1'26,"0"47,-4 0,-2 0,-12 55,-47 117,63-242,-1-1,1 1,-1 0,1-1,0 1,0 0,0-1,0 1,0 0,0 0,1 0,-1 0,1 0,0 0,0-1,0 1,1 0,-1 0,0 0,1 0,0 0,0 0,0-1,0 1,0 0,1-1,-1 1,1-1,-1 1,1-1,0 0,0 1,0-1,0 0,1-1,-1 1,0 0,1 0,-1-1,3 2,16-1,-1 0,0 0,0-2,0-1,1 0,-1-2,0 0,0-1,6-3,-12 4,33-7,-1-2,0-3,43-18,-57 17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00.33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100 0,'-13'23,"-8"18,-1 19,2 12,5 11,7 4,7 3,6-2,8-7,2-10,0-18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00.66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8 568,'-2'6,"0"1,1-1,0 1,0 0,1 0,0-1,0 1,0 0,1 0,1 3,-1 1,4 28,1-1,1-1,3 1,1-1,2-1,1 0,2-1,1 0,2-2,1 0,4 2,-23-33,1 1,-1 0,0 0,1 0,0 0,0 0,0 0,0-1,0 1,1-1,-1 0,1 0,-1 0,1 0,0 0,0 0,0-1,0 1,0-1,0 0,0 0,0 0,1 0,-1 0,0-1,1 0,-1 0,0 0,1 0,-1 0,3-1,-1-4,1 0,-1-1,0 1,-1-1,1 0,-1-1,0 1,-1-1,1 0,-1 0,-1 0,1 0,-1-2,2-1,164-545,-167 551,23-75,4 2,3 1,3 1,20-28,-26 63,-5 12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02.46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8514 417,'-29'201,"2"-30,9 1,6 1,9 1,9 39,15 42,5 135,-24-371,-1 1,-1-1,-1 0,0 0,-2 0,0 0,-1 0,-1 0,-1-1,0 0,-2 0,0 0,-1-1,0 0,-1-1,-2 0,1-1,-2 0,-12 11,9-14,-1-1,0-1,-1 0,0-2,-1 0,1-1,-1-1,-1-1,1 0,-21 1,-203 6,236-12,-580 1,-707 91,906-58,173-17,-2204 163,770-152,1422-32,0-10,-217-43,417 53,0-2,0 0,1-2,0 0,0-2,1-1,0-1,-1-2,24 12,-1 0,1 0,-1 0,1 0,0 0,0 0,0 0,0-1,1 1,-1-1,0 0,1 1,0-1,0 0,0 0,0 0,0 0,0 0,1 0,0 0,-1 0,1 0,0 0,0 0,1 0,-1 0,1 0,-1 0,2-1,16-292,-10 116,12-671,-28 685,-7 0,-7 0,-8 2,-28-80,39 174,4 21,2-1,3 0,1-1,2-14,6 59,1 0,-1 0,1 0,1 0,-1 0,1-1,0 2,0-1,1 0,0 0,0 0,0 1,0-1,1 1,0-1,0 1,1 0,0 0,-1 1,2-1,-1 1,0 0,1 0,0 0,0 1,2-2,9-1,-1 1,1 0,0 1,0 1,0 0,0 1,1 1,7 1,-3-1,543-7,-392 9,2654 8,592-4,-2266-18,-928 41,-164-28,-36-1,-1 1,1 1,0 1,0 1,15 4,-40-7,1 0,0 1,-1-1,1 0,0 0,0 0,-1 1,1-1,0 0,0 0,-1 1,1-1,0 0,0 0,0 1,0-1,0 0,-1 1,1-1,0 0,0 1,0-1,0 0,0 1,0-1,0 0,0 1,0-1,0 0,0 1,0-1,0 0,0 1,1-1,-1 0,0 0,0 1,0-1,0 0,0 1,1-1,-1 0,0 0,0 1,1-1,-1 0,0 0,0 0,1 1,-1-1,0 0,1 0,-1 0,0 0,0 0,1 0,-1 1,0-1,1 0,-1 0,0 0,1 0,-1 0,1 0,-12 11,-22 94,15-43,-2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12.46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24 45,'0'-13,"-2"-6,-1 7,2 13,4 18,1 20,0 16,0 13,-2 9,-3 4,-1 0,-2-2,-4-6,-2-8,0-15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12.72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37,'21'-2,"17"-1,15-2,7-3,-1 1,-4 0,-11 3,-11 5,-13 6,-9 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12.97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1,'21'2,"17"1,17 2,12 0,6 0,-2-2,-11 1,-16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14.23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37 0,'4'43,"-1"0,-2 0,-2 0,-1 0,-3 0,-2 0,-8 27,11-50,1-10,1-1,0 1,1 0,0 0,0 0,1 0,0 0,1 0,1 7,0-15,-1 1,1-1,0 0,0 0,-1 0,2 0,-1 0,0 0,0-1,0 1,1-1,-1 1,1-1,-1 0,1 0,0 0,-1 0,1-1,0 1,0-1,-1 0,1 1,0-1,0 0,0-1,-1 1,1 0,0-1,0 0,-1 1,1-1,0 0,-1-1,1 1,-1 0,1-1,-1 1,0-1,22-5,20 1,0 2,0 1,1 3,-1 1,24 5,-29-3,-10-1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14.5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34 0,'-21'125,"16"-99,2 0,0 1,2-1,1 1,2 13,-2-32,1 0,1 0,-1-1,1 1,1 0,0-1,0 0,0 1,1-1,0-1,0 1,0 0,1-1,0 0,1 0,-1-1,1 1,0-1,0 0,6 2,1-1,1 0,-1-1,1-1,1 0,-1-1,0-1,1 0,0-1,-1 0,1-1,0-1,-1 0,1-1,-1-1,6-2,24-5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14.84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32,'20'3,"21"0,19-1,16-2,7-3,2-2,-4-2,-14-2,-17 0,-15 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15.4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1 146,'299'-54,"61"-4,-346 57,-8-1,1 1,0 0,0 0,0 1,-1 0,1 0,0 1,0 0,0 0,-1 0,1 1,-1 0,1 0,-1 0,0 1,2 1,-6-1,0 0,0 0,-1 1,1-1,-1 0,0 1,0-1,0 1,0-1,0 1,-1 0,0-1,1 1,-2 0,1-1,0 1,-1 0,1-1,-1 1,0-1,0 1,0-1,-1 1,0-1,0 1,-1 8,-9 29,3 1,1 0,2 0,2 1,2 0,1 0,3 0,2 10,10 3,-14-56,0 0,0 1,0-1,0 0,0 1,0-1,0 0,0 1,0-1,0 0,0 1,0-1,0 0,1 0,-1 1,0-1,0 0,0 0,1 1,-1-1,0 0,0 0,0 1,1-1,-1 0,0 0,0 0,1 0,-1 1,0-1,1 0,-1 0,0 0,1 0,-1 0,0 0,0 0,1 0,-1 0,0 0,1 0,-1 0,0 0,1 0,-1 0,0 0,1 0,-1 0,0-1,0 1,1 0,-1 0,0 0,0 0,1-1,-1 1,0 0,0 0,1 0,-1-1,0 1,0 0,0 0,0-1,1 1,6-22,0-23,-2 1,-2-1,-2-41,-1 51,1-21,0-24,-3 0,-6-28,29 130,15 18,1-1,2-2,12 7,-22-21,-1 1,-1 2,-1 0,-1 2,-1 1,-2 1,16 29,-33-52,-2-1,1 1,-1 0,0 0,0 0,-1 0,0 0,-1 1,1-1,-1 1,-1-1,1 1,-1 0,-1-1,1 1,-1-1,0 1,-1-1,0 0,0 1,-1-1,0 0,0 0,0-1,-1 1,0-1,-1 0,1 0,-1 0,0 0,-4 2,-6 2,-1 0,0-2,-1 0,0 0,0-2,0 0,-1-1,0-1,0-1,0 0,-1-1,1-1,0-1,-1 0,-5-2,16 2,0 0,-1 0,1-1,0 0,0-1,0 1,0-1,0-1,0 0,1 0,-1 0,1-1,0 0,0-1,0 1,1-1,-1-1,1 1,0-1,0-1,-4-16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15.74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0,'13'0,"14"0,12 2,7 1,6 0,3 0,-1 0,-5 1,-12 2,-11 2,-10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16.0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4,'21'4,"18"2,15-2,13-5,9-4,2-1,-11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32.93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1 476,'44'-98,"-16"38,-2-2,-2-1,6-36,-9 6,-16 124,2 63,4 27,-6 0,-8 74,-1-162,0 0,-2-1,-2 0,0 0,-3-1,0 0,-8 12,-4-11,13-25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33.18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30 42,'-11'3,"-2"0,8-1,14 1,17-4,16-3,11-4,11-2,6 0,5 2,-2 2,-4 3,-5 1,-12 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33.54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174 187,'-7'0,"-1"1,1 0,0 1,0 0,0 0,0 0,1 1,-1 0,1 0,-1 1,1 0,0 0,0 0,1 1,-1-1,1 1,0 1,0-1,1 1,0 0,0 0,0 0,1 0,-1 2,1 0,-1 1,1 0,1 0,0 0,0 0,1 0,0 1,0-1,1 0,1 1,-1-1,1 0,1 0,0 0,0 0,1 0,0 0,0 0,1-1,0 1,1-1,0 0,0-1,1 1,0-1,0 0,1 0,-1-1,1 0,1 0,-1-1,1 1,8 2,-7-4,1 0,-1-1,1 0,0-1,0 0,0 0,0-1,0-1,0 0,1 0,-1-1,0 0,0 0,0-1,-1-1,1 0,0 0,-1-1,0 0,1-1,-2 0,1 0,-1-1,4-2,-2 0,0-1,-1 1,0-2,0 1,-1-1,0 0,-1-1,0 0,-1 0,0-1,-1 1,0-1,-1-1,0 1,-1 0,0-1,-1 0,-1 1,0-3,0 1,-1 1,-1-1,0 1,-1 0,0-1,-1 1,-1 0,0 0,-1 1,0-1,-1 1,0 0,-1 1,0-1,-1 1,0 1,-1-1,0 1,0 1,-1 0,-1 0,1 1,-2 1,1-1,-1 2,0-1,-10-2,14 7,0 1,0 0,0 1,0-1,0 2,0-1,0 1,0 0,0 1,1 0,-1 0,0 0,1 1,-1 1,1-1,0 1,0 0,0 1,1-1,0 2,-1-1,2 0,-1 1,1 0,-3 5,-5 5,2 0,0 1,1 1,1-1,0 2,1-1,1 1,1 0,-2 15,-4 36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34.33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30,'61'355,"-62"-354,1 1,0-1,0 1,0-1,0 1,0-1,0 1,0-1,0 1,0-1,1 0,-1 1,1-1,-1 1,1-1,-1 0,1 1,0-1,0 0,0 0,0 0,0 1,0-1,0 0,0 0,0 0,0-1,0 1,1 0,-1 0,0-1,1 1,-1-1,0 1,1-1,-1 1,1-1,-1 0,1 0,-1 0,0 1,1-2,-1 1,1 0,-1 0,1 0,-1-1,1 1,-1-1,0 1,1-1,-1 1,1-1,12-12,0 0,-1-1,-1 0,0-1,-1 0,0-1,-1 0,2-7,8-16,0-2,-3 1,-2-2,10-40,-22 71,-6 21,-1 6,0 0,0 0,2 0,0 1,1-1,0 1,2-1,0 1,0-1,2 0,0 1,1-1,0-1,3 5,-4-15,0 0,0-1,0 1,0-1,1 0,0 0,0 0,0 0,0-1,0 0,1 0,0 0,-1 0,1-1,0 0,1 0,-1 0,0 0,0-1,1 0,-1 0,1 0,-1-1,1 0,-1 0,1 0,-1-1,4 0,1-1,0-1,1 1,-1-2,-1 1,1-2,-1 1,1-1,-1 0,-1-1,1 0,-1-1,0 1,0-2,4-4,-3-1,0 1,-1-1,-1-1,0 0,0 0,-2 0,0-1,0 1,-1-1,-1-1,-1 1,0 0,-1 0,0-1,-2-13,-8 0,8 29,1 0,-1 0,1 0,-1-1,0 1,1 0,-1 0,1 1,-1-1,0 0,1 0,-1 0,1 0,-1 0,1 1,-1-1,0 0,1 0,-1 1,1-1,-1 1,1-1,-1 0,1 1,0-1,-1 1,1-1,0 1,-1-1,1 1,0-1,-1 1,1-1,0 1,0-1,0 1,-1 0,1-1,0 1,0-1,0 1,0 0,0-1,0 1,0 0,1-1,-1 1,-12 37,3 0,1 1,1 0,3 0,0 36,3-63,0 1,1 0,0 0,1 0,1-1,0 1,1 0,0-1,1 0,0 0,1 0,0 0,1-1,0 0,1 0,1 1,18 13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34.79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212 249,'-48'108,"4"3,-7 45,-3 5,43-134,11-27,0 0,0 0,-1-1,1 1,0 0,0 0,0 0,0-1,-1 1,1 0,0 0,0 0,-1 0,1 0,0 0,0 0,-1-1,100-214,100-318,-181 488,-7 29,-5 21,-2 29,-3-9,0 53,3 0,4-1,3 0,17 55,-11-77,3-1,2-1,2-1,3-1,2-2,34 45,-39-61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35.06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70,'29'-2,"35"-1,39-4,38-4,35-4,27-1,-21 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35.53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40,'16'-3,"16"0,17-2,16 0,15 1,11-2,10 1,0 1,-9 1,-21 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35.80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24,'20'6,"21"4,19-2,20-3,19-5,13-8,4-4,-3-4,-19-1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36.04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0,'36'22,"1"-1,0-2,2-2,16 5,-24-10,27 12,17 4,-2 4,-1 3,42 29,-99-54,-1 0,0 1,-1 0,0 1,-1 0,0 1,2 4,-10-11,0-1,-1 1,1 0,-1 0,-1 0,1 1,-1-1,0 1,0-1,-1 1,0 0,0 0,0 0,-1-1,0 1,-1 0,1 0,-1 0,-1 4,-6 7,0 0,-1 0,0-1,-1 0,-2-1,1 0,-2-1,0 0,0-1,-2 0,0-2,-14 11,-263 192,208-159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37.26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170 0,'-4'21,"-7"20,-1 19,-1 15,0 13,-3 8,0 1,-3-2,-2-9,-3-12,4-18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37.7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54 153,'32'-20,"1"2,1 0,1 3,0 1,1 1,0 2,1 2,0 1,1 2,22-1,-33 2,0 1,1 2,-1 0,1 2,0 1,-1 1,1 1,-1 1,0 2,0 1,0 1,-1 1,8 5,-29-11,0-1,0 1,0 1,0-1,0 1,-1 0,1 0,-1 0,0 0,0 1,-1 0,1-1,-1 1,0 1,0-1,-1 0,0 1,0-1,0 1,0 0,-1 0,0-1,0 1,-1 0,0 0,0 0,0 0,-1 0,1 0,-2 0,1 1,-6 8,-1 1,0-1,-2 0,1 0,-2-1,0-1,0 1,-1-2,-1 0,0 0,-1-2,0 1,0-2,-5 3,-29 18,-1-1,-1-3,-1-2,-1-2,-1-2,0-3,-2-2,0-3,0-1,-1-4,-37 0,7-14,87 7,-1 0,1 0,-1 0,1-1,0 1,-1 0,1 0,-1-1,1 1,0 0,-1-1,1 1,-1 0,1-1,-1 1,0-1,1 1,-1-1,1 1,-1-1,0 1,1-1,-1 0,0 1,0-1,1 1,-1-1,0 0,0 1,0-1,0 0,0 1,0-1,0 1,0-1,0 0,0 1,0-1,0 0,0 1,-1-1,1 0,0 1,-1-1,1 1,0-1,-1 1,1-1,0 1,-1-1,1 1,-1-1,1 1,-1-1,1 1,-1 0,1-1,-1 1,0 0,14-1,0 2,0-1,0 2,0 0,-1 0,1 1,-1 0,1 2,-1-1,0 1,-1 1,1 0,-1 1,0 0,-1 0,0 1,0 1,-1 0,0 0,6 9,24 24,-2 3,-2 1,17 33,-10-17,-33-48,1 0,0 0,1-1,1-1,0 0,0 0,1-1,1-1,0 0,0-1,1-1,0 0,0-1,1 0,0-1,0-1,12 2,6-4,0-1,0-2,0-1,0-2,0-1,-1-2,0-1,0-1,0-2,-1-2,-1 0,26-16,52-25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38.36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13,'20'0,"16"0,14 0,11-3,10 0,5 1,2-1,-13 2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38.6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1,'23'9,"23"3,25-1,22-4,19-5,12-8,-14-4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38.9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1 147,'20'-2,"28"-3,32-3,39 0,43-1,44 1,38-1,36 2,29-1,18 0,9-2,-6-2,-15 0,-25 1,-35 1,-42-1,-57 2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40.59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43 116,'-10'53,"2"-1,3 1,2 1,2 4,-1 23,-9 256,10-330,0 0,1 0,0 0,0 0,0 0,1 0,0 0,0 0,1 0,0-1,0 1,0 0,1-1,0 1,0-1,1 0,0 0,0 0,0-1,1 1,0-1,0 0,0-1,1 1,-1-1,1 0,4-2,0-1,-1 0,1 0,0-1,0 0,-1-1,1 0,0-1,-1 0,1 0,-1-1,0-1,1 1,-2-1,8-5,18-9,-1-1,0-2,-2-2,0-1,-2-1,0-1,-2-2,-1 0,-1-2,-2-1,-1-1,-2-1,0 0,-3-2,-1 0,1-5,-2 0,-3-1,0-1,-3 0,-2 0,-1 0,-2-1,-2-21,-11-21,9 84,0 1,0-1,0 0,0 1,0-1,0 0,0 1,0-1,0 0,0 1,0-1,0 0,-1 1,1-1,0 0,0 1,-1-1,1 1,0-1,-1 0,1 1,-1-1,1 1,-1-1,1 1,-1-1,1 1,-1 0,1-1,-1 1,1 0,-1-1,0 1,1 0,-1 0,0-1,1 1,-1 0,0 0,1 0,-1 0,0 0,1 0,-1 0,0 0,1 0,-1 0,0 1,1-1,-1 0,0 0,1 1,-1-1,1 0,-1 1,0-1,1 0,-1 1,1-1,-1 1,1-1,-1 1,1-1,0 1,-1 0,1 0,-24 45,-3 45,4 1,-2 40,1-10,-75 350,88-415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41.14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125 263,'-17'25,"2"2,0 0,2 1,0 0,2 1,2 0,0 1,2 0,-2 22,3 18,20-202,-4 74,2 1,3 0,2 1,3 0,2 2,4-3,-23 50,0 0,1 1,0-1,0 1,1-1,-1 1,1 1,0-1,1 1,0-1,-1 2,2-1,-1 1,0-1,1 2,0-1,0 1,0 0,0 1,0-1,1 1,-1 1,1 0,0 0,-1 0,5 1,1 1,1 2,-1 0,1 0,-1 1,0 1,-1 0,1 1,-1 0,0 1,0 0,-1 1,0 0,-1 1,0 0,9 10,-17-16,0-1,0 0,0 1,-1-1,1 1,-1-1,0 1,1 0,-1-1,0 1,-1 0,1 0,-1 0,1 0,-1 0,0 0,0 0,0-1,0 1,0 0,-1 0,1 0,-1 0,0 0,0 0,0-1,0 1,-1 0,1-1,-1 1,1-1,-1 0,0 1,0-1,0 0,0 0,-1 0,-18 12,0 0,-1-2,-1 0,0-1,-1-2,0 0,0-2,-1-1,-16 2,-120 30,160-38,0 0,0 0,1 1,-1-1,0 1,0-1,0 0,0 1,0 0,1-1,-1 1,0-1,1 1,-1 0,0 0,1-1,-1 1,1 0,-1 0,1 0,-1 0,1 0,0-1,0 1,-1 0,1 0,0 0,0 0,0 0,0 0,0 0,0 0,0 0,0 0,0 0,0 0,1 0,-1 0,0 0,1 0,-1-1,1 1,-1 0,32 35,1-13,1-2,1-1,0-1,2-2,0-2,1-1,0-2,8 0,210 40,-193-45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41.64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116 0,'0'16,"0"15,-2 12,-3 14,-5 10,-6 8,-2 4,-3 1,-2-5,3-15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41.90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38,'16'0,"12"0,8 0,5 0,4-3,4 0,0-2,-1-3,-7-2,-10 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42.16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28,'16'-5,"21"-1,23 0,19 1,12 2,-10 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42.5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94 1,'-71'328,"49"-191,22-134,0 1,1-1,-1 0,1 1,0-1,0 1,1-1,-1 0,0 0,1 0,0 0,0 0,0 0,0 0,0-1,1 1,-1-1,1 1,0-1,-1 0,1 0,0 0,0 0,0-1,1 1,-1-1,0 0,1 0,-1 0,2 0,107 7,-99-10,1 0,0-1,-1-1,0 0,0 0,0-2,4-2,68-3,-45 10,111-19,-133 18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42.7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63 0,'-4'18,"-2"16,0 10,-1 7,-2 2,1-2,2-2,0-5,0-8,2-7,3-10,7-7,4-10,1-6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44.62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42,'21'-3,"13"-2,10-1,4-2,1 1,-1 2,-6 1,-8 2,-11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44.82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1,'20'2,"19"1,13 1,13-2,3 0,-3-1,-7-3,-15-1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45.08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0,'20'3,"19"0,18 0,15-1,12 0,2-3,-12-2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45.34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54 0,'4'18,"2"16,0 10,-3 10,-7 6,-5 3,-6-3,-2-5,1-6,4-13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45.68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1,'34'14,"-1"3,0 1,-1 1,-1 2,-1 1,-1 1,15 17,-26-25,-1 1,-1 1,0 0,-1 1,-1 1,-1 1,-1 0,0 0,-2 1,0 0,-1 1,-2 0,5 19,-11-34,-1 0,0-1,0 1,-1 0,1 0,-2-1,1 1,-1 0,0-1,0 0,0 1,-1-1,0 0,0 0,-1 0,0-1,0 1,0-1,-1 0,1 0,-1 0,0-1,-1 0,1 0,-1 0,-4 2,-5 2,1-1,-1 0,-1-1,1-1,-1 0,0-1,0-1,0 0,-1-1,-8-1,-45-13,45-1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46.19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0,'16'2,"16"2,17-1,14-1,9 0,4-1,-1 0,-12-1,-17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46.47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0,'25'14,"22"4,18-1,17-5,11-10,-11-4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46.7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70,'18'-9,"17"-5,20-1,17 3,18 3,13 3,11 3,5 2,1 1,-3 2,-7 2,-8 2,-8-1,-12 0,-21-1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47.09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 0,'13'2,"1"0,-1 1,0 1,1 0,-2 1,1 0,-1 0,1 2,-2-1,1 2,-1 0,0 0,0 1,-1 0,-1 0,1 1,2 5,-10-11,1 1,-1-1,0 1,0-1,-1 1,0-1,1 1,-2 0,1 0,0 0,-1 0,0-1,0 1,0 0,-1 0,0 0,0 0,0-1,0 1,-1 0,0-1,0 1,0-1,0 0,-1 1,0-1,0 0,0-1,0 1,-1 0,-90 85,-10 13,103-101,0-1,1 1,-1 0,0-1,1 1,-1 0,1 0,-1 0,1-1,-1 1,1 0,-1 0,1 0,0 0,0 0,-1 0,1 0,0 0,0 0,0 0,0 0,0 0,0 0,0 0,0 0,1 0,-1-1,0 1,1 0,-1 0,0 0,1 0,-1 0,1 0,-1-1,1 1,0 0,-1 0,1-1,0 1,0 0,-1-1,1 1,0-1,0 1,0-1,0 1,-1-1,1 0,1 1,52 7,-50-8,57 2,0-2,-1-3,1-3,-1-2,11-5,-29 2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47.30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39 1,'3'13,"0"12,0 8,-1 6,-2 2,-5 2,-2-1,-4-1,-1-5,1-3,7-7,4-8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47.6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44 1,'-38'360,"37"-347,0-10,0-1,0 1,1 0,-1 0,1 0,-1 0,1 0,0 0,0 0,1 0,-1 0,1 0,-1 0,1 0,0-1,0 1,0 0,0 0,1-1,-1 1,1-1,0 1,-1-1,1 0,0 1,0-1,1 0,-1 0,0-1,1 1,-1 0,1-1,16 4,0-1,0-1,0-1,0-1,0 0,18-2,-7 0,22 2,-14 0,1-2,0-1,-1-2,2-1,-16-2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47.92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92 1,'-2'4,"-1"7,-2 8,-3 9,-2 12,-3 13,-1 12,1 13,2 7,3 6,3-12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49.32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1 453,'25'-69,"-3"-1,-2-1,-4-1,-3 0,-1-26,-47 324,25-159,-9 127,22-162,2-8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49.6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1 230,'0'11,"0"0,1 0,0 0,1 0,0-1,1 1,0-1,1 0,0 1,1-2,0 1,0 0,1-1,0 0,1-1,0 1,0-1,0 0,1-1,1 0,-1 0,1-1,0 0,1 0,-1-1,1-1,0 1,1-2,4 2,-9-3,0-1,0 0,0-1,0 0,0 1,0-2,0 1,0-1,0 0,0 0,0-1,-1 1,1-1,0-1,-1 1,0-1,1 0,-1 0,0 0,-1-1,1 0,0 0,-1 0,0 0,0-1,0 1,-1-1,0 0,0-1,0 1,1-3,3-9,-1 0,-1 0,0 0,-1-1,-1 0,0 1,-2-1,0 0,-1 0,-1-1,-1 2,0-1,-1 0,-4-11,6 22,-1 1,0 0,0-1,0 1,-1 0,0 1,0-1,-1 0,0 1,0 0,0 0,0 0,-1 0,1 0,-1 1,-1 0,1 0,0 1,-1-1,0 1,0 0,0 1,0 0,0 0,-1 0,1 0,0 1,-1 0,0 0,-4 3,0 0,1 0,-1 1,1 0,-1 0,1 1,0 1,0 0,1 0,0 1,0 0,0 1,0 0,1 0,0 1,0 1,-39 39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53.58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0,'5'0,"6"0,10 0,10 0,10 3,4 0,2-1,-4 3,-8 2,-10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53.84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0,'18'11,"16"7,12-1,13-2,8-5,-8-3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5:59.23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1,'7'18,"-1"0,-1 1,-1 0,-1 0,-1 0,0 0,-1 0,-2 1,0 5,1 5,-5 50,5-80,0 0,1 0,-1 0,0 0,1 0,-1 0,0 0,1 0,-1 0,1 0,-1 0,0 0,1 0,-1 0,0 0,1 1,-1-1,0 0,1 0,-1 0,0 1,0-1,1 0,-1 0,0 1,0-1,1 0,-1 0,0 1,0-1,0 0,1 1,-1-1,0 0,0 1,0-1,0 1,0-1,0 0,0 1,0-1,0 0,0 1,0-1,19-32,53-148,-61 158,-11 22,0 1,0-1,0 0,0 0,0 1,0-1,0 0,0 0,0 1,0-1,0 0,0 1,0-1,0 0,0 0,0 1,0-1,0 0,0 0,1 1,-1-1,0 0,0 0,0 1,0-1,1 0,-1 0,0 0,0 1,1-1,-1 0,0 0,0 0,1 0,-1 0,0 0,0 1,1-1,-1 0,0 0,1 0,-1 0,0 0,0 0,1 0,-1 0,0 0,0 0,1 0,-1 0,0-1,1 1,-1 0,0 0,0 0,1 0,-1 0,0-1,0 1,1 0,-1 0,0 0,0-1,2 63,9 30,-11-90,1-1,-1 1,1-1,0 0,0 1,0-1,0 1,0-1,0 0,0 0,0 0,0 0,0 0,1 0,-1 0,0 0,1 0,-1 0,1-1,-1 1,1-1,-1 1,1-1,-1 1,1-1,0 0,-1 0,1 0,-1 0,1 0,0 0,-1 0,1-1,-1 1,1-1,-1 1,1-1,-1 1,1-1,0 0,54-39,-42 22,-1-1,-1 0,-1 0,-1-1,0 0,-2-1,4-11,-11 27,1 28,-24 177,22-197,0-1,0 1,0 0,0 0,1-1,-1 1,1 0,0 0,0-1,0 1,0-1,0 1,0-1,1 1,-1-1,1 0,-1 0,1 1,0-1,0-1,0 1,0 0,0 0,1-1,-1 1,0-1,1 0,-1 1,2-1,33 7,2-6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6:00.22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6 194,'-3'17,"1"0,1 0,1 0,0 0,2-1,0 1,2 8,-3-18,1 0,0-1,1 1,-1-1,1 0,0 0,1 0,0 0,0 0,0-1,0 0,1 0,0 0,0 0,0-1,1 0,-1 0,1 0,5 1,-8-2,1-1,1 0,-1 0,0 0,0-1,1 0,-1 1,1-2,-1 1,1 0,0-1,-1 0,1 0,-1 0,1-1,0 1,-1-1,1 0,-1 0,0-1,1 0,-1 1,0-1,0-1,0 1,0-1,0 1,-1-1,1 0,-1 0,0-1,0 1,0-1,0 1,0-1,-1 0,0 0,1-2,4-11,-1 0,-1-1,-1 0,-1 0,0 0,-1-1,-1 1,0 0,-2-1,0 1,-1 0,-1 0,-1-1,0 2,-5-11,6 19,0 1,-1 0,0 0,0 0,-1 0,0 0,0 1,-1 0,-2-2,6 7,0 0,-1 0,1 0,0 0,0 1,-1-1,1 1,-1-1,1 1,-1 0,0 0,1 0,-1 1,0-1,0 1,1-1,-1 1,0 0,0 0,0 0,1 0,-1 1,0-1,0 1,0 0,1 0,-1 0,1 0,-1 0,0 0,-1 2,-1 1,-1 1,0 0,1 1,0-1,1 1,-1 0,1 0,0 1,1-1,-1 1,1 0,0-1,1 1,0 1,0-1,1 0,-10 37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6:00.43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122 0,'0'19,"0"12,-2 10,-1 7,-2 3,-3 1,-4-1,-5-3,-6-4,-4-8,3-10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6:00.85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 0,'163'65,"-159"-63,-1 0,1 0,-1 0,0 0,0 0,0 1,0-1,0 1,0 0,-1 0,1 0,-1 0,0 0,0 1,0-1,-1 1,1-1,-1 1,1 0,-1-1,-1 1,1 0,0 0,-1 0,0-1,0 1,0 0,0 0,-1 0,1 0,-1 0,0-1,0 2,-6 10,-1-1,0 0,-1 0,-1-1,0 0,0-1,-2 0,1-1,-1 0,-6 4,-72 80,89-93,-1 0,1-1,0 1,0 0,0 0,0 0,0 0,1 0,-1 0,0 0,1 0,0 1,-1-1,1 0,0 0,0 0,0 0,0 1,1-1,-1 0,1 0,-1 0,1 0,0 0,0 0,-1 0,1 0,1 0,-1 0,0-1,0 1,1 0,-1-1,1 1,-1-1,1 1,0-1,0 0,-1 0,1 0,0 0,0 0,0 0,0 0,2 0,17 5,1 0,0-2,0 0,0-2,0 0,0-2,1 0,-1-1,0-1,0-2,0 0,0-1,13-6,12-2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6:01.15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135 0,'-27'53,"-72"213,97-265,1 1,0 0,1 0,-1 0,0 0,0 0,1 0,0 0,-1 0,1 0,0 0,0 0,0 0,0 0,0 0,0 0,1 0,-1 0,1 0,-1 0,1 0,0 0,0 0,0 0,0 0,0-1,0 1,0 0,1-1,-1 1,1-1,-1 1,1-1,-1 0,1 1,1-1,9 1,1 0,-1-1,0-1,1 0,-1 0,0-1,1-1,-1 0,0-1,0 0,0-1,10-5,11-2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6:01.43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109 1,'-7'4,"-4"7,-3 10,-1 11,2 8,0 10,4 7,0 8,-1 4,2-10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6:01.86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80 0,'0'23,"-2"18,-3 15,-4 8,-3 2,-3 0,1-3,3-5,4-8,2-12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6:02.18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448 0,'-20'22,"-2"-1,0-2,-1 0,-2-1,1-2,-2 0,0-2,-1 0,0-2,-1-1,0-2,-1 0,0-2,0-1,-26 1,48-7,9 2,2-2,42 14,-1 2,0 1,-1 3,-1 1,31 22,-43-26,215 124,-211-120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6:04.30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69 196,'0'-4,"0"-1,0 0,0 1,0-1,1 1,0-1,0 1,0 0,1-1,-1 1,1 0,0 0,0 0,1 0,-1 0,1 0,0 1,0-1,0 1,0 0,1 0,2-2,88-50,-75 47,1 0,0 1,0 1,1 0,0 2,0 1,0 0,0 2,17 0,-34 1,0 1,0-1,1 1,-1 0,0 0,0 0,0 1,0 0,0-1,0 1,-1 1,1-1,-1 0,1 1,-1 0,0 0,0 0,0 0,0 0,-1 1,1-1,-1 1,0 0,0-1,0 1,0 0,-1 0,0 0,0 0,0 1,0-1,0 0,-1 0,0 1,0 2,-4 12,0 0,-2-1,0 1,-1-1,-1-1,0 1,-1-1,-1 0,-1-1,0-1,-1 1,-1-2,-1 0,0 0,-1-1,-174 155,46-46,110-81,32-40,0 0,1 0,-1-1,1 1,-1 0,1 0,0 0,0 0,-1 0,1 0,0 0,0 0,0 0,0 0,0 0,0 0,0 0,0 0,0 1,1-1,-1-1,0 1,1 0,-1 0,1 0,-1 0,1 0,-1 0,1 0,-1 0,1-1,0 1,0 0,-1-1,1 1,0 0,0-1,0 1,0-1,0 1,0-1,-1 1,1-1,0 0,0 0,0 1,1-1,13 3,1-1,0-1,0 0,0-1,0-1,0 0,0-1,15-4,-12 3,402-72,-390 70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6:05.2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81 0,'-3'43,"5"27,-4-1,-2 0,-3 0,-3 0,-9 22,-18 42,37-132,-1 1,1-1,0 0,0 0,0 1,0-1,0 0,1 1,-1-1,0 0,1 0,-1 1,0-1,1 0,0 0,-1 0,1 0,0 0,-1 0,1 0,0 0,0 0,0 0,0 0,0 0,0 0,0-1,0 1,0-1,0 1,1 0,-1-1,0 0,0 1,0-1,1 0,-1 0,0 1,1-1,-1 0,55-5,-13-4,-1-3,0-1,-1-2,31-16,-39 14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6:05.61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48 0,'-4'0,"-5"7,0 11,2 12,1 11,2 12,2 6,1 6,-1 1,-1-3,3-6,3-11,2-14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6:05.8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24 225,'-4'8,"0"0,1 0,0 1,1-1,0 1,0 0,1 0,0-1,0 1,1 0,0 0,1 0,0 0,0 0,1 0,0-1,1 1,0-1,0 1,1-1,0 0,0 0,1-1,0 1,0-1,0 0,1 0,1-1,3 4,-2-5,0 1,1-1,-1-1,1 0,0 0,0 0,0-1,1-1,-1 0,1 0,-1 0,1-2,0 1,-1-1,1 0,0-1,-1 0,1-1,-1 0,1 0,-1-1,0 0,0-1,0 0,0 0,-1-1,0 0,0-1,0 0,0 0,-1 0,0-1,-1 0,1 0,-1-2,1-4,-1 0,-1 0,0-1,0 0,-2 0,1 0,-2-1,0 1,-1-1,0 1,-1-1,-1 0,0 1,-1-1,-1 1,0 0,-1 0,0 0,-1 0,-1 1,0-1,-1 2,0-1,-1 1,0 0,-5-4,10 11,0 1,0 0,0 1,-1-1,0 1,1-1,-1 1,0 0,-1 0,1 1,0-1,-1 1,0 0,1 0,-1 1,0 0,0-1,0 1,0 1,0-1,0 1,0 0,0 0,0 0,0 1,0 0,0 0,0 0,1 0,-1 1,0 0,1 0,-1 0,1 1,-3 1,0 2,1 0,1 1,-1-1,1 1,0 1,1-1,0 0,0 1,0 0,1 0,0 0,1 1,0-1,0 1,1-1,0 1,0-1,1 1,0 0,0-1,1 1,1 0,-1-1,1 0,1 2,16 45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6:06.46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1 585,'12'-7,"-1"0,0-1,0 0,-1-1,0 0,-1-1,1 1,-2-2,0 0,0 0,-1 0,0-1,-1 0,0 0,-1 0,0-1,-1 0,-1 0,0 0,0 0,-2-1,0 1,0-1,-1 1,-1 0,0-1,-1 1,0-1,-1 1,0 0,-1 0,-1 1,0-1,-1 1,0 0,-1 0,0 1,-1 0,-1-1,4 7,4 5,0 0,0-1,0 1,1-1,-1 1,0-1,0 0,1 1,-1-1,0 0,1 1,-1-1,0 0,1 0,-1 0,1 0,0 0,-1 1,1-1,0 0,-1 0,1 0,0 0,0 0,0 0,0 0,0 0,0 0,0 0,0 0,0 0,0 0,1 0,-1 0,0 0,1 0,-1 0,0 1,1-1,0-1,6-3,1 0,-1 1,1 0,0 0,0 0,1 1,-1 1,1-1,5 0,-1 0,25-8,1 2,0 2,1 1,-1 2,1 2,0 2,21 3,-53-3,0 0,0 1,-1 0,1 0,0 1,-1 0,1 0,-1 1,0 0,0 0,0 1,0 0,-1 0,1 1,-1 0,0 0,0 0,-1 1,0-1,0 1,0 1,-1-1,1 1,-2-1,3 6,-4-3,0 0,-1 0,0 0,-1 1,0-1,0 0,-1 1,0-1,0 0,-1 0,-1 0,1 0,-1 0,-4 7,-66 115,70-126,-27 40,16-26,1 1,0 0,2 1,1 0,-5 15,14-35,0 0,0 1,1-1,-1 1,1-1,0 1,-1-1,1 1,0 0,0-1,0 1,0-1,0 1,0 0,0-1,1 1,-1-1,0 1,1-1,0 1,-1-1,1 1,0-1,0 0,-1 1,1-1,0 0,0 1,1-1,-1 0,0 0,0 0,0 0,1 0,-1-1,1 1,-1 0,0 0,1-1,-1 1,1-1,0 0,0 1,12 1,0 0,0-1,0-1,0 0,0-1,0 0,0-1,7-2,-1 1,497-84,-444 75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6:07.98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4813 40,'0'2,"16"712,14-247,-29-428,-1 1,-3-1,-1 0,-1 0,-11 36,11-58,0 0,-1-1,-1 0,-1 0,0-1,-1 0,0 0,-1-1,-1-1,0 1,-1-2,-1 0,1 0,-10 6,-8-2,-1 0,0-2,0-2,-1 0,-1-3,0 0,0-2,-1-2,0-1,-32 0,-393 10,267-12,-809 48,-25 46,861-78,-773 63,919-80,-21 1,0-1,-1-2,1-2,0-1,-17-5,53 9,1-1,0 1,-1-1,1 1,0-1,0 0,0 0,0-1,0 1,0-1,0 1,0-1,0 0,0 0,1 0,-1 0,1-1,0 1,0-1,0 1,0-1,0 0,0 0,1 0,-1 0,1 0,0 0,0 0,0-1,0 1,1-1,-1-84,-53-70,19-15,-12-167,31 190,6-1,10-123,1 251,1-1,1 1,1 0,1 0,1 0,1 0,-4 15,0 0,1 1,0-1,0 0,1 1,0 0,0 0,1 1,-1-1,1 1,1 1,-1-1,1 1,0 0,0 0,1 1,7-3,3 1,0 1,1 1,0 1,0 1,0 0,0 1,0 2,0-1,0 2,0 1,15 4,54 3,18-8,1-6,-1-3,86-19,-127 17,1559-177,-502 72,-728 92,142 20,-442-5,-110-5,-13 5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7:08.5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603 1447,'0'0</inkml:trace>
  <inkml:trace contextRef="#ctx0" brushRef="#br0" timeOffset="829.126">0 204,'27'150,"-7"1,-6 1,-6 67,3-65,-4-142,-2-33,-2-33,-3 34,1 1,0-1,2 1,0 0,1 0,1 0,1 1,1-1,4-8,-9 23,0 1,0-1,1 1,-1 0,1 0,-1 0,1 0,0 1,0-1,0 1,0-1,1 1,-1 0,1 1,-1-1,1 0,0 1,-1 0,1 0,0 0,0 0,0 1,0-1,0 1,0 0,0 0,0 1,0-1,-1 1,1 0,0 0,0 0,0 0,-1 1,1 0,-1-1,1 1,-1 1,0-1,0 0,0 1,0 0,2 1,5 6,0 1,-1 1,0 0,-1 0,0 0,-1 1,0 0,-1 1,0 0,-2 0,1 0,-2 0,0 0,0 1,-1 0,-1-1,-1 1,0 0,-2 9,1-18,-1 1,0-1,-1 0,1 1,-1-1,0 0,-1-1,0 1,1 0,-2-1,1 0,-1 0,1-1,-2 1,1-1,0 0,-1 0,1 0,-1-1,0 0,0 0,-1-1,1 0,-1 0,1 0,-1-1,1 0,-1 0,0 0,1-1,-1 0,0-1,0 1,1-1,-1-1,1 1,-1-1,0-1,-1 2,1 0,-1-1,1 0,-1-1,1 0,0 0,0 0,1-1,-1 0,1 0,0-1,0 0,0 0,0 0,-3-5,9 7,-1 0,1 0,0 0,0 1,0-1,0 0,0 0,1 0,0 1,-1-1,1 0,0 1,0-1,0 0,0 1,1-1,-1 1,1 0,0 0,-1-1,1 1,0 0,0 0,0 0,1 1,-1-1,1 0,-1 0,25-24</inkml:trace>
  <inkml:trace contextRef="#ctx0" brushRef="#br0" timeOffset="1094.658">549 124,'2'-9,"1"1,0-1,1 0,0 1,0 0,0 0,1 0,1 0,-1 1,1 0,0 0,1 0,0 1,0 0,1 0,-6 5,0 1,0-1,0 1,0 0,0 0,0 0,0 0,0 0,0 0,0 0,0 1,0-1,0 1,0 0,0-1,0 1,0 0,0 0,0 0,-1 0,1 1,0-1,-1 0,1 1,-1-1,0 1,1-1,0 2,11 15,-1 0,-1 0,0 1,-1 0,-1 1,-1 0,-1 0,0 1,1 14,-7-33,15 53,-1-1,-3 2,-3 0,-2 0,-2 0,-3 1,-3 0,-1-1,-4 1,-1-1,-4-1,-1 1,-3-2,-3 0,-14 29,8-36,-2-2,-3-1,-28 34,-9 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8:01.3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1,'1283'0,"-707"21,-537-19,0-1,0-2,0-2,7-2,-45 4,-1 1,1-1,0 1,0 0,0 0,0-1,0 1,0 0,0 0,0 0,0 0,0 0,0 0,0 0,0 1,0-1,0 0,0 0,0 1,0-1,0 1,0-1,0 1,-1-1,1 1,0-1,0 1,-1 0,1-1,0 1,-1 0,1 0,0 0,-1-1,1 1,-1 0,0 0,1 0,-1 0,0 0,1 0,-1 0,0 0,0 0,0 0,0 0,0 0,0 0,0 0,0 0,0 0,-1 0,1 0,0 0,19 441,-32 282,7-633,3-88,2-13,3-1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8:01.71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28 33,'-28'11,"30"-6,79 0,514-39,119 19,-705 15,-14-2,-8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8:02.0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238 0,'-9'18,"-7"16,-9 10,-3 7,-3 5,0 1,4-2,3-4,3-6,6-8,5-8,10-9,10-11,11-10,2-6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8:02.26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146 1,'-14'23,"-9"16,-5 9,0 2,5 1,6-5,6-8,9-7,13-10,10-10,11-12,0-6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8:02.43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220 1,'-16'16,"-12"12,-8 8,-2 5,0 0,7-3,9-5,12-8,15-9,18-9,17-10,12-10,-2-2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8:02.60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210 1,'-18'16,"-11"14,-7 10,1 3,1 3,6-3,9-4,9-6,11-9,14-9,12-6,1-5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8:02.86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165 1,'-33'34,"1"1,2 2,-20 32,31-29,18-39,1 0,0 0,0 0,0 0,0 0,0 0,1 0,-1 0,0 0,0 0,1 0,-1 0,0 0,1-1,-1 1,1 0,-1 0,1 0,-1 0,1-1,0 1,-1 0,1-1,0 1,0 0,0-1,-1 1,1-1,0 1,0-1,0 0,0 1,0-1,0 0,0 0,0 0,0 1,0-1,0 0,-1 0,1 0,1-1,14 1,0-2,0 0,0-1,0 0,0-1,-1-1,1-1,-1 0,-1-1,1-1,-1 0,10-8,80-63,-91 61,-14 18,1-1,0 1,0 0,0-1,0 1,0-1,-1 1,1-1,0 1,0 0,-1-1,1 1,0 0,-1-1,1 1,0 0,-1-1,1 1,0 0,-1 0,1 0,-1-1,1 1,-1 0,1 0,0 0,-1 0,1 0,-1 0,1-1,-1 1,1 0,-1 0,1 1,0-1,-1 0,1 0,-1 0,1 0,-1 0,1 0,-1 1,1-1,0 0,-1 0,1 1,0-1,-1 0,1 0,0 1,-1-1,1 0,0 1,-1-1,1 1,0-1,0 0,-1 1,-22 13,1 2,0 0,0 2,2 0,1 1,0 1,1 1,-6 10,-6 8,6-7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8:12.64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10601 3822,'46'-26,"-2"-3,-1-1,-1-3,-2-1,-1-1,-2-3,-1-1,-3-2,6-10,1-3,-3-2,-2-1,-3-2,-3-1,-2-2,3-15,126-467,-126 420,-7-2,5-92,-21 163,-2-9,-3 1,-2-1,-4 1,-2 0,-4-8,-13-139,18 135,-3 1,-3-1,-4 2,-2 0,-4 1,-4-1,14 49,-1 1,-1 0,-2 1,0 0,-1 2,-1-1,0 2,-2 1,0 0,-1 1,-1 1,-1 1,0 1,-1 1,-12-5,-326-153,91 8,19 55,232 100,0 1,0 1,0 0,-1 2,0 0,0 1,0 1,0 1,0 1,0 1,-4 1,-14-2,21 0,-126 1,0-6,-51-13,36 1,-1 6,-55 8,-432-21,494 30,0 8,-16 8,-7 1,-675 33,309-29,-108 11,-120 13,-374 7,659-33,-114-26,455 12,1 6,1 6,0 6,-3 8,71-19,-67 13,2 6,2 6,1 6,3 6,2 6,3 5,-104 73,179-103,2 2,1 2,3 2,1 3,2 1,2 2,3 1,1 2,3 2,2 2,-20 47,40-66,2 0,1 1,1 1,2 0,2-1,2 1,1 1,2-1,2 0,1 0,2-1,1 1,6 10,37 150,9-1,82 181,-100-288,4-2,4-2,3-2,37 41,275 339,-308-392,2-4,3-2,3-2,2-4,3-2,3-4,2-2,12 1,11-9,1-4,3-5,1-4,1-5,1-4,23-2,157 28,1-13,193-4,400-39,-633 2,374-31,139-45,-214 20,164-41,-218 26,-27 2,-207 37,13 11,-258 26,628-82,-137 13,-405 60,-1-4,-1-4,49-18,104-29,-120 46,-124 16,-11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8:13.46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0 340,'9'87,"-5"0,-3 1,-4-1,-4 5,6-84,4-21,-1 0,96-428,-85 356,-8 43,2 1,2-1,2 2,1-1,-12 40,0 0,0 0,0-1,0 1,0 0,0 0,1 0,-1-1,0 1,1 0,-1 0,1 0,-1 0,1 0,0 0,-1 0,1 0,0 0,0 0,-1 0,1 0,0 1,0-1,0 0,0 1,0-1,0 0,0 1,0 0,0-1,1 1,-1-1,0 1,0 0,0 0,0 0,1 0,-1 0,0 0,0 0,0 0,1 0,-1 0,0 1,0-1,1 1,4 7,-1 0,0 1,0-1,-1 1,0 0,0 1,-1-1,0 1,-1 2,3 2,109 480,-72-311,-35-159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8:14.02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0 577,'152'-14,"0"-6,-2-7,-2-7,99-37,-241 70,0-1,0 0,-1 0,0-1,1 1,-1-1,0 0,0-1,0 1,-1-1,1 0,-1 0,0-1,0 1,0-1,0-1,5-5,0 0,1 0,0 1,1 1,0-1,1 2,0 0,0 0,0 1,2 0,31-20,-31 19,0-1,0-1,0 0,-1-1,-1 0,0-1,0-1,-2 0,1 0,-2-1,8-12,-16 24,0 0,-1-1,1 1,0 0,-1 0,0-1,1 1,-1 0,0 0,0-1,0 1,0 0,-1-1,1 1,-1 0,1 0,-1-1,0 1,0 0,0 0,0 0,0 0,0 0,-1 0,1 0,0 1,-1-1,0 0,1 1,-1-1,0 1,0 0,0-1,0 1,0 0,0 0,0 0,0 1,-1-1,1 0,0 1,0-1,-1 1,1 0,0 0,-3 0,-1 0,0-1,-1 2,1-1,-1 1,1 0,0 0,-1 1,1-1,0 1,0 1,0-1,0 1,1 0,-1 1,1-1,0 1,0 0,0 0,0 1,1-1,-1 1,-2 5,-3 3,1 1,1 0,0 0,1 1,0 0,1 1,1-1,-2 11,-5 45,3 0,3 1,4 0,3 0,5 28,-6-94,34 529,-32-513,-2 1,0 0,-1 0,-2 0,0 0,-1-1,-1 0,-2 0,0 0,-1 0,-6 10,-12 5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8:14.39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0 406,'319'-102,"-265"84,-1-3,-1-2,2-4,-36 17,-1-1,1 0,-2-1,0-1,0 0,-1-1,-1-1,0-1,-1 0,1-2,-11 14,0 0,0 0,-1-1,0 1,1-1,-1 1,-1-1,1 0,-1 1,0-1,0 0,0 0,0-2,-11 24,6-4,0 0,1 1,1-1,0 1,1 0,0 0,1-1,1 1,0 0,0 0,2-1,0 1,0-1,1 0,1 0,0 0,1 0,5 8,2-6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8:14.65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127 22,'-14'-5,"-9"-1,-5 1,0 0,5 4,13 4,17 7,17 3,4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8:15.12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503 10,'-16'-4,"0"2,0 0,0 1,0 0,0 2,0 0,0 0,0 2,0 0,1 1,-1 0,1 1,0 1,0 0,1 1,0 1,0 0,0 1,1 1,1 0,0 0,0 1,1 1,0 0,-4 7,12-15,1 0,-1 0,1 1,0-1,0 0,1 1,-1-1,1 1,0 0,0-1,1 1,-1 0,1-1,0 1,0 0,1 0,-1-1,1 1,0 0,0-1,1 1,0-1,-1 1,1-1,1 0,-1 0,1 0,-1 0,3 3,6 2,1-1,-1 1,1-2,1 0,-1 0,1-1,1-1,-1 0,1-1,-1 0,13 1,20 7,-45-12,0 0,-1 0,1 0,0 0,0 0,0 0,0 0,-1 0,1 0,0 0,0 1,0-1,-1 0,1 0,0 1,-1-1,1 1,0-1,0 0,-1 1,1-1,-1 1,1 0,0-1,-1 1,1-1,-1 1,0 0,1-1,-1 1,1 0,-1 0,0-1,0 1,1 0,-1 0,0 0,0-1,0 1,0 0,0 0,0 0,0-1,0 1,0 0,0 0,0 0,-1-1,1 1,0 0,-110 51,106-49,-65 38,67-39,1-1,-1 1,0 0,1-1,-1 1,1 0,0 0,-1 0,1 0,0 0,0 1,1-1,-1 0,0 0,1 1,-1-1,1 0,0 1,-1-1,1 0,1 1,-1-1,0 0,0 1,1-1,-1 0,1 1,0-1,0 0,0 0,1 2,72 88,-37-52,-19-21,-1 1,-1 0,-1 1,-1 1,-1 0,0 1,-2 0,8 24,-18-42,0-1,0 0,-1 0,0 0,0 0,0 1,0-1,-1 0,1 0,-1 0,0 0,0 0,-1 0,1 0,-1 0,0 0,0 0,0-1,0 1,-1-1,0 0,1 1,-1-1,0-1,-1 1,1 0,0-1,-1 1,1-1,-1 0,0 0,0-1,0 1,-2 0,-24 9,-1-2,0-1,0-1,-1-2,0-1,0-1,0-2,-20-2,10-1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8:15.81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409 97,'-7'-8,"0"0,0 0,-1 0,0 1,0 1,-1-1,0 1,0 1,0-1,-1 2,0-1,0 1,0 1,0 0,0 0,-1 1,1 0,-1 1,0 0,1 1,-1 0,0 1,1 0,-1 1,0 0,1 0,0 1,0 0,0 1,0 1,0-1,-3 3,6-2,0 1,0-1,0 1,1 0,0 1,0-1,1 1,-1 0,1 1,1 0,0-1,0 1,-2 6,5-10,-1 0,1 1,0-1,0 1,0-1,1 1,0-1,0 1,0 0,0-1,1 1,0-1,0 1,0-1,0 1,1-1,-1 0,1 1,0-1,1 0,-1 0,1-1,0 1,-1 0,2-1,2 3,1 0,2 0,-1-1,1 0,-1 0,1-1,0 0,1-1,-1 0,1 0,0-1,-1 0,1-1,0 0,0-1,0 0,0 0,0-1,0 0,-1-1,1 0,0-1,-1 0,0 0,1-1,-1 0,-1-1,1 0,5-4,-7 3,-1 0,1 0,-1-1,0 0,-1-1,0 1,0-1,-1 0,1 0,-2-1,1 1,-1-1,0-4,-3 14,-1-1,1 1,-1-1,1 1,-1-1,0 0,1 1,-1-1,0 0,1 0,-1 1,0-1,1 0,-1 0,0 0,1 0,-1 0,0 0,1 0,-1 0,0 0,0 0,1 0,-1 0,0-1,1 1,-1 0,0 0,1-1,-1 1,1 0,-1-1,0 1,1-1,-1 1,1-1,-1 1,1-1,-1 1,1-1,0 0,-1 1,1-1,0 1,-1-1,1 0,0 1,0-1,0 0,0 1,-1-1,1 0,0 0,0 0,-2 4,0 0,-1 0,1 0,0 0,0 1,1-1,-1 0,1 1,-1-1,1 1,0 0,1-1,-1 1,1 0,-1-1,1 1,0 0,1 0,-1-1,0 1,1 0,0-1,0 1,0-1,0 1,1-1,0 1,-1-1,1 0,0 0,0 1,1-2,-1 1,1 0,-1 0,1-1,0 1,0-1,12 5,0 0,0 0,1-2,-1 0,1-1,1 0,-1-1,0-1,1-1,-1 0,1-1,-1-1,1-1,-1 0,3-2,1 0,0-1,0-1,-1-1,0-1,0 0,-1-1,0-2,-1 1,0-2,-1 0,0-1,-1-1,0-1,-1 0,-1 0,2-4,28-34,-43 53,1 0,-1 0,1 0,0 0,-1 0,1 0,-1 0,1 0,-1 1,1-1,-1 0,1 0,-1 0,1 0,-1 1,1-1,-1 0,0 1,1-1,-1 0,1 1,-1-1,0 0,1 1,-1-1,0 1,1-1,-1 0,0 1,0-1,1 1,-1-1,0 1,0-1,0 1,0-1,0 1,0-1,0 1,0 0,0-1,0 1,0-1,0 1,0-1,0 1,0-1,0 1,-1-1,1 1,0-1,0 1,-1-1,1 0,0 1,0 1,0 259,11-157,5-2,25 82,-10-46,-30-132,2 2,0 0,-1 1,0-1,0 1,-1-1,0 1,0 0,-1-1,0 1,-1 0,0 0,0-1,-1 1,0-1,0 1,-1-1,0 0,-1 0,0 0,0 0,-5 6,1-9,-1 1,0-1,0-1,0 1,0-2,-1 1,1-1,-1-1,0 0,0 0,0-1,0 0,0-1,0 0,0 0,-1-1,1-1,1 0,-2 0,5 1,0-1,0 1,0-1,1 0,-1-1,1 1,0-1,0 0,0-1,0 1,0-1,1 0,-1 0,1 0,0-1,1 1,-1-1,1 0,0 0,0 0,0-1,0 0,-11-34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8:16.06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37,'16'-15,"5"-6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7:10.587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281 789,'-16'38,"1"1,2 1,2 0,-1 12,-1 0,-73 292,86-344,-4 15,6-24,66-465,-37 224,-17 176,-14 73,0 0,0 1,1-1,-1 0,0 1,0-1,0 0,0 1,1-1,-1 0,0 1,0-1,1 0,-1 1,1-1,-1 1,0-1,1 1,-1-1,1 1,-1-1,1 1,0-1,-1 1,1 0,-1-1,1 1,0 0,-1 0,1-1,0 1,-1 0,1 0,0 0,0 0,-1 0,1 0,0 0,-1 0,1 0,0 0,-1 0,1 0,0 1,-1-1,1 0,0 0,-1 1,1-1,0 0,-1 1,1-1,-1 1,1-1,-1 1,1-1,-1 1,1-1,-1 1,0-1,1 2,26 40,-4 16,-2 2,-3 0,-2 1,0 23,-5-36,2 14,2 17,4-2,3 0,3-2,7 9,-21-63,-3-9</inkml:trace>
  <inkml:trace contextRef="#ctx0" brushRef="#br0" timeOffset="248.642">0 1150,'14'0,"18"-2,22-4,22-4,16-4,11-1,4 0,-3 2,-10 3,-21 4</inkml:trace>
  <inkml:trace contextRef="#ctx0" brushRef="#br0" timeOffset="803.249">803 989,'26'-6,"1"0,-1-2,-1-1,0-2,0 0,-1-1,0-2,-1 0,-1-1,1-3,15-8,0-1,-2-3,-2-1,0-1,-2-2,18-25,-6-21,-42 78,-1-1,0 0,0 1,-1-1,1 0,0 0,-1 1,0-1,0 0,0 0,0 0,0 1,0-1,-1 0,1 0,-1 1,0-1,0 0,0 1,0-1,0 1,-1-1,1 1,-1-1,1 1,-1 0,0 0,0 0,-2-2,0 2,0 0,0 0,0 0,0 0,0 1,0 0,-1-1,1 2,0-1,-1 0,1 1,-1 0,1 0,-1 0,1 1,-1-1,1 1,0 0,-1 0,1 1,0-1,0 1,0 0,0 0,-1 1,-4 2,0 1,0 0,0 1,1-1,0 2,0-1,0 1,1 0,0 1,0 1,-7 18,2 0,0 2,2-1,2 1,0 0,2 1,1 0,2 0,1 0,1 0,3 13,3 86,5-1,19 75,-12-103,-4 2,-5-1,-4 1,-8 68,-26-20,12-98</inkml:trace>
  <inkml:trace contextRef="#ctx0" brushRef="#br0" timeOffset="1151.639">816 1404,'39'-29,"2"2,0 1,40-18,-39 22,241-116,-276 135,56-15,-61 18,0 0,-1 0,1 0,0 0,0 1,-1-1,1 0,0 1,-1-1,1 1,-1 0,1-1,-1 1,1 0,-1 0,1 0,-1 0,0 0,1 0,-1 1,0-1,0 0,0 1,0-1,0 1,0-1,-1 1,1-1,0 1,-1-1,1 1,-1 0,0-1,1 3,8 49,-9-44,1 1,0 0,0 0,1-1,0 1,1-1,0 1,0-1,1 0,1 0,-1 0,1-1,0 0,1 0,0 0,1 0,-1-1,1 0,1-1,6 5,23-4,-21-12</inkml:trace>
  <inkml:trace contextRef="#ctx0" brushRef="#br0" timeOffset="1413.76">1498 802,'-5'9,"8"8,15 1,4-3</inkml:trace>
  <inkml:trace contextRef="#ctx0" brushRef="#br0" timeOffset="1947.266">2073 922,'-30'5,"0"2,0 0,0 2,1 1,1 2,0 0,0 2,1 1,-18 14,38-25,1-1,0 1,0 0,0 1,1-1,0 1,0 0,0 1,0-1,1 1,0 0,0 0,0 0,1 0,0 1,0-1,0 5,4-8,0 0,1 0,-1 0,1 0,0 0,-1 0,1 0,1 0,-1-1,0 1,1-1,-1 0,1 1,0-1,0 0,0-1,0 1,0 0,0-1,0 0,0 0,1 0,-1 0,0 0,1-1,-1 1,1-1,-1 0,1 0,-4 0,251 28,-250-28,1-1,0 1,-1 0,1 0,0 0,-1 0,1 0,0 1,-1-1,1 0,0 1,-1-1,1 1,-1 0,1 0,-1-1,1 1,-1 0,0 0,1 0,-1 0,0 0,0 1,0-1,0 0,0 1,0-1,0 0,0 1,0-1,-1 1,1-1,-1 1,1 0,-1-1,1 1,-1-1,0 1,0 0,0-1,0 1,0 0,-6 7,1-1,-2 0,1 0,-1-1,0 1,-1-2,0 1,0-1,0 0,-1-1,0 0,-5 3,5-3,-147 71,156-76,1 0,-1 0,0 0,1 0,-1 0,0 0,0 0,1 0,-1 0,0 0,1 0,-1 0,0 0,1 0,-1 1,0-1,0 0,1 0,-1 0,0 0,0 1,1-1,-1 0,0 0,0 1,0-1,0 0,1 0,-1 1,0-1,0 0,0 0,0 1,0-1,0 0,0 1,0-1,0 0,0 0,0 1,0-1,0 0,0 1,0-1,0 0,0 1,0-1,0 0,0 0,0 1,0-1,-1 0,67 4,95 15,-152-17,0 1,-1-1,1 2,0-1,-1 1,0 1,0-1,0 1,0 1,-1-1,0 1,0 1,0-1,-1 1,4 6,-7-8,0-1,-1 1,1 0,-1 0,0 0,-1 0,1 0,-1 1,0-1,0 0,-1 1,0-1,0 1,0-1,0 0,-1 1,0-1,0 0,-1 1,1-1,-1 0,0 0,0 0,-1 0,1-1,-1 1,0-1,-3 3,-4 7,-1-1,-1-1,0 1,-1-2,0 0,-1 0,0-2,-8 5,-99 38,70-39</inkml:trace>
  <inkml:trace contextRef="#ctx0" brushRef="#br0" timeOffset="2558.391">2501 1003,'-30'0,"0"0,0 2,0 2,1 0,-7 4,28-6,0 0,0 1,0 0,0 1,1 0,-1 0,1 0,0 1,0 0,1 1,-1-1,1 1,0 0,1 1,-1-1,1 1,1 1,-1-1,1 0,-1 4,2-3,0 0,1 0,0 0,0 0,1 0,0 1,0-1,1 0,0 0,0 1,1-1,0 0,2 8,-2-12,1 0,-1 0,1 0,-1 0,1 0,0-1,1 1,-1 0,1-1,-1 0,1 0,0 0,0 0,0 0,1 0,-1-1,1 0,0 1,-1-1,1-1,0 1,0 0,0-1,0 0,0 0,1 0,2 0,5-2,-1 1,1-2,-1 0,0 0,1-1,-1 0,0-1,-1 0,1-1,-1 0,0 0,0-1,0-1,-1 0,0 0,0-1,-1 0,0 0,-1-1,1 0,1-4,40-88,-54 118,0 1,1-1,1 1,1-1,1 1,0 0,2 6,-1-22,0 1,1-1,0 0,-1 1,1-1,0 0,0 0,0 1,0-1,1 0,-1 0,0 0,1 0,0 0,-1-1,1 1,0 0,0-1,0 0,0 1,0-1,0 0,0 0,1 0,-1 0,0 0,1-1,-1 1,0-1,1 1,0-1,75-10,-52-1,-1-2,-1 0,0-2,-1 0,-1-2,0 0,-1-2,-1 0,-1-1,-1-1,-1-1,0 0,-2-1,1-4,1-2,-17 30,0-1,0 0,0 1,1-1,-1 1,0-1,0 0,0 1,0-1,0 0,0 0,1 1,-1-1,0 0,0 1,0-1,1 0,-1 0,0 1,0-1,1 0,-1 0,0 0,1 1,-1-1,0 0,1 0,-1 0,0 0,1 0,-1 0,0 0,1 0,-1 0,0 0,1 0,-1 0,0 0,1 0,-1 0,0 0,1 0,-1 0,0 0,1 0,-12 364,16-309,2-1,2-1,3 0,1 0,4-1,1-1,25 47,-27-63</inkml:trace>
  <inkml:trace contextRef="#ctx0" brushRef="#br0" timeOffset="2822.682">2995 602,'-14'-7,"-2"0,7 6,15 8,21 6,6 2</inkml:trace>
  <inkml:trace contextRef="#ctx0" brushRef="#br0" timeOffset="3427.681">4118 909,'-9'-3,"-1"0,0 0,0 1,-1 1,1-1,0 2,-1-1,1 2,0-1,-1 1,1 1,0 0,0 0,0 1,0 0,0 1,1 0,-1 1,1 0,0 0,1 1,-1 0,1 0,1 1,-1 0,1 0,0 1,0 0,1 1,0 0,3-5,1 0,0 0,0 0,0 0,0 0,1 1,-1-1,1 1,1-1,-1 1,0 0,1-1,0 1,0 0,0-1,1 1,0 0,0-1,0 1,0-1,1 0,-1 1,1-1,0 0,0 0,1 0,0 0,-1 0,1 0,0-1,1 0,-1 1,0-1,1 0,0-1,0 1,16 6,-1-1,1-1,1-1,-1-1,1-1,0-1,-1 0,2-2,-1 0,0-1,0-2,0 0,0-1,-1-1,1-1,7-3,-1 1,0-1,-1-1,-1-1,0-2,20-11,-35 17,-1 0,0 0,0-1,0 0,-1-1,0 0,0 0,-1 0,0-1,-1 0,0-1,0 0,-1 0,0 0,2-6,-6 12,1 1,-1-1,0 1,0-1,0 1,-1-1,1 0,-1 1,0-1,0 0,0 0,0 1,0-1,-1 0,0 1,0-1,0 0,0 1,-1 0,1-1,-1 1,0 0,0-1,0 1,0 0,-1 1,1-1,-1 0,-2-1,3 3,1 1,-1 0,0 0,0 0,1 0,-1 0,0 0,0 0,0 1,1-1,-1 1,0-1,1 1,-1-1,0 1,1 0,-1 0,1 0,-1 0,1 0,-1 0,1 1,0-1,0 0,0 1,-1-1,1 1,0-1,1 1,-2 1,-22 52,22-48,0-1,1 1,-1 0,1 0,0 0,1 0,0 0,0-1,0 1,1 0,0 0,0 0,1 0,0-1,0 1,1-1,-1 1,1-1,1 0,-1 0,1 0,0-1,1 1,-1-1,1 0,0 0,0-1,1 1,-1-1,6 3,4 0,0 0,1-1,0 0,0-1,0-1,0-1,1 0,-1-1,1-1,0-1,0 0,-1-1,1 0,-1-2,1 0,-1-1,0 0,11-6,-16 5,0-1,-1 0,1 0,-1-1,-1-1,1 0,-1 0,-1-1,0 0,0 0,0-1,-1 0,-1 0,0-1,0 0,-1 0,0 0,-1-1,-1 1,1-1,-2 0,0 0,0 0,-1 0,-1-4,0 28,-1-4,0 0,1 1,0-1,0 0,1 0,0 0,0 0,1 1,0-2,0 1,1 0,0 0,1-1,-1 0,5 6,7 1,1 0,1-1,0-1,1 0,1-2,-1 0,1-1,1 0,0-2,0-1,1 0,-1-1,1-2,5 1,69 13</inkml:trace>
  <inkml:trace contextRef="#ctx0" brushRef="#br0" timeOffset="10392.16">16470 1,'-16'18,"-14"20,-11 21,-6 21,-1 21,3 14,4 11,10 3,14-3,17-9,19-16,21-15,19-21,14-18,-7-18</inkml:trace>
  <inkml:trace contextRef="#ctx0" brushRef="#br0" timeOffset="10652.79">16952 188,'2'22,"4"25,2 16,4 15,1 9,0 6,-2 0,-3-5,-3-10,-2-13,-4-15,-2-17</inkml:trace>
  <inkml:trace contextRef="#ctx0" brushRef="#br0" timeOffset="10979.01">17300 281,'-29'35,"-2"0,-1-2,-1-1,-2-2,-18 12,-22 20,70-60,1 2,1-1,-1 0,0 1,1-1,0 1,0 0,0 0,0 1,1-1,-1 1,1-1,0 1,1 0,-1-1,1 1,0 0,0 0,0 0,1 0,0 0,0 0,0 0,0 0,1 0,0 0,0 0,0 0,1 1,3 7,0-1,0 0,2 0,-1-1,1 1,1-1,0-1,1 0,0 0,0 0,1-1,0-1,1 1,0-2,0 0,0 0,1-1,0 0,1-1,-1 0,6 0,9 3,0-2,0-1,1-1,0-1,-1-1,1-2,0-1,0-1,19-4,14-6</inkml:trace>
  <inkml:trace contextRef="#ctx0" brushRef="#br0" timeOffset="11296.278">18155 482,'-13'-12,"0"1,0 1,-1 0,0 0,-1 2,0 0,0 0,-1 2,0 0,0 0,0 2,-1 0,1 1,-1 0,0 2,0 0,-13 1,18 0,0 1,0 1,-1 0,1 0,0 1,1 1,-1 0,1 0,-1 2,1-1,1 1,-1 1,1 0,0 0,1 1,0 0,0 1,0-1,1 2,1 0,0-1,0 2,0-1,-2 8,4-7,1-1,0 1,1 0,0 0,1 1,0-1,0 0,1 1,1-1,0 1,1-1,0 1,0-1,1 1,1-1,0 0,0 0,2 0,-1-1,1 1,0-1,1 0,0-1,1 1,4 3,4 3,0-2,1 1,1-2,0 0,1-1,0-1,1-1,0 0,0-2,1 0,13 3,9 1,1-2,0-2,0-1,0-3,8-1,48-2</inkml:trace>
  <inkml:trace contextRef="#ctx0" brushRef="#br0" timeOffset="11546.892">18609 147,'16'-7,"12"3,13 6,8 14,5 16,1 21,-3 21,-8 19,-9 17,-11 11,-13 7,-18-1,-22-9,-23-9,-31-16,-1-23</inkml:trace>
  <inkml:trace contextRef="#ctx0" brushRef="#br0" timeOffset="9224.972">10909 722,'-8'1,"0"1,-1 0,1 0,0 0,0 1,1 0,-1 1,1 0,-1 0,1 1,0-1,1 1,-1 1,1 0,0-1,0 2,1-1,0 1,0 0,1 0,-1 0,2 0,-1 1,1 0,0 0,0 0,1 0,0 0,0 4,2-7,0 1,0-1,0 0,1 0,-1 0,1 0,1 0,-1 0,1 0,-1 0,1 0,1-1,-1 1,1-1,0 1,0-1,0 0,0 0,1 0,-1-1,1 1,0-1,0 0,1 0,-1 0,1-1,-1 1,1-1,0 0,0-1,0 1,2 0,14 4,1-1,0-1,0-1,1 0,-1-2,21-1,-9-2,-1 0,1-3,-1 0,0-2,0-2,-1-1,0-1,-1-2,0-1,18-12,-41 22,-1 0,1-1,-1 0,0-1,-1 0,1 0,-1 0,0 0,-1-1,1 0,-1 0,4-8,-10 15,1 0,-1 0,1 0,-1 1,1-1,0 0,-1 0,1 0,-1 0,1 0,-1 0,1 0,-1 0,1 0,-1 0,1 0,0 0,-1 0,1 0,-1 0,1 0,-1-1,1 1,-1 0,1 0,0 0,-1-1,1 1,0 0,-1-1,1 1,0 0,-1-1,1 1,0 0,-1-1,1 1,0-1,0 1,0 0,0-1,-1 1,1-1,0 1,0-1,0 1,0-1,0 1,0-1,0 1,0 0,0-1,0 1,0-1,0 1,-3 4,0 0,1 0,-1 0,1 0,0 1,0-1,0 1,0 0,1-1,0 1,0 0,0 0,1 0,0 0,-1 0,2 0,-1 0,1 0,-1-1,1 1,1 0,-1 0,1 0,0-1,0 1,0-1,0 0,1 1,0-1,0 0,0-1,0 1,0 0,4 2,4 2,-1-1,1-1,0 1,0-2,1 0,-1 0,1-1,1 0,-1-1,0 0,1-1,-1-1,1 0,0 0,12-2,-22 1,0 0,0 0,0 0,0 0,0-1,0 1,0-1,0 0,0 0,0 0,0 0,0 0,0-1,0 0,-1 1,1-1,-1 0,1 0,-1 0,0 0,0-1,0 1,0-1,0 1,0-1,-1 0,1 1,-1-1,0 0,0 0,0 0,0 0,-1 0,1 0,-1 0,1 0,-1-1,0 1,0 0,-1 0,1-2,-6-5,0 1,-1 0,0 1,0-1,-1 1,0 1,0-1,-1 2,0-1,0 1,0 0,-1 1,0 0,0 0,0 1,-1 1,-7-2,-145-24,163 29,0 0,1 0,-1-1,0 1,0 0,0 0,0-1,0 1,0 0,0 0,0 0,0-1,0 1,0 0,0 0,-1 0,1-1,0 1,0 0,0 0,0 0,0-1,0 1,0 0,-1 0,1 0,0-1,0 1,0 0,0 0,0 0,-1 0,1 0,0 0,0-1,0 1,-1 0,1 0,0 0,0 0,-1 0,1 0,27-8,-23 7,416-104,-397 100,-14 2,0 0,1 1,-1 1,1-1,0 2,-1-1,1 1,0 1,-1 0,1 0,-1 1,3 0,-9 0,-1-1,1 1,-1-1,1 1,-1 0,0 0,0 0,1 0,-2 1,1-1,0 0,0 1,-1-1,1 1,-1 0,0-1,0 1,0 0,0 0,0 0,-1 0,1 0,-1 0,0 0,0 0,-5 79,3-71,-3 16,3-21,0 1,1 0,0 1,0-1,0 0,1 0,0 0,1 0,-1 0,1 1,1-1,0 3,0-8,-1 0,0 0,1-1,-1 1,1-1,-1 1,1-1,0 1,-1-1,1 0,0 0,0 0,0 0,0 0,0 0,0-1,0 1,0-1,1 1,-1-1,0 0,0 0,0 0,0 0,1 0,-1-1,0 1,0 0,1-1,59-24,-48 13,0-1,-1-1,0 0,-2-1,1 0,-2-1,0 0,-1 0,-1-1,0-1,-1 1,-1-1,-1 0,0-1,1-16,-6 94,0-52,8 112,-7-114,0-1,0 0,0 1,1-1,0 0,0 0,0 0,0 0,1 0,-1 0,1-1,0 1,0-1,0 0,1 0,-1 0,1 0,0-1,-1 1,1-1,0 0,1 0,-1 0,4 0,-1 0,1-1,0 0,0-1,-1 1,1-2,0 1,-1-1,1 0,0-1,-1 0,1 0,-1 0,0-1,0 0,0-1,0 1,0-1,-1-1,1 1,1-3,10-9,0 0,-2 0,0-2,0 0,-2-1,1-3,45-79,-57 90,-12 27,3-1,0-1,1 1,1 0,0 0,1 0,1 1,-1 12,3-22,0 0,0 0,1-1,-1 1,2 0,-1 0,0-1,1 1,0-1,0 1,1-1,0 0,0 0,0 0,0 0,1 0,0-1,0 0,0 1,0-2,1 1,2 2,7 1,0 1,1-2,0 0,0-1,1 0,0-1,-1-1,1 0,0-1,0-1,1-1,-1 0,0-1,0-1,0 0,0-1,13-5,-20 6,0-2,0 1,-1-1,0-1,1 1,-2-1,1-1,0 1,-1-1,0-1,-1 1,1-1,-1 0,-1-1,1 0,-1 0,0 0,-1 0,0 0,0-1,-1 0,0 0,0-6,5-15,-2 1,-1-1,-1-1,-1-18,-5 186,3-118,1-1,1 1,1-1,0 1,2-1,4 11,-8-24,0 0,1 0,-1 0,1 0,0 0,0-1,1 1,-1-1,1 0,0 0,0-1,1 1,-1-1,1 0,-1 0,1 0,0-1,0 1,1-1,-1 0,0-1,1 0,-1 1,3-1,1-1,1 0,0-1,-1 0,1 0,-1-1,1-1,-1 1,0-1,0-1,0 0,0 0,-1-1,0 0,0 0,0-1,0 0,-1 0,0-1,0 0,-1 0,0-1,0 1,-1-1,0-1,0 1,-1-1,0 0,0 0,-1-1,42-121,-40 117,-1 2</inkml:trace>
  <inkml:trace contextRef="#ctx0" brushRef="#br0" timeOffset="9505.321">13650 615,'0'0,"0"1,0-1,0 0,0 0,0 1,0-1,0 0,0 0,0 1,0-1,1 0,-1 0,0 0,0 1,0-1,0 0,1 0,-1 0,0 1,0-1,0 0,1 0,-1 0,0 0,0 0,0 0,1 1,-1-1,0 0,0 0,1 0,-1 0,0 0,0 0,1 0,-1 0,0 0,0 0,1 0,-1 0,0 0,0 0,1-1,-1 1,0 0,0 0,0 0,1 0,-1 0,0 0,0-1,0 1,1 0,-1 0,0 0,0 0,0-1,0 1,1 0,-1 0,0-1,0 1,0 0,0 0,0-1,0 1,6 25,-6-24,19 336,-19-332,1 1,0-1,0 1,0-1,0 0,1 1,0-1,0 0,1 0,-1 0,1-1,0 1,0-1,1 1,-1-1,1 0,0 0,0-1,0 1,0-1,1 0,0 0,-1 0,1-1,0 1,0-1,1 0,-1-1,0 1,1-1,2 0,68-12,-41-2</inkml:trace>
  <inkml:trace contextRef="#ctx0" brushRef="#br0" timeOffset="10022.078">14091 628,'24'33,"-3"1,0 1,-3 1,-1 1,-1 0,-2 1,-2 0,3 18,-7-28,-7-25,-1-1,0-1,-1 0,1 1,0-1,1 1,-1-1,0 0,0 1,0-1,1 0,-1 1,1-1,-1 0,1 1,-1-1,1 0,0 0,0 0,0 0,-1 0,1 0,0 0,0 0,0 0,1 0,-1 0,0 0,0-1,0 1,1-1,-1 1,0-1,1 1,-1-1,0 0,1 1,-1-1,0 0,1 0,-1 0,0 0,1 0,-1 0,2-1,5-7,0-1,0-1,-1 1,0-1,-1 0,0-1,0 1,-1-1,1-5,1 1,88-206,-95 220,0 1,0-1,0 0,0 1,0-1,0 0,0 0,0 1,0-1,0 0,1 1,-1-1,0 0,0 1,1-1,-1 1,0-1,1 0,-1 1,1-1,-1 1,1-1,-1 1,1-1,-1 1,1 0,-1-1,1 1,-1 0,1-1,0 1,-1 0,1-1,0 1,-1 0,1 0,0 0,-1 0,1 0,0 0,0 0,-1 0,1 0,0 0,-1 0,1 0,0 1,-1-1,1 0,0 0,-1 1,1-1,-1 0,1 1,-1-1,1 1,15 111,-16-101,1 0,0-1,1 1,0 0,1-1,0 0,0 1,1-1,1-1,0 1,0-1,0 1,2-1,-1-1,1 1,0-1,0-1,5 4,9 0,0-2,0 0,1-2,0 0,0-2,0 0,1-1,0-1,0-2,0 0,17-2,44 1</inkml:trace>
  <inkml:trace contextRef="#ctx0" brushRef="#br0" timeOffset="6736.151">7099 802,'-24'-10,"0"1,-1 1,-1 1,1 2,-1 0,-13 0,35 5,-1 0,0 0,0 1,1 0,-1 0,1 0,-1 0,1 0,-1 1,1 0,0 0,-1 0,1 1,1-1,-1 1,0 0,0 0,1 0,0 1,0-1,0 1,0 0,0-1,1 1,-1 1,1-1,0 0,1 0,-1 1,1-1,0 1,0-1,0 1,0 0,1 3,-1-1,0 1,1-1,0 1,0-1,1 1,0-1,0 0,1 1,-1-1,2 0,-1 0,1 0,0 0,1-1,-1 1,1-1,0 0,1 0,0 0,0 0,0-1,0 0,1 0,0-1,5 4,14 4,0-2,0 0,1-1,0-2,1-1,-1-1,1-1,1-1,-1-2,0 0,0-2,0-1,0-1,0-2,24-6,-10 2,-1-1,0-1,-1-3,0-1,-2-2,1-2,-2-1,10-8,-44 26,4-1,-1 0,1-1,-1 1,0-1,0 0,-1 0,1-1,-1 0,0 1,0-1,-1-1,1 1,-1 0,0-1,-1 0,2-4,-5 8,0 0,0 0,0 0,0 0,0 0,0 0,-1 0,1 0,-1 1,0-1,1 0,-1 1,0 0,0-1,0 1,0 0,0 0,0 0,0 0,-1 0,1 1,0-1,0 1,-1-1,1 1,0 0,-1 0,1 0,0 0,-1 0,1 1,0-1,-2 1,-11 0,-1 1,0 0,1 1,-1 1,1 0,0 1,0 0,1 2,-1 0,2 0,-1 1,1 1,0 0,0 1,2 0,-1 1,-7 10,16-19,0 1,1 0,-1 0,1 0,0 0,0 0,0 0,0 1,1-1,-1 1,1-1,0 1,0 0,0-1,0 1,1 0,0 0,-1-1,1 1,1 0,-1 0,0-1,1 1,0 0,0 0,0-1,0 1,1-1,-1 1,1-1,0 0,0 1,2 1,5 1,0-1,0-1,1 1,0-1,0-1,0 0,0 0,0-1,0 0,1-1,-1 0,1-1,-1 0,1-1,-1 0,0 0,1-1,-1 0,5-3,-4 3,1-2,0 1,-1-2,0 1,0-2,-1 1,1-1,-1-1,0 0,-1-1,0 1,0-2,-1 1,1-2,-9 9,1 1,-1-1,0 1,0 0,0-1,1 1,-1-1,0 1,1-1,-1 1,0 0,1-1,-1 1,0 0,1-1,-1 1,0 0,1 0,-1-1,1 1,-1 0,1 0,-1 0,1 0,-1 0,1-1,-1 1,1 0,-1 0,1 0,-1 0,1 0,-1 0,1 1,-1-1,1 0,-1 0,0 0,1 0,-1 1,1-1,-1 0,1 0,-1 1,0-1,1 0,-1 1,0-1,1 0,-1 1,0-1,12 28,-7-13,-3-10,0 0,1 0,0 0,0-1,0 1,0-1,1 1,-1-1,1 0,0 0,0-1,1 1,-1-1,1 0,0 0,0-1,0 1,0-1,0 0,0-1,1 1,-1-1,0 0,1 0,-1 0,1-1,0 0,-1 0,1-1,-1 1,3-2,1 0,0-1,0-1,0 1,0-1,-1-1,1 0,-1 0,-1 0,1-1,-1 0,0-1,0 0,-1 0,1 0,-2-1,1 0,-1 0,0 0,0-2,8-18,-1 0,-1-1,-1 0,-2 0,2-15,8-62,-4-2,-5 0,-5 0,-4-3,-3 36,2 75,1 0,0 0,0 0,-1 0,1 1,0-1,0 0,-1 0,1 0,0 0,-1 0,1 0,0 0,-1 0,1 0,0 0,0 0,-1 0,1 0,0 0,-1 0,1 0,0 0,0 0,-1 0,1 0,0 0,-1 0,1-1,0 1,0 0,-1 0,1 0,0-1,0 1,0 0,-1 0,1 0,0-1,0 1,0 0,0 0,-1-1,1 1,0 0,0-1,0 1,0 0,0 0,0-1,0 1,0 0,0-1,0 1,0 0,0-1,-11 30,-6 41,3 1,3 1,0 38,6-46,3 0,2 0,4 3,-3-43,2-1,1 0,1 0,2 0,0 0,0-1,2 0,1-1,12 19,-15-29,1 0,0-1,1 0,0 0,1 0,0-2,0 1,1-1,0-1,0 0,1 0,0-1,0-1,1 0,-1 0,1-1,0-1,0 0,0-1,1-1,-1 0,4 0,18-6</inkml:trace>
  <inkml:trace contextRef="#ctx0" brushRef="#br0" timeOffset="7014.092">7728 535,'18'-4,"22"-2,25-3,26-1,22 1,20 2,10 2,-4 4,-25 3</inkml:trace>
  <inkml:trace contextRef="#ctx0" brushRef="#br0" timeOffset="7282.376">8637 1123,'4'8,"1"-1,0 0,0-1,1 1,0-1,0 0,1-1,-1 1,1-1,1 0,-1-1,0 0,1 0,0-1,0 0,0 0,0-1,1 0,-1 0,1-1,-1 0,1-1,-1 1,1-2,-1 1,1-1,-1-1,1 1,-1-1,0-1,0 0,0 0,0 0,0-1,-1 0,1-1,-1 0,0 0,2-2,0 0,0-1,-1 0,0-1,-1 1,1-2,-2 1,1-1,-2 0,1 0,-1-2,-2 8,-1 0,-1 0,1-1,-1 1,0-1,0 1,0-1,0 1,-1-1,0 0,0 1,0-1,-1 1,1-1,-1 0,0 1,0-1,-1 1,1 0,-1 0,0-1,0 1,-1 0,1 0,-1 1,0-1,0 0,-3-2,-1 2,0 0,0 0,-1 1,1 0,-1 1,0-1,0 1,1 1,-1 0,-1 0,1 0,0 1,0 0,0 1,0 0,0 0,0 0,0 1,0 1,1-1,-1 1,1 0,-1 1,1 0,0 0,0 1,1-1,0 2,-1-1,2 0,-2 3,3-6,1 1,0 0,0 1,1-1,-1 0,0 1,1-1,0 1,0 0,0 0,1 0,-1 0,1 0,0 0,0 0,0 1,0-1,1 0,0 0,0 1,0-1,0 0,1 1,0-1,0 0,0 2,22 24,6-4</inkml:trace>
  <inkml:trace contextRef="#ctx0" brushRef="#br0" timeOffset="7682.981">9452 976,'-6'-7,"0"1,-1 0,1 0,-1 1,-1-1,1 1,-1 1,0 0,0 0,0 0,0 1,-1 0,1 1,-1 0,0 0,0 1,0 0,1 1,-1 0,0 0,0 1,0 0,0 0,0 1,1 0,-1 1,1 0,0 0,-1 1,2 0,-1 0,0 1,1 0,0 0,0 1,-3 3,6-5,0 1,0-1,1 1,-1 0,1 1,0-1,0 1,1-1,-1 1,2 0,-1 0,0 0,1 0,0 0,0 0,1 0,0 0,0 0,0 0,1 1,0-1,0 0,1 0,-1 0,1-1,1 1,-1 0,1-1,0 1,0-1,0 0,1 0,0 0,0-1,1 2,4 0,0 0,1 0,0-1,0 0,0-1,0 0,1-1,0 0,-1 0,1-1,0-1,0 0,0 0,0-1,0-1,1 0,-2 0,1-1,0 0,0-1,-1-1,1 1,-1-1,0-1,0 0,0-1,-1 0,0 0,0-1,-1 0,1 0,-2-1,1 0,-1-1,0 1,-1-1,0-1,0 0,5-15,-2-1,-1 0,-1 0,-1 0,-1-1,-1 1,-2-1,-1 0,-1 0,-1-1,1 23,0-95,-4 0,-4 1,-9-29,-3 60,9 71,-14 80,8 17,5 1,4 0,4 49,4-130,0 0,2 0,0-1,1 1,1-1,1 1,1-1,0-1,2 1,0-1,9 14,22 24</inkml:trace>
  <inkml:trace contextRef="#ctx0" brushRef="#br0" timeOffset="19374.031">23623 11751,'-5'16,"-1"15,-2 14,0 13,2 9,2 4,-1 3,0-4,0-5,-1-11,2-11,1-14</inkml:trace>
  <inkml:trace contextRef="#ctx0" brushRef="#br0" timeOffset="19704.505">24077 11792,'-72'23,"0"3,2 4,1 2,-8 8,65-33,4-3,1-1,0 1,0 0,0 1,1 0,-1 0,1 0,0 1,1 0,-1 0,1 0,-4 7,9-10,0 0,0-1,0 1,0 0,1 0,-1-1,1 1,0 0,-1-1,1 1,0 0,1-1,-1 1,0-1,1 0,-1 1,1-1,0 0,0 0,0 0,0 0,0 0,0-1,1 1,-1-1,0 1,1-1,-1 0,1 0,-1 0,1 0,0 0,46 21,0-1,1-3,19 3,21 8,88 35,-140-59,-29-10</inkml:trace>
  <inkml:trace contextRef="#ctx0" brushRef="#br0" timeOffset="20420.262">24666 11966,'-1'40,"8"-52,-6 7,1-1,-1 1,0-1,-1 0,1 1,-1-1,0 0,-1 1,1-1,-1 1,0-1,-1 1,1-1,-1 1,0-1,-1 1,1 0,-1 0,0 0,0 1,0-1,-1 1,0 0,0-1,0 2,0-1,-1 0,1 1,-1 0,-4-3,-3 3,0 0,0 1,0 0,0 0,0 2,0-1,-1 2,1-1,0 2,0-1,0 2,0 0,1 0,-1 1,1 0,-1 1,2 1,-1-1,0 2,1 0,0 0,1 0,0 1,0 1,0 0,1 0,1 0,0 1,0 0,-5 10,9-15,0 1,0 0,0 0,1 0,0 0,0 0,0 1,1-1,0 0,0 1,1-1,0 1,0-1,0 1,1-1,0 1,0-1,1 0,0 1,0-1,0 0,1 0,0 0,0-1,1 3,8 4,0 0,1-1,0-1,0 0,1 0,1-1,0-1,0-1,0 0,1-1,0 0,0-1,0-1,11 1,41 9,1-2,0-4,0-2,6-4,22-1</inkml:trace>
  <inkml:trace contextRef="#ctx0" brushRef="#br0" timeOffset="18919.751">13824 11484,'505'-19,"-366"8,1071-63,-183 67,436-13,761-121,-1456 86,1077 6,-1213 51,-628-2,31-3,-35 3,1-1,-1 1,1 0,-1 0,1 0,-1-1,0 1,1 0,-1-1,1 1,-1 0,1-1,-1 1,0-1,1 1,-1 0,0-1,1 1,-1-1,0 1,0-1,0 1,1-1,-1 1,0-1,0 1,0-1,0 0,0 1,0-1,0 1,0-1,0 1,0-1,0 1,0-1,-1 1,1-1,0 1,0-1,0 1,-1-1,1 1,0-1,-1 1,1-1,0 1,-1 0,1-1,-1 1,1 0,0-1,-1 1,1 0,-1-1,-1-2,0 0,-1 0,1 1,-1-1,0 0,0 1,0 0,0-1,0 1,-1 0,1 1,0-1,-1 1,1-1,-1 1,0 0,0 0,1 1,-1-1,0 1,0 0,1 0,-1 0,0 0,0 1,0 0,1-1,-1 1,0 1,1-1,-1 0,1 1,0 0,-1 0,1 0,0 0,0 0,-1 2,-1 1,1 1,0 0,0 0,0 0,1 1,0-1,1 1,-1 0,1 0,0 0,1 0,-1 0,2 0,-1 0,1 0,0 0,0 1,1-1,0 0,0 0,1 0,0 0,0 0,0 0,1-1,0 1,1-1,-1 0,1 0,0 0,1 0,4 4,3-2,0 0,1-1,0-1,0 0,0 0,1-2,0 1,0-2,0 0,0-1,1 0,-1-1,1 0,-1-1,1-1,-1-1,0 0,1-1,-4 2,-1-1,1 0,-1-1,1 0,-1 0,0-1,-1-1,1 0,-1 0,0-1,0 0,0 0,-1-1,0 0,0-1,-1 0,0 0,0 0,-1-1,0 0,-1 0,0-1,0 0,-1 1,0-1,-1-1,0 1,-1-1,0 1,0-1,-1 1,-1-1,0 0,0 0,-1-3,-1 6,0 0,0 0,-1 0,0 1,0-1,-1 1,0 0,-1 0,1 0,-1 0,0 1,-1 0,0 0,0 0,0 1,0 0,-1 0,0 0,0 1,0 0,0 1,-1 0,0 0,0 0,1 1,-1 0,-1 0,1 1,-6 0,5 0,0 0,0 1,0 0,0 0,0 1,0 0,0 1,1 0,-1 0,0 1,1 0,0 1,0 0,0 0,0 0,0 1,1 1,0-1,0 1,0 0,1 0,0 1,0 0,1 0,0 1,0-1,0 2,1 0,1-1,0 1,1 0,-1 0,2 0,-1 0,2 0,-1 0,1 0,1 9,6 30</inkml:trace>
  <inkml:trace contextRef="#ctx0" brushRef="#br0" timeOffset="22605.601">14145 9305,'2'0,"6"0,7 0,11 0,17 0,22 0,22 0,21 0,20 0,16 0,3 0,-3 0,-12 0,-19 0,-25 0,-27 0</inkml:trace>
  <inkml:trace contextRef="#ctx0" brushRef="#br0" timeOffset="23220.512">14225 9345,'35'32,"-2"2,0 1,-3 1,2 6,-18-24,26 33,12 17,4-2,28 24,-66-73,1 0,1-1,0-1,1-1,0-1,1 0,1-2,0-1,0-1,13 4,-24-10,0 0,0-1,0 0,0 0,1-1,-1-1,0 0,0-1,1-1,-1 1,0-2,0 0,0 0,-1-1,1 0,-1-1,0-1,0 0,-1 0,0-1,0 0,0-1,-1 0,1-1,15-21,-2-2,0 0,-2-2,-2 0,-1-1,-2-1,-1 0,-2-2,-1 1,5-35,-17 70,24-151,-24 153,0 0,-1 1,1-1,0 0,0 0,0 0,-1 0,1 0,0 0,0 0,0 0,-1 0,1 0,0 0,0 0,0 0,-1 0,1 0,0 0,0-1,0 1,-1 0,1 0,0 0,0 0,0 0,-1 0,1-1,0 1,0 0,0 0,0 0,0 0,-1-1,1 1,-7 24,0 4</inkml:trace>
  <inkml:trace contextRef="#ctx0" brushRef="#br0" timeOffset="23705.838">14412 10134,'540'11,"6"-8,-462 2,-85-5,1 0,0 0,0 0,0 1,0-1,-1 0,1 0,0 0,0 0,0 1,0-1,0 0,0 0,-1 0,1 1,0-1,0 0,0 0,0 1,0-1,0 0,0 0,0 0,0 1,0-1,0 0,0 0,0 1,0-1,0 0,0 0,0 0,1 1,-1-1,0 0,0 0,0 0,0 1,0-1,0 0,1 0,-1 0,0 0,0 1,0-1,1 0,-1 0,0 0,0 0,0 0,1 0,-25 8,23-8,-26 6</inkml:trace>
  <inkml:trace contextRef="#ctx0" brushRef="#br0" timeOffset="24187.295">14933 10174,'3'35,"-3"-34,39 128,-6 1,-6 4,-10 17,-6 1,-8 0,-12 112,8-208,8-64,3-40,-6 20</inkml:trace>
  <inkml:trace contextRef="#ctx0" brushRef="#br0" timeOffset="24902.152">14866 9238,'32'-448,"2"15,-19-163,-10 562,-2 34</inkml:trace>
  <inkml:trace contextRef="#ctx0" brushRef="#br0" timeOffset="25533.646">14907 7607,'-8'1,"0"0,0 0,1 1,-1 0,0 0,1 1,0 0,-1 0,1 1,1-1,-1 2,0-1,1 1,0 0,0 0,0 1,1 0,0 0,0 0,1 0,-1 1,1 0,1 0,-1 0,1 0,0 1,1-1,0 1,-1 4,3-7,1 0,0-1,-1 1,1 0,1 0,-1-1,1 1,0-1,0 1,0-1,1 0,-1 0,1 0,0 0,0 0,1-1,-1 1,1-1,-1 0,1 0,0 0,2 0,6 4,0 0,1-1,-1 0,1-1,0-1,0 0,7 0,-3 0,1-2,0 0,0-2,0 1,0-2,0-1,0 0,0-1,-1-1,1 0,8-5,-16 6,-1-1,0 0,0 0,0-1,-1 0,0 0,0-1,0 0,-1-1,0 0,0 0,0 0,-1-1,0 0,-1 0,1 0,-2-1,1 0,-1 0,-1 0,3-8,-5 9,1 0,-1 0,-1 0,1 0,-1 0,-1 0,0-1,0 1,0 0,-1 0,0 0,-1 1,0-1,0 0,0 1,-1 0,0 0,-1 0,0 0,0 1,0-1,-1 1,1 1,-1-1,-1 1,1 0,-1 0,0 1,0 0,0 0,-1 1,1 0,-1 0,0 1,0 0,0 0,0 1,0 0,0 0,0 1,-1 0,1 0,0 1,0 0,0 1,-3 0,-3 5,1 1,0 1,0 0,1 0,0 1,1 0,0 1,1 1,0 0,1 0,0 1,-6 12,-24 40</inkml:trace>
  <inkml:trace contextRef="#ctx0" brushRef="#br0" timeOffset="27061.421">13543 9706,'-18'-8,"0"0,0 2,-1 0,0 1,0 1,0 1,-1 0,1 2,-1 0,1 1,-1 1,-5 1,16-1,0 1,0-1,0 1,1 1,-1 0,1 0,-1 0,1 1,0 1,0-1,1 1,-1 0,1 1,0 0,1 0,-1 1,1-1,0 2,1-1,0 0,0 1,1 0,-1 0,2 0,-1 1,0 3,4-10,0 1,0 0,1 0,-1-1,0 1,1 0,0-1,0 1,0-1,0 1,0-1,0 1,0-1,1 1,0-1,-1 0,1 0,0 0,0 0,0 0,0 0,0-1,0 1,1-1,-1 1,0-1,1 0,0 0,-1 0,1 0,-1-1,2 1,90 9,-81-11,0-1,0 0,0 0,0-1,-1-1,1 0,-1-1,0-1,0 1,-1-2,0 0,0 0,0-1,-1 0,0-1,-1 0,0 0,0-1,-1-1,0 1,-1-1,0-1,-1 1,0-1,-1 0,0 0,-1-1,0 1,-1-1,1-12,-4 24,1 0,-1 0,1 0,-1 0,0 0,0 0,0-1,0 1,0 0,0 0,0 0,0 0,0 0,0-1,0 1,-1 0,1 0,-1 0,1 0,-1 0,1 0,-1 0,1 0,-1 0,0 0,0 0,1 1,-1-1,0 0,0 0,0 1,0-1,0 0,0 1,0-1,0 1,0 0,0-1,0 1,0 0,0-1,0 1,-1 0,0 0,-2 3,0 1,0 0,0 0,0 0,1 0,-1 0,1 1,0-1,1 1,-1 0,1 0,0 0,0 0,0 1,0 3,1-7,-2 5,0 0,0 0,1 0,-1 0,2 0,-1 1,1-1,0 1,0-1,1 1,0-1,1 1,0-1,0 0,0 1,1-1,0 0,0 0,1 1,0-2,0 1,1 0,-1-1,1 0,1 1,-1-2,1 1,0 0,1-1,1 1,4 0,1-1,-1 0,1-1,0 0,0-1,0-1,0 0,0 0,1-1,-1-1,0 0,1-1,-1 0,159-30,-76 3</inkml:trace>
  <inkml:trace contextRef="#ctx0" brushRef="#br0" timeOffset="28117.374">16484 9372,'7'-3,"11"0,16 1,19-1,18 2,15 0,14 0,5 1,1 0,-6 0,-13 0,-22 0</inkml:trace>
  <inkml:trace contextRef="#ctx0" brushRef="#br0" timeOffset="28601.23">16364 9358,'36'57,"3"-3,2-1,45 44,-25-30,3-3,3-3,2-2,13 3,-74-56,-5-2,0-1,0 0,0-1,0 1,1 0,-1-1,1 0,0 0,-1 0,1 0,0 0,0-1,0 0,0 0,0 0,1 0,-1-1,0 1,0-1,1 0,-1 0,0-1,0 0,0 1,1-1,-1 0,0-1,4-1,-3-3,-1 0,1-1,-1 1,0-1,0 0,-1 0,0-1,0 1,1-7,2-3,168-483,-148 400,-25 99,-1 1,0 0,1-1,-1 1,0-1,1 1,-1-1,0 1,0-1,1 1,-1-1,0 1,0-1,0 0,0 1,0-1,0 1,0-1,0 1,0-1,0 0,0 1,0-1,0 1,0-1,-1 1,1-1,0 1,0-1,-1 1,1-1,0 1,-1-1,1 1,0-1,-1 1,1 0,-1-1,1 1,-1 0,1-1,0 1,-1 0,0-1,1 1,-1 0,1 0,-1 0,1 0,-1 0,1-1,-1 1,1 0,-1 0,0 0,1 0,-14 11</inkml:trace>
  <inkml:trace contextRef="#ctx0" brushRef="#br0" timeOffset="28915.626">16564 10013,'18'0,"16"0,14 0,14 0,15 0,13 0,13 0,10-2,0-3,-4-1,-12 1,-21 1,-22 1</inkml:trace>
  <inkml:trace contextRef="#ctx0" brushRef="#br0" timeOffset="29536.722">16992 10080,'14'52,"-3"19,-3 0,-3 1,-3 0,-4 0,-3 9,-7 99,-5 164,27-201,-10-142,1-1,-1 1,0-1,0 1,0 0,0-1,0 1,0-1,0 1,0 0,0-1,0 1,0-1,0 1,0 0,0-1,0 1,-1-1,1 1,0-1,-1 1,1-1,0 1,-1-1,1 1,0-1,-1 1,1-1,-1 1,1-1,-1 0,1 1,-1-1,1 0,-1 0,1 1,-1-1,1 0,-1 0,0 0,1 1,-1-1,1 0,-1 0,0 0,1 0,-1 0,1 0,-1-1,0 1,1 0,-1 0,1 0,-1 0,1-1,-1 1,0 0,1-1,-1 1,1 0,0-1,-1 1,1-1,-1 1,1 0,-1-1,1 1,0-1,-1 1,1-1,-11-6</inkml:trace>
  <inkml:trace contextRef="#ctx0" brushRef="#br0" timeOffset="30941.137">16845 7500,'2'18,"1"11,0 5,-1 1,0-1,-1-6</inkml:trace>
  <inkml:trace contextRef="#ctx0" brushRef="#br0" timeOffset="31315.876">16858 7807,'0'-20,"0"14,0 11,22 285,24 373,-24-448,-15-172</inkml:trace>
  <inkml:trace contextRef="#ctx0" brushRef="#br0" timeOffset="32174.898">16805 7527,'-4'5,"0"0,0 1,1-1,0 1,0 0,0 0,1 0,0 0,0 0,1 0,-1 0,1 1,1-1,-1 0,1 1,0-1,1 1,-1-1,1 0,0 1,1-1,0 0,0 0,0 0,1 0,0 0,0 0,0-1,0 0,1 1,0-1,1-1,2 4,2-2,1-1,-1 0,1 0,-1-1,1-1,0 0,1 0,-1-1,0 0,1 0,-1-2,1 1,0-1,-1-1,1 0,-1 0,1-1,-1 0,0-1,0 0,0-1,0 0,-1 0,1-1,-1-1,0 1,0-1,-1-1,0 0,0 0,-1 0,0-1,0 0,0-1,-1 1,-1-1,3-6,-6 9,0 1,-1-1,0 1,0-1,0 0,-1 1,0-1,0 0,0 1,-1-1,0 0,0 1,0-1,-1 1,0-1,0 1,0 0,-1 0,1 0,-1 0,-1 0,1 1,-1-1,1 1,-1 0,0 0,-1 0,1 1,-1-1,0 1,1 0,-1 1,0-1,-1 1,1 0,0 0,-1 0,-4 0,-6-2,0 1,-1 1,1 0,0 1,-1 1,1 0,0 2,-1-1,1 2,0 0,0 1,0 1,-13 6,18-7,-1 1,1 0,1 1,-1 0,1 1,0 0,0 1,1 0,0 0,1 1,-1 0,2 0,-1 1,1 0,1 1,0-1,1 1,-5 11,-1 23</inkml:trace>
  <inkml:trace contextRef="#ctx0" brushRef="#br0" timeOffset="33144.769">18236 9452,'20'3,"7"0</inkml:trace>
  <inkml:trace contextRef="#ctx0" brushRef="#br0" timeOffset="33396.093">19238 9612,'18'-2,"16"-3,1-1</inkml:trace>
  <inkml:trace contextRef="#ctx0" brushRef="#br0" timeOffset="33641.473">19906 9492,'16'-5,"5"-1</inkml:trace>
  <inkml:trace contextRef="#ctx0" brushRef="#br0" timeOffset="33642.47">20721 9466,'21'-5,"15"-1,2 0</inkml:trace>
  <inkml:trace contextRef="#ctx0" brushRef="#br0" timeOffset="33813.056">21123 9438,'9'-2,"3"-1</inkml:trace>
  <inkml:trace contextRef="#ctx0" brushRef="#br0" timeOffset="34887.039">21698 9279,'18'0,"22"0,22 0,20 0,15 0,7-3,3 0,-9-2,-16-1,-20 2,-22 0,-19 2</inkml:trace>
  <inkml:trace contextRef="#ctx0" brushRef="#br0" timeOffset="35172.483">21524 9331,'13'14,"12"13,11 14,8 13,5 9,7 6,4 1,2-1,1-6,-3-9,-8-11,-9-14,-11-11,-10-8</inkml:trace>
  <inkml:trace contextRef="#ctx0" brushRef="#br0" timeOffset="35464.198">22380 9264,'2'3,"1"5,0 5,-3 8,-6 9,-7 11,-5 12,-4 9,-4 7,2 3,1 1,3-1,5-5,5-8,4-14</inkml:trace>
  <inkml:trace contextRef="#ctx0" brushRef="#br0" timeOffset="35868.453">21751 10107,'9'-4,"17"-3,24-3,29-3,28-3,28-2,20 0,12 1,-1 1,-12 3,-21 4,-29 3,-31 4</inkml:trace>
  <inkml:trace contextRef="#ctx0" brushRef="#br0" timeOffset="36645.331">22152 9077,'-51'-284,"8"68,10-2,-3-184,36 205,1 195,-2-1,1 0,0 1,0-1,0 0,0 0,1 0,-1 0,1 0,0 0,-1 1,1-1,1 0,-1 1,0-1,1 0,-1 1,1 0,0-1,0 1,-1 0,2 0,-1 0,0 0,1-1,11 2</inkml:trace>
  <inkml:trace contextRef="#ctx0" brushRef="#br0" timeOffset="37412.46">22206 10174,'2'11,"3"13,3 14,3 14,1 16,1 18,1 13,-2 12,-4 7,-2-1,-5-7,-3-21</inkml:trace>
  <inkml:trace contextRef="#ctx0" brushRef="#br0" timeOffset="38937.586">23689 9305,'-11'-8,"0"1,-1 0,0 1,0 0,0 1,-1 0,0 1,0 0,0 1,0 1,-1 0,1 1,-1 0,1 1,-1 1,1 0,0 1,-1 0,1 1,0 0,0 1,0 1,1 0,0 1,-12 6,18-8,0 0,1 0,-1 1,1 0,0 0,0 0,1 1,-1-1,1 1,1 0,-2 1,4-4,0-1,0 0,0 1,0-1,0 0,1 1,-1-1,1 1,-1-1,1 1,0-1,0 1,0-1,1 1,-1-1,0 1,1-1,0 1,-1-1,1 1,0-1,0 0,1 0,-1 1,0-1,1 0,-1 0,1 0,0-1,-1 1,1 0,1 0,8 5,1-2,-1 1,1-1,0-1,1 0,-1-1,0 0,1-1,0-1,0 0,-1 0,1-1,0-1,0 0,0-1,4 1,0 0,0-2,-1 0,1-1,-1-1,1 0,-1-1,-1-1,1 0,-1-1,-1-1,1 0,-2-1,2-2,-11 9,-1 0,0 0,0-1,0 1,0-1,0 0,-1 1,0-1,0 0,0-1,0 1,0 0,-1-1,0 1,0 0,0-1,-1 0,1 1,-1-1,0 1,0-1,-1 1,0-1,1 1,-1-1,-1 0,2 4,-1 0,1 0,-1 1,1-1,-1 0,1 0,-1 1,1-1,-1 1,0-1,0 1,1-1,-1 1,0-1,1 1,-1-1,0 1,0 0,0 0,0-1,1 1,-1 0,0 0,0 0,0 0,0 0,0 0,1 0,-1 0,0 0,0 0,0 1,0-1,1 0,-1 1,0-1,0 0,0 1,1-1,-1 1,0-1,1 1,-1-1,0 1,1 0,-1-1,1 1,-1 0,1-1,-1 1,1 0,0 0,-1 0,-19 45,19-22,0 0,2 0,1 0,0 0,2 0,1-1,0 1,2-1,5 9,2 17,0-1,-1 1,-3 0,-2 0,-2 1,-2 0,-2 28,-2-68,-1 0,0 0,0 0,-1 0,0-1,-1 1,0-1,-1 1,0-1,0 0,-1 0,0-1,0 0,-1 0,0 0,0 0,-7 4,12-10,-1-1,0 0,1 1,-1-1,0 0,0 0,0-1,0 1,0 0,0-1,0 1,0-1,0 1,0-1,0 0,0 0,0 0,0 0,0 0,-1-1,1 1,0-1,0 1,0-1,0 0,1 0,-1 0,0 0,0 0,0 0,1 0,-1 0,0-1,1 1,-1-1,1 1,0-1,-1 0,1 1,0-1,0 0,0 0,0 0,1 0,-1 0,0 0,1 0,-1-1,-6-24,1-1,1 0,2 0,0 0,2 0,1 0,3-14,-3 40,-1-3,1 0,-1-1,1 1,1-1,-1 1,1-1,0 1,0 0,0-1,1 1,0 0,0 0,0 0,1 0,-1 0,1 1,0-1,1 1,-1 0,1 0,0 0,0 0,0 1,0-1,0 1,1 0,0 1,0-1,2 0,19-5,1 2,0 1,0 1,1 1,-1 2,3 0,28-1,71-7,-3 0</inkml:trace>
  <inkml:trace contextRef="#ctx0" brushRef="#br0" timeOffset="40237.929">21845 7367,'-12'5,"1"1,-1 0,1 1,0 0,1 1,-1 0,2 1,-1 0,-7 10,14-17,1 1,-1 1,1-1,0 0,0 1,0-1,0 1,1-1,-1 1,1 0,0 0,0 0,1 0,-1 0,1-1,-1 1,1 0,1 0,-1 0,0 0,1 0,0 0,0 0,0 0,1-1,-1 1,1 0,-1-1,1 1,1-1,-1 0,0 1,1-1,0 0,4 4,0-1,1 1,0-2,0 1,1-1,0 0,0 0,0-1,0-1,1 1,-1-1,1-1,9 2,133 6,-143-9,1-1,-1 0,0 0,1-1,-1 0,1-1,-1 0,0 0,0-1,0 0,0-1,-1 0,1 0,-1-1,5-3,-12 7,1-1,-1 0,0 1,0-1,0 0,0 1,0-1,0 0,-1 0,1 0,0 0,-1 0,0 0,1 0,-1 0,0 0,0 0,0 0,0 0,0 1,-1-1,1 0,-1 0,1 0,-1 0,0 0,1 0,-1 0,0 1,0-1,0 0,-1 1,1-1,0 1,-2-2,-56-43,41 38,0 1,-1 1,0 0,0 1,0 2,-1 0,1 0,-1 2,0 0,1 2,-1 0,0 1,1 1,-17 5,30-7,1 0,-1 0,1 1,-1 0,1 0,0 0,0 1,0 0,0 0,0 0,0 1,1-1,0 1,0 0,0 0,0 1,0-1,1 1,0 0,0-1,0 2,1-1,-1 0,1 0,1 1,-1-1,1 1,-1 4,5-6,-1 1,1 0,1-1,-1 0,1 0,-1 0,1 0,0 0,0-1,1 0,-1 0,1 0,0 0,0-1,0 0,0 0,0 0,0 0,0-1,0 0,1 0,-1 0,1-1,4 0,8 4,0-2,0 0,0-1,0 0,1-2,-1 0,0-1,0-1,0 0,0-2,-1 0,0-1,0 0,0-2,-1 0,1-1,-14 6,0 1,1-1,-1 0,-1-1,1 1,0 0,-1-1,1 0,-1 1,0-1,-1 0,1 0,-1 0,1 0,-1 0,0-1,-1 1,1 0,-1 0,0-1,0 1,0 0,0 0,-1-1,0 1,0 0,0 0,0 0,0 0,-1 0,0 0,0 0,0 0,0 1,-1-1,0 1,1-1,-1 1,0 0,-1 0,1 1,0-1,-1 1,0-1,1 1,-2 0,-4-4,0 1,0 1,0 0,0 0,0 0,-1 2,0-1,0 1,0 0,0 1,0 0,0 1,0 0,0 0,0 1,0 1,0 0,1 0,-1 1,0 0,1 0,0 1,-1 0,2 1,-1 0,0 1,1 0,0 0,-3 3,9-6,0 0,0-1,0 1,1 0,-1 0,0 1,1-1,0 0,0 0,0 1,0-1,1 0,-1 1,1-1,0 1,0-1,0 1,0-1,1 1,-1-1,1 0,0 1,0-1,0 0,1 0,-1 1,1-1,-1 0,1 0,0-1,0 1,1 0,-1-1,0 1,1-1,0 0,-1 0,1 0,2 1,28 18</inkml:trace>
  <inkml:trace contextRef="#ctx0" brushRef="#br0" timeOffset="75071.411">4412 3115,'-23'356,"11"-251,4 0,5 0,11 100,45 233,-35-137,-18 252,11 364,1 105,-14-670,-10 392,22-451,13 2,10 210,-33 681,-6-930,-32 197,7-155,14 1,14 81,13 18,-8-284</inkml:trace>
  <inkml:trace contextRef="#ctx0" brushRef="#br0" timeOffset="78262.827">4466 3436,'-22'-328,"14"243,-3 0,-20-70,-16-25,47 178,1 1,-1-1,1 0,-1 1,1-1,0 1,0-1,-1 1,1-1,0 1,0 0,0-1,1 1,-1 0,0 0,0 0,1 0,-1 0,1 0,-1 0,1 0,-1 1,1-1,-1 1,1-1,-1 1,1-1,0 1,-1 0,1 0,0 0,0 0,-1 0,1 0,0 0,-1 0,1 1,0-1,-1 1,1-1,-1 1,1 0,-1 0,1-1,0 2,14 0,189 7,0-9,66-13,-140 6,-43 2,631-47,-399 14,96 9,746 30,-1156-1,11-1,-1 1,1 1,-1 0,0 1,0 0,1 1,-1 1,-1 1,13 5,47 42,-56-42,-13-8,-1 1,0-1,1 1,-1 1,0-1,-1 1,1 0,0 0,-1 0,0 1,0-1,-1 1,1 0,-1 0,1 3,1 5,-1 1,-1 0,0 1,-1-1,-1 0,0 1,-1-1,-1 1,0 1,0 13,-33 683,0-22,26 515,-5 26,0-373,7 472,7-805,-1 497,-41-117,7-270,29-459,11 86,23 226,-24-224,-27-155,21-105,-1 0,0 0,0 0,0 0,0-1,-1 1,1-1,-1 0,0 0,0 0,0 0,-1 0,1 0,0-1,-1 0,0 0,0 0,1 0,-1 0,0-1,-1 0,1 0,0 0,-2 0,-156 5,-406 60,-67-57,411-11,-275 12,-44-7,465 1,0 3,1 4,0 3,-68 22,105-28,1-1,-1-2,0-2,-1-1,-36-4,45 1,29 2,1 0,-1-1,0 0,1 0,-1 1,1-1,-1-1,0 1,1 0,-1-1,1 1,-1-1,1 0,-1 0,1 0,-1 0,1 0,0 0,0-1,0 1,0-1,0 0,0 1,0-1,0 0,0 0,1 0,-1 0,1-1,0 1,-1 0,1-1,0 1,0-2,-9-158,-5 102,-2 1,-3 1,-2 1,-12-19,-5-16,-18-47,30 75</inkml:trace>
  <inkml:trace contextRef="#ctx0" brushRef="#br0" timeOffset="79784.553">5134 14037,'1'120,"-8"200,-5-262,11-57,1-1,0 1,0-1,-1 0,1 1,0-1,-1 0,1 1,-1-1,1 0,0 1,-1-1,1 0,-1 0,1 0,-1 1,1-1,-1 0,1 0,-1 0,1 0,-1 0,1 0,-1 0,1 0,-1 0,1 0,0 0,-1 0,1 0,-1 0,1-1,-1 1,1 0,-1 0,1 0,-1-1,1 1,0 0,-1-1,1 1,0 0,-1-1,1 1,0 0,-1-1,1 1,0-1,0 1,-1-1,1 1,0-1,0 1,0 0,0-1,0 1,-1-1,-4-11,0 1,0-1,1 0,1 0,0 0,0-1,0-10,1 6,-6-28,2-1,2 1,2-1,3 0,5-44,-4 79,0 0,1-1,0 1,1 0,0 1,1-1,0 1,1 0,0 0,1 0,0 1,5-6,-8 11,0 0,1-1,-1 1,1 1,0-1,0 1,0 0,1 0,-1 1,1-1,0 1,-1 0,1 1,0-1,0 1,0 0,0 1,0 0,0 0,1 0,-1 0,0 1,0 0,4 1,-6-1,0 1,0-1,-1 1,1-1,0 1,-1 0,1 0,-1 0,0 1,1 0,-1-1,-1 1,1 0,0 0,-1 0,1 1,-1-1,0 1,0-1,0 1,-1 0,1-1,-1 1,0 0,0 0,0 0,0 0,-1 1,1 4,-1 1,0 0,-1 0,0 0,-1 0,1-1,-2 1,0-1,0 1,0-1,-2 2,-6 11,-1-1,-1 0,0-1,-2 0,0-1,-1 0,-1-2,-1 0,-7 4,4-6,21-16,0 1,0 0,0 0,0 0,0-1,0 1,0 0,0 0,0-1,0 1,0 0,-1 0,1 0,0 0,0-1,0 1,0 0,0 0,-1 0,1 0,0 0,0-1,0 1,0 0,-1 0,1 0,0 0,0 0,0 0,-1 0,1 0,0 0,0 0,-1 0,1 0,0 0,0 0,0 0,-1 0,1 0,0 0,0 0,0 0,-1 0,1 0,0 0,0 0,14-18,-5 10,0 0,1 1,0 0,1 0,0 1,0 0,0 1,0 0,1 1,0 0,7-1,-14 4,1 0,0 0,0 0,-1 1,1 0,0 0,0 1,0-1,-1 1,1 0,0 1,-1-1,1 1,-1 0,0 1,0-1,1 1,-1 0,-1 0,1 1,-1-1,1 1,-1 0,0 0,3 4,-2 0,0 1,0-1,0 1,-1 0,0 1,-1-1,0 0,-1 1,1 0,-2 0,0 0,0-1,0 1,-2 0,1 0,-1 0,0 0,-1 0,0 0,-1-1,0 1,-1-1,0 0,0 0,-1 0,0-1,0 1,-1-1,0 0,0-1,-1 1,0-1,-1-1,1 1,-1-1,-1-1,1 1,-1-2,-3 3,1-3,1-1,-1 0,1-1,-1 0,0 0,0-1,1-1,-1 0,0 0,0-1,0 0,0-1,1 0,-1-1,1 0,-1-1,1 0,-6-4,15 8,0 0,0 0,0-1,1 1,-1 0,0 0,1-1,-1 1,0 0,1-1,-1 1,0-1,1 1,-1-1,1 1,-1-1,0 1,1-1,0 1,-1-1,1 0,-1 1,1-1,0 0,-1 0,1 1,0-1,0 0,0 1,-1-1,1 0,0 0,0 0,0 1,0-1,0 0,0 0,1 1,-1-1,0 0,0 0,1 1,-1-1,0 0,1 1,-1-1,0 0,1 1,-1-1,1 0,-1 1,1-1,-1 1,1-1,0 1,-1-1,14-5</inkml:trace>
  <inkml:trace contextRef="#ctx0" brushRef="#br0" timeOffset="80100.1">5977 14065,'-18'-4,"0"1,-1 0,1 2,0 0,-1 1,1 1,0 1,-1 0,1 2,0 0,1 1,-1 0,1 2,0 0,0 1,1 0,0 2,1 0,-1 1,6-4,0 1,1-1,0 2,1 0,-1 0,2 0,-1 1,1 0,-2 5,7-11,-1 1,1-1,0 1,0 0,1 0,-1 0,1 0,0 0,1 0,-1 0,1 0,0 0,0 1,0-1,1 0,0 0,0 0,0 0,1 0,0 0,0 0,0-1,1 2,4 3,2-1,-1 1,2-2,-1 1,1-1,0 0,0-1,0 0,1-1,0 0,0-1,1 0,-1-1,1 0,0-1,0 0,0-1,-1 0,13-1,8 2,1-2,-1 0,0-3,0 0,0-2,-1-2,1 0,-1-2,-1-2,0-1,9-5,8-10</inkml:trace>
  <inkml:trace contextRef="#ctx0" brushRef="#br0" timeOffset="80400.545">6404 13944,'-2'16,"-3"14,-4 14,1 10,1 7,0 6,1-1,1-1,2-6,1-11,1-12</inkml:trace>
  <inkml:trace contextRef="#ctx0" brushRef="#br0" timeOffset="80670.915">6324 13904,'9'23,"1"-1,0 0,2 0,0-1,2-1,0 0,1-1,1 0,1-2,0 0,2 0,0-2,0 0,21 11,96 88,-130-109,-1-1,0 1,0 0,0 0,-1 0,1 1,-1 0,0 0,-1 0,0 0,0 0,0 1,-1 0,0-1,0 1,0 0,-1 0,0 0,0 0,-1 0,0 0,0 0,-1 0,0 0,-2 6,-5-2,0-1,-1 0,0 0,-1-1,0 0,0-1,-1 0,0-1,-1 0,0 0,0-1,0-1,0 0,-1-1,0 0,0-1,-2 0,-172 31,144-31</inkml:trace>
  <inkml:trace contextRef="#ctx0" brushRef="#br0" timeOffset="80931.222">7447 13676,'-11'23,"-9"23,-7 23,-6 21,-7 19,-8 15,-6 10,-9 7,-2 2,0-5,10-10,11-17,14-29</inkml:trace>
  <inkml:trace contextRef="#ctx0" brushRef="#br0" timeOffset="81251.683">7540 14265,'18'-14,"1"0,0 2,1 0,0 2,1 0,0 1,0 1,1 1,0 1,1 1,-1 1,1 1,14 0,-31 3,0 1,-1-1,1 1,0 1,-1-1,1 1,-1 0,0 0,1 1,-1-1,0 1,-1 0,1 0,0 1,-1 0,0 0,0 0,0 0,0 0,-1 1,1-1,-1 1,0 0,-1 0,1 1,-1-1,0 0,0 1,-1-1,0 1,0 0,0 2,4 31,-2 0,-1 0,-3 0,-1 0,-1 0,-3-1,-4 16,-1 14,8-41,-6 29,3 0,2 0,3 9,10-10,-3-44</inkml:trace>
  <inkml:trace contextRef="#ctx0" brushRef="#br0" timeOffset="81517.965">7608 14572,'16'-2,"18"-4,20-4,19-8,18-5,15-4,13-1,4-1,-18 5</inkml:trace>
  <inkml:trace contextRef="#ctx0" brushRef="#br0" timeOffset="82517.587">8958 14118,'-24'-1,"1"0,0 2,-1 0,1 2,0 1,0 0,0 2,1 1,0 0,0 2,0 0,-17 12,36-19,0 0,0 0,0 0,0 0,0 1,1-1,0 1,-1-1,1 1,0 0,0 0,0 0,1 1,-1-1,1 0,0 1,0-1,0 0,0 1,0-1,1 1,0 0,-1-1,1 1,1-1,-1 1,0-1,1 1,0-1,0 1,0-1,0 1,0-1,1 0,1 2,9 12,1-1,1-1,1 0,0-1,1-1,0 0,1-1,0-1,11 5,-14-7,38 23,-27-18,-1 0,-1 1,0 2,-1 0,-1 1,0 2,-2 0,17 21,-34-38,1 1,0 0,-1 0,0 0,0 0,0 0,-1 1,1-1,-1 1,0-1,0 1,0-1,-1 1,0-1,0 1,0-1,0 1,-1 0,0-1,0 1,0-1,0 1,-1-1,1 0,-1 0,0 0,-1 0,1 0,-1 0,1 0,-1-1,0 1,-1-1,1 0,-2 1,-2 1,-1 0,0-1,0 0,0-1,-1 1,1-2,-1 1,1-1,-1 0,0-1,0 0,0 0,0-1,0-1,0 1,0-1,0-1,0 1,0-2,1 1,-1-1,1 0,0-1,0 0,0 0,0-1,1 0,-1-1,-2-2,8 6,0 1,1-1,-1 0,0 0,0 0,1 0,0 0,-1 0,1-1,0 1,0 0,0-1,0 1,0-1,1 1,-1-1,1 1,0-1,-1 1,1-1,1 0,-1 1,0-1,0 1,1-1,0 1,-1-1,1 1,0-1,0 1,0 0,1-1,-1 1,0 0,1-1,8-6,-1 0,1 0,1 1,-1 1,2 0,-1 0,1 1,-1 0,2 1,10-3,-14 4,124-46,-75 30,0-3,-1-2,-2-2,15-12,-62 35,-1 0,0-1,0 0,0 0,0-1,-1 1,0-1,-1-1,1 1,-1-1,0 0,-1 0,1-1,-1 1,-4 5,1 0,-1 1,0-1,1 0,-1 1,0-1,0 0,0 0,0 1,-1-1,1 0,0 1,-1-1,1 0,-1 1,1-1,-1 0,0 1,0-1,1 1,-1 0,0-1,-1 1,1 0,0-1,0 1,0 0,-1 0,1 0,-1 0,1 0,-1 0,1 1,-1-1,1 0,-1 1,0-1,1 1,-1-1,0 1,0 0,-74 0,66 3,0 1,0 0,0 1,1 0,0 0,0 1,0 1,1-1,0 1,0 1,0-1,1 1,0 1,1-1,0 1,0 0,1 0,0 1,0 3,1-6,1 0,0 0,1 1,0-1,0 1,1 0,-1 0,2 0,-1 0,1-1,0 1,1 0,0 0,0 0,1 0,0-1,0 1,1-1,0 1,0-1,0 0,1 0,0 0,1-1,0 0,1 3,7 0,0 1,1-2,-1 0,1 0,1-2,0 1,0-2,0 0,0-1,1 0,-1-2,1 0,0 0,0-1,0-1,0-1,6-1,16 0,0-1,-1-2,1-2,-1-1,-1-2,0-1,0-2,-1-2,-1-1,0-1,-1-2,16-14,-39 25,0 0,0-2,-1 1,0-1,-1 0,0-1,0 0,2-5,-8 11,1 0,-1 0,0 0,0 0,0 0,-1 0,1 0,-1-1,-1 1,1-1,-1 1,0 0,0-1,0 1,-1-1,0 1,0 0,0 0,-1-1,0 1,-1-3,1 5,0 0,0 0,0 0,-1 0,1 0,-1 1,1-1,-1 1,0 0,0 0,0 0,0 0,0 0,-1 1,1-1,0 1,-1 0,1 0,-1 0,1 1,-1-1,0 1,1 0,-1 0,-1 0,-89 23,81-17,0 0,0 2,0-1,1 2,0 0,1 0,0 1,0 0,1 1,1 0,-1 1,2 0,0 0,0 1,1 0,-3 9,9-19,-1 1,1 0,0-1,0 1,1 0,-1 0,1 0,0-1,0 1,0 0,0 0,0 0,1 0,0-1,0 1,0 0,0-1,1 1,0-1,-1 1,1-1,0 0,0 1,1-1,-1 0,1 0,0-1,-1 1,1-1,0 1,1-1,-1 0,0 0,1 0,2 1,9 2,0 0,1-1,-1 0,1-1,0-1,0-1,0 0,0-1,0 0,6-2,28 1,-42 1,-1 0,1 1,0 0,0 0,0 1,-1 0,1 0,-1 1,1 0,-1 0,0 1,0 0,-1 0,1 1,-1 0,0 0,0 0,-1 1,1 0,-1 0,0 0,-1 1,0-1,3 6,11 26,-2 1,-1 1,-2 1,-2 0,-2 1,-1 0,-3 0,0 15,2 12,-3-1,-2 1,-4 0,-3 0,-3 0,-3-1,-2-1,-4 0,-3-1,-14 30,25-74,-2 0,0-1,-1 0,-2-1,0-1,-6 7,18-23,0 0,0 0,0 0,0-1,0 1,-1-1,1 1,-1-1,1 0,-1 0,0 0,0 0,0-1,0 1,0-1,-1 0,1 0,0 0,0 0,-1 0,1-1,-1 0,1 1,0-1,-1 0,1-1,-1 1,1-1,0 1,-1-1,1 0,0 0,0-1,0 1,0-1,0 1,0-1,0 0,0 0,0 0,0-2,-9-12,0 0,2-1,0-1,1 1,1-2,1 1,0-1,1 0,1 0,-1-11,5 26,-13-50,3 0,1-1,3-1,3 1,2-1,2-4,1 48,0 0,1 0,0 0,0 0,1 0,1 1,0-1,1 1,0 0,0 0,1 1,1-1,0 1,0 1,1-1,0 1,6-4,14-8,0 1,2 2,0 1,1 1,1 1,15-3,-17 5,79-33,-8 2</inkml:trace>
  <inkml:trace contextRef="#ctx0" brushRef="#br0" timeOffset="83551.073">923 4506,'503'8,"558"-58,594 14,-1571 33,-178-10,58 4</inkml:trace>
  <inkml:trace contextRef="#ctx0" brushRef="#br0" timeOffset="83821.445">3089 4011,'13'16,"21"9,23 6,20 2,14-1,7 0,-6 0,-10 3,-20 6,-28 7,-30 12,-34 9,-35 11,-29 8,-21 2,-17 0,15-15</inkml:trace>
  <inkml:trace contextRef="#ctx0" brushRef="#br0" timeOffset="84304.363">1458 6163,'350'-52,"494"-46,71 33,-745 54,-195 19,2-2</inkml:trace>
  <inkml:trace contextRef="#ctx0" brushRef="#br0" timeOffset="84599.832">2407 5575,'8'12,"1"-1,0 0,1 0,1-1,-1 0,2-1,-1 0,1-1,1 0,-1-1,1 0,3 0,47 21,1-2,1-4,1-2,16 0,77 23,-137-36,0 0,-1 1,-1 2,1 0,5 4,-21-11,-1 0,0 0,1 0,-1 0,-1 1,1-1,0 1,-1 0,0 0,1 1,-2-1,1 0,0 1,-1 0,0 0,0-1,-1 1,1 1,-1-1,0 0,0 0,-1 0,0 0,0 1,0 2,-3 4,0 0,-1 0,0-1,-1 1,0-1,-1 0,0 0,-1-1,0 0,-1 0,0-1,-4 5,-37 36,-2-3,-2-1,-1-3,-61 35,-7 1</inkml:trace>
  <inkml:trace contextRef="#ctx0" brushRef="#br0" timeOffset="84950.415">1271 7313,'676'-42,"515"19,-1093 21,24 0,0 5,12 6,-23 15,-84-11</inkml:trace>
  <inkml:trace contextRef="#ctx0" brushRef="#br0" timeOffset="85263.557">2273 6899,'6'13,"0"0,1-1,1 1,0-2,0 1,1-1,0 0,1-1,1 0,4 3,31 23,1-1,2-3,1-2,2-3,1-1,54 17,-23-7,-77-33,105 57,-107-57,0 0,-1 1,1-1,-1 1,1 0,-2 1,1-1,0 1,-1 0,0 0,0 0,0 0,0 0,-1 1,0-1,0 1,-1-1,1 1,-1 4,-2-2,-1 1,0-1,0 1,-1-1,0 0,-1 0,0 0,0-1,-1 1,1-1,-2 0,1 0,-1-1,0 1,0-1,-1-1,1 1,-1-1,-1 0,1-1,-6 3,-70 45,-2-5</inkml:trace>
  <inkml:trace contextRef="#ctx0" brushRef="#br0" timeOffset="85683.624">1337 8730,'825'-32,"87"-36,-895 67,44-3,-1 3,1 2,0 3,-1 3,7 4,-9 14,-58-24,1-1,-1 1,1-1,-1 0,0 1,0-1,1 1,-1-1,0 1,0-1,1 1,-1-1,0 1,0-1,0 1,0-1,0 1,0-1,0 1,0-1,0 1,0-1,0 1,0 0,0-1,0 1,-1-1,1 1,0-1,0 1,0-1,-1 0,1 1,0-1,-1 1,1-1,0 1,-1-1,1 0,-1 1,1-1,-1 0,1 0,0 1,-1-1,1 0,-1 0,1 0,-1 1,-15 5</inkml:trace>
  <inkml:trace contextRef="#ctx0" brushRef="#br0" timeOffset="85997.862">2421 8316,'10'11,"1"0,0-1,0 0,1 0,1-1,0-1,0 0,0-1,1-1,0 0,0 0,4 0,81 27,0-4,39 4,159 48,-279-75,0 1,0 1,-1 1,0 0,-1 1,4 4,-16-12,0 1,0 0,-1 0,1 1,-1-1,0 1,0 0,0 0,-1-1,1 2,-1-1,0 0,0 0,-1 1,1-1,-1 1,0 0,0-1,0 1,-1 0,0-1,0 1,0 0,0 0,-1-1,0 1,0 2,-4 6,-1 0,0-1,-1 1,0-1,-1-1,0 0,-1 0,0 0,-1-1,0-1,-9 7,-46 36,-1-2,-3-4,-2-3,-15 4,-38 19</inkml:trace>
  <inkml:trace contextRef="#ctx0" brushRef="#br0" timeOffset="86852.51">3490 8730,'23'0,"16"2,13 1,12 0,8-1,5 0,2-1,-7-1,-10 1,-16-1</inkml:trace>
  <inkml:trace contextRef="#ctx0" brushRef="#br0" timeOffset="88156.505">4880 8343,'-25'159,"18"-94,-5 23,-4 0,-3-2,-31 81,37-135,5-24,8-23,8-31,3 1,1 0,18-40,-2 3,40-176,-44 198,-23 60,0 0,0-1,0 1,0 0,0 0,0-1,-1 1,1 0,0 0,0 0,0 0,0 0,0 1,0-1,0 0,0 0,0 0,-1 1,1-1,0 1,0-1,0 0,-1 1,1 0,0-1,0 1,-1-1,1 1,-1 0,1-1,0 1,-1 0,1 0,-1-1,0 1,1 0,-1 0,0 0,1 0,-1 0,15 27,-1 0,-2 0,-1 2,-1-1,0 8,-7-27,110 418,-101-373,-11-43</inkml:trace>
  <inkml:trace contextRef="#ctx0" brushRef="#br0" timeOffset="88419.801">4760 8770,'21'-2,"24"-6,26-7,18-9,13-5,4-4,-4-1,-19 6</inkml:trace>
  <inkml:trace contextRef="#ctx0" brushRef="#br0" timeOffset="89095.832">4786 7073,'2'35,"-1"0,-2 1,-2-1,-1 0,-2 0,-1-1,-2 1,-1-1,-12 25,-2-25,24-34,0 1,-1-1,1 1,0 0,-1-1,1 1,-1-1,1 1,-1-1,1 1,-1-1,0 0,1 1,-1-1,1 1,-1-1,0 0,1 0,-1 1,0-1,0 0,1 0,-1 0,0 0,1 0,-1 0,0 0,1 0,-1 0,0 0,0 0,1-1,-1 1,0 0,1 0,-1-1,0 1,1 0,-1-1,1 1,-1-1,1 1,-1-1,1 1,-1-1,1 1,-1-1,1 1,-1-1,1 0,-11-75,12 65,0-15,1 1,1-1,1 1,2-1,0 1,2 1,0-1,2 2,1-1,1-1,-4 11,1 0,0 0,0 1,1 0,1 1,0 0,1 0,0 1,1 1,0 0,0 1,1 0,1 1,-1 1,1 0,5-1,-16 6,0 1,-1-1,1 1,0 0,0-1,0 2,1-1,-1 0,0 1,0 0,0 0,0 0,0 1,0-1,1 1,-1 0,0 0,0 0,-1 1,1-1,0 1,0 0,-1 0,1 1,-1-1,0 0,1 1,-1 0,-1 0,1 0,0 0,-1 1,1-1,-1 1,0 0,0 2,0 1,-1-1,0 1,0-1,0 1,-1 0,0 0,-1-1,1 1,-1-1,-1 1,1-1,-1 1,0-1,0 1,-1-1,0 0,0 0,-2 2,-4 7,-1-1,0 1,-1-1,-1-1,0 0,-12 9,-44 29,73-49,146-34,-136 30,-1 2,1-1,-1 2,1 0,-1 1,0 0,1 2,6 1,-15-3,0 0,-1 0,1 0,-1 1,0 0,0 0,0 0,0 1,-1-1,1 1,-1 0,0 1,0-1,0 1,0-1,-1 1,0 0,0 1,-1-1,1 0,-1 1,0 0,-1 0,0 0,0 0,-1-1,0 1,0 0,0 0,-1 0,0-1,0 1,-1 0,1-1,-1 1,0-1,-1 0,1 0,-1 1,0-2,0 1,-1 0,1-1,-5 5,-3 2,0 0,-1 0,-1-1,1 0,-2-1,1-1,-7 3,6-4,0 0,0 0,-1-1,0-1,0-1,0 0,0-1,-1 0,1-2,-1 0,0 0,0-2,1 0,-10-1,-17-11</inkml:trace>
  <inkml:trace contextRef="#ctx0" brushRef="#br0" timeOffset="89704.489">4893 5856,'2'-3,"0"-1,-1 1,1 0,-1-1,0 1,0-1,-1 1,1-1,-1 1,0-1,1 0,-2 1,1-1,0 0,-1 1,0-1,1 1,-1-1,-1 1,1 0,0-1,-1 1,0 0,0 0,0 0,0 0,0 0,0 0,-1 1,0-1,1 1,-1-1,0 1,0 0,0 0,0 1,-3-2,-2-1,0 0,-1 1,1 0,-1 0,1 1,-1 0,0 1,0 0,0 0,0 1,0 0,0 0,0 1,-8 2,12-2,0 1,0 0,0 0,0 0,0 0,0 1,1 0,-1 0,1 0,0 1,0-1,0 1,1 0,-1 0,1 0,0 1,0-1,0 1,1 0,-1 0,1 0,0 0,1 0,-1 0,1 0,0 1,1-1,-1 0,1 1,0-1,0 1,0-1,1 0,0 1,0-1,1 0,-1 0,1 1,2 1,0 1,1-1,0 0,0 0,0 0,1-1,0 0,0 0,1 0,0-1,0 0,0 0,0-1,1 1,-1-2,1 1,6 0,3 3,1-2,0-1,1 0,-1-1,1-1,-1-1,15-1,-7-2,0-1,0-1,0-1,0-2,-1 0,0-2,0-1,-1 0,7-7,41-24</inkml:trace>
  <inkml:trace contextRef="#ctx0" brushRef="#br0" timeOffset="90283.149">4707 4105,'2'0,"1"4,0 7,-1 7,-1 11,1 11,-2 10,2 9,1 2,3 1,1-6,3-8,1-12,0-13</inkml:trace>
  <inkml:trace contextRef="#ctx0" brushRef="#br0" timeOffset="90565.471">4640 3984,'18'21,"20"15,19 11,18 9,12 4,5 5,-1 3,-10 4,-17-1,-18-4,-25-5,-26-3,-27-4,-26-6,-23-6,-21-6,-18-5,11-7</inkml:trace>
  <inkml:trace contextRef="#ctx0" brushRef="#br0" timeOffset="91895.215">5080 5588,'5'-4,"-3"-7,-7-3,-9 1,-11 2,-13 3,-9 8,-8 13,-2 15,3 17,6 14,10-3</inkml:trace>
  <inkml:trace contextRef="#ctx0" brushRef="#br0" timeOffset="104165.159">7540 3422,'1'-3,"0"0,0 0,0 0,-1 0,1-1,-1 1,0 0,0 0,0-1,0 1,0 0,-1 0,0-1,0 1,0 0,0 0,0 0,0 0,-1 0,1 0,-1 0,0 1,0-1,0 1,0-1,-1 1,1 0,0-1,-1 1,0 1,0-1,1 0,-1 1,0-1,0 1,0 0,0 0,-1 0,-5 2,1 1,-1 0,1 0,-1 1,1 0,0 0,0 1,0 0,0 0,1 1,0 0,0 0,0 1,0 0,1 0,0 1,1 0,-1 0,1 0,-3 6,1-3,0 0,0 1,1 0,0 0,1 1,0 0,1-1,0 2,1-1,1 0,-2 9,4-19,0 0,0 0,0 0,0 0,0 0,0 0,1 0,-1 0,1 0,-1 0,1 0,0 0,0 0,0 0,0-1,0 1,0 0,0-1,0 1,1-1,-1 1,1-1,-1 1,1-1,0 0,-1 0,1 0,0 0,0 0,0 0,0-1,0 1,0 0,0-1,0 0,0 1,0-1,6 0,-1 1,0-2,0 1,0-1,0 0,0 0,0-1,-1 0,1 0,3-3,6-3,-1 0,0-2,-1 0,0 0,-1-1,0-1,0-1,-2 1,1-2,-2 0,0 0,0-1,-1 0,3-9,-2 11,-9 31,-32 550,31-537,-2 0,-1-1,-2 1,-1-1,-1 0,-1-1,-2 0,-1 0,-14 25,24-50,-1 0,0 0,0-1,0 1,-1 0,1-1,-1 0,0 1,0-1,0 0,-1-1,1 1,-1 0,1-1,-1 0,0 0,0 0,0 0,0-1,0 1,0-1,0 0,0 0,-1-1,1 1,0-1,-1 0,1 0,0-1,-1 1,-4-7,0 0,1 0,0 0,0-1,0-1,1 1,1-1,-1 0,1-1,1 0,0 1,0-2,1 1,0 0,1-1,0 0,1 0,0-4,-2 4,0 1,1-1,0 0,1 0,0 0,1 0,1-1,-1 1,2 0,-1 0,2 0,-1-1,2 1,-1 0,2 1,-1-1,1 1,1-1,0 1,0 0,1 1,3-4,4 1,1 1,0 1,1 0,0 1,1 1,0 0,0 1,0 0,3 1,36-14</inkml:trace>
  <inkml:trace contextRef="#ctx0" brushRef="#br0" timeOffset="108916.011">8289 3222,'50'19,"-2"-10,1-2,-1-1,1-3,1-3,33-3,-56 2,340-13,274 1,1239 13,-1424-11,408 6,96 22,-103-4,132-14,-404-24,-307 11,-274 14,-1 0,0 0,1 0,-1-1,0 1,0-1,1 0,-1 0,0 0,0 0,0-1,0 1,0-1,0 0,-1 0,1 0,0 0,-1 0,0 0,1-1,-1 1,0-1,0 1,0-1,-1 0,1 0,-1 0,0 0,1 0,-1 0,-1-1,2-2,58-269,-25 133,-29 154,1 175,-3-57,17 103,-19-215,-2-10,1 0,1-1,-1 1,1 0,0 0,1-1,0 1,0-1,3 5,-5-12,-1 1,0 0,1-1,-1 1,1-1,0 1,-1-1,1 1,-1-1,1 0,0 1,-1-1,1 0,0 1,-1-1,1 0,0 0,0 0,-1 0,1 1,0-1,0 0,-1 0,1 0,0-1,-1 1,1 0,0 0,0 0,-1 0,1-1,0 1,-1 0,1-1,0 1,-1 0,1-1,-1 1,1-1,0 1,-1-1,1 1,-1-1,0 0,1 1,-1-1,1 0,-1 1,0-1,24-37,-23 36,86-229,-73 186,49-150,-54 177,-9 18,-1 0,1 0,0 0,0 1,0-1,0 0,-1 0,1 1,0-1,0 0,0 0,0 1,0-1,0 0,0 0,0 1,0-1,0 0,0 1,0-1,0 0,0 0,0 1,0-1,0 0,0 1,0-1,0 0,0 0,1 1,-1-1,0 0,0 0,0 1,0-1,1 0,-1 0,0 0,0 1,0-1,1 0,-1 0,0 0,0 0,1 0,-1 0,0 1,0-1,1 0,-1 0,0 0,1 0,-1 0,0 0,0 0,1 0,-1 0,0 0,1 0,-1 0,0 0,1-1,-12 147,6-109,1-1,2 1,2-1,1 1,2-1,1 1,3 3,26 32,-32-70,0-1,0 1,0-1,0 1,0-1,0 1,1-1,-1 0,0 0,1 0,-1 0,1 0,0 0,-1 0,1 0,0 0,-1-1,1 1,0-1,0 1,0-1,0 0,-1 1,1-1,0 0,0 0,0-1,0 1,0 0,-1-1,1 1,0-1,0 1,0-1,-1 0,1 0,-1 0,1 0,0 0,0 0,4-6,0-1,-1 1,1-1,-1 0,-1 0,0 0,0-1,0 0,-1 0,-1 1,1-2,-2 1,2-5,4-29,-1-2,-3 1,-1 0,-2-1,-2-2,-4 15,18 43,-1-7,1 0,1-1,-1 0,0-1,1-1,-1 0,11 0,-4 0,228 4,12-11,-36 0,1738 4,-1149 2,-403 26,-202-11,-39-15,-166 0,-1 0,0 0,1 0,-1 0,0 0,0 0,1 1,-1-1,0 0,0 1,1-1,-1 1,0 0,0-1,0 1,0 0,0 0,0-1,0 1,0 0,0 0,-1 0,1 0,0 0,0 0,-1 1,1-1,-1 0,1 0,-1 0,1 1,-1-1,0 0,0 0,0 1,1-1,-1 0,-11 52,6-33,-4 27,2 1,1 1,3-1,3 1,1-1,6 38,7 98,-10 144,-5-213,-10 270,22-26,-8-304,2 0,3 0,10 35,7 54,-15 92,-10-168,2-1,10 62,58 293,-20-221,-44-164,-1-1,-2 1,-2 0,-1 0,-2 3,0 29,-1 4,-4 0,-12 47,1-3,12 102,8-205,-3-37,-6-5</inkml:trace>
  <inkml:trace contextRef="#ctx0" brushRef="#br0" timeOffset="112771.028">7501 4974,'11'9,"4"3</inkml:trace>
  <inkml:trace contextRef="#ctx0" brushRef="#br0" timeOffset="113019.631">7501 5508,'0'14,"0"4</inkml:trace>
  <inkml:trace contextRef="#ctx0" brushRef="#br0" timeOffset="113218.098">7487 5936,'-5'16,"-1"7,0 3,2-4</inkml:trace>
  <inkml:trace contextRef="#ctx0" brushRef="#br0" timeOffset="113449.85">7473 6350,'16'7,"10"2,5-2,-3-3</inkml:trace>
  <inkml:trace contextRef="#ctx0" brushRef="#br0" timeOffset="114617.663">7514 8088,'-2'-6,"0"-1,0 1,-1 0,1 0,-1 0,-1 0,1 1,-1-1,0 1,0 0,-1 0,1 0,-1 0,0 1,0 0,-1 0,1 1,-1-1,0 1,0 0,0 1,0-1,-1 1,1 0,-1 1,1 0,-1 0,1 0,-1 1,0 0,1 0,-1 1,0-1,1 1,-2 1,-2 1,0 0,1 1,-1 0,1 0,0 1,0 0,1 1,-1-1,1 2,1-1,-1 1,1 0,0 1,1 0,0 0,0 0,1 1,-1 0,2 0,0 0,0 1,0-1,1 1,1 0,0 0,0 0,0 6,2-11,1-1,-1 1,1 0,0-1,0 1,0-1,0 0,1 1,0-1,0 0,0 0,0 0,1 0,-1 0,1-1,0 1,0-1,1 1,-1-1,1 0,-1-1,1 1,0-1,0 1,0-1,0 0,1-1,-1 1,0-1,1 0,-1 0,1 0,0 0,-1-1,1 0,-1 0,1 0,0-1,-1 1,1-1,-1 0,1 0,-1-1,4-1,7-6,1-2,-2 0,1 0,-1-1,-1-1,-1 0,1-1,-2 0,0-1,-1 0,0-1,-2 0,0-1,0 0,-2 0,1-2,-2 9,-9 22,0 3,-1 8,1 0,0 0,2 0,1 0,1 0,2 12,-2-30,1-1,0 1,0 0,0 0,1-1,-1 1,1-1,0 1,1-1,-1 0,1 0,-1 0,1 0,0 0,1-1,-1 1,1-1,-1 0,1 0,0 0,0 0,1-1,-1 0,0 0,1 0,-1 0,1-1,0 1,-1-1,1-1,1 1,10 1,0-2,0 0,1-1,-1 0,0-1,9-3,37-8</inkml:trace>
  <inkml:trace contextRef="#ctx0" brushRef="#br0" timeOffset="117849.508">8156 7995,'32'10,"72"-6,0-5,63-11,7 1,119 6,-283 5,1 0,-1-1,0 0,1-1,-1 0,0 0,0-1,0-1,0 0,3-2,-10 3,0 0,-1 0,0-1,0 1,0-1,0 1,-1-1,1 0,-1 0,0 1,0-1,0 0,-1 0,1 0,-1 0,0-2,3-13,74-243,-53 202,-24 60,0 0,0 0,0 1,0-1,0 0,1 1,-1-1,0 0,0 0,0 1,1-1,-1 0,0 0,0 0,0 1,1-1,-1 0,0 0,1 0,-1 0,0 1,0-1,1 0,-1 0,0 0,1 0,-1 0,0 0,0 0,1 0,-1 0,0 0,1 0,-1 0,0 0,1 0,-1 0,0 0,0-1,1 1,-1 0,0 0,1 0,-1 0,0 0,0-1,1 1,-1 0,0 0,0-1,0 1,1 0,-1 0,0-1,0 1,0 0,0 0,0-1,0 1,1 0,-1-1,0 1,0 0,0-1,0 1,0 0,0 0,0-1,4 27,2 53,-2-2,3-1,3-1,4 0,17 51,-29-116,1 0,1 0,0 0,0 0,0-1,1 0,1 0,0 0,0 0,1-1,-1 0,2 0,0-1,-7-6,0 0,0-1,1 1,-1-1,0 1,0-1,1 0,-1 1,0-1,1 0,-1 0,0 0,1 0,-1 0,0 0,1 0,-1-1,0 1,1 0,-1-1,0 1,0-1,0 0,1 1,-1-1,0 0,0 1,0-1,0 0,0 0,0 0,0 0,-1 0,1 0,0 0,0 0,-1-1,1 0,24-53,-22 47,10-27,11-35,4 2,27-48,-18 65,-37 51,1-1,0 1,0 0,0 0,0-1,-1 1,1 0,0 0,0 0,0 0,0 0,0 0,-1 0,1 0,0 0,0 0,0 1,0-1,0 0,-1 1,1-1,0 0,0 1,-1-1,1 1,0-1,-1 1,1 0,0-1,-1 1,1 0,-1-1,1 1,-1 0,1 0,-1-1,0 1,1 0,-1 0,0 0,0-1,1 1,-1 0,0 0,0 0,0 0,0 0,0 0,0-1,0 1,-1 0,1 0,0 0,0 0,-1-1,1 1,0 0,-1 0,1 0,-1-1,-8 120,5-95,1-1,1 1,2 0,0 0,2 2,-2-23,1 0,-1 0,1-1,0 1,0 0,0-1,1 1,-1-1,1 1,0-1,0 0,0 0,0 0,0 0,1 0,-1 0,1 0,0-1,0 0,0 1,0-1,0 0,1 0,-1-1,1 1,-1-1,1 0,-1 0,1 0,0 0,0 0,-1-1,1 0,0 0,0 0,-1 0,1 0,0-1,0 0,-1 0,1 0,0 0,1-1,4-3,-1-1,0 0,0 0,0-1,0 0,-1 0,-1-1,1 0,-1 0,0 0,-1-1,0 0,0 0,-1 0,0-1,-1 0,0 1,-1-2,22-44,-24 53,1 1,-1-1,1 0,0 1,0-1,0 1,0-1,0 1,0-1,0 1,0 0,1-1,-1 1,0 0,1 0,-1 0,1 0,-1 0,1 0,0 0,-1 1,1-1,0 1,0-1,-1 1,1 0,0-1,0 1,-1 0,1 0,0 0,0 1,0-1,-1 0,1 1,0-1,0 1,-1-1,1 1,0 0,-1 0,1 0,-1 0,1 0,-1 0,2 1,8 6,0 0,1-1,0-1,0 0,0 0,1-1,0-1,0 0,8 1,43 2,0-2,49-4,-19 0,754 21,-596-23,-251 1,0 0,1 0,-1 0,0 0,0 0,1 0,-1-1,0 1,0 0,1-1,-1 1,0-1,0 0,0 1,0-1,0 0,0 0,0 1,0-1,0 0,0 0,-1 0,1 0,0 0,0 0,-1 0,1-1,-1 1,1 0,-1 0,1 0,-1-1,0 1,0 0,0 0,0-1,0 1,0 0,0 0,0-1,0 1,0 0,-1 0,1-1,0 1,-1 0,1 0,-1 0,1 0,-1-1,0 1,-113-554,109 534,9 25,0 0,1-1,-1 1,1-1,0 0,0-1,0 1,0-1,1 0,-1 0,0 0,1-1,0 0,-1 0,1 0,0-1,-1 0,1 0,0 0,-1-1,1 0,-1 0,1 0,3-2,-6 3,263-34,950 16,-835 20,1266-2,-1603-2,-43 2,-1 0,1 0,0 0,0 0,-1 0,1 0,0 1,-1-1,1 0,0 0,0 1,-1-1,1 0,-1 1,1-1,0 1,-1-1,1 1,-1-1,1 1,-1-1,1 1,-1-1,1 1,-1 0,0-1,1 1,-1 0,0-1,0 1,1 0,-1-1,0 1,0 0,0 0,0-1,0 1,0 0,0 0,0-1,0 1,0 0,0 0,-1-1,1 1,0 0,-1-1,1 3,-6 76,-2-35</inkml:trace>
  <inkml:trace contextRef="#ctx0" brushRef="#br0" timeOffset="119414.563">10401 4586,'-2'80,"2"-79,1-1,0 1,-1-1,1 1,0 0,0-1,-1 1,1-1,0 0,0 1,0-1,0 0,-1 1,1-1,0 0,0 0,0 0,0 1,0-1,0 0,0-1,0 1,0 0,-1 0,1 0,0 0,0-1,0 1,0 0,0-1,-1 1,1-1,0 1,0-1,0 1,-1-1,1 1,0-1,-1 0,1 0,-1 1,1-1,-1 0,1 0,-1 1,1-1,-1 0,0 0,0 0,1 0,-1 0,0 0,0 0,0 1,0-1,0 0,2-4,0 0,-1 1,1-1,-1 0,-1 0,1 0,0 0,-1 0,0 0,0 0,-1 0,0 0,1 0,-2 1,1-1,0 0,-2-1,2 3,0 1,0-1,0 1,0-1,-1 1,1 0,-1 0,1 0,-1 0,0 0,0 0,0 0,0 1,0-1,0 1,0-1,-1 1,1 0,0 0,-1 0,1 0,-1 0,0 1,1-1,-1 1,1-1,-1 1,0 0,1 0,-1 0,0 1,1-1,-2 1,0 0,0 1,0 0,1 0,-1 0,0 1,1-1,0 1,-1 0,1 0,0 0,0 0,1 0,-1 1,1-1,0 1,-1 0,2 0,-1 0,0 0,1 0,0 0,0 0,0 0,-6 23</inkml:trace>
  <inkml:trace contextRef="#ctx0" brushRef="#br0" timeOffset="119728.009">10334 5414,'73'-38,"-71"37,0-1,0 0,0 0,0 0,0 0,0-1,-1 1,1 0,-1-1,1 1,-1-1,0 0,0 1,0-1,0 0,-1 1,1-1,-1 0,1 0,-1 0,0 0,0 1,0-1,-1 0,1 0,-1 0,0 0,0 0,-1-1,0 1,0 0,0 0,-1 0,1 0,-1 1,0-1,0 1,1-1,-2 1,1 0,0 0,0 0,-1 1,1-1,-1 1,1 0,-1 0,1 0,-1 0,0 1,0-1,1 1,-1 0,0 0,0 0,1 1,-1-1,0 1,1 0,-1 0,1 0,-1 1,1-1,-1 1,1 0,0 0,0 0,0 0,0 0,0 1,0-1,0 2,0 2,0 0,1 0,0 1,1-1,0 0,-1 1,2-1,-1 1,1-1,0 1,0-1,1 1,0-1,0 0,1 1,0-1,0 0,0 0,0 0,1 0,0 0,1-1,-1 1,1-1,0 0,0 0,1 0,-1-1,3 2,15 16</inkml:trace>
  <inkml:trace contextRef="#ctx0" brushRef="#br0" timeOffset="120208.373">10361 5949,'2'0,"0"0,0 0,-1 0,1 0,0 0,0 1,-1-1,1 1,-1-1,1 1,0 0,-1-1,1 1,-1 0,1 0,-1 0,0 0,1 1,-1-1,0 0,0 0,0 1,0-1,0 1,0-1,0 1,0-1,-1 1,1-1,-1 1,1 0,-1-1,1 1,-1 0,0 0,0 0,0 1,1-1,-1 1,1 0,0-1,0 1,0-1,0 1,0-1,1 1,-1-1,1 0,-1 1,1-1,0 0,0 0,0 0,0-1,0 1,1 0,-1-1,0 0,1 1,-1-1,1 0,-1 0,1 0,0-1,-1 1,1 0,0-1,0 0,1 0,-2-1,0 0,-1 0,1 0,0-1,-1 1,1 0,-1-1,1 0,-1 1,1-1,-1 0,0 0,0 1,0-1,0 0,0 0,-1 0,1 0,-1-1,1 1,-1 0,0 0,1 0,-1 0,0 0,-1 0,1-1,0 1,0 0,-1 0,0 0,1 0,-1 0,0 0,0 0,0 0,0 0,0 1,0-1,-1 0,1 0,-1 0,-1-2,0-1,-1 1,1 0,-1 0,0 1,0-1,0 1,0 0,0 0,-1 0,0 0,1 1,-1 0,0 0,0 0,0 1,0-1,-1 1,1 0,0 1,0-1,-1 1,-2 1,6-1,1 1,0 0,0-1,0 1,0 0,-1 0,1 0,1 0,-1 0,0 1,0-1,0 0,0 0,1 0,-1 1,1-1,-1 0,1 1,-1-1,1 1,0-1,0 0,-1 1,1-1,0 1,0-1,1 1,-1-1,0 0,0 1,1-1,-1 1,1-1,-1 0,1 1,-1-1,1 0,0 0,0 0,0 1,-1-1,1 0,0 0,0 0,1 0,-1 0,0-1,0 1,0 0,1 0,12 10</inkml:trace>
  <inkml:trace contextRef="#ctx0" brushRef="#br0" timeOffset="120722.014">10348 6524,'0'2,"-1"1,1-1,0 1,-1 0,1-1,0 1,1-1,-1 1,0 0,1-1,-1 1,1-1,0 1,0-1,0 1,0-1,0 0,1 0,-1 1,1-1,-1 0,1 0,0 0,0-1,0 1,0 0,0-1,0 1,0-1,0 0,1 0,-1 0,1 0,-1 0,1 0,-1 0,1-1,-1 0,1 1,-1-1,1 0,0 0,-1 0,1-1,1 1,-1-1,1 0,-1-1,0 1,1 0,-1-1,0 0,0 0,0 0,0 0,-1-1,1 1,0-1,-1 1,0-1,1 0,-1 0,-1 0,1 0,0-1,-1 1,1 0,-1-1,0 1,0-1,0 1,-1-1,1-2,-1 5,-1 0,1 0,0 0,-1 0,1-1,-1 1,1 0,-1 0,1 0,-1 0,0 1,0-1,1 0,-1 0,0 0,0 0,0 1,0-1,0 0,0 1,0-1,0 1,0-1,0 1,0 0,0-1,-1 1,1 0,0 0,0 0,0 0,0 0,-1 0,1 0,0 0,-1 0,-45 10,-38 25,44-14</inkml:trace>
  <inkml:trace contextRef="#ctx0" brushRef="#br1" timeOffset="138706.388">6926 3049,'-8'2,"0"1,1 1,0 0,0 0,0 0,0 1,1 0,0 0,0 1,0-1,0 1,1 1,0-1,0 1,1 0,0 0,0 0,1 0,0 1,-1 1,-21 52,2 1,4 1,2 1,2 0,4 1,0 30,-35 560,31-341,-120 966,92-916,15 2,18 257,88 481,-55-837,-11-128,3 66,9 0,49 192,-60-348,1-1,3 0,2-1,2 0,14 19,-24-48,1 0,0 0,1-1,1 0,1-1,1-1,0-1,0 0,2-1,0 0,0-2,1 0,20 8,-20-12,0 0,1-2,-1 0,2-1,-1-1,0-1,0-1,1 0,-1-2,0 0,1-1,-1-2,2 0,37-12</inkml:trace>
  <inkml:trace contextRef="#ctx0" brushRef="#br1" timeOffset="139142.493">7888 9292,'32'-85,"-4"-1,-4-2,-1-10,-22 92,52-255,-11-3,-1-146,1-544,-37 754,13-1464,-26 1239,-18 2,-46-198,59 525,-5 1,-3 0,-5 1,-4 2,-38-80,57 150,-1 0,-2 1,1 1,-2 0,-1 1,0 0,-12-8,21 20,-1 0,0 1,0 0,-1 1,0-1,0 2,0-1,0 1,-1 1,1 0,-1 0,0 1,0 0,0 1,0 0,0 0,-1 1,1 0,-6 2,-6 4,-1 1,1 1,0 1,1 1,0 1,1 1,0 0,1 2,0 0,1 1,1 1,0 1,-4 7,4-5,0 1,2 1,1 0,0 1,-1 6,-4 10</inkml:trace>
  <inkml:trace contextRef="#ctx0" brushRef="#br1" timeOffset="140179.457">7915 9238,'0'16,"-5"17,-5 18,-11 16,-11 16,-15 11,-17 11,-14 7,-11 4,-4-6,6-11,12-18,17-21,18-21</inkml:trace>
  <inkml:trace contextRef="#ctx0" brushRef="#br1" timeOffset="140677.188">7273 10268,'138'130,"24"43,-13-12,35 20,28-10,8-10,6-9,91 39,-135-81,264 175,192 174,-456-317,44 35,114 63,-264-193,2-3,2-3,1-3,2-5,2-3,66 14,-57-26,-81-19,-26-5,8 4,-19-10,-1-1</inkml:trace>
  <inkml:trace contextRef="#ctx0" brushRef="#br1" timeOffset="141743.283">9666 12099,'12'33,"1"-1,1 0,2-1,11 16,4 10,-22-42,3 5,-1 1,-1 0,0 1,-2 0,0 1,-2-1,0 1,-1 5,-5-27,1 0,-1 0,0 0,1 0,-1 0,0 0,0 0,0-1,0 1,0 0,0 0,0 0,0 0,0 0,0 0,0 0,-1 0,1 0,0 0,-1 0,1 0,0 0,-1 0,0-1,1 1,-1 0,1 0,-1-1,0 1,1 0,-1-1,0 1,0-1,0 1,0-1,1 1,-1-1,0 1,0-1,0 0,0 0,0 1,0-1,0 0,0 0,0 0,0 0,0 0,0 0,0 0,0-1,0 1,0 0,0 0,1-1,-1 1,0 0,0-1,0 1,0-1,0 0,1 1,-1-1,0 0,1 1,-1-1,0 0,-8-9,0-1,1 0,0-1,1 0,0 0,0-1,2 0,0 0,0 0,1-1,1 1,0-1,0-3,2 11,-27-118,11 39,-4 1,-10-17,30 100,1 0,-1 0,0 1,1-1,-1 0,1 1,0-1,-1 0,1 1,-1-1,1 0,0 0,0 0,-1 1,1-1,0 0,0 0,0 0,0 1,0-1,0 0,0 0,0 0,0 0,1 1,-1-1,0 0,0 0,1 1,-1-1,0 0,1 0,-1 1,1-1,-1 0,1 1,-1-1,1 1,0-1,-1 0,1 1,0 0,-1-1,1 1,0-1,-1 1,1 0,0-1,0 1,0 0,0 0,112 13,208 35,-238-30,-82-18,0 0,0 0,0 0,0 1,0-1,0 0,0 1,-1-1,1 0,0 1,0-1,0 1,0 0,-1-1,1 1,0 0,0-1,-1 1,1 0,-1 0,1 0,-1-1,1 1,-1 0,1 0,-1 0,0 0,1 0,-1 0,0 0,0 0,0 0,0 0,0 0,0 0,0 0,0 0,0 0,0 0,-1 0,1 0,0 0,-1 0,1-1,-1 1,1 0,-1 1,-37 39,30-34,-66 60,37-36,1 0,2 3,1 1,1 1,2 2,2 1,-10 20,17-4,12-10</inkml:trace>
  <inkml:trace contextRef="#ctx0" brushRef="#br1" timeOffset="142654.867">12259 13490,'-2'20,"-3"19,-1 15,-1 11,0 5,1 0,0-5,1-7,0-13</inkml:trace>
  <inkml:trace contextRef="#ctx0" brushRef="#br1" timeOffset="142910.292">12179 13181,'-13'-9,"-8"-2,-1 1,2 6,5 11,9 10,13 11,14 11,11 7,-1-4</inkml:trace>
  <inkml:trace contextRef="#ctx0" brushRef="#br1" timeOffset="143187.822">12394 13957,'13'1,"0"-1,0-1,0 0,0-1,0-1,-1 0,1 0,-1-1,1-1,-1 0,-1-1,1 0,-1-1,0 0,0 0,1-3,-5 4,0 0,0-1,-1 1,0-1,-1 0,1-1,-1 1,-1-1,1 0,1-5,-5 10,1 0,-1-1,0 1,0-1,-1 1,1-1,-1 1,1-1,-1 0,0 1,0-1,-1 1,1-1,-1 0,0 1,0-1,0 1,0 0,-1-1,1 1,-1 0,0 0,0 0,0 0,0 0,0 0,-2 0,0 0,0 0,0 0,-1 1,1 0,-1 0,0 0,1 0,-1 1,0 0,0 0,0 0,0 0,0 1,0 0,0 0,0 1,0-1,0 1,0 0,0 0,0 1,0-1,1 1,-1 0,1 0,-1 1,1-1,0 1,0 0,0 0,0 1,1-1,-1 1,1 0,0 0,0 0,0 0,0 0,-1 4,-2 1,0 1,0-1,0 1,2 1,-1-1,1 1,1 0,0 0,0 0,1 0,0 0,1 0,1 1,-1-1,2 1,0-1,0 0,1 0,0 1,2 1,-1-8,1 0,-1 0,1 0,0-1,0 1,1-1,-1 0,1 0,0-1,0 1,0-1,1-1,-1 1,1 0,-1-1,1 0,0-1,0 1,0-1,5 0,37 7</inkml:trace>
  <inkml:trace contextRef="#ctx0" brushRef="#br1" timeOffset="143627.318">13115 13649,'-12'-3,"0"0,0 0,0 1,0 1,0 0,-1 1,1 0,0 1,0 0,-1 1,1 0,0 1,1 0,-1 1,0 0,1 1,0 1,-7 4,14-9,1 1,0 0,0 0,0 0,1 0,-1 1,0-1,1 0,-1 1,1 0,0 0,0 0,0 0,0 0,1 0,-1 0,1 1,0-1,0 0,0 1,0-1,1 1,-1-1,1 1,0 0,0-1,0 1,0-1,1 1,0-1,-1 1,1-1,0 1,1-1,-1 0,1 1,7 6,0 0,0-1,1 0,0-1,1 0,0 0,0-1,1-1,0 0,0 0,1-1,5 1,6 4,17 7,-20-9,0 1,-1 1,0 0,0 2,-1 0,0 2,-18-14,0 1,1 0,-1 0,0 0,0 0,0 0,1 0,-1 0,0 0,-1 0,1 1,0-1,0 0,0 0,-1 1,1-1,0 1,-1-1,0 1,1-1,-1 1,0-1,0 1,1-1,-1 1,0-1,-1 1,1-1,0 1,0-1,-1 1,1-1,-1 1,1-1,-1 1,0-1,1 0,-1 1,0-1,0 0,0 0,0 0,0 0,-1 1,-9 5,1 0,-1-1,-1-1,1 0,-1-1,0 0,0 0,-1-1,1-1,-1 0,-6 0,17-1,-1 0,1-1,-1 1,1 0,-1-1,0 1,1-1,-1 0,0 0,1 0,-1 0,0-1,1 1,-1-1,1 1,-1-1,1 0,-1 0,1 0,-1 0,1 0,0-1,0 1,-1-1,1 0,0 1,1-1,-1 0,0 0,0 0,1-1,-1 1,1 0,0 0,0-1,0 1,0-1,0 1,0-1,0 1,1-1,0 0,-1 1,1-1,0 0,0 0,5-12,0 1,1-1,1 1,0 1,0 0,1 0,1 0,1 1,-1 0,8-5,-15 14,18-21,2 1,0 1,1 1,2 0,0 2,1 1,0 2,2 0,9-3,-36 18,1-1,0 1,0 0,0 0,0-1,0 1,0 0,0 1,0-1,0 0,0 1,1-1,-1 1,0 0,0 0,1-1,-1 2,0-1,1 0,-1 0,0 1,0-1,0 1,1 0,-1-1,0 1,0 0,0 0,0 1,0-1,-1 0,1 1,0-1,0 1,-1-1,1 1,-1 0,0 0,1-1,-1 1,0 0,1 2,1 15,0 0,-1-1,-1 1,-1 0,-1 0,0 2,-1 53,24 19,-21-90,0-1,1 1,-1-1,1 1,0-1,-1 1,1-1,0 0,1 0,-1 0,0 0,0 0,1-1,-1 1,1-1,0 0,-1 1,1-1,0 0,0 0,0-1,0 1,-1-1,1 1,0-1,0 0,0 0,0 0,0-1,1 1,19-6</inkml:trace>
  <inkml:trace contextRef="#ctx0" brushRef="#br1" timeOffset="143875.349">13543 13181,'-16'-11,"-10"-4,-2 5,3 11,6 13,10 10,12 8,6-1</inkml:trace>
  <inkml:trace contextRef="#ctx0" brushRef="#br1" timeOffset="145632.843">13637 14050,'14'-27,"-2"-2,0 0,-2 0,-2-1,0 0,-2-1,-1 0,-2 1,0-1,-3-1,-1-17,1 42,0 1,-1 0,0 0,0 0,0 0,-1 0,0 0,0 0,0 1,-1-1,0 1,0-1,-1 1,4 4,-1 1,0-1,0 1,1 0,-1-1,0 1,0 0,0-1,1 1,-1 0,0 0,0 0,0 0,0 0,0 0,1 0,-1 0,0 0,0 1,0-1,0 0,1 0,-1 1,0-1,0 0,0 1,1-1,-1 1,0-1,1 1,-1 0,0-1,1 1,-1-1,1 1,-1 0,1 0,-1-1,1 1,0 0,-1 0,1-1,0 1,0 0,-1 0,1 0,0 0,0 0,0-1,0 1,0 0,0 0,0 0,0 0,1-1,-1 1,0 0,0 0,1 0,-1 0,1-1,-1 1,0 0,1-1,0 1,-1 0,1-1,0 1,2 3,1 0,0 0,0-1,1 1,-1-1,1 0,-1-1,1 1,0-1,0 0,0 0,0 0,0-1,1 0,-1 0,0 0,1 0,-1-1,0 0,4-1,-7 2,225 4,-224-5,0 1,0-1,0 0,0 1,0 0,0 0,-1 0,1 0,0 0,0 0,-1 1,1-1,-1 1,1 0,-1 0,1 0,-1 0,0 0,0 0,0 1,0-1,-1 1,1-1,-1 1,1 0,-1-1,0 1,0 0,0 0,-1 0,1 0,-1 0,1 0,-1 1,-14 127,1-57,12-73,1 1,0 0,0 0,-1 0,1 0,0 0,1 0,-1 0,0 0,0-1,1 1,-1 0,1 0,0 0,-1 0,1-1,0 1,0 0,0-1,0 1,1-1,-1 1,0-1,1 1,-1-1,1 0,-1 0,1 0,-1 0,1 0,0 0,0 0,-1-1,1 1,0 0,0-1,0 0,0 1,0-1,0 0,1 0,15 0,1-2,-1 0,-1-1,1-1,0 0,-1-2,0 0,0 0,0-2,-1 0,8-6,-14 9,0 1,0-2,-1 0,0 0,0 0,-1-1,1 0,-2-1,1 0,-1 0,0-1,0 0,-1 0,-1-1,0 1,0-1,0 0,1-7,-6 8,-6 25,6-15,-9 30,2 0,1 0,1 0,2 1,1 0,1 0,3 6,-2-34,0 0,0 0,0 0,1 0,-1 0,1-1,0 1,1 0,-1 0,1-1,-1 1,1 0,0-1,0 0,1 1,-1-1,1 0,0 0,-1-1,1 1,0 0,1-1,-1 0,0 0,1 0,-1 0,1 0,0-1,-1 0,1 1,18-5</inkml:trace>
  <inkml:trace contextRef="#ctx0" brushRef="#br1" timeOffset="145896.307">14519 13329,'-16'0,"-10"0,-2 2,3 6,6 7,10 9,17 5,20 2,5-5</inkml:trace>
  <inkml:trace contextRef="#ctx0" brushRef="#br1" timeOffset="146282.7">15789 13703,'-10'-8,"0"0,-1 0,0 2,0-1,-1 1,0 1,0 0,0 1,-1 0,1 1,-1 0,0 1,0 0,0 1,0 1,0 0,0 1,0 0,0 1,1 0,-1 1,1 1,-1 0,1 0,0 2,0-1,1 1,0 1,0 0,0 1,1 0,-5 5,11-10,1 0,0 0,0 0,0 0,1 0,-1 1,1-1,-1 1,1 0,1 0,-1 0,0 0,1 0,0 0,0 0,0 0,0 1,1-1,0 0,-1 1,2-1,-1 0,0 1,1-1,0 0,0 0,0 0,1 0,-1 0,1 0,0 0,0 0,0 0,2 2,6 0,0 0,0-1,1 0,-1-1,1 0,0 0,0-1,0-1,1 0,-1 0,0-1,1 0,-1-1,1-1,-1 0,6-1,-7 2,0 0,-1-1,1 0,-1-1,1 0,-1-1,0 1,0-2,0 1,0-1,0-1,-1 1,0-2,0 1,0-1,-1 0,0 0,0-1,0 0,-1-1,0 1,-1-1,1 0,-1-1,-1 1,0-1,0 0,0-2,-2 6,-1-1,0 1,0 0,0-1,0 1,-1 0,0-1,0 1,-1-1,0 1,0 0,0 0,0-1,-1 1,0 0,0 0,0 0,0 0,-1 1,0-1,0 1,0-1,-3-2,5 7,-1-1,1 1,0-1,0 1,0-1,0 1,-1 0,1 0,0-1,0 1,-1 0,1 0,0 0,0 0,-1 0,1 1,0-1,0 0,-1 1,1-1,0 1,0-1,0 1,0-1,0 1,0 0,0-1,0 1,0 0,0 0,0 0,0 0,0 0,1 0,-1 0,0 0,1 0,-1 0,1 0,-1 0,1 1,-1 0,-16 53,15-46,0-1,1 1,0 0,1-1,0 1,0 0,1-1,0 1,0-1,1 1,0-1,0 1,1-1,0 0,1 0,0 0,0-1,1 0,0 1,0-1,0-1,1 1,0-1,0 0,1 0,0-1,0 0,0 0,1-1,-1 0,2 0,43 13,-2-6</inkml:trace>
  <inkml:trace contextRef="#ctx0" brushRef="#br1" timeOffset="146911.726">16337 13636,'-14'-1,"-1"0,1 1,0 0,0 1,0 1,0 0,0 1,0 1,1 0,-1 0,1 2,0 0,0 0,1 1,0 0,0 1,1 1,0 0,0 0,1 1,0 1,1 0,7-8,-1 0,1 1,0-1,1 1,-1 0,1-1,0 1,0 0,0 0,0 0,0 0,1 0,0 0,0 0,0 0,0 0,1 0,-1 0,1 0,0 0,1 0,-1-1,0 1,1 0,0-1,0 1,0-1,0 0,1 1,-1-1,1 0,0 0,0-1,0 1,0-1,0 1,1-1,1 1,7 3,-1 0,1-1,1 0,-1-1,0-1,1 0,0 0,0-2,0 1,0-2,0 1,0-2,0 0,0 0,4-2,9-2,-1-1,1-2,-1 0,-1-2,0 0,0-2,3-3,-3 0,-1-1,0-1,-1 0,-1-2,-1-1,-1-1,0 0,-2-1,0-1,-2-1,-1 0,0-1,-2-1,9-25,7-35,-3-2,-5 0,-3-2,3-66,-13 19,-7 136,0-1,0 1,0-1,0 1,0 0,0-1,0 1,0-1,-1 1,1 0,0-1,-1 1,1 0,-1-1,1 1,-1 0,0 0,0 0,1 0,-1-1,0 1,0 0,0 0,0 1,0-1,-1 0,1 0,0 0,0 1,0-1,-1 0,1 1,0 0,-1-1,1 1,0 0,-1-1,1 1,-1 0,1 0,0 0,-1 0,1 0,-1 1,1-1,0 0,-1 1,1-1,0 1,-1-1,1 1,0-1,0 1,0 0,-1 0,1 0,0 0,0 0,0 0,0 0,0 0,1 0,-1 0,0 0,1 1,-1-1,0 0,0 1,-14 19,0 0,1 0,1 1,2 1,0 0,1 1,1 0,0 5,-11 34,2 1,3 1,3 1,3 0,3 0,3 0,3 4,0-45,2 0,1-1,0 1,2-1,1 0,1 0,1 0,-4-15,0 0,0 0,0 0,1 0,1-1,0 0,0 0,0-1,1 1,0-1,0-1,1 1,0-1,0-1,0 1,1-1,0-1,5 3,-4-4,1 0,-1-1,0 0,1-1,-1 0,1-1,0 0,-1 0,1-1,-1-1,1 1,-1-2,0 1,0-2,0 1,0-1,0-1,-1 0,0 0,0-1,0 0,-1 0,0-1,0 0,0-1,-1 0,5-6,62-106,-53 79,-44 137,23-94,-3 4,1 0,1 0,-1 0,1 1,0-1,0 0,1 0,0 1,0-1,0 0,1 1,0-1,0 0,0 0,1 0,0 0,0 0,1 0,0 0,0-1,0 1,0-1,1 0,0 0,0 0,5 3,21 4,0-7</inkml:trace>
  <inkml:trace contextRef="#ctx0" brushRef="#br1" timeOffset="147189.635">17407 13569,'-18'-6,"-11"-6,-7-2,-2-1,-2 0,7 2</inkml:trace>
  <inkml:trace contextRef="#ctx0" brushRef="#br1" timeOffset="147468.097">16658 13275,'16'-7,"21"-4,22-3,20-1,14 0,10 2,-1 3,-19 4</inkml:trace>
  <inkml:trace contextRef="#ctx0" brushRef="#br1" timeOffset="147649.633">17500 13730,'1'11,"0"0,0-1,1 1,1-1,0 1,0-1,1 0,1 0,-1 0,2-1,-1 0,1 0,1 0,-1-1,1 1,1-2,0 1,0-1,0 0,1-1,0 0,9 5,-14-10,1 0,0 0,-1-1,1 1,0-1,0 0,0 0,-1-1,1 1,0-1,0 0,-1 0,1-1,-1 0,1 1,-1-1,0-1,0 1,0-1,0 1,0-1,0 0,-1-1,3-1,4-6,0-1,0 0,-2 0,1-1,-1 0,-1 0,1-3,20-54,-21 50,1 1,0-1,1 2,1 0,10-14,-19 31,0-1,-1 1,1 0,0 0,0-1,0 1,0 0,0 0,0 0,0 0,0 0,0 0,1 1,-1-1,0 0,0 0,1 1,-1-1,1 1,-1-1,0 1,1 0,-1 0,1-1,-1 1,1 0,-1 0,1 0,-1 1,1-1,-1 0,0 0,1 1,-1-1,1 1,0 0,8 9</inkml:trace>
  <inkml:trace contextRef="#ctx0" brushRef="#br1" timeOffset="147935.025">18008 13917,'14'0,"0"-1,-1 0,1-1,-1 0,1-1,-1-1,0 0,0-1,0 0,-1-1,0 0,0-1,-1-1,1 0,-1 0,-1-1,0 0,0-1,-1 0,0-1,-1 1,0-2,-1 1,0-1,-1 0,0-1,0-1,-5 12,0-1,0 1,-1-1,1 1,0-1,-1 0,0 1,0-1,1 1,-2-1,1 0,0 1,0-1,-1 1,1-1,-1 0,0 1,0 0,0-1,0 1,0-1,-1 1,1 0,-1 0,1 0,-1 0,0 0,0 0,0 0,0 1,0-1,0 1,0-1,-1 1,1 0,0 0,-1 0,1 0,-1 0,1 1,-1-1,0 1,1 0,-1-1,1 1,-1 0,0 1,1-1,-1 0,1 1,-1-1,-3 3,1-1,-1 1,1 0,0 0,-1 1,2-1,-1 1,0 0,1 1,0-1,0 1,0 0,0 0,1 0,0 0,0 1,0-1,1 1,0 0,0-1,0 1,1 0,0 0,0 1,0-1,1 0,0 0,0 0,1 0,-1 0,1 0,1 0,-1 0,1 0,0 0,0 0,2 1,3 3,1 0,1 0,0-2,0 1,0-1,1 0,0-1,1 0,0-1,0 0,0 0,1-1,-1-1,1 0,7 1,60 20</inkml:trace>
  <inkml:trace contextRef="#ctx0" brushRef="#br1" timeOffset="148218.919">19759 13569,'-4'23,"-5"21,-2 21,-1 16,-2 12,-1 8,1 3,-2 0,-1-4,0-8,4-13,0-15,4-23,3-27,2-28,3-12</inkml:trace>
  <inkml:trace contextRef="#ctx0" brushRef="#br1" timeOffset="148510.678">19612 14011,'0'-18,"-1"-25,1 0,3 0,1 0,3 0,5-16,-12 55,1 0,0 0,0 0,1 0,-1 0,1 1,0-1,0 1,0-1,0 1,0 0,1-1,0 1,-1 0,1 1,0-1,1 0,-1 1,0 0,1 0,-1 0,1 0,0 0,-1 1,1 0,0 0,2-1,7 4,-1 0,0 0,-1 1,1 1,0 0,-1 1,0 0,0 0,0 1,-1 1,0 0,0 0,-1 1,9 8,-5-6,-1 0,0 1,-1 0,0 1,0 0,-1 1,-1 0,0 0,-1 1,-1 0,0 1,-6-12,0-1,-1 1,1-1,-1 1,1-1,-1 1,0-1,0 1,0 0,-1-1,1 1,-1-1,1 1,-1-1,0 1,0-1,0 1,0-1,0 0,0 1,-1-1,1 0,-1 0,0 0,0 0,1-1,-1 1,0 0,-1-1,1 1,0-1,0 0,-1 1,1-1,0 0,-3 0,-94 21,31-21,68-1,0-1,0 1,1 0,-1 0,0-1,0 1,0 0,0-1,0 1,-1 0,1 0,0-1,0 1,0 0,0 0,0-1,0 1,0 0,0 0,-1-1,1 1,0 0,0 0,0 0,-1-1,1 1,0 0,0 0,0 0,-1 0,1-1,0 1,0 0,-1 0,1 0,0 0,0 0,-1 0,1 0,0 0,-1 0,1 0,0 0,0 0,-1 0,1 0,0 0,0 0,-1 0,1 0,0 0,25-7,121-17,-88 16,0-1,0-3,-1-3,-1-2,-1-2,2-4,-46 17,0 0,0-1,-1 0,0 0,0-1,-1-1,5-4,-12 10,0 1,1 0,-1-1,-1 1,1-1,0 1,-1-1,1 0,-1 0,0 0,0 0,0 0,0 0,0 0,-1 0,1 0,-1 0,0-1,0 1,0 0,-1 0,1 0,-1 0,1 0,-1 0,0 0,0 0,-1 0,1 0,0 0,-3-2,1 1,-1 0,0 0,0 0,0 0,-1 1,1 0,-1 0,0 0,0 0,0 1,0 0,-1 0,1 0,0 1,-1-1,1 1,-1 1,0-1,1 1,-1 0,1 0,-1 1,0-1,1 1,-1 0,1 1,-1 0,1 0,0 0,0 0,0 1,0-1,0 1,1 1,-1-1,1 1,0-1,0 1,-1 1,1 2,1-1,0 0,0 1,0 0,1 0,-1 0,2 0,-1 0,1 0,0 0,1 1,0-1,0 0,0 0,1 1,0-1,0 0,1 0,0 0,0 0,1 0,0 0,0-1,1 2,4 7,1-2,0 1,0-1,1 0,1-1,0 0,1-1,0 0,1-1,8 5,5 0,1 0,0-2,1-1,25 6,25 6</inkml:trace>
  <inkml:trace contextRef="#ctx0" brushRef="#br1" timeOffset="149848.057">12862 15334,'-1'0,"0"-1,0 1,1 0,-1 0,0-1,1 1,-1 0,0-1,1 1,-1-1,0 1,1-1,-1 1,1-1,-1 1,1-1,-1 1,1-1,0 0,-1 1,1-1,0 0,-1 0,1 1,0-1,0 0,0 1,-1-1,1 0,0 0,0 1,0-1,0 0,0 0,1 1,-1-1,0 0,0 0,0 1,1-2,-1 2,-2-190,19 123,-11 62,-5 19,-10 60,3-37,2 1,1 0,2 0,3 14,-3-50,1 1,0-1,0 1,0 0,0-1,1 1,-1-1,1 1,-1-1,1 1,0-1,0 0,0 1,0-1,1 0,-1 0,1 0,-1 1,1-2,0 1,-1 0,1 0,0 0,0-1,0 1,1-1,-1 0,0 0,0 1,1-2,-1 1,1 0,-1 0,1-1,-1 1,1-1,-1 0,1 0,0 0,7-3,-1-2,0 1,0-2,0 1,0-1,-1 0,0-1,0 0,-1 0,0-1,0 1,-1-2,0 1,0-1,-1 0,0 0,-1 0,0-1,0 1,-1-1,0 0,-1 0,6-15,-1 1,-1-1,-1 0,-2 0,0-1,-1-10,-18 125,15-79,-3 4,2 0,0 0,0 0,1 0,1 1,1-1,0 0,0 0,2 0,0 0,0 0,6 13,-6-23,0 0,0 0,1-1,-1 1,1-1,0 0,0 0,0 0,0-1,0 0,1 1,-1-1,1-1,0 1,-1-1,1 1,0-1,0-1,0 1,0-1,0 0,0 0,-1 0,1-1,0 1,0-1,0-1,0 1,-1-1,1 1,-1-1,1-1,-1 1,0-1,0 1,0-1,0 0,0-1,1 0,25-20</inkml:trace>
  <inkml:trace contextRef="#ctx0" brushRef="#br1" timeOffset="150696.283">13369 15067,'-2'15,"1"0,1-1,0 1,1 0,1 0,0 0,1-1,0 1,2-1,-1 0,2 0,0-1,0 1,1-1,1-1,0 1,1-1,3 2,19 38,-31-51,1 0,-1 0,0 0,0 0,0-1,0 1,1 0,-1 0,0 0,1 0,-1 0,1-1,-1 1,1 0,-1 0,1-1,-1 1,1 0,0-1,0 1,-1-1,1 1,0-1,0 1,-1-1,1 1,0-1,0 0,0 1,0-1,0 0,0 0,0 0,-1 0,1 0,0 0,0 0,0 0,0 0,0 0,0 0,0 0,0-1,-1 1,1 0,0-1,0 1,0-1,0 1,-1-1,1 1,0-1,-1 0,1 1,0-1,-1 0,1 1,-1-1,1 0,-1 0,1 1,-1-1,0 0,137-268,-137 269,16-24,-16 23,0 1,0 0,0-1,1 1,-1 0,0-1,0 1,0 0,0-1,1 1,-1 0,0-1,0 1,1 0,-1 0,0 0,1-1,-1 1,0 0,1 0,-1 0,0-1,1 1,-1 0,0 0,1 0,-1 0,0 0,1 0,-1 0,0 0,1 0,-1 0,1 0,-1 0,0 0,1 0,-1 0,0 0,1 1,-1-1,0 0,1 0,-1 0,0 1,1-1,-1 0,0 0,0 1,1-1,-1 0,0 0,0 1,0-1,1 0,-1 1,0-1,0 0,0 1,0-1,0 0,0 1,5 126,-5-121,0 0,0 0,1-1,0 1,0 0,0-1,1 1,-1 0,1-1,1 0,-1 1,1-1,0 0,0 0,0-1,1 1,0-1,0 1,0-1,0 0,1-1,-1 1,1-1,0 0,0 0,0 0,0-1,1 1,0-1,3 2,1-1,0 0,0 0,0-1,0 0,0-1,0 0,0 0,0-1,1 0,-1-1,0-1,0 1,0-1,0-1,0 0,-1-1,1 1,-1-2,0 1,0-1,0-1,-1 0,0 0,0 0,0-1,-1-1,0 1,0-1,-1 0,0 0,-1-1,0 0,3-5,-2-6,0 0,-2 0,0 0,-1-1,-2 1,1-2,-3 84,0-36,0 0,2 0,2 0,0 0,2 3,-5-25,1 0,0-1,0 1,0-1,0 1,1-1,0 1,-1-1,1 0,0 0,0 0,1 0,-1 0,1 0,-1-1,1 1,0-1,0 0,0 0,0 0,0 0,1 0,-1-1,1 1,-1-1,1 0,-1 0,1 0,0-1,-1 1,1-1,0 0,0 0,-1 0,1 0,0-1,-1 0,1 1,0-1,-1-1,12-4,-1 0,0-1,-1-1,1 0,-2-1,1-1,-1 0,-1 0,0-1,0-1,-1 0,0 0,-1-1,-1 0,0-1,-1 0,0 0,0-2,-2 1,-1 0,0 0,0-1,-2 1,0-1,-1 0,0 1,-1-2,0 17,0 0,1-1,-1 1,0-1,1 1,-1 0,0-1,0 1,0-1,1 1,-1-1,0 1,0 0,0-1,0 1,0-1,0 1,0-1,0 1,0-1,0 1,0-1,0 1,0-1,0 1,0-1,-1 1,1 0,0-1,0 1,0-1,-1 1,1 0,0-1,-1 1,1-1,0 1,-1 0,1 0,0-1,-1 1,1 0,-1 0,1-1,0 1,-1 0,1 0,-1 0,1 0,-1-1,1 1,-1 0,1 0,-1 0,1 0,-1 0,1 0,-1 0,1 1,-1-1,-7 125,8-120,8 114,-7-113,1-1,-1 0,1 0,0 0,0 0,0-1,1 1,0 0,0-1,0 0,0 1,1-2,-1 1,1 0,0-1,0 1,1-1,-1 0,1 0,-1-1,3 1,15 3,1-2,-1 0,1-1,0-2,-1 0,1-2,0 0,0-2,-1 0,1-1,2-2,-18 4,194-40,-110 19</inkml:trace>
  <inkml:trace contextRef="#ctx0" brushRef="#br1" timeOffset="151536.037">16176 15241,'28'-23,"7"-2,-2-2,-1-1,-1-2,-1 0,-2-2,-1-2,-1 0,-3-2,15-28,-29 47,-1-1,0 0,-2 0,0 0,-1-1,-1 0,0-1,-2 1,0 0,-1-1,-2 1,1-1,-2 1,-1 0,0 0,-1 0,-2 0,-6-18,9 32,0-1,0 1,-1-1,1 1,-1 0,0 0,-1 1,1-1,-1 1,0 0,0 0,0 1,0-1,-1 1,1 0,-1 1,0-1,0 1,0 0,0 1,0 0,-1 0,1 0,0 0,-1 1,1 0,0 0,-1 1,1 0,0 0,0 1,0-1,0 1,0 0,0 1,0 0,1 0,-1 0,1 0,-5 5,-4 8,1 1,1 1,0 0,1 1,2 0,-1 1,2 0,1 0,0 1,2-1,0 1,2 1,0-1,0 14,-2-2,0-1,2 1,2 0,0 0,3-1,0 1,3 0,0-1,2 0,2 0,0-1,2 0,4 3,-10-23,2-2,0 1,0-1,0 0,1 0,0-1,1 0,0-1,0 0,1 0,0-1,0 0,0-1,1 0,0-1,0 0,0 0,0-1,1-1,-1 0,1-1,-1 0,1 0,0-1,-1-1,1 0,-1 0,1-2,-1 1,1-1,-1-1,0 0,-1 0,1-1,-1-1,0 0,0 0,7-6,-8 4,0-1,0 1,-1-1,-1 0,1-1,-1 0,-1 0,0-1,0 1,-1-1,-1-1,2-4,-8 22,0-1,0 1,1 0,0 0,0 0,0 0,1 0,0 0,0 0,1 0,-1 0,1 0,0-1,1 1,0 0,0 0,0-1,0 1,1-1,0 0,0 0,1 0,-1 0,1 0,0-1,0 1,1-1,-1 0,4 1,-1 0,1-1,0-1,1 1,-1-1,1-1,-1 0,1 0,0 0,0-1,0-1,0 1,-1-2,1 1,0-1,0 0,0-1,-1 0,1 0,0-1,-1 0,0-1,0 0,0 0,0-1,-1 1,0-2,0 1,1-2,-5 3,-1 0,0 0,0 0,0 0,0 0,-1 0,1 0,-1-1,0 1,-1-1,1 1,-1-1,0 1,0-1,0 1,0-1,-1 1,0 0,0-1,0 1,0 0,-1-1,0 1,0 0,0 0,0 0,-1 1,0-2,-3-3,1 0,-2 1,1 0,-1 0,0 0,0 1,-1 0,0 0,0 1,0 0,-1 1,-7-3,8 3,-1 1,0 1,0 0,0 0,0 1,-1 0,1 0,0 1,0 0,-1 1,1 0,0 0,0 1,0 0,0 1,0 0,0 0,1 1,0 0,0 1,0 0,0 0,0 0,1 1,0 0,1 1,-1 0,1 0,0 0,-1 3,6-6,-1 1,1-1,1 0,-1 0,1 0,-1 0,1 0,0 1,1-1,-1 0,1 0,0 0,0 0,0 0,0 0,1 0,-1 0,1 0,0 0,1-1,-1 1,0-1,1 0,0 0,0 0,0 0,0 0,0 0,1-1,-1 1,1-1,0 0,-1 0,1-1,0 1,0-1,0 0,0 0,0 0,4 0,58 15,1-6</inkml:trace>
  <inkml:trace contextRef="#ctx0" brushRef="#br1" timeOffset="152175.946">17353 15228,'13'-8,"-1"-1,-1 0,1-1,-2 0,1 0,-2-1,3-3,-9 10,0 0,0 1,-1-1,0 0,1 0,-2-1,1 1,0 0,-1-1,0 1,0-1,0 1,0-1,-1 1,0-1,0 0,0 1,0-1,-1 0,0 1,0-1,0 1,0 0,-2-3,1 3,-1 0,1 0,-1 0,0 1,0-1,0 1,-1 0,1 0,-1 0,1 0,-1 1,0-1,0 1,-1 0,1 0,0 0,-1 1,1 0,-1 0,1 0,-1 0,1 1,-1-1,0 1,1 0,-1 1,-6-1,1 1,-1 0,1 1,0 1,-1-1,1 1,0 1,1 0,-1 1,1-1,-1 2,2 0,0-1,1 2,0-1,0 1,0 1,1-1,0 1,0 0,1 0,0 1,0-1,1 1,0 0,0 4,2-9,1 0,0 0,0 0,0 1,1-1,-1 0,1 0,0 0,0 1,1-1,-1 0,1 0,0 0,0 0,0 0,1 0,-1 0,1 0,0 0,0-1,1 1,-1-1,1 1,-1-1,1 0,0 0,0 0,1 0,-1-1,0 1,1-1,0 0,-1 0,1 0,11 3,-1-1,1 0,0-1,0-1,0 0,0-1,0-1,0 0,1-1,-1-1,0 0,0-1,-1-1,1 0,-1-1,0 0,0-1,0-1,-1 0,0-1,0 0,-1-1,4-4,48-61,-64 74,0 0,0-1,0 1,0 0,0 0,0-1,0 1,0 0,0 0,1-1,-1 1,0 0,0 0,0-1,0 1,1 0,-1 0,0 0,0-1,1 1,-1 0,0 0,0 0,1 0,-1-1,0 1,0 0,1 0,-1 0,0 0,0 0,1 0,-1 0,0 0,1 0,-1 0,0 0,1 0,-1 0,0 0,0 0,1 0,-1 0,0 1,0-1,1 0,-1 0,0 0,0 0,1 1,-1-1,0 0,0 0,1 0,-1 1,0-1,0 0,0 0,0 1,0-1,1 0,-1 0,0 1,0-1,0 0,0 1,3 24,-3-20,22 248,-7-114,-7 1,-6 26,-2-157,0-1,0 1,0-1,0 1,-1-1,0 1,-1-1,0 0,0 0,-1 0,0 0,0 0,-1-1,0 1,-5 5,8-11,-1-1,1 0,-1 1,0-1,0 0,1 0,-1 0,0 0,0 0,0-1,0 1,0 0,0-1,-1 0,1 1,0-1,0 0,0 0,0 0,0-1,0 1,0 0,0-1,-1 1,1-1,0 0,1 0,-1 0,0 0,0 0,0 0,0 0,1-1,-54-51,42 32,2-1,0 0,1-1,2 0,0-1,1 0,2 0,0 0,2-1,1 1,0-1,2 0,1 1,2-14,1 8,0 0,2 1,2-1,0 1,2 1,1-1,2 2,0 0,2 0,1 1,0 1,2 1,2 0,0 2,1 0,1 1,0 1,2 1,1 1,0 2,20-11,28 5,-70 23,-1 0,0 0,1 0,-1 0,0 1,0-1,0 1,0 0,0 0,0 0,0 0,-1 0,1 0,-1 0,1 0,-1 0,0 1,0-1,0 1,0-1,0 1,-1-1,1 1,-1-1,0 1,1-1,-1 1,0 0,-1-1,1 1,0 0,-1-1,1 1,-1-1,-1 3,2-3,-20 212,20-210,-1 0,1 0,0 0,0 0,0 1,0-1,1 0,0 0,0 0,0 0,0 0,1 0,0 0,-1-1,1 1,1 0,-1-1,0 0,1 1,0-1,0 0,0 0,0-1,0 1,0 0,1-1,-1 0,1 0,0 0,0 0,0-1,-1 0,1 1,2-1,23-4,-2-4</inkml:trace>
  <inkml:trace contextRef="#ctx0" brushRef="#br1" timeOffset="152426.274">17968 14639,'-5'18,"8"13,13 6,14 3,3-5</inkml:trace>
  <inkml:trace contextRef="#ctx0" brushRef="#br1" timeOffset="152679.187">18637 15174,'-5'-12,"-1"0,0 1,0-1,-1 1,0 1,-1-1,0 1,-1 0,0 1,-1 0,0 1,0 0,-1 0,0 1,0 1,0 0,-1 0,0 1,0 0,-1 1,1 1,-14-2,20 3,0 0,-1 1,0-1,1 2,-1-1,0 1,1 0,-1 0,0 1,1 0,-1 0,1 0,-1 1,1 0,0 0,0 1,-1 0,2 0,-1 0,0 1,1 0,-1 0,1 0,0 1,1-1,-1 1,1 0,0 1,0-1,0 1,1 0,0 0,0 0,1 0,-1 0,0 5,2-3,0 1,1-1,-1 0,2 0,-1 0,1 1,0-1,1 0,0 0,0 0,1-1,0 1,0 0,1-1,0 0,0 0,0 0,1 0,0-1,1 0,0 0,0 0,0-1,0 1,5 1,9 7,0-1,1-1,1 0,0-2,0-1,1 0,0-2,7 1,2 0,0-2,0-1,1-1,0-2,0-1,0-2,-1-1,1-2,0 0,-1-3,0-1,10-4,-36 10,-1 0,1 0,-1-1,0 1,1-1,-1 0,0-1,-1 1,1-1,-1 0,4-4,-7 7,-1 0,0 1,0-1,1 0,-1 1,0-1,0 0,0 1,0-1,0 0,0 0,0 1,0-1,0 0,0 0,0 1,-1-1,1 0,0 1,0-1,-1 0,1 1,0-1,-1 0,1 1,-1-1,1 1,-1-1,1 1,-1-1,1 1,-1-1,0 1,1-1,-1 1,0 0,1-1,-1 1,0 0,1 0,-1 0,0-1,1 1,-1 0,0 0,-22-6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9:57.3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1 436,'32'-68,"121"-266,-133 301,-19 34,0 0,0-1,0 1,0 0,0 0,0 0,-1 0,1 0,0 0,-1 1,1-1,-1 0,1 0,-1 0,0 1,1-1,-1 0,0 0,0 1,0-1,0 0,0 0,0 1,0-1,-1 0,1 1,0-1,-2 444,2-444,-10 150,8-143,0 1,0-1,0 1,-1-1,0 0,-1 0,0 0,0 0,-1-1,1 0,-2 0,1 0,-1-1,0 1,0-1,-1 0,-39 16,69-16,199-14,-175 2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9:57.98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1,'2'4,"6"12,5 8,8 11,5 5,-2-4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19:58.56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1,'0'4,"0"12,2 11,8 13,13 8,13 6,-1-7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0:01.86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0,'16'7,"19"2,17 0,16-2,9-2,4-2,-8-1,-16-2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0:02.1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1,'12'7,"12"2,14 2,11-1,12-3,8-1,5-3,-4-1,-7-1,-15-1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0:02.42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1,'16'0,"8"12,1 1,-2 0,0 2,18 15,-10-7,14 9,-1 1,-2 3,5 8,-34-32,-1 1,-1 0,-1 1,0 1,0-1,-2 1,0 1,0 0,-1 0,-2 0,1 1,-1 1,-4-8,0 0,0-1,-1 1,0 0,-1-1,0 1,-1 0,1-1,-2 0,0 1,0-1,0 0,-1 0,0-1,-1 1,0-1,-1 0,1 0,-1 0,-1-1,0 0,0-1,0 1,-2 0,-23 19,-1-2,-1-2,-1-1,-1-1,0-2,-2-2,-7 2,-21 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0:08.34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4,'0'-3,"0"3,0 7,0 11,0 13,0 12,0 9,0 6,0 2,0 0,0-4,0-4,-3-9,-2-10,-1-9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0:08.6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64,'11'-3,"18"0,19 1,18-1,16 2,10-3,2-1,-2-4,-9-1,-11-2,-18 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0:09.11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 34,'20'-7,"0"1,0 0,1 1,0 2,-1 0,1 1,0 1,0 1,0 1,0 1,0 0,0 2,4 1,53 32,-76-35,0-1,0 1,0 0,0-1,-1 1,1 0,-1 0,1 1,-1-1,0 0,1 0,-1 1,0-1,-1 0,1 1,0-1,-1 1,1-1,-1 1,0 0,0-1,0 1,0-1,0 1,-1-1,1 1,-1-1,1 1,-1-1,0 1,0-1,0 0,-8 13,-1-2,0 1,-1-2,-1 1,0-2,0 1,-1-2,-1 1,-8 4,-5 5,-34 38,61-57,0 0,0 0,0 0,0 0,-1 1,2-1,-1 0,0 0,0 0,0 1,0-1,1 0,-1 0,1 0,-1 0,1 0,-1 0,1 0,0 0,-1 0,1 0,0 0,0 0,-1 0,1-1,0 1,0 0,0-1,0 1,0 0,0-1,0 1,1-1,-1 0,0 1,0-1,0 0,0 0,0 0,1 1,-1-1,0-1,0 1,0 0,1 0,-1 0,0 0,0-1,5 2,10 2,-3-1,0 0,1 0,-1 1,-1 1,1 0,0 1,-1 1,0-1,0 2,-1 0,0 0,8 7,-17-12,0 0,-1 0,1 0,0 1,-1-1,0 0,1 1,-1-1,0 1,0-1,-1 1,1-1,0 1,-1 0,0-1,1 1,-1 0,0-1,-1 1,1 0,0-1,-1 1,1 0,-1-1,0 1,0-1,0 1,0-1,0 0,-1 1,1-1,-1 0,1 0,-1 0,0 0,0 0,0 0,0 0,-86 63,47-44,-1-2,-1-1,0-2,-1-3,-1-1,-10 0,36-8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0:09.38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131 1,'-2'18,"-6"13,-5 10,-6 5,-4 1,0 0,4-3,5-6,7-8,5-10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0:09.73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291 14,'-5'-3,"0"1,0 0,0 1,0-1,0 1,-1 0,1 0,0 0,-1 1,1 0,-1 0,1 1,0-1,-1 1,1 0,0 1,0-1,0 1,0 0,0 0,0 1,0-1,1 1,-1 0,1 0,0 1,0-1,-3 4,-5 5,1 1,1 0,0 0,1 1,1 0,0 0,1 1,0 0,1 1,-7 22,2 0,1 1,3 1,0-1,3 1,0 39,4-61,1-1,1 0,0 1,1-1,1 0,1-1,0 1,1-1,7 14,-10-24,0 0,0 0,1-1,0 1,0-1,1 0,-1 0,1 0,0-1,0 1,1-1,-1-1,1 1,0-1,0 0,0 0,0-1,0 1,1-1,-1-1,1 1,-1-1,1 0,0-1,-1 0,6 0,-3-1,-1-1,1 0,0-1,-1 0,1 0,-1 0,0-1,0 0,-1-1,1 0,-1 0,0-1,0 0,-1 0,0 0,0-1,0 0,-1 0,0-1,1 0,-3 2,1 1,-1-1,0 0,0 0,-1 0,0 0,0 0,0 0,0-1,-1 1,-1-1,1 1,-1-1,0 1,0-1,-1 1,1-1,-2 1,1-1,-1 1,0 0,0 0,-1 0,1 0,-1 0,-1 0,-2-3,4 6,0 1,0-1,-1 1,1-1,-1 1,0 0,0 0,0 0,0 0,0 1,0-1,0 1,0-1,-1 1,1 0,0 1,-1-1,1 1,-1-1,1 1,-1 0,1 0,-1 0,1 1,-1-1,1 1,-1 0,1 0,0 0,0 1,-2-1,-1 3,-1-1,0 1,1 1,0-1,0 1,0 0,0 0,1 0,0 1,0 0,0 0,1 1,0-1,0 1,-14 72,20-45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0:10.09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1 338,'6'4,"0"-1,0 1,-1 1,1-1,-1 1,0 0,-1 0,1 1,-1-1,0 1,0 0,-1 0,0 0,0 0,0 1,-1-1,1 4,-2-7,118 375,-118-373,1 0,-1-1,1 1,0 0,0 0,1-1,0 1,0-1,0 0,0 0,0 0,1 0,0 0,-1-1,2 0,-1 1,0-2,0 1,1 0,0-1,-1 0,1 0,0 0,0-1,0 0,0 0,0 0,1 0,3-1,1-3,-1 0,1-1,-1 0,0-1,0 0,0-1,-1 0,1 0,-2 0,1-1,-1 0,0-1,0 0,5-8,8-10,-1-2,-1-1,-1 0,-2-1,-1-1,-1 0,8-32,3-24,-4-2,0-31,3-67,-18 121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0:24.47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1 162,'187'0,"-106"13,184-13,-112 14,-8-19,70-15,-96 8,214 6,-202 8,445-2,-199-27,214 27,-353-13,82-28,6 28,-18 0,-140 5,169-11,-154 6,209 13,-220 14,-8-7,6 10,-56-6,233 42,-128 22,-58 5,-133-62,0 1,-2 1,-1 2,16 16,30 30,111 95,-163-136,-2 1,0 1,-2 1,10 29,29 56,52 73,-97-175,13 18,-2 1,-1 1,-2 1,8 21,-3 2,1-2,4-1,29 47,-33-63,-3 2,-1 0,-2 0,2 13,62 143,-60-128,3-1,2-1,6 4,-16-34,-2 0,-1 1,-2 1,-2 0,3 30,6 20,-12-48,-1 0,-2 1,-2-1,-2 26,1 61,27 166,-14 53,-14 165,16-289,-2-30,-13-126,0 32,4 0,10 49,-6 31,-9-136,2 0,2 0,7 36,15 136,-9 20,-3-60,1-67,-1 14,-11-97,1 1,0-1,2 0,1 0,6 16,29 201,-37-218,-1 0,0 0,-2 1,-1 0,-2 17,1 14,1 239,-14-179,14 50,-13-62,13 111,22-103,-6-46,-8-12,-6-35,0-1,1 1,1 0,1-1,0 0,1 0,1 0,1-1,0 0,3 3,6 3,-2 1,0 0,-2 1,0 1,0 4,44 118,11-16,20-27,14 17,-90-110,6 8,2-2,-1 0,2-2,0 0,23 12,196 77,-192-82,0-3,2-1,1-3,28 4,284 107,-85-62,-13-5,92 75,137 50,220 61,-569-185,124 71,-187-91,2-3,2-4,52 11,-61-23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0:26.16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0 349,'28'44,"2"-2,1-1,3-1,1-2,1-2,3-1,0-2,2-1,8 1,-24-13,188 145,-212-164,-1 0,0 0,1-1,-1 1,1 0,-1-1,1 1,0 0,-1-1,1 1,0-1,-1 1,1-1,0 1,0-1,-1 0,1 1,0-1,0 0,0 0,-1 0,1 1,0-1,0 0,0 0,0 0,-1 0,1 0,0-1,0 1,0 0,0 0,-1-1,1 1,0 0,0-1,-1 1,1 0,0-1,0 1,-1-1,1 1,-1-1,1 0,0 1,-1-1,1 0,-1 1,1-1,-1 0,0 0,1 1,-1-1,0 0,1 0,-1 0,0 1,0-1,0 0,0 0,0 0,0 0,0 1,0-1,0 0,0 0,2-24,2 0,1 1,1-1,1 1,1 1,1-1,9-16,220-392,-176 303,-8 5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3:43.07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3064 202,'12'13,"1"-1,0 0,1-1,0 0,1-1,0-1,1 0,-1-2,2 1,-1-2,1 0,0-1,0-1,0 0,1-1,-1-1,1-1,0-1,0 0,-1-1,1-1,15-4,9-1,-1-2,0-2,-1-2,0-2,35-18,-128 86,43-43,-1 1,2 1,0 0,0 0,1 1,0 0,2 0,-1 1,1-1,1 2,1-1,0 0,1 1,0 0,1 0,1 0,0 4,-14 197,-4-144,-3-1,-3-1,-3-1,-3-2,-3-1,-2-1,-43 55,47-63,30-56,1-6</inkml:trace>
  <inkml:trace contextRef="#ctx0" brushRef="#br0" timeOffset="248.151">3024 870,'18'7,"20"2,23-2,23-8,17-7,9-8,5-5,-7-4,-9 1,-16-1,-21 4</inkml:trace>
  <inkml:trace contextRef="#ctx0" brushRef="#br0" timeOffset="698.575">4200 389,'-53'146,"-6"11,-7-3,-20 22,-12 29,68-119,30-84,1 0,-1-1,0 1,1 0,0-1,-1 1,1-1,0 1,0-1,0 1,0-1,0 0,0 1,0-1,0 0,1 0,-1 0,0 0,1 0,-1 0,1 0,-1 0,1-1,-1 1,1 0,0-1,-1 0,1 1,0-1,-1 0,1 0,0 0,-1 0,1 0,0 0,0 0,-1-1,1 1,-1-1,1 1,0-1,-1 1,1-1,-1 0,2-1,35-9,0-3,0-1,-2-1,0-2,6-7,-37 23,17-9,0 0,-1-2,0 0,-1-2,0 0,-2-1,1-1,-2 0,0-2,8-13,-8-16,-17 49,-1-1,1 0,0 0,0 1,0-1,0 0,-1 0,1 0,0 0,0 1,0-1,-1 0,1 0,0 0,0 0,-1 0,1 1,0-1,0 0,-1 0,1 0,0 0,0 0,-1 0,1 0,0 0,-1 0,1 0,0 0,0 0,-1 0,1 0,0-1,0 1,-1 0,1 0,0 0,0 0,-1 0,1-1,0 1,0 0,0 0,-1 0,1 0,0-1,0 1,0 0,0 0,0-1,-1 1,1 0,0 0,0-1,0 1,0 0,0 0,0-1,0 1,0 0,0-1,0 1,0 0,0 0,0-1,-14 22,-12 36,2 1,4 1,-10 42,17-54,-86 317,84-294</inkml:trace>
  <inkml:trace contextRef="#ctx0" brushRef="#br0" timeOffset="1630.259">4949 336,'-52'215,"8"-48,-8-3,-18 27,-14 25,83-215,0 1,0-1,0 1,0 0,1 0,-1-1,0 1,1 0,0 0,-1 0,1 0,0 0,0 0,0-1,0 1,0 0,0 0,1 0,-1 0,1 0,-1-1,1 1,0 0,-1 0,1-1,0 1,0 0,0-1,1 1,-1-1,0 1,1-1,-1 0,0 0,1 0,-1 1,1-1,0 0,0 0,119 1,-92-4,-22 1,29 0,0-2,0-2,-1-1,31-10,-41 8</inkml:trace>
  <inkml:trace contextRef="#ctx0" brushRef="#br0" timeOffset="1893.78">5123 1004,'-7'16,"-5"16,-2 15,-1 12,0 11,0 6,0 4,1 3,0-5,0-6,3-6,3-10,2-12,3-13</inkml:trace>
  <inkml:trace contextRef="#ctx0" brushRef="#br0" timeOffset="2319.374">5417 509,'14'-10,"0"0,1 1,0 1,1 0,0 1,0 1,0 0,1 1,0 1,5 0,-14 3,0 0,0 0,0 1,0 0,0 1,0 0,0 0,0 0,0 1,0 1,0-1,0 1,-1 0,0 1,0 0,0 0,0 0,0 1,-1 0,0 1,0-1,4 5,-2 4,-1-1,0 1,0 1,-2-1,1 1,-2 0,0 0,-1 0,-1 0,0 1,-1-1,0 1,-2 0,0-1,0 1,-2-1,0 1,-16 106,-29 97,13-69,-24 174,47-260,6-47</inkml:trace>
  <inkml:trace contextRef="#ctx0" brushRef="#br0" timeOffset="2564.665">5417 1124,'22'-5,"27"-1,26-4,27-3,20-1,11-1,-5-2,-23 2</inkml:trace>
  <inkml:trace contextRef="#ctx0" brushRef="#br0" timeOffset="18973.125">2449 282,'-52'-17,"-58"-36,-50 20,27-9,113 39,-3 2,0-2,0-1,1-1,-1 0,1-2,0-1,-15-8,17 8,0 1,0 0,0 2,0 0,-1 1,0 1,-17 0,-66-12,-55-13,106 29,0 1,0 3,0 2,1 2,1 3,-34 12,82-23,-18 4,0 1,1 2,0-1,0 2,1 1,0 0,0 2,1 0,1 0,0 2,-10 11,-12 28,2 1,-22 46,-7 9,20-26,3 2,4 1,3 2,-11 54,29-91,-1 1,2 1,2 0,3 1,1 12,-4 26,-4-1,-19 51,26-97,0 7,2 0,2 1,2 0,3 0,2 7,-3 24,-3 0,-17 68,-1 19,19 92,7-157,-1-80,11 171,5-94,-10-51,3 0,2 0,2-2,2 1,12 23,17 30,45 87,139 147,-142-207,75 53,-143-167,1-2,1 0,0-2,0 0,2-1,-1-1,2-1,-1-1,1-1,14 2,56 25,-55-23,0-1,1-1,0-3,1-1,22 0,-17-1,125-1,10-42,52-23,-204 53,-1 0,-1-2,0-1,0-1,-1-2,15-10,-17 10,-11 7,37-20,0-3,-2-2,36-33,-55 41,-12 11,-2 1,1-2,-1 0,-1-1,-1 0,0-1,-1 0,0-1,1-4,79-161,-79 163,-1-1,-1 0,-1 0,0-1,-2 0,0-1,2-17,36-100,-38 119,-1 0,-1 0,0-1,-2 0,0 1,-2-1,0-1,-1 1,-2-7,15-154,-13-148,14 141,12-110,2 17,-29-275,-1 531,0 0,-2 0,-1 1,-2-1,-8-23,-6-22,6-1,-21-62,30 120,-2-2,0-1,1 0,1 0,1 0,1-1,0 0,1 0,0-9,3 1,-12-71,-24-50,22 54,-6-28,16 104,3 12,0 1,1 0,-1-1,-1 1,1 0,-1 0,0 0,0 0,0 0,0 0,-1 0,1 1,-1-1,0 1,0 0,0 0,-1 0,1 0,-1 1,1-1,-1 1,-1-1,-67-18,7-2,41 10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4:20.2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1093 170,'-101'288,"27"-54,68-206,7-20,5-19,17-49,-2-1,-4-2,9-50,40-135,-61 234,1 0,1 1,-1 0,2 0,0 1,1 0,2-2,-9 11,0 0,1 0,-1 1,1-1,-1 1,1 0,0 0,0 0,0 0,0 0,1 1,-1-1,0 1,1 0,-1 0,1 0,-1 0,1 1,-1 0,1-1,0 1,-1 0,1 1,-1-1,1 1,0-1,-1 1,0 0,1 1,-1-1,3 2,0 2,1 0,-1 1,0 0,-1 0,0 0,0 1,0 0,0 0,-1 0,-1 0,1 1,-1 0,0-1,-1 1,0 0,0 0,-1 1,1-1,-2 0,1 0,-2 1,1-1,-1 0,0 0,0 1,-3 7,0 0,0 0,-1 0,-1 0,-1-1,0 0,-1-1,-1 1,0-2,-1 1,0-1,-1-1,-1 0,0 0,0-1,-1-1,-1 0,0 0,0-2,-3 2,16-10,1 1,0 0,0-1,-1 1,1-1,0 1,-1-1,1 1,-1-1,1 1,0-1,-1 0,1 1,-1-1,1 1,-1-1,1 0,-1 0,0 1,1-1,-1 0,1 0,-1 0,1 1,-1-1,0 0,1 0,-1 0,0 0,1 0,-1 0,1-1,-1 1,0 0,1 0,-1 0,1 0,-1-1,1 1,-1 0,0-1,1 1,-1 0,1-1,0 1,-1 0,1-1,-1 1,1-1,0 1,-1-1,1 1,0-1,-1 1,1-1,0 0,0 1,-1-1,1 1,0-1,0 0,0 1,0-1,3-4,-1 1,1-1,1 1,-1 0,1 0,-1 0,1 0,0 1,0-1,1 1,-1 0,1 1,0-1,-1 1,1 0,0 0,0 0,1 0,-1 1,0 0,0 0,1 1,-1-1,0 1,1 1,-1-1,0 0,1 1,-1 0,0 1,0-1,0 1,0 0,0 0,0 1,0-1,-1 1,1 0,-1 0,0 0,2 3,2 8,-1 1,-1 0,0 0,-1 1,-1-1,0 1,-1 0,-1 0,0 0,-1 1,-1-1,0 0,-2 1,0-1,2-7,-1 0,0 0,0 0,-1 0,0 0,-1 0,0 0,0-1,-1 1,0-1,-1 0,0 0,0-1,0 0,-1 1,0-2,-1 1,1-1,-1 0,-1 0,1-1,-1 0,0 0,-8 3,5-4,0 0,0-1,-1 0,1-1,-1-1,0 0,0 0,1-1,-1 0,0-1,0-1,1 0,-1 0,1-1,-1-1,1 0,0 0,1-1,-1 0,1-1,0-1,0 1,-6-7,-18-16</inkml:trace>
  <inkml:trace contextRef="#ctx0" brushRef="#br0" timeOffset="558.187">705 90,'-56'122,"45"-111,8-34,3 19,0-4,0-1,-1 1,0 0,0 0,-1 0,0 1,0-1,-1 0,0 1,-1-1,1 1,-1 0,-1 0,1 1,-1-1,0 1,-1 0,0 0,1 1,-2 0,1 0,-1 0,1 1,-1-1,-1 2,1-1,-7-1,1 1,-1 1,0 0,0 1,-1 0,1 1,0 1,0 0,0 1,-1 0,1 2,0-1,0 2,1 0,-1 0,1 1,0 1,0 0,0 1,1 0,0 1,1 0,0 1,0 1,1-1,0 2,0-1,-6 11,-2 4,1 1,1 0,1 1,1 0,2 2,1-1,1 1,2 1,0-1,2 2,2-1,-1 17,4-37,1 1,-1 0,2-1,0 1,0 0,0-1,2 1,-1-1,1 1,1-1,0 0,0-1,1 1,0-1,1 1,0-2,0 1,1-1,0 0,1 0,-1-1,2 0,-1 0,1-1,0 0,0 0,0-1,1 0,4 1,8 0,0-1,1-1,-1 0,0-2,1-1,0 0,-1-2,1-1,-1 0,1-2,-1 0,0-2,0 0,-1-2,0 0,0-1,-1-2,0 0,-1 0,5-6,26-25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4:19.28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238 356,'0'0,"0"0,0 1,0-1,1 0,-1 0,0 0,0 0,0 0,0 1,0-1,0 0,0 0,0 0,0 0,0 0,0 0,1 1,-1-1,0 0,0 0,0 0,0 0,0 0,1 0,-1 0,0 0,0 0,0 0,0 0,0 1,1-1,-1 0,0 0,0 0,0 0,0 0,1 0,-4 21,-13 38,-3-1,-3 0,-2-2,-20 33,27-54,-75 149,87-177,8-18,118-273,-45 58,-34 97,49-103,-61 188,-29 44,0 0,0 0,0 0,0 0,0 0,0 0,-1 1,1-1,0 0,0 1,0-1,0 0,0 1,-1-1,1 1,0-1,0 1,-1 0,1-1,0 1,-1 0,1-1,-1 1,1 0,-1 0,1 0,-1-1,0 1,1 0,-1 0,0 0,0 0,1 0,-1 0,0 0,0 0,0 0,7 32,0-1,-3 1,0-1,-2 1,-2 14,1-19,-15 341,0-73,14-282</inkml:trace>
  <inkml:trace contextRef="#ctx0" brushRef="#br0" timeOffset="250.231">104 623,'-9'-5,"6"-1,15 1,19-2,18-2,12-1,2-2,-7 0,-13 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4:17.8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329 483,'-16'16,"-10"9,-2 9,3 1,4 3,2-1,4-2,1-3,3-4,3-5,1-6,5-6,3-7,3-5</inkml:trace>
  <inkml:trace contextRef="#ctx0" brushRef="#br0" timeOffset="3833.841">316 216,'-30'186,"-68"187,42-174,41-131,15-58,4-14,1-7</inkml:trace>
  <inkml:trace contextRef="#ctx0" brushRef="#br0" timeOffset="4232.846">276 255,'3'-25,"1"-1,1 1,1 0,2 0,0 1,2 0,0 1,6-8,-16 30,1 0,-1 0,0-1,1 1,-1 0,1 0,-1-1,1 1,0 0,-1 0,1 0,0 0,0 0,0 0,0 0,0 0,0 0,0 0,0 1,0-1,0 0,0 1,0-1,1 1,-1-1,0 1,0 0,1-1,-1 1,0 0,1 0,-1 0,0 0,1 0,-1 0,0 0,1 0,-1 1,0-1,0 0,1 1,-1 0,23 67,42 362,-7-79,-58-347,0 0,0 1,0-1,-1 0,1 1,-1-1,0 1,0-1,-1 1,0-1,1 0,-1 1,-1-1,1 0,-1 1,1-1,-1 0,0 0,-1-1,1 1,-1 0,1-1,-1 1,0-1,-1 0,-2 2,-11 3,0 0,-1-2,0 0,0-1,-1-1,0-1,1 0,-1-2,0 0,0-1,-14-2,31 2,-39 0,0-2,1-3,-1 0,-9-5,2-11,41 11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4:27.9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1 161,'182'0,"333"-1,385 55,-937-60,23 0</inkml:trace>
  <inkml:trace contextRef="#ctx0" brushRef="#br0" timeOffset="266.287">1244 0,'9'0,"14"2,18 2,14 3,10 4,5 4,-2 4,-11 4,-15 6,-21 8,-29 9,-34 8,-45 6,-53 4,-3-8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4:32.16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20,'27'2,"23"1,21 0,16-3,13-4,4-1,-2-2,-6 1,-20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4:37.5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161 11,'-18'-6,"-9"1,-1 9,-1 9,-2 6,4-1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4:32.65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161 391,'0'23,"0"21,-2 21,-3 16,-6 12,-2 6,-2 2,-1-2,1-7,0-12,3-20</inkml:trace>
  <inkml:trace contextRef="#ctx0" brushRef="#br0" timeOffset="339.459">1 725,'14'-178,"-14"175,1 0,0 1,0-1,0 0,0 1,0-1,1 1,-1-1,1 1,0-1,0 1,-1 0,1 0,1 0,-1 0,0 0,0 1,1-1,-1 1,1-1,0 1,-1 0,1 0,0 0,-1 0,1 0,0 1,0 0,0-1,0 1,0 0,2 0,93 20,-6 23,-88-40,0-1,-1 1,1 0,0 0,-1 0,0 0,0 1,0-1,0 1,0 0,-1 0,0 0,0 0,0 0,0 1,-1-1,1 0,-1 1,0-1,0 5,-3-3,1 0,-1 0,-1 0,1-1,-1 1,0-1,-1 1,1-1,-1 0,0 0,0-1,0 1,-1-1,0 0,0 0,0 0,0-1,-1 1,1-1,-1-1,0 1,1-1,-1 0,-3 0,-4 4,0 0,0-1,-1-1,1-1,-1 0,0 0,0-1,-1-1,1 0,-13-2,26 1,1 0,-1 0,0 1,0-1,0 0,1 0,-1-1,0 1,0 0,1 0,-1 0,0 0,0-1,1 1,-1 0,0-1,0 1,1 0,-1-1,1 1,-1-1,0 1,1-1,-1 1,1-1,-1 0,1 1,-1-1,1 0,0 1,-1-1,1 0,0 1,-1-1,1 0,0 0,0 0,0 1,0-1,0 0,0 0,0 1,0-1,0 0,0 0,0 0,0 1,1-1,-1 0,0 0,0 1,1-1,-1 0,1 1,-1-1,36-31,-13 20,-1 2,1 1,1 1,0 1,8-1,19-3</inkml:trace>
  <inkml:trace contextRef="#ctx0" brushRef="#br0" timeOffset="998.116">496 632,'26'47,"-21"-43,0 1,-1-1,2 0,-1 0,0-1,1 1,-1-1,1 0,0-1,0 1,0-1,1 0,-1-1,0 0,1 0,6 1,-12-2,1 0,-1 0,1 0,-1 0,1-1,-1 1,1 0,-1-1,0 1,1-1,-1 1,1-1,-1 1,0-1,0 0,1 0,-1 0,0 0,0 0,0 0,0 0,0 0,0 0,0 0,0-1,0 1,-1 0,1-1,-1 1,1 0,-1-1,1 1,-1-1,0 1,1-1,-1 1,0-1,0 1,0-1,0 1,-1-1,1 1,0-1,-20-62,-62-30,82 93,-1 1,1-1,0 1,0-1,-1 1,1-1,0 1,0-1,0 1,0-1,0 1,0-1,0 1,0-1,0 0,0 1,0-1,0 1,0-1,0 1,0-1,1 1,-1-1,0 1,0-1,1 1,-1-1,0 1,1 0,-1-1,1 1,-1-1,0 1,1 0,-1-1,1 1,-1 0,1 0,-1-1,1 1,-1 0,1 0,-1 0,1-1,-1 1,1 0,-1 0,1 0,-1 0,1 0,0 0,-1 0,1 0,-1 1,1-1,-1 0,1 0,-1 0,1 0,-1 1,1-1,-1 0,1 1,-1-1,1 0,-1 0,235 2,-113 15,-118-16,0 0,0 1,0-1,0 1,-1 0,1 1,0-1,-1 0,0 1,0 0,0 0,0 0,0 0,0 0,-1 1,1-1,-1 1,0-1,0 1,-1 0,1 0,-1 0,0 0,0 0,0 0,0 0,0 4,-10 83,9-91,0 1,0 0,0-1,0 1,0 0,0-1,0 1,0 0,1-1,-1 1,0 0,0-1,1 1,-1-1,1 1,-1 0,0-1,1 1,-1-1,1 1,-1-1,1 0,0 1,-1-1,1 1,-1-1,1 0,0 0,-1 1,1-1,0 0,-1 0,1 0,0 0,-1 0,1 0,0 0,-1 0,1 0,0 0,-1 0,1 0,0 0,-1 0,1-1,0 1,0 0,34-15,-33 14,27-16,0-2,-2-1,0-1,-2-1,0-1,-1-1,-2-2,2-3,-21 25,15-15,-15 33,-5-9,0 0,1 1,-1-1,1 0,0 0,0 1,1-1,0 1,0-1,0 0,0 1,1-1,0 1,0-1,0 0,1 0,0 0,0 0,0 0,1 0,-1 0,1-1,0 1,1-1,-1 0,1 0,0 0,0 0,0-1,3 3,7 1,0-1,0-1,1 0,-1-1,1-1,0 0,0-1,0 0,1-2,38 4</inkml:trace>
  <inkml:trace contextRef="#ctx0" brushRef="#br0" timeOffset="2476.991">2033 552,'-19'-8,"1"2,-1 0,0 1,-1 1,1 1,-1 1,0 0,1 2,-7 0,22 0,1 0,0 0,-1 0,1 1,-1-1,1 1,0 0,-1 0,1 0,0 0,0 1,0-1,0 1,0 0,0 0,0 0,1 0,-1 1,1-1,0 0,-1 1,1 0,0 0,0-1,1 1,-1 1,1-1,-1 0,1 0,0 0,0 1,0-1,1 0,-1 1,1-1,0 1,0-1,0 0,0 1,1-1,-1 1,1-1,0 0,0 1,1 1,0-2,0 0,0 0,1 0,-1 0,1 0,-1 0,1-1,0 1,0-1,0 0,1 0,-1 0,0 0,1-1,-1 1,1-1,0 0,-1 0,1 0,0 0,0-1,-1 0,1 0,0 0,1 0,4 0,1-1,0 0,-1-1,1 0,-1-1,1 0,-1 0,0-1,3-2,-1 0,-1 0,-1-1,1-1,-1 1,0-1,-1-1,0 0,0 0,-1 0,0-1,-1 0,0-1,-1 1,0-1,0 0,-1 0,-1-1,0 1,1-6,4-29,-3 0,-1 0,-2 0,-3-18,1 48,0-14,1 11,-1-1,-1 0,-1 0,0 1,-2-1,-3-12,6 31,1 1,-1-1,1 0,-1 1,1-1,-1 1,0-1,1 1,-1 0,0-1,0 1,1 0,-1-1,0 1,0 0,1 0,-1 0,0-1,0 1,0 0,1 0,-1 0,0 1,0-1,0 0,1 0,-1 0,0 0,0 1,1-1,-1 0,0 1,0-1,1 1,-1-1,0 1,1-1,-1 1,1-1,-1 1,1-1,-1 1,1 0,-1-1,1 1,0 0,-1 0,1-1,0 1,-1 0,1 0,0-1,0 1,0 0,0 0,0 0,0-1,0 1,0 0,0 0,0 0,-12 32,0 1,3 0,0 0,3 1,1 0,1 0,1 13,1 133,3-170,1 1,0-1,0 0,1 0,0 0,1 0,0-1,1 1,0-1,1 0,0-1,0 1,1-1,6 6,-8-10,1 0,0-1,-1 0,1 0,0 0,1-1,-1 0,1 0,-1 0,1-1,0 0,0-1,0 1,0-1,0-1,0 1,1-1,-1 0,0-1,0 0,0 0,0 0,0-1,0 0,-1-1,1 1,0-1,5-4,1 0,-1 0,0-1,0-1,0 0,-1 0,-1-1,1-1,-2 0,1 0,-2-1,1 0,-2 0,6-11,-9 13,1 1,-1-1,-1 0,0 0,0 0,-1 0,0-1,-1 1,0-1,-1 1,0-1,-1-6,1 16,-1 0,1 0,0 0,-1 0,1 0,-1 0,0 0,1 0,-1 0,0 1,1-1,-1 0,0 0,0 1,0-1,0 0,1 1,-1-1,0 1,0-1,0 1,0 0,0-1,0 1,-1 0,1 0,0 0,0 0,0 0,0 0,0 0,0 0,0 0,0 0,0 0,0 1,0-1,0 0,0 1,0-1,0 1,0-1,0 1,0 0,0-1,0 1,1 0,-1 0,0-1,0 1,1 0,-1 0,1 0,-1 0,1 0,-1 0,1 0,-1 0,1 0,0 0,0 0,-1 1,-3 7,-1-1,1 1,1 1,0-1,0 0,1 1,0-1,0 1,1 0,0 0,1-1,0 1,2 9,-1-13,0-1,0 1,0-1,1 0,0 0,0 1,0-1,0 0,1-1,0 1,0 0,0-1,1 0,-1 1,1-2,0 1,1 0,-1-1,0 1,1-1,0-1,0 1,0-1,0 1,1-1,-2-1,0 1,-1-1,1 0,0-1,0 1,0-1,0 0,0 1,0-2,0 1,0 0,0-1,0 0,0 0,-1 0,1 0,0-1,-1 1,1-1,-1 0,1 0,-1 0,0-1,0 1,0-1,0 0,0 0,-1 0,1 0,-1 0,0 0,0-1,0 1,0-1,0 0,-1 1,0-1,4-11,-2 1,0-1,0 0,-2 0,1 0,-2 1,0-1,-1-3,11-102,-8 117,0 0,0 0,1 0,-1 0,1 1,0-1,0 1,0 0,0 0,0 0,0 0,1 0,-1 1,1-1,-1 1,1 0,-1 0,1 0,0 1,-1-1,1 1,0 0,0 0,-1 0,1 1,0-1,-1 1,1 0,0 0,2 1,10 0,2-1,0 1,-1 0,1 1,0 1,-1 1,0 1,0 0,-1 1,0 1,0 0,10 8,-23-13,1 1,-1-1,-1 1,1-1,0 1,-1 0,0 0,0 0,0 0,-1 0,1 1,-1-1,0 1,0-1,0 0,-1 1,0-1,0 1,0 0,0 3,-1-4,1 0,-1 0,1 0,0 0,1 0,-1 0,1 0,0 0,0 0,0 0,0 0,1-1,-1 1,1 0,0-1,0 1,0-1,1 0,-1 0,1 0,0 0,0 0,0-1,0 1,1-1,5 2,1-1,0 0,1-1,-1 0,0-1,1 0,-1 0,1-1,-1-1,1 0,-1 0,0-1,0 0,0-1,0 0,0-1,0 0,-1 0,1-1,-1 0,0-1,-1 0,0 0,0-1,0 0,-1-1,0 1,0-1,1-3,-3 6,0-1,-1 0,0 1,0-1,0-1,-1 1,0 0,0-1,0 0,-1 1,0-1,-1 0,1 0,-2 0,1 0,0-1,-1 1,-1-7,0 13,1 0,0 0,-1 0,1 0,-1 0,1 1,-1-1,0 0,1 0,-1 0,0 0,0 1,0-1,1 0,-1 1,0-1,0 1,0-1,0 1,0-1,0 1,0 0,0-1,0 1,0 0,0 0,-1 0,1 0,0 0,0 0,0 0,0 0,0 0,0 1,0-1,0 0,0 1,0-1,0 0,0 1,0-1,0 1,0 0,0 0,-38 33,35-29,1 1,-1 0,1 0,1 0,-1 1,1-1,0 0,0 1,1 0,0-1,0 1,1 0,0 0,0-1,0 1,1 0,0 0,0-1,1 1,0-1,0 1,0-1,1 0,0 0,0 0,1 0,-1 0,1-1,1 1,-1-1,1 0,0-1,0 1,0-1,1 0,12 8,0-2,0 0,1-1,0-1,1-1,0 0,0-2,0 0,1-1,-1-2,1 0,0-1,0-1,0 0,0-2,-1-1,1 0,-5 0,-1-1,0 0,0-2,0 1,-1-2,0 0,0 0,-1-1,6-5,-12 8,0 0,-1-1,0 1,-1-1,1 0,-1 0,0-1,0 0,-1 0,0 0,0 0,-1 0,0-1,0 0,-1 0,0 1,0-1,0-8,-2 12,0 1,0 0,0-1,0 1,-1 0,0 0,1-1,-1 1,-1 0,1 0,0 0,-1 0,1 0,-1 0,0 0,0 1,0-1,0 1,-1-1,1 1,-1 0,1 0,-1 0,0 0,0 0,0 1,0-1,0 1,0 0,-3-1,-3-1,-1 0,-1 1,1 0,0 1,0 0,-1 1,1 0,-1 0,-4 2,4 0,0 0,1 0,-1 2,0-1,1 1,0 1,0 0,1 0,-1 1,1 0,-1 1,7-4,-1 0,1-1,0 1,0 0,0 1,0-1,1 0,-1 1,1 0,0-1,0 1,0 0,1 0,-1 0,1 0,0 0,0 1,0-1,1 0,-1 0,1 1,0-1,0 0,1 1,-1-1,1 0,0 0,0 0,1 3,1-2,0 1,0-1,1 0,-1 0,1 0,0 0,0 0,1-1,0 0,-1 0,1 0,1-1,-1 0,0 1,1-2,0 1,-1-1,1 0,0 0,0 0,0-1,5 0,0 1,-1-1,0 0,0 0,0-2,1 1,-1-1,0-1,0 1,0-2,0 1,0-2,-1 1,7-4,-9 2,0 0,0 0,-1-1,1 0,-1-1,-1 1,1-1,-1 0,0 0,-1-1,1 1,-2-1,1 0,-1 0,0 0,-1-1,0 1,0-1,0 1,-1-9,-9-21,7 38,1-1,-1 0,1 1,-1-1,1 1,-1-1,1 1,-1-1,1 1,-1 0,1-1,-1 1,0-1,1 1,-1 0,0 0,0 0,1-1,-1 1,0 0,1 0,-1 0,0 0,0 0,1 0,-1 0,0 0,1 0,-1 1,0-1,1 0,-1 0,0 1,1-1,-1 0,0 1,1-1,-1 1,1-1,-1 0,0 1,1 0,0-1,-1 1,1-1,-1 1,1-1,0 1,-1 0,1 0,-2 2,-1 0,1 1,1-1,-1 1,0 0,1-1,0 1,0 0,0 0,0 0,1-1,-1 1,1 0,0 0,0 0,1 0,-1 0,1 0,0 0,0 0,0 0,0-1,1 1,-1-1,1 1,0-1,0 1,0-1,1 0,-1 0,1 0,0 0,0 0,0-1,0 1,0-1,0 0,1 0,-1 0,1 0,1 0,22 11,0-1,0-1,2-2,-1 0,1-2,0-1,0-2,5 0,68 9</inkml:trace>
  <inkml:trace contextRef="#ctx0" brushRef="#br0" timeOffset="6047.036">67 1528,'4'-4,"1"0,-1 1,1-1,0 1,-1 0,2 1,-1-1,0 1,0 0,1 0,-1 1,1-1,-1 1,1 1,0-1,-1 1,1 0,0 0,-1 0,1 1,0 0,-1 0,1 0,-1 1,0 0,1 0,-1 0,0 1,0 0,0 0,-1 0,1 0,-1 1,1 0,-1 0,0 0,-1 0,2 2,3 9,-1 0,0 1,-1 0,-1 0,0 0,-1 1,-1-1,-1 1,0 0,-1 0,-1 0,-1 9,10 91,-10-117,1 1,0 0,0 0,0 0,0 0,0-1,-1 1,2 0,-1 0,0 0,0 0,0-1,0 1,0 0,1 0,-1 0,0-1,1 1,-1 0,1 0,-1-1,0 1,1 0,0-1,-1 1,1-1,-1 1,1-1,0 1,-1-1,1 1,0-1,0 1,-1-1,1 0,0 0,0 1,0-1,-1 0,1 0,0 0,0 0,0 0,0 0,-1 0,1 0,0 0,0 0,0 0,0-1,-1 1,1 0,0 0,0-1,-1 1,1-1,0 1,-1-1,1 1,0-1,-1 1,1-1,-1 0,1 1,0-1,9-13,0 0,-1-1,0 0,-2 0,1-1,-2 0,0 0,-1-1,1-5,21-143,-18 301,-8-129,0-1,1 0,0 0,0 0,1-1,-1 1,1-1,0 1,1-1,-1 0,1 0,0 0,1-1,-1 1,1-1,0 0,-1 0,2-1,-1 1,6 1,-8-3,1-1,-1 1,1-1,0 0,0 0,-1-1,1 1,0-1,0 0,0 0,-1 0,1-1,0 1,0-1,0 0,-1 0,1 0,0-1,-1 1,1-1,-1 0,0 0,0 0,1 0,-1 0,-1-1,1 1,0-1,1-2,3-3,-1-1,0 1,-1-1,0 0,0-1,-1 1,0-1,0 0,-2 0,2-5,14-88,-16 147,-2-26,1 0,1 0,1 0,0 0,2 0,4 13,-7-27,-1 1,1-1,0 0,0 0,0 0,0-1,1 1,-1-1,1 1,0-1,0 0,1 0,-1 0,1 0,-1-1,1 1,0-1,0 0,0 0,0-1,0 1,0-1,0 0,1 0,-1 0,0 0,1-1,-1 0,1 0,1 0,5-2,0-1,0-1,-1 0,1 0,-1-1,-1 0,1-1,0 0,-1 0,-1-1,1 0,-1-1,0 0,-1 0,1-1,-2 0,1 0,-1 0,-1-1,0 0,0 0,-1-1,0 1,2-11,-1 10,-2 16,-3 21,-1-19,0 24,-1-23,1 0,1 0,-1 0,2 0,-1 0,1 0,0 1,0-1,1 0,0-1,1 1,-1 0,4 5,-3-10,-1-1,1 1,0-1,0 0,-1 0,1 0,1 0,-1-1,0 1,0-1,0 0,1 0,-1 0,1 0,-1-1,1 1,-1-1,1 0,-1 0,1 0,3-1,20-3</inkml:trace>
  <inkml:trace contextRef="#ctx0" brushRef="#br0" timeOffset="6310.331">1084 1234,'2'18,"15"11,17 4,4-2</inkml:trace>
  <inkml:trace contextRef="#ctx0" brushRef="#br0" timeOffset="6822.145">1792 1622,'-10'-11,"-2"1,1 0,-1 1,-1 1,1 0,-2 0,1 1,-1 1,0 0,-5-1,13 5,1 1,-1 0,1 0,-1 0,1 0,-1 1,0 0,1 0,-1 0,0 1,1 0,-1 0,1 0,-1 1,1 0,0 0,-1 0,1 1,0 0,1 0,-1 0,0 0,1 1,0-1,0 1,0 1,0-1,-1 3,1-2,0 1,0-1,1 1,0 0,1-1,-1 2,1-1,0 0,0 0,1 1,0-1,0 0,1 1,-1-1,1 1,1 0,-1-1,1 0,0 1,1-1,0 1,0-1,0 0,0 0,1 0,0-1,1 1,-1 0,1-1,0 0,0 0,0 0,1-1,0 1,4 2,9 3,1 0,1-1,-1-1,2-1,-1 0,1-2,0-1,0 0,0-1,0-1,1-2,-1 0,0-1,1-1,-1-1,7-2,-8 1,-1 0,1-1,-1-1,-1-1,1 0,14-9,-27 12,1 1,-1-1,0 0,0-1,0 0,-1 0,0 0,0 0,0-1,0 0,-1 0,0 0,0-1,-1 1,0-1,0 0,0 0,-1 0,1-5,-2 11,-1-1,1 1,-1 0,1-1,-1 1,0 0,1-1,-1 1,0 0,0-1,0 1,0-1,0 1,0 0,-1-1,1 1,0-1,-1 1,1 0,-1 0,1-1,-1 1,0 0,1 0,-1 0,0-1,0 1,0 0,0 0,0 0,0 1,0-1,0 0,-1 0,1 0,0 1,0-1,-1 1,1-1,0 1,-1-1,1 1,0 0,-1 0,1 0,-1 0,1 0,0 0,-1 0,1 0,0 0,-1 1,1-1,-1 0,1 1,0-1,-1 3,-1 0,1 0,1 1,-1-1,0 0,1 0,0 1,0-1,0 1,0-1,0 1,1 0,-1-1,1 1,0 0,0-1,0 1,1-1,0 1,-1 0,1-1,0 1,1-1,-1 0,0 1,1-1,0 0,0 0,0 0,0 0,0 0,1 0,0-1,-1 1,1-1,3 2,0 0,0-1,0 0,0-1,1 1,-1-1,1 0,-1-1,1 1,0-2,-1 1,1 0,0-1,0-1,-1 1,1-1,0 0,5-2,-8 2,-1 0,1 0,0 0,0-1,-1 1,1-1,0 0,-1 0,0 0,1-1,-1 1,0-1,0 0,-1 0,1 0,-1 0,1 0,-1-1,0 1,0-1,0 1,-1-1,1 0,-1 1,0-1,0 0,0 0,-1 0,1 0,-1 0,0-3,-2-2,-1-1,0 1,0 0,0 1,-1-1,-1 0,0 1,0 0,0 0,-1 1,0-1,-1 1,1 1,-1-1,-1 1,1 0,-1 1,0 0,0 0,-1 1,1-1,-1 2,0 0,0 0,-1 0,-5 0,8 1,-1 1,1 0,0 0,-1 0,1 1,-1 1,1-1,0 1,-1 0,1 0,0 1,0 0,-1 1,2-1,-1 1,0 1,1-1,-1 1,1 0,0 1,0-1,1 1,-1 1,1-1,0 1,1-1,-1 1,1 1,0-1,1 1,-1-1,1 1,1 0,-1 0,1 0,1 0,-1 1,1-1,0 3,1-5,0-1,1 1,-1-1,1 1,0-1,0 0,1 1,-1-1,1 0,0 0,0 0,1 0,-1 0,1-1,0 1,-1-1,2 0,-1 1,0-1,1-1,-1 1,1 0,0-1,0 0,0 0,0 0,0 0,4 1,5 1,-1-1,1 0,0-1,0 0,0-1,0 0,0-1,0-1,8-1,35-9,-6-4</inkml:trace>
  <inkml:trace contextRef="#ctx0" brushRef="#br0" timeOffset="7070.219">2327 1140,'-16'-9,"-12"-6,-6 1,-3 4,-1 9,4 11,6 10,7 12,10 7,11 5,12 3,14 0,9-1,5-2,-4-8</inkml:trace>
  <inkml:trace contextRef="#ctx0" brushRef="#br0" timeOffset="7327.512">2354 1674,'0'14,"2"11,1 6,2 2,3 1,2-4,3-7,10-8,11-5,12-8,9-8,7-8,-7-1</inkml:trace>
  <inkml:trace contextRef="#ctx0" brushRef="#br0" timeOffset="7328.512">3142 1809,'9'-14,"4"-4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4:36.63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 1,'-1'19,"0"0,1 0,1 0,1 0,0-1,1 1,2 0,0-1,0 0,2 0,0-1,1 0,-7-13,0 0,1-1,-1 0,0 1,1-1,0 0,0 0,0 0,0 0,0 0,1 0,-1-1,1 1,0-1,0 0,0 1,0-1,0-1,0 1,0 0,1-1,-1 0,1 1,-1-2,1 1,-1 0,1-1,0 1,-1-1,1 0,0 0,-1 0,3-1,3-5,0 0,-1-1,0 0,0 0,-1-1,0 0,0 0,-1 0,0-1,-1 0,0-1,0 1,0-1,0-5,-4 14,3-7,0 0,0 0,-1-1,0 1,0-1,-1 0,-1 0,1 0,-1 0,0-6,-3 15,1 0,0 1,0-1,0 0,0 0,-1 1,1-1,0 0,0 1,0-1,0 1,0 0,0-1,0 1,0 0,0-1,1 1,-1 0,0 0,0 0,1 0,-1 0,0 0,1 0,-1 0,1 0,-1 0,1 0,0 0,-1 1,-2 2,0 0,0 0,0 1,1-1,0 0,0 1,0 0,0-1,1 1,-1 0,1 0,0 0,1 0,-1 0,1 0,0 0,1 0,-1 0,1 0,0 0,0 0,0 0,1 0,0 0,0-1,0 1,0-1,1 0,-1 1,1-1,1 0,0 1,2-1,0-1,0 0,1 0,-1 0,1-1,-1 0,1 0,0 0,0-1,0 0,0 0,0-1,0 0,0 0,0-1,0 0,0 0,0-1,0 0,0 0,-1 0,1-1,-1 0,0 0,0-1,0 1,0-2,0 1,-1 0,0-1,0 0,0 0,0-1,-1 1,0-1,0 0,-1 0,0 0,0-1,1-1,-2 1,1 1,-1-1,0 0,-1 0,1-1,-2 1,1 0,-1 0,0 0,0-1,-1-3,1 11,0 1,1-1,-1 1,0-1,0 1,0 0,0-1,0 1,0-1,0 1,1-1,-1 1,-1-1,1 1,0-1,0 1,0-1,0 1,0 0,0-1,-1 1,1-1,0 1,0-1,-1 0,1 1,0-1,-1 1,1-1,0 1,-1-1,1 0,-1 1,1-1,-1 0,1 0,-1 1,1-1,-1 0,1 0,-1 0,1 1,-1-1,1 0,-1 0,1 0,-1 0,1 0,-1 0,1 0,-1 0,0 0,1-1,-1 1,1 0,-1 0,1 0,-1 0,1-1,-1 1,1 0,0-1,-1 1,1 0,-1-1,1 1,0 0,-1-1,1 0,-1 5,0 1,0-1,1 0,0 0,0 0,0 0,0 0,1 1,-1-1,1 0,0 0,1 0,-1 0,1 0,-1-1,1 1,0 0,0-1,1 1,-1-1,1 0,0 0,0 0,0 0,0 0,0-1,1 1,2 1,7 4,1 0,0-1,0-1,1 0,0-1,0-1,1 0,33 7</inkml:trace>
  <inkml:trace contextRef="#ctx0" brushRef="#br0" timeOffset="608.858">1113 148,'-15'-10,"-1"0,0 2,0 0,0 0,-1 2,0 0,-1 1,1 1,-1 0,0 2,0 0,-7 0,22 2,-1-1,1 1,0 0,-1 0,1 0,-1 0,1 0,0 1,-1-1,1 1,0 0,-1 0,1 0,0 1,0-1,0 1,0 0,0 0,0 0,1 0,-1 0,1 0,-1 1,1-1,0 1,0 0,0 0,0-1,0 1,1 1,0-1,-1 0,1 0,0 0,0 1,1-1,-1 0,1 1,0 1,1-1,0 1,1 0,0-1,0 1,1-1,-1 1,1-1,0 0,0 0,0 0,1-1,-1 1,1-1,0 0,0 0,0 0,0 0,0-1,1 0,4 2,98 24,-98-27,0 0,0 0,0-1,0 0,0 0,0-1,0 0,0-1,0 0,-1 0,1-1,-1 0,1-1,-1 1,0-2,0 1,-1-1,1 0,-1-1,0 0,-1 0,1 0,-1-1,-1 0,1 0,-1-1,0 1,-1-1,0 0,3-8,0-18,-6 33,-1 1,0-1,0 1,0 0,1-1,-1 1,0-1,0 1,0-1,0 1,0-1,0 1,0-1,0 1,0-1,0 1,0-1,0 1,0-1,0 1,0-1,-1 1,1 0,0-1,0 1,-1-1,1 1,0-1,0 1,-1 0,1-1,0 1,-1 0,1-1,-1 1,1 0,0 0,-1-1,1 1,-1 0,1 0,-1 0,1-1,-1 1,1 0,-1 0,1 0,-1 0,1 0,-1 0,1 0,-1 0,1 0,0 0,-1 1,1-1,-1 0,1 0,-1 0,1 0,-1 1,-4 3,1 0,-1 0,1 0,0 1,0-1,0 1,1 0,0 0,0 1,0-1,0 1,1-1,0 1,0 0,1 0,-1 0,1 0,1 0,-1 0,1 5,0-7,1 0,0 0,0 0,0-1,0 1,1 0,-1-1,1 1,0-1,0 1,0-1,0 0,1 0,-1 0,1 0,0 0,0-1,0 1,0-1,1 0,-1 0,0 0,1 0,0-1,-1 1,1-1,3 1,3 1,1-1,-1 0,1 0,0-1,-1-1,1 0,0 0,0-1,7-1,-6-1,0 0,0-1,0 0,-1 0,0-2,0 1,0-1,0-1,-1 0,0 0,-1-1,0-1,0 1,0-1,-1-1,-1 0,0 0,0 0,-1-1,0 0,3-8,-6 9,-15 31,8-9,-1 0,2 1,-1-1,2 1,0-1,0 1,1 0,1 0,0 8,1-16,-1 1,1-1,0 0,0 0,1 0,0 0,0 0,0 0,0 0,1 0,-1-1,1 1,0-1,1 0,-1 0,1 0,0 0,0-1,0 1,0-1,1 0,-1 0,1-1,2 2,27 6,-2-5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4:35.63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261 40,'-14'-6,"-1"0,0 1,0 1,0 1,-1 0,1 0,-1 2,-6 0,17 0,0 1,1 1,-1-1,0 1,0-1,1 2,-1-1,0 0,1 1,-1 0,1 0,0 0,0 0,0 1,0 0,0-1,0 1,1 1,-1-1,1 1,0-1,0 1,0 0,0 0,1 0,0 0,0 1,-2 3,3-4,0-1,0 1,0-1,1 0,-1 1,1 0,0-1,0 1,0-1,0 1,1-1,0 1,-1-1,1 1,0-1,0 0,1 0,-1 1,1-1,0 0,0 0,0 0,0 0,0-1,1 1,-1-1,1 1,-1-1,3 1,4 4,0-1,1-1,0 1,0-2,1 1,-1-1,1-1,9 2,19 1,1-1,-1-2,1-2,-1-1,1-2,0-2,-1-2,0-1,-1-2,1-2,20-9,-42 14,-1 0,0 0,0-2,0 0,-1 0,0-2,-1 0,0 0,0-1,-1-1,8-10,-19 21,-1 0,0 0,0 0,0 0,0 0,0 0,0 0,0-1,0 1,-1 0,1-1,0 1,-1 0,1-1,-1 1,1-1,-1 1,0-1,0 1,0-1,1 1,-2-1,1 1,0-1,0 1,0-1,-1 1,1-1,0 1,-1 0,1-1,-1 1,0 0,0-1,1 1,-1 0,0 0,0-1,0 1,0 0,-1 0,-3 0,0-1,-1 1,0 1,1-1,-1 1,1 0,-1 0,0 1,1-1,-1 1,1 0,-1 1,1-1,0 1,-1 0,1 1,0-1,1 1,-1 0,0 0,1 1,-1-1,1 1,0 0,0 0,1 1,-1-1,1 1,0-1,0 1,-2 5,4-7,0 1,0 0,0-1,1 1,-1 0,1 0,0 0,0-1,0 1,0 0,1 0,-1-1,1 1,0 0,1-1,-1 1,0-1,1 1,0-1,0 1,0-1,0 0,0 0,1 0,-1 0,2 0,4 5,1-1,-1 0,1-1,0 1,0-2,1 0,0 0,7 3,14 1,0 0,0-2,1-1,0-2,22 0,16 0</inkml:trace>
  <inkml:trace contextRef="#ctx0" brushRef="#br0" timeOffset="368.365">1411 80,'-17'-9,"0"0,-1 0,0 2,0 0,-1 1,1 1,-1 1,-1 1,1 0,-10 1,25 1,0 1,0-1,0 1,0 0,0 0,0 1,0-1,0 1,0 0,1 0,-1 0,0 0,0 1,1-1,-1 1,1 0,-1 0,1 1,0-1,0 1,0-1,0 1,0 0,1 0,-1 0,1 1,0-1,0 0,0 1,0 0,1-1,0 1,-1 0,1 0,0 0,1 0,-1-1,1 1,0 0,0 0,0 0,0 0,1 1,0 0,1 0,0 0,1 0,-1 0,1-1,-1 1,1-1,1 0,-1 0,0 0,1 0,0-1,0 1,0-1,1 0,-1 0,0-1,1 1,0-1,0 0,3 1,1 0,2 0,-1 0,0-1,0 0,1 0,-1-1,1-1,-1 0,1 0,4-2,-9 0,0-1,0 1,0-1,0-1,-1 1,1-1,-1 0,0 0,0 0,0-1,-1 0,1 0,-1 0,0-1,-1 1,1-1,-1 0,0 0,-1 0,1 0,-1 0,-1-1,1 1,-1-1,0 1,0-1,-1 1,0-1,0 0,-1 1,1-1,-3-5,-3-12,6 24,0-1,0 1,0 0,-1 0,1-1,0 1,0 0,-1 0,1 0,0-1,0 1,-1 0,1 0,0 0,0 0,-1-1,1 1,0 0,-1 0,1 0,0 0,-1 0,1 0,0 0,0 0,-1 0,1 0,0 0,-1 0,1 0,0 0,-1 0,1 1,0-1,-1 0,1 0,0 0,0 0,-1 0,1 1,0-1,0 0,-1 0,1 1,0-1,0 0,0 0,0 1,-1-1,1 0,0 0,0 1,0-1,0 0,0 1,0-1,0 0,0 1,0-1,0 0,0 1,0-1,0 0,0 0,0 1,0-1,0 0,0 1,0-1,-1 5,-1 0,1 0,0 0,1 0,-1 0,1 0,0 0,0 0,1 0,0 0,0 0,0 0,0 0,1 0,-1-1,1 1,0 0,1-1,-1 1,1-1,0 0,0 0,0 0,1-1,0 1,-1-1,1 1,0-1,3 2,30 21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24:31.4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158 143,'-2'35,"-2"0,-1 0,-2 0,-11 31,12-41,-109 371,115-388,9-32,-7 20,80-241,-32 91,32-62,-80 212,4-11,0 0,1 0,1 1,1 0,0 1,0 0,8-8,-17 21,1-1,0 0,-1 0,1 0,0 1,-1-1,1 0,0 1,0-1,0 1,0-1,-1 1,1-1,0 1,0 0,0 0,0-1,0 1,0 0,0 0,0 0,0 0,0 0,0 0,0 0,0 0,0 0,0 0,0 1,0-1,0 0,0 1,0-1,-1 1,1-1,0 1,0-1,0 1,-1 0,1-1,0 1,-1 0,1-1,0 1,-1 0,1 0,-1 0,1 0,-1 0,0-1,1 1,-1 0,0 0,17 56,9 219,-22-191,4 0,15 61,6-54,-16-64</inkml:trace>
  <inkml:trace contextRef="#ctx0" brushRef="#br0" timeOffset="264.985">38 383,'18'5,"29"1,32-3,31-6,27-5,15-3,-18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4:31.0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65,'23'5,"23"1,20-3,19-6,14-7,5-4,-3 0,-8 0,-13 3,-15 3,-19 3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4:32.4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 1,'-14'4,"-4"2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4:31.5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254 125,'-10'56,"-3"-1,-2 0,-2-1,-3-1,-2-1,-2-1,-2-1,-3-1,-6 4,1-10,30-49,47-115,14-29,93-216,-118 314,-24 61,7 138,-1-8,6 0,6-1,26 71,-47-192</inkml:trace>
  <inkml:trace contextRef="#ctx0" brushRef="#br0" timeOffset="250.331">1 473,'18'0,"19"0,23-4,20-7,18-5,12-8,7-3,-3-2,-19 4</inkml:trace>
  <inkml:trace contextRef="#ctx0" brushRef="#br0" timeOffset="571.481">1471 166,'-16'-9,"-1"1,0 1,0 0,0 1,-1 1,1 1,-1 1,-1 0,1 1,0 1,0 0,-1 2,1 0,0 1,0 1,0 1,0 0,0 1,1 1,0 1,0 0,1 2,0 0,0 0,1 1,0 1,1 1,0 0,1 1,1 0,0 1,0 0,1 1,1 0,1 1,-4 7,9-11,0-1,0 1,1 0,1 0,0 0,0 1,1-1,1 0,0 1,1-1,0 0,1 1,0-1,1 0,0 0,1-1,1 1,0-1,0 0,1 0,0 0,1-1,0 0,8 9,-2-5,1 1,0-2,1 0,0 0,1-2,0 0,1-1,0 0,0-1,1-1,1-1,-1-1,1 0,0-1,0-2,1 1,-1-2,1-1,-1 0,1-2,0 0,-1-1,0-1,1-1,8-3,24-15,-8-1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4:28.09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310 492,'-22'-36,"-47"-54,67 88,1 1,-1 0,0 0,1 0,-1 0,0 0,0 0,0 0,0 1,0-1,0 1,0-1,0 1,0 0,0 0,0 0,0 0,0 0,0 0,0 1,0-1,0 1,0-1,0 1,0 0,0 0,1 0,-1 0,0 0,1 0,-1 0,0 0,-1 2,-43 54,44-55,-79 145,75-128,1 0,0 0,2 1,0 0,1 0,1 0,1 0,1-1,1 6,-3-23,1 0,0 0,-1 0,1-1,0 1,0 0,0 0,0 0,1 0,-1 0,1 0,-1 0,1 0,-1 0,1-1,0 1,0 0,0 0,0-1,0 1,0-1,0 1,1-1,-1 1,1-1,-1 0,1 0,-1 0,1 0,-1 0,1 0,0 0,0 0,0 0,-1-1,1 1,0-1,0 0,0 1,0-1,0 0,0 0,0 0,0 0,0-1,0 1,0 0,-1-1,1 1,1-1,10-9,-1-1,1 0,-2-1,0 0,0-1,-1 0,0-1,-1 0,-1 0,-1-1,1-2,18-40,-2-1,-3-1,2-21,7-17,-22 77,-6 36,-31 121,14-75,3 1,2 0,4 0,13 23,-6-83,0 0,0-1,0 1,0-1,0 1,0-1,1 1,-1-1,1 0,0 0,-1 0,1 0,0 0,0 0,1 0,-1-1,0 1,0-1,1 1,-1-1,1 0,-1 0,1 0,0 0,-1-1,1 1,0-1,0 1,1-1,3-1,0 0,1 0,-1 0,0-1,0 0,0-1,0 1,0-2,-1 1,1 0,-1-1,0 0,4-4,20-15</inkml:trace>
  <inkml:trace contextRef="#ctx0" brushRef="#br0" timeOffset="418.934">538 479,'0'1,"0"1,1 0,-1 0,1 0,-1 0,1 0,0-1,0 1,0 0,0 0,0-1,0 1,0-1,0 1,1-1,-1 0,0 1,1-1,0 0,-1 0,1 0,0 0,-1 0,1 0,0-1,0 1,0 0,-1-1,1 0,0 1,0-1,0 0,0 0,0 0,0 0,0 0,0-1,70-26,-49 10,0-1,-2 0,0-2,-1 0,-1-1,-1-1,-1-1,-1-1,-1 0,-1-1,9-22,-17 35,-1 0,0-1,-1 0,0 1,-1-1,-1-1,0 1,-1 0,0 0,-1-1,-1 1,0-2,1 13,0 1,0-1,0 0,0 0,0 1,-1-1,1 1,-1-1,1 0,-1 1,0-1,1 1,-1-1,0 1,0-1,0 1,0 0,0-1,0 1,-1 0,1 0,0 0,-1 0,1 0,-1 0,1 0,-1 1,1-1,-1 0,1 1,-1-1,0 1,1 0,-1 0,0-1,1 1,-1 0,0 0,1 0,-1 1,0-1,1 0,-1 1,0-1,1 1,-1-1,1 1,-1 0,1 0,-1 0,1 0,-1 0,-6 7,1-1,1 1,-1 1,1-1,0 1,1 0,0 0,1 1,0 0,0-1,1 1,0 0,-1 7,-17 77,4 1,4 1,1 57,1-17,-24 145,-12-2,-15 14,40-204</inkml:trace>
  <inkml:trace contextRef="#ctx0" brushRef="#br0" timeOffset="770.997">497 1039,'-1'0,"0"0,0 0,0-1,0 1,1-1,-1 1,0 0,0-1,0 0,0 1,0-1,1 0,-1 1,0-1,1 0,-1 0,0 1,1-1,-1 0,1 0,-1 0,1 0,0 0,-1 0,1 0,0 0,0 0,-1 0,1 0,0 0,0 0,0 0,0 0,1 0,-1 0,0 0,0 0,0 0,1 0,-1 0,1 0,-1 0,1 1,-1-1,1 0,-1 0,1 0,0 0,-1 1,1-1,0 0,0 0,134-87,319-159,-377 216,-75 32,0 0,0-1,1 1,-1 0,0 0,0 1,0-1,0 0,0 1,0-1,-1 1,1-1,0 1,-1 0,1 0,-1 0,0 0,0 0,0 0,0 0,0 0,0 0,0 1,-1-1,1 0,-1 1,1-1,-1 0,0 1,0-1,0 0,0 1,-1-1,1 0,0 1,-1-1,0 0,0 0,0 1,1 5,-4 53,2-42,1 0,0 0,1 0,1 1,1-1,4 18,-5-34,0 0,-1 0,1 0,0 0,0 0,1-1,-1 1,1 0,-1-1,1 1,0-1,0 1,0-1,0 0,0 0,1 0,-1 0,1 0,-1 0,1-1,0 1,-1-1,1 0,0 0,0 0,0 0,0 0,0-1,0 1,2-1,13-3</inkml:trace>
  <inkml:trace contextRef="#ctx0" brushRef="#br0" timeOffset="1017.334">1220 292,'-14'-5,"-4"1,0 4,9 5,14 5,16 3,13 2,1-3</inkml:trace>
  <inkml:trace contextRef="#ctx0" brushRef="#br0" timeOffset="1544.507">1634 586,'-9'-3,"0"0,0 1,0 0,-1 0,1 1,0 1,-1-1,1 2,-1-1,1 1,0 1,0-1,-1 2,1-1,0 1,1 1,-1 0,1 0,-1 0,1 1,0 0,1 1,-1 0,1 0,0 0,1 1,0 0,0 1,0-1,1 1,0 0,0 0,1 1,0-1,1 1,0 1,2-7,0 0,1 0,-1 0,1 0,0 0,0 0,0 0,1 0,-1 0,1 0,-1 0,1 0,0 0,0 0,0 0,1 0,-1 0,1-1,-1 1,1-1,0 1,0-1,0 0,0 1,0-1,1 0,-1-1,1 1,-1 0,1-1,0 1,0-1,0 0,-1 0,1 0,2 0,113 17,-117-18,-1 1,-1-1,0 1,1-1,-1 1,1-1,-1 1,1-1,-1 1,1 0,0-1,-1 1,1 0,0 0,0-1,-1 1,1 0,0 0,0-1,0 1,0 0,0 0,0-1,0 1,0 0,0 0,0-1,0 1,1 0,-1 0,0-1,1 1,-1 0,0-1,1 1,-1 0,1-1,-1 1,1 0,-1-1,1 1,-1-1,1 1,-1-1,1 0,0 1,-1-1,1 1,0-1,0 0,-1 0,1 1,0-1,0 0,-1 0,1 0,0 0,0 0,-1 0,1 0,0 0,0 0,-1 0,1-1,0 1,0 0,-1 0,1-1,0 1,-1 0,1-1,-141 119,139-117,-1 0,1 0,0 0,0 0,0 0,0 0,0 0,0 1,0-1,0 0,0 1,0-1,1 1,-1-1,0 1,1-1,0 1,-1-1,1 1,0-1,0 1,0-1,0 1,0 0,0-1,0 1,0-1,1 1,-1-1,0 1,1-1,0 1,-1-1,1 1,0-1,0 0,0 1,0-1,0 0,0 0,0 0,0 0,0 0,0 0,1 0,-1 0,0 0,2 0,97 31,-50-20,46 25,-92-35,0 0,0 1,0-1,0 1,-1 0,1 0,-1 0,0 1,0-1,0 1,0-1,-1 1,1 0,-1 0,0 0,0 0,-1 1,1-1,-1 1,0-1,0 1,-2 1,0 0,0 0,-1 0,0-1,0 1,-1-1,1 1,-1-1,0 0,-1 0,1 0,-1 0,0-1,0 1,-1-1,1 0,-1-1,0 1,0-1,0 0,-5 3,-6 3,1 0,-1 0,0-2,-1 0,0-1,0-1,-1 0,1-1,-11 0,25-3,0-1,0 0,-1 0,1 0,0 0,0 0,0 0,0-1,0 0,0 1,0-1,0 0,0-1,0 1,0 0,-2-3,-10-10</inkml:trace>
  <inkml:trace contextRef="#ctx0" brushRef="#br0" timeOffset="2199.296">2034 638,'-7'-4,"-1"1,1-1,-1 1,0 1,0 0,0 0,-1 0,1 1,0 0,-1 1,1 0,-1 0,1 1,0 0,-1 0,1 1,0 0,0 0,0 1,0 0,1 1,-1 0,1 0,0 0,0 1,-1 1,-1 1,0 1,0 0,1 1,0 0,1 0,0 1,0 0,1 0,0 0,1 1,0 0,1 0,0 0,0 1,2-1,-1 1,1 0,1 2,1-12,0 1,0 0,0-1,0 1,1 0,-1-1,1 1,-1 0,1-1,0 1,0-1,1 1,-1-1,0 0,1 0,-1 1,1-1,0 0,0 0,-1 0,2-1,-1 1,0 0,0-1,0 1,1-1,-1 0,1 0,-1 0,1 0,-1 0,1-1,-1 1,1-1,0 1,-1-1,1 0,0 0,-1 0,3-1,10-2,-1-1,0-1,0 0,0-1,-1-1,1 0,-1 0,-1-1,0-1,0 0,-1-1,0 0,0-1,-1 0,-1-1,0 0,1-1,23-25,-39 80,-9 55,15-95,1 1,-1-1,0 1,1-1,-1 1,1-1,0 1,0-1,0 1,0-1,0 0,1 0,-1 0,1 1,-1-1,1-1,0 1,0 0,0 0,0-1,0 1,0-1,0 1,0-1,1 0,-1 0,0 0,1 0,-1 0,1-1,-1 1,1-1,-1 0,1 0,0 1,0-2,15 0,0-1,-1-1,1-1,-1 0,0-1,0-1,-1-1,1 0,-2-1,13-9,11-6,0-3,-2 0,-1-3,-2-1,-1-2,-1-1,19-25,-38 42,-16 54,-14 51,3 0,5 1,3 0,6 74,8-42,-5-106</inkml:trace>
  <inkml:trace contextRef="#ctx0" brushRef="#br0" timeOffset="2451.62">2529 131,'-4'-2,"7"-1,15 0,13-2,1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4:42.68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198 15,'-6'-3,"0"1,0 0,0 0,0 1,0-1,0 1,0 0,0 1,0 0,0 0,-1 0,1 1,0-1,0 2,0-1,0 1,0-1,0 2,0-1,1 1,-1 0,1 0,0 0,0 1,0-1,0 2,1-1,-1 0,1 1,0 0,0-1,1 2,0-1,-1 0,2 1,-3 5,4-6,0 1,1-1,-1 1,2 0,-1-1,0 1,1-1,0 1,0-1,1 0,-1 1,1-1,1 0,-1 0,1 0,-1 0,1-1,1 1,-1-1,1 0,-1 1,4 1,98 78,28-3,57 41,-112-43,-76-77,0 1,0-1,-1 1,1 0,-1-1,1 1,-1 0,0 0,0 0,0 0,0 0,-1 0,1 0,-1 0,0 0,0 1,0-1,0 0,0 0,-1 0,1 0,-1 0,0 0,0 0,0 0,0 0,-1 0,1-1,-1 1,0 0,0-1,0 1,0 0,-7 3,0 0,0-1,-1 0,1-1,-1 0,0 0,-1-1,1 0,0-1,-1 0,1 0,-1-2,0 1,1-1,-1-1,0 0,1 0,-2-1,1 0,0 0,1-1,-1 0,1 0,0-1,0 0,1-1,-1-1,-2-1,9 5,0 0,0 0,0 0,0-1,1 1,-1-1,1 1,-1-1,1 0,0 0,0 0,0 0,1-1,-1 1,1 0,-1-1,1 1,0-1,1 1,-1-1,1 0,-1 1,1-1,0 0,0 1,1-1,-1 0,2-3,3-3,1 0,1 0,0 0,0 1,1 0,0 0,0 1,1 0,0 1,1-1,-1 2,1-1,1 2,-1-1,1 1,0 1,7-2,93-38,-72 31,-2-2,0-1,0-2,11-10,-40 23,0-1,0 0,-1-1,0 0,0 0,-1 0,0-1,0 0,2-6,-6 11,0 0,-1 0,1 1,-1-1,0-1,0 1,0 0,-1 0,1 0,-1 0,1-1,-1 1,0 0,0 0,-1-1,1 1,-1 0,1 0,-1 0,0 0,0 0,0 0,-1 0,1 0,-1 0,0 0,1 1,-1-1,-1 1,1-1,0 0,-1 1,1 0,0 0,-1 0,1 1,-1-1,0 1,1-1,-1 1,0 0,0 0,0 0,0 0,0 1,0-1,0 1,0-1,0 1,0 0,0 1,0-1,0 0,0 1,0 0,0 0,0-1,0 2,0-1,0 0,1 1,-1-1,0 1,1 0,-1 0,1 0,0 0,0 0,0 0,0 1,-1 0,-1 5,-1 0,1 0,0 1,1 0,0 0,1-1,-1 2,2-1,-1 0,1 0,1 1,0-1,0 0,0 1,2-1,-1 0,1 0,0 0,1 0,0 0,0 0,1-1,0 1,1-1,0 0,0-1,0 1,1-1,0 0,1 0,0-1,0 0,0 0,1 0,0-1,7 4,1-2,0 0,0-1,0 0,1-1,0-1,0-1,0-1,0 0,0-1,1 0,14-3,3-1,1-2,-1-1,0-2,0-1,24-11,-37 13,0-1,-1-1,0-1,-1-1,1 0,-2-2,0 0,-1-2,0 0,-1 0,5-8,-19 20,0 1,-1-1,1 0,-1 0,0 0,0 0,0-1,0 1,-1-1,1 1,-1-1,0 1,0-1,0 0,-1 1,1-1,-1 0,0 0,0 1,0-1,0 0,-1 0,0 0,1 1,-1-1,-1 1,1-1,0 0,-1 1,0 0,0-1,0 1,0 0,0 0,-1 0,1 1,-1-1,0 0,0 1,0 0,0-1,-1 1,-8-3,-1 1,1 1,-1-1,0 2,-1 0,1 0,0 2,0-1,-1 2,1 0,0 0,0 1,0 1,0 0,0 1,0 0,1 1,0 0,0 1,0 1,1 0,-3 2,7-4,1 1,-1 0,1 0,1 0,-1 0,1 1,0 0,1 0,-1 1,1-1,1 1,0 0,-2 5,4-10,0 1,0-1,1 1,-1-1,1 0,0 1,0-1,0 1,0-1,1 1,0-1,-1 1,1-1,0 1,1-1,-1 0,0 0,1 0,0 0,0 0,0 0,0 0,0 0,1-1,-1 1,1-1,-1 0,1 0,0 0,0 0,0 0,0-1,2 2,13 3,1 0,0-1,0-1,0-1,0-1,0 0,1-1,-1-2,1 0,-1 0,0-2,0-1,0 0,10-4,-6 0,0-1,-1-1,0-1,0-1,16-13,-37 25,0 0,-1 0,1-1,0 1,-1 0,1 0,0 0,-1 0,1 0,0 0,-1 0,1 0,0 0,-1 0,1 0,0 0,-1 1,1-1,0 0,-1 0,1 1,-1-1,1 0,-1 1,1-1,-1 1,1-1,-1 1,1-1,-1 1,1-1,-1 1,0-1,1 1,-1 0,0-1,1 1,-1-1,0 1,0 0,0-1,1 1,-1 0,0-1,0 1,0 0,0-1,0 1,-1 0,1-1,0 1,0 0,0-1,0 1,-1 0,1-1,0 1,-1-1,1 1,0-1,-1 1,1-1,-1 1,1-1,-1 1,1 5,-4 55,2 0,3 0,6 30,90 430,-94-499,-1 1,-2-1,0 0,-1 0,-1 0,-5 19,6-33,-1-1,0 1,-1-1,0 0,0 0,0 0,-1 0,0-1,0 1,-1-1,0 0,0 0,0-1,-1 0,0 0,0 0,0 0,-1-1,1 0,-1 0,-1-1,0 0,-1 0,1-1,0-1,-1 1,1-1,-1-1,0 0,1 0,-1 0,1-1,-1 0,1-1,0 0,-1-1,1 1,0-1,0-1,1 0,-1 0,1 0,0-1,0 0,0 0,1-1,-1 0,1 0,1-1,-1 1,1-1,0 0,1-1,0 1,0-1,-2-7,-1-1,1-1,1 0,1 0,1 0,0 0,1-1,1 1,0-1,2 1,0-1,1 1,0 0,1 0,2 0,-1 0,2 0,0 1,1 0,1 0,0 1,1 0,1 0,0 1,1 0,1 1,0 0,12-9,7 0,2 1,0 2,1 1,1 2,0 2,1 0,0 3,38-7,14-4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4:39.60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107 362,'-4'23,"-3"21,2 14,0 11,-1 8,-1-1,-2-3,0-11,0-12,1-19,2-20,2-12</inkml:trace>
  <inkml:trace contextRef="#ctx0" brushRef="#br0" timeOffset="433.841">0 322,'13'-4,"1"1,-1 0,1 0,0 2,0 0,-1 0,1 1,0 1,0 0,0 1,-1 1,1 0,-1 0,0 2,0-1,12 8,-10-6,-1 0,0 1,0 1,-1 0,0 1,8 8,-17-14,-1-1,0 1,0 0,0 0,0 1,0-1,-1 1,0-1,0 1,0 0,0-1,0 1,-1 0,1 0,-1 1,0-1,-1 0,1 0,-1 0,0 1,0-1,0 0,0 0,-1 1,1-1,-2 3,-4 5,-1-2,0 1,-1-1,0 0,0 0,-1-1,0 0,-1-1,0 0,0 0,-1-1,1 0,-2-1,-10 4,-79 33,167-47,-40 1,0 2,1 1,0 1,-1 1,19 5,-36-5,1 0,-1 1,1 0,-1 0,0 1,0 0,0 1,-1 0,0 0,0 1,0 0,0 0,-1 1,0 0,-1 0,0 1,0 0,-3-4,0 0,-1 0,0 0,0 0,0 1,0-1,-1 0,0 1,0 0,0-1,0 1,-1 0,0-1,0 1,0 0,0-1,-1 1,0 0,0-1,0 1,0-1,-1 1,0-1,0 0,0 0,0 0,-1 0,1 0,-1 0,0 0,-2 1,-9 7,-1 0,0 0,-1-2,0 0,-1 0,0-2,0 0,-1-1,0-1,0 0,-1-2,0 0,1-1,-1-1,-17 0,34-1,-1 0,1-1,0 1,0-1,-1 0,1 0,0 0,-1 0,1 0,0 0,-1-1,1 1,0-1,-1 0,1 0,0 1,0-1,0-1,0 1,0 0,0 0,0-1,0 1,1-1,-1 0,0 1,1-1,-1 0,1 0,0 0,0 0,0 0,-1-1,12-21,7 0</inkml:trace>
  <inkml:trace contextRef="#ctx0" brushRef="#br0" timeOffset="713.093">989 509,'-2'-8,"0"0,-1 0,-1 0,1 0,-1 1,0 0,-1-1,0 1,0 1,-1-1,1 1,-1 0,-1 0,1 1,-1 0,0 0,0 0,0 1,-1 0,0 0,0 1,0 0,0 1,0 0,0 0,-1 0,1 1,0 0,-1 1,1 0,-1 1,1-1,-1 1,1 1,0 0,-1 0,-4 6,1-1,0 2,1 0,0 0,0 1,1 1,0-1,1 2,0-1,1 1,1 1,-1-1,2 1,0 0,0 1,2 0,-1-1,2 1,0 1,-1 6,3-12,0 0,0-1,1 1,0 0,0 0,1 0,0 0,1 0,0-1,0 1,1-1,0 1,1-1,0 0,0 0,0-1,1 1,0-1,1 0,0 0,0-1,0 1,1-1,0-1,0 1,0-1,2 0,12 5,1-2,-1 0,2-1,-1-2,1 0,-1-1,1-2,0 0,0-1,0-2,0 0,0-1,0-2,0 0,-1-1,22-9,26-10</inkml:trace>
  <inkml:trace contextRef="#ctx0" brushRef="#br0" timeOffset="948.651">1391 362,'0'-3,"0"5,-3 8,0 10,0 9,-2 13,1 9,-3 8,2 3,-2 0,0-4,2-9,2-11,1-14,3-18,2-10</inkml:trace>
  <inkml:trace contextRef="#ctx0" brushRef="#br0" timeOffset="1229.977">1337 496,'-42'-178,"42"178,-1-1,1 1,0 0,0-1,-1 1,1 0,0-1,0 1,-1-1,1 1,0 0,0-1,0 1,0-1,0 1,0-1,0 1,0 0,-1-1,2 1,-1-1,0 1,0-1,0 1,0 0,0-1,0 1,0-1,0 1,1 0,-1-1,0 1,0-1,1 1,-1 0,0-1,0 1,1 0,-1-1,0 1,1 0,-1 0,1-1,-1 1,0 0,1 0,-1 0,1 0,-1-1,0 1,1 0,-1 0,1 0,21 15,48 48,-3 2,-3 4,14 23,-65-77,-1 1,-1 0,0 1,-1 1,-1 0,4 12,-11-25,0 0,-1 0,0 0,0 0,0 0,0 0,-1 0,0 0,0 0,0 0,-1 0,1 0,-1 0,0 0,-1 0,1 0,-1 0,0-1,0 1,-1-1,1 1,-1-1,0 0,0 0,-1 0,1 0,-1-1,-1 2,-18 10,0 0,-2-2,1 0,-1-2,-1-1,0-1,-1-1,-12 1,18-3,-23 6,10-3</inkml:trace>
  <inkml:trace contextRef="#ctx0" brushRef="#br0" timeOffset="1495.271">2299 1,'0'14,"-2"20,-6 22,-5 23,-8 20,-9 14,-9 11,-7 4,-4 1,-1-6,2-9,4-14,8-16,10-23</inkml:trace>
  <inkml:trace contextRef="#ctx0" brushRef="#br0" timeOffset="1811.427">2353 602,'13'-10,"1"0,1 1,0 0,0 1,0 1,1 0,0 1,1 1,-1 1,1 0,0 1,0 1,0 0,0 1,9 2,-18-2,-1 1,1 0,-1 1,1 0,-1 0,1 0,-1 1,0 0,0 1,0 0,0 0,0 0,0 1,-1 0,0 0,0 0,0 1,0 0,-1 0,1 1,-1 0,-1-1,1 2,-1-1,0 0,-1 1,1 0,-1 1,5 21,-3 1,0-1,-2 1,-1 0,-1 0,-2 0,-1 0,-1 0,-1-1,-5 14,-4 50,9 15,5-102,-1-1,1 0,0 0,0 0,1 0,0 0,-1 0,2 0,-1 0,0-1,1 1,0-1,0 0,0 0,1 0,-1 0,1 0,0-1,1 1,13 6</inkml:trace>
  <inkml:trace contextRef="#ctx0" brushRef="#br0" timeOffset="1996.926">2393 790,'16'0,"23"0,26 0,26-2,26-4,17-2,12-2,-20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4:38.79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320 470,'-16'-4,"-1"1,0 1,0 0,-1 1,1 1,0 1,0 0,0 1,-2 1,11-1,1 0,-1 0,1 1,-1 0,1 0,0 1,0 0,0 0,1 1,-1 0,1 0,0 0,1 1,-1 0,1 0,0 0,1 1,-1 0,1 0,-1 3,2-3,0 0,0 0,1 1,0-1,0 1,1 0,0-1,0 1,1 0,0 0,0-1,2 8,-1-12,-1 0,1 0,0 0,0 0,0 0,0 0,1 0,-1-1,1 1,0 0,0-1,0 1,0-1,0 0,0 1,1-1,-1 0,1-1,-1 1,1 0,0-1,0 1,0-1,-1 0,1 0,1 0,-1 0,0-1,0 1,0-1,0 0,2 0,5-1,0-1,1-1,-1 1,-1-2,1 1,0-1,-1-1,0 0,0 0,0-1,0 0,-1 0,0-1,-1 0,1-1,-1 1,-1-1,2-2,12-19,-2-1,-1-1,-1 0,-1-1,-2 0,-1-1,-2-1,-1 0,-2 0,-1 0,-2-1,-1 0,-2 0,-1 0,-2-2,-6-58,7 96,1 0,0 0,-1 0,1 0,0 0,-1-1,1 1,-1 0,1 0,-1-1,0 1,1 0,-1-1,0 1,1 0,-1-1,0 1,0-1,1 0,-1 1,0-1,0 1,0-1,0 0,0 0,0 1,1-1,-1 0,0 0,0 0,0 0,0 0,0 0,0-1,0 1,0 0,0 0,1-1,-1 1,0 0,0-1,0 1,0-1,1 1,-1-1,0 1,0-1,1 0,-1 1,1-1,-1 0,0 1,1-1,-1 0,1 0,0 0,-1 1,1-1,0 0,-1 0,1 0,0 0,0 0,0 0,0 0,0 0,0 1,0-1,0-1,-15 28,2 2,1-1,1 2,1-1,2 1,0 1,-1 19,-2 5,3 1,2 0,2 0,4 41,-1-89,1 0,0 0,0-1,1 1,0 0,0 0,0 0,1-1,0 1,1-1,-1 1,1-1,0 0,1 0,-1 0,1-1,1 1,-1-1,1 0,0 0,0 0,0-1,0 0,1 0,0 0,0 0,0-1,4 0,0-1,0 0,0 0,0-1,1 0,-1-1,0 0,0-1,0 0,1-1,-1 1,0-2,-1 0,1 0,0-1,-1 0,5-3,3-2,-1 0,1-2,-2 0,1-1,-2 0,1-1,-2-1,11-14,-15 17,0-1,-1-1,0 0,-1 0,-1 0,0-1,-1 0,0 0,0-6,-5 15,-5 12,-4 16,3-9,2 1,0 0,0 0,2 1,0-1,0 0,2 1,0-1,1 1,0-1,1 1,3 9,-4-22,0 1,1-1,-1 0,1 0,0 0,0 0,0 0,0 0,1 0,-1 0,1-1,0 1,-1-1,1 0,1 0,16 8</inkml:trace>
  <inkml:trace contextRef="#ctx0" brushRef="#br0" timeOffset="468.795">642 123,'-2'3,"1"0,0 0,0 0,0 0,1 0,-1 1,1-1,-1 0,1 0,0 1,0-1,1 0,-1 1,1-1,-1 0,1 0,0 0,1 0,-1 1,0-1,1-1,-1 1,1 0,0 0,0-1,0 1,1-1,1 3,78 55,-30-31,-32-20,0 0,-1 2,0 0,-1 1,0 1,-1 1,0 0,-1 1,-1 1,0 1,-1 0,-1 0,-1 2,-1-1,1 3,33 185,-45-204,0-1,0 0,0 1,0-1,0 0,0 0,1 1,-1-1,0 0,1 1,-1-1,1 0,-1 0,1 0,0 0,0 0,-1 0,1 0,0 0,0 0,0 0,0 0,0 0,0 0,0-1,0 1,1 0,-1-1,0 1,0-1,1 1,-1-1,0 0,0 0,1 1,-1-1,0 0,1 0,-1 0,0 0,1-1,-1 1,0 0,0-1,1 1,-1 0,0-1,0 1,1-1,-1 0,0 1,1-2,8-8,0-1,0 0,-1-1,-1 0,0-1,0 1,-1-1,-1-1,-1 1,1-1,-2 0,1-4,-3 11,41-136,-35 134,-4 25,-2 21,-3-27,1 1,0-1,0 0,1 0,0 0,1 0,0 0,1-1,0 1,1-1,0 1,0-1,1 0,0-1,0 1,1-1,0 0,1 0,5 4,2-2,1-1,0 0,1-1,0-1,0-1,0 0,1-1,0-1,0 0,14 0,39 6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4:34.70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80 117,'-9'-9,"-1"1,6 10,9 10,7 13,6 11,1-1</inkml:trace>
  <inkml:trace contextRef="#ctx0" brushRef="#br0" timeOffset="1037.193">1257 130,'0'0</inkml:trace>
  <inkml:trace contextRef="#ctx0" brushRef="#br0" timeOffset="-248.339">53 478,'0'2,"0"6,0 8,-2 8,-3 9,-3 5,-3 4,1-1,3-3,1-5,3-9</inkml:trace>
  <inkml:trace contextRef="#ctx0" brushRef="#br0" timeOffset="265.294">214 839,'22'-6,"-1"-1,1-1,-1-1,0-1,-1-1,-1 0,1-2,-2 0,0-1,-1-1,0-1,-1 0,10-14,-21 23,1 0,-1-1,0 0,-1 0,0 0,0 0,-1-1,0 0,1-6,-3 12,-1 1,1-1,-1 0,0 1,0-1,0 0,0 0,0 1,0-1,-1 0,1 1,-1-1,0 1,0-1,0 1,0-1,0 1,-1-1,1 1,-1 0,1 0,-1 0,0 0,0 0,0 0,0 0,0 1,0-1,-1 1,1-1,0 1,-1 0,1 0,-1 0,-2 0,1-1,0 1,-1 1,1-1,-1 1,1-1,-1 1,1 0,0 1,-1-1,1 1,-1 0,1 0,0 0,0 1,-1 0,1 0,0 0,1 0,-1 0,0 1,0-1,1 1,0 0,0 0,0 1,0-1,0 1,0 0,-8 10,1 0,1 1,1 0,0 0,0 1,-4 16,9-25,-1-1,1 1,0 0,1 1,0-1,0 0,1 1,0-1,0 1,0-1,1 1,0-1,1 1,0-1,0 1,0-1,1 1,0-1,1 0,0 0,0 0,0 0,1-1,0 1,0-1,0 0,1 0,0 0,0 0,28 13</inkml:trace>
  <inkml:trace contextRef="#ctx0" brushRef="#br0" timeOffset="787.898">922 451,'-10'1,"1"0,-1 0,0 1,1 1,-1-1,1 2,0-1,0 1,0 0,1 1,-1 0,1 1,0-1,0 2,3-4,1 1,-1 0,1 0,0 0,0 1,0 0,1-1,0 1,0 0,0 1,0-1,1 0,0 1,0 0,0-1,1 1,0 0,0 0,1 0,-1 0,1-1,0 1,1 4,2-1,1-1,0 1,1-1,-1 0,1 0,1 0,0-1,0 0,0 0,1 0,0-1,0 0,1 0,-1-1,1 0,0 0,1-1,-1 0,1-1,0 0,5 2,53 29,-66-34,1 0,-1 1,0-1,0 1,0-1,0 1,0 0,0-1,0 1,0 0,0 0,0 0,0 0,0 0,0 0,-1 0,1 0,0 0,-1 0,1 0,-1 0,1 0,-1 1,1-1,-1 0,0 0,0 0,0 1,0-1,0 0,0 1,0-1,0 0,0 0,0 0,-1 1,1-1,0 0,-1 0,1 0,-1 1,0-1,1 0,-1 0,0 0,1 0,-1 0,0 0,0-1,0 1,0 0,0 0,0-1,0 1,-10 6,0-1,0 0,0 0,0-2,-1 1,0-1,0-1,0 0,0-1,0 0,-1-1,-6 0,18-1,-1 0,1 1,-1-1,0 0,1 0,-1 0,1-1,-1 1,1 0,-1 0,1-1,-1 1,1-1,-1 0,1 1,-1-1,1 0,0 0,-1 0,1 0,0 0,0 0,0 0,0 0,0 0,0 0,0-1,0 1,0-1,1 1,-1 0,0-1,1 1,-1-1,1 1,0-1,-1 1,1-1,0 0,0 1,0-1,0 1,0-1,1 1,-1-1,0 0,1 1,-1-1,1 1,-1 0,1-1,0 1,0-1,0 1,-1 0,2-2,11-16,1-1,1 2,1-1,0 2,1 1,1 0,1 1,0 0,2 1,52-38,2 4,21-8,-18 24,-77 32,1 0,-1-1,1 1,-1 0,0 0,1 0,-1 1,0-1,1 0,-1 0,0 1,1-1,-1 1,0-1,0 1,1-1,-1 1,0 0,0 0,0 0,0-1,0 1,0 0,0 0,0 0,0 0,-1 1,1-1,0 0,-1 0,1 0,-1 1,1-1,-1 0,0 1,1-1,-1 1,2 52,-2-54,-6 46,3 61,3-105,0 0,1 1,-1-1,1 0,0 0,0 0,0 1,0-1,0 0,0 0,0 0,1 0,-1-1,1 1,-1 0,1 0,0-1,0 1,0-1,0 0,0 0,0 1,0-1,0 0,0-1,0 1,1 0,-1-1,2 1,17 1</inkml:trace>
  <inkml:trace contextRef="#ctx0" brushRef="#br0" timeOffset="2665.861">1537 825,'18'-30,"-3"-1,0-1,-2 0,-1-1,-2-1,-1 0,-2 0,-2 0,0-5,-12 13,7 27,0 0,0 0,1 0,-1 0,1 0,-1 0,1 0,-1 0,1 0,-1 0,1-1,0 1,0 0,-1 0,1 0,0-1,0 1,0-1,0 1,0 0,0-1,0 0,0 1,0-1,0 1,0-1,0 0,0 0,0 0,15 3,0-1,0 0,0-1,0-1,0-1,0 0,15-4,-5 2,10-2,-24 3,0 0,0 0,0 1,0 0,0 1,0 1,0 0,0 0,0 1,0 1,10 3,-18-4,-1 0,1 1,-1-1,0 1,0 0,0 0,-1 0,1 0,-1 0,0 1,1-1,-1 1,-1-1,1 1,0 0,-1 0,0 0,0-1,0 1,-1 0,1 1,0 92,-2-69,0-17,0-8,1 1,-1-1,0 0,1 1,0-1,-1 1,2-1,-1 1,0-1,1 0,-1 1,1-1,0 0,0 1,0-1,1 0,-1 0,1 0,-1 0,1 0,0 0,0 0,1-1,-1 1,0-1,1 0,0 1,-1-1,1 0,2 1,7-3,-1 0,0 0,0-1,1 0,-1-1,0-1,0 0,0 0,-1-1,1 0,-1-1,0 0,0 0,0-1,4-5,-1 3,0 0,-1-1,0-1,-1 0,0-1,0 0,-2 0,1-1,-1-1,-1 1,0-1,-1-1,0 1,-1-1,-1-1,6-8,-3 40,-2 20,-6-25,1-1,1 0,0 0,0 0,1 0,0 0,1 0,0-1,1 1,0-1,1 0,0-1,1 1,0-1,29 11,-18-16</inkml:trace>
  <inkml:trace contextRef="#ctx0" brushRef="#br0" timeOffset="2930.763">2486 130,'-15'0,"-6"2,0 6,10 8,12 8,13 9,14 6,8 5,-1-5</inkml:trace>
  <inkml:trace contextRef="#ctx0" brushRef="#br0" timeOffset="3333.687">2821 679,'10'0,"0"1,0-1,0-1,0 0,0 0,-1-1,1 0,0-1,-1 0,0-1,1 0,-1 0,-1-1,1 0,-1 0,0-1,0 0,2-3,8-7,0-2,-2 1,0-2,-1 0,-1-1,-1 0,0-2,0-3,-1-1,-2 0,0 0,-1-1,-2 0,-1-1,-1 1,-2-1,0 0,-2 0,-1 0,-2-8,-14-38,15 72,0 1,1-1,-1 0,0 0,0 1,0-1,0 0,0 1,0-1,-1 1,1-1,0 1,-1-1,1 1,-1 0,1 0,-1 0,0 0,0 0,1 0,-1 1,0-1,0 0,0 1,0-1,0 1,0 0,0 0,0 0,0 0,0 0,1 0,-1 0,0 1,-1-1,-4 4,1 0,-1 0,1 1,0-1,0 1,1 1,-1-1,1 1,0 0,1 0,0 0,-1 1,2 0,-1-1,1 1,0 1,1-1,-15 36,1 1,3 1,1 0,3 0,1 1,3 1,2-1,1 9,1-32,2-1,0 1,1-1,1 1,2-1,0 0,3 7,-5-21,0 0,0 0,1-1,0 1,0-1,0 0,1 0,0 0,1-1,0 0,0 0,0 0,0-1,1 0,0 0,0-1,0 0,1 0,-1 0,1-1,1 0,0-1,1 0,-1 0,1-1,0 0,0-1,-1 0,1 0,0-1,0 0,-1-1,1 0,-1-1,0 0,1 0,-1-1,0-1,-1 1,1-1,-1 0,0-1,-1 0,1 0,-1-1,6-6,-2 1,0-1,-1 0,0-1,-1 0,-1 0,0-1,0 0,-2 0,0-1,-1 0,0 0,-2 0,1 0,-2-5,-7-35,3 56,1-1,-1 0,0 1,1-1,-1 1,0 0,1 0,-1-1,0 1,0 0,0 1,1-1,-1 0,0 0,1 1,-1-1,0 1,1-1,-1 1,0 0,1 0,-1 0,1-1,-1 2,1-1,0 0,-1 0,1 0,0 1,0-1,0 0,0 1,0-1,0 1,0-1,0 1,1 0,-10 10,1 1,1 0,0 1,0-1,2 1,0 1,0-1,1 1,1 0,1 1,-1 7,3-19,0 0,1 0,0 0,-1 0,2 1,-1-1,0 0,1 0,0 0,0 0,0 0,0 0,1 0,0 0,0-1,0 1,0-1,0 1,1-1,-1 0,1 1,0-1,0-1,0 1,0 0,1-1,-1 0,1 1,3 0,13 4,0 0,0-2,0 0,1-2,0 0,0-1,0-1,0-1,0-1,6-2,-23 3,92-6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4:44.23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7 984,'-3'-23,"1"1,1 0,0-1,2 1,1 0,0-1,2 1,0 0,2 1,0-1,2 1,0 0,1 1,1 0,4-4,-8 10,1 0,0 1,1-1,1 2,0-1,0 1,2 0,-1 1,1 0,1 1,0 1,13-9,-23 17,1 0,-1 0,0 1,1-1,-1 0,0 1,1 0,-1 0,1 0,-1 0,0 0,1 0,-1 1,1-1,-1 1,0-1,1 1,-1 0,0 0,0 0,0 0,0 0,0 1,0-1,0 1,0-1,0 1,-1 0,1-1,-1 1,1 0,-1 0,0 0,1 0,-1 2,33 80,-34-84,7 23,-2 1,0-1,-1 1,-2-1,0 1,-2 0,-1 20,1-43,0 1,0 0,0 0,0 0,-1-1,1 1,0 0,-1 0,1-1,-1 1,0 0,0-1,1 1,-1-1,0 1,0-1,0 1,-1-1,1 0,0 1,0-1,-1 0,1 0,-1 0,1 0,-1 0,1 0,-1 0,0-1,1 1,-1-1,0 1,0-1,1 1,-1-1,0 0,0 0,0 0,1 0,-1 0,0 0,0-1,1 1,-2-1,-3-3,1 0,0 0,0 0,1-1,-1 0,1 0,0 0,0 0,0-1,1 0,0 1,0-1,1 0,-1 0,1-1,1 1,-1 0,1-1,0 1,0-1,1 0,0 1,0-3,0 3,0 1,1-1,0 0,-1 1,2-1,-1 0,1 1,-1 0,2-1,-1 1,0 0,1 0,0 0,0 0,1 1,-1-1,1 1,0 0,0 0,1 0,-1 1,1-1,-1 1,1 0,0 0,1 1,4-2,7-3,0 1,0 1,1 1,0 1,0 0,-1 1,1 1,8 1,-18-2,0 1,0 1,0 0,0 0,0 0,-1 1,1 0,0 1,0 0,0 0,-1 0,1 1,-1 0,0 1,0 0,0 0,-1 0,1 1,-1 0,0 0,0 1,-1-1,1 1,-1 1,-1-1,1 1,-1-1,0 1,1 4,3 101,-8-88,-1-23,1-1,0 0,0 1,-1-1,1 1,0-1,0 0,0 1,0-1,0 0,-1 1,1-1,0 1,0-1,0 1,0-1,0 0,0 1,0-1,1 1,-1-1,0 0,0 1,0-1,0 1,0-1,1 0,-1 1,0-1,0 0,1 1,-1-1,0 0,0 1,1-1,-1 0,0 1,1-1,-1 0,0 0,1 0,-1 1,1-1,-1 0,0 0,1 0,-1 0,1 0,-1 0,0 0,1 0,-1 0,1 0,-1 0,1 0,-1 0,0 0,21-20,3-13,-1 0,-2-2,-1-1,-2 0,5-15,-16 34,0 48,-8 9,0-15,0 0,1 0,2 0,1 0,0 0,2-1,1 0,9 23,-13-43,0 1,0-1,0 0,1 0,-1 0,1 0,0-1,0 1,1-1,-1 0,1 0,0 0,-1 0,1-1,0 1,1-1,-1 0,0 0,1-1,2 1,19 2</inkml:trace>
  <inkml:trace contextRef="#ctx0" brushRef="#br0" timeOffset="679.189">1143 542,'102'288,"-102"-286,0 0,1 0,-1 0,0 0,1 0,-1 0,1 0,0 0,0 0,0-1,-1 1,2 0,-1 0,0-1,0 1,0-1,1 1,-1-1,1 0,-1 1,1-1,0 0,-1 0,1 0,0 0,0 0,0-1,0 1,0-1,0 1,0-1,-1 1,1-1,0 0,0 0,1 0,-1 0,0 0,-1-1,1 1,0-1,0 1,0-1,10-9,-1-1,0 0,-1 0,0-1,0-1,-2 1,0-2,0 1,3-9,0 2,43-80,-54 100,0 0,0-1,0 1,-1-1,1 1,0-1,1 1,-1-1,0 1,0 0,0-1,0 1,0-1,0 1,0 0,1-1,-1 1,0-1,0 1,1 0,-1-1,0 1,0 0,1-1,-1 1,0 0,1 0,-1-1,1 1,-1 0,0 0,1 0,-1-1,1 1,-1 0,0 0,1 0,-1 0,1 0,-1 0,1 0,-1 0,0 0,1 0,-1 0,1 0,-1 0,1 0,-1 0,0 1,1-1,-1 0,1 0,-1 0,0 1,1-1,-1 0,0 0,1 1,-1-1,0 0,0 1,1-1,-1 0,0 1,0-1,1 1,-1-1,4 34,-4-31,0 20,1 0,1 0,1-1,1 0,5 15,-7-32,-1 0,1 0,0 0,1 0,-1 0,1 0,0-1,0 1,1-1,-1 0,1 0,0 0,0-1,0 1,0-1,1 0,-1 0,1-1,0 1,0-1,0 0,0 0,0-1,0 1,0-1,5 0,-3-1,0 0,-1 0,1 0,-1-1,1 0,-1-1,1 1,-1-1,0-1,0 1,0-1,0 0,0 0,0-1,-1 0,0 0,0 0,0 0,0-1,1-2,6-6,-1-1,-1 0,0 0,-1-1,0 0,-1-1,0-4,10-33,-2-1,-3 0,-3-1,-2 0,-2-1,-1-49,17-134,-8 188,-9 54,0 62,-17 181,4-158,4 0,8 84,-3-154,2 0,0 0,2 0,0 0,0-1,7 12,-10-23,1 0,0-1,0 1,0-1,1 0,-1 0,1 0,1 0,-1-1,0 0,1 0,0 0,0 0,0-1,1 0,-1 0,1 0,0-1,0 0,-1 0,3 0,-4-1,0-1,0 1,1-1,-1-1,0 1,0 0,0-1,0 0,0 0,-1 0,1 0,0-1,0 0,-1 0,1 0,-1 0,3-2,22-19</inkml:trace>
  <inkml:trace contextRef="#ctx0" brushRef="#br0" timeOffset="947.464">1731 328,'-24'0,"-16"0,-6 0,6 2,9 4,19 0,27-1,35-1,35-1,33-6,31-5,-11-1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4:47.9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139 10,'-21'269,"6"-66,-26 114,20-237,6-68,5-36,-2-167,12 151,-1-21,-1 14,2 0,2 0,1 0,3 1,2-1,4-5,-10 43,1 0,0 1,0-1,1 1,0 0,1 0,0 0,0 1,0 0,1 0,0 0,1 0,-1 1,1 0,0 1,1 0,-1 0,1 0,0 1,1 0,-1 0,0 1,1 0,0 1,0 0,0 0,0 1,0 0,0 1,0 0,0 0,7 2,-6 0,-1 0,1 1,-1 0,1 1,-1 0,0 0,-1 1,1 1,-1-1,0 1,0 0,6 8,-10-11,1 2,-2-1,1 0,0 1,-1 0,0 0,0 0,0 0,-1 0,0 0,0 1,0-1,0 1,-1 0,0-1,0 1,-1 0,1 0,-1 0,-1-1,1 1,-2 4,1-6,0 0,-1 0,0 0,1-1,-2 1,1 0,0-1,-1 1,0-1,1 0,-1 0,-1 0,1 0,0 0,-1-1,1 0,-1 1,0-1,1 0,-1-1,0 1,-1-1,1 0,0 0,0 0,-4 0,-4 0,1 1,-1-2,1 0,-1 0,1-1,-1-1,1 0,0 0,-7-3,13 3,0 1,1-1,-1 0,0 0,0-1,1 1,0-1,-1 0,1 0,0 0,0-1,1 0,-2-1,4 4,1 1,0-1,-1 1,1-1,0 1,-1-1,1 1,0-1,0 1,-1-1,1 0,0 1,0-1,0 0,0 1,0-1,0 1,0-1,0 0,0 1,0-1,0 0,0 1,0-1,1 1,-1-1,0 0,0 1,1-1,-1 1,0-1,1 1,-1-1,1 1,-1-1,0 1,1-1,-1 1,1 0,-1-1,1 1,0 0,-1-1,1 1,-1 0,1 0,0 0,-1-1,1 1,0 0,36-6,-35 6,172-4,-115 5,-1-2,0-3,32-7,43-30,-127 39,-1 0,0-1,0 0,0 0,0 0,-1-1,1 0,-1 0,0 0,0 0,0 0,-1-1,1 0,-1 0,0 0,-1 0,1 0,-1-1,0 1,0-1,-1 1,1-4,-2 4,0 1,-1 0,1-1,-1 1,0 0,0-1,0 1,-1 0,0 0,0 0,0 0,0 0,0 1,-1-1,0 0,1 1,-1 0,-1 0,1 0,0 0,-1 0,1 1,-1 0,0-1,0 1,0 1,0-1,0 0,0 1,-1 0,1 0,0 0,-1 1,1 0,0-1,-1 1,1 1,-1-1,1 1,0-1,-1 1,1 1,0-1,0 1,0-1,0 1,0 0,0 0,0 1,1-1,-1 1,-2 4,1-1,-1 1,1 1,1-1,-1 1,1-1,1 1,-1 0,1 1,1-1,-1 0,2 1,-1 0,1-1,0 1,1 0,0 0,0-1,1 1,0 0,1-1,0 1,0-1,1 1,0-1,0 0,1 0,0 0,0-1,1 1,0-1,0 0,1-1,6 7,4 0,0 0,1 0,0-2,1 0,0-1,1-1,0 0,0-2,1 0,0-1,0-1,7 0,73 16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4:48.3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350 588,'-6'13,"-1"0,2 0,0 1,1-1,0 1,1 0,1 0,0 0,0 1,2-1,0 0,0 0,2 1,0-1,0 0,1 0,1 0,0-1,1 1,4 6,-6-11,1 1,1-1,0 0,0 0,0-1,1 0,1 0,-1 0,1-1,1 0,-1 0,1 0,1-1,-1-1,1 1,0-1,0-1,0 0,0 0,1-1,0 0,0 0,0-1,0-1,0 0,0 0,0-1,0 0,1 0,1-2,2-2,0-1,0 0,-1-1,0-1,0 0,0 0,-1-2,0 1,-1-2,0 1,0-2,-1 1,-1-1,0-1,0 0,-1 0,0 0,-1-1,-1-1,0 1,-1-1,0 0,-1 0,0 0,-2-1,1 1,-2-1,0 1,-1-1,0 0,-2-9,1 16,-1 1,0-1,0 0,0 1,-1 0,-1-1,1 1,-1 0,0 1,0-1,-1 1,0-1,0 2,-1-1,1 0,-1 1,0 0,-1 0,1 1,-1 0,0 0,0 1,0-1,-1 2,1-1,-1 1,1 0,-1 0,0 1,0 0,0 1,0 0,0 0,-2 1,-14 2,1 1,-1 1,1 1,1 2,-1 0,1 1,1 1,0 1,0 1,-13 10,-14 11</inkml:trace>
  <inkml:trace contextRef="#ctx0" brushRef="#br0" timeOffset="276.263">109 54,'-14'-7,"-6"3,-3 8,1 15,4 18,7 17,11 9,13 7,15 0,13-6,11-10,-3-15</inkml:trace>
  <inkml:trace contextRef="#ctx0" brushRef="#br0" timeOffset="545.208">791 0,'2'14,"6"15,7 13,12 12,9 9,5 2,2 2,-8-11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4:45.54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313 692,'-10'-6,"0"0,0 1,-1 1,1-1,-1 2,0 0,0 0,0 1,-1 0,1 1,0 0,-1 1,1 0,-1 1,-3 1,9-2,-1 1,1 1,0-1,0 1,0 0,0 0,0 1,0 0,1 0,-1 0,1 1,0 0,0 0,0 0,0 0,1 1,0 0,0 0,0 0,0 0,1 1,0 0,0-1,0 1,1 0,0 0,-1 4,2-6,1 0,-1 0,0 0,1-1,0 1,0 0,0 0,0 0,1 0,0 0,0 0,0 0,0 0,0-1,1 1,-1-1,1 1,0-1,0 1,1-1,-1 0,1 0,-1 0,1 0,0 0,0-1,0 0,0 1,1-1,-1 0,1 0,-1-1,2 1,3 1,0 0,0-1,0 1,0-2,0 1,0-2,1 1,-1-1,0 0,1 0,-1-1,0 0,0-1,0 0,6-2,-6 1,1 0,-1-1,1 0,-1-1,-1 0,1 0,-1-1,1 1,-2-2,1 1,-1-1,0 0,0 0,-1-1,0 1,0-1,-1 0,0-1,0 1,-1-1,0 0,-1 0,0 0,0 0,-1 0,0 0,0 0,-1 0,0-1,-2-4,2 15,0-1,-1 0,1 0,0 1,0-1,-1 0,1 0,0 1,-1-1,1 0,0 0,-1 0,1 0,0 1,-1-1,1 0,-1 0,1 0,0 0,-1 0,1 0,-1 0,1 0,0 0,-1 0,1 0,0 0,-1-1,1 1,-1 0,1 0,0 0,-1 0,1-1,0 1,-1 0,1 0,0-1,0 1,-1 0,1 0,0-1,0 1,-1 0,1-1,0 1,0 0,0-1,0 1,-1 0,1-1,0 1,0-1,0 1,0 0,0-1,0 1,0-1,0 1,0 0,0-1,0 1,0 0,1-1,-1 1,0-1,0 1,0 0,0-1,-7 33,6-24,1-1,0 1,0 0,1 0,0 0,0 0,1-1,0 1,0 0,1-1,0 0,0 0,1 0,0 0,0 0,1-1,-1 1,1-1,1 0,-1-1,1 1,0-1,0-1,7 5,26 11</inkml:trace>
  <inkml:trace contextRef="#ctx0" brushRef="#br0" timeOffset="657.279">928 638,'-8'-3,"1"1,-1-1,0 1,-1 1,1 0,0 0,0 0,0 1,-1 1,1-1,0 1,0 1,-1-1,1 1,1 1,-1 0,0 0,1 0,-1 1,1 0,0 0,0 1,0 0,1 0,0 1,0-1,0 1,1 1,0-1,0 1,0 0,1 0,0 0,-1 6,3-8,1 1,0 0,0 0,1 0,0 0,0 0,0 0,0 0,1 0,0-1,1 1,-1 0,1 0,0-1,1 1,-1-1,1 0,0 0,0 0,1 0,-1 0,1-1,0 1,0-1,1 0,-1 0,1-1,0 1,0-1,0 0,1-1,-1 1,1-1,-1 0,1 0,1 0,7 1,-1 0,1 0,0-1,0-1,-1 0,1-1,0-1,0 0,0-1,-1 0,1-1,-1 0,1-1,-1-1,0 0,-1-1,0 0,1-1,-2-1,1 0,-1-1,9-6,0-1,-2-1,0-1,-1 0,-1-1,-1-1,0-1,-2 0,0-1,-2 0,4-10,2-24,-1-1,-3-1,-3-1,-3 0,-1 0,-4-34,1 45,2-62,-9 97,-5 44,7-24,-22 80,3 2,5 0,3 1,2 31,10-98,2 0,1 0,1 0,0-1,2 1,1-1,0 0,3 2,-5-13,0-1,1 0,1 0,0-1,0 1,0-1,1-1,1 1,-1-1,2 0,-1-1,1 0,0-1,0 1,1-2,-1 1,7 1,-12-5,1 0,-1-1,1 0,0 0,0 0,-1-1,1 1,0-1,0 0,0-1,-1 1,1-1,0 0,0 0,-1 0,1-1,-1 1,1-1,-1 0,0-1,0 1,0-1,0 0,0 0,0 0,-1 0,1-1,-1 1,0-1,0 0,-1 0,1 0,1-4,78-156,-82 163,1 1,-1-1,0 1,0-1,0 0,0 1,0-1,1 1,-1-1,0 1,0-1,1 1,-1-1,1 1,-1-1,0 1,1-1,-1 1,1-1,-1 1,1 0,-1-1,1 1,-1 0,1-1,-1 1,1 0,0 0,-1 0,1 0,-1-1,1 1,0 0,-1 0,1 0,0 0,-1 0,1 0,-1 1,1-1,0 0,-1 0,1 0,-1 0,1 1,-1-1,1 0,-1 1,1-1,-1 0,1 1,-1-1,1 1,-1-1,1 1,10 36,-9 38,-3-59,1 1,0-1,2 1,0-1,1 0,3 11,-5-24,0 0,1 0,-1 0,1 0,0 0,0 0,0 0,0 0,1-1,-1 1,1-1,0 0,-1 0,1 0,0 0,0 0,0 0,1-1,-1 0,0 1,0-1,1 0,-1-1,4 1,22 2</inkml:trace>
  <inkml:trace contextRef="#ctx0" brushRef="#br0" timeOffset="928.12">1971 518,'-16'-2,"-10"-1,-2 0,0 0,2 0,-1-4,6 1</inkml:trace>
  <inkml:trace contextRef="#ctx0" brushRef="#br0" timeOffset="1206.399">1115 305,'25'-10,"24"-6,25-4,19-1,17 2,11 1,2 4,-19 4</inkml:trace>
  <inkml:trace contextRef="#ctx0" brushRef="#br0" timeOffset="1467.974">2131 478,'8'26,"1"-1,1-1,1 0,2 0,0-1,1 0,2-2,0 0,1 0,1-2,1 0,15 11,-32-27,0-1,0 0,0 0,1 0,-1 0,0-1,1 1,-1-1,1 1,0-1,0 0,-1 0,1 0,0 0,0 0,0-1,0 1,0-1,0 0,0 0,0 0,0 0,0-1,0 1,0-1,0 0,0 0,-1 0,1 0,0 0,-1 0,1-1,2-1,8-11,0-1,-1 0,-1-1,0 0,-1-1,-1 0,0-1,-1 0,-1-2,9-14,0-5,3 1,1 1,2 0,1 2,6-4,-11 20</inkml:trace>
  <inkml:trace contextRef="#ctx0" brushRef="#br0" timeOffset="1714.322">2693 745,'12'0,"0"-1,0-1,0 0,0 0,0-1,0-1,-1 0,1 0,-1-1,0-1,-1 0,1 0,-1-1,0-1,-1 0,0 0,0 0,-1-1,0 0,0-1,-1 0,0 0,-1-1,0-1,-2 7,-1 1,0-1,0 0,0 0,-1 0,0-1,0 1,0-1,-1 1,0-1,0 1,0-1,-1 0,0 0,0 1,0-1,0 0,-1 1,0-1,-1 0,1 1,-1-1,0 1,-1 3,0 0,0 1,0-1,0 1,0 0,0 0,-1 1,1-1,0 0,0 1,-1 0,1 0,0 0,-1 0,1 0,0 1,-1 0,1-1,0 1,0 0,0 1,0-1,0 0,0 1,0 0,0 0,1 0,-1 0,1 0,-1 0,1 1,0-1,0 1,-1 0,-6 7,2-1,-1 1,1 0,0 1,1-1,0 1,1 1,0-1,1 1,0 0,1 0,0 0,1 0,1 0,-1 1,2-1,0 0,0 1,2-1,-1 1,2 4,0-10,0-1,0 1,0-1,1 0,-1 0,2 0,-1-1,0 0,1 1,0-2,1 1,-1 0,1-1,-1 0,1-1,0 1,1-1,-1 0,1 0,-1-1,7 2,9 1,0 0,0-2,0 0,1-1,-1-1,3-2,59-2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4:51.9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3 167,'-1'39,"0"-7,0 1,2 0,1 0,2-1,1 1,2-1,1 0,12 29,-18-55,1 0,0 0,0-1,0 0,0 1,1-1,0 0,0-1,0 1,1-1,0 0,-1 0,1 0,1-1,-1 1,0-1,1-1,0 1,0-1,0 0,0 0,0 0,0-1,0 0,0-1,0 1,1-1,-1 0,0-1,0 1,0-1,6-2,0-1,1-1,-1 0,-1-1,1 0,-1-1,0 0,0-1,-1 0,0-1,-1 0,0 0,0-1,-1 0,0-1,-1 0,0 0,0-1,-2 1,1-1,-1-1,-1 1,-1-1,1 1,-2-1,0 0,0 0,-2-1,1 1,-1 0,-1 0,-1 0,0 0,0 0,-2-2,0 0,0 0,-1 1,-1-1,0 1,-1 1,0-1,-1 1,0 0,-1 1,-1 0,0 1,-1 0,0 0,0 1,-1 0,-1 1,1 1,-1 0,-9-3,17 9,1 0,-1 0,0 1,0 0,0 0,0 0,0 1,0-1,0 1,-1 1,1-1,0 1,0-1,0 2,0-1,1 0,-1 1,0 0,0 0,1 0,-1 1,1 0,0 0,0 0,0 0,0 0,1 1,-1 0,1-1,0 1,0 1,0-1,0 0,1 1,0-1,0 1,-1 3,-12 50,10 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4:54.81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 41,'-2'16,"1"14,3 14,2 8,-1 7,0 2,-1 0,0-1,-2-7,-2-7,0-10,-1-10</inkml:trace>
  <inkml:trace contextRef="#ctx0" brushRef="#br0" timeOffset="250.05">4 0,'25'20,"-1"1,-1 0,0 2,-2 1,16 23,-12-16,76 92,56 94,-150-208,-1 1,0 0,-1 0,0 0,-1 0,0 1,0 0,0 4,-5-12,1 1,0 0,-1-1,0 1,0-1,0 0,0 1,0-1,-1 0,0 0,1 0,-1 0,0 0,-1 0,1 0,0 0,-1-1,0 0,1 1,-1-1,0 0,0 0,0 0,0-1,-1 1,1-1,0 0,-1 0,1 0,-1 0,1 0,-1-1,1 0,-1 0,-39 9,0-2,-1-2,0-2,-19-2,56-1,-81 2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4:53.8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58 0,'-20'109,"4"1,5 0,4 55,7-159,-1-1,0-1,0 1,1-1,0 1,0-1,0 1,0-1,1 1,0-1,0 0,0 1,0-1,1 0,-1 0,1 1,0-1,1-1,-1 1,1 0,-1 0,1-1,0 0,1 0,-1 1,3 0,8 0,-1 0,1-1,1-1,-1-1,0 0,0-1,0 0,1-1,-1 0,0-2,7-1,35-7,-6-2</inkml:trace>
  <inkml:trace contextRef="#ctx0" brushRef="#br0" timeOffset="285.234">473 174,'-7'16,"-2"12,-2 10,2 6,1 4,3 1,1-1,5-2,8-4,10-7,10-8,10-7,9-8,6-6,1-3,-3-8,-10-2</inkml:trace>
  <inkml:trace contextRef="#ctx0" brushRef="#br0" timeOffset="534.57">380 348,'16'2,"16"1,17 2,16 0,8 0,3-2,-2-1,-7-1,-16 0</inkml:trace>
  <inkml:trace contextRef="#ctx0" brushRef="#br0" timeOffset="720.585">594 67,'18'-2,"22"1,22 1,19 3,12 0,-10 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4:52.5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0 174,'7'0,"11"0,10 0,8 0,8 0,6 3,2 2,1 3,-1 1,-4 0,-6-1,-10-2</inkml:trace>
  <inkml:trace contextRef="#ctx0" brushRef="#br0" timeOffset="907.109">388 1,'0'0,"-1"1,0 0,1-1,-1 1,1 0,0 0,-1-1,1 1,-1 0,1 0,0 0,0 0,0-1,-1 1,1 0,0 0,0 0,0 0,0 0,0 0,1-1,-1 1,0 0,0 0,1 0,-1 0,0-1,1 1,-1 0,1 0,-1 0,1-1,-1 1,1 0,-1-1,1 1,0-1,-1 1,1-1,0 1,-1-1,1 1,1-1,16 18,0-1,2-1,0-1,1 0,0-2,1 0,1-2,99 67,-119-77,0 1,0 0,-1 0,1 0,-1 0,1 0,-1 0,1 1,-1-1,0 1,0 0,-1-1,1 1,0 0,-1 0,0 0,1 0,-1 0,0 1,-1-1,1 0,-1 0,1 1,-1-1,0 0,0 1,-1 2,-2-1,-1-1,1 0,-1 0,0 0,0 0,-1 0,1-1,-1 0,1 0,-1 0,0-1,0 1,0-1,-176 62,34-15,127-40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4:56.43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217 267,'-3'-3,"1"-1,-1 1,-1 0,1 0,0 0,-1 0,1 0,-1 1,0 0,0-1,0 1,0 1,0-1,0 1,-1-1,1 1,-1 1,1-1,0 0,-1 1,1 0,-1 0,1 1,-1-1,1 1,-1 0,1 0,0 0,0 0,-2 2,-2 2,1 0,0 1,1 0,0 1,0-1,0 1,0 0,1 0,0 1,1 0,0 0,0 0,1 0,0 0,0 1,1 0,0-1,0 1,1 0,0 1,1-7,0 0,0 0,0 0,0 0,1 0,-1 0,1 0,-1 0,1 0,0 0,1-1,-1 1,0 0,1 0,-1-1,1 1,0-1,0 0,0 1,0-1,1 0,-1 0,0 0,1-1,-1 1,1 0,0-1,-1 0,1 0,0 0,0 0,0 0,0 0,0-1,0 1,0-1,0 0,0 0,0 0,0 0,0-1,2 0,6 0,-1 0,1-2,-1 1,1-1,-1-1,0 0,0 0,0-1,-1 0,0-1,0 0,0-1,-1 1,0-2,0 1,0-1,-1 0,-1-1,1 1,-1-1,-1-1,0 1,0-1,3-9,-9 19,1 1,-1-1,1 0,-1 1,1-1,-1 0,1 0,-1 0,1 1,-1-1,1 0,-1 0,1 0,-1 0,1 0,-1 0,0 0,1 0,-1 0,1-1,-1 1,1 0,-1 0,1 0,-1 0,1-1,-1 1,1 0,-1-1,1 1,-1 0,1-1,0 1,-1-1,1 1,0 0,-1-1,1 1,0-1,-1 1,1-1,0 1,0-1,0 1,-1-1,-2 5,0 1,-1 0,2 0,-1 1,1-1,-1 1,1-1,1 1,-1 0,1-1,0 1,1 0,-1 0,1 0,0 0,0 0,1 0,0-1,0 1,0 0,1 0,0-1,0 1,0-1,1 1,0-1,0 0,0 0,0 0,1-1,0 1,0-1,0 0,1 0,1 1,3-1,0-1,1 1,-1-2,1 1,-1-2,1 1,0-1,0-1,0 1,-1-2,1 1,0-1,0-1,-1 0,1 0,-1-1,1 0,-1-1,0 0,0 0,-1-1,1 0,-1-1,0 0,-1 0,1-1,-1 1,0-2,-1 1,0-1,0 0,-1 0,1 0,-2-1,1 0,1-6,-2 2,0 0,-1-1,-1 0,0 1,0-1,-2 0,0 0,0-5,-7 31,-6 207,11-126,2-74,-5 132,-7 0,-16 65,24-203,4-30,39-248,6-131,-43 382,-1 4,1-1,0 1,0 0,1-1,0 1,1 1,0-1,0 0,6-8,-8 16,-1 1,1-1,-1 0,1 1,0 0,-1-1,1 1,0 0,0 0,0 0,0 0,0 0,0 0,0 0,0 1,1-1,-1 1,0 0,0 0,0-1,1 1,-1 1,0-1,0 0,0 0,1 1,-1 0,0-1,0 1,0 0,0 0,0 0,0 0,0 0,0 0,0 1,58 56,-56-55,-1 1,0-1,0 1,-1 0,1-1,-1 2,0-1,0 0,0 0,0 0,-1 1,0-1,0 1,0 0,0-1,-1 1,0-1,0 1,0 0,0-1,-1 1,0-1,0 1,0 0,0-1,-1 0,1 1,-1-1,-1 0,1 0,0 0,-1 0,0-1,0 1,0-1,0 1,-1-1,-1 1,-5 1,-1-1,1-1,-1 0,1 0,-1-1,0 0,0-1,0 0,0-1,-2-1,-11 1</inkml:trace>
  <inkml:trace contextRef="#ctx0" brushRef="#br0" timeOffset="625.38">899 561,'14'-13,"0"-1,-1-1,-1-1,-1 1,0-2,-1 0,0 0,-2 0,0-1,-1-1,-1 1,0-1,-2 0,0 0,-1-1,-1 1,-1-1,-1 1,-2-20,2 35,0 1,0 0,0 0,0 0,-1 0,0 0,1 0,-1 0,0 0,-1 0,1 0,0 0,-1 1,0-1,1 0,-1 1,0 0,-1-1,1 1,0 0,0 0,-1 0,0 0,1 1,-1-1,0 1,1-1,-1 1,0 0,0 0,-2 0,5 2,0 0,0-1,-1 1,1 0,0 0,0 0,0 0,0-1,0 1,0 0,0 0,1 0,-1 0,0-1,0 1,1 0,-1 0,0 0,1-1,-1 1,1 0,-1-1,1 1,-1 0,1-1,-1 1,1 0,0-1,-1 1,1-1,0 0,-1 1,1-1,0 1,0-1,0 0,-1 0,1 1,0-1,0 0,14 7,0-1,1 0,0-1,0-1,0 0,0-1,1-1,0-1,87 20,-100-19,0 1,-1 0,1 0,-1 0,0 0,0 0,0 1,-1-1,1 1,-1 0,0 0,0 0,0 0,0 0,-1 0,0 1,1-1,-2 1,1-1,0 0,-1 1,0-1,0 1,0-1,-1 1,0-1,0 1,0-1,0 0,0 1,-1-1,-1 2,0 17,1-10,-1 74,3-84,0 0,1 0,0 0,0 0,0 0,0 0,0 0,0-1,1 1,0 0,-1-1,1 1,0-1,0 1,0-1,1 0,-1 0,0 0,1 0,-1 0,1-1,0 1,0-1,-1 0,1 0,0 0,3 1,-1-1,0 0,1 0,-1 0,0-1,1 0,-1 0,1 0,-1-1,1 0,-1 0,0 0,1-1,-1 0,0 0,0 0,0 0,0-1,-1 0,1 0,-1 0,0 0,0-1,0 0,0 0,0 0,2-4,4-5,0-2,-1 1,0-1,-1 0,-1-1,0 0,-1 0,0-4,-26 74,16-40,0 1,1 1,1-1,0 0,1 1,0-1,1 0,1 1,1-1,1 3,6 2,2-7</inkml:trace>
  <inkml:trace contextRef="#ctx0" brushRef="#br0" timeOffset="1128.041">1500 1,'32'13,"19"7,0 3,-2 2,12 10,-55-31,0 0,0 0,0 1,0-1,-1 1,0 1,0-1,0 1,0 0,-1 0,0 0,-1 1,1-1,-1 1,0 0,-1 0,0 0,0 0,0 0,-1 0,0 1,0-1,-1 1,0-1,0 0,-1 1,0-1,-1 3,-69 192,71-201,-1 0,1 0,0 0,0 0,0 1,-1-1,1 0,0 0,0 0,1 0,-1 0,0 1,0-1,0 0,1 0,-1 0,1 0,-1 0,1 0,-1 0,1 0,0 0,-1 0,1 0,0-1,0 1,-1 0,1 0,0-1,0 1,0 0,0-1,0 1,0-1,0 1,0-1,0 0,1 1,-1-1,0 0,0 0,0 0,0 0,50-10,-39 2,-1 1,0-2,0 0,-1 0,0-1,-1 0,0-1,-1 0,0 0,-1-1,0 1,0-2,-2 1,1-1,-2 0,3-9,-6 21,-11 88,9-74,-2-3,1 0,0 1,1-1,0 1,1-1,0 1,0-1,1 1,1-1,0 0,0 0,1 1,0-2,1 1,0 0,0-1,1 1,0-1,1 0,0-1,16 9</inkml:trace>
  <inkml:trace contextRef="#ctx0" brushRef="#br0" timeOffset="1471.117">2410 188,'-11'-4,"0"1,0 0,0 0,0 2,0-1,0 1,-1 1,1 0,-2 1,9-1,0 1,0 0,0 0,0 0,0 0,0 1,0-1,1 1,-1 0,1 0,-1 1,1-1,0 1,0-1,0 1,0 0,0 0,1 0,-1 1,1-1,0 0,0 1,0 0,1-1,-1 1,0 3,0-2,1 0,0 1,0-1,0 0,1 1,0-1,0 1,0-1,0 0,1 1,0-1,0 0,1 0,-1 1,1-1,0 0,1 0,-1-1,1 1,3 3,80 80,-18-22,-65-64,-1 1,1 0,-1 0,0 0,0 0,0 0,0 0,-1 0,1 1,-1-1,0 1,0-1,0 1,-1-1,1 1,-1 0,0-1,0 1,0-1,0 1,-1 0,1-1,-1 1,0-1,0 1,0-1,-1 1,1-1,-1 0,0 0,0 0,0 0,0 0,0 0,-1 0,-2 2,-6 0,0-1,0 1,-1-2,1 0,-1 0,0-1,0 0,0-1,0-1,-8 0,13 0,-36 2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4:59.19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0 479,'29'-72,"2"2,3 2,4 1,2 2,14-14,-14 25,-40 54,0 0,0-1,1 1,-1 0,0 0,1-1,-1 1,1 0,-1 0,0-1,1 1,-1 0,1 0,-1 0,1 0,-1 0,0 0,1 0,-1 0,1 0,-1 0,1 0,-1 0,1 0,-1 0,0 0,1 0,-1 0,1 1,-1-1,1 0,-1 0,0 0,1 1,-1-1,0 0,1 1,-1-1,0 0,1 1,-1-1,0 0,0 1,1-1,-1 0,0 1,0-1,0 1,0-1,1 1,-1-1,0 0,0 1,0-1,0 1,0-1,0 1,0-1,0 1,0-1,-1 0,1 1,0-1,0 1,0-1,0 1,-1-1,2 28,-2-1,-1 0,-1 0,-1 0,-8 25,6-23,-15 68,-4 0,-12 20,12-50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4:59.45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19,'18'-2,"13"-1,8 0,8 1,9 0,5 1,-1-2,-10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5:03.4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170 548,'0'-6,"-21"-68,20 72,0 1,1-1,-1 0,-1 1,1-1,0 1,0 0,0-1,-1 1,1 0,-1 0,1-1,-1 1,1 0,-1 1,0-1,1 0,-1 0,0 1,0-1,0 1,1-1,-1 1,0 0,0 0,0 0,0 0,0 0,1 0,-1 1,0-1,0 0,0 1,0 0,1-1,-1 1,0 0,-1 1,-4 3,0 1,0 0,1 0,0 1,0 0,0 0,1 0,0 1,1-1,0 1,0 1,0-1,1 0,0 1,1 0,0-1,0 1,1 0,0 0,1 0,0 0,0 0,1 0,0 0,2 8,2-1,1 1,0-1,2-1,-1 1,2-1,0 0,1-1,1 0,0-1,0 0,1-1,1 0,0-1,1 0,0-1,1-1,7 4,51 42,-72-55,0 1,0-1,0 0,-1 0,1 0,0 1,0-1,-1 0,1 1,0-1,0 1,-1-1,1 1,0-1,-1 1,1-1,-1 1,1 0,-1-1,1 1,-1 0,1-1,-1 1,0 0,1 0,-1-1,0 1,0 0,1 0,-1 0,0-1,0 1,0 0,0 0,0 0,0 0,0-1,-1 1,1 0,0 0,0 0,0-1,-1 1,1 0,-1 0,1-1,0 1,-1 0,1-1,-1 1,0 0,1-1,-1 1,1-1,-1 1,0-1,1 1,-1-1,0 1,0-1,-10 3,0-1,-1 0,1-1,-1 0,1 0,-1-2,1 1,-1-1,1-1,-1 0,1-1,0 0,0-1,-3-1,11 4,1-1,-1 1,1-1,-1 0,1 0,-1 0,1 0,0 0,0-1,0 1,0 0,0-1,1 0,-1 1,1-1,0 0,0 0,0 0,0 0,0 0,0 0,1 0,0 0,-1 0,1 0,0 0,1 0,-1 0,0 0,1 0,0 0,0 0,0 0,0 0,0 0,0 0,1 0,-1 1,1-1,0 1,0-1,0 1,0 0,0 0,137-159,-63 80,-49 53,-1-1,-2-1,-1-2,-1 0,-1-1,-3-1,0-1,-2-1,-2 0,-1-1,-2 0,-2-1,-1 0,0-20,-7 53,-1-1,1 1,-1-1,1 1,-2-1,1 1,-1-1,1 0,-1 1,-1-1,1 1,-1 0,0 0,0-1,-1 1,-1-1,3 6,0-1,0 1,0 0,0 0,0 0,0 0,0 0,-1 0,1 0,0 1,0-1,0 0,0 0,0 1,0-1,0 1,0-1,0 1,0 0,0-1,0 1,0 0,1-1,-1 1,0 0,0 0,1 0,-1 0,1 0,-1 0,1 0,-1 0,1 0,-1 0,1 0,0 0,0 0,-1 0,1 0,0 0,0 0,0 1,0-1,0 0,1 0,-1 0,-4 31,1 0,2-1,1 1,1 0,2 0,1-1,2 5,0 8,12 119,-5 164,-13-308,8 46,-6-64,0 0,1 0,-1 0,0-1,1 1,-1-1,1 1,-1-1,0 0,1 1,-1-1,1-1,-1 1,1 0,-1-1,0 1,1-1,-1 1,0-1,1 0,-1 0,0 0,0-1,0 1,0 0,0-1,0 1,0-1,0 0,-1 0,1 0,12-9,-1 0,-1-2,0 1,-1-1,0-1,-1 0,0 0,-1-1,-1 0,-1-1,0 0,-1 0,0 0,-2-1,0 0,0 0,-2-2,-4 33,1-1,0 1,1-1,0 1,1-1,1 1,0-1,1 1,0-1,1 0,0 0,1-1,1 1,0-1,4 6,15 3,-1-6</inkml:trace>
  <inkml:trace contextRef="#ctx0" brushRef="#br0" timeOffset="249.843">973 428,'-14'-4,"-11"-3,-8-1,-8-2,3 1</inkml:trace>
  <inkml:trace contextRef="#ctx0" brushRef="#br0" timeOffset="654.768">278 174,'57'-10,"1"3,0 3,24 2,-54 1,32-3,1 3,-1 2,0 3,0 2,0 4,-1 1,19 9,-69-17,0 0,0 0,1 1,-2 0,1 0,-1 1,1 1,-1-1,-1 1,1 1,-1-1,0 1,0 1,-1-1,0 1,-1 0,1 0,-2 1,1-1,-1 1,0 0,-1 1,2 8,-3 3,-1 1,0-1,-2 1,-1-1,-1 0,0 0,-2 0,-4 13,-15 112,23-143,1 0,0 0,0 0,0 0,0 1,1-1,0 0,-1 0,1 0,0-1,0 1,0 0,1 0,-1 0,1-1,-1 1,1-1,0 1,0-1,0 0,0 0,1 1,-1-2,1 1,-1 0,1 0,-1-1,1 1,0-1,0 0,0 0,0 0,0 0,0-1,0 1,0-1,0 0,2 0,1 0,0 0,0-1,0 0,0 0,-1-1,1 1,0-1,0-1,-1 1,0-1,1 0,-1 0,0 0,0-1,-1 0,1 0,-1 0,0 0,0-1,0 0,0 0,-1 0,1-1,7-14,0 0,-2 0,0-1,-1-1,2-11,8-23,-24 113,1 68,5-120,1 0,0 0,0 0,0-1,1 1,-1 0,1-1,0 1,0-1,1 0,-1 0,1 0,0 0,0 0,1 0,-1-1,1 0,-1 1,1-1,0-1,0 1,1 0,-1-1,3 1,24 6,-1-4</inkml:trace>
  <inkml:trace contextRef="#ctx0" brushRef="#br0" timeOffset="1009.4">1855 454,'-23'-8,"0"1,-1 1,0 1,0 1,-15 0,38 3,-1 1,0-1,1 1,-1-1,1 1,-1 0,0 0,1 0,-1 0,0 0,1 0,-1 0,0 0,1 1,-1-1,1 1,-1-1,1 1,-1 0,1-1,-1 1,1 0,-1 0,1 0,0 0,0 0,0 1,-1-1,1 0,0 0,0 1,1-1,-1 1,0-1,0 1,1-1,-1 1,1-1,-1 1,1-1,0 1,-1 0,1-1,0 1,0 0,0-1,1 1,-1 0,0-1,0 1,1 0,6 14,1 1,0-2,1 1,1-1,0-1,1 0,1 0,2 1,23 30,-21-25,0 2,-1 0,-2 1,0 0,-1 1,5 17,-16-40,-1 1,1-1,0 1,-1 0,1-1,-1 1,0 0,0-1,1 1,-1 0,0-1,0 1,0 0,-1-1,1 1,0 0,-1-1,1 1,-1 0,1-1,-1 1,0-1,0 1,0-1,0 0,0 1,0-1,0 0,0 1,0-1,-1 0,1 0,0 0,-1 0,1 0,-1-1,1 1,-1 0,1-1,-1 1,-7 2,0-1,0 0,0-1,0 0,0 0,-1-1,1 0,0 0,0-1,0 0,0-1,0 0,0-1,0 1,1-2,-3 0,-1-5</inkml:trace>
  <inkml:trace contextRef="#ctx0" brushRef="#br0" timeOffset="1272.831">2082 950,'5'0,"-6"-9,-16-22,-5-5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5:01.9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69 1,'0'16,"0"14,0 11,0 10,-2 8,-4 3,-2-1,-2-2,-2-6,1-7,2-9,4-8,1-12,3-8</inkml:trace>
  <inkml:trace contextRef="#ctx0" brushRef="#br0" timeOffset="232.41">29 40,'9'0,"10"7,8 11,9 12,8 12,4 13,2 8,-1 5,-6 0,-9-3,-10-5,-9-7,-16-4,-19-7,-23-8,-23-8,-22-8,4-7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5:01.06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62 1,'-3'20,"-2"19,-3 13,-2 10,-3 3,2 0,3-5,4-5,9-8,6-7,12-8,10-10,10-8,7-7,8-9,5-6,-2-9,-10-2</inkml:trace>
  <inkml:trace contextRef="#ctx0" brushRef="#br0" timeOffset="244.857">516 55,'-11'20,"-9"14,0 10,0 7,4 1,5-1,8-3,10-2,12-5,13-6,12-8,7-6,7-6,2-7,0-5,-5-7,-13-2</inkml:trace>
  <inkml:trace contextRef="#ctx0" brushRef="#br0" timeOffset="491.199">436 321,'18'-2,"20"-1,17 0,13 1,6 0,-1-1,-12 0</inkml:trace>
  <inkml:trace contextRef="#ctx0" brushRef="#br0" timeOffset="677.702">570 81,'20'-2,"26"-1,20-2,17-1,11 0,-11-1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4:59.9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1 309,'25'2,"22"1,19 0,13-3,11-3,0-5,-6-2,-10-1,-17 0</inkml:trace>
  <inkml:trace contextRef="#ctx0" brushRef="#br0" timeOffset="260.351">455 1,'7'7,"9"7,13 7,11 8,7 5,1 4,-6 4,-10 3,-12-1,-19 0,-21-1,-19-1,-11-3,-7-4,5-7,10-9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0:26.1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2,'27'0,"2"-1,0 1,0 1,1 2,-1 1,-1 1,16 6,-15-4,0-2,1 0,0-2,0-2,0 0,27-4,17 1,-6 1,0-4,53-10,-40 5,1 3,78 5,248 2,-129 14,-25-6,-187-5,1-2,53-7,-45 1,325 4,-58 15,6-23,-248 5,0 5,10 5,-73-4,221 18,13-2,20-11,-180-9,109 15,72 12,291-23,-156 6,23-1,-280-8,1092 1,-812-14,66 0,3372 15,-3834 1,-51 1,-12-1,-15 1,-6-1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0:30.1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0,'0'19,"-1"46,4-1,8 54,114 594,-110-588,-6-1,-5 1,-9 82,4-191,-22 335,-31 111,45-361,3 0,6 1,3-1,7 21,3 101,-13 104,-1-151,-39 726,39-719,-12 422,3-393,12 69,6 36,-15 9,2-187,5 0,12 62,2 14,9 74,-19-263,24 230,-24 186,2-339,-6 0,-3 1,-7 22,-2 48,10 144,4-152,-2 124,14-99,-13-153,11 136,-6-129,-2 0,-1-1,-4 37,3 39,19-28,-15-54,-6-43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0:30.50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0,'9'18,"8"13,5 11,4 6,1 5,2 0,2 0,2-2,3-3,0-3,-2-4,-5-5,-1-6,-5-9,-5-7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0:31.0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43,'51'-10,"0"2,1 2,-1 2,1 2,13 4,52-3,175-9,-289 10,-1-1,1 0,-1 1,0-1,1 1,-1 0,1-1,-1 1,1 1,-1-1,1 0,-1 1,1-1,-1 1,1-1,-1 1,0 0,1 0,-1 1,0-1,0 0,0 1,0-1,0 1,0-1,0 1,-1 0,1 0,0 0,-1 0,0 0,1 0,-1 0,0 1,0-1,0 0,-1 1,1-1,0 1,-1-1,0 1,1-1,-1 1,0 1,-44 91,26-63,-23 41,3 3,3 0,4 3,-4 22,22-1,18-69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0:32.40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237 1,'-5'67,"-15"2,-3-2,-3 0,-18 29,37-80,-97 222,97-191,26-53,7-6,0 1,1 2,0 1,0 1,1 1,-1 1,1 2,0 0,1 2,-1 2,16 1,-5-1,42-2,224 9,-283-5,-22-3,0 0,0 0,0 0,-1 1,1-1,0 0,0 0,0 0,0 0,0 0,0 0,0 1,0-1,0 0,0 0,0 0,0 0,0 0,0 0,0 1,0-1,0 0,0 0,0 0,0 0,0 0,0 1,0-1,-19 1,4-3,1 0,-1 0,1-1,0-1,-1-1,2 0,-1-1,1 0,0-1,0 0,0-1,1-1,1 0,0 0,0-2,0 1,1-1,1 0,0-1,1 0,0-1,0 1,2-2,-2-4,-17-39,3 0,3-2,-11-54,22 80,8 30,0 0,0 1,-1-1,1 0,0 1,-1-1,0 1,1-1,-1 0,0 1,0 0,-1-1,1 1,0-1,-1 1,1 0,-1 0,0 0,0 0,0 0,0 1,0-1,0 0,0 1,-1-1,1 1,-1 0,1 0,-1 0,1 0,-1 0,1 1,-1-1,0 1,-1 0,-22 8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0:33.64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682 1,'-3'45,"-3"-1,-1 1,-2-1,-2 0,-2 1,-6 12,19-57,0-1,0 1,-1 0,1 0,0-1,0 1,0 0,0 0,0 0,-1 0,1-1,0 1,0 0,0 0,0 0,-1 0,1 0,0 0,0-1,0 1,-1 0,1 0,0 0,0 0,-1 0,1 0,0 0,0 0,-1 0,1 0,0 0,0 0,0 0,-1 0,1 0,0 0,0 1,-1-1,1 0,0 0,0 0,0 0,-1 0,1 0,0 1,0-1,0 0,0 0,0 0,-1 0,1 1,0-1,0 0,0 0,0 0,0 1,-3-25,3 23,-18-130,16 125,0 0,-1 0,1 0,-1 0,-1 0,1 0,-1 1,1 0,-2 0,1 0,0 0,-1 0,0 1,0 0,-1 0,1 0,-1 1,1 0,-3-1,-4 1,1 1,-1 1,1 0,-1 0,1 1,-1 1,0 0,1 0,-1 1,1 1,0 0,0 0,0 1,0 1,1-1,-1 2,1 0,0 0,1 0,0 1,0 1,0 0,1 0,-16 14,2 1,1 1,1 1,1 1,1 1,1 0,1 1,2 0,1 2,1-1,2 2,1-1,1 1,2 1,1-1,1 1,1 27,2-46,1 0,0 0,1 0,0 0,1-1,1 1,0 0,1-1,0 0,0 1,2-2,-1 1,2-1,-1 1,2-2,-1 1,1-1,1 0,0-1,0 0,1 0,0-1,0-1,1 1,0-2,12 6,-5-6,1 0,0-1,1-1,-1-1,1-1,0 0,0-2,-1 0,1-1,0-1,-1-1,1-1,-1-1,0 0,0-1,17-9,-25 9,0-1,0 0,-1 0,1-2,-2 1,1-1,-1 0,-1-1,0 0,0 0,-1-1,4-8,-8 15,-3 4,0 0,0 1,0-1,1 0,-1 0,0 1,0-1,1 0,-1 0,0 0,1 1,-1-1,0 0,1 0,-1 0,0 0,1 0,-1 0,0 0,1 0,-1 0,0 0,1 0,-1 0,0 0,1 0,-1 0,0 0,1 0,-1 0,0 0,1 0,-1 0,0-1,1 1,-1 0,0 0,1 0,-1-1,0 1,0 0,1-1,-1 1,0 0,0 0,0-1,0 1,1 0,-1-1,0 1,0 0,0-1,0 1,0 0,0-1,0 1,0 0,0-1,0 1,0 0,0-1,0 1,0 0,1 9,1 1,-1-1,2 1,0-1,0 1,0-1,1 0,0-1,1 1,0-1,1 0,-1 0,1 0,1-1,0 0,0 0,0-1,1 1,-1-2,1 1,1-1,-1 0,1-1,9 3,-4-3,-1 0,1-2,0 1,0-2,1 0,-1-1,0 0,0-1,0 0,0-2,0 1,0-2,-1 0,1 0,-1-1,0-1,0 0,-1-1,0-1,0 0,-1 0,0-1,10-9,-18 14,0 0,0-1,0 1,0-1,-1 0,1 1,-1-1,0 0,-1 0,1 0,-1 0,0-1,-1 1,1 0,-1 0,0-1,0 1,0 0,-1-1,0 1,0 0,-1 0,1 0,-1 0,0 0,0 0,0 0,-1 1,0-1,0 1,0 0,-1 0,1 0,-1 0,0 0,0 1,0 0,0 0,-1 0,-1-1,-6-3,1 1,-1 0,0 1,-1 1,1 0,-1 0,0 1,0 1,0 0,0 1,0 0,0 1,-1 0,1 1,0 1,0 0,0 1,1 0,-1 1,1 1,-2 0,11-4,-1 0,1 1,0-1,0 1,0 0,0 0,0 0,0 0,1 0,-1 0,1 1,-1-1,1 1,0 0,0 0,0 0,1 0,-1 0,0 0,1 0,0 0,0 1,0-1,0 1,1-1,-1 0,1 1,0-1,0 1,0-1,0 1,1-1,0 1,-1-1,1 1,0-1,1 0,-1 0,0 0,3 3,28 25,8-5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0:35.00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288 699,'-15'-5,"0"1,-1 1,0 1,1 0,-1 1,0 1,0 0,0 1,-1 1,10-1,1 0,0 1,0-1,-1 1,1 1,0-1,1 1,-1 0,0 1,1-1,0 1,0 0,0 0,0 1,0-1,1 1,0 0,0 1,1-1,-1 1,1-1,0 1,0 1,1 0,-1 1,1-1,1 1,0-1,0 1,0-1,1 1,0 0,1-1,-1 1,1 0,1-1,0 1,0-1,0 0,1 0,0 0,0 0,1 0,0 0,0-1,1 0,-1 0,1 0,1 0,-1-1,1 0,0 0,0-1,0 1,1-1,-1 0,1-1,0 0,0 0,1-1,-1 1,0-1,1-1,-1 0,1 0,0 0,2 0,0-1,-1 0,1-1,-1 0,1 0,-1-1,1 0,-1-1,0 0,0 0,0-1,0 0,-1-1,1 0,-1 0,0-1,-1 0,0 0,0-1,3-2,3-6,-1 1,-1-2,0 0,-1 0,0-1,-1 0,-2 0,1-1,3-16,5-35,-3-1,-3 0,-3-1,-3 1,-6-69,1 83,-2-1,-3 1,-3-6,-2 28,11 34,-1-1,1 1,-1-1,1 1,-1-1,0 1,1-1,-1 1,0 0,1-1,-1 1,0 0,1-1,-1 1,0 0,0 0,1 0,-1 0,0 0,0 0,1 0,-1 0,0 0,0 0,0 0,1 0,-1 0,0 1,1-1,-1 0,0 1,0-1,1 0,-1 1,1-1,-1 1,0-1,1 1,-1-1,1 1,-1-1,1 1,-1 0,1-1,0 1,-1 0,1-1,0 1,0 0,-1 0,1-1,0 1,0 0,0 0,0-1,0 1,0 0,0 0,-10 22,1 2,1-1,1 1,1 0,1 0,2 0,0 5,1-16,-10 99,4 0,7 103,1-188,1 1,1-1,1 1,2-1,0 0,2 0,2-1,0 0,2 0,0-1,16 23,-25-44,1-1,0-1,0 1,0 0,1-1,-1 1,1-1,0 0,0 0,0-1,0 1,1-1,-1 0,1 0,-1 0,1-1,-1 1,1-1,0 0,0-1,0 1,0-1,-1 0,1 0,0 0,0-1,0 0,0 0,0 0,12-7,-1-1,0 0,-1-1,0-1,-1 0,0-1,0-1,-1 0,-1 0,0-1,-1-1,-1 0,0-1,1-4,3-3,-2 0,0-1,-1-1,-2 1,4-15,-13 31,-5 17,-4 12,0 1,2 0,1 0,0 1,2 0,0 0,2 0,1 0,0 0,2 2,-1-19,1 0,-1-1,2 1,-1-1,0 1,1-1,0 0,0 1,1-1,-1 0,1 0,0-1,1 1,-1-1,1 1,0-1,0 0,0-1,0 1,1-1,-1 1,1-1,0-1,0 1,0-1,1 0,0 1,4 0,0-1,0 0,1 0,-1-1,0 0,1-1,-1 0,0-1,1 0,-1-1,0 0,0 0,0-1,0 0,-1-1,1 0,-1-1,0 0,0 0,0-1,-1 0,0 0,0-1,0 0,-1-1,0 1,-1-1,0-1,0 1,-1-1,0 0,0 0,1-5,3-13,-1-1,-2 0,0-1,-2 1,-1-6,-1 19,-6 111,0-56,1-21,1 0,1 0,0 0,1 0,1 0,1 0,1 0,1 0,0 0,1-1,1 1,-3-14,0 0,0 0,1 0,-1 0,1 0,0-1,0 0,0 1,1-2,0 1,0 0,0-1,0 0,0 0,0-1,1 1,-1-1,1 0,0-1,0 1,0-1,0 0,-1-1,1 1,0-1,4-1,0 1,-1-1,0-1,0 0,0 0,0-1,0 0,0-1,-1 0,1 0,-1 0,0-1,0-1,-1 1,0-1,0-1,5-4,-2-1,-1-1,0 0,-1-1,0 0,-1 0,-1-1,0 1,-1-1,0-1,-2 1,1-1,-2 1,0-1,-1 0,-1 0,0 0,-1 0,-1 1,0-2,1 16,1 1,1-1,-1 1,0 0,0-1,0 1,0-1,0 1,0 0,0-1,0 1,1 0,-1-1,0 1,0-1,0 1,1 0,-1 0,0-1,1 1,-1 0,0-1,1 1,-1 0,0 0,1 0,-1-1,0 1,1 0,-1 0,0 0,1 0,-1 0,1 0,-1 0,0 0,1 0,-1 0,1 0,-1 0,0 0,1 0,-1 0,1 0,-1 0,0 0,1 1,-1-1,1 0,-1 0,0 0,1 1,-1-1,0 0,0 0,1 1,-1-1,0 0,0 1,1-1,-1 0,0 1,6 1,105 25,31 11,-139-37,0 1,-1-1,1 0,0 1,-1 0,1-1,-1 1,1 0,-1 0,0 1,0-1,0 0,0 1,-1-1,1 1,0-1,-1 1,0 0,0 0,0 0,0 0,0 0,0 0,-1 0,1 0,-1 0,0 0,0 0,0 0,-1 0,1 0,-1 1,-40 116,33-102,0 0,1 1,1 0,1 1,1-1,0 1,2 1,1-19,1 1,0 0,-1-1,1 1,1 0,-1-1,0 1,1 0,-1-1,1 1,0-1,0 1,0-1,0 1,0-1,0 1,1-1,-1 0,1 0,0 0,0 0,0 0,0 0,0 0,0-1,0 1,0-1,1 1,-1-1,0 0,1 0,-1 0,1 0,-1-1,1 1,0-1,0 1,12-1,1 0,0 0,-1-2,0 0,1 0,-1-2,0 0,0 0,-1-2,1 0,-1 0,0-1,-1-1,0-1,0 0,-1 0,0-1,0-1,4-6,-2 3,-2-1,0-1,0 0,-2 0,0-1,0-1,-18 39,2 0,0 0,2 1,0-1,1 1,2 0,0 0,1 0,3 17,-3-32,1 1,0-1,1 1,0-1,0 0,0 1,1-1,0 0,1-1,-1 1,1-1,1 1,-1-1,1 0,0-1,0 1,1-1,0 0,0 0,0-1,0 0,1 0,-1 0,-3-4,0 1,-1-1,1 1,0-1,0 0,-1 0,1-1,0 1,-1 0,1-1,0 0,-1 1,1-1,-1 0,1-1,-1 1,1 0,-1-1,0 1,1-1,21-17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0:35.25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129 107,'-9'-16,"-7"-9,-4-4,0 4,2 13,6 15,1 16,-1 12,1 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0:36.15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42 230,'9'48,"-3"2,-1-1,-3 1,-2-1,-2 1,-2-1,-8 36,-5-26,16-59,1 1,-1-1,1 0,-1 0,1 0,-1 0,1 0,-1 0,0 0,1 0,-1 0,1-1,-1 1,1 0,-1 0,1 0,-1-1,1 1,-1 0,1 0,-1-1,1 1,-1 0,1-1,0 1,-1-1,1 1,0-1,-1 1,1 0,0-1,-1 1,1-1,0 1,0-1,0 0,0 1,-1-1,1 1,0-1,0 1,0-1,0 1,0-1,0 0,0 1,1-1,-1 1,0-1,0 1,0-1,-5-41,0 0,3 0,2 0,3-24,-3 20,2 1,3 0,1 1,2-1,2 1,2 0,11-25,-22 64,1 1,0-1,0 0,1 0,-1 1,1 0,0-1,0 1,0 0,1 0,0 1,-1-1,1 1,0 0,1 0,-1 0,0 0,1 1,0-1,0 1,-1 1,1-1,0 1,0 0,0 0,1 0,-1 0,0 1,0 0,5 1,10 4,0 1,0 1,-1 1,0 1,0 0,-1 2,0 0,-1 0,0 2,-1 0,13 15,-24-24,0 0,0 1,-1-1,0 1,0 0,0 1,0-1,-1 0,0 1,0 0,0 0,-1 0,0 0,0 0,0 0,-1 1,0-1,0 0,-1 1,0-1,0 1,0-1,-1 1,0-1,0 0,-1 1,0-1,0 1,-10 10,0-2,0 0,-2-1,0 0,0-1,-2 0,1-1,-2-1,1-1,-1 0,-1-1,0-1,0 0,-8 1,13-3,-1-1,0 0,0 0,-1-2,1 0,-1 0,-8-1,23-2,0-1,1 1,-1 0,0-1,1 1,-1-1,0 1,0-1,1 1,-1-1,0 1,0-1,0 1,0-1,1 1,-1-1,0 1,0-1,0 1,0-1,0 1,-1-1,1 0,0 1,0-1,0 1,0-1,0 1,-1-1,1 1,0-1,0 1,-1 0,1-1,0 1,-1-1,1 1,-1 0,1-1,0 1,-1 0,1-1,-1 1,1 0,-1 0,1-1,-1 1,1 0,-1 0,1 0,-1 0,1 0,-2 0,17-6,0 0,0 2,1 0,-1 1,1 0,-1 1,1 1,0 0,0 1,3 1,0 0,-1 0,1 1,0 0,-1 2,0 0,0 1,0 1,0 0,-1 2,0 0,-1 1,0 0,0 1,-1 1,0 1,-1 0,0 1,-1 0,-1 1,0 1,-1 0,3 5,-11-15,-1 1,0-1,0 1,0 0,-1 0,0-1,0 1,-1 0,1 0,-1 0,-1 0,1 0,-1 0,0 0,0-1,0 1,-1 0,0-1,0 1,-1-1,0 1,0-1,0 0,0 0,-1-1,1 1,-1-1,-1 0,1 1,0-2,-4 3,-17 13,-2-1,-1-1,0-1,-1-2,0 0,-1-2,0-2,-1 0,0-3,-18 3,37-7,1 0,0 0,-1-1,1-1,-1 0,0 0,1-1,-1-1,1 0,-1-1,1 0,-1 0,1-2,0 1,0-1,-9-5,18 8,1 0,-1 0,1-1,0 1,0 0,-1-1,1 1,0 0,0-1,0 1,1-1,-1 0,0 1,1-1,-1 0,1 1,-1-1,1 0,0 0,-1 1,1-1,0 0,0 0,1 1,-1-1,0 0,0 0,1 1,-1-1,1 0,0 1,-1-1,1 0,0 1,0-1,44-46,-8 20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0:36.46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475 54,'-18'-9,"0"1,0 0,-1 2,1 0,-2 1,1 1,0 1,-1 0,0 2,1 0,-1 1,0 1,0 1,1 1,-1 0,-17 7,29-6,-1 0,1 1,0 1,0-1,1 1,-1 0,1 1,1 0,-1 0,1 0,1 1,-1 0,1 0,0 0,1 1,0-1,0 1,1 0,1 0,-1 1,1-1,1 0,-1 5,1 1,0 0,1 0,0 0,1 0,1 0,0 0,1-1,1 1,0-1,1 0,1 0,0-1,1 1,7 9,-4-9,1-1,1 0,0-1,0 0,1-1,1 0,0-1,0-1,1 0,0-1,1-1,0 0,0-1,0-1,9 2,9 1,1-1,-1-3,1 0,0-2,0-2,0-1,7-2,-6-2,0-1,0-2,0-2,20-8,25-14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0:36.94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39 120,'9'99,"-4"1,-8 83,-16 32,15-207,3-22,-7-486,-9 317,26 155,21 42,253 225,-282-237,34 26,-1 1,-2 2,-1 2,-2 1,-1 0,-2 3,14 24,-37-56,0 0,-1 0,0 1,1-1,-2 1,1-1,-1 1,0 0,0-1,0 1,-1 0,0 0,0-1,0 1,-1 0,0 0,0-1,-1 1,1 0,-1-1,0 0,-3 5,-7 5,0-1,-1 0,-1 0,0-2,-1 0,0-1,-1 0,0-1,0-1,-1 0,-1-1,-11 3,-118 39,82-34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0:38.91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283 1,'-5'19,"2"1,0 0,1 0,1 0,1 0,0 0,2 0,1 8,-1-4,26 458,-24 224,-20-440,-11-1,-37 136,63-395,-40 205,9 2,10 2,8 36,15-183,-3 0,-3 0,-3 0,-3-1,-3 0,-16 44,25-98,1 0,1 0,0 0,0 1,1-1,1 1,1-1,0 3,11 92,38 104,-45-193,-2 0,0 0,-1 0,0-1,-3 18,2 48,0-79,0 1,1-1,0 0,0 1,0-1,0 0,1 1,0-1,0 0,1 0,-1-1,1 1,0 0,2 2,5-8,-12-3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0:40.8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130 0,'-2'19,"-4"14,-2 15,-2 14,-5 7,-1 4,-1-2,-1-6,2-10,3-11,5-14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0:41.10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21 200,'-14'0,"8"0,19-2,34-6,38-8,38-10,28-8,16-3,0 4,-18 6,-28 10,-36 18,-46 22,-29 7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0:41.2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1 294,'13'2,"19"1,19-2,27-9,26-12,28-11,24-12,14-7,3-3,-9 1,-33 10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0:42.04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0,'0'19,"0"14,0 14,0 9,0 5,0 1,0-3,2-10,1-10,3-12,-1-11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0:42.31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74 1,'2'20,"-1"19,-3 13,-6 12,-4 7,0 2,2-5,1-4,1-9,3-11,0-13,0-12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0:42.5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1 233,'16'-12,"23"-7,26-9,27-7,22-6,17 3,5 5,-8 10,-18 19,-28 23,-35 27,-25 6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0:42.83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1 286,'27'3,"30"-5,30-12,32-18,27-18,17-13,1-5,-28 9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1:56.5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1,'30'15,"137"-4,-130-11,389 0,-998 0,1056 13,-366-13,-180 0,-145-2,-77 15,239-5,61-2,292-3,80-17,-357 9,-50-1,-482 3,441 3,100 9,140 2,-167-8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2:36.23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459 711,'-6'-4,"-1"-1,0 1,0 0,0 0,-1 1,1 0,-1 1,1-1,-1 1,0 1,0 0,0 0,0 0,0 1,0 0,0 1,0-1,0 2,0-1,0 1,0 0,0 1,1 0,0 0,-1 0,1 1,0 0,1 1,-1 0,1 0,0 0,0 0,-3 5,-14 14,1 1,1 1,1 1,1 1,1 1,2 0,1 1,2 1,0 0,1 5,9-25,-1 1,2-1,0 1,0 0,1 0,0 0,1 0,1 1,-1-10,0 1,0-1,1 0,0 0,-1 0,1 0,0 0,1 0,-1 0,0 0,1-1,0 1,-1-1,1 1,0-1,0 1,1-1,-1 0,0 0,1 0,-1 0,1 0,0-1,0 1,-1-1,1 0,0 0,0 0,0 0,0 0,1-1,-1 1,0-1,11-1,-1-1,1 0,-1-1,1-1,-1 0,0 0,-1-1,1-1,-1-1,0 1,0-2,-1 1,0-2,-1 0,0 0,7-8,13-13,-1-1,-2-1,-1-1,-1-2,-2-1,-2 0,-1-2,11-31,3-19,-3-1,-5-1,5-40,-9 19,-4-1,-5-6,-12 82,-6 24,-6 25,-59 154,60-137,-72 227,-16 120,92-351,-2 3,1 1,1 0,2 0,1 0,1 0,2 1,2 26,-1-50,1-1,-1 1,1 0,1-1,-1 1,1-1,0 0,0 1,1-1,0-1,0 1,0-1,1 1,-1-1,5 3,29 18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2:37.43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106 78,'-8'23,"0"1,2 0,1 1,1-1,1 1,1 0,1 0,2 10,-1-27,1 0,0-1,1 1,-1 0,2-1,-1 1,1-1,0 0,0 0,1 0,0 0,1 0,-1-1,1 0,0 0,1 0,-1-1,1 0,0 0,1 0,-1-1,1 0,0 0,0 0,0-1,0 0,1-1,-1 1,1-1,-1-1,1 0,0 0,0 0,0-1,7-1,-3 0,0-2,1 1,-1-2,-1 1,1-2,-1 0,1 0,-1-1,-1 0,1-1,-1 0,-1 0,1-1,-1-1,0 0,-1 0,0-1,-1 1,0-2,0 1,-1-1,0 0,-1 0,0-1,-1 1,-1-1,1 0,-2 0,0-1,0 1,-1 0,-1-1,0 1,-1 0,0-1,-1 0,0 5,-1-1,0 2,0-1,-1 0,0 1,0 0,0-1,-1 2,-1-1,1 1,-1-1,0 2,0-1,-1 1,0 0,0 0,0 0,0 1,-1 0,1 1,-1 0,0 0,0 1,0-1,-1 2,-6-2,1 0,0 1,-1 1,1 0,-1 1,1 1,0 0,-1 1,1 1,0 0,0 1,0 0,0 1,-4 3,8-3,0 1,0 0,1 0,0 1,1 0,-1 1,1 0,1 0,-1 1,2 0,-1 0,1 1,0 0,1 0,-2 6,-9 30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2:37.90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1,'12'6,"1"1,-1 0,-1 1,1 0,-1 1,-1 0,1 1,-2 0,1 1,-1 0,-1 0,0 1,-1 0,0 0,-1 1,0-1,-1 2,1 2,5 17,-2 0,0 0,-3 1,0-1,-3 2,0-1,-3 29,1-43,1-20,-1-1,1 1,0-1,-1 1,1-1,-1 0,1 0,-1 0,1 0,-1 0,0 0,0 0,1 0,-1 0,0-1,0 1,0 0,0-1,0 1,0-1,-1 1,1-1,0 1,-1-1,1 0,-1 1,94-164,42-64,-121 212,-16 17,1 0,0 1,0-1,0 0,-1 0,1 1,0-1,0 0,0 0,0 1,0-1,0 0,0 0,-1 1,1-1,0 0,0 1,0-1,0 0,0 0,0 1,0-1,0 0,1 1,-1-1,0 0,0 0,0 1,0-1,0 0,0 1,0-1,1 0,-1 0,0 0,0 1,0-1,1 0,-1 0,0 0,0 1,1-1,-1 0,0 0,0 0,1 0,-1 0,0 0,0 1,1-1,-1 0,0 0,1 0,-1 0,0 0,0 0,1 0,-1 0,0 0,1-1,-39 117,29-94,0-1,2 1,1 0,1 1,0-1,0 22,4-38,1-1,0 1,1 0,-1-1,1 1,0 0,1-1,-1 1,1-1,0 1,1-1,-1 0,1 0,0 0,0 0,0-1,1 1,0-1,0 0,0 0,0 0,1-1,3 3,37 16,2-8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2:38.15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147 10,'9'-7,"5"5,3 11,-2 19,-5 19,-10 23,-11 20,-13 17,-11 14,-5 4,1-4,4-8,8-23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2:38.49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157 0,'0'6,"0"103,-5 0,-7 27,-51 165,-5 27,66-319,0 1,0-1,1 1,0-1,0 1,1-1,1 1,0 0,0-1,0 1,1-1,1 0,0 0,0 0,1 0,0 0,0-1,1 1,0-1,0 0,1-1,0 1,1-1,3 3,0-5,1 0,1 0,-1-1,1-1,-1 1,1-2,0 0,0 0,0-1,0-1,0 0,1-1,-1 0,0 0,0-2,-1 1,1-2,5-1,37-13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2:38.73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78 55,'-18'-4,"-8"-5,2 0,15 2,22-1,27 1,30 2,25 2,22 1,14 1,2 1,-7 0,-26 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2:40.17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533 233,'1'-4,"0"-1,0 1,-1 0,0-1,0 1,0-1,0 1,-1 0,1-1,-1 1,0 0,-1-1,1 1,-1 0,1 0,-1 0,-1 0,1 1,0-1,-1 0,0 1,0 0,0-1,0 1,0 1,-1-1,0 0,1 1,-1 0,0-1,-1 1,-6-2,0 0,1 1,-2 0,1 1,0 0,0 1,0 0,-1 1,1 0,0 1,-1 0,1 1,0 0,0 1,0 0,-8 4,-2 1,-1 2,2 0,0 1,0 1,1 1,0 0,-14 15,21-17,1 0,0 1,0 1,2-1,-1 2,1-1,1 1,-2 6,8-15,0-1,0 0,0 1,1-1,0 1,0-1,0 1,0 0,1-1,0 1,0 0,0 0,0-1,1 1,0 0,0-1,0 1,0-1,1 1,0-1,0 1,0-1,0 0,1 0,-1 0,1-1,0 1,0 0,1-1,2 2,9 4,0 0,1-1,0-1,0 0,1-1,0-1,0 0,0-2,0 0,1-1,-1 0,15-2,31 3,0-2,0-4,0-2,0-3,-1-2,0-4,-1-2,55-22,40-39,-147 71,0 0,0-1,-1 0,1 0,-2-1,1 0,-1 0,0-1,-1 0,0 0,-1-1,1 1,-2-1,3-7,-6 14,0 1,0-1,-1 0,1 0,-1 0,0 0,0 0,0 0,0 0,0 0,0 0,-1 0,0 0,1 0,-1 0,0 1,-1-1,1 0,0 1,-1-1,1 1,-1-1,0 1,0-1,0 1,0 0,0 0,0 0,-1 1,1-1,-1 0,1 1,-1-1,0 1,0 0,1 0,-1 0,0 0,0 1,-9-3,1 0,-1 1,0 0,0 1,1 0,-1 1,0 0,0 1,0 1,0 0,1 0,-1 1,1 0,0 1,0 1,0 0,0 0,1 1,0 0,0 1,0 0,1 1,0 0,1 0,0 0,0 2,1-1,0 1,0-1,1 2,0-1,0 3,5-10,-1 1,1 0,0 0,0-1,0 1,0 0,1 0,0 0,-1 0,1 0,1 0,-1 0,1 0,-1 0,1-1,0 1,0 0,1 0,-1-1,1 1,0 0,0-1,0 0,0 0,1 1,-1-1,1 0,0-1,0 1,0-1,0 1,3 1,4 0,1 0,-1-1,1 0,0 0,0-1,0 0,1-1,-1-1,0 0,0 0,1-1,-1 0,0-1,0-1,0 1,0-2,-1 1,1-2,-1 1,0-1,0-1,-1 0,1 0,-1-1,-1 0,3-3,-1 0,-1 0,-1-1,0 1,0-2,-1 1,-1-1,4-9,-16 32,1 0,0 1,1-1,0 1,1 0,0 0,1 0,0 0,1 0,0 0,1 0,1 1,-1-1,2 0,0 0,0 0,2 0,1 5,-3-13,1-1,0 1,0-1,0 0,0 1,0-1,1-1,-1 1,1-1,0 1,0-1,0 0,0 0,0-1,0 1,1-1,-1 0,0 0,1 0,-1-1,1 0,-1 0,1 0,-1 0,0 0,2-1,2-1,1 1,-1-1,0-1,0 0,0 0,0 0,-1-1,1 0,-1 0,0-1,0 0,0-1,2-2,2-4,-1 0,-1-1,0 0,-1-1,-1 1,0-1,-1-1,0 1,-1-1,0 0,1-15,15-172,-17 130,-3 70,1 1,-1-1,1 1,-1-1,1 1,0-1,0 1,0 0,0 0,0 0,0 0,0 0,0 0,0 1,1-1,-1 1,0-1,0 1,1 0,-1 0,0 0,0 0,1 0,-1 1,0-1,0 1,0-1,1 1,-1 0,0 0,0 0,0 0,0 0,0 0,-1 1,1-1,0 0,0 1,11 4,251 84,-259-89,0 0,-1 1,1-1,0 1,-1 0,1 1,-1-1,1 1,-1 0,0 0,0 0,-1 0,1 1,-1 0,1 0,-1 0,0 0,-1 0,1 0,-1 1,1-1,-1 1,-1 0,1-1,-1 1,0 0,0 0,0 0,-1 0,1 0,-1 4,-21 61,-3 30,24-96,0 0,0 0,0 0,1 0,0 0,0 0,0-1,0 1,1 0,-1-1,1 1,0-1,0 1,0-1,1 0,-1 0,1 0,0 0,-1 0,1 0,1-1,-1 0,0 0,2 1,11 5,1-2,1 0,-1 0,1-2,0 0,0-2,0 0,0 0,0-2,18-1,-7 1,1-2,-1 0,0-2,0-2,0 0,0-2,-1-1,0-1,-1-2,1-1,-12 5,0-2,0 0,-1 0,0-1,-1-1,0-1,-1 0,-1-1,0 0,0-1,-2 0,0-1,-1 0,0 0,-1-1,2-8,-5 9,0 0,-1 0,0 0,-2-1,0 0,0-15,-2 27,1 1,-2-1,1 1,0-1,-1 1,0-1,0 1,0-1,-1 1,1 0,-1 0,0 0,-1 0,1 0,0 0,-1 0,0 1,0-1,0 1,0 0,-1 0,1 0,-1 0,0 1,0-1,0 1,-2-1,-2 2,0 0,0 1,-1-1,1 2,0-1,0 1,0 0,0 1,0 0,0 0,0 1,0 0,1 0,-1 1,1 0,0 0,0 1,1-1,-1 2,1-1,0 1,0 0,1 0,0 0,-4 6,1-3,0 1,1 0,-1 0,2 0,0 1,0 0,1 0,0 1,1 0,0-1,1 1,0 1,1-1,1 0,-1 0,2 1,0-1,1 1,0-1,0 0,2 1,-1-1,2 0,-1 0,2-1,-1 1,2-1,-1 0,2 0,-1-1,7 8,-2-9,0 0,0 0,1-1,0 0,1-1,0-1,0 0,0 0,3-1,51 15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2:40.46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27,'18'-12,"6"-3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6:03.08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308 1,'-13'1,"0"0,0 0,0 2,1 0,-1 0,1 1,-1 1,1 0,1 0,-1 1,1 1,0 0,0 0,1 1,0 1,1 0,-1 0,2 1,-1 0,1 0,1 1,0 0,1 0,-2 5,1-4,0 0,2 1,-1 0,2 0,-1 1,2-1,0 1,1 0,0 0,1 0,0 0,2 7,-1-18,0 0,1-1,-1 1,1 0,0 0,0-1,0 1,0 0,1-1,-1 1,1-1,-1 0,1 1,0-1,0 0,0 0,0 0,0 0,0 0,1-1,-1 1,0-1,1 1,0-1,-1 0,1 0,0 0,-1-1,1 1,0 0,0-1,0 0,-1 0,3 0,3 0,-1-1,0 0,1 0,-1 0,0-1,0-1,0 1,0-1,0 0,-1-1,1 1,5-5,4-9,0 1,-1-2,0 0,-2-1,0 0,-1-1,-1-1,-1 1,-1-2,-1 1,0-1,-2-1,-1 1,0-1,0-22,-46 280,40-228,1 0,-1-1,1 1,1 0,-1 0,1 0,0-1,1 1,-1 0,1-1,1 1,-1-1,1 0,0 1,1-2,-1 1,1 0,0-1,1 1,-1-1,1 0,0-1,0 1,1-1,-1 0,1 0,0-1,0 0,0 0,5 2,14 1,0 0,-1-1,2-2,-1-1,0 0,0-2,1-1,-1-1,15-4,57-8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6:03.0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2381 1806,'79'-123,"-79"158,-22 97,-6-1,-17 37,25-96,-16 60,4-15</inkml:trace>
  <inkml:trace contextRef="#ctx0" brushRef="#br0" timeOffset="1">2475 1592,'2'-2,"1"1,0 8,-5 12,-7 14,-7 17,-6 16,-5 13,0 9,2 0,6-5,5-17</inkml:trace>
  <inkml:trace contextRef="#ctx0" brushRef="#br0" timeOffset="2">3103 1993,'-7'-4,"-1"1,0-1,1 1,-1 0,-1 1,1 0,0 0,-1 1,1 0,0 1,-1-1,1 2,-1-1,1 1,-1 0,1 1,0 0,0 0,0 1,0 0,-3 2,-4 2,1 1,1 0,-1 1,2 0,-1 1,1 0,1 1,0 1,0 0,1 0,0 1,7-9,0-1,0 1,0 0,1 0,0 0,0 0,0 0,0 0,0 0,1 1,0-1,0 1,0-1,0 1,1 0,0-1,0 1,0-1,0 1,1 0,0-1,0 1,0-1,0 0,2 5,4-2,0-1,0 0,0 0,1 0,0-1,0 0,0-1,1 0,-1 0,1-1,0 0,0 0,0-1,0 0,1-1,-1 0,9 0,18 3,0-1,0-3,1 0,-1-2,0-2,0-2,0 0,-1-3,0-1,-1-1,0-3,14-7,-11 0</inkml:trace>
  <inkml:trace contextRef="#ctx0" brushRef="#br0" timeOffset="3">1552 148,'2'0,"8"0,11 0,18 0,21-2,22-6,21-3,12-4,6-3,-5 3,-10 3,-14 4,-19 4,-21 1</inkml:trace>
  <inkml:trace contextRef="#ctx0" brushRef="#br0" timeOffset="4">2795 309,'-4'-2,"-5"5,-4 15,-3 15,-3 20,-3 19,1 19,-2 15,-1 9,-1 4,0-1,-2-10,5-23</inkml:trace>
  <inkml:trace contextRef="#ctx0" brushRef="#br0" timeOffset="5">1526 15,'-11'0,"17"0,22 0,39 0,593-12,-645 11,-20 0,-8 1</inkml:trace>
  <inkml:trace contextRef="#ctx0" brushRef="#br0" timeOffset="6">3170 242,'-56'350,"46"-285,-2-1,-3-1,-19 45,44-131,1 0,1 1,1 0,1 1,1 0,1 1,0 1,1 0,2 2,10-9,-27 24,0 0,0 0,0 0,0 0,1 1,-1-1,1 1,0-1,-1 1,1 0,0 0,0 0,-1 0,1 1,0-1,0 1,0 0,0 0,0 0,0 0,0 0,0 1,0-1,0 1,-1 0,1 0,0 0,0 0,-1 0,1 0,-1 1,1-1,-1 1,1 0,-1 0,0 0,0 0,0 0,5 11,0 0,-1 0,-1 1,0 0,-1 0,-1 0,0 0,0 0,-2 1,0-1,0 1,-2-1,1 1,-3 7,2-14,0-1,-1 0,0 0,0 0,-1 0,0 0,0 0,0-1,-1 1,0-1,0 0,-1 0,1-1,-1 1,-1-1,1 0,-1 0,1-1,-2 0,1 0,0 0,-1-1,1 1,-1-2,0 1,0-1,0 0,-1 0,-2-1,-3 2,0-1,-1 0,1-1,-1-1,1 0,-1-1,1 0,-1-1,1-1,-6-2,3-1</inkml:trace>
  <inkml:trace contextRef="#ctx0" brushRef="#br0" timeOffset="7">1084 148,'-2'21,"-3"17,-6 15,-4 13,-6 14,-7 10,-6 5,-2 2,1-4,3-11,6-12,7-14,7-14,5-17,6-14,3-12,2-5</inkml:trace>
  <inkml:trace contextRef="#ctx0" brushRef="#br0" timeOffset="8">228 403,'23'2,"-1"-1,1-2,0 0,-1-1,1-1,-1-1,0-1,0-1,0-1,-1-1,0 0,9-7,-6 5,0 0,-1-2,-1 0,0-2,0 0,-2-2,0 0,0-1,7-10,-26 27,0-1,-1 0,1 0,0 0,0 1,0-1,0 0,-1 0,1 0,-1 0,1-1,0 1,-1 0,0 0,1 0,-1 0,0 0,0-1,1 1,-1 0,0 0,0 0,0-1,0 1,-1 0,1 0,0 0,0-1,-1 1,1 0,-1 0,1 0,-1 0,1 0,-1 0,0 0,1 0,-1 0,0 0,0 0,0 0,0 1,0-1,0 0,0 1,0-1,0 0,0 1,0-1,0 1,0 0,-1-1,1 1,0 0,0 0,0 0,-1 0,1 0,0 0,0 0,0 0,-1 0,1 1,0-1,0 0,-1 1,-7-1,-1 2,1-1,-1 1,1 0,-1 1,1 0,0 1,0 0,1 0,-1 1,1 0,0 0,0 1,1 0,0 0,0 1,0 0,0 1,-5 6,1 2,1-1,0 1,1 0,1 1,0 0,2 1,0-1,0 3,-12 69,3 0,4 1,5 0,3 1,5 16,-3 33,-1-66</inkml:trace>
  <inkml:trace contextRef="#ctx0" brushRef="#br0" timeOffset="9">228 710,'-11'-14,"-9"-8,-2-4,4 3,14 4,24 4,32 3,33-1,32-1,27 2,14 1,-18 2</inkml:trace>
  <inkml:trace contextRef="#ctx0" brushRef="#br0" timeOffset="10">803 1446,'0'15,"-2"18,-3 16,-3 15,-3 16,-3 10,-2 5,-1 3,3-4,4-9,3-15,3-18</inkml:trace>
  <inkml:trace contextRef="#ctx0" brushRef="#br0" timeOffset="11">816 1552,'2'-1,"-1"1,0 0,0 0,0-1,0 1,0 0,1 0,-1 0,0 0,0 0,0 1,0-1,1 0,-1 0,0 1,0-1,0 1,0-1,0 1,0-1,0 1,0 0,0 0,0-1,0 1,-1 0,1 0,0 0,0 0,-1 0,1 0,-1 0,1 0,-1 0,1 0,-1 0,0 0,1 0,-1 0,0 1,0-1,0 0,0 0,0 0,0 0,0 1,0-1,0 0,-1 0,1 0,0 0,-1 0,1 0,-1 1,1-1,-2 0,-3 27,-2 0,-1-1,-1 0,-2-1,-11 22,7-16,-62 134,-7-4,-11 1,83-144,15-29,133-265,26-154,-152 406,-9 32,-86 262,69-213,2 1,2 0,3 1,3 0,1 19,14-17,-4-72,7-84,4 0,26-82,54-144,-87 253,-8 67,-1 0,0 0,0-1,0 1,1 0,-1 0,0-1,0 1,0 0,0-1,0 1,0 0,0-1,0 1,0 0,0-1,0 1,0 0,0-1,0 1,0 0,0 0,0-1,0 1,0 0,0-1,0 1,-1 0,1 0,0-1,0 1,0 0,0-1,-1 1,1 0,0 0,0 0,-1-1,1 1,0 0,0 0,-1 0,1 0,0 0,-1-1,1 1,0 0,-1 0,1 0,0 0,-1 0,1 0,0 0,0 0,-1 0,1 0,0 0,-1 0,1 0,0 1,-1-1,1 0,0 0,-1 0,1 0,0 0,0 1,-1-1,1 0,-14 20,-3 18,2 0,2 1,1 0,2 4,0-8,-112 420,120-442,11-35,-7 16,7-19</inkml:trace>
  <inkml:trace contextRef="#ctx0" brushRef="#br0" timeOffset="12">1 1726,'19'3,"1"0,0-1,0 0,0-2,0 0,0-2,-1 0,1-1,0-1,-1-1,0 0,0-2,-1 0,1-1,-2-1,1-1,0 0,-10 5,0 1,0-1,0 0,-1-1,0 0,0 0,0 0,0-1,-1 0,-1 0,1-1,0 0,-6 6,1 1,0-1,0 1,-1 0,1-1,0 1,-1-1,0 0,1 1,-1-1,0 1,0-1,0 1,0-1,0 0,0 1,0-1,-1 1,1-1,-1 1,1-1,-1 1,1-1,-1 1,0-1,0 1,0 0,0-1,0 1,0 0,0 0,0 0,0-1,0 2,-1-1,1 0,0 0,-1 0,1 0,-1 1,1-1,-67-10,57 13,-1 1,1 1,0 0,0 0,0 1,0 0,1 1,0 0,0 1,1 0,0 0,0 1,0 1,1-1,0 1,1 1,0-1,1 1,0 0,0 1,1-1,0 1,1 0,0 1,1-1,0 0,1 1,1 0,-1 7,2-11,1-1,0 1,0-1,1 0,0 0,0 0,1 0,0 0,0 0,0-1,1 1,0-1,0 0,1 0,0 0,0-1,0 0,1 0,-1 0,1-1,0 1,1-1,-1-1,1 1,0-1,-1-1,1 1,1-1,-1 0,0 0,0-1,1 0,-1-1,6 1,1-1,0 0,0-1,0-1,0 0,0 0,0-2,-1 0,4-1,40-18</inkml:trace>
  <inkml:trace contextRef="#ctx0" brushRef="#br0" timeOffset="13">937 2609,'13'2,"15"1,15 0,14-1,14 0,12-1,6-1,2 0,-8 0,-12 0,-10 0,-12 0,-9 0,-11 0</inkml:trace>
  <inkml:trace contextRef="#ctx0" brushRef="#br0" timeOffset="14">803 2675,'1020'0,"-1914"0,743 11,187-3,119 0,0-6,90-14,-244 12,76-5,140-6,13 10,-345 2,93-1</inkml:trace>
  <inkml:trace contextRef="#ctx0" brushRef="#br0" timeOffset="15">1325 3223,'-3'-4,"1"-1,-1 1,0 0,0 0,0 0,0 0,-1 0,0 1,1-1,-1 1,-1 0,1 0,0 1,-1-1,1 1,-1 0,0 0,0 1,0-1,1 1,-1 0,-1 0,1 1,0-1,0 1,0 1,0-1,0 1,-5 0,-1 2,-1 0,1 0,0 1,0 0,1 1,0 0,-1 1,2 0,-1 0,1 1,0 1,-7 6,-34 58,49-70,0 1,0-1,0 0,0 0,0 0,1 0,-1 1,1-1,0 0,-1 1,1-1,0 0,0 1,1-1,-1 0,0 1,1-1,-1 0,1 0,0 0,0 1,0-1,0 0,0 0,0 0,1 0,-1-1,1 1,-1 0,1 0,0-1,-1 1,1-1,0 0,0 1,0-1,3 1,0 0,1 0,-1-1,1 1,-1-1,0 0,1-1,0 0,-1 1,1-2,-1 1,1-1,-1 1,1-2,-1 1,0-1,1 1,-1-1,3-2,91-58,-79 42,-2-1,0 0,-1-1,0-1,-2 0,-1-1,-1-1,-2 0,0-1,-1 0,-2-1,0 1,-2-2,-1 1,-2-1,1-27,-4 30,0 25,0-1,-1 1,1 0,0 0,-1 0,1-1,0 1,-1 0,1 0,-1 0,1 0,0-1,-1 1,1 0,-1 0,1 0,-1 0,1 0,0 0,-1 0,1 0,-1 1,1-1,0 0,-1 0,1 0,-1 0,1 0,0 1,-1-1,1 0,0 0,-1 1,1-1,0 0,-1 0,1 1,0-1,0 0,-1 1,1-1,0 0,0 1,0-1,0 1,-1-1,1 0,0 1,0-1,0 1,0-1,0 0,0 1,0-1,0 1,0-1,0 1,0-1,0 0,0 1,1-1,-21 41,2 1,2 1,1 0,3 1,-2 19,11-56,1 1,0-1,0 1,1 0,0 0,0 0,1-1,0 1,0 0,1 0,0 0,0 0,1 0,0-1,1 1,0-1,0 0,0 1,1-1,0-1,0 1,1-1,0 1,0-1,0 0,1-1,6 5,4-3,1 0,0-2,1 0,0-1,-1-1,1 0,0-2,0 0,1-1,-1 0,0-2,0 0,0-1,-1-1,1-1,5-2,61-22,-12-2</inkml:trace>
  <inkml:trace contextRef="#ctx0" brushRef="#br0" timeOffset="16">1271 1431,'213'1,"642"-13,-843 11,-33 2,-71 6,0-4,0-4,-34-6,-72-7,-136 11,328 5,23 1,53 2,0-3,0-4,37-6,9 0,172 0,-280 8,-16 0,-18 1,-729 36,728-34,275-19,372-47,-611 63,-27 2,-320 24,-140-14,407-10,91 3,476 1,-400-7,-82 2,-20 0,-24 2,-275 15,282-19</inkml:trace>
  <inkml:trace contextRef="#ctx0" brushRef="#br0" timeOffset="17">1900 643,'-6'-5,"0"0,0 1,0-1,0 1,-1 1,0-1,0 1,0 0,0 1,0 0,0 0,-1 0,1 1,-1 0,1 0,-1 1,0 0,1 0,-1 1,1 0,-1 1,1-1,0 1,-1 1,1-1,0 1,-3 1,1 0,0 1,1-1,-1 2,1-1,0 1,0 0,0 1,1 0,0 0,0 1,1-1,0 1,1 1,0-1,0 1,0 0,1 0,-1 5,4-11,0-1,1 1,-1 0,1-1,-1 1,1 0,0-1,0 1,0 0,0 0,1-1,-1 1,1 0,-1-1,1 1,0-1,0 1,0-1,1 1,-1-1,1 0,-1 1,1-1,0 0,-1 0,1 0,0 0,1-1,-1 1,0 0,0-1,1 0,-1 1,1-1,-1 0,1 0,-1 0,1-1,2 1,6 1,-1 0,1-1,0-1,0 0,0 0,0-1,0 0,0-1,0-1,-1 1,1-2,-1 1,0-1,0-1,0 0,-1-1,1 1,-1-2,0 1,-1-1,0-1,0 1,-1-1,0-1,0 1,-1-1,0-1,0 1,-1-1,0 0,-1 0,0 0,-1-1,0 1,-1-1,1-4,-7 136,-16 184,9-232,-4-1,-17 50,31-116,0-1,-1 0,1 0,-1 0,0 1,0-1,-1-1,1 1,-1 0,0-1,0 1,-1-1,1 0,-1 0,0 0,0-1,0 1,-1-1,1 0,-5 2,6-6,-1 0,1 0,-1 0,1 0,-1-1,1 1,0-1,0 0,0 0,0 0,0 0,0 0,1-1,-1 1,1-1,-1 0,1 0,0 0,0 0,0 0,1 0,-1-1,0-1,-3-3,-24-38,1-2,3-1,-11-31,35 78,0 0,0 0,0 0,0 0,1 0,-1 0,1 0,0 0,-1 0,1 0,0 0,0 0,1 0,-1 0,0 0,1 0,-1 0,1-1,-1 2,1-1,0 0,0 0,0 0,0 0,0 0,0 1,1-1,-1 0,1 1,-1 0,1-1,-1 1,1 0,0-1,0 1,-1 0,1 0,0 1,0-1,0 0,135-38,127-24,-119 24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6:40.48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64 267,'-10'20,"0"0,2 1,0 0,1 0,1 1,1 0,1 0,1 1,1-1,1 0,1 1,2 10,1-19,0 0,1 0,0-1,1 1,1-1,0 0,1-1,0 1,1-1,0-1,1 1,1-2,-1 1,2-1,-1-1,1 0,1 0,0-1,0 0,0-1,1-1,0 0,1-1,1 1,-11-4,1-1,0 0,-1 1,1-1,0-1,-1 1,1-1,0 0,0 0,-1 0,1 0,0-1,-1 0,1 0,0 0,-1-1,1 0,-1 1,0-1,1-1,-1 1,0-1,0 0,-1 0,1 0,1-2,7-11,-2-1,0-1,-1 0,-1 0,-1 0,-1-1,0 0,-1-1,-1 1,-1-1,-1 0,0 0,-2 1,0-1,-2-12,2 3,-2-1,0 1,-2 0,-1 0,-1 1,-1 0,-7-14,10 31,0 1,0-1,-1 1,-1 1,0-1,0 1,-1 0,0 0,0 1,-1 0,0 0,-1 1,0 0,0 0,0 1,-1 0,0 1,0 0,0 1,-10-3,14 5,1 1,-1 0,0 0,0 0,0 1,1 0,-1 0,0 0,0 1,0 0,1 0,-1 0,0 1,1 0,-1 0,1 0,0 1,0-1,0 1,0 1,0-1,1 1,-1 0,1 0,0 0,0 0,0 1,1 0,0-1,0 1,0 1,0-1,1 0,0 1,0-1,0 1,0 2,0 4,1 0,0 0,1 0,0 0,0 0,1 0,1 0,0 0,1 0,0 0,1-1,0 1,6 9,16 32</inkml:trace>
  <inkml:trace contextRef="#ctx0" brushRef="#br0" timeOffset="281.871">759 468,'14'-2,"20"-1,25 0,25 1,23-2,17-3,5-2,-20 1</inkml:trace>
  <inkml:trace contextRef="#ctx0" brushRef="#br0" timeOffset="1665.483">2511 414,'-16'-5,"0"0,0 0,0 1,0 1,0 1,-1 1,1 0,-1 1,-4 0,14 1,-1 0,1 0,0 1,0 0,-1 0,1 0,0 1,0 0,1 0,-1 1,1 0,0 0,0 1,0-1,0 1,1 1,0-1,0 1,0 0,1 0,-1 2,3-6,0 1,1-1,-1 0,1 1,-1 0,1-1,0 1,0 0,0 0,1 0,-1-1,1 1,-1 0,1 0,0 0,0 0,0 0,1 0,-1 0,1 0,-1-1,1 1,0 0,0 0,1-1,-1 1,0 0,1-1,-1 0,1 1,0-1,0 0,0 0,0 0,0 0,1 0,-1 0,8 2,1-1,0-1,0 1,0-2,0 1,0-1,0-1,0 0,0-1,1 0,-1-1,-1 0,1 0,0-1,0-1,-1 0,0 0,0-1,3-2,0 0,0 0,-1 0,0-1,0-1,-1 0,0-1,9-10,-15 15,-1 1,0-1,-1 0,1 0,-1-1,0 1,0-1,-1 1,1-1,-1 0,-1 0,1 0,-1 0,0 0,0 0,-1 0,0-1,0 1,-1-5,1 12,0-1,-1 1,1 0,-1-1,1 1,0 0,-1-1,1 1,-1-1,1 1,-1-1,0 1,1-1,-1 1,1-1,-1 1,0-1,1 0,-1 1,0-1,0 0,1 0,-1 0,0 1,0-1,1 0,-1 0,0 0,0 0,1 0,-1-1,0 1,0 0,1 0,-1 0,0-1,0 1,1 0,-1-1,0 1,1 0,-1-1,1 1,-1-1,0 1,1-1,-1 1,1-1,-1 0,1 1,0-1,-1 0,1 1,0-1,-1 0,1 1,0-1,0 0,-1 0,1 1,0-1,0 0,0 0,0 1,0-1,0 0,0 0,-1 8,0 0,0 0,1 0,-1 1,1-1,1 0,0 0,0 0,0 0,1 0,0 0,0-1,0 1,1 0,0-1,1 0,-1 0,1 0,0 0,1 0,-1-1,1 0,0 0,1 0,-1-1,1 1,0-1,0-1,0 1,1-1,-1 0,1 0,-1-1,1 0,3 0,2 2,0 0,0-1,0-1,0 0,1 0,-1-1,1-1,-1 0,0-1,1 0,-1-1,0 0,0-1,0-1,0 0,-1 0,1-1,-1 0,0-1,-1-1,1 1,-1-2,0 1,-1-1,0-1,0 0,-1 0,5-7,-7 5,1 0,-1 0,-1 0,0-1,-1 0,0 1,0-2,-1 0,-4 7,-5 27,6-20,-41 178,8 1,7 2,0 161,22-264,6-71,1-20,21-261,-21 212,18-537,-11 521,-9 77,0 0,0 0,-1 0,1 0,0 0,0 0,-1 0,1 0,0 0,0 0,0 0,-1 0,1 1,0-1,0 0,-1 0,1 1,0-1,-1 1,1-1,0 1,-1-1,1 1,-1-1,1 1,0-1,-1 1,0 0,1-1,-1 1,1 0,-1-1,0 1,1 0,-1 0,0-1,0 1,0 0,1 0,-1 1,94 174,-92-172,-1-3,0 0,0 0,0 0,0 1,0-1,0 0,0 1,0-1,-1 0,1 1,0-1,-1 1,1-1,-1 1,0-1,1 1,-1-1,0 1,0-1,0 1,0 0,0-1,0 1,-1-1,1 1,-1-1,1 1,-1-1,1 1,-1-1,0 1,1-1,-1 0,0 1,0-1,0 0,0 0,0 0,-1 0,1 0,0 0,0 0,-1 0,1 0,-1 0,-102 0,83-2</inkml:trace>
  <inkml:trace contextRef="#ctx0" brushRef="#br0" timeOffset="2330.831">3073 254,'287'66,"-221"-39,-64-27,-1 1,1 0,0 0,-1 0,1 0,-1 1,1-1,-1 0,1 0,-1 1,0-1,1 1,-1 0,0-1,0 1,0 0,-1-1,1 1,0 0,-1 0,1 0,-1 0,1 0,-1 0,0 0,0-1,0 1,0 0,0 0,0 0,-1 0,1 0,-1 0,-2 3,0 0,0-1,0 1,-1-1,0 0,0 0,0-1,0 1,-1-1,1 0,-1 0,0 0,0 0,-39 19,0-2,-2-2,0-2,-1-2,0-2,-5-1,2 0,47-10</inkml:trace>
  <inkml:trace contextRef="#ctx0" brushRef="#br0" timeOffset="2990.709">3500 614,'17'-18,"0"0,-2-2,0 0,-1-1,-1 0,-1-1,-2-1,0 0,-1 0,-1-1,-1 0,-1 0,-1 0,1-20,-6 42,1-1,-1 1,1 0,-1-1,0 1,0 0,0-1,0 1,0 0,0-1,-1 1,1 0,-1-1,0 1,0 0,0 0,0 0,0 0,0 0,0 0,-1 0,1 0,-1 0,1 0,-1 1,0-1,0 1,1-1,-1 1,0 0,0 0,-1 0,1 0,0 0,0 0,0 0,-1 1,1-1,0 1,-1 0,1-1,0 1,-1 0,-1 1,-46 26,49-27,1 1,-1 0,0 0,1 0,-1 0,1-1,-1 1,1 0,-1 0,1 0,0 0,0 0,-1 0,1 0,0 0,0 0,0 0,0 0,0 0,0 0,0 0,0 1,1-1,-1 0,0 0,1-1,-1 1,0 0,1 0,-1 0,1 0,0 0,-1 0,1 0,0-1,-1 1,1 0,0-1,0 1,0 0,-1-1,1 1,0-1,0 1,0-1,0 0,0 1,0-1,0 0,0 0,0 0,1 0,18 6,1-1,0-1,0-1,0-1,0 0,0-2,7-1,3 1,31 0,-31-1,-1 1,1 1,0 2,14 4,-43-7,1 0,0 1,0-1,-1 1,1 0,0 0,-1 0,1 0,-1 1,1-1,-1 1,0-1,1 1,-1 0,0 0,0 0,0 0,-1 0,1 0,0 1,-1-1,1 0,-1 1,0-1,0 1,0 0,0-1,0 1,-1 0,1 0,-1-1,0 1,0 0,0 0,0 0,0-1,-1 1,1 1,-19 67,15-59,0 0,1 0,0 0,1 0,0 0,1 0,0 12,1-22,1 0,-1 0,1 0,-1 0,1 0,0 0,0-1,0 1,0 0,0-1,0 1,0-1,0 1,1-1,-1 1,1-1,-1 0,1 0,-1 0,1 0,0 0,0 0,-1 0,1 0,0-1,0 1,0-1,0 1,0-1,0 0,0 1,-1-1,2-1,67-5,-54 1,0 1,-1-2,1 0,-1-1,0-1,-1 0,1-1,-2 0,1-2,-2 1,1-1,-1-1,-1 0,0-1,-1 0,0-1,-1 0,5-11,-17 32,0-1,1 1,-1 0,1-1,1 1,-1 0,1 0,1 0,-1 0,1 1,0-1,1 0,0 0,0 0,0 0,1 0,0-1,1 1,-1 0,1-1,0 1,1-1,0 0,0 0,2 2,18 7,0-5</inkml:trace>
  <inkml:trace contextRef="#ctx0" brushRef="#br0" timeOffset="3457.458">4369 0,'25'1,"0"1,0 1,-1 2,1 0,-1 2,0 0,-1 2,0 0,0 2,19 12,-30-16,-1 0,0 1,-1 0,0 1,-1 0,1 0,-2 1,1 0,-1 1,-1 0,0 0,-1 1,0 0,0 0,-1 0,-1 1,0 0,-1-1,-1 1,2 11,-5 135,1-158,-1 0,1 0,0 0,-1 0,1 0,0 1,0-1,0 0,0 0,0 0,0 0,0 1,0-1,0 0,0 0,1 0,-1 1,1-1,-1 0,1 0,-1 0,1 0,-1 0,1 0,0 0,0 0,-1 0,1-1,0 1,0 0,0 0,0-1,0 1,0 0,0-1,0 1,0-1,0 0,1 1,-1-1,0 0,0 1,0-1,0 0,1 0,-1 0,0 0,0 0,0-1,1 1,-1 0,0 0,0-1,0 1,0-1,15-4,-1-1,-1-1,1-1,-1 0,-1 0,0-2,0 0,0 0,-1-1,-1 0,0-1,-1-1,0 1,-1-2,0 1,-1-1,0-1,-2 1,1-1,-1-4,0-1,-6 20,0 0,0 0,0 0,-1 1,1-1,0 0,0 0,0 0,0 0,-1 0,1 0,0 0,0 0,0 0,0 0,-1 0,1 0,0 0,0 0,0 0,-1 0,1 0,0 0,0 0,0 0,0 0,-1 0,1 0,0 0,0 0,0 0,-1 0,1 0,0 0,0-1,0 1,0 0,0 0,-1 0,1 0,0 0,0-1,0 1,0 0,0 0,0 0,0 0,0-1,0 1,-13 17,10-11,0-1,0 1,1-1,-1 1,1 0,1 0,-1 0,1 0,0 0,0 0,1 0,-1 0,1 1,1-1,-1 0,1 0,1 0,-1 0,1 0,0 0,0 0,0-1,1 1,0-1,0 1,0-1,1 0,0 0,0-1,0 1,1-1,-1 0,1 0,0 0,2 0,38 18,2-7</inkml:trace>
  <inkml:trace contextRef="#ctx0" brushRef="#br0" timeOffset="3756.662">5679 133,'-23'-5,"-1"0,1 1,-1 1,1 2,-1 0,-13 2,35-2,0 1,-1 0,1 0,0-1,-1 1,1 1,-1-1,1 0,0 1,-1-1,1 1,0 0,0-1,-1 1,1 0,0 0,0 1,0-1,0 0,0 1,0-1,1 1,-1 0,0 0,1-1,-1 1,1 0,0 0,0 0,0 1,0-1,0 0,0 0,0 0,1 1,-1-1,1 0,-1 1,1-1,0 1,0-1,0 0,1 1,3 5,2 1,-1-1,1-1,0 1,1-1,0 0,0 0,0-1,1 0,0 0,7 4,-10-7,86 54,46 36,-133-91,-1-1,-1 1,1 1,0-1,0 0,-1 1,1-1,-1 1,0 0,0 0,0 0,0 0,0 0,-1 0,0 1,1-1,-1 1,0-1,-1 0,1 1,0 0,-1-1,0 1,0-1,0 1,0-1,-1 1,0-1,1 1,-1-1,0 1,-1-1,1 0,0 1,-1-1,0 0,0 0,0 0,0 0,-2 1,-9 5,0-1,0-1,-1 0,0-1,0 0,-1-1,0-1,0 0,0-1,0 0,0-2,-5 1,-40 4</inkml:trace>
  <inkml:trace contextRef="#ctx0" brushRef="#br0" timeOffset="4519.854">105 1818,'30'-70,"3"2,3 1,3 1,13-13,-32 56,-19 23,-1 0,1 0,-1-1,0 1,1 0,-1 0,0-1,1 1,-1 0,1 0,-1 0,1 0,-1 0,1 0,-1 0,0 0,1 0,-1 0,1 0,-1 0,1 0,-1 0,1 0,-1 0,0 0,1 0,-1 1,1-1,-1 0,0 0,1 1,-1-1,1 0,-1 0,0 1,1-1,-1 0,0 1,0-1,1 1,-1-1,0 0,0 1,0-1,1 1,-1-1,0 1,0-1,0 0,0 1,0-1,0 1,0-1,0 1,0-1,0 1,0-1,0 1,0-1,-1 1,-5 144,-27 299,32-424,1-7,0 0,-1 0,-1 0,0 0,-1 0,0-1,-1 1,0-1,-2 3,-4-2</inkml:trace>
  <inkml:trace contextRef="#ctx0" brushRef="#br0" timeOffset="4771.18">131 2125,'23'0,"21"0,18-2,16-3,12-3,9-3,-12 1</inkml:trace>
  <inkml:trace contextRef="#ctx0" brushRef="#br0" timeOffset="5022.509">1294 1858,'20'3,"26"0,24 0,24-3,21-4,15-3,9-1,-19 1</inkml:trace>
  <inkml:trace contextRef="#ctx0" brushRef="#br0" timeOffset="5835.048">2925 2086,'68'-92,"-25"34,-1-1,-4-2,0-6,-2-9,-36 75,0 0,0 0,1 0,-1 0,0 0,1 0,-1 0,1 0,-1 0,1 0,-1 0,1 1,0-1,-1 0,1 0,0 0,0 1,-1-1,1 0,0 1,0-1,0 1,0-1,0 1,0 0,0-1,0 1,0 0,0-1,0 1,0 0,0 0,0 0,0 0,0 0,0 0,1 0,-1 1,0-1,0 0,0 0,0 1,0-1,0 1,0-1,-1 1,1-1,0 1,0 0,0-1,0 1,-1 0,1 0,0 0,100 127,-94-117,0-1,-1 1,0 1,0-1,-1 1,-1 0,2 6,-6-15,1 0,0 0,-1 0,0 0,1 0,-1 0,0 0,-1 0,1 0,0-1,-1 1,0 0,0 0,0 0,0 0,0-1,0 1,-1 0,1-1,-1 1,0-1,1 0,-1 1,-1-1,1 0,0 0,0 0,-1-1,1 1,-1 0,1-1,-1 0,-2 1,-57 11,61-13,-1 0,1 0,-1 0,1-1,-1 1,1 0,-1-1,1 1,-1-1,1 1,-1-1,1 0,0 1,0-1,-1 0,1 0,0 0,0 0,0 0,0 0,0 0,0-1,0 1,0 0,0 0,1-1,-1 1,0-1,1 1,-1 0,1-1,0 1,-1-1,1 0,0 1,0-1,0 1,0-1,0 0,2-7,0 0,0 0,1 1,1-1,-1 1,1-1,1 1,-1 0,1 1,1-1,-1 1,5-4,-7 7,64-80,-29 39,-2-2,-2-1,-2-2,-3-1,2-9,-18 32,-1-1,-1-1,-2 0,-1 0,-2-1,-1 0,-1 0,-1 0,-2-1,-1 1,-3-8,-9 1,11 39,-1-1,1 1,0 0,0 0,0 0,1 0,-1 0,0 0,0 0,0 0,1 1,-1-1,1 0,-1 0,1 1,-1-1,1 0,0 1,0-1,-1 0,1 1,0-1,0 0,0 1,1-1,-1 1,-2 48,3 1,1-1,3 1,3 3,6 66,-7 30,-6-78,4 0,9 42,-12-104,0-1,0 0,1 0,0 0,1 0,0-1,0 0,1 1,2 1,-6-7,1-1,1 1,-1-1,0 0,0 0,1 0,-1 0,1 0,0-1,0 1,-1-1,1 0,0 1,0-1,0-1,0 1,1 0,-1-1,0 1,0-1,0 0,0 0,1-1,-1 1,0 0,0-1,0 0,3-1,45-30,-31 11</inkml:trace>
  <inkml:trace contextRef="#ctx0" brushRef="#br0" timeOffset="6084.461">3273 1498,'27'-5,"28"-1,26-2,25-2,20-2,8 2,-5 0,-24 1</inkml:trace>
  <inkml:trace contextRef="#ctx0" brushRef="#br0" timeOffset="6333.792">4249 1724,'-7'18,"-2"11,0 5,4-1,3-4,4-5,2-6</inkml:trace>
  <inkml:trace contextRef="#ctx0" brushRef="#br0" timeOffset="6706.796">4088 1310,'26'-5,"0"2,0 1,0 1,0 2,0 0,0 1,0 2,0 1,0 1,-1 1,0 1,-1 1,0 1,0 1,-1 2,-1 0,0 1,3 4,-13-6,-1 1,0 0,-1 0,-1 1,0 0,0 1,-2 0,0 1,0-1,-2 1,0 1,-1-1,0 1,-2-1,0 1,0 0,-2 0,0 0,-1 0,0-1,-2 4,4 66,0-85,1 1,-1 0,1-1,-1 0,1 1,0-1,0 0,-1 0,1 0,0 0,0 0,0 0,0 0,0-1,1 1,-1-1,0 1,0-1,0 0,0 0,0 0,1 0,-1 0,0-1,0 1,0-1,0 1,0-1,0 0,0 0,0 0,0 0,0 0,0 0,-1 0,1-1,0 1,-1 0,1-1,-1 0,18-13,-1-1,-1 0,0-1,-1-1,-1-1,-1 0,0-1,-2-1,0 0,-2 0,0-1,3-12,-3 8,-29 80,15-39,0 0,1 0,1 1,1-1,0 1,1 0,1-1,0 2,0-12,0 0,0 1,0-1,1 0,-1 0,1-1,1 1,-1 0,1-1,-1 1,1-1,0 0,1 0,-1 0,1 0,0-1,0 1,0-1,0 0,0 0,1-1,0 1,-1-1,1 0,5 1,30 6,-1-7</inkml:trace>
  <inkml:trace contextRef="#ctx0" brushRef="#br0" timeOffset="7092.384">5612 1444,'-22'-4,"0"1,0 1,0 0,0 2,0 1,0 0,-1 2,2 1,-1 0,-7 4,27-8,0 1,0-1,0 1,0 0,0-1,0 1,1 0,-1 0,0 1,1-1,-1 0,1 0,-1 1,1-1,0 1,-1-1,1 1,0-1,0 1,0 0,0 0,1 0,-1-1,0 1,1 0,-1 0,1 0,0 0,-1 0,1 0,0 0,0 0,0 0,1 0,-1 0,0 0,1 0,-1 0,1 0,0-1,0 1,0 0,0 0,0 0,0-1,0 1,0-1,1 1,11 13,1-2,0 0,1 0,0-2,1 1,0-2,1 0,16 6,18 12,-50-27,18 9,0 2,-1 1,0 0,-1 1,15 16,-31-29,0-1,0 1,1 0,-2 0,1 0,0 0,0 1,0-1,0 0,-1 0,1 0,-1 1,1-1,-1 0,1 1,-1-1,0 0,1 1,-1-1,0 0,0 1,0-1,0 1,0-1,-1 0,1 1,0-1,-1 0,1 1,0-1,-1 0,0 1,1-1,-1 0,0 0,0 0,0 0,1 0,-1 0,0 0,0 0,0 0,-1 0,1 0,0-1,0 1,-1 0,-17 7,-1 0,-1-2,1 0,-1-2,0 0,0-1,0-1,-6-1,-3 2,-110 3,123-8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7:52.97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150 137,'0'0,"1"-1,-1 1,0-1,0 1,1 0,-1-1,1 1,-1 0,0-1,1 1,-1 0,1-1,-1 1,1 0,-1 0,0 0,1-1,-1 1,1 0,-1 0,1 0,-1 0,1 0,0 0,-1 0,1 0,-1 0,1 0,-1 0,1 0,-1 1,1-1,-1 0,0 0,1 0,-1 1,1-1,-1 0,1 1,-1-1,0 0,1 1,-1-1,0 0,1 1,-1-1,0 1,1-1,-1 0,0 1,0-1,0 1,1-1,-1 1,0-1,0 1,0-1,0 1,0-1,0 1,0-1,0 1,0-1,0 1,3 39,-3-38,-21 332,17 14,4-531,-2 76,4-1,5 0,5 1,8-20,9 14,-21 98,-6 36,-31 354,23-303,-3-1,-3 0,-3-1,-4-1,-10 24,-19 28,88-226,-21 10,-4-1,2-93,17-112,-20 244,-14 57,1 1,-1-1,0 0,0 0,0 1,0-1,0 0,0 0,1 0,-1 0,0 1,0-1,0 0,1 0,-1 0,0 0,0 0,0 1,1-1,-1 0,0 0,0 0,1 0,-1 0,0 0,0 0,1 0,-1 0,0 0,0 0,1 0,-1 0,0 0,0 0,0 0,1 0,-1-1,0 1,0 0,1 0,-1 0,0 0,0 0,0-1,1 1,-1 0,0 0,0 0,0 0,0-1,0 1,1 0,-1 0,0 0,0-1,0 1,0 0,0 0,0-1,0 1,4 23,-1 265,-28 124,24-400,-1 7,2-35,5-108,6 0,6-1,9-97,-16 46,-14 170,-1 18,-25 156,23-118,-32 190,-22 45,44-200,20-86,27-103,-7-53,-7 0,-8-2,-6-21,-5 87,-4 77,-2 38,-5 44,3 1,2 0,4 15,-2-2,-11 86,-26 100,39-244,0-35,27-307,-1-202,-21 498,-8 43,-8 84,4 1,6 0,5 97,1-149,1 146,-1-193,1-1,-1 1,0 0,-1 0,1-1,-1 1,0 0,0-1,-1 1,1-1,-1 1,0-1,0 0,-1 0,1 0,-4 4,5-9,0 0,0 1,0-1,0 0,0 0,0 0,0 0,1 0,-1 0,0 0,0-1,1 1,-1 0,1 0,-1 0,1-1,0 1,-1 0,1-1,0 1,0 0,0-1,0 1,0 0,0-1,0 1,1 0,-1 0,0-1,1 0,43-206,56-270,-92 437,-11 63,-143 664,136-621,25-101,-6-4,-1-3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7:56.2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134 98,'-47'287,"32"-166,-30 104,19-126,86-307,47-341,-101 525,-7 32,-53 315,-14 208,61-471,20-73,5-32,-3-1,-1-1,-3 0,5-43,-15 84,18-120,-5 1,-5-2,-7-45,-4 343,-9-1,-6 0,-40 166,53-314,7-27,11-39,115-518,-73 291,-39 210,-13 69,-2 238,-3-145,-4-1,-4 0,-22 95,-13-25,39-165,6-17,47-292,-15 41,-8-108,-24 360,-1-6,0 27,-20 175,-24 80,15-94,-24 197,50-363,2-24,1 18,20-496,-8 313,6-51,-16 223,1 22,5 108,-5 1,-5 0,-5-1,-6 0,-26 111,14-118,20-102,5-25,52-371,0-170,-51 557,-1 0,0 0,1 0,-1 0,0 0,0 0,1 0,-1 0,0 0,-4 173,-17 96,11-167,-34 306,41-401,3-26,0 19,23-322,-7 154,11-209,-28 362,-6 25,-57 252,-57 301,113-503,9-60,-1 0,0 0,0 0,0 0,1 0,-1 0,0 0,0 0,1 0,-1 0,0 0,0 0,0 0,1 0,-1 0,0 0,0 0,0 0,1 0,-1 1,0-1,0 0,0 0,1 0,-1 0,0 0,0 0,0 1,0-1,1 0,-1 0,0 0,0 1,0-1,0 0,0 0,0 0,0 1,0-1,0 0,0 0,1 0,-1 1,0-1,0 0,0 0,0 0,-1 1,1-1,0 0,11-20,7-28,-2 0,-3-1,-1 0,3-43,-12 78,30-208,3-183,-36 393,-2 24,-113 859,97-759,18-134,46-310,3-234,-48 556,-1 24,0-12,-1 163,-7 0,-17 82,-20-6,44-233,4-21,108-672,-91 532,-16 122,-15 53,-17 94,5 1,5 1,2 44,19-23,5-96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7:57.14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96 1,'-24'88,"3"2,5 0,3 1,4 7,-3 109,14-304,6 0,3 1,4 0,5 0,13-30,-11 76,-22 50,0 0,0 0,1-1,-1 1,0 0,1 0,-1 0,0 0,1 0,-1 0,1 0,-1 0,0 0,1 0,-1 0,0 0,1 0,-1 0,0 0,1 0,-1 0,0 0,1 1,-1-1,0 0,1 0,-1 0,0 0,0 1,1-1,-1 0,0 0,0 1,1-1,-1 0,0 1,0-1,0 0,1 1,-1-1,0 0,0 1,0-1,0 0,0 1,0-1,0 0,0 1,0-1,0 0,0 1,0-1,0 0,0 1,0-1,0 0,0 1,0-1,0 0,-1 1,1-1,0 0,0 1,0-1,-1 0,3 35,-2-1,-2 0,-1 0,-1 0,-3 4,5-25,-10 64,-5 28,4 0,4 31,10-109,-1-28,0 1,1 0,-1 0,0 0,0 0,0-1,0 1,1 0,-1 0,0 0,0 0,0 0,1 0,-1-1,0 1,0 0,1 0,-1 0,0 0,0 0,1 0,-1 0,0 0,0 0,1 0,-1 0,0 0,0 0,1 0,-1 0,0 1,0-1,0 0,1 0,-1 0,0 0,0 0,0 0,1 1,-1-1,0 0,0 0,0 0,0 0,1 1,-1-1,0 0,0 0,0 1,0-1,0 0,0 0,0 0,0 1,0-1,0 0,9-22,43-239,-41 161,-12 66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7:58.67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143 0,'-7'67,"-3"-1,-3 0,-3-1,-3 0,-59 198,79-264,-1 1,0 0,0 0,0 0,1 0,-1 0,0 0,0 0,1 0,-1 0,0 0,0 0,1 0,-1 0,0 0,0 0,1 0,-1 0,0 0,0 0,1 0,-1 0,0 1,0-1,0 0,1 0,-1 0,0 0,0 0,0 1,1-1,-1 0,0 0,0 0,0 1,0-1,0 0,0 0,1 1,-1-1,0 0,0 0,0 1,0-1,0 0,0 0,0 1,0-1,0 0,0 0,0 1,0-1,0 0,0 0,0 1,-1-1,18-18,43-64,48-53,-106 132,0 1,0-1,0 0,1 1,-1-1,1 1,-1 0,1 0,0 0,0 0,0 0,0 1,0-1,0 1,1 0,-1 0,0 0,1 0,-1 1,0-1,1 1,-1 0,1 0,-1 0,1 1,-1-1,0 1,1-1,-1 1,0 0,1 1,1 5,0 1,-1-1,0 1,0 0,-1 1,0-1,0 1,-1-1,0 1,0 0,-1 0,0 8,1 2,3 6,-1 0,-2 1,0-1,-2 1,0-1,-2 1,-5 24,6-47,0 1,0-1,-1 1,1-1,-1 1,0-1,0 0,0 0,0 0,0 0,-1 0,1-1,-1 1,0-1,0 1,0-1,0 0,0 0,0 0,-1-1,1 1,-1-1,1 0,-1 0,1 0,-1 0,0-1,1 1,-1-1,0 0,1 0,-3-1,-2 1,-1-1,0 0,1-1,0 0,-1-1,1 0,0 0,0 0,0-1,1 0,0-1,-1 0,-2-3,3 2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7:59.6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332 167,'0'0,"1"1,-1-1,1 0,-1 1,1-1,-1 1,1-1,-1 0,1 1,0-1,-1 0,1 0,-1 0,1 1,0-1,-1 0,1 0,-1 0,1 0,0 0,-1 0,1 0,0 0,-1 0,1-1,-1 1,1 0,0 0,-1 0,1-1,-1 1,1 0,-1-1,1 1,-1-1,1 1,-1 0,1-1,-1 1,1-1,-1 1,0-1,1 1,-1-1,0 1,0-1,1 0,-1 1,0-1,10-32,-11 28,1-1,-1 1,0-1,0 0,0 1,-1 0,0-1,0 1,0 0,-1 0,0 0,0 0,0 0,0 1,-1 0,0-1,0 1,0 0,0 1,-1-1,1 1,-1 0,0 0,0 0,0 1,0 0,-1 0,1 0,0 1,-1-1,0 1,1 1,-1-1,1 1,-1 0,0 0,1 0,-1 1,0 0,1 0,-3 1,-5 4,0 1,1 0,0 0,0 1,1 0,0 1,0 1,1 0,1 0,-1 1,2 0,-1 0,1 1,1 0,0 0,1 1,1 0,0 0,0 1,1-1,1 1,0 0,1 0,1 0,0 10,1-14,1 1,0-1,1 0,0 0,0 0,1 0,0-1,1 1,0-1,1 0,0 0,0 0,1 0,0-1,0 0,1 0,0-1,1 0,-1 0,1-1,1 0,-1 0,1-1,0 0,0-1,1 1,-1-2,4 1,12 4,2-2,-1-1,1-1,-1-1,1-1,0-1,0-2,0-1,0-1,-1-1,3-2,36-9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8:05.13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80 436,'-21'94,"17"-78,1-1,0 1,1 1,0-1,1 0,1 0,1 0,0 1,1-1,1 0,1-1,0 1,2 5,1-5,-1 1,2-1,0 0,1 0,1-1,0 0,1-1,1 0,11 10,-20-23,0 0,1-1,-1 1,1-1,-1 0,0 0,1 0,-1-1,0 1,1-1,-1 1,0-1,0 0,0-1,1 1,-1 0,-1-1,1 0,0 0,0 0,0 0,-1 0,1 0,-1-1,0 1,0-1,0 0,0 1,0-1,1-3,-2 5,20-26,0-1,-2-1,-1-1,-1-1,-2 0,-1-1,-2 0,-1-1,-1-1,-2 0,-1 0,-2 0,-1-1,-2 0,-2 0,-1 1,-1-1,-2 0,-2-2,4 22,-1 1,0-1,-1 0,0 1,-2 0,1 0,-2 1,0-1,-1 1,0 1,0-1,-2 1,1 1,-4-2,10 10,0 1,-1-1,1 1,0 0,-1 0,0 1,1-1,-1 1,0 0,0 0,0 0,0 0,0 1,0 0,0-1,0 1,0 1,0-1,0 1,0-1,0 1,0 0,1 1,-1-1,0 1,0 0,-4 2,-1 2,1-1,0 1,1 0,-1 1,1 0,0 0,1 0,0 1,-1 1,-16 26,2 1,1 1,1 1,3 0,-11 37,22-63,1-1,0 0,1 1,0 0,1 0,0 0,1 0,0 0,1 0,1 0,0 0,0 0,1 0,1 0,0 0,3 8,3-3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8:08.94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270 190,'-12'-52,"12"51,0-1,-1 1,1 0,0 0,-1 0,0 0,1 0,-1 0,0 0,1 0,-1 0,0 0,0 0,0 0,0 1,0-1,0 0,0 0,0 1,0-1,0 1,0-1,0 1,0 0,-1-1,1 1,0 0,0 0,0 0,-1 0,1 0,0 0,0 0,-1 0,1 0,0 0,0 1,0-1,0 1,0-1,-2 1,-3 5,-1 0,1 0,0 0,1 1,0 0,0 0,0 0,1 0,0 1,0 0,1 0,0 0,-1 4,-8 30,2-1,1 2,2-1,3 1,1 0,2 0,3 27,-3-40,2 1,1-1,1 0,2 0,1 0,1 0,2-1,0 0,7 11,-13-35,1 0,-1 0,1 0,0 0,0 0,0-1,1 0,-1 0,1 0,0 0,0-1,1 0,-1 0,1 0,-1-1,1 1,0-2,0 1,0 0,0-1,0 0,0-1,0 1,0-1,0-1,1 1,-1-1,0 0,0 0,1-1,5-1,0 0,-1-1,1-1,-1 0,0 0,0-1,-1-1,0 0,0 0,-1-1,0 0,0 0,0-1,-1-1,-1 1,0-1,0 0,-1-1,5-9,-1 0,-1-1,-1-1,-1 1,0-1,-2 0,-1-1,-1 1,0-8,2-28,-3 1,-2-1,-6-33,3 69,0 0,-1 1,-1-1,-1 1,-1 0,-1 0,-1 1,-1 0,0 1,-13-16,18 27,-1 0,0 0,-1 1,1 0,-2 1,1-1,-1 1,0 1,0-1,0 1,-1 1,1 0,-1 0,-1 1,1 0,0 0,-1 1,1 0,-1 1,0 0,1 0,-1 1,0 0,1 1,-1 0,0 1,1 0,-1 0,1 1,0 0,0 1,-3 2,-5 6,2 1,-1 1,2 0,0 1,1 1,0 0,1 1,1 0,1 0,0 1,1 1,2 0,-1 0,2 0,1 1,0 0,1 0,2 0,-1 4,-4 51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8:35.41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544 14,'0'0,"0"-1,0 1,0-1,0 0,0 1,1-1,-1 1,0-1,0 1,1-1,-1 1,0-1,0 1,1-1,-1 1,1-1,-1 1,0-1,1 1,-1 0,1-1,-1 1,1 0,-1-1,1 1,-1 0,1 0,0-1,-1 1,1 0,-1 0,1 0,-1 0,1 0,0 0,-1 0,1 0,-1 0,1 0,0 0,-1 0,1 0,-1 0,1 1,-1-1,1 0,-1 0,1 1,-1-1,1 0,0 1,373 4,494 1,-799-4,-68-1,1 0,-1 1,0-1,0 0,0 0,0 1,0-1,0 0,0 1,0-1,0 1,-1 0,1-1,0 1,-1 0,0-1,1 1,-1 0,0-1,0 1,0 0,0-1,0 1,0 0,0 0,-1-1,1 1,-1 0,1-1,-1 1,0-1,1 1,-1-1,0 1,0-1,0 1,0-1,0 0,-1 1,-3 11,-46 142,-18 52,-29 157,47-144,51-217,0 0,-1-1,1 1,-1 0,1-1,-1 1,0-1,0 1,-1-1,1 1,0-1,-1 0,1 1,-1-1,0 0,0 0,0 0,0 0,0-1,0 1,-1 0,1-1,0 0,-1 1,1-1,-1 0,1 0,-1-1,0 1,1 0,-1-1,0 0,0 1,-2-1,-154-42,28 16,0 7,-1 5,-1 7,1 4,-99 14,112-3,117-7,0 0,-1 1,1-1,0 0,0 1,-1 0,1-1,0 1,1 0,-1 0,0 0,1 0,-1 0,1 1,-1-1,1 0,0 1,0-1,0 1,0-1,1 1,-1 0,1-1,-1 1,1-1,0 1,0 0,0-1,1 1,-1 0,0 0,-1 14,-39 225,-10-2,-42 102,41-154,-42 115,92-300,1-3,-1 0,0 1,0-1,1 1,-1 0,1-1,-1 1,0-1,1 1,-1 0,1-1,0 1,-1 0,1 0,-1-1,1 1,0 0,0 0,0 0,-1-1,1 1,0 0,0 0,0 0,0 0,0-1,0 1,0 0,1 0,-1 0,0-1,0 1,1 0,-1 0,0 0,1-1,-1 1,1 0,-1-1,1 1,-1 0,1-1,-1 1,1-1,0 1,-1-1,1 1,0-1,0 1,-1-1,1 0,0 1,0-1,-1 0,1 0,0 0,0 1,0-1,0 0,-1 0,1 0,0 0,1-1,174-34,62 14,221 8,-211 11,176-26,-300 8,-123 19,0 1,0 0,0-1,0 1,0 0,0-1,-1 1,1-1,0 0,0 1,-1-1,1 0,0 1,-1-1,1 0,0 1,-1-1,1 0,-1 0,0 0,1 0,-1 0,0 0,1 1,-1-1,0 0,0 0,0 0,0 0,0 0,0 0,0 0,-3-14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8:36.76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337 76,'-7'-5,"0"1,-1 0,1 0,-1 1,0-1,0 2,-1-1,1 1,0 1,-1 0,1 0,-1 0,1 1,-1 0,0 1,1 0,-1 0,1 1,0 0,-1 0,1 1,0 0,1 1,-1 0,0 0,-1 2,-2 3,1 1,0 0,1 0,0 1,0 0,1 1,1 0,0 0,1 1,0 0,1 0,0 0,1 1,1-1,0 1,1 0,-1 13,3-24,0 1,0 0,1 0,-1 0,1-1,0 1,0 0,0-1,0 1,1-1,0 1,-1-1,1 0,0 0,1 0,-1 0,0 0,1 0,0 0,0-1,0 1,0-1,0 0,0 0,0 0,1 0,-1-1,1 1,-1-1,1 0,-1 0,1 0,0-1,0 1,-1-1,1 0,0 0,0 0,0-1,2 0,8-2,-1 0,-1-1,1 0,0-1,-1-1,0 0,0-1,-1 0,0-1,0 0,-1 0,0-1,0-1,-1 0,0 0,-1-1,0 0,-1 0,0-1,-1 1,0-2,-1 1,0-1,-1 0,0 0,0-5,25-117,-25 123,0 17,1 23,-5-25,10 79,-4-29,1-1,3 0,7 16,-15-62,0-1,0 1,1-1,0 0,0 1,0-2,0 1,1 0,0 0,0-1,0 0,0 0,1 0,0-1,-1 1,1-1,1 0,-1 0,0-1,1 0,-1 0,1 0,0 0,-1-1,1 0,0 0,0-1,0 0,0 0,4 0,67-7,1-7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8:37.99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141 0,'-58'341,"-19"-75,72-246,35-40,7-24,-22 26,0 1,0 0,2 0,0 2,1 0,1 1,1 0,-16 12,-1 0,1 0,0 0,-1 1,1 0,0-1,0 1,0 1,0-1,0 1,0-1,0 1,0 0,0 1,0-1,0 1,0-1,0 1,0 0,0 1,0-1,-1 1,1 0,0 0,-1 0,1 0,-1 0,0 1,0 0,0-1,0 1,-1 0,1 0,-1 1,1 0,7 10,0 1,-2-1,0 1,0 1,-2-1,0 1,0 1,-2-1,0 1,-1 0,-1 0,0 0,-1 11,-2-22,1-1,-1 1,0-1,-1 1,0-1,0 0,0 0,0 1,-1-1,0-1,0 1,0 0,0-1,-1 0,0 0,0 0,0 0,0 0,-1-1,1 0,-1 0,0 0,0 0,0-1,0 0,0 0,-1 0,1-1,-1 0,-1 1,-20 5,-1 0,0-2,0-1,0-1,0-2,-1 0,-5-2,-2-8,35 9,1 0,-1 0,0 0,1 0,-1-1,1 1,-1 0,0 0,1-1,-1 1,1 0,-1-1,1 1,-1 0,1-1,-1 1,1-1,-1 1,1-1,0 1,-1-1,1 1,0-1,-1 1,1-1,0 0,0 1,0-1,-1 1,1-1,0 0,0 1,0-1,0 1,0-1,0 0,0 1,0-1,0 0,1 1,-1-1,0 1,0-1,0 0,1 1,-1-1,0 1,1-1,-1 1,0-1,1 1,0-1,4-4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8:42.64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176 68,'1'-2,"0"1,0-1,0 0,-1 0,1 1,0-1,-1 0,0 0,1 0,-1 0,0 1,0-1,0 0,0 0,0 0,0 0,-1 0,1 0,-1 1,1-1,-1 0,0 0,0 0,0 1,0-1,0 1,0-1,0 1,0-1,0 1,-1-1,1 1,-1 0,1 0,-1 0,1 0,-1 0,0 0,-1 0,-3 0,1 0,-1 0,0 1,1 0,-1 0,0 0,1 1,-1 0,0 0,1 0,-1 1,1 0,0 0,-1 0,1 1,0 0,1 0,-1 0,0 0,1 1,0 0,-1 0,1 0,1 0,-1 1,1-1,0 1,0 0,0 0,1 0,-1 0,1 1,0-1,0 3,2-6,0 1,0 0,1-1,-1 1,0 0,1-1,0 1,-1-1,1 1,0-1,0 1,1-1,-1 0,0 1,1-1,0 0,-1 0,1 0,0 0,0 0,0-1,0 1,0-1,0 1,1-1,-1 0,0 0,1 1,-1-2,1 1,-1 0,3 0,85 12,-85-13,0 0,0 0,0 0,0-1,-1 0,1 0,0 0,-1 0,1-1,0 0,-1 0,0 0,1 0,-1-1,0 0,0 0,-1 0,1 0,-1 0,1-1,-1 0,0 1,2-4,2-4,-6 8,0 0,1 0,-1 0,1 1,0-1,0 1,0-1,0 1,0 0,0-1,1 1,-1 1,1-1,0 0,-1 0,1 1,0 0,0-1,0 1,-2 2,0 0,1 0,-1 0,0 0,0 0,0 0,0 0,-1 1,1-1,0 0,0 0,-1 1,1-1,-1 1,1-1,-1 0,1 1,-1-1,0 1,0-1,0 1,0-1,0 1,0-1,0 2,0 0,0 266,0-261,1-3,0-1,-1 1,1 0,-1 0,0-1,0 1,-1 0,1 0,-1-1,0 1,-1 0,1-1,-1 1,0-1,0 0,0 1,0-1,-1 0,0 0,1-1,-2 1,1 0,0-1,-1 0,1 0,-1 0,-4 2,0-3,0-1,-1 0,1-1,-1 1,1-2,-1 1,1-1,0 0,-1-1,1 0,0-1,0 1,0-1,1-1,-1 0,1 0,-1 0,1-1,1 0,-1 0,1-1,-1 0,0-2,6 8,0-1,0 0,0 0,0 1,0-1,0 0,0 0,0 0,0 0,0 0,1-1,-1 1,0 0,1 0,-1 0,1-1,-1 1,1 0,0 0,0-1,-1 1,1 0,0-1,0 1,0 0,0-1,1 1,-1 0,0 0,0-1,1 1,-1 0,1 0,-1-1,1 1,0 0,-1 0,1 0,0 0,0 0,0 0,0 0,0 0,0 0,0 0,0 1,0-1,0 0,0 1,0-1,2 0,156-54,-101 38,170-58,-170 51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8:46.85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0 346,'14'-1,"0"-2,0 0,-1 0,1-1,-1-1,0 0,0-1,10-7,-11 7,37-17,-2-3,-1-2,7-7,-50 33,1 0,-1 0,0 0,0-1,0 1,0-1,0 0,0 0,-1 0,1 0,-1 0,0 0,0-1,0 1,0-1,-1 1,1-1,-1 0,0 1,0-1,-1 0,1 0,-1 0,1 0,-1 0,-1 0,1 0,0 1,-1-1,0 0,0 0,0 0,0 1,-1-1,1 0,-1 1,0-1,0 1,-1-2,-3 0,0 0,0 1,0-1,0 1,0 1,-1-1,0 1,0 0,0 0,0 1,0 0,0 0,-1 1,1 0,-1 0,1 1,-1 0,1 0,-1 0,1 1,0 1,-1-1,1 1,0 0,0 1,0-1,0 2,0-1,1 1,-1 0,-3 3,-2 4,0 0,1 1,0 1,1 0,1 0,0 1,1 0,0 0,1 1,0 0,2 0,0 1,0 0,2 0,0 0,0 0,2 0,0 1,1-1,1 5,-1-13,0 0,1-1,0 1,0 0,1-1,0 1,0-1,1 0,0 0,0 0,0 0,1 0,0-1,1 1,-1-1,1 0,1-1,-1 1,1-1,0 0,0 0,0-1,1 0,-1 0,1 0,5 1,8 1,-1-1,1-1,0 0,0-2,0 0,0-1,0-2,0 0,9-2,41-5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8:49.29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349 461,'-10'-4,"-1"0,0 1,0 0,0 1,-1 0,1 1,0 0,-1 0,1 2,0-1,-1 2,1-1,0 1,0 1,0 0,0 1,0 0,1 0,0 1,0 1,0 0,0 0,0 2,1 1,0 0,1 0,1 1,0 1,0-1,1 1,0 0,1 0,0 1,1 0,0 0,1 0,0 0,1 0,0 1,1-1,0 10,1-18,0-1,0 1,0-1,1 1,-1-1,1 0,0 1,-1-1,2 1,-1-1,0 0,1 0,-1 0,1 0,0 0,0 0,0 0,0-1,1 1,-1-1,1 1,-1-1,1 0,0 0,0 0,0 0,0-1,0 1,1-1,-1 0,0 0,1 0,-1 0,1-1,-1 1,0-1,1 0,-1 0,1 0,-1 0,1-1,-1 1,1-1,-1 0,1-1,11-6,-1 0,0-1,-1-1,0-1,0 1,-1-2,-1 0,0 0,0-1,-1-1,-1 1,0-2,-1 1,-1-1,6-15,4-19,-2-1,-2 0,-3-1,-1 0,-3 0,-2-1,-3-44,-3-10,2 105,1 0,-1 0,0 0,0 0,0 1,0-1,0 0,0 0,0 0,0 0,0 1,0-1,-1 0,1 0,0 0,0 1,-1-1,1 0,-1 0,1 1,-1-1,1 0,-1 1,1-1,-1 1,1-1,-1 0,0 1,1 0,-1-1,0 1,0-1,1 1,-1 0,0-1,0 1,-20 27,2 19,2 2,2 1,3 0,1 0,3 1,-1 34,4-38,2 1,1 0,4 19,-1-53,0-1,1 1,0-1,1 1,0-1,1 0,1 0,0-1,0 1,1-1,1 0,0-1,0 1,1-1,1 0,-1-2,1-1,0-1,0 0,0 0,1-1,0 0,0 0,0-1,1-1,-1 0,1 0,0-1,-1 0,1-1,0 0,0-1,4 0,13-1,-1-2,0-1,0 0,-1-2,0-2,13-4,37-19,-10-1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5:48.97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20749 936,'-13'1,"0"0,0 0,0 2,1 0,-1 0,1 1,-1 1,1 0,1 0,-1 1,1 1,0 0,0 0,1 1,0 1,1 0,-1 0,2 1,-1 0,1 0,1 1,0 0,1 0,-2 5,1-4,0 0,2 1,-1 0,2 0,-1 1,2-1,0 1,1 0,0 0,1 0,0 0,2 7,-1-18,0 0,1-1,-1 1,1 0,0 0,0-1,0 1,0 0,1-1,-1 1,1-1,-1 0,1 1,0-1,0 0,0 0,0 0,0 0,0 0,1-1,-1 1,0-1,1 1,0-1,-1 0,1 0,0 0,-1-1,1 1,0 0,0-1,0 0,-1 0,3 0,3 0,-1-1,0 0,1 0,-1 0,0-1,0-1,0 1,0-1,0 0,-1-1,1 1,5-5,4-9,0 1,-1-2,0 0,-2-1,0 0,-1-1,-1-1,-1 1,-1-2,-1 1,0-1,-2-1,-1 1,0-1,0-22,-46 280,40-228,1 0,-1-1,1 1,1 0,-1 0,1 0,0-1,1 1,-1 0,1-1,1 1,-1-1,1 0,0 1,1-2,-1 1,1 0,0-1,1 1,-1-1,1 0,0-1,0 1,1-1,-1 0,1 0,0-1,0 0,0 0,5 2,14 1,0 0,-1-1,2-2,-1-1,0 0,0-2,1-1,-1-1,15-4,57-8</inkml:trace>
  <inkml:trace contextRef="#ctx0" brushRef="#br0" timeOffset="-6067.173">21003 3569,'79'-123,"-79"158,-22 97,-6-1,-17 37,25-96,-16 60,4-15</inkml:trace>
  <inkml:trace contextRef="#ctx0" brushRef="#br0" timeOffset="-2373.867">21097 3355,'2'-2,"1"1,0 8,-5 12,-7 14,-7 17,-6 16,-5 13,0 9,2 0,6-5,5-17</inkml:trace>
  <inkml:trace contextRef="#ctx0" brushRef="#br0" timeOffset="1624.234">21725 3756,'-7'-4,"-1"1,0-1,1 1,-1 0,-1 1,1 0,0 0,-1 1,1 0,0 1,-1-1,1 2,-1-1,1 1,-1 0,1 1,0 0,0 0,0 1,0 0,-3 2,-4 2,1 1,1 0,-1 1,2 0,-1 1,1 0,1 1,0 1,0 0,1 0,0 1,7-9,0-1,0 1,0 0,1 0,0 0,0 0,0 0,0 0,0 0,1 1,0-1,0 1,0-1,0 1,1 0,0-1,0 1,0-1,0 1,1 0,0-1,0 1,0-1,0 0,2 5,4-2,0-1,0 0,0 0,1 0,0-1,0 0,0-1,1 0,-1 0,1-1,0 0,0 0,0-1,0 0,1-1,-1 0,9 0,18 3,0-1,0-3,1 0,-1-2,0-2,0-2,0 0,-1-3,0-1,-1-1,0-3,14-7,-11 0</inkml:trace>
  <inkml:trace contextRef="#ctx0" brushRef="#br0" timeOffset="-8755.068">20174 1911,'2'0,"8"0,11 0,18 0,21-2,22-6,21-3,12-4,6-3,-5 3,-10 3,-14 4,-19 4,-21 1</inkml:trace>
  <inkml:trace contextRef="#ctx0" brushRef="#br0" timeOffset="-7988.125">21417 2072,'-4'-2,"-5"5,-4 15,-3 15,-3 20,-3 19,1 19,-2 15,-1 9,-1 4,0-1,-2-10,5-23</inkml:trace>
  <inkml:trace contextRef="#ctx0" brushRef="#br0" timeOffset="-1333.613">20148 1778,'-11'0,"17"0,22 0,39 0,593-12,-645 11,-20 0,-8 1</inkml:trace>
  <inkml:trace contextRef="#ctx0" brushRef="#br0" timeOffset="933.572">21792 2005,'-56'350,"46"-285,-2-1,-3-1,-19 45,44-131,1 0,1 1,1 0,1 1,1 0,1 1,0 1,1 0,2 2,10-9,-27 24,0 0,0 0,0 0,0 0,1 1,-1-1,1 1,0-1,-1 1,1 0,0 0,0 0,-1 0,1 1,0-1,0 1,0 0,0 0,0 0,0 0,0 0,0 1,0-1,0 1,-1 0,1 0,0 0,0 0,-1 0,1 0,-1 1,1-1,-1 1,1 0,-1 0,0 0,0 0,0 0,5 11,0 0,-1 0,-1 1,0 0,-1 0,-1 0,0 0,0 0,-2 1,0-1,0 1,-2-1,1 1,-3 7,2-14,0-1,-1 0,0 0,0 0,-1 0,0 0,0 0,0-1,-1 1,0-1,0 0,-1 0,1-1,-1 1,-1-1,1 0,-1 0,1-1,-2 0,1 0,0 0,-1-1,1 1,-1-2,0 1,0-1,0 0,-1 0,-2-1,-3 2,0-1,-1 0,1-1,-1-1,1 0,-1-1,1 0,-1-1,1-1,-6-2,3-1</inkml:trace>
  <inkml:trace contextRef="#ctx0" brushRef="#br0" timeOffset="-10218.656">19706 1911,'-2'21,"-3"17,-6 15,-4 13,-6 14,-7 10,-6 5,-2 2,1-4,3-11,6-12,7-14,7-14,5-17,6-14,3-12,2-5</inkml:trace>
  <inkml:trace contextRef="#ctx0" brushRef="#br0" timeOffset="4210.076">18850 2166,'23'2,"-1"-1,1-2,0 0,-1-1,1-1,-1-1,0-1,0-1,0-1,-1-1,0 0,9-7,-6 5,0 0,-1-2,-1 0,0-2,0 0,-2-2,0 0,0-1,7-10,-26 27,0-1,-1 0,1 0,0 0,0 1,0-1,0 0,-1 0,1 0,-1 0,1-1,0 1,-1 0,0 0,1 0,-1 0,0 0,0-1,1 1,-1 0,0 0,0 0,0-1,0 1,-1 0,1 0,0 0,0-1,-1 1,1 0,-1 0,1 0,-1 0,1 0,-1 0,0 0,1 0,-1 0,0 0,0 0,0 0,0 1,0-1,0 0,0 1,0-1,0 0,0 1,0-1,0 1,0 0,-1-1,1 1,0 0,0 0,0 0,-1 0,1 0,0 0,0 0,0 0,-1 0,1 1,0-1,0 0,-1 1,-7-1,-1 2,1-1,-1 1,1 0,-1 1,1 0,0 1,0 0,1 0,-1 1,1 0,0 0,0 1,1 0,0 0,0 1,0 0,0 1,-5 6,1 2,1-1,0 1,1 0,1 1,0 0,2 1,0-1,0 3,-12 69,3 0,4 1,5 0,3 1,5 16,-3 33,-1-66</inkml:trace>
  <inkml:trace contextRef="#ctx0" brushRef="#br0" timeOffset="4465.399">18850 2473,'-11'-14,"-9"-8,-2-4,4 3,14 4,24 4,32 3,33-1,32-1,27 2,14 1,-18 2</inkml:trace>
  <inkml:trace contextRef="#ctx0" brushRef="#br0" timeOffset="-9539.907">19425 3209,'0'15,"-2"18,-3 16,-3 15,-3 16,-3 10,-2 5,-1 3,3-4,4-9,3-15,3-18</inkml:trace>
  <inkml:trace contextRef="#ctx0" brushRef="#br0" timeOffset="-3092.983">19438 3315,'2'-1,"-1"1,0 0,0 0,0-1,0 1,0 0,1 0,-1 0,0 0,0 0,0 1,0-1,1 0,-1 0,0 1,0-1,0 1,0-1,0 1,0-1,0 1,0 0,0 0,0-1,0 1,-1 0,1 0,0 0,0 0,-1 0,1 0,-1 0,1 0,-1 0,1 0,-1 0,0 0,1 0,-1 0,0 1,0-1,0 0,0 0,0 0,0 0,0 1,0-1,0 0,-1 0,1 0,0 0,-1 0,1 0,-1 1,1-1,-2 0,-3 27,-2 0,-1-1,-1 0,-2-1,-11 22,7-16,-62 134,-7-4,-11 1,83-144,15-29,133-265,26-154,-152 406,-9 32,-86 262,69-213,2 1,2 0,3 1,3 0,1 19,14-17,-4-72,7-84,4 0,26-82,54-144,-87 253,-8 67,-1 0,0 0,0-1,0 1,1 0,-1 0,0-1,0 1,0 0,0-1,0 1,0 0,0-1,0 1,0 0,0-1,0 1,0 0,0-1,0 1,0 0,0 0,0-1,0 1,0 0,0-1,0 1,-1 0,1 0,0-1,0 1,0 0,0-1,-1 1,1 0,0 0,0 0,-1-1,1 1,0 0,0 0,-1 0,1 0,0 0,-1-1,1 1,0 0,-1 0,1 0,0 0,-1 0,1 0,0 0,0 0,-1 0,1 0,0 0,-1 0,1 0,0 1,-1-1,1 0,0 0,-1 0,1 0,0 0,0 1,-1-1,1 0,-14 20,-3 18,2 0,2 1,1 0,2 4,0-8,-112 420,120-442,11-35,-7 16,7-19</inkml:trace>
  <inkml:trace contextRef="#ctx0" brushRef="#br0" timeOffset="3729.364">18623 3489,'19'3,"1"0,0-1,0 0,0-2,0 0,0-2,-1 0,1-1,0-1,-1-1,0 0,0-2,-1 0,1-1,-2-1,1-1,0 0,-10 5,0 1,0-1,0 0,-1-1,0 0,0 0,0 0,0-1,-1 0,-1 0,1-1,0 0,-6 6,1 1,0-1,0 1,-1 0,1-1,0 1,-1-1,0 0,1 1,-1-1,0 1,0-1,0 1,0-1,0 0,0 1,0-1,-1 1,1-1,-1 1,1-1,-1 1,1-1,-1 1,0-1,0 1,0 0,0-1,0 1,0 0,0 0,0 0,0-1,0 2,-1-1,1 0,0 0,-1 0,1 0,-1 1,1-1,-67-10,57 13,-1 1,1 1,0 0,0 0,0 1,0 0,1 1,0 0,0 1,1 0,0 0,0 1,0 1,1-1,0 1,1 1,0-1,1 1,0 0,0 1,1-1,0 1,1 0,0 1,1-1,0 0,1 1,1 0,-1 7,2-11,1-1,0 1,0-1,1 0,0 0,0 0,1 0,0 0,0 0,0-1,1 1,0-1,0 0,1 0,0 0,0-1,0 0,1 0,-1 0,1-1,0 1,1-1,-1-1,1 1,0-1,-1-1,1 1,1-1,-1 0,0 0,0-1,1 0,-1-1,6 1,1-1,0 0,0-1,0-1,0 0,0 0,0-2,-1 0,4-1,40-18</inkml:trace>
  <inkml:trace contextRef="#ctx0" brushRef="#br0" timeOffset="-6848.595">19559 4372,'13'2,"15"1,15 0,14-1,14 0,12-1,6-1,2 0,-8 0,-12 0,-10 0,-12 0,-9 0,-11 0</inkml:trace>
  <inkml:trace contextRef="#ctx0" brushRef="#br0" timeOffset="-4469.367">19425 4438,'1020'0,"-1914"0,743 11,187-3,119 0,0-6,90-14,-244 12,76-5,140-6,13 10,-345 2,93-1</inkml:trace>
  <inkml:trace contextRef="#ctx0" brushRef="#br0" timeOffset="2995.809">19947 4986,'-3'-4,"1"-1,-1 1,0 0,0 0,0 0,0 0,-1 0,0 1,1-1,-1 1,-1 0,1 0,0 1,-1-1,1 1,-1 0,0 0,0 1,0-1,1 1,-1 0,-1 0,1 1,0-1,0 1,0 1,0-1,0 1,-5 0,-1 2,-1 0,1 0,0 1,0 0,1 1,0 0,-1 1,2 0,-1 0,1 1,0 1,-7 6,-34 58,49-70,0 1,0-1,0 0,0 0,0 0,1 0,-1 1,1-1,0 0,-1 1,1-1,0 0,0 1,1-1,-1 0,0 1,1-1,-1 0,1 0,0 0,0 1,0-1,0 0,0 0,0 0,1 0,-1-1,1 1,-1 0,1 0,0-1,-1 1,1-1,0 0,0 1,0-1,3 1,0 0,1 0,-1-1,1 1,-1-1,0 0,1-1,0 0,-1 1,1-2,-1 1,1-1,-1 1,1-2,-1 1,0-1,1 1,-1-1,3-2,91-58,-79 42,-2-1,0 0,-1-1,0-1,-2 0,-1-1,-1-1,-2 0,0-1,-1 0,-2-1,0 1,-2-2,-1 1,-2-1,1-27,-4 30,0 25,0-1,-1 1,1 0,0 0,-1 0,1-1,0 1,-1 0,1 0,-1 0,1 0,0-1,-1 1,1 0,-1 0,1 0,-1 0,1 0,0 0,-1 0,1 0,-1 1,1-1,0 0,-1 0,1 0,-1 0,1 0,0 1,-1-1,1 0,0 0,-1 1,1-1,0 0,-1 0,1 1,0-1,0 0,-1 1,1-1,0 0,0 1,0-1,0 1,-1-1,1 0,0 1,0-1,0 1,0-1,0 0,0 1,0-1,0 1,0-1,0 1,0-1,0 0,0 1,1-1,-21 41,2 1,2 1,1 0,3 1,-2 19,11-56,1 1,0-1,0 1,1 0,0 0,0 0,1-1,0 1,0 0,1 0,0 0,0 0,1 0,0-1,1 1,0-1,0 0,0 1,1-1,0-1,0 1,1-1,0 1,0-1,0 0,1-1,6 5,4-3,1 0,0-2,1 0,0-1,-1-1,1 0,0-2,0 0,1-1,-1 0,0-2,0 0,0-1,-1-1,1-1,5-2,61-22,-12-2</inkml:trace>
  <inkml:trace contextRef="#ctx0" brushRef="#br0" timeOffset="-22638.945">3263 882,'4'71,"-2"0,-3-1,-4 1,-3-1,-2 0,-6 7,6-16,-9 33,14-105,4-410,-16 154,16 262,0 0,0 0,1 0,0 0,0 0,0 0,1 0,-1 0,1 0,1 0,-1 0,1 0,-1 0,1 1,1-1,-1 1,0 0,1-1,0 1,0 0,2-1,6-1,1 0,1 1,-1 0,1 0,0 2,0-1,0 2,0 0,0 0,1 1,-1 1,1 0,-1 1,12 2,-8-1,0 0,0 1,0 1,0 0,-1 1,1 1,-1 1,-1 0,4 3,-12-6,0 1,0-1,0 1,-1 1,0-1,0 1,0 0,-1 1,0-1,0 1,0 0,-1 0,0 1,-1-1,0 1,0 0,0 0,-1 0,0 0,-1 0,0 0,0 1,-1-1,-1 0,1 0,-1 0,-1 1,0-1,0-1,0 1,-1 0,0 0,-1-1,1 0,-1 0,-1 0,0 0,0 0,0-1,0 0,-1 0,-2 1,-4 3,1 0,-2-1,1 0,-1-1,-1-1,1 0,-1-1,0 0,-1-1,1-1,-2 0,-8 0,37-15,21 3,0 1,1 2,0 1,0 2,0 2,-1 0,1 3,3 1,-19-1,1 1,0 0,-1 1,0 2,0 0,8 4,-20-8,-1 0,0 1,0-1,0 1,-1 0,1 1,-1-1,0 1,0 0,0 1,-1-1,0 1,0 0,0 0,-1 0,0 0,0 1,0-1,-1 1,0 0,-2 2,-1-1,1 1,-2-1,1 0,-1 0,-1 1,1-1,-1-1,-1 1,1 0,-1-1,-1 0,1 1,-1-2,0 1,-1-1,0 0,0 0,0 0,-1-1,1 0,-1 0,-1-1,1 0,-7 3,-21 13,-2-1,0-2,-1-2,-1-1,0-2,-1-2,0-1,0-2,-1-2,-14-1,-26-9,67-4,11 0</inkml:trace>
  <inkml:trace contextRef="#ctx0" brushRef="#br0" timeOffset="-19778.677">6752 241,'-6'27,"1"1,1 0,1 0,1 0,2 0,1 0,1 0,2 0,3 14,57 287,-53-132,-8 1,-12 60,-1 63,3 128,10 51,-1-449,9 382,10 32,46 325,-33-133,-18-170,-15-302,10-4,32 168,-17-167,1 152,-25-202,12 225,11-73,-12 10,-7-118,9-2,7 4,45 491,-9-269,-41-298,5 75,-8 2,-8 43,-3-102,48 729,-65-264,4-368,-33 182,17-217,8 2,6 114,6 297,0 104,-4-549,-18 78,-1 11,26-84,9-104</inkml:trace>
  <inkml:trace contextRef="#ctx0" brushRef="#br0" timeOffset="-21969.733">4840 748,'-20'123,"-6"-1,-6-2,-4-1,-8 4,-45 129,84-243,9-22,69-324,-29 113,-10 78,7 1,8-2,-14 73,-34 73,0 0,-1 1,1-1,0 0,0 1,0-1,0 1,0-1,-1 1,1 0,0-1,0 1,0 0,0 0,0 0,0-1,0 1,0 0,0 0,0 0,1 1,-1-1,0 0,-1 0,1 1,0-1,0 0,0 1,0-1,0 1,0-1,0 1,0-1,-1 1,1 0,0 0,0-1,-1 1,1 0,-1 0,1 0,-1-1,1 1,-1 0,1 0,-1 0,0 0,1 0,-1 0,0 0,0 0,0 0,0 0,0 0,0 0,0 0,0 0,82 234,131 374,-141-448,-65-151</inkml:trace>
  <inkml:trace contextRef="#ctx0" brushRef="#br0" timeOffset="-21684.977">4587 1203,'20'-5,"30"-3,33-5,35-8,27-4,20-2,12-2,-25 5</inkml:trace>
  <inkml:trace contextRef="#ctx0" brushRef="#br0" timeOffset="-25791.165">937 788,'-5'-4,"-1"7,0 17,2 21,1 19,1 18,1 14,-2 5,-2-1,-1-9,1-16,1-17,1-20,2-16</inkml:trace>
  <inkml:trace contextRef="#ctx0" brushRef="#br0" timeOffset="-25479.998">816 655,'-12'-30,"12"30,0 0,0 0,0 0,1 0,-1 0,0 1,0-1,1 0,-1 0,0 0,0 0,1 0,-1 0,0 0,0 0,1 0,-1 0,0 0,0 0,0 0,1 0,-1 0,0 0,0 0,1-1,-1 1,0 0,0 0,1 0,-1 0,0 0,0 0,0-1,0 1,1 0,-1 0,0 0,0-1,0 1,0 0,0 0,1 0,-1-1,0 1,0 0,0 0,0-1,0 1,0 0,0 0,0-1,0 1,0 0,0 0,0-1,0 1,0 0,0 0,0-1,0 1,0 0,-1 0,1 0,0-1,0 1,0 0,0 0,21 14,-17-11,92 69,-3 4,-3 4,-4 3,52 68,-125-136,0 0,-1 1,-1 0,0 1,-1 0,-1 0,-1 1,0 0,-1 1,-1 0,-1 0,-1 0,0 1,-2-1,1 16,-4-28,0 0,-1-1,0 1,0 0,0-1,-1 0,0 0,0 1,0-2,-1 1,0 0,0-1,0 0,-1 0,0 0,0 0,0-1,-1 0,1 0,-1 0,0-1,-6 3,-7 2,-1 0,0-1,0-2,-1 0,1-1,-19 2,-29 0,0-3,1-3,-1-3,0-3,-40-10,78 11</inkml:trace>
  <inkml:trace contextRef="#ctx0" brushRef="#br0" timeOffset="-23569.011">2354 922,'-14'109,"14"-120,0 1,-1-1,-1 0,1 1,-2-1,0 1,0-1,-1 1,0 0,0 1,-1-1,-1 1,0 0,0 0,-2-1,1 2,-1 1,1 0,-2 1,1-1,0 2,-1-1,0 1,-1 1,1 0,-1 0,0 0,0 2,0-1,0 1,0 1,0-1,-1 2,1-1,0 2,-1-1,1 1,0 1,0 0,-1 1,2-1,-1 2,0-1,1 2,-1-1,1 1,0 1,1-1,-1 1,0 2,-6 6,2 0,0 0,0 1,2 1,0 0,0 1,2 0,0 1,1-1,1 2,0-1,1 1,2 0,0 0,0 0,2 1,1-1,0 1,1-1,1 1,1-1,1 2,-1-10,0-1,0 1,1-1,0 0,1 0,0 0,1 0,0-1,0 0,1 0,0 0,1-1,0 0,0 0,1 0,-1-1,2 0,-1-1,1 0,4 2,6 1,0 0,1-2,-1 0,1-2,1 0,-1-1,1-1,-1-1,1-1,0 0,0-2,4-1,28-4,0-2,0-2,-1-2,6-5,44-16</inkml:trace>
  <inkml:trace contextRef="#ctx0" brushRef="#br0" timeOffset="-17849.789">1 1992,'47'15,"1"-3,0-2,1-1,0-3,0-2,15-2,-53-1,1049 14,353 5,-995-21,453-17,-808 15,761-31,-76 22,308-37,82 2,848 22,-1437 26,982-1,-1162-8,391 8,-636 10,0 5,27 11,-144-24,-5-1,0 0,0-1,0 1,1-1,-1 1,0-1,0 1,0-1,0 0,0 0,1 0,-1 0,0-1,0 1,0-1,0 1,0-1,0 0,0 1,2-2,-3-6</inkml:trace>
  <inkml:trace contextRef="#ctx0" brushRef="#br0" timeOffset="-16700.563">776 2727,'-16'24,"1"1,1 1,1 0,2 1,0 0,2 1,1 0,1 1,2 0,0-1,2 2,2-1,0 0,2 0,1 0,2 1,0-2,4 10,-5-27,0 0,1 0,0 0,1-1,0 0,0 0,1 0,1-1,0 1,0-2,0 1,1-1,1 0,-1 0,1-1,0-1,1 1,0-1,0-1,0 0,0 0,1-1,3 0,-4-1,-1 0,1-1,-1-1,1 0,0 0,0 0,0-2,-1 1,1-1,0 0,-1-1,1 0,-1-1,1 0,-1 0,0-1,0 0,-1-1,1 0,-1 0,0-1,0 0,-1 0,6-7,1-7,-1-1,-1 0,0 0,-2-2,-1 1,-1-1,0-1,-2 1,-1-1,-1 0,-1 0,0-1,-2 1,-2-1,0 1,-1-3,0-4,0 1,-2 0,-1 0,-2 1,-1-1,-7-16,11 35,-1 0,0 0,0 1,-1 0,0 0,-1 0,0 1,-1-1,0 2,0-1,-1 1,0 1,0-1,-1 2,0-1,0 1,-1 1,-2-2,2 4,1 0,-1 1,0 0,0 1,0 0,0 0,0 1,0 1,0 0,0 0,0 1,1 1,-1-1,0 2,1 0,0 0,-6 4,-3 1,2 1,-1 1,1 1,1 0,0 1,1 1,1 0,0 1,-2 3,4-1,0 1,1 0,1 0,1 1,0 1,1 0,-3 16,-9 44</inkml:trace>
  <inkml:trace contextRef="#ctx0" brushRef="#br0" timeOffset="-16095.179">2007 2727,'-14'23,"2"1,1 1,1 0,1 1,1-1,1 2,2-1,0 1,2 0,1 0,1 0,2 15,0-19,0 1,2-1,0 0,2 0,1 0,0-1,2 1,0-2,2 1,6 9,-10-20,1 0,0 0,1-1,0-1,1 1,0-1,0-1,1 1,0-2,0 1,1-1,0-1,0 0,0-1,1 0,0 0,0-2,0 1,1-1,1-1,0-1,0-1,1 0,-1-1,0 0,0-2,0 1,0-2,0 0,-1 0,1-1,-1-1,0 0,-1-1,0-1,0 0,0 0,-1-1,0 0,-1-1,0 0,0-1,-2 0,1-1,-1 0,-1 0,0 0,0-1,-2 0,1-1,-2 1,0-1,0-3,3-11,-1 1,-1-1,-2 0,-1-1,-1 1,-2 0,0-1,-2 1,-2-5,2 15,-1 0,-1 1,0 0,-1 0,-1 0,0 1,-2 0,1 0,-2 1,0 0,-1 1,-1 0,0 1,-13-12,16 19,0-1,0 1,-1 1,0-1,0 2,0-1,-1 2,1-1,-1 1,0 1,1 0,-1 0,-1 1,1 1,0 0,0 0,0 1,0 0,0 1,0 1,1 0,-1 0,1 1,-1 0,1 0,0 1,1 1,-1 0,-7 6,1 0,0 0,1 2,0 0,1 0,1 1,0 1,1 1,1-1,1 2,0-1,1 1,1 1,1 0,0 0,1 0,2 1,-1 2,-6 59</inkml:trace>
  <inkml:trace contextRef="#ctx0" brushRef="#br0" timeOffset="-15520.205">3516 2887,'-17'21,"1"1,1 0,0 1,2 0,1 1,1 1,1 0,1 0,1 1,1 0,1 1,2-1,-1 19,4-32,1 0,0 0,1-1,0 1,1 0,0-1,1 1,0-1,1 0,1 0,0 0,1-1,0 0,0 0,1 0,1-1,-1 0,2 0,-1-1,2 0,-1 0,1-1,0 0,1-1,5 3,-2-4,1 0,-1 0,1-2,0 0,0 0,1-1,-1-1,1-1,-1 0,1-1,0-1,-1 0,1-1,-1-1,0 0,0-1,0-1,0 0,-1-1,0-1,0 0,0-1,-1 0,0-1,-1 0,0-1,0-1,-1 0,-1 0,0-1,0-1,-1 1,-1-1,1-4,2-4,-1-1,-1-1,0 1,-2-2,-1 1,-1 0,-1-1,-1 0,-1 0,-2 0,0-1,-1 1,-1 0,-2 0,0 1,-2-1,0 1,-1 0,-2 0,-1 0,3 8,-1 0,0 1,-1 0,-1 1,0 0,-1 1,0-1,-1 2,0 0,-1 0,0 1,0 1,-1 0,-1 1,1 1,-1 0,-1 1,1 0,-1 2,0-1,0 2,0 0,-1 1,1 1,-1 0,-8 2,0 1,0 0,1 2,-1 1,1 1,0 1,1 1,0 1,0 1,1 1,-10 7,18-10,0 1,1 0,0 2,1-1,0 1,0 1,1 0,1 1,0 0,1 1,0-1,1 2,1-1,0 1,1 0,-1 6,5-13,1 1,-1 0,1 0,1 0,0 0,0 0,1 0,0 0,0 0,1-1,0 1,1 0,-1-1,2 1,-1-1,1 0,1 0,0-1,0 1,0-1,1 0,-1 0,5 2,41 39</inkml:trace>
  <inkml:trace contextRef="#ctx0" brushRef="#br0" timeOffset="-15023.561">4974 2767,'-11'28,"2"0,2 1,0 0,2 0,1 0,1 1,2-1,2 30,-1-47,2 0,-1-1,2 1,-1-1,2 1,0-1,0 0,1 0,0-1,0 1,2-1,-1 0,1-1,1 1,-1-1,1-1,1 0,0 0,0-1,1 0,-1 0,2-1,9 5,1-2,1-1,-1-2,1 0,0-1,1-1,-1-1,1-1,-1-1,1-1,0-1,-1-1,1-1,-1-1,0-1,0-1,-1 0,1-2,-1-1,-1 0,0-2,0 0,-1-1,5-6,-13 10,-1-1,0 0,-1-1,0 0,-1 0,0-1,0 0,-1 0,-1-1,0 0,-1 0,0-1,0 1,-1-1,-1 0,-1 0,1-1,-2 1,0 0,-1-1,0 1,-1 0,0-1,-1 1,-1 0,0 0,-1 0,0 0,-1 1,-3-8,-3 1,0 0,-2 0,1 1,-2 1,-1 0,0 1,-1 1,0 0,-1 1,-1 1,0 1,-1 0,-1 1,1 2,-1-1,-1 2,0 1,-18-4,14 5,-1 1,0 0,0 2,-1 2,1 0,0 1,-1 2,1 1,0 1,0 1,1 1,-1 1,1 1,1 2,-18 9,10 0,0 1,1 2,2 1,-16 15,-24 28</inkml:trace>
  <inkml:trace contextRef="#ctx0" brushRef="#br0" timeOffset="-13402.56">522 4425,'199'0,"1552"-40,-337-33,441 8,-58-17,-1186 39,316-14,136 22,115 23,185 4,-1148 15,0 10,50 16,75 13,114-28,-406-23,-36-1</inkml:trace>
  <inkml:trace contextRef="#ctx0" brushRef="#br0" timeOffset="-12594.584">13504 1911,'1153'15,"-1211"-16,52 1</inkml:trace>
  <inkml:trace contextRef="#ctx0" brushRef="#br0" timeOffset="39433.284">8036 1123,'0'-4,"-1"-1,1 1,-1 0,1-1,-1 1,0 0,-1 0,1 0,-1-1,0 2,0-1,0 0,0 0,-1 1,1-1,-1 1,0 0,0 0,0 0,-1 0,1 0,-1 1,1-1,-1 1,0 0,0 0,0 1,0-1,0 1,0 0,-1 0,1 0,-6-1,1 0,-1 1,0 1,1 0,-1 0,0 0,1 1,-1 1,0 0,1 0,0 1,-1 0,1 0,0 2,2-2,-1 1,1 1,0 0,0 0,1 0,-1 1,1-1,1 2,-1-1,1 1,0-1,0 1,1 1,0-1,0 1,1-1,0 1,0 0,1 0,0 1,1-1,-1 0,1 1,1-1,0 0,0 1,1-1,0 1,0-1,1 0,0 0,0 0,1 0,1 3,-2-8,0 0,-1 0,1 0,0 0,1 0,-1-1,0 1,1-1,-1 0,1 1,0-1,0 0,0-1,0 1,0 0,0-1,0 0,1 0,-1 0,0 0,1 0,-1-1,1 1,-1-1,1 0,-1 0,1 0,-1-1,1 1,-1-1,0 0,1 0,-1 0,0 0,1 0,-1-1,0 0,0 1,0-1,12-13,1 1,-2-2,0 0,-1-1,0 0,-2-1,0-1,2-4,21-36,-29 92,-7-13,1-13,-1-1,1 1,0 0,0-1,1 1,0 0,0 0,0-1,1 1,0 0,0-1,1 1,0-1,0 1,1-1,-1 0,1 0,1 0,-1 0,1 0,0-1,0 0,1 0,0 0,1 1,8 0,1-1,0 0,0-1,0-1,0-1,1 0,-1 0,1-2,0 0,-1-1,1 0,-1-1,0-1,1-1,6-2,27-6</inkml:trace>
  <inkml:trace contextRef="#ctx0" brushRef="#br0" timeOffset="40233.189">9493 668,'-1'40,"-2"1,-1-1,-2 0,-2-1,-1 0,-3 0,-10 24,-42 106,109-236,-38 56,1 1,0-1,1 2,0-1,0 2,1-1,0 1,0 0,2 1,-8 4,0 1,0 0,0 0,0 0,1 0,-1 1,0 0,1 0,-1 0,1 0,-1 1,1-1,0 1,-1 0,1 1,-1-1,1 1,-1 0,1 0,-1 0,1 1,-1 0,0 0,0 0,0 0,0 0,0 1,4 3,-1 1,0 0,0 1,0 0,-1 0,0 0,-1 0,0 1,0 0,-1 0,0 1,0-1,-1 1,0-1,-1 1,0 0,-1 0,0 9,-1-16,0-1,0 1,0 0,-1 0,0-1,1 1,-1 0,0-1,0 1,0-1,-1 1,1-1,-1 0,1 1,-1-1,0 0,1 0,-1 0,0 0,-1-1,1 1,0 0,0-1,-1 0,1 1,-1-1,1 0,-1 0,-1 0,-84 15,73-15,-146 17,155-15</inkml:trace>
  <inkml:trace contextRef="#ctx0" brushRef="#br0" timeOffset="40866.611">11043 989,'-11'-5,"0"1,0 0,-1 0,0 1,1 1,-1 0,0 0,0 1,0 1,0 0,0 0,0 1,0 1,0 0,0 1,1 0,-1 1,1 0,0 1,0 0,0 0,1 1,0 1,0 0,1 0,-1 1,2 0,0 1,0 1,1-1,0 1,0 0,1 0,1 1,0 0,0 0,-2 11,6-18,-1 0,1 0,1 0,-1 0,1 0,-1 1,1-1,0 0,1 0,-1 0,1 1,-1-1,1 0,1 0,-1 0,1 0,-1 0,1-1,0 1,0 0,1-1,-1 1,1-1,0 0,-1 0,2 0,-1 0,0-1,0 1,1-1,-1 0,3 1,12 4,0-1,1 0,0-2,0 0,1-1,-1-1,1-1,-1-1,1 0,0-2,-1 0,11-3,97-14,-6-6</inkml:trace>
  <inkml:trace contextRef="#ctx0" brushRef="#br0" timeOffset="41627.318">12821 1043,'-15'-5,"-2"0,1 1,0 1,-1 1,1 0,-1 1,0 1,0 1,-13 1,23-1,-1 1,1-1,-1 1,1 1,0-1,-1 1,1 0,1 1,-1 0,0 0,1 0,0 1,0 0,0 0,1 1,-1-1,2 1,-1 0,0 1,1-1,-3 7,4-6,0 0,0 1,1-1,0 1,0-1,0 1,1 0,1 0,-1 0,1 0,1 0,-1-5,0 0,1-1,-1 1,1 0,0 0,-1-1,1 1,1-1,-1 1,0-1,1 1,-1-1,1 0,0 1,-1-1,1 0,0 0,0 0,1-1,-1 1,0 0,1-1,-1 1,1-1,-1 0,1 0,-1 0,1 0,0-1,0 1,2 0,6-2,0-1,0 0,0 0,-1-1,1-1,-1 1,1-2,-1 1,-1-2,1 1,-1-1,0-1,0 1,0-2,-1 1,0-1,-1 0,0-1,0 0,0-1,29-43,-2-2,-2-2,-3-1,-2-1,-4-1,-1-1,-4-1,8-47,-20 86,13-59,-24 77,-31 70,18-25,2 0,2 1,1 1,2 0,2 1,2 0,2 0,0 32,6-60,-1 0,2 1,0-1,1 0,1 0,0 0,1 0,0-1,1 0,1 0,0 0,1-1,1 0,8 10,32 28</inkml:trace>
  <inkml:trace contextRef="#ctx0" brushRef="#br0" timeOffset="42343.912">13905 1082,'20'6,"0"-1,0-2,1 0,0-1,0-1,-1 0,1-2,0-1,-1 0,1-2,-1 0,0-1,0-1,0-1,-1-1,4-3,-18 8,0-1,0 0,-1 0,0 0,0-1,0 0,0 1,0-2,-1 1,0 0,0-1,-1 1,1-1,-1 0,-1 1,1-2,-1 4,-1 0,1 1,-1-1,1 0,-1 0,0 0,0 1,-1-1,1 0,-1 0,1 0,-1 1,0-1,0 0,0 1,0-1,0 1,-1-1,1 1,-1 0,0-1,1 1,-1 0,0 0,0 0,-1 0,1 1,0-1,0 1,-1-1,1 1,-1 0,0 0,1 0,-2 0,-1-1,0 1,-1-1,1 2,-1-1,1 0,-1 1,1 0,-1 0,1 1,-1 0,1 0,-1 0,1 0,0 1,0 0,-1 0,1 1,1-1,-1 1,0 0,1 0,-1 1,1-1,0 1,0 0,0 0,1 0,0 1,-1 0,-3 5,0 0,1 0,0 1,0 0,2 0,-1 1,1-1,1 1,0 0,1 0,0 0,0 11,2-14,1 0,0-1,0 1,1-1,0 1,0-1,1 0,0 0,1 0,0 0,0-1,0 1,1-1,0 0,1 0,0-1,0 0,0 0,1 0,-1-1,1 0,1 0,-1 0,1-1,-1 0,1-1,2 1,15 4,1 0,0-2,0 0,0-2,23 0,45 2</inkml:trace>
  <inkml:trace contextRef="#ctx0" brushRef="#br0" timeOffset="43081.973">15562 642,'34'9,"1"-1,0-1,0-2,0-2,0-1,1-1,-1-3,23-3,-17 3,1-3,-1-1,1-2,-2-2,0-1,0-2,8-6,0-19,-47 37,0 0,-1-1,1 1,0 0,-1-1,1 1,-1 0,1-1,-1 1,0-1,1 1,-1-1,0 1,0-1,0 1,0-1,-1 1,1 0,0-1,0 1,-1-1,1 1,-1-1,1 1,-1 0,0-1,0 1,1 0,-1 0,0 0,0 0,0 0,0-1,0 2,-1-1,1 0,0 0,-1 0,-2-2,0 0,0 0,0 1,0-1,-1 1,1 0,-1 1,1-1,-1 1,0 0,0 0,0 0,1 1,-1-1,0 1,0 0,0 1,0-1,0 1,0 0,1 0,-1 1,0-1,1 1,-1 0,1 0,-1 1,1-1,0 1,0 0,1 0,-5 4,0 8,0 0,0 1,1 0,1 0,1 1,1 0,0 0,1 0,0 0,2 0,0 1,1 0,-8 189,10 0,9 11,-1-11,-15-55,4-143,0-1,-1 1,0-1,-1 1,0-1,0 0,-1 0,0 0,0-1,-1 1,0-1,0 0,-1 0,0-1,0 0,0 0,-24 14</inkml:trace>
  <inkml:trace contextRef="#ctx0" brushRef="#br0" timeOffset="43344.268">15776 1243,'25'-18,"31"-11,31-4,30-5,23 1,14 2,-18 6</inkml:trace>
  <inkml:trace contextRef="#ctx0" brushRef="#br0" timeOffset="43983.084">17193 989,'-5'-5,"-1"0,0 1,0-1,0 1,0 0,0 0,-1 1,0 0,0 0,0 1,0 0,0 0,0 0,-1 1,1 0,-1 1,1-1,0 2,-1-1,1 1,-1 0,1 0,0 1,0 0,0 0,0 1,0 0,-2 1,1 1,1 0,-1 0,1 0,0 1,0 0,1 1,0-1,0 1,1 1,-1-1,2 1,-1 0,1 0,0 0,1 0,-1 1,2-1,-2 8,3-13,1 0,-1 0,1 1,0-1,0 0,0 0,1 0,-1 0,1 1,0-1,0 0,0 0,0 0,0 0,0-1,1 1,0 0,-1 0,1-1,0 1,0-1,1 0,-1 0,0 1,1-1,-1-1,1 1,0 0,0-1,2 2,4 1,0-1,0 0,0-1,0 1,0-2,1 1,-1-1,1-1,8 0,0-1,1-1,-1-1,-1-1,1 0,0-1,-1-1,0-1,0 0,6-5,-14 7,-1 1,0-2,0 1,0-1,-1 0,0-1,0 0,0 0,-1 0,0-1,0 0,-1 0,0 0,-1-1,0 0,0 0,-1 0,2-5,-5 12,1 0,0-1,-1 1,1-1,-1 0,0 1,1-1,-1 1,-1-1,1 1,0-1,-1 0,1 1,-1-1,0 1,1 0,-1-1,-2-1,-13 21,7 10,1 0,1 1,2 0,0 0,2 0,1 9,1-21,-12 231,12 19,1-87,0-164,1 7,0-1,-2 1,0 0,-2-1,0 1,-2-1,0 0,-1 0,-1-1,-5 10,11-28,0 0,0 0,0 0,0 0,0 0,0 0,-1 0,1 0,-1 0,1-1,-1 1,0-1,0 1,0-1,0 0,0 1,0-1,0 0,0 0,0-1,0 1,-1 0,1-1,0 1,0-1,-1 0,1 0,0 0,-1 0,1 0,0 0,-1-1,1 1,0-1,0 1,-1-1,1 0,-6-7,1 0,0-1,0 1,1-1,0-1,1 1,0-1,0 0,1 0,1-1,-1 1,2-1,-1 0,1 1,1-1,0-11,-2 1,2 1,0-1,1 1,1-1,1 0,1 1,0 0,2 0,0 0,2 0,0 1,1 0,1 0,0 1,2 0,0 1,1 0,1 1,0 0,1 1,1 0,0 2,1-1,0 2,1 0,1 1,1 0,7-1,0 2,0 0,1 1,1 2,0 1,-1 1,18 0,16 0</inkml:trace>
  <inkml:trace contextRef="#ctx0" brushRef="#br0" timeOffset="44739.575">14466 1938,'504'12,"1096"-11,-1612-1</inkml:trace>
  <inkml:trace contextRef="#ctx0" brushRef="#br0" timeOffset="46504.936">18022 0,'-1'919,"-38"-227,22-466,12-76,5 0,8-1,9 30,1 48,-10 63,8-11,52 275,4 34,16 954,-67-424,-21-1082,-13 1036,-15 247,27-1109,0 159,15 1,19 16,20-25,21 184,-8 96,-43-482,12 75,1 167,-41-172,-11-1,-9-1,-10-1,-12 6,43-209,-13 56,3 1,4 0,4 1,2 0,6 21,8-26</inkml:trace>
  <inkml:trace contextRef="#ctx0" brushRef="#br0" timeOffset="48258.03">14118 4117,'304'26,"-7"-4,186-14,-367-8,79 0,1350-20,-1146-10,-278 10,353 21,-429-1,-38-2</inkml:trace>
  <inkml:trace contextRef="#ctx0" brushRef="#br0" timeOffset="49084.376">16418 1938,'929'14,"-855"-16,-55-8,79 15,-73 1</inkml:trace>
  <inkml:trace contextRef="#ctx0" brushRef="#br0" timeOffset="82627.556">16912 3074,'22'-11,"6"-8,-1-1,-1-2,-1 0,-1-2,-1-1,-1 0,6-12,39-65,-67 101,1 0,0 0,0 0,0 0,-1 0,1 0,0 0,0 0,1 1,-1-1,0 0,0 1,0-1,0 0,1 1,-1-1,0 1,0 0,1-1,-1 1,0 0,1 0,-1 0,0 0,1 0,-1 0,0 0,1 1,-1-1,0 0,1 1,-1-1,0 1,0-1,0 1,0 0,1-1,-1 1,0 0,0 0,0 0,0 0,0 0,-1 0,1 0,0 0,0 0,-1 0,1 0,-1 1,1-1,-1 0,1 0,-1 1,0-1,1 0,-1 1,0-1,0 0,0 1,0-1,0 0,-1 1,1-1,-13 211,12 113,2-322,-1 0,1 0,-1 0,0 0,0 0,0 1,-1-1,1 0,-1 0,0 0,1 0,-2 0,1 0,0 0,0 0,-1-1,0 1,1 0,-1-1,0 1,0-1,0 0,-1 0,1 1,0-2,-1 1,0 0,1 0,-1-1,0 1,0-1,0 0,0 0,-1 0,-30-1,141-2,98 4,-166 12,-70-3,-232-11,38 0,352-7,-88 3,0 1,1 2,-1 2,21 4,24 21,-85-25,1 0,0-1,-1 1,1 0,0-1,-1 1,1 0,-1-1,1 1,-1 0,1-1,-1 1,1-1,-1 1,0-1,1 0,-1 1,0-1,1 1,-1-1,0 0,0 0,1 1,-1-1,0 0,0 0,0 0,1 0,-1 0,0 0,0 0,1 0,-1 0,0-1,0 1,0 0,1 0,-1-1,0 1,1 0,-2-1,2 1,-430-14,962 0,-599 23,-292-3,315-1,48 0,9-2,1 1,0-2,0 0,1-1,-1 0,0-1,0 0,1-1,19-3,-5-1</inkml:trace>
  <inkml:trace contextRef="#ctx0" brushRef="#br0" timeOffset="84479.14">15910 2821,'-2'-1,"0"0,0 1,0-1,-1 1,1 0,0 0,0-1,0 2,0-1,0 0,0 0,0 1,0-1,0 1,0-1,0 1,0 0,0 0,0 0,0 0,0 0,1 0,-1 0,0 1,1-1,-1 1,1-1,0 1,-1 0,1-1,0 1,0 0,0 0,0 0,0 0,-7 18,0 0,1 0,1 1,0 0,2 0,1 0,0 1,2-1,0 1,2 11,-2-24,1 0,0 0,0 0,0 1,1-1,1 0,0-1,0 1,0 0,1 0,1-1,-1 0,2 1,-1-2,1 1,0 0,0-1,1 0,0 0,0-1,1 1,0-1,0-1,0 1,1-1,0-1,0 1,0-1,0-1,1 1,1-1,-3-2,1 0,-1-1,1 1,0-1,-1-1,1 0,-1 0,1 0,-1-1,1 0,-1-1,0 0,0 0,0 0,-1-1,1 0,-1 0,0 0,0-1,0 0,0 0,-1-1,0 0,0 1,2-6,3-4,0 0,-1-1,-1-1,-1 1,0-1,-1 0,-1-1,-1 1,0-1,0-7,-2 8,0 1,0-1,-2 1,0-1,-1 1,-1-1,0 1,-1-1,-1 1,0 0,-1 0,-1 1,-1 0,0 0,-1 0,0 1,-1 0,-1 0,0 1,-1 1,0 0,-1 0,-10-7,17 16,1 0,-1 1,1 0,-1-1,0 2,0-1,1 0,-1 1,0 0,-1 0,1 1,0-1,0 1,0 0,0 1,0-1,0 1,0 0,0 0,0 0,0 1,0 0,0 0,1 0,-1 1,1-1,-1 1,1 0,0 0,0 1,0-1,-2 4,-6 10,0 0,1 1,1 1,0 0,2 0,0 1,1 0,-1 6,-12 40</inkml:trace>
  <inkml:trace contextRef="#ctx0" brushRef="#br0" timeOffset="85393.804">14212 2634,'-15'22,"2"2,0-1,2 2,0 0,2 0,1 1,1 0,1 0,1 0,2 1,0 0,2 0,1 0,1 0,1-1,2 1,0 0,7 17,-8-34,1 1,0 0,1-1,0 0,0 0,1 0,1 0,0-1,1 1,-5-7,0 0,0 0,0 0,0 0,0-1,0 1,1-1,-1 0,1 0,0 0,0-1,0 1,-1-1,1 0,1 0,-1 0,0 0,0-1,0 0,0 0,0 0,0 0,0-1,1 1,-1-1,2-1,6-5,0 0,0-1,0-1,-1 0,-1 0,1-1,-2-1,1 1,-1-2,-1 1,0-1,-1 0,0-1,-1 0,2-4,5-8,0-1,-2-1,0 1,-2-2,-1 1,-1-1,-2-1,0 1,-2-1,-2 0,0 1,-2-1,-3-24,2 45,1 0,-1 0,-1 0,1 0,-1 1,-1 0,1-1,-1 1,0 0,-1 1,0-1,0 1,0 0,-1 0,0 0,0 1,0 0,-1 0,0 1,0 0,0 0,0 0,0 1,-1 0,0 1,1-1,-1 2,0-1,0 1,0 0,0 1,-1-1,1 2,-8 0,-4 4,0 1,0 1,0 1,1 0,1 1,-1 2,1 0,1 0,0 2,1 0,0 1,1 0,1 2,0-1,1 2,0 0,-2 6,-25 37</inkml:trace>
  <inkml:trace contextRef="#ctx0" brushRef="#br0" timeOffset="86219.595">12727 2486,'-6'1,"0"1,0 0,-1 0,1 0,0 1,1 0,-1 0,0 0,1 1,0-1,0 1,0 1,0-1,1 1,-1 0,1 0,1 0,-1 0,1 1,-1 0,2-1,-1 1,1 0,-1 2,-7 21,2 0,1 0,1 1,1 0,2 0,1 0,1 1,2 6,0-18,1 0,1 0,0 0,2-1,0 1,1-1,1 0,0-1,8 13,-10-22,0 0,0-1,0 1,1-1,0 0,0 0,0-1,1 0,0 0,1-1,-1 0,1 0,0-1,0 1,0-2,1 1,0-1,-1-1,1 0,0 0,3 0,-5-1,0-1,-1 0,1-1,0 1,0-1,0-1,-1 1,1-1,0 0,-1-1,0 1,1-1,-1 0,-1-1,1 0,0 0,-1 0,0 0,0-1,0 0,0 0,-1-1,0 1,3-6,4-6,-2-1,0 0,-1 0,0-1,-2 0,0-1,2-18,-2 12,-2 0,-1 0,-1-1,-1 1,-1-1,-2 1,-1 0,0 0,-2 0,-1 0,-1 0,-2 1,0 0,-2 1,0 0,-2 1,-8-12,17 28,0 1,-1 0,0-1,0 2,0-1,-1 1,0 0,0 0,0 0,0 1,-1 0,0 0,0 1,0 0,0 0,0 0,-1 1,1 0,-1 1,0 0,1 0,-1 0,0 1,1 0,-1 1,0 0,1 0,-1 0,0 1,1 0,0 1,-3 1,-8 7,1 1,0 0,1 2,1 0,0 1,0 0,2 1,0 1,1 0,0 1,1 1,-35 56</inkml:trace>
  <inkml:trace contextRef="#ctx0" brushRef="#br0" timeOffset="87065.445">10883 2366,'-20'24,"1"2,1 0,1 1,1 1,2 1,0 0,2 0,2 2,0-1,2 1,2 0,1 1,1-1,1 1,2 0,2 19,-2-42,1 0,0 0,0 0,0 0,1 0,1 0,0 0,0 0,0-1,1 1,1-1,-1 1,1-1,1 0,-1 0,2-1,-1 0,1 0,0 0,0 0,1-1,-1 0,1 0,1-1,-1 0,1 0,5 1,-5-3,0-2,1 1,-1-1,1 0,0-1,-1 0,1 0,-1-1,1 0,-1-1,1 0,-1 0,0-1,0 1,0-2,0 1,-1-1,1-1,-1 1,6-6,4-3,-1-1,-1 0,0-1,-1-1,0 0,-1-1,-1 0,0-3,1-4,-2-1,0-1,-1 0,-2 0,-1-1,-1 0,-1-1,-1 1,-1-1,-2 1,-1-1,-1-4,0 15,-1 1,0-1,-1 1,-1 0,0 0,-1 0,-1 0,0 1,-6-9,8 18,0-1,0 0,-1 1,1 0,-2 0,1 1,0-1,-1 1,0 0,-1 1,1 0,-1-1,1 2,-1-1,-1 1,1 0,0 1,-1 0,1 0,-1 0,-3 1,-2 0,0 1,-1 1,1 0,0 1,0 0,0 1,0 1,0 0,1 0,0 2,-1-1,2 1,-7 5,-15 10,1 1,1 2,2 2,-1 1,-52 55,13-5</inkml:trace>
  <inkml:trace contextRef="#ctx0" brushRef="#br0" timeOffset="87831.253">9386 2447,'-10'9,"1"1,1 0,0 1,0 0,1 0,1 1,0 0,0 0,1 0,1 1,0-1,1 1,-2 10,0 1,0 0,2 0,0 1,2-1,0 1,2 0,1-1,2 9,-2-22,0-1,1 1,0-1,0 0,1 0,1 0,0 0,0-1,1 1,0-1,0-1,1 1,0-1,1-1,0 1,0-1,0 0,1-1,0 0,1 0,-1-2,-1 0,1 0,0-1,1 0,-1 0,0-1,1 0,-1-1,1 0,0 0,-1-1,1 0,0-1,-1 0,1-1,-1 0,1 0,-1-1,0 0,0-1,0 0,-1 0,1-1,-1 0,0-1,0 1,-1-2,0 1,0-1,0 0,4-7,-1 1,-1 0,-1-1,0 0,-1 0,0-1,-1 0,-1 0,0-1,-2 1,1-1,-2 0,0 0,-1 0,-1-15,-1 3,-1-1,-2 1,-1-1,-1 1,-1 0,-1 1,-12-24,-43-61,60 108,-1-1,1 1,-1 0,0 0,-1 0,1 1,-1 0,1-1,-1 2,0-1,0 0,0 1,0 0,-1 0,1 1,-1-1,1 1,-1 0,1 1,-1-1,-2 1,-1 2,-1 0,1 1,0 0,0 0,0 1,1 0,-1 0,1 1,0 0,0 1,1-1,0 2,-6 5,-20 21,1 1,2 1,-12 20,-19 31</inkml:trace>
  <inkml:trace contextRef="#ctx0" brushRef="#br0" timeOffset="88633.953">7834 2513,'-8'23,"1"0,1 0,1 0,0 0,2 1,1 0,1 0,1-1,2 10,-2-9,2-1,1 1,0-1,2 0,1 0,0-1,6 11,-10-26,1 0,0-1,1 1,-1-1,1 1,0-1,1-1,0 1,-1 0,2-1,-1 0,1 0,-1-1,1 0,1 0,-1 0,1-1,-1 1,1-2,0 1,0-1,0 0,0 0,0-1,5 1,-4-3,0 1,0-1,-1 0,1 0,0-1,-1 0,0-1,1 1,-1-1,0-1,0 0,-1 1,1-2,-1 1,0-1,0 0,0-1,-1 1,2-3,6-7,0-1,-2 0,0-1,0 0,-2-1,0 0,-1-1,0 0,0-1,-2 0,0-1,-1 0,-1 0,-1 0,-1 0,-1 0,-1 0,-1-1,0 1,-2 0,0 0,-2 0,0 0,-4-6,6 19,-1 0,0 1,0-1,-1 1,0 0,0 1,0-1,-1 1,0 0,0 1,-1-1,1 1,-1 0,0 1,-1 0,1 0,-1 0,0 1,0 0,0 1,0 0,0 0,0 0,-1 1,1 1,-1-1,1 1,0 1,-1 0,1 0,0 0,-4 2,-4 3,0 0,0 1,1 1,0 0,0 1,1 0,0 2,1 0,0 0,0 1,1 0,-6 11,-17 21,3 1,1 1,-3 14,-31 58</inkml:trace>
  <inkml:trace contextRef="#ctx0" brushRef="#br0" timeOffset="97175.435">870 5120,'-17'3,"1"1,0 1,0 0,0 1,0 1,1 1,0 0,1 1,0 0,0 1,1 1,0 0,1 0,0 2,1-1,1 2,0-1,0 1,1 1,1 0,1 0,0 0,1 1,0 0,2 0,-3 16,5-14,0 1,2-1,0 0,2 1,0-1,0 0,2 0,0 0,1 0,1 0,1-1,0 0,2-1,-1 0,2 0,0-1,1 0,1 0,0-2,1 1,0-1,1-1,0-1,1 0,0-1,1 0,0-1,1-1,0-1,13 5,-19-10,-1-1,1 0,0-1,0 0,-1 0,1-1,0 0,-1-1,1 0,-1-1,0-1,0 1,0-1,0-1,0 0,-1 0,0-1,0 0,-1-1,1 0,-2 0,1 0,-1-1,0 0,0-1,-1 0,0 0,1-3,7-14,-2 0,0-1,-2 0,0-1,-2 0,-2-1,0 1,-2-1,-1 0,-1-1,-1 1,-2 0,-2-4,1 11,-1 1,-1 0,0 0,-2 0,-1 0,0 1,-2 0,0 1,-10-17,14 28,0 1,0 0,0 0,-1 1,0-1,0 1,0 1,-1-1,0 1,0 0,-1 0,1 1,-1 0,0 1,0-1,0 1,0 1,-1 0,1 0,-1 1,0 0,1 0,-1 1,0 0,-5 1,0 1,0 1,0 1,0 0,0 1,1 0,0 1,0 1,0 0,1 1,0 0,1 1,0 0,0 1,1 0,-6 7,-2 5,0 1,1 0,1 1,2 1,0 1,2 0,-3 8,-15 52</inkml:trace>
  <inkml:trace contextRef="#ctx0" brushRef="#br0" timeOffset="98831.285">2340 5160,'-8'-5,"0"1,-1 0,1 0,-1 1,0 0,0 1,0 0,0 0,0 1,-1 0,1 0,0 1,-1 1,1 0,0 0,0 0,0 1,0 1,0-1,0 2,0-1,1 1,-1 0,1 1,0 0,1 0,-1 1,1 0,-1 1,-5 9,1 1,1 1,0 0,2 0,0 1,0 0,2 0,1 1,0 0,1 0,2 0,0 1,1 0,0-1,3 15,-2-23,1 1,1-1,0 0,1 1,1-1,0 0,0 0,1 0,0-1,1 1,1-1,0 0,0 0,1-1,0 0,1 0,0-1,1 0,0 0,0-1,1 0,0-1,0 0,0 0,1-1,1 0,4-1,-1 0,1-1,0-1,0 0,0-1,0-1,1 0,-1-1,0-1,0-1,0 0,0-1,0-1,0 0,-1-1,1-1,-1 0,-1-1,1-1,-1 0,-1-1,1 0,-2-1,1-1,3-4,-3 3,0 0,-1-1,-1 0,0-1,-1 0,0-1,-1 0,-1-1,-1 1,0-1,-1-1,0 1,-1-1,-1 0,-1-1,-1 1,0 0,-1-1,-1 0,0 1,-2-1,0 1,-2-10,-2 11,0-1,-1 1,-1 0,0 1,-1-1,-1 2,0 0,-1 0,-1 0,0 2,0-1,-1 2,-1-1,0 2,-1 0,0 1,0 0,-1 1,0 1,0 1,-1 0,0 1,0 0,0 2,0 0,-1 1,0 1,1 0,-1 1,1 2,-1-1,1 2,0 0,-1 1,1 1,1 1,-1 0,1 1,-7 4,13-6,0 1,1 0,-1 1,2 0,-1 0,1 0,0 1,0 1,1-1,0 1,1 1,0-1,0 1,1 0,0 0,1 1,0-1,1 1,0 0,0 0,1 0,1 0,0 0,1 11,16 48,11-8</inkml:trace>
  <inkml:trace contextRef="#ctx0" brushRef="#br0" timeOffset="99382.811">3704 5160,'-16'6,"0"1,1 1,0 0,0 1,0 1,1 0,1 1,0 1,0 0,1 0,1 1,0 1,1 0,0 1,1-1,1 2,0-1,1 2,2-5,0 0,1 0,0 0,1 1,1 0,0-1,0 1,1 0,1 0,0 0,1 0,1 0,0-1,0 1,1 0,1-1,0 0,1 0,0 0,1 0,0-1,1 0,0 0,3 3,2-1,1-1,0 0,0-1,1 0,0-1,1-1,1 0,-1-1,1-1,0 0,1-1,0-1,-1-1,2 0,-1-1,0-1,1 0,-1-2,13 0,-18-1,1 1,0-2,0 1,0-2,-1 0,1 0,-1-1,0-1,0 0,0-1,-1 0,1 0,-2-2,1 1,-1-1,0-1,-1 1,0-2,0 1,-1-1,0-1,-1 0,0 0,-1 0,0 0,3-10,-3-1,-2-1,0 0,-1 1,-2-1,0 0,-2 0,0 0,-1 0,-2 0,0 0,-1 1,-2 0,0 0,-1 1,-1-1,-1 2,-1-1,-1 2,-1 0,-6-7,13 15,-1 0,0 1,-1-1,0 2,-1-1,0 1,0 0,-1 1,0 0,0 1,-1 0,0 0,0 1,-1 1,0 0,0 0,0 2,0-1,-1 1,1 1,-1 0,0 1,-2 0,-3 6,-1 0,1 0,0 2,0 0,0 2,1-1,1 2,-1 1,2 0,-1 0,2 2,-1 0,2 0,0 2,1-1,0 2,1-1,-3 8,1-4,1 0,0 0,2 1,1 0,0 1,1 0,2 0,0 1,1-1,1 1,1 1,1-1,1 0,1 1,1-1,2 11,15 35</inkml:trace>
  <inkml:trace contextRef="#ctx0" brushRef="#br0" timeOffset="100047.323">5321 5387,'8'-21,"0"0,1 0,1 1,1 1,5-8,4-6,193-358,-202 372,-11 20,1-1,0 1,0 0,0 0,0 0,-1 0,1 0,0 1,-1-1,1 0,-1 0,1 0,-1 1,0-1,1 0,-1 0,0 1,0-1,0 0,0 1,0-1,0 0,0 0,0 1,-1-1,1 0,0 0,-1 1,-5 566,6-542,2-5,-1 0,-1 0,-2 0,0 0,0-1,-2 1,-1-1,-1 0,0 0,-1 0,-3 1,-4 0</inkml:trace>
  <inkml:trace contextRef="#ctx0" brushRef="#br0" timeOffset="100310.507">5415 5722,'18'2,"18"1,18 0,16-1,15-2,8-5,2 0,-4 0,-15 1,-20 2</inkml:trace>
  <inkml:trace contextRef="#ctx0" brushRef="#br0" timeOffset="102500.774">670 6804,'137'-23,"1"7,0 5,60 6,1344 18,-804-10,730 19,620 72,-181-40,-631-21,42-23,-210-4,263 3,261 17,-928-44,-133-41,-314 40,-5 7,480 12,-732-2,-5-1</inkml:trace>
  <inkml:trace contextRef="#ctx0" brushRef="#br0" timeOffset="107264.987">17968 6617,'4'54,"-4"-53,1 0,-1 1,1-1,-1 0,1 0,-1 0,1 0,0 1,0-1,0 0,-1 0,1-1,0 1,0 0,0 0,0 0,0-1,1 1,-1 0,0-1,0 1,0-1,1 1,-1-1,0 0,0 1,1-1,-1 0,0 0,1 0,-1 0,0 0,0 0,1-1,-1 1,0 0,0-1,1 1,-1 0,0-1,1 0,0 0,0 0,0 0,0 0,-1 0,1 0,0-1,-1 1,1-1,-1 1,1-1,-1 0,0 0,1 1,-1-1,0 0,0 0,0 0,-1 0,1 0,0 0,-1 0,0 0,1-1,-1 1,0 0,0 0,0 0,0 0,-1-1,1 1,0 0,-1 0,0 0,1 0,-1 0,0 0,0 0,0 0,0 0,0 1,-1-1,1 0,0 1,-1-1,0 1,1-1,-3 0,-61-12,64 13,-1 1,0 0,1 0,-1 0,1 0,-1 0,0 1,1-1,-1 0,0 1,1 0,-1-1,1 1,-1 0,1-1,-1 1,1 0,0 0,-1 0,1 0,0 1,0-1,0 0,0 0,0 1,0-1,0 1,0-1,0 1,1-1,-1 1,1-1,-1 1,1 0,0-1,-1 1,1 1,1-1,0 0,0 0,0 0,0 0,0 0,0 0,1 0,-1 0,1 0,-1 0,1-1,0 1,-1-1,1 1,0-1,0 0,0 0,0 0,1 0,-1 0,0 0,0-1,0 1,1-1,-1 1,0-1,1 0,-1 0,0 0,1 0,0 0,6 1,62 12,-2 2,0 3,-1 4,-1 2,-1 3,-2 3,-1 3,-1 3,-2 2,-2 3,-1 2,12 16,0 15,-4 3,-4 3,-3 2,-3 3,-5 2,-3 2,17 49,-61-131,51 108,6-2,7 1,-46-82,1-1,1-1,2-1,1-1,1-1,1-1,1-2,1-1,3 0,36 10,-54-31</inkml:trace>
  <inkml:trace contextRef="#ctx0" brushRef="#br0" timeOffset="108754.836">17822 6564,'-2'12,"-1"1,1-1,-2 0,0 0,0 0,-1-1,-1 1,0-1,0 0,-1-1,0 0,-1 0,-8 8,16-19,0 1,0-1,0 1,0 0,0-1,0 1,-1 0,1-1,0 1,0 0,0-1,-1 1,1 0,0-1,0 1,-1 0,1 0,0-1,0 1,-1 0,1 0,0 0,-1 0,1-1,0 1,-1 0,1 0,-1 0,1 0,0 0,-1 0,1 0,0 0,-1 0,1 0,-1 0,1 0,0 0,-1 0,1 0,0 0,-1 0,1 1,0-1,-1 0,1 0,0 0,-1 1,1-1,0 0,-1 0,1 1,0-1,0 0,-1 1,1-1,0 0,0 0,0 1,0-1,-1 1,1-1,0 0,0 1,0-1,0 0,0 1,0-36,1 28,0-257,-3 250,2 14,1 0,-1 1,1-1,-1 0,1 0,-1 0,1 1,-1-1,1 0,-1 0,1 0,-1 0,1 0,-1 0,1 0,-1 0,1 0,0 0,-1 0,1-1,-1 1,1 0,-1 0,1 0,-1-1,0 1,1 0,-1-1,1 1,-1 0,1-1,-1 1,0 0,1-1,-1 1,0-1,0 1,1-1,-1 1,0-1,0 1,1-1,-1 1,0-1,0 1,0-1,0 1,0-1,0 1,0-1,0 1,0-1,0 1,0-1,0 1,0-1,-1 1,1-1,0 1,0-1,0 1,-1-1,1 1,0-1,-1 1,1 0,-1-1,227 76,-160-56,-23-3,-42-16,-1 0,0 1,0-1,0 1,0-1,0 1,0-1,0 0,0 1,0-1,0 1,0-1,0 0,0 1,0-1,0 1,0-1,0 1,0-1,0 0,-1 1,1-1,0 0,0 1,-1-1,1 1,0-1,0 0,-1 0,1 1,0-1,-1 0,1 0,0 1,-1-1,1 0,-1 0,1 0,0 1,-1-1,1 0,-1 0,1 0,-1 0,1 0,0 0,-1 0,1 0,-1 0,1 0,-1 0,1 0,0 0,-1-1,1 1,-1 0,1 0,0 0,-1-1,1 1,0 0,-1 0,1-1,0 1,-1 0,1-1,0 1,0 0,-160 5,117-2</inkml:trace>
  <inkml:trace contextRef="#ctx0" brushRef="#br0" timeOffset="109369.711">17661 6537,'34'22,"198"142,-232-164,-1-1,1 1,0 0,0-1,0 1,0-1,0 1,0 0,0-1,0 1,0 0,0-1,1 1,-1 0,0-1,0 1,0 0,0-1,0 1,1 0,-1-1,0 1,0 0,1 0,-1-1,0 1,0 0,1 0,-1-1,0 1,1 0,-1 0,0 0,1 0,-1-1,0 1,1 0,-1 0,0 0,1 0,-1 0,0 0,1 0,-1 0,1 0,-1 0,0 0,1 0,-1 0,0 0,1 1,-1-1,0 0,1 0,-1 0,0 0,1 1,-1-1,0 0,0 0,1 1,-1-1,0 0,0 1,1-1,-14-34,10 28,-46-125,43 153,-46-13,72-23,-9 11,1 1,-1 0,0 0,1 1,-1 1,1 0,-1 0,2 1,-11 0,-1-1,1 0,-1 0,0 1,1-1,-1 1,0-1,1 1,-1 0,0-1,0 1,1 0,-1 0,0 0,0 0,0 0,0 0,0 0,0 0,-1 0,1 1,0-1,0 0,-1 0,1 1,-1-1,1 0,-1 1,0-1,0 1,1-1,-1 1,0-1,0 0,0 1,0-1,-1 1,1-1,0 1,-1-1,-22 63,15-47,-3 10,3-5</inkml:trace>
  <inkml:trace contextRef="#ctx0" brushRef="#br0" timeOffset="111590.667">20722 8355,'2'0,"6"0,8 0,10 0,8-2,-2-1</inkml:trace>
  <inkml:trace contextRef="#ctx0" brushRef="#br0" timeOffset="111838.581">21084 8355,'15'0,"13"0,1 0</inkml:trace>
  <inkml:trace contextRef="#ctx0" brushRef="#br0" timeOffset="112102.875">21391 8342,'13'0,"10"0,7 0,3 0,1 0,-1 0,-6 0</inkml:trace>
  <inkml:trace contextRef="#ctx0" brushRef="#br0" timeOffset="112103.875">21859 8368,'0'0</inkml:trace>
  <inkml:trace contextRef="#ctx0" brushRef="#br0" timeOffset="112797.015">20696 8690,'0'2,"0"6,0 3,0 4,0 5,0-2</inkml:trace>
  <inkml:trace contextRef="#ctx0" brushRef="#br0" timeOffset="113059.995">20629 9130,'0'14,"0"7,0 1,0-2</inkml:trace>
  <inkml:trace contextRef="#ctx0" brushRef="#br0" timeOffset="113326.872">20562 9491,'-4'16,"-5"8,0 1,-1 2,0-2,0-3,3-5</inkml:trace>
  <inkml:trace contextRef="#ctx0" brushRef="#br0" timeOffset="113327.872">20535 9853,'0'0</inkml:trace>
  <inkml:trace contextRef="#ctx0" brushRef="#br0" timeOffset="113984.674">20842 9679,'21'0,"15"0,9-2,-4-1</inkml:trace>
  <inkml:trace contextRef="#ctx0" brushRef="#br0" timeOffset="114249.961">21271 9652,'13'0,"16"-2,13-1,-2 0</inkml:trace>
  <inkml:trace contextRef="#ctx0" brushRef="#br0" timeOffset="114491.322">21658 9626,'20'-3,"12"0,7 0,-3 0</inkml:trace>
  <inkml:trace contextRef="#ctx0" brushRef="#br0" timeOffset="114492.322">21925 9611,'9'0,"4"-2,-2-1</inkml:trace>
  <inkml:trace contextRef="#ctx0" brushRef="#br0" timeOffset="115098.985">20548 10133,'5'11,"1"7,0 2,-2 2,0-3</inkml:trace>
  <inkml:trace contextRef="#ctx0" brushRef="#br0" timeOffset="115330.364">20562 10547,'-7'16,"-2"8,0 1,2 0,2-3,2-3,2-4</inkml:trace>
  <inkml:trace contextRef="#ctx0" brushRef="#br0" timeOffset="115532.823">20468 10909,'-3'13,"0"1,1-1,0 1,1 0,1 0,0-1,1 1,0 0,3 10,-2-17,-1 0,0 0,0 0,0 0,-1 0,0 0,-1 0,1 0,-1 0,-1-1,1 1,-1 0,-2 3,-9 34,15-35</inkml:trace>
  <inkml:trace contextRef="#ctx0" brushRef="#br0" timeOffset="116264.425">20869 11109,'12'0,"10"0,8 0,6 0,4 0,-1-2,-7-1</inkml:trace>
  <inkml:trace contextRef="#ctx0" brushRef="#br0" timeOffset="116463.405">21378 11069,'13'-5,"10"-1,7 1,5-2,-2 1</inkml:trace>
  <inkml:trace contextRef="#ctx0" brushRef="#br0" timeOffset="116731.271">21779 11029,'7'0,"6"0,6 0,5-2,-3-1</inkml:trace>
  <inkml:trace contextRef="#ctx0" brushRef="#br0" timeOffset="116977.611">22179 11015,'2'0,"2"-2,-1-3,-1-1</inkml:trace>
  <inkml:trace contextRef="#ctx0" brushRef="#br0" timeOffset="146095.675">7888 5254,'91'-123,"5"4,64-57,-135 148,81-71,-106 99,-1 1,1-1,0 1,0-1,0 1,0-1,0 1,0-1,0 1,0-1,0 1,0-1,0 1,0-1,0 1,0-1,0 1,0-1,0 1,1-1,-1 0,0 1,0-1,1 1,-1-1,0 1,1-1,-1 0,0 1,1-1,-1 0,0 1,1-1,-1 0,1 0,-1 0,1 1,-1-1,1 0,-1 0,1 0,-1 0,1 0,-1 0,1 0,-1 1,1-2,-1 1,0 0,1 0,-1 0,1 0,-1 0,1 0,-1 0,1-1,-1 1,1 0,-64 188,46-125,2 1,3 0,3 1,2 1,4-1,2 1,3-1,7 30,2-22</inkml:trace>
  <inkml:trace contextRef="#ctx0" brushRef="#br0" timeOffset="147105.009">12246 5574,'32'-73,"3"2,3 1,13-14,-8 12,110-191,-133 238,-9 28,-15 91,-11 72,6-1,8 2,20 160,-9-252,-2-15</inkml:trace>
  <inkml:trace contextRef="#ctx0" brushRef="#br0" timeOffset="147776.261">14158 5587,'18'-52,"2"1,3 1,11-18,-10 20,131-276,-141 295,-5 25,-9 23,-22 296,17-248,4-1,2 0,3 1,3-1,3 0,3-1,3-1,9 22,1-26</inkml:trace>
  <inkml:trace contextRef="#ctx0" brushRef="#br0" timeOffset="148467.538">16004 5587,'56'-112,"4"3,66-89,-78 125,12-13,-60 87,0-1,0 1,0-1,0 1,0-1,0 1,1-1,-1 1,0-1,0 1,0-1,1 1,-1-1,0 0,1 1,-1-1,0 1,1-1,-1 0,1 1,-1-1,0 0,1 0,-1 1,1-1,-1 0,1 0,-1 0,1 1,-1-1,1 0,-1 0,1 0,-1 0,1 0,-1 0,1 0,-1 0,1 0,-1 0,1-1,-1 1,1 0,-1 0,1 0,-1-1,1 1,-1 0,1 0,-1-1,0 1,1 0,-1-1,0 1,1-1,-1 1,0 0,1-1,-1 1,0-1,0 1,1-1,-1 1,0-1,0 1,0-1,0 1,-11 121,3-73,-6 43,5 1,3 0,4 0,4 1,15 88,-10-138</inkml:trace>
  <inkml:trace contextRef="#ctx0" brushRef="#br0" timeOffset="149006.093">17193 5548,'5'-27,"1"-1,2 2,0-1,2 1,1 0,4-5,3-9,131-271,-145 302,29-32,-24 53,-8 93,-22 122,7-102,6 0,5 1,7 42,5-84</inkml:trace>
  <inkml:trace contextRef="#ctx0" brushRef="#br0" timeOffset="152466.713">816 7821,'-11'5,"1"1,-1 0,1 0,0 2,0-1,1 1,0 0,1 1,-1 0,2 0,-1 1,1 0,1 0,0 1,0 0,1 0,1 0,0 1,-6 17,2 0,2 1,0 0,2 0,1 1,1 19,2-23,0 0,2 0,1 0,1 0,1-1,1 1,4 6,-6-22,0 0,1 0,0-1,1 0,0 0,0 0,1-1,0 0,1 0,0-1,1 0,-1 0,1-1,1 0,-1 0,1-1,1-1,1 1,1-1,0-1,1 0,-1-1,1 0,0-1,0-1,0 0,0-1,0-1,0 0,0-1,0 0,-1-1,1 0,-1-2,0 1,0-1,0-1,-1-1,1 0,-1 0,-1-1,0 0,0-1,-1-1,0 0,0 0,-1 0,3-6,3-8,-1 0,0-1,-2 0,-1-1,-1-1,-2 0,0 0,-2 0,-1-1,-1 0,-1 0,-2 0,0 0,-2 0,-2 0,0 0,-2 0,-1 0,-1 1,-5-11,6 20,-1-1,-1 1,-1 0,0 1,-1 0,-1 1,-1 0,0 0,-7-5,12 13,-1 1,0 0,-1 0,1 1,-1 0,-1 1,1-1,-1 2,0-1,0 2,0-1,0 1,-1 1,1 0,-1 0,1 1,-1 0,-1 1,-2 1,-1 1,0 1,1 0,-1 1,1 0,0 1,1 1,-1 0,1 1,0 0,1 1,-1 1,2 0,-1 0,-5 7,-4 5,1 1,1 0,1 1,1 1,1 1,2 0,-6 13,9-13,0 1,2-1,1 1,2 1,0 0,0 10,0 44</inkml:trace>
  <inkml:trace contextRef="#ctx0" brushRef="#br0" timeOffset="153047.655">2381 7807,'-15'6,"0"1,1 1,0 1,1 0,0 0,0 1,1 1,1 0,-1 1,2 0,0 1,0 0,1 0,1 1,0 0,1 1,0 0,2 0,-1 0,0 10,0-3,1-1,1 1,1 0,2 0,0 1,1-1,1 0,1 0,1 0,1 0,0 0,2-1,1 0,7 16,-7-24,0 0,1 0,1-1,0 0,1 0,0-1,0 0,1-1,1 0,0-1,0 0,1-1,0 0,0-1,1-1,0 0,0 0,0-2,1 0,0 0,0-2,-1 0,2 0,-1-1,0-1,0-1,0 0,0-1,1-1,7-2,-1-2,0 0,-1-1,1-1,-1-1,-1-2,0 1,-1-2,0-1,-1 0,-1-1,0-1,-1-1,0 0,-2-1,0-1,-1 0,-1-1,-1 0,0-1,-2 0,0 0,-2-1,0 0,-2-1,0 1,-1-1,-2 0,0 0,-1 0,-2-1,0 1,-2 0,0 0,-1 1,-2-1,0 1,-1 0,-10-19,11 26,-2 0,1 0,-2 1,0 0,-1 1,0 0,0 0,-2 1,0 1,0 0,-1 0,0 1,-1 1,0 0,0 1,-1 1,0 0,0 1,-1 0,0 1,0 1,0 1,0 0,0 1,-13 0,14 4,0 1,0 0,0 1,1 1,-1 0,1 0,0 2,1 0,0 0,0 1,0 1,1 0,1 1,-1 0,1 1,1 0,0 1,1 0,0 0,1 1,0 0,1 0,1 1,0 0,1 0,0 1,1-1,0 7,-3 70,14-8</inkml:trace>
  <inkml:trace contextRef="#ctx0" brushRef="#br0" timeOffset="153532.383">3971 8222,'2'-27,"2"-1,0 1,2 0,1 0,1 1,5-11,-3 9,19-57,52-187,-75 235,-8 27,-6 28,-14 58,4 1,2 1,4 1,-1 76,9-95,3-1,2 1,3 0,9 48,6-21</inkml:trace>
  <inkml:trace contextRef="#ctx0" brushRef="#br0" timeOffset="154146.744">5776 8102,'-9'15,"2"1,0 1,0-1,1 1,2 0,-1 0,2 1,0-1,1 1,1 0,1 0,0-1,3 18,-1-23,0 0,1 1,0-1,1 0,1 0,-1-1,2 0,0 1,0-2,1 1,0-1,1 0,0 0,0-1,1 0,1-1,-1 0,1 0,10 5,-7-5,0-1,0-1,1 0,0-1,0 0,0-1,0-1,1 0,-1-1,1-1,0 0,0-1,-1 0,1-1,0-1,-1 0,1-1,-1-1,0 0,0-1,0 0,-1-1,0-1,0 0,0-1,-1 0,0-1,-1-1,0 1,7-10,-6 5,-1-1,-1-1,-1 0,0 0,-1-1,-1 0,0-1,-1 0,-1 1,-1-2,-1 1,0 0,-1-1,-1 1,-1-1,-1 0,0 1,-5-19,2 13,-1 0,-2 0,0 0,-2 0,0 1,-2 1,-1 0,0 0,-1 1,-2 1,0 0,-1 1,-17-16,24 27,0 0,0 0,-1 1,0 0,-1 0,1 1,-1 1,0 0,-1 0,1 1,-1 1,1 0,-1 0,0 1,0 1,-1 0,1 1,0 0,0 1,0 0,0 1,0 0,0 1,0 0,1 1,-7 3,-19 12,1 2,1 2,0 2,2 0,1 3,1 0,-16 22,-42 42</inkml:trace>
  <inkml:trace contextRef="#ctx0" brushRef="#br0" timeOffset="156607.276">563 9598,'-15'2,"1"1,0 0,0 0,0 1,0 1,1 1,-5 2,53 0,761-7,-605 7,539 1,483-55,260 22,559-17,-394 11,197 3,-546 37,464-2,-337 54,-480-24,-31-6,-357-7,-312-10,-203-14,-1 2,0 1,-1 2,1 1,3 3,-27-8,52 10,1-2,56 0,-98-8,66 14,-82-16,-3-4</inkml:trace>
  <inkml:trace contextRef="#ctx0" brushRef="#br0" timeOffset="159242.993">7662 9158,'-28'78,"28"-77,-1 1,1 0,0 0,0 0,0 0,0 0,0 0,0 0,0 0,0 0,1 0,-1 0,1-1,0 1,-1 0,1 0,0 0,0-1,0 1,0 0,1-1,-1 1,0-1,1 0,-1 1,1-1,-1 0,1 0,-1 0,1 0,0 0,0 0,-1 0,1-1,0 1,0-1,0 1,0-1,1 0,1 1,0-1,0 0,0 0,-1-1,1 1,0-1,0 0,0 0,-1 0,1 0,0-1,-1 1,1-1,-1 0,0 0,0 0,0-1,0 1,0-1,0 0,1-1,-3 3,1-1,-1 0,0 0,0 1,0-1,0 0,0 0,0 0,0 0,-1 0,1-1,0 1,-1 0,0 0,0 0,0 0,0-1,0 1,0 0,0 0,-1 0,1 0,-1-1,1 1,-1 0,0 0,0 0,0 0,0 1,0-1,0 0,-1 0,1 0,-1 1,1-1,-1 1,-1-2,-2 0,1 0,-1 0,0 0,0 0,0 1,0 0,0 0,0 0,-1 1,1 0,-1 0,1 0,-1 0,1 1,-1 0,1 0,-1 1,2-1,1 0,0 1,0-1,0 1,0 0,0 0,0 0,0 0,0 0,0 1,1-1,-1 1,0 0,1 0,-1 0,1 0,0 0,0 1,0-1,0 1,0-1,0 1,1 0,-1-1,1 1,0 0,0 0,0 0,0 0,0 1,1 0,1 1,0-1,0 0,0 0,0 0,0 0,1 0,0 0,0 0,0 0,0-1,1 1,-1-1,1 0,0 0,0 1,0-2,0 1,1 0,-1-1,1 1,-1-1,1 0,0-1,0 1,0 0,0-1,0 0,0 0,1 0,-1-1,0 1,0-1,1 0,-1 0,0-1,0 1,1-1,-1 0,3-1,-5 0,0 0,0 0,0 0,0 0,0-1,0 1,-1 0,1-1,-1 0,0 1,0-1,0 0,0 1,0-1,-1 0,1 0,-1 0,1 0,-1 0,0 1,0-1,-1 0,1 0,-1 0,1 0,-1 0,0 1,0-1,0 0,0 1,-1-1,1 0,-1 1,1 0,-1-1,0 1,-2-2,4 3,-1 1,0-1,0 0,1 0,-1 0,0 1,0-1,0 0,0 1,0-1,0 1,0-1,0 1,0 0,0-1,0 1,0 0,-1 0,1-1,0 1,0 0,0 0,0 1,0-1,-1 0,1 0,0 0,0 1,0-1,0 0,0 1,0-1,0 1,0 0,0-1,0 1,0 0,0-1,1 1,-1 0,0 0,0 0,1 0,-1 0,1 0,-1 0,0 0,1 0,0 0,-1 0,1 0,0 0,-1 0,1 0,0 0,0 1,0-1,0 0,0 0,0 0,1 0,-1 0,0 0,0 1,1-1,-1 0,1 0,-1 0,1 0,0 0,78 70,-60-57,27 18,-1 1,-2 2,-2 3,-1 1,-2 1,-1 3,22 35,-22-8,-4 1,-3 2,-3 1,-3 1,-4 1,-3 1,-3 0,3 72,36 600,-34-397,130 1007,-95-949,-49-381,-1-23,-2-18,-1-4</inkml:trace>
  <inkml:trace contextRef="#ctx0" brushRef="#br0" timeOffset="195509.284">16004 8115,'0'0,"0"0,0 0,0 0,1 0,-1 0,0 0,0 0,0 0,1 0,-1 1,0-1,0 0,0 0,0 0,1 0,-1 0,0 1,0-1,0 0,0 0,0 0,0 0,1 1,-1-1,0 0,0 0,0 0,0 1,0-1,0 0,0 0,0 0,0 1,0-1,0 0,0 0,0 1,18-18,65-71,4 5,76-57,-95 96,-67 44,0-1,0 1,0 0,0 0,0 1,0-1,0 0,0 0,0 0,0 1,0-1,0 0,0 1,-1-1,1 1,0-1,0 1,0 0,0-1,-1 1,1 0,0-1,-1 1,1 0,0 0,-1 0,1 0,-1 0,1-1,-1 1,0 0,1 0,-1 0,0 0,0 0,0 0,1 0,-1 0,0 0,0 0,-1 1,1-1,0 0,0 0,0 0,-1 0,1-1,0 1,-1 0,1 0,-1 0,1 0,-1 0,0 0,1-1,-1 1,0 1,-75 243,49-97,-3 79,-10 64,10-143,30-147,0-1,0 1,0 0,-1 0,1-1,0 1,0 0,0 0,-1-1,1 1,0 0,-1-1,1 1,0 0,-1-1,1 1,-1-1,1 1,-1 0,1-1,-1 1,0-1,1 0,-1 1,1-1,-1 1,0-1,1 0,-1 0,0 1,0-1,1 0,-1 0,0 0,0 0,1 0,-1 0,0 0,0 0,1 0,-1 0,0 0,0 0,1-1,-1 1,0 0,1-1,-1 1,0 0,1-1,-1 1,1-1,-1 1,0-1,1 1,-1-1,1 1,-1-1,1 1,0-1,-1 0,1 1,0-1,-1 0,1 0,0 1,-9-14,6 8,-1 0,1 0,-1 0,0 1,0-1,-1 1,0 0,0 0,0 1,0 0,-1-1,0 2,0-1,0 1,0 0,0 0,-1 0,-6-1,0 9,33 5,12-6,-1-2,0-1,1-1,-1-2,7-2,-15 3,245-25,-261 28,-25 2,17-4,0 0,0 1,0-1,0 0,0 0,-1 0,1 0,0 0,0 0,0 0,0-1,0 1,0 0,0-1,-1 1,1 0,0-1,0 0,0 1,1-1,-1 1,0-1,0 0,0 0,0 0,0 1,1-1,-1 0,0 0,1 0,-1 0,1 0,-1 0,1 0,0 0,-1 0,1-1,0 1,0 0,0 0,-1-1,1-10</inkml:trace>
  <inkml:trace contextRef="#ctx0" brushRef="#br0" timeOffset="200764.294">10789 8182,'47'-52,"-3"-2,-2-1,31-56,-12 7,-43 83,-18 20,1 1,-1 0,1 0,0 0,-1 0,1 0,-1 0,1 0,-1 0,1 0,-1 0,1 0,-1 0,1 0,-1 1,1-1,-1 0,1 0,-1 0,1 1,-1-1,1 0,-1 1,0-1,1 0,-1 1,1-1,-1 1,0-1,0 0,1 1,-1-1,0 1,0-1,1 1,-1-1,0 1,0-1,0 1,0-1,0 1,0 0,0-1,0 1,0-1,0 1,4 18,-1 0,-1 0,-1 1,0-1,-2 1,-2 13,2-5,-65 496,72-341,-5-179,0-2,-1-1,1 1,0 0,-1 0,1 0,-1-1,0 1,0 0,1 0,-1 0,0 0,-1 0,1 0,0-1,0 1,-1 0,1 0,-1 0,0-1,0 1,1 0,-1-1,0 1,0 0,-1-1,1 1,0-1,0 0,-1 1,1-1,-1 0,1 0,-1 0,1 0,-1 0,0 0,-130-3,127 0,19-3,22-4,-1 4,0 1,0 1,-1 2,1 2,11 2,76 22,-122-25,0 0,0 0,-1-1,1 1,0 0,0 0,0-1,0 1,0 0,0 0,0-1,0 1,-1 0,1 0,0-1,0 1,0 0,0 0,0-1,0 1,1 0,-1 0,0-1,0 1,0 0,0-1,0 1,0 0,0 0,0 0,1-1,-1 1,0 0,0 0,0 0,1-1,-1 1,0 0,0 0,0 0,1 0,-1-1,0 1,0 0,1 0,-1 0,0 0,0 0,1 0,-1 0,0 0,1 0,-1 0,0 0,0 0,1 0,-26-15,22 13,-11-5,1-1</inkml:trace>
  <inkml:trace contextRef="#ctx0" brushRef="#br0" timeOffset="201816.862">10990 7874,'-39'77,"-3"-1,-4-3,-3-2,-51 57,284-378,-46 81,-126 158,-6 23,-30 202,11 17,-14 130,26-353,-8 35,9-43,-1 1,1 0,0 0,-1 0,1-1,0 1,-1 0,1 0,-1-1,1 1,-1 0,0-1,1 1,-1-1,0 1,1 0,-1-1,0 0,1 1,-1-1,0 1,0-1,0 0,1 0,-1 1,0-1,0 0,0 0,0 0,0 0,1 0,-1 0,0 0,0 0,0 0,0-1,0 1,1 0,-1 0,0-1,0 1,0-1,-53-31,113 27,161-6,-188 4,-23 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9:15.93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128 196,'-14'28,"1"0,1 1,2 1,1 0,1 0,2 0,1 1,1 0,2 4,-1-7,1 1,2-1,0 1,3-1,0 0,7 26,-8-44,1 0,0 0,0-1,2 1,-1-1,1 0,0 0,1-1,0 1,0-1,1 0,0-1,0 0,1 0,-1 0,2-1,-1-1,1 1,0-1,8 3,-8-4,1-1,-1 0,1-1,0 0,0 0,-1-1,1 0,0-1,0 0,0-1,0 0,0-1,0 1,0-2,-1 0,1 0,-1 0,0-1,0-1,0 0,0 0,-1 0,4-4,3-3,0-1,-1-1,-1 0,0 0,-1-1,0-1,-1 0,-1-1,-1 0,0 0,5-16,-6 8,-1 0,-1 0,-1-1,-1 1,-2-1,0 0,-2 0,-1 0,-1 0,-1 1,-1-1,-1 1,-1-1,-2 2,0-1,-2 1,-1 0,0 1,-2 1,-1-1,-5-4,14 18,-1 1,0 0,0 1,-1 0,0 0,0 0,-1 1,0 0,0 0,0 1,-1 0,0 0,0 1,0 0,0 1,0 0,-1 1,0-1,1 2,-1-1,0 2,0-1,0 1,0 1,0 0,1 0,-2 1,-5 4,1 1,0 1,0 1,1 0,0 0,0 1,1 1,1 1,0 0,0 0,1 1,1 0,0 1,1 1,0-1,1 1,1 0,1 1,0 0,1 0,0 1,1-1,1 1,1 0,0-1,2 1,0 0,0 0,3 8,19 59,9-14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9:16.73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219 194,'-16'20,"1"1,1 0,0 0,2 1,1 1,0 0,2 1,0 0,2 0,1 1,1 0,1 0,1 0,1 0,1 12,1-25,0 0,1 0,1 0,0 0,0 0,2-1,-1 1,1-1,1 0,0 0,0 0,1 0,1-1,-1 0,2-1,-1 1,2-1,-1-1,1 0,0 0,1 0,-1-1,2-1,6 4,-4-4,0-2,0 1,0-2,0 0,1 0,-1-1,1-1,0 0,-1-1,1-1,0 0,-1 0,1-2,-1 0,0 0,1-1,-2-1,1 0,0-1,-1 0,0 0,-1-2,1 0,-2 0,1-1,-1 0,0 0,-1-1,0-1,0 0,-1 0,-1 0,0-1,1-4,0-1,-2 0,0-1,0 0,-2 0,0 0,-1 0,-1-1,-1 0,-1 1,0-1,-1 0,-1 1,-1-1,-1 1,0 0,-1 0,-7-14,3 8,-2 0,0 1,-1 1,-2 0,0 1,-2 0,0 1,-1 0,-1 2,0 0,-2 1,-14-10,24 20,0 0,0 0,0 0,-1 2,0-1,0 1,-1 1,1 0,-1 1,0 0,0 0,0 1,0 1,0 0,-1 1,1 0,0 1,0 1,0 0,0 0,0 1,0 0,1 1,-1 1,1 0,-4 2,4 2,0 0,1 1,1 0,0 1,0 0,1 0,0 0,1 1,0 1,1-1,1 1,0 0,0 0,1 0,1 1,0 0,1-1,1 1,0 0,1 0,0 0,1 0,1 4,9 62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9:17.7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197 156,'-6'1,"0"1,1 0,-1-1,0 2,0-1,1 1,-1 0,1 0,0 0,0 1,0-1,0 1,1 1,0-1,-1 1,2-1,-1 1,0 0,1 1,0-1,0 0,1 1,-1 0,1 0,1-1,-1 2,-3 13,0 1,2-1,0 1,2 0,0 0,1 0,1 3,1 4,2 0,0-1,2 0,1 0,1 0,2-1,0 0,2-1,5 9,-9-21,0 1,0-2,1 1,1-1,0-1,1 1,0-2,1 0,0 0,0-1,1 0,0-1,1-1,0 0,0-1,0-1,9 3,-13-6,0 0,0-1,0-1,1 1,-1-2,0 1,0-1,0-1,0 0,0 0,0-1,-1 0,1-1,-1 0,0 0,0-1,0 0,-1-1,0 0,0 0,0-1,6-6,2-4,0-1,-1 0,-1-1,-1-1,-1 0,0-1,-2 0,0-1,2-8,-4 8,-2 0,0 0,-1-1,-1 0,-1 0,-1 0,-1 0,-1 0,-1 0,-1 0,-1 0,-1 0,-1 1,-1-1,-1 1,0 1,-2-1,-1 1,-1 1,0 0,-2 0,0 2,-9-11,13 21,0 0,-1 1,0 0,0 1,0 0,-1 0,0 1,0 1,0 0,-1 0,1 1,-1 1,0 0,0 0,0 1,0 1,0 0,0 0,1 1,-1 1,0 0,0 1,1 0,-1 0,1 2,0-1,0 1,0 1,0 1,-10 5,1 0,0 2,0 1,2 0,0 2,1 0,0 0,2 2,0 0,1 1,1 0,0 1,2 1,1 0,0 0,2 1,1 0,0 0,2 1,0-1,0 20,4 47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9:18.46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78 148,'-8'18,"1"0,1 0,1 0,0 1,1 0,1 0,1 0,1 0,1 0,0 0,1 1,1-1,1 0,1-1,0 1,2-1,0 1,1-2,1 1,0-1,1 0,1-1,1 0,0 0,1-1,12 10,-9-11,2-1,0-1,0 0,1-1,0-1,1-1,0-1,0 0,1-2,0 0,15 2,-21-5,0-1,0-1,0 0,0-1,0 0,0-1,0-1,0 0,0-1,-1-1,1 0,-1 0,0-1,0-1,0-1,-1 1,8-7,-6 0,0-1,0-1,-2 1,0-2,-1 0,0 0,-1-1,-1-1,-1 1,0-1,-1-1,-1 1,-1-1,-1 0,-1 0,0-1,-1 1,-1-1,-1 1,-1-1,-1 1,0-1,-1 1,-2 0,0 0,0 0,-2 1,0 0,-3-2,4 8,-1 0,-1 1,0-1,0 2,-1-1,0 1,-1 1,0 0,-1 0,0 1,0 0,-1 1,0 0,0 1,0 0,-1 1,0 1,0 0,0 0,-1 1,1 1,-1 0,1 1,-1 1,0 0,0 1,1 0,-1 1,1 1,0 0,-1 1,0 0,-10 8,0 0,1 2,1 0,0 1,1 2,1 0,0 1,2 1,0 1,1 0,1 1,1 1,1 1,1 0,1 0,0 2,-1 7,-32 80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39:19.71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133 174,'-15'19,"1"1,0 0,1 0,1 2,1-1,1 1,1 1,1 0,1 0,1 1,1 0,1 0,2 0,0 0,1 0,1 1,2-1,0 0,5 20,-5-31,0-1,0 0,2 0,-1 0,1 0,1 0,0-1,1 1,0-1,0-1,1 1,1-1,0-1,0 1,1-1,0-1,0 1,1-2,0 1,1-1,0-1,0 0,7 3,-5-6,0 0,0 0,0-1,0 0,0-2,0 1,1-1,-1-1,0-1,0 0,0 0,0-1,0-1,-1 0,0-1,1 0,-2-1,1-1,-1 1,0-2,2-1,5-4,-1-2,0 0,-1 0,0-2,-1 0,-1-1,-1 0,-1-1,0-1,-2 1,0-2,0-2,-2 0,-1 1,-1-2,0 1,-2-1,-1 1,-1-1,-1 0,-1 0,-2 0,0 0,-1 0,-3-8,2 16,0-1,-1 1,-1 1,0-1,-1 1,-1 0,-1 1,0 0,0 0,-1 1,-1 0,-1 0,1 2,-2-1,0 1,0 1,-15-8,20 13,0 0,-1 0,0 1,0 1,0-1,0 2,0-1,-1 1,1 0,-1 1,0 0,1 1,-1 0,0 0,1 1,-1 1,0-1,1 2,0-1,-1 1,1 0,0 1,-7 4,0 6,1 0,0 1,2 1,-1 0,2 1,0 0,2 1,-1 0,2 1,1 0,0 1,1-1,1 1,1 1,1 0,3-17,-35 126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5:39.18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42 21,'0'-9,"0"-1,0 8,0 14,-3 14,-2 13,-3 12,0 6,-1 1,0-10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5:50.7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250 385,'-11'0,"0"-1,-1 2,1 0,0 0,-1 1,1 0,0 1,0 0,1 1,-1 0,1 1,0 0,0 1,0 0,1 0,-1 1,2 0,-1 1,1 0,0 0,1 0,0 1,0 1,0 1,6-10,0 1,0-1,0 1,1 0,-1-1,1 1,-1 0,1-1,-1 1,1 0,0 0,0 0,0 0,0-1,0 1,0 0,1 0,-1 0,0-1,1 1,0 0,-1-1,1 1,0 0,0-1,0 1,0-1,0 1,0-1,0 1,0-1,1 0,-1 0,1 0,-1 0,1 0,-1 0,1 0,-1 0,1 0,0-1,1 1,3 1,1 0,0-1,-1 0,1 0,0-1,0 0,0 0,0-1,0 1,6-3,4-1,0-1,0 0,-1-2,0 0,0 0,0-2,-1 0,0-1,-1 0,0-1,-1-1,0 0,-1-1,0 0,-1-1,0 0,-1 0,-1-2,-1 1,0-1,0 0,-2 0,0-1,-1 0,-1-1,-1 0,0-1,-1 1,-1 0,-1-1,-1 1,0-1,-1 1,-1 0,-1 0,-5-15,-12-6,21 38,-1 0,1 1,-1-1,1 0,-1 0,0 1,1-1,-1 0,0 1,0-1,0 0,1 1,-1-1,0 1,0 0,0-1,0 1,0 0,0-1,0 1,0 0,0 0,0 0,0 0,0 0,0 0,0 0,0 0,0 0,0 1,0-1,0 0,0 1,0-1,0 0,1 1,-1-1,0 1,0 0,0 0,-4 4,1 0,1 0,-1 1,1-1,0 1,0 0,1 0,-1 0,1 0,1 1,-1 2,-6 17,1 1,2 0,1 0,1 0,1 1,1-1,2 1,1-1,1 0,1 0,1 0,1 0,5 8,-8-27,0-1,0 1,1-1,1 1,-1-1,1-1,0 1,1-1,-1 1,1-2,0 1,1-1,0 1,-1-2,2 1,-1-1,0 0,1-1,0 0,0 0,0 0,0-1,0 0,0-1,0 0,1 0,-1-1,1 0,-1 0,0-1,1 0,-1-1,0 0,0 0,6-3,-4 0,-1 0,0 0,-1-1,1 0,-1-1,0 0,-1 0,0-1,0 0,-1 0,0-1,0 0,-1 0,0 0,0 0,-1-1,0 0,-1 0,0 0,-1 0,0 0,-1-1,0 1,0 0,-1-4,0 13,0-1,0 1,0-1,0 1,0-1,0 1,0 0,-1-1,1 1,0-1,-1 1,0 0,1 0,-1-1,0 1,1 0,-1 0,0 0,0-1,0 1,0 0,0 0,0 0,0 1,0-1,-1 0,1 0,0 1,0-1,-1 1,1-1,0 1,-1-1,1 1,-1 0,1 0,-1-1,1 1,0 0,-1 0,1 1,-1-1,1 0,0 0,-1 1,1-1,-1 1,1-1,0 1,0-1,-1 1,1 0,0 0,0 0,-1 0,-2 2,0 0,0 0,0 1,0-1,1 1,-1 0,1 0,0 0,0 1,1-1,-1 1,1-1,0 1,0 0,0 0,1 0,0 0,0 0,0 0,1 0,-1 0,1 1,0-1,1 0,-1 0,1 0,0 0,1 0,-1 0,1 0,0 0,0-1,1 2,6 3,0-1,0-1,1 0,0 0,1-1,0 0,0-1,0 0,0-1,1 0,-1-1,1 0,0-1,11 1,-20-2,76 13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5:51.2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217 436,'-9'0,"1"0,-1 0,0 1,0 0,0 1,0 0,0 0,1 1,0 0,-1 0,1 1,0 0,0 1,1-1,-1 2,1-1,0 1,1 0,0 0,-1 1,2 0,-1 0,1 0,0 1,1-1,0 1,0 0,0 1,1-1,1 1,-1-1,1 2,2-8,-1-1,1 1,0 0,0-1,0 1,0-1,0 1,0-1,0 1,1-1,-1 1,0-1,1 1,-1-1,1 1,0-1,-1 0,1 1,0-1,0 0,0 1,0-1,0 0,0 0,0 0,0 0,1 0,-1 0,0 0,1-1,-1 1,0 0,1-1,-1 1,1-1,-1 1,1-1,-1 0,1 0,0 1,62-13,-49 6,-1-2,0 0,0 0,-1-1,0-1,0-1,-1 1,-1-2,0 0,0 0,-1-1,-1 0,0-1,-1 0,3-7,0-20,-11 40,0 0,0 0,1 0,-1 1,0-1,0 0,0 0,0 0,0 0,0 0,-1 1,1-1,0 0,0 0,0 0,-1 0,1 1,0-1,-1 0,1 0,-1 1,1-1,-1 0,1 1,-1-1,0 1,1-1,-1 0,0 1,1 0,-1-1,0 1,0-1,1 1,-1 0,0-1,0 1,0 0,0 0,1 0,-1 0,0 0,0 0,-1 0,-2 1,0 1,1 0,-1 1,0-1,1 1,-1-1,1 1,0 0,0 0,0 1,0-1,1 0,-1 1,1 0,0 0,0-1,0 1,0 0,1 1,0-1,0 0,-1 3,1-3,0 1,0-1,1 0,-1 0,1 0,0 0,0 1,0-1,1 0,-1 0,1 0,0 0,0 0,0 0,1 0,0 0,-1 0,1-1,1 1,-1 0,0-1,1 0,0 0,0 0,0 0,0 0,0 0,0-1,1 1,-1-1,1 0,3 1,94 23,-48-20</inkml:trace>
  <inkml:trace contextRef="#ctx0" brushRef="#br0" timeOffset="580.126">726 396,'-12'-1,"1"0,0 1,0 1,-1 0,1 0,0 1,0 1,0 0,0 0,0 1,1 0,0 1,0 0,0 1,0 0,1 0,0 1,0 0,1 1,0 0,0 0,1 1,-5 8,10-15,1 1,0-1,0 1,1 0,-1-1,1 1,-1 0,1 0,0 0,0-1,0 1,0 0,1 0,-1-1,1 1,-1 0,1 0,0-1,0 1,0-1,1 1,-1-1,1 1,-1-1,1 0,0 0,-1 0,1 0,1 0,-1 0,0 0,0-1,1 1,-1-1,0 1,1-1,0 0,-1 0,1 0,0-1,1 1,7 2,0-1,1-1,-1 0,0-1,0 0,1 0,-1-1,0-1,0 0,0 0,0-1,0-1,0 0,-1 0,0-1,0 0,0-1,0 0,-1-1,0 0,-1 0,1-1,-1 0,-1 0,1-1,-2 0,1 0,-1-1,-1 0,1-1,6-21,-1 1,-1-2,-2 0,-2 0,-1 0,-1-1,-2 1,-1-1,-2 0,-2-8,-8-32,11 74,0-1,0 0,0 1,0-1,-1 1,1-1,0 1,0-1,-1 0,1 1,-1-1,1 1,0-1,-1 1,1-1,-1 1,1 0,-1-1,1 1,-1 0,1-1,-1 1,0 0,1 0,-1-1,1 1,-1 0,0 0,1 0,-1 0,0 0,1 0,-1 0,0 0,1 0,-1 0,1 0,-1 0,0 0,1 1,-1-1,1 0,-1 0,0 1,1-1,-1 0,1 1,-1-1,1 1,-1-1,1 1,-23 27,9 0,1 2,1-1,2 2,1-1,1 2,2-1,1 1,1-1,2 13,0-23,2 0,1 1,0-1,2 0,0 0,1 0,1 0,5 9,-8-22,2 0,-1 0,1 0,1 0,-1-1,1 1,0-1,1-1,0 1,0-1,0 0,1 0,0 0,0-1,0 0,1-1,0 0,0 0,0 0,0-1,7 1,-7-2,0-1,0 0,1 0,-1-1,0 0,0-1,1 0,-1 0,0 0,0-1,0-1,0 1,0-1,0-1,-1 1,0-1,1-1,-2 1,1-1,1-2,3-1,-1-2,0 1,-1-1,0-1,0 1,-1-2,-1 1,0-1,0 0,-1 0,4-13,-7 17,0 0,0 0,0 0,-1-1,-1 1,1 0,-1-1,-1 1,1-1,-2 0,1 1,-1-1,0 1,-1 0,-2-9,3 16,1 0,-1 0,0 0,1 1,-1-1,0 0,0 0,0 1,0-1,1 0,-1 1,0-1,0 1,0-1,0 1,0-1,0 1,0 0,-1 0,1-1,0 1,0 0,0 0,0 0,0 0,0 0,0 0,0 1,0-1,0 0,0 1,-1-1,1 0,0 1,1-1,-1 1,0-1,0 1,0 0,0 0,-33 32,30-29,0 0,1 1,0-1,0 1,0 0,0 0,0 0,1 1,0-1,0 0,1 1,0 0,0-1,0 1,0 0,1-1,0 1,0 0,1 0,-1-1,1 1,1-1,-1 1,1-1,0 1,0-1,0 0,1 1,0-2,0 1,0 0,0 0,1-1,0 0,0 0,0 0,0 0,3 1,81 22,-43-21</inkml:trace>
  <inkml:trace contextRef="#ctx0" brushRef="#br0" timeOffset="865.275">1447 342,'-4'8,"-1"0,1 0,1 0,0 0,0 1,0 0,1-1,1 1,-1 0,1 0,1 0,0 0,0 0,1 0,0 0,0-1,1 1,0 0,0 0,1-1,1 0,-1 1,1-1,1-1,-1 1,1-1,1 1,4 4,-4-7,-1 0,1-1,0 0,0-1,0 1,0-1,0 0,1-1,0 1,-1-1,1-1,0 1,0-1,0 0,0-1,0 0,0 0,0 0,0-1,0 0,0 0,-1-1,1 0,0 0,-1 0,1-1,-1 0,0-1,0 1,0-1,0 0,-1 0,1-2,4-6,0 0,-2-2,1 1,-2-1,0 0,0 0,-1-1,-1 0,-1 0,0 0,-1-2,19-56,-22 71,1 0,-1 1,0-1,0 0,1 0,-1 0,1 0,0 1,-1-1,1 0,0 0,0 1,0-1,0 1,0-1,1 1,-1-1,0 1,1 0,-1 0,1 0,-1 0,1 0,0 0,-1 0,1 0,0 0,0 1,-1-1,1 1,0-1,0 1,0 0,0 0,0 0,1 0,8 8</inkml:trace>
  <inkml:trace contextRef="#ctx0" brushRef="#br0" timeOffset="1180.808">1876 476,'-1'7,"0"1,1-1,-1 1,2-1,-1 1,1-1,0 1,1-1,0 0,0 1,1-1,-1 0,2 0,-1-1,1 1,0-1,0 1,1-1,-1-1,1 1,1-1,-1 1,1-1,3 2,2-3,-1 0,0-1,1 0,0-1,-1 0,1-1,0 0,0-1,0 0,0 0,0-1,-1-1,1 0,0 0,-1-1,1 0,-1-1,9-5,-15 7,0 0,-1-1,1 0,-1 0,0 0,0 0,0 0,0-1,0 1,-1-1,1 0,-1 0,0 0,0 0,-1 0,1 0,-1 0,0-1,0 1,0 0,0-1,-1 1,0-1,0 1,0-1,-1 1,1 0,-1-1,0 1,0 0,-1-1,1 1,-1 0,0 0,0 0,0 0,-1 0,1 1,-1-1,0 1,0 0,0 0,-1 0,1 0,-1 0,1 1,-4-2,2 0,-1 1,0 1,0-1,0 1,0 0,0 0,-1 1,1 0,0 0,-1 0,1 1,-1 0,1 0,0 0,-1 1,1 0,0 1,-1-1,1 1,0 0,0 1,0-1,0 1,1 0,-1 1,1 0,0-1,0 2,0-1,1 0,-1 1,1 0,0 0,0 0,1 1,0-1,0 1,0 0,0 0,1 0,0 0,0 0,1 0,0 1,0-1,0 1,1 3,0-6,1 1,0 0,1-1,-1 1,1-1,0 1,0-1,0 1,0-1,1 0,0 0,-1-1,2 1,-1 0,0-1,1 0,-1 0,1 0,0 0,0 0,0-1,1 0,-1 0,1 0,-1 0,1-1,3 1,27 8</inkml:trace>
  <inkml:trace contextRef="#ctx0" brushRef="#br0" timeOffset="1437.742">2344 155,'-16'0,"-12"3,-9 4,1 7,3 7,8 4,8 8,12 5,13 4,12 5,2-5</inkml:trace>
  <inkml:trace contextRef="#ctx0" brushRef="#br0" timeOffset="1832.628">2410 743,'7'2,"0"0,0-1,0 0,0-1,0 1,0-2,0 1,0-1,0 1,0-2,0 1,-1-1,1 0,0-1,-1 0,0 0,1 0,-1 0,0-1,0-1,7-5,1 0,-2-1,0 0,0-1,-1-1,-1 0,0 0,0-1,-1-1,0-1,-1 1,-1-2,0 1,-2-1,1 1,-2-2,0 1,-2 0,1-1,-2 1,0-1,-2 0,0 1,-2-15,3 29,-1 1,1-1,-1 0,0 0,0 1,1-1,-2 0,1 1,0-1,-1 1,1-1,-1 1,1 0,-1-1,0 1,0 0,0 0,0 0,-1 1,-1-2,3 3,1 0,-1 0,1 0,-1 0,1 0,-1 0,1 1,-1-1,1 0,-1 0,1 0,0 1,-1-1,1 0,-1 1,1-1,0 0,-1 1,1-1,0 1,0-1,-1 0,1 1,0-1,0 1,-1-1,1 1,0-1,0 1,0-1,0 1,0-1,0 1,0-1,0 1,0-1,0 1,0-1,0 1,0-1,0 1,1-1,-1 1,0-1,0 0,0 1,1-1,-1 1,0-1,1 0,-1 1,0-1,1 1,-1-1,0 0,1 0,-1 1,1-1,-1 0,1 0,0 1,7 7,1 0,0 0,1-1,-1 0,1 0,1-1,0-1,-1 1,2-2,2 1,20 11,-28-15,0 1,0 0,0 1,-1-1,1 1,-1 0,0 1,0-1,0 1,0 0,-1 0,1 1,-1-1,0 1,0 0,-1 0,1 0,-1 1,0-1,-1 1,0-1,1 1,-2 0,1 0,-1 0,1 6,-8 37,4-43,0 0,1 0,0 0,0 1,0-1,1 0,0 1,0-1,0 1,1-1,0 0,0 0,1 1,0-1,0 0,0 0,1 0,-1-1,2 1,-1-1,0 1,2 0,7 2,0-1,0 0,0 0,1-2,0 1,0-2,0 0,0 0,1-1,0-1,0 0,0-1,-1 0,1-2,1 1,7-1,1-1,-1-1,1 0,-1-2,0-1,20-8,-12 2</inkml:trace>
  <inkml:trace contextRef="#ctx0" brushRef="#br0" timeOffset="2087.631">3774 703,'-19'-2,"-5"-1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5:47.8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376 146,'0'-2,"0"1,0 8,-3 12,-2 14,-6 15,-5 12,-4 13,-1 8,-2 0,1-1,2-6,4-8,6-11,3-12,4-19,2-13</inkml:trace>
  <inkml:trace contextRef="#ctx0" brushRef="#br0" timeOffset="302.989">1 200,'0'0,"0"0,0 0,1 0,-1-1,0 1,0 0,1 0,-1 0,0 0,0 0,0-1,1 1,-1 0,0 0,0 0,0-1,0 1,0 0,1 0,-1 0,0-1,0 1,0 0,0 0,0-1,0 1,0 0,0 0,0-1,0 1,0 0,0 0,0-1,0 1,0 0,0 0,0-1,0 1,0 0,0 0,-1-1,95 2,-1-4,1-5,5-4,470-101,-516 105,-52 8,0-1,-1 1,1 0,-1-1,1 1,0 0,-1 0,1-1,0 1,-1 0,1 0,0 0,-1 0,1 0,0 0,-1 0,1 0,0 0,-1 0,1 0,0 0,-1 0,1 1,0-1,-1 0,1 1,-1-1,1 0,0 1,-1-1,1 0,-1 1,1-1,-1 1,1-1,-1 1,0 0,1-1,-1 1,0-1,1 1,-1 0,0-1,0 1,1-1,-1 1,0 0,0 0,0-1,0 1,0 0,0-1,0 1,-25 30,-13 1,-3 0</inkml:trace>
  <inkml:trace contextRef="#ctx0" brushRef="#br0" timeOffset="2186.658">857 694,'1'-6,"-1"-1,1 1,-1-1,0 0,-1 1,1-1,-1 1,-1 0,1-1,-1 1,0 0,-1 0,1 0,-1 0,0 0,-1 1,1-1,-1 1,0 0,-1 0,1 0,-1 1,0-1,-3-1,2 3,-1 0,1 0,-1 1,0-1,0 1,0 1,-1-1,1 1,0 1,-1-1,1 1,0 1,-1-1,1 1,0 0,0 1,0 0,0 0,0 0,0 1,0 0,1 1,-1-1,1 1,0 0,0 1,-3 3,0-1,0 1,0 0,1 0,0 1,1 0,0 1,0-1,1 1,0 1,1-1,0 1,1 0,0 0,1 0,0 1,1-1,0 2,1-10,1 1,0 0,0-1,0 1,1-1,-1 1,1-1,0 1,0-1,0 1,0-1,1 0,0 1,-1-1,1 0,0 0,0 0,1-1,-1 1,0 0,1-1,0 1,0-1,-1 0,1 0,1 0,-1-1,0 1,0-1,1 1,-1-1,0 0,1 0,-1-1,1 1,0-1,0 1,6-1,-1 0,1 0,0-1,-1 0,1 0,-1-1,1-1,-1 1,0-2,0 1,0-1,0-1,-1 1,1-1,-1-1,-1 0,7-5,-1 0,-1-1,0 0,-1-1,0 0,-1-1,-1 0,0 0,-1-1,6-15,-10 22,-1-1,1 0,-2-1,1 1,-2 0,1-1,-1 1,0-1,-1-5,0 16,0-1,0 0,-1 0,1 0,0 0,0 1,0-1,0 0,-1 0,1 0,0 0,0 0,-1 0,1 0,0 1,0-1,0 0,-1 0,1 0,0 0,0 0,-1 0,1 0,0 0,0 0,-1 0,1 0,0 0,0 0,0-1,-1 1,1 0,0 0,0 0,0 0,-1 0,1 0,0 0,0-1,0 1,-1 0,1 0,0 0,0 0,0-1,-5 18,1 0,0 0,2 0,0 0,0 0,2 0,0 1,1-1,-1-11,0-1,-1 1,2-1,-1 0,1 1,0-1,0 0,0 1,1-1,-1 0,1 0,1 0,-1 0,1-1,-1 1,2-1,-1 1,0-1,1 0,0 0,-1 0,2-1,-1 0,0 1,1-1,-1-1,1 1,0-1,0 0,1 1,1-3,0 0,1 0,-1 0,0-1,0 0,0 0,0 0,0-1,-1 0,1-1,0 0,-1 0,0 0,0-1,0 0,1 0,88-77,-67 51,0-2,-2-1,-2-1,-1-1,-2-1,-1-1,-2 0,-1-2,-2 0,-2-1,-2 0,-1-1,2-26,-9 38,-10 44,-7 60,4 0,-1 71,10-128,0 1,1 0,1 0,1-1,0 1,2-1,0 1,1 0,-5-18,1 0,-1 0,0 0,0 0,1 0,-1 0,0 0,1-1,-1 1,1 0,-1 0,1-1,-1 1,1 0,0-1,-1 1,1 0,0-1,0 1,-1-1,1 1,0-1,0 0,0 1,0-1,0 0,-1 1,1-1,0 0,0 0,0 0,0 0,0 0,0 0,0 0,0 0,0 0,-1 0,1-1,0 1,0 0,0-1,0 1,0 0,-1-1,1 1,0-1,0 0,-1 1,1-1,0 1,-1-1,1 0,-1 0,1 0,32-43,-33 44,18-32,-14 23,0 0,1 1,0-1,0 1,1 0,0 0,1 1,-1 0,1 0,1 0,-1 1,4-2,-9 7,0 0,0 1,0-1,0 1,0-1,0 1,0 0,0 0,-1 0,1 0,0 0,0 0,0 1,0-1,0 1,0-1,0 1,0 0,-1-1,1 1,0 0,0 0,-1 1,1-1,-1 0,1 0,-1 1,0-1,1 1,-1-1,0 1,0-1,0 1,0 0,0 0,27 66,-24-55,-1 0,-1 0,0 0,0 0,-2 1,0-1,0 0,-1 1,-1-1,0 0,-1 0,0 0,-1 0,0 0,-3 4,6-15,0 0,0 1,0-1,-1 0,1 0,-1 0,1 1,-1-2,0 1,1 0,-1 0,0 0,0-1,0 1,-1-1,1 0,0 0,0 1,-1-1,1-1,-1 1,1 0,-1-1,1 1,-1-1,1 0,-1 0,0 0,1 0,-1 0,1 0,-1-1,1 1,-1-1,1 0,-1 0,1 0,0 0,-3-1,-1-4,-1 0,1-1,0 0,0 0,1 0,0-1,1 0,-1 0,1 0,1 0,0-1,0 1,0-1,1 0,1 0,-1-3,2 10,0 0,0 0,0 0,0 1,0-1,0 0,1 0,-1 0,1 0,0 0,-1 0,1 0,0 1,0-1,0 0,0 1,0-1,1 1,-1-1,0 1,1-1,-1 1,1 0,-1 0,1 0,0 0,-1 0,1 0,0 0,0 1,0-1,1 0,66-8,-64 9,6-1,28 2,-1-1,1-3,-1-1,1-1,-1-3,-1-1,0-1,0-2,-1-2,14-8,-10-13,-39 35,0-1,0 0,0 0,-1 0,1 0,0-1,-1 1,1 0,-1 0,1 0,-1 0,0-1,1 1,-1 0,0 0,0-1,0 1,0 0,0 0,0-1,0 1,0 0,-1 0,1-1,0 1,-1 0,1 0,-1 0,1-1,-1 1,0 0,1 0,-1 0,0 0,0 0,0 0,0 1,0-1,-3-2,-1 0,-1 1,1 0,0 0,0 0,-1 0,1 1,-1 0,1 0,-1 1,0 0,1 0,-1 0,0 0,1 1,-1 0,1 0,-1 1,1-1,0 1,-1 0,1 1,0-1,0 1,-3 2,3-1,1-1,-1 0,1 1,0 0,0 0,0 0,1 0,-1 1,1 0,0-1,0 1,1 0,-1 0,1 1,0-1,1 0,-1 1,1-1,0 1,0 0,1-1,0 1,0-1,0 1,0 0,1-1,0 1,0-1,1 1,0-1,0 1,0-1,0 0,1 0,0 0,0 0,0-1,1 1,-1-1,5 4,6 0,0 0,1 0,1-2,-1 0,1 0,0-2,0 0,1 0,-1-2,1 0,-1-1,1-1,0 0,-1-1,1-1,5-2,12 0,0-2,-1-2,-1 0,1-3,-1 0,-1-2,4-4,-16 8,-1-1,-1-1,0-1,-1 0,0-1,-1-1,0 0,-1-1,0 0,-2-1,0-1,5-9,-10 12,-1-1,0 0,0 0,-2 0,0-1,-1 1,0-1,-1 0,-1 0,-1 0,0 0,-1 0,-1 0,0 0,-1 0,-1 1,0-1,-1 1,-1 0,0 1,-1-1,-1 1,0 0,-5-5,11 16,0 0,1 0,-1 0,-1 0,1 1,0-1,-1 1,1-1,-1 1,0 0,1 0,-1 0,0 1,-1-1,1 0,0 1,0 0,-1 0,1 0,0 0,-1 1,1-1,-1 1,1 0,-1 0,1 0,-1 0,1 1,0-1,-1 1,1 0,-3 1,-1 4,1-1,0 1,0 1,1-1,0 1,0 0,0 1,1-1,0 1,0 0,1 0,0 0,1 0,-1 0,2 1,-1-1,1 4,-4 16,2 0,1 0,1 0,2 0,1 0,1 0,1 0,1-1,2 1,1-1,0-1,3 1,0-2,1 1,2-2,0 0,15 18,-20-30,1-1,0 0,1-1,0 0,0-1,1 0,0-1,1 0,0-1,3 1,-10-5,0 0,1-1,0 0,0 0,-1 0,1-1,0 0,0-1,0 0,0 0,1 0,-1 0,0-1,-1-1,1 1,0-1,0 0,-1-1,1 1,-1-1,1-1,0 0,5-6,1-1,-1 0,-1-1,0 0,-1-1,0 0,-1 0,0-1,-1-1,-1 1,-1-1,0 0,0-1,-2 0,0 1,1-11,-7 12,-8 30,5-3,1 0,0 0,0 0,1 0,1 1,1 0,-1-1,2 1,0-1,1 1,2 10,-2-20,-1-1,2 0,-1 0,0 0,1 0,-1 0,1 0,0 0,0-1,0 1,0-1,0 1,1-1,-1 0,1 0,0 0,-1 0,1 0,0-1,0 1,0-1,0 0,0 0,1 0,-1 0,0 0,0-1,1 1,-1-1,0 0,1 0,-1 0,0-1,3 0,111-30,-80 15,0-1,-2-2,0-1,-1-1,-1-3,13-12,-39 38,-11 17,1-3,3-12,0 1,1-1,0 1,0-1,0 0,0 0,0 1,1-1,0 0,0 0,0-1,0 1,1 0,-1-1,1 1,0-1,0 0,0 0,1 0,-1 0,1-1,-1 1,1-1,0 0,0 0,0 0,0-1,0 1,1-1,10 4,1 0,0-1,1-1,-1-1,0 0,1-1,3 0,10-2,0-2,0 0,0-2,-1-1,0-2,0-1,0-1,-1-1,-1-1,0-2,-1-1,13-10,-27 17,-1-1,-1-1,0 0,-1 0,1-1,-2 0,0-1,0 0,-1 0,0 0,-1-1,-1 0,0 0,-1-1,0 1,-1-1,-1 0,0 0,0 0,-2 0,0 0,0 0,-2-1,2 1,-1 0,-1 0,0 1,-1-1,0 0,-1 1,0 0,-2 0,1 1,-1-1,-1 1,0 0,-1 1,0 0,-1 0,-8-7,14 15,0 1,0 0,0 0,0 0,-1 0,1 0,0 1,-1-1,1 1,-1 0,0 0,1 1,-1-1,0 1,0 0,1 0,-1 0,0 0,0 0,1 1,-1 0,0 0,1 0,-1 0,1 0,-1 1,1 0,-1 0,1-1,0 2,-1 0,-5 4,1 0,0 0,1 1,0 1,0-1,0 1,1 0,1 0,0 1,-2 3,1-1,0 0,1 0,1 0,0 1,0 0,1-1,1 1,0 0,1 1,0-1,1 0,0 0,1 0,1 0,0 0,1 0,0 0,1-1,1 1,-1-1,2 0,0 0,0-1,1 0,3 3,4-1,0-1,1-1,0 0,1-1,1 0,-1-1,1-1,1-1,0-1,0 0,0-1,14 2,58 11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5:57.2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0,'-10'42,"6"242,5-157,1 304,33 178,81 521,-31-232,-20 115,-20 446,-42-1240,25 175,-5-216,14 123,-9 95,-28 682,1-928,-2 264,-29 134,12-374,-10 110,11 25,22 0,19 52,-14-144,-10 0,-16 93,-9 241,21-504,-7 74,5 0,6 0,9 52,-4-127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5:58.3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1,'14'2,"16"4,14 0,13-1,11-1,4-1,1-2,-5 0,-8-1,-13 0,-11 0,-13 2,-7 1,-7-1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6:02.9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211 361,'-10'-4,"0"0,0 1,-1 1,1-1,-1 2,1-1,-1 2,0-1,1 1,-3 1,9-1,-1 1,1 0,0-1,-1 2,1-1,0 0,0 1,0 0,0 0,0 0,0 0,1 0,-1 1,1 0,-1 0,1 0,0 0,0 0,0 1,1-1,-1 1,1 0,0-1,0 1,-1 3,2-5,1 0,-1 0,1 0,-1-1,1 1,0 0,-1 0,1 0,0 0,0 0,1-1,-1 1,0 0,0 0,1 0,-1 0,1-1,0 1,0 0,-1-1,1 1,0 0,0-1,1 1,-1-1,0 0,0 1,1-1,-1 0,1 0,-1 1,1-1,-1 0,1-1,1 2,66 14,-60-15,0 0,-1-1,1-1,0 0,0 0,-1 0,1-1,-1 0,1-1,-1 0,0 0,0-1,0 0,-1 0,1-1,-1 0,0 0,-1-1,1 0,-1 0,0-1,0 1,-1-1,0 0,0-1,-1 1,0-1,0 0,1-5,-4 12,-1 0,1-1,-1 1,1 0,-1 0,0 0,1 0,-1 0,0 0,0-1,0 1,0 0,0 0,0 0,0 0,0 0,-1-1,1 1,0 0,-1 0,1 0,-1 0,1 0,-1 0,1 0,-1 0,0 0,0 0,1 0,-1 1,0-1,0 0,0 0,0 1,0-1,0 0,0 1,0-1,0 1,0 0,0-1,0 1,0 0,-1-1,1 1,0 0,0 0,0 0,0 0,-1 0,1 1,0-1,0 0,0 0,0 1,0-1,0 0,0 1,0 0,0-1,0 1,0-1,0 1,0 0,0 0,0-1,0 2,-2 1,0 1,1-1,0 1,-1 0,1 0,0 0,1 0,-1 0,1 0,0 0,0 0,0 1,0-1,1 0,0 1,0-1,0 1,0-1,1 0,0 1,0-1,0 0,0 0,0 0,1 0,0 0,0 0,0 0,1 0,-1-1,1 1,-1-1,1 0,1 1,1 0,3 1,0-1,0 0,1-1,-1 0,1-1,0 1,0-2,0 1,0-1,0-1,0 1,0-2,0 1,0-1,1-1,-2 1,1-1,0-1,0 0,-1 0,1-1,-1 0,0 0,0-1,-1 0,0 0,1-1,-2 0,1 0,-1-1,0 0,0 0,-1 0,1-1,-2 0,1 1,2-9,-1 2,0-1,-2 1,1-1,-2-1,0 1,-1 0,0-1,-1 1,-1-4,-3 56,5 57,5 0,14 68,-6-44,-6-53,11 168,-31-170,10-62,0-1,0 1,0 0,0-1,0 1,0-1,0 1,0-1,0 0,0 1,0-1,0 0,0 0,0 0,-1 0,1 0,0 0,0 0,0 0,0 0,0 0,-1-1,1 1,0 0,0-1,0 1,0-1,0 1,0-1,0 0,0 1,0-1,1 0,-1 0,0 1,0-1,1 0,-1 0,0 0,1 0,-1 0,1 0,-1 0,1 0,0 0,-1-1,1 1,0 0,0 0,-9-21,1-1,1 1,1-1,1-1,1 1,1-1,1 1,1-6,1 27,-5-67,4-1,2 0,3 0,4 1,2 0,4-3,18-15,-30 85,-1-1,1 1,-1 0,1 0,0 0,0-1,0 2,0-1,0 0,1 0,-1 1,0-1,1 1,-1 0,1-1,-1 1,1 1,0-1,-1 0,1 1,0-1,0 1,0 0,-1 0,1 0,0 0,0 0,0 0,-1 1,3 0,6 4,0 0,1 0,-2 1,1 0,-1 1,0 0,0 1,-1 0,0 1,-1 0,1 0,-2 0,1 1,-2 1,4 5,-8-14,0 1,0 0,0 0,0 0,0 0,-1 1,0-1,1 0,-1 1,-1-1,1 1,0-1,-1 1,0-1,1 1,-1-1,-1 1,1-1,0 1,-1-1,0 1,0-1,0 1,0-1,-1 0,1 1,-1-1,0 0,0 0,0 0,0-1,0 1,-1 0,-1 1,-64 22,31-20</inkml:trace>
  <inkml:trace contextRef="#ctx0" brushRef="#br0" timeOffset="616.444">973 575,'106'-366,"-103"356,-2 8,0 0,1 0,-1-1,0 1,0 0,-1-1,1 1,0-1,-1 1,1-1,-1 1,0-1,0 1,0-1,0 1,-1-1,1 1,-1-1,1 1,-1-1,0 1,0-1,0 1,0 0,0 0,-1-1,1 1,0 0,-1 0,0 0,0 1,1-1,-1 0,0 1,0-1,-1 1,-3 1,1 0,-1 1,1-1,-1 1,1 1,0-1,-1 1,1 0,0 0,0 1,0-1,0 1,1 0,-1 1,1-1,-1 1,1 0,0 0,1 0,-1 0,1 1,0-1,0 1,0 0,0 1,2-4,0 0,0 0,1 1,-1-1,1 0,-1 0,1 0,0 1,0-1,0 0,0 0,0 0,0 1,1-1,-1 0,1 0,-1 0,1 0,0 0,0 1,0-2,0 1,0 0,1 0,-1 0,0 0,1-1,-1 1,1-1,0 1,0-1,-1 0,1 1,0-1,0 0,1 0,80 28,-26-20,0-3,1-2,31-3,-31 0,-57-2,1 1,-1-1,1 1,0 0,-1 0,1-1,-1 1,1 1,0-1,-1 0,1 0,0 1,-1-1,1 0,-1 1,1 0,-1-1,1 1,-1 0,1 0,-1 0,0 0,0 0,1 0,-1 0,0 0,0 0,0 1,0-1,0 0,0 1,-1-1,1 1,0-1,-1 1,1-1,-1 1,1 0,-1 0,-1 40,-1-37,1 0,1 0,-1 0,1 0,0 0,0 0,0-1,0 1,1 0,0 0,0 0,1 0,-1-1,1 1,0-1,0 1,0-1,1 0,-1 1,1-1,0-1,1 1,-1 0,1-1,0 1,0-1,1 0,0-1,-1 1,1-1,0 0,0 0,0-1,0 1,0-1,0-1,1 1,-1-1,0 1,0-1,1-1,-1 1,0-1,0 0,0 0,0-1,0 1,0-1,0 0,0 0,0-1,-1 0,1 0,5-4,-1 0,0-1,0 0,0 0,-1-1,0 0,-1-1,0 0,-1 0,0 0,2-5,41-106,-49 168,-2-31,0-5,0 0,0 0,1 0,1 1,0-1,0 0,1 0,0 0,1 0,1 0,-1 0,2-1,-1 1,2-1,-1 0,1 0,1 0,1 1,43 13,-27-22</inkml:trace>
  <inkml:trace contextRef="#ctx0" brushRef="#br0" timeOffset="1063.331">1801 0,'194'155,"-183"-145,0 1,-1 0,0 0,-1 1,0 0,-1 1,0 0,-1 0,0 1,-1-1,-1 2,0-1,-1 0,0 1,-1 0,-1 0,-1 0,0 0,-1 4,-1-4,1-14,-1 1,0 0,1-1,-1 1,1 0,-1 0,1-1,0 1,0 0,0 0,0-1,0 1,0 0,1 0,-1-1,0 1,1 0,-1-1,1 1,0 0,0-1,-1 1,1-1,0 1,0-1,1 1,-1-1,0 0,0 0,1 1,-1-1,0 0,1 0,-1 0,1-1,0 1,-1 0,2 0,5-3,0 0,0 0,0-1,-1 0,1 0,-1 0,0-1,0-1,0 1,0-1,-1 0,0-1,0 1,0-1,-1 0,0-1,4-5,55-95,-61 135,-4-20,0 0,0 0,1 0,0 1,0-1,0 0,1 0,1 0,0 0,0 0,0-1,1 1,0-1,0 1,1-1,0 0,0 0,1 0,0-1,0 0,0 0,1 0,0 0,0-1,0 0,1 0,0-1,0 0,0 0,25 3,-2-5</inkml:trace>
  <inkml:trace contextRef="#ctx0" brushRef="#br0" timeOffset="1436.196">2857 120,'-40'0,"21"-2,1 2,-1 0,0 0,0 2,1 1,-1 0,1 1,0 1,0 1,-7 3,22-8,0 1,1-1,-1 1,1-1,-1 1,1 0,0 0,0 0,0 1,0-1,0 0,0 1,0-1,1 1,0 0,-1-1,1 1,0 0,0 0,0 0,1 0,-1 0,1 0,-1 0,1 0,0 0,0 0,1 0,-1 0,1 0,-1 0,1 0,0-1,0 1,0 0,0 0,1 0,-1-1,1 1,0-1,-1 1,1-1,0 0,2 2,11 9,1-2,0 0,0 0,1-2,0 0,1-1,-1 0,2-2,6 2,12 5,64 27,-99-40,-1 1,1 0,-1 0,1-1,0 1,-1 0,0 0,1 1,-1-1,0 0,1 0,-1 1,0-1,0 1,0-1,0 1,0-1,-1 1,1 0,0-1,-1 1,1 0,-1-1,0 1,1 0,-1 0,0-1,0 1,0 0,0 0,-1 0,1-1,0 1,-1 0,1 0,-1-1,1 1,-1-1,0 1,0 0,-51 53,35-46,-1 0,0-1,-1-1,0 0,0-2,0 0,-1-1,0-1,1-1,-11 0,-22 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6:00.8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 50,'0'25,"-3"22,-2 16,-3 12,0 3,1-1,2-5,7-9,7-9,8-12,12-14,9-10,9-12,9-11,3-9,1-9,-9-1</inkml:trace>
  <inkml:trace contextRef="#ctx0" brushRef="#br0" timeOffset="244.406">557 224,'-13'13,"-6"14,2 12,6 5,11 5,10 1,10-2,12-4,6-5,4-7,4-9,2-8,2-7,-3-7,-3-6,-6-6,-9-2</inkml:trace>
  <inkml:trace contextRef="#ctx0" brushRef="#br0" timeOffset="493.262">451 370,'20'2,"21"1,17 0,14-1,6 0,0-1,-10 0,-16-1</inkml:trace>
  <inkml:trace contextRef="#ctx0" brushRef="#br0" timeOffset="678.887">504 183,'22'-7,"22"-4,19-1,17 2,13 1,7 1,-3 0,-17 2</inkml:trace>
  <inkml:trace contextRef="#ctx0" brushRef="#br0" timeOffset="1051.443">1293 103,'0'64,"3"0,3-1,11 50,23 82,-38-226,-39-301,18 194,14 55,5 82,0 0,0 1,0-1,0 0,0 0,1 1,-1-1,0 0,0 1,1-1,-1 0,0 1,1-1,-1 0,1 1,-1-1,1 1,-1-1,1 0,-1 1,1 0,0-1,-1 1,1-1,0 1,-1 0,1-1,0 1,-1 0,1 0,0-1,0 1,-1 0,1 0,0 0,0 0,-1 0,1 0,0 0,-1 0,1 1,0-1,0 0,-1 0,1 0,0 1,-1-1,1 0,0 1,-1-1,1 1,0-1,-1 1,16 8,0 1,-1 0,-1 1,1 1,-2 0,0 1,4 5,-4-5,35 36,-1 3,-4 1,-1 2,28 52,-28-6,-42-98,1 1,0 0,-1 0,0-1,0 1,0 0,0-1,0 1,-1 0,0-1,1 1,-2 0,1-1,0 1,-1-1,1 0,-1 1,0-1,0 0,0 0,-1 0,1 0,-1-1,1 1,-1-1,0 1,-3 1,-13 5,-1-2,0 0,0-1,0-1,-1 0,0-2,0 0,0-2,0 0,0-2,-2 0,9 1,-35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6:00.1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0 255,'19'0,"16"0,19 0,19-3,9-2,6-1,-6 1,-12 0,-19 3</inkml:trace>
  <inkml:trace contextRef="#ctx0" brushRef="#br0" timeOffset="291.219">361 1,'14'16,"18"12,19 8,18 2,9 0,5-3,-9-4,-14-4,-20-1,-23-1,-26 0,-28 3,-20 1,-13-3,-1 0,7-1,15-4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5:59.2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254 455,'-10'11,"1"1,0 0,1 0,1 1,0 0,0 1,1-1,1 1,1 0,0 0,0 1,1-1,1 1,1 0,0 0,1 0,0-1,1 1,1 0,0 0,1-1,1 0,0 1,4 6,-7-18,1 1,-1 0,1 0,0-1,0 1,0-1,1 0,-1 1,1-1,0 0,0-1,0 1,0 0,0-1,1 0,-1 1,1-2,-1 1,1 0,0-1,0 1,0-1,0 0,0 0,0-1,0 1,0-1,0 0,0 0,0 0,0-1,0 1,0-1,0 0,0 0,0 0,-1-1,2 0,6-6,-2-1,0 0,0 0,0-1,-1 0,-1 0,1-1,-2 0,0-1,0 1,-1-1,0 0,-1-1,-1 1,0-1,2-10,-3 11,-1 0,0-1,-1 1,0-1,0 1,-2 0,1-1,-2 1,0 0,0 0,-2-3,3 9,-1 0,1 1,-1 0,0 0,0 0,0 0,-1 0,0 1,0-1,0 1,-1 0,1 0,-1 1,0-1,0 1,0 0,0 0,-1 1,1 0,-1 0,1 0,-1 0,0 1,-2 0,-4 0,1 1,0 1,0 0,0 1,0 0,0 0,0 1,0 0,1 1,-1 1,1 0,0 0,0 0,0 2,-34 22</inkml:trace>
  <inkml:trace contextRef="#ctx0" brushRef="#br0" timeOffset="268.757">0 0,'3'23,"4"16,6 11,4 4,0-1,-2-9</inkml:trace>
  <inkml:trace contextRef="#ctx0" brushRef="#br0" timeOffset="519.413">681 67,'0'14,"0"11,0 8,5 5,8 4,9 1,9-5,0-9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6:05.2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48,'16'0,"21"0,25 0,22-2,18-6,7-3,-2 0,-9 2,-22 2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6:11.9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237 33,'-20'-9,"-14"-3,-8 3,-1 7,4 11,9 11,10 11,12 9,8-2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6:13.1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1,'24'66,"-3"1,8 50,-16-66,-13-49,0 0,0-1,0 1,-1-1,1 1,0-1,1 0,-1 1,0-1,0 1,0-1,1 0,-1 1,1-1,-1 0,1 1,0-1,-1 0,1 0,0 1,0-1,0 0,0 0,0 0,0 0,0 0,0-1,0 1,1 0,-1 0,0-1,0 1,1-1,-1 1,0-1,1 1,-1-1,1 0,-1 0,0 1,1-1,-1 0,1-1,5-6,-1 0,0-1,0 1,0-2,-1 1,-1 0,0-1,0 0,1-4,6-10,55-125,-56 189,-10-33,1-1,0 1,0-1,1 1,-1-1,2 0,-1 1,1-1,0 0,1-1,-1 1,1-1,1 1,-1-1,1 0,0-1,0 1,1-1,0 0,0-1,0 1,0-1,1 0,0-1,-1 1,1-1,5 1,-3-2,1-1,0 1,-1-2,1 1,0-1,-1-1,1 0,0 0,-1-1,1 0,-1 0,0-1,0-1,0 1,0-2,0 1,-1-1,0 0,0-1,0 0,-1 0,0-1,0 0,0 0,-1 0,0-1,-1 0,1 0,-2-1,3-3,22-52,-24 91,-5-19,0 1,0-1,1 0,0 1,1-1,-1 0,2 0,-1 1,1-2,0 1,1 0,0-1,0 1,1-1,-1 0,2-1,-1 1,1-1,0 0,0 0,0-1,1 0,0 0,0 0,0-1,1 0,-1 0,1-1,0 0,0-1,0 0,1 0,-1 0,3-1,-5-1,0 0,0-1,0 0,0 0,0-1,-1 1,1-1,0-1,-1 1,0-1,1 1,-1-2,0 1,-1 0,1-1,0 0,-1 0,0-1,0 1,0-1,-1 0,0 0,0 0,0 0,1-3,4-8,0-1,-2 0,0-1,-1 1,0-1,-2 0,1-12,-2 12,-2 18,-1 36,2-29,1 0,-1 1,1-1,1 0,-1 0,1 0,0 0,1 0,-1-1,1 1,1-1,-1 0,1 0,0-1,1 1,-1-1,1 0,0-1,0 1,0-1,1-1,5 3,9 4,0 0,1-2,0-1,0 0,1-2,20 3,96 1,-79-11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6:11.6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244 18,'-10'-2,"1"0,0 0,0 1,0 0,-1 1,1 0,0 1,-1 0,1 0,0 1,0 0,0 0,0 1,1 1,-1-1,1 1,-1 1,1 0,1 0,-1 0,1 1,0 0,0 0,0 1,1 0,0 0,1 1,0-1,-1 3,5-7,1 1,-1 0,1 0,0 0,0 0,0 0,1 0,0 0,-1 0,1-1,1 1,-1 0,0 0,1-1,0 1,0-1,0 0,0 1,0-1,1 0,0 0,-1 0,1-1,0 1,0-1,0 0,1 1,-1-1,1-1,-1 1,1 0,-1-1,1 0,0 0,0 0,0 0,0-1,0 1,1-1,30 7,0-2,0-1,0-1,0-2,0-2,1-1,-1-2,-1-1,34-10,-56 13,0 0,-1-1,1 0,0-1,-1 0,0-1,0 0,-1-1,1 0,-1 0,0-1,-1-1,0 0,0 0,2-3,-12 12,0-1,0 1,0 0,0-1,0 0,0 1,0-1,0 1,0-1,0 0,0 0,0 0,0 0,-1 0,1 0,0 0,0 0,0 0,0 0,0 0,0-1,0 1,0 0,0-1,0 1,0-1,0 1,0-1,0 0,0 1,0-1,1 0,-1 0,0 1,1-1,-1 0,0 0,1 0,-1 0,1 0,-1 0,1 0,-1 0,1 0,0 0,0 0,-1 0,1 0,0 0,0-1,0 1,0 0,0 0,1 0,-1 0,0 0,0 0,1 0,-1 0,1 0,-1 0,1 0,-1 0,1 0,-1 0,1 0,0 0,0 1,-1-1,1 0,-3 3,0-1,0 1,0 0,0 0,1-1,-1 1,1 1,-1-1,1 0,-1 0,1 1,0-1,0 0,0 1,1-1,-1 1,0-1,1 1,0 0,0-1,-1 1,2-1,-1 1,0 0,0-1,1 1,-1-1,1 1,0-1,0 1,0-1,0 0,0 1,1-1,-1 0,1 0,-1 0,1 0,0 0,0 0,-1 0,1-1,1 1,-1-1,0 1,0-1,1 0,-1 0,0 0,2 1,7 2,0 0,1-1,-1 0,1 0,-1-1,1-1,0 0,0-1,-1 0,1 0,0-1,0-1,-1 0,1-1,-1 0,0-1,1 0,-2 0,1-2,9-5,-17 9,0-1,0 1,0-1,-1 0,0 0,1 0,-1 0,0 0,-1 0,1-1,0 1,-1-1,0 1,0-1,0 1,0-1,0 0,-1 1,0-1,0 0,0 0,0 1,0-1,-1 0,0 0,1 1,-1-1,-1 1,1-1,-1 1,1-1,-1 1,0 0,0 0,0 0,0 0,-1 0,1 0,-1 1,0-1,0 1,-3-2,-2-2,0 2,0-1,0 1,-1 0,0 1,1 0,-1 0,0 1,-1 0,1 1,0 0,0 0,-1 1,1 1,0-1,-1 1,1 1,0 0,0 0,0 0,0 1,0 1,1 0,-1 0,1 0,0 1,1 0,-1 1,1 0,0 0,0 1,1-1,0 1,0 1,0-1,1 1,0 0,1 0,-2 5,4-10,1 1,-1-1,1 1,0-1,1 1,-1-1,1 1,-1-1,1 1,0-1,0 1,0 0,1-1,0 1,-1-1,1 1,0-1,1 0,-1 1,0-1,1 0,0 0,0 0,0 0,0 0,0 0,1 0,-1-1,1 1,2 1,33 17,2-6</inkml:trace>
  <inkml:trace contextRef="#ctx0" brushRef="#br0" timeOffset="494.984">979 125,'16'16,"10"7,7 2,7-2,6-7,7-4,7-10,-6-5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6:06.3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352 535,'-22'-6,"-1"1,0 1,0 1,-1 1,1 2,0 0,-2 1,17 0,0 0,0 0,0 0,1 1,-1 1,0-1,1 1,0 0,-1 1,1 0,0 0,1 0,-1 1,1 0,0 1,0-1,1 1,-1 0,1 0,1 1,-5 6,7-9,0 0,0 1,0-1,1 1,0-1,-1 1,2 0,-1-1,0 1,1 0,0 0,0 0,0 0,1-1,0 1,0 0,0 0,0-1,1 1,0-1,-1 1,2-1,-1 0,0 0,1 0,0 0,0 0,0 0,1-1,-1 0,1 0,0 0,-1 0,2 0,12 6,1 0,0-2,1 0,-1-1,1-1,0-1,0 0,1-2,-1 0,1-1,-1-1,1-1,0-1,-1 0,0-2,0 0,0-1,0-1,6-3,-13 5,0-1,0 0,-1-1,0 0,0-1,-1 0,1-1,-1 0,-1 0,0-1,0 0,-1-1,7-9,2 42,-8-15,-1 0,1-1,0 0,1-1,-1 1,1-2,0 0,1 0,0 0,-1-1,1-1,1 0,-1-1,0 0,0 0,1-1,4-1,-4 2,0 0,0-1,0-1,1 0,-1-1,0 0,0 0,0-1,0-1,0 0,-1-1,1 0,-1-1,0 0,0-1,-1 0,0 0,0-1,2-3,-10 7,1-1,-1 1,-1-1,1 0,0 0,-1 0,0 0,0 0,0 0,0 0,-1 0,1-1,-1 1,0 0,0 0,-1 0,0 0,1-1,-1 1,0 0,-1 0,1 0,-1 1,0-1,0 0,0 0,0 1,-1 0,1-1,-1 1,0 0,0 0,0 0,0 1,-1-1,1 1,-1 0,1 0,-1 0,0 0,0 0,0 1,0 0,0 0,0 0,-3 0,-2-1,1 0,-1 0,0 1,0 0,0 1,1 0,-1 0,0 1,0 0,0 1,1 0,-1 0,1 1,-1 0,1 0,0 1,0 0,1 1,-1 0,1 0,0 0,0 1,1 0,0 0,0 1,0 0,1 0,-1 0,2 0,-2 3,5-6,-1-1,1 1,0 0,0-1,1 1,-1 0,1 0,-1 0,1-1,0 1,1 0,-1 0,1 0,0-1,0 1,0 0,0-1,0 1,1-1,0 1,0-1,0 0,0 0,0 0,0 0,1 0,0 0,-1 0,3 0,24 19</inkml:trace>
  <inkml:trace contextRef="#ctx0" brushRef="#br0" timeOffset="419.822">1208 535,'21'5,"-1"1,1 1,-2 1,1 1,-1 0,0 2,-1 0,-1 1,0 0,14 14,66 83,-94-105,-2-3,-1 1,0-1,1 0,-1 0,0 0,1 0,0 0,-1 0,1 0,-1-1,1 1,0 0,0 0,-1 0,1 0,0-1,0 1,0-1,0 1,0 0,0-1,0 1,0-1,0 0,0 1,0-1,0 0,0 0,0 0,1 0,-1 0,0 0,0 0,0 0,0 0,0 0,0 0,0-1,0 1,0 0,0-1,0 1,0-1,0 0,1 0,75-127,-63 104,0 2,2 0,1 0,0 2,5-3,-22 22,0 0,1 1,-1-1,1 0,-1 1,1-1,-1 0,1 1,-1-1,1 1,0-1,-1 1,1-1,0 1,-1-1,1 1,0 0,0-1,-1 1,1 0,0 0,0-1,-1 1,1 0,0 0,0 0,0 0,0 0,-1 0,1 0,0 0,0 1,0-1,-1 0,1 0,0 1,0-1,-1 0,1 1,0-1,-1 1,1-1,0 1,-1-1,1 1,-1 0,1-1,-1 1,1-1,-1 1,1 0,-1 0,0-1,1 1,-1 0,0 0,0-1,1 1,-1 0,10 37,-9-29,1-1,0 1,0-1,1 0,0 0,1 0,-1 0,2 0,-1-1,1 1,0-1,1-1,-1 1,3 1,3-1,0 0,1 0,0-2,0 1,0-1,0-1,1-1,0 1,-1-2,1 0,9 0,39 5</inkml:trace>
  <inkml:trace contextRef="#ctx0" brushRef="#br0" timeOffset="2436.584">2211 829,'85'-216,"-85"213,1 0,0 0,-1 0,1 0,0 0,0 0,1 0,-1 1,0-1,1 0,0 1,0-1,0 1,0-1,0 1,0 0,0 0,1 0,-1 0,1 0,0 1,-1-1,1 1,0-1,0 1,0 0,0 0,0 1,0-1,0 0,0 1,1 0,5 4,1 1,-1 0,0 1,0 0,-1 0,0 1,0 0,4 5,6 4,2 1,-10-9,0 1,0 0,0 0,-1 1,-1 0,0 0,0 1,5 10,-13-21,1 1,0 0,-1 0,1 0,-1 0,1 0,-1 0,1-1,-1 1,0 0,0 0,1 0,-1 0,0 0,0 0,0 0,0 0,0 0,0 0,-1 1,1-1,0-1,0 1,-1 0,1 0,0 0,-1 0,1 0,-1 0,1 0,-1 0,0-1,1 1,-1 0,0 0,0-1,1 1,-1 0,0-1,0 1,0-1,0 1,0-1,0 0,0 1,0-1,0 0,0 0,0 0,0 1,0-1,0 0,0 0,0 0,0-1,0 1,0 0,0 0,0 0,0-1,0 0,-3 0,1-1,0 0,0 0,-1-1,2 1,-1-1,0 1,0-1,1 0,0 0,-1 0,1 0,0-1,1 1,-1-1,0 1,1-1,0 1,0-1,0 0,0 0,1 1,-1-1,1 0,0 0,0 0,1 1,-1-1,1 0,0 0,0 1,0-1,0 0,0 1,1-1,0 1,0 0,0-1,0 1,0 0,1 0,7-5,0 0,0 1,1 0,1 0,-1 1,1 1,0 0,0 1,0 0,1 1,-1 0,1 1,0 0,0 1,1 0,-4-1,0 1,1 0,-1 0,1 1,-1 0,1 1,-1 0,1 1,-1 0,0 1,0 0,4 2,-10-2,-1 1,0-1,0 1,0 0,0 0,-1 1,0-1,0 0,0 1,0 0,-1-1,1 1,-1 0,-1-1,1 1,0 0,-1 0,0 0,-1 0,1 0,-1 0,1-1,-2 1,1 1,0 37,1-40,0 0,0-1,1 1,0 0,-1 0,1 0,0-1,0 1,0 0,1-1,-1 1,1-1,-1 0,1 1,0-1,0 0,0 0,0 0,1 0,9 6</inkml:trace>
  <inkml:trace contextRef="#ctx0" brushRef="#br0" timeOffset="2688.901">2786 227,'13'18,"21"13,5 1</inkml:trace>
  <inkml:trace contextRef="#ctx0" brushRef="#br0" timeOffset="3831.194">3455 494,'-22'-9,"1"1,-1 1,-1 1,1 1,-1 1,0 1,0 1,0 1,-8 1,26 1,0-1,0 2,0-1,0 1,0 0,1 0,-1 0,1 0,-1 1,1 0,0 0,0 0,0 0,0 1,1-1,0 1,-1 0,1 0,0 0,1 1,-1-1,1 1,0-1,0 1,1 0,-1 0,1 0,0 0,0 0,1 0,-1 0,1 0,0 0,0 0,1 0,0 0,0 0,0 0,0 0,1 0,0-1,0 1,0 0,1 1,3 0,0 0,-1 0,2-1,-1 1,1-1,-1-1,1 1,1-1,-1-1,1 1,-1-1,1-1,0 1,0-1,0 0,0-1,0 0,1-1,-1 1,0-1,0-1,1 0,-1 0,0 0,0-1,0-1,0 1,-1-1,1 0,-1-1,1 0,-1 0,0-1,1-1,2-2,0 0,0 0,-1-2,0 1,-1-1,0 0,-1-1,0 0,-1 0,0 0,0-1,-1 0,-1 0,0 0,-1-1,2-7,1-16,-2-1,-1 1,-1-1,-3 1,-1-11,1 21,-1 1,-1-1,-1 1,-1-1,-1 1,-2 1,-5-14,13 37,0 0,-1 0,1 0,0 0,0 0,-1 0,1 0,0 1,-1-1,1 0,-1 0,1 0,-1 1,1-1,-1 0,0 1,1-1,-1 0,0 1,1-1,-1 1,0-1,0 1,0-1,1 1,-1 0,0-1,0 1,0 0,0 0,0 0,0 0,0-1,1 1,-1 0,0 1,0-1,0 0,0 0,0 0,0 0,0 1,0-1,1 0,-1 1,0-1,0 1,0-1,1 1,-1-1,0 1,1 0,-1-1,0 1,1 0,-1 0,-25 49,18-19,1-1,1 1,2 0,2 0,0 0,2 0,2 0,0 0,2 0,2 0,0-1,2 1,2 1,-3-14,0 0,1 0,0-1,2 0,0-1,1 0,0 0,1-1,14 13,-18-21,-1 0,1-1,0 0,1 0,0-1,-1 0,2 0,-1-1,0 0,1-1,0 0,0-1,0 0,0 0,0-1,0 0,0-1,0 0,7-1,-6-2,-1 1,0-2,0 1,0-1,0-1,-1 1,1-2,-1 1,-1-1,1-1,-1 0,0 0,0 0,-1-1,0 0,-1-1,0 1,0-1,0-1,-1 1,-1-1,0 1,0-1,-1-1,0 1,-1 0,0-1,0 1,-1-1,-1 0,0-7,1 18,-1-1,0 0,1 0,-1 0,0 1,1-1,-1 0,0 0,0 0,0 0,0 1,0-1,0 0,0 0,0 0,0 0,0 0,-1 1,1-1,0 0,0 0,-1 0,1 0,-1 1,1-1,-1 0,1 1,-1-1,1 0,-1 1,0-1,1 1,-1-1,0 0,1 1,-1 0,0-1,0 1,1-1,-1 1,0 0,0 0,0-1,0 1,1 0,-1 0,0 0,0 0,-1 0,-2 6,0 1,0 0,1-1,0 1,0 1,0-1,1 0,0 1,1-1,-1 1,1-1,1 1,0 0,0-1,1 8,-1-8,1 1,0-1,1 0,-1 1,2-1,-1 0,1 0,0 0,0 0,1-1,0 1,0-1,0 0,1 0,0-1,0 1,0-1,1 0,0 0,0-1,0 0,1 0,-1 0,1-1,0 0,0 0,0-1,0 0,0 0,1 0,-1-1,1 0,-1-1,1 0,-1 0,1 0,-1-1,1 0,-1-1,0 0,0 0,1 0,-1-1,0 0,-1-1,0 0,0-1,0 0,-1 0,1 0,-1-1,0 0,-1 0,0 0,0-1,0 1,0-1,-1 0,0 0,-1 0,0 0,0 0,0-1,-1 1,0-1,0 0,1-17,-2 0,0-1,-1 1,-2-1,-3-14,5 34,0 5,0 0,1 0,-1 0,0-1,1 1,0 0,-1 0,1 0,0-1,-1 1,1 0,0 0,0-1,0 1,0 0,0-1,1 1,-1 0,0 0,0-1,1 1,-1 0,1 0,-1 0,1-1,0 1,-1 0,1 0,0 0,0 0,0 0,-1 0,1 1,0-1,0 0,1 0,-1 1,0-1,0 0,0 1,0-1,0 1,1 0,-1-1,0 1,115 30,-77-18,-3-2,-1 2,0 1,0 2,-1 2,-32-16,0 0,1 0,-2 0,1 0,0 0,0 0,0 1,0-1,-1 1,1-1,-1 1,1-1,-1 1,0 0,1 0,-1 0,0 0,0 0,0 0,-1 0,1 0,0 0,-1 1,0-1,1 0,-1 0,0 0,0 1,0-1,0 0,-1 0,1 1,-1 0,-6 19,5-20,1 1,-1 0,0-1,1 1,-1 0,1 0,0 0,0 0,0 0,1 0,-1 0,1 1,0-1,-1 0,1 0,1 0,-1 0,0 1,1-1,0 0,-1 0,1 0,0 0,1 0,-1 0,0 0,1-1,0 1,0 0,0-1,0 0,0 1,0-1,0 0,1 0,-1 0,1 0,1 1,10 0,0-1,-1 0,1 0,0-2,0 1,0-2,0 0,0-1,0 0,0-1,0 0,-1-1,0-1,0 0,0-1,0 0,-1-1,0-1,4-3,-7 3,-9 7,1 0,-1 0,1 0,-1 1,1-1,-1 0,1 0,0 0,-1 1,1-1,0 0,0 0,-1 1,1-1,0 1,0-1,0 1,0-1,0 1,0-1,0 1,0 0,0 0,0-1,0 1,0 0,0 0,0 0,0 0,0 0,0 0,0 1,0-1,0 0,0 0,0 1,0-1,0 1,0-1,0 1,-1-1,1 1,7 16,-5-11,-1 1,1-1,0-1,1 1,-1 0,1-1,0 0,1 0,-1 0,1 0,0-1,4 3,-2-3,1 0,-1 0,1-1,0-1,0 1,1-1,-1-1,0 1,1-1,-1-1,1 0,-1 0,0 0,1-1,-1 0,1-1,-1 0,0 0,0-1,0 0,0-1,-1 1,1-1,-1-1,0 1,0-1,-1-1,1 1,-1-1,0 0,-1 0,1-1,-1 0,-1 0,1 0,-1-1,0 1,-1-1,0 0,0 0,-1 0,0 0,0 0,-1-1,0 1,0-7,-1 11,0 1,-1-1,1 1,-1 0,0-1,0 1,0 0,-1 0,1-1,-1 1,1 0,-1 0,0 1,0-1,0 0,-1 1,1-1,-1 1,1 0,-1 0,0 0,0 0,0 0,0 0,0 1,0 0,0-1,0 1,-1 0,-2 0,-2 0,0 0,0 0,0 1,-1 0,1 1,0 0,0 0,0 0,0 1,0 0,1 1,-7 2,6-2,0 1,0 0,0 0,1 1,0 0,-1 0,2 1,-1 0,1 0,-1 0,2 1,-1 0,1 0,0 1,1-1,-1 1,1 0,1 0,0 0,0 1,1-1,0 1,-1 7,4-12,0 0,0 1,0-1,1 0,-1 0,1 0,0 0,1-1,-1 1,1 0,-1-1,1 0,0 1,0-1,1 0,-1-1,1 1,-1-1,1 1,0-1,0 0,0 0,0-1,0 1,0-1,0 0,1 0,-1 0,0-1,1 0,1 1,34 4</inkml:trace>
  <inkml:trace contextRef="#ctx0" brushRef="#br0" timeOffset="4648.605">5352 120,'-7'-4,"0"1,-1-1,1 1,-1 0,0 1,0 0,0 0,0 1,-1 0,1 1,0-1,0 2,-1-1,1 1,0 0,0 1,0 0,0 0,0 1,1-1,-1 2,0 0,5-1,0 0,1 0,0 0,0 0,0 1,0-1,0 1,0 0,1-1,0 1,0 0,0 0,0 0,1-1,-1 1,1 0,0 0,0 0,0 0,1 0,0 0,-1 0,1 0,1 0,-1-1,1 3,50 92,-4-33,4-2,58 55,-71-77,-29-30,-7-6,0 0,0-1,1 1,-1-1,1 0,0 0,0 0,0 0,1-1,-1 0,1 0,0 0,0-1,0 1,0-1,0 0,0 0,1-1,-1 0,0 0,1 0,-1-1,1 1,0-1,-1 0,1-1,-1 0,6-1,1-4,-1-1,1 0,-1-1,0 0,-1-1,0 0,-1 0,0-1,0-1,-1 1,0-1,-1-1,0 0,-1 0,0 0,-1 0,0-1,1-7,-10 3,-9 36,11-14,0 1,0 0,0 0,1 0,0 0,0 1,1-1,0 0,0 0,0 0,1 1,0-1,0 0,1 0,-1 0,1 0,0-1,1 1,0 0,0-1,0 0,0 1,1-1,0-1,0 1,0 0,1-1,-1 0,1 0,0 0,0-1,0 0,1 0,-1 0,1 0,0-1,0 0,0 0,0-1,2 1,-1-1,1 0,0 0,-1-1,1 0,0 0,-1-1,1 1,-1-2,1 1,-1-1,1-1,-1 1,0-1,0 0,0-1,-1 0,1 0,-1 0,0-1,0 1,0-2,-1 1,1-1,-1 1,-1-2,1 1,-1 0,0-1,-1 0,1 0,-1 0,-1 0,1-2,14-77,-21 83,-1 18,-1 89,6-101,0 1,1-1,0 0,-1 0,1 0,1 1,-1-1,0 0,1 0,-1-1,1 1,0 0,0 0,0-1,0 1,1-1,-1 0,1 0,-1 0,1 0,0 0,0 0,0-1,0 1,0-1,0 0,0 0,0 0,0 0,1-1,6 0,0-1,0 0,0 0,-1-1,1-1,-1 1,1-2,-1 1,0-1,0-1,-1 1,1-1,-1-1,0 0,-1 0,1 0,-1-1,0 0,-1-1,0 0,5-6,-6 7,-1 0,1-1,-1 1,0-1,-1 0,0 0,0 0,-1 0,0-1,0 1,-1-1,0 1,-1-9,0 16,0 0,0 0,0 0,-1 0,1 0,0 0,-1 0,1 0,-1 0,0 0,1 0,-1 0,1 0,-1 0,0 1,0-1,0 0,1 1,-1-1,0 0,0 1,0-1,0 1,0-1,0 1,0 0,0-1,0 1,0 0,0 0,0 0,0 0,-1 0,1 0,0 0,0 0,0 0,0 0,0 0,0 1,0-1,0 1,0-1,0 0,0 1,0 0,0-1,0 1,1 0,-1-1,0 1,0 0,1 0,-1-1,0 1,1 0,-1 0,1 0,-1 0,1 0,-1 0,1 0,0 0,-1 0,1 0,0 0,0 1,-2 2,0 0,1 0,0 0,-1 0,1 0,1 0,-1 0,1 0,-1 0,1 0,0 0,1 0,-1 0,1 0,-1 0,1 0,0 0,1 0,-1 0,1 0,0-1,0 1,0 0,0-1,1 0,-1 1,1-1,0 0,0-1,0 1,0 0,0-1,1 0,-1 1,1-1,-1-1,4 2,109 35,-52-27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6:20.7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1,'47'131,"-28"-76,-6-15,2 0,1-1,2-1,6 5,-24-41,1 0,0 0,0 0,0 0,0 0,0 0,0 0,0-1,1 1,-1 0,1-1,-1 1,1-1,0 0,-1 1,1-1,0 0,0 0,0 0,0 0,0-1,0 1,0 0,0-1,0 0,0 1,1-1,-1 0,0 0,0 0,0 0,0 0,0-1,0 1,1-1,-1 1,0-1,0 0,0 0,0 0,-1 0,1 0,0 0,0-1,0 1,10-13,-1-1,0 0,-1 0,-1-1,0-1,-1 1,-1-1,0-1,-2 1,0-1,0 0,-2-2,6-13,-3 21,-4 28,-1-4,1-1,0 0,0 0,1 0,0 0,1 0,1-1,-1 0,2 0,-1 0,1 0,4 3,-6-8,-1-1,1 0,0 0,0 0,0-1,0 1,0-1,1 0,0 0,0 0,0-1,0 0,0 0,0 0,0-1,1 1,-1-1,0-1,1 1,-1-1,1 0,-1 0,1 0,-1-1,1 0,4-1,-1-2,-1 0,0 0,0-1,0 0,-1-1,1 0,-1 0,-1 0,1-1,-1 0,0 0,-1 0,1-1,-2 0,1 0,-1 0,0-1,-1 0,0 1,0-1,-1 0,0 0,0-1,-1 1,-1 0,0 0,0-3,-3-1,-3 36,6-15,1-1,-1 0,1 0,1 0,-1 0,1 0,1-1,-1 1,1 0,0-1,0 0,1 0,0 0,0 0,1 0,-1-1,1 0,0 0,0 0,1-1,0 1,4 1,6 5,2-1,0 0,0-2,0 0,1-1,0-1,12 2,-13-2,1-2,-1 0,1-1,0-1,0-1,0-1,0 0,0-1,0-2,-1 1,1-2,-1-1,1 0,-1-1,2-2,-15 5,-1 1,1-1,-1 1,1-1,-1-1,0 1,0-1,-1 1,1-1,-1 0,0 0,0 0,0-1,0 1,-1-1,0 0,0 0,0 0,0 0,-1 0,0 0,0 0,0 0,-1 0,0 0,0-1,0 1,0 0,-1 0,0 0,0-1,0 1,-1 0,0 0,0 1,0-1,0 0,-1 1,0-1,0 1,0 0,0 0,-1 0,0 0,1 1,-1 0,-1-1,0 1,-1-1,-1 1,0 0,0 0,-1 1,1 0,0 0,-1 1,1 0,-1 0,0 0,1 1,-1 1,1-1,-1 1,1 0,-1 1,1 0,0 0,-1 1,1-1,0 2,1-1,-1 1,1 0,-1 0,1 1,0-1,1 2,-1-1,1 0,0 1,0 0,0 2,3-5,1 0,0 1,0-1,0 0,0 0,1 1,-1-1,1 0,0 1,0-1,0 0,0 1,1-1,-1 0,1 1,0-1,0 0,0 0,0 0,1 0,-1 0,1 0,0 0,0 0,0 0,0-1,0 1,0-1,1 0,-1 1,1-1,2 1,5 4,0-1,1-1,-1 0,1 0,0-1,0 0,0-1,12 2,-7-2,0-1,1 0,-1-1,1-1,-1-1,0 0,1-1,3-2,-13 3,-1-1,0 1,1-2,-1 1,0-1,0 1,-1-2,1 1,-1-1,1 0,-1 0,0 0,-1-1,1 1,-1-1,0 0,0-1,0 1,-1-1,0 0,3-5,-4 7,0-1,0 1,-1 0,0 0,1-1,-2 1,1-1,0 1,-1-1,0 1,0-1,0 0,-1 1,1-1,-1 1,0 0,0-1,-1 1,0-3,1 7,0 0,0 1,0-1,0 0,1 0,-1 0,0 0,0 1,0-1,1 0,-1 1,0-1,0 1,1-1,-1 1,0-1,1 1,-1 0,0-1,1 1,-1 0,1-1,-1 1,1 0,-1 0,1-1,0 1,-1 0,1 0,0 0,0 0,0-1,0 1,-1 0,1 0,0 0,1 0,-1 0,0 0,-1 5,0 1,1-1,0 0,0 0,1 1,-1-1,1 0,1 0,-1 0,1 0,0 0,0 0,1-1,0 1,0-1,0 1,1-1,-1 0,1 0,1-1,-1 1,0-1,1 0,0 0,0 0,0-1,1 0,-1 0,1 0,0-1,-1 0,1 0,0 0,1-1,1 1,3 1,1 0,-1-1,1-1,-1 0,1 0,0-1,-1 0,1-1,-1-1,1 0,-1 0,0-1,0 0,0-1,0-1,0 0,-1 0,0-1,0 0,0 0,-1-1,0-1,-1 0,1 0,-1 0,-1-1,0 0,5-8,15-50,-25 118,-2-41,0 0,1 0,-1 0,2 1,0-1,0-1,0 1,1 0,1 0,0-1,0 0,1 0,0 0,1 0,-1-1,2 0,-1 0,1-1,0 0,1 0,0 0,0-1,0 0,1-1,-1 0,10 4,12 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6:20.9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6:14.3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20 855,'-3'-6,"0"0,1 0,-1 0,1 0,0 0,1-1,0 1,0 0,0-1,0 1,1-1,0 1,1-1,0 1,-1 0,2-3,-1 6,2-31,1 0,3 1,0-1,2 1,2 1,1-2,-11 31,0 1,0-1,0 0,0 1,0-1,1 0,-1 1,1 0,-1-1,1 1,0 0,0 0,0 0,0 0,0 0,1 0,-1 1,0-1,1 1,-1 0,1-1,0 1,-1 0,1 1,0-1,0 0,-1 1,1 0,0-1,0 1,0 0,0 1,0-1,-1 0,1 1,0-1,0 1,1 1,7 4,0 2,0-1,0 1,-1 1,-1 0,0 0,0 1,0 0,-1 1,-1 0,0 0,-1 1,0-1,4 12,-6-13,0-1,-1 0,0 1,-1 0,0-1,-1 1,1 0,-2 10,0-18,0 1,0 0,0-1,-1 1,1-1,-1 1,0-1,1 1,-1-1,-1 1,1-1,0 0,0 0,-1 1,1-1,-1 0,0 0,0-1,0 1,1 0,-2 0,1-1,0 1,0-1,0 0,-1 0,1 0,-1 0,1 0,-1 0,1-1,-1 1,1-1,-1 0,-2 1,2-1,0 0,-1-1,1 1,-1-1,1 1,0-1,0 0,-1 0,1 0,0-1,0 1,0-1,0 0,0 0,0 0,1 0,-1 0,1 0,-1-1,1 1,0-1,0 0,0 0,0 1,1-1,-1 0,1-1,0 1,0 0,0 0,0-1,0 1,1 0,-1-1,1 1,0 0,0-1,0 1,1-1,-1 1,1 0,0-1,0 1,0 0,0 0,0 0,1 0,0 0,-1 0,1 0,0 0,0 0,3-1,5-2,1 1,0 0,0 1,1 0,-1 1,1 0,0 1,0 0,0 1,0 0,12 1,10-2,128-27,-152 26,0-1,0 0,0 0,-1-1,0 0,0 0,0-1,0-1,-1 1,0-1,0-1,-1 0,0 0,2-3,-7 9,-1 0,1 1,-1-1,1 0,-1 0,0 0,1-1,-1 1,0 0,-1 0,1-1,0 1,-1 0,1-1,-1 1,1 0,-1-1,0 1,0-1,-1 1,1-1,0 1,-1 0,1-1,-1 1,0 0,0-1,0 1,0 0,0 0,0 0,-1 0,1 0,-1 0,1 0,-1 0,0 1,1-1,-1 1,0-1,0 1,0 0,-1-1,1 1,0 0,0 1,-1-1,1 0,-5 0,1 0,-1 1,1 0,-1 0,1 1,-1-1,1 2,-1-1,1 1,0-1,0 2,-1-1,2 1,-1 0,0 0,0 0,1 1,0 0,0 0,0 0,0 1,1 0,-1 0,1 0,1 0,-1 1,1-1,0 1,0 0,0 0,1 0,0 0,0 1,0-1,1 0,0 2,2-4,0 1,0 0,1-1,-1 1,1-1,0 0,0 0,1 1,-1-1,1-1,0 1,0 0,0-1,0 1,1-1,-1 0,1 0,0 0,0-1,0 1,0-1,3 1,103 35,89-16,-101-19</inkml:trace>
  <inkml:trace contextRef="#ctx0" brushRef="#br0" timeOffset="516.974">2413 480,'-20'2,"-1"0,1 2,-1 1,1 0,1 2,-1 0,1 1,0 1,1 0,-12 10,29-19,-6 4,0 0,0 0,0 0,0 1,1 0,-1 0,1 1,1 0,-1 0,1 0,0 1,-1 1,6-6,0-1,0 1,0-1,0 0,0 1,0-1,0 1,0-1,0 0,1 1,-1-1,0 0,1 1,-1-1,1 0,0 0,-1 1,1-1,0 0,0 0,0 0,0 0,0 0,0 0,0 0,0 0,0 0,0-1,1 1,-1 0,0-1,0 1,1-1,-1 1,0-1,1 0,-1 1,1-1,-1 0,0 0,1 0,-1 0,0 0,1-1,-1 1,1 0,-1-1,23 1,-1-2,1-1,-1 0,0-2,0-1,-1-1,0 0,0-2,0-1,-1 0,9-8,-17 12,-1 0,1-2,-2 1,1-2,-1 1,0-1,8-10,-20 19,1 0,-1 0,0 0,1 0,-1 1,0-1,1 0,-1 0,0 0,0-1,1 1,-1 0,0 0,1 0,-1 0,0-1,1 1,-1 0,1 0,-1-1,0 1,1-1,-1 1,1 0,-1-1,1 1,-1-1,1 0,0 1,-1-1,1 1,-1-1,1 1,0-1,0 0,-1 1,1-1,0 0,0 1,0-1,0 0,0 1,0-1,0 0,0 0,0 1,0-1,0 0,0 1,0-1,1 0,-1 1,0-1,0 0,1 1,-1-1,0 1,1-1,-1 1,1-1,-4 3,0 0,0 0,0 0,0 0,0 1,1-1,-1 1,1 0,0 0,0 0,0 0,0 0,0 0,1 0,-1 1,1-1,0 1,0-1,0 1,0-1,1 1,0 0,-1-1,1 1,1-1,-1 1,0 0,1-1,0 1,0-1,0 1,0-1,0 1,1-1,0 0,0 0,-1 0,2 0,-1 0,0 0,1 0,0 0,7 3,0 0,0-1,1 0,-1 0,1-1,0-1,1 0,-1 0,0-1,1-1,-1 1,1-2,0 0,-1 0,1-1,-1-1,1 0,-1 0,9-4,30-11,-6-2</inkml:trace>
  <inkml:trace contextRef="#ctx0" brushRef="#br0" timeOffset="771.706">2868 359,'0'3,"2"4,3 2,4 2,1 1,-2-2,-6-2,-2-5,-2-3</inkml:trace>
  <inkml:trace contextRef="#ctx0" brushRef="#br0" timeOffset="2129.866">2842 427,'-14'232,"1"25,-35 461,32-619,9-103,-1-99,6-211,14 0,20-54,-29 330,-2 20,1 0,1 0,0 0,1 0,1 0,5-12,-9 28,0 0,0 0,0 0,0 0,0 0,1 1,-1-1,0 0,1 1,-1-1,1 1,0-1,0 1,0-1,-1 1,1 0,0 0,0 0,1 0,-1 1,0-1,0 0,0 1,0 0,1-1,-1 1,0 0,0 0,1 0,-1 1,0-1,0 0,0 1,3 0,69 36,-69-34,18 12,0 0,-1 2,-1 0,-1 2,0 0,4 7,-23-25,1 1,0-1,-1 1,1-1,-1 1,1 0,-1 0,0-1,0 1,0 0,0 0,0 0,0 0,-1 0,1 1,0-1,-1 0,0 0,0 0,1 0,-1 1,0-1,-1 0,1 0,0 0,-1 0,1 1,-1-1,0 0,1 0,-1 0,0 0,0 0,-1 0,1 0,-8 3,0 0,-1-1,1 0,-1 0,0-1,0 0,0-1,0 0,-1-1,1 0,0 0,-1-1,-1-1,4 2,1-1,-1 0,1 0,0-1,-1 0,1 0,-1-1,1 0,0 0,0-1,-4-1,11 4,-1-1,0 1,1 0,-1-1,1 1,-1 0,0-1,1 1,-1-1,1 1,-1-1,1 1,-1-1,1 1,0-1,-1 0,1 1,-1-1,1 0,0 1,0-1,0 0,-1 1,1-1,0 0,0 1,0-1,0 0,0 0,0 1,0-1,0 0,0 1,1-1,-1 0,0 0,0 1,1-1,-1 0,0 1,1-1,-1 1,0-1,1 0,-1 1,1-1,-1 1,1-1,-1 1,1 0,0-1,-1 1,1-1,0 1,-1 0,1 0,0-1,-1 1,44-20,50-8,-72 24,0-1,0-1,0-1,0-1,-1-1,-1-1,0 0,0-2,-1 0,0-1,-1-1,-1-1,14-15,-22 15,-1 0,-1 0,-1-1,0 0,-1-1,0 1,-2-1,0 0,-1 0,0 0,-2 0,0 0,0 0,-2 0,0 0,-1 0,-1 1,-1-1,-1-4,3 12,0 0,0 0,-1 0,0 1,0-1,-1 1,0 0,-1 0,0 1,0 0,-3-3,8 9,0 0,0 0,1 0,-1 1,0-1,0 0,0 1,0-1,0 0,1 1,-1-1,0 1,-1 0,1-1,0 1,0 0,0 0,0-1,0 1,0 0,0 0,0 0,0 0,0 0,0 1,-1-1,1 0,0 0,0 1,0-1,0 1,0-1,0 1,0-1,0 1,1-1,-1 1,0 0,0 0,0-1,1 1,-1 0,0 1,-17 48,15-16,1 1,1 0,2 0,1-1,2 1,2-1,1 0,1 0,2-1,1 0,11 20,-13-32,1 0,2-1,0-1,0 0,2 0,2 1,-10-14,-1 0,1 0,0 0,0-1,0 0,1 0,0-1,0 0,0 0,0-1,1 1,0-2,-1 1,1-1,0 0,0-1,0 1,7-1,-5-4,-1 1,1-1,-1-1,0 0,0 0,0-1,-1 0,1-1,-1 0,-1 0,1 0,-1-1,0 0,-1-1,1 1,-1-1,-1-1,0 1,0-1,-1 0,3-7,18-52,-26 123,1-49,-1-1,1 1,1-1,-1 1,1-1,0 1,0-1,1 0,-1 1,1-1,1 0,-1 0,1 0,-1-1,1 1,1-1,-1 1,1-1,-1 0,1 0,0 0,1-1,-1 0,1 0,0 0,16 5</inkml:trace>
  <inkml:trace contextRef="#ctx0" brushRef="#br0" timeOffset="2385.947">3884 119,'-16'-2,"-5"1,1 3,8 6,13 7,7-1</inkml:trace>
  <inkml:trace contextRef="#ctx0" brushRef="#br0" timeOffset="2864.705">4419 494,'-146'1,"143"-2,-1 2,0-1,0 0,1 1,-1-1,0 1,1 0,-1 0,1 1,-1-1,1 1,0 0,0 0,0 0,0 0,0 0,0 1,0-1,1 1,-1 0,1-1,-1 1,1 0,0 1,1-1,-1 0,0 1,1-1,0 1,0-1,0 1,0-1,1 1,-1 0,1 0,0-1,0 1,0 0,0-1,1 1,0 0,0-1,0 1,0 1,6 4,-1-1,1 0,0 0,1-1,-1 1,2-2,-1 1,1-1,0-1,0 1,0-2,1 1,0-1,0-1,0 1,0-2,0 1,11 0,1 2,1-1,0-1,0-1,0-1,0-1,0-1,-1-1,1-1,0-1,-1-1,1-1,-1 0,-1-2,0-1,0-1,0 0,-1-2,9-7,22-35,-33 62,-14-4,2 1,1-1,0 1,1-1,-1-1,1 1,-1-2,1 1,0-1,0 0,1 0,-1-1,0 0,0-1,1 1,-1-2,0 1,0-1,0-1,1 1,-1-1,0-1,-1 1,1-1,0-1,-1 0,0 0,0 0,0-1,0 0,-1 0,1 0,1-4,-6 7,0-1,0 1,0-1,0 1,-1-1,0 0,1 1,-1-1,0 0,0 0,0 0,-1 0,1 0,-1 0,0 0,0 0,0 0,0 0,0 0,-1 0,1 0,-1 0,0 0,1 0,-2 0,1 0,0 1,0-1,-1 0,0 1,1-1,-1 1,0-1,0 1,-1 0,1 0,0 0,-1 0,1 1,-1-1,1 0,-3 0,-7-4,1 1,-1 0,0 1,0 0,0 1,-1 0,0 1,1 0,-1 1,0 1,1 0,-1 0,0 1,0 1,1 0,-1 1,1 0,0 1,-3 2,11-5,0 0,1 0,-1 1,0-1,1 1,-1 0,1 0,-1 0,1 1,0-1,0 1,0 0,0 0,1 0,-1 0,1 0,0 0,0 1,0-1,0 1,0-1,1 1,0 0,0 0,0 0,0 0,0-1,1 1,0 0,0 0,0 0,0 0,0 0,1 0,0 0,0 0,0 0,1 3,4-1,-1-1,1 1,1-1,-1 0,1-1,-1 0,1 0,0 0,1 0,-1-1,1-1,-1 1,1-1,6 0,30 8</inkml:trace>
  <inkml:trace contextRef="#ctx0" brushRef="#br0" timeOffset="3050.323">5235 65,'-16'-2,"-12"-1,-9 3,-3 5,-1 9,2 11,9 8,8 8,13 6,13 2,5-8</inkml:trace>
  <inkml:trace contextRef="#ctx0" brushRef="#br0" timeOffset="3229.992">5220 547,'19'14,"10"6,7 0,4-3,2-5,4-8,-7-6</inkml:trace>
  <inkml:trace contextRef="#ctx0" brushRef="#br0" timeOffset="8434.715">141 1777,'11'-10,"2"0,-1 0,2 1,-1 1,1 0,0 1,0 0,1 2,0-1,0 2,4-1,-17 5,1 0,0 0,-1 0,1 1,0-1,-1 1,1-1,-1 1,1 0,-1 0,1 0,-1 0,1 1,-1-1,0 1,0-1,0 1,0 0,0 0,0 0,0 0,-1 0,1 0,-1 0,1 0,-1 1,0-1,0 1,0-1,0 1,0-1,0 2,11 89,-12-90,0 53,6 56,-6-110,0-1,1 1,-1-1,0 1,1-1,0 1,-1-1,1 0,0 1,-1-1,1 0,0 0,0 0,0 1,0-1,0 0,0 0,1-1,-1 1,0 0,0 0,1 0,-1-1,0 1,1-1,-1 1,1-1,-1 0,1 1,-1-1,1 0,-1 0,1 0,-1 0,1 0,-1 0,1 0,-1-1,1 1,-1-1,0 1,1-1,55-33,-46 25,-2 1,1-2,-1 0,-1 0,0 0,0-1,-1 0,0-1,-1 1,-1-1,0-1,0 1,-1-1,-1 0,0 0,-1 0,0 0,-1 0,0 0,-1-8,0 20,0 0,0 0,1 0,-1 0,0-1,0 1,0 0,0 0,-1 0,1 0,0 0,0 0,-1 0,1 0,0 0,-1-1,1 1,-1 1,0-1,1 0,-1 0,0 0,1 0,-1 0,0 0,0 1,0-1,0 0,0 1,0-1,0 1,0-1,0 1,0-1,0 1,0 0,0 0,0-1,0 1,0 0,-1 0,1 0,0 0,0 0,0 0,0 1,0-1,0 0,0 0,-1 1,1-1,0 1,0-1,0 1,-3 4,1 0,1-1,-1 1,1 1,0-1,0 0,0 0,1 1,-1-1,1 1,1-1,-1 1,1 0,0-1,0 1,1-1,-1 1,1 0,1-1,-1 0,1 1,0-1,0 0,0 0,1 1,1 0,-1 0,1 0,1-1,-1 1,1-1,0 0,0 0,1 0,-1-1,1 0,0 0,0 0,0-1,1 0,-1 0,1-1,0 0,0 0,0 0,0-1,0 0,0 0,0-1,0 0,0 0,0-1,0 0,0 0,0 0,0-1,0 0,-1-1,1 1,-1-1,1 0,-1-1,0 0,0 0,-1 0,1-1,-1 1,0-1,0-1,0 1,-1-1,0 1,0-1,0-1,1-3,-2 2,0 0,-1-1,0 1,0-1,-1 1,0-1,-1 0,0 1,0-1,0 0,-1 1,-1-1,0 1,0-1,-1-1,3 9,-1 1,1-1,0 1,-1-1,1 1,-1-1,1 1,-1-1,1 1,-1 0,1-1,-1 1,1 0,-1-1,1 1,-1 0,0 0,1 0,-1 0,1-1,-1 1,0 0,1 0,-1 0,0 0,1 0,-1 0,1 1,-1-1,0 0,1 0,-1 0,1 1,-1-1,1 0,-1 0,0 1,1-1,-1 0,1 1,0-1,-1 1,1-1,-1 1,1-1,0 1,-1-1,1 1,0-1,-1 1,1-1,0 1,0 0,0-1,-1 1,1-1,0 1,0 0,0-1,0 1,0 0,0-1,0 1,0-1,1 1,-1 0,0-1,0 1,-2 7,0 1,0 0,1 0,0-1,1 1,0 0,0 0,1 0,0-1,0 1,1 0,0-1,1 1,0-1,0 0,1 1,0-2,0 1,1 0,0-1,0 0,1 0,0-1,0 1,0-1,1 0,0-1,6 4,10 3,1-1,0-2,0 0,1-2,0 0,1-2,-1-1,1 0,-1-2,1-2,0 0,0-1,19-4,-29 4,0-1,-1 0,1-1,-1-1,0 0,0-1,0 0,-1-1,0-1,0-1,0 0,-1 0,0-1,1-3,-12 10,0-1,0 1,-1 0,1-1,-1 0,1 1,-1-1,0 0,0 0,0 1,0-1,-1 0,1 0,-1 0,0 0,0 0,0 0,0 0,0 0,-1 0,1 0,-1 0,0 0,0 1,0-1,0 0,0 0,-1 1,1-1,-1 1,0-1,0 1,0 0,0 0,0-1,0 2,0-1,-1 0,1 0,-1 1,1-1,-1 1,-2-1,-8-5,-1 1,0 0,-1 1,1 0,-1 1,0 1,0 0,-1 1,1 1,0 0,-1 1,1 1,0 1,-12 2,23-4,0 0,0 1,0 0,0 0,1 0,-1 0,0 0,0 1,1 0,-1 0,1 0,0 0,-1 0,1 1,0-1,0 1,1 0,-1 0,0 0,1 0,0 1,0-1,0 0,0 1,0 0,1-1,0 1,0 0,0 0,0 0,0 0,1 0,-1 0,1 0,0 0,1 0,-1 0,1-1,0 3,1-1,1-1,0 1,0-1,1 1,-1-1,1 0,0 0,0-1,0 1,1-1,-1 0,1 0,-1 0,1 0,0-1,0 0,1 0,-1-1,0 1,106 15,-95-16,-1-1,1-1,0 0,-1-1,1-1,-1 0,14-5,-23 6,-1 0,1 0,-1-1,1 0,-1 0,0 0,0-1,0 1,0-1,-1 0,1-1,-1 1,0-1,-1 0,1 0,-1 0,0 0,0 0,0-1,-1 0,1-3,-1-25,-3 34,1 0,-1 0,1-1,-1 1,1 0,0 0,-1 0,1 0,-1 0,1 0,-1 0,1 0,-1 1,1-1,-1 0,1 0,-1 0,1 0,0 1,-1-1,1 0,-1 0,1 1,0-1,-1 0,1 1,0-1,-1 0,1 1,0-1,-1 0,1 1,0-1,0 1,0-1,-1 1,1-1,0 1,0-1,0 0,0 1,0-1,0 1,0-1,0 1,0-1,0 1,0-1,0 1,0-1,0 1,1-1,-1 0,0 1,0-1,0 1,1-1,-1 1,0-1,-1 6,1 0,-1 0,1 0,0 0,0 0,1 0,-1 0,1 0,1 0,-1 0,1 0,0 0,1-1,-1 1,1-1,0 0,0 0,1 0,0 0,-1 0,2-1,-1 1,0-1,1 0,0-1,0 1,0-1,0 0,1 0,-1-1,1 1,-1-1,1 0,0-1,0 0,0 0,0 0,3 0,-4-2,-1 0,1 0,-1 0,0-1,1 1,-1-1,0 0,0 0,0-1,-1 1,1-1,0 0,-1 0,0 0,0 0,0-1,0 1,0-1,-1 0,1 1,-1-1,0 0,0-1,-1 1,2-3,1-6,0 0,-1 0,-1 0,0-1,0 1,-2-1,1 1,-2-3,1 3,-1 0,-1 0,0 0,-1 0,0 1,-1-1,-1 1,0 0,0 0,-5-7,73 64,-51-39,236 100,-242-105,0 1,-1 0,0 1,0-1,1 1,-1 0,-1 0,1 0,0 1,-1 0,0 0,0 0,0 0,0 0,-1 1,1 0,-1 0,-1 0,1 0,-1 0,1 1,-1-1,-1 1,1-1,-1 3,-1 38,-1-41,0 0,0 0,1 0,0 0,0 0,0 0,0 0,1 0,0 0,0 0,0 0,1 0,0 0,0 0,0-1,0 1,1-1,0 0,0 1,0-1,0 0,0-1,1 1,4 1,-1-1,1 0,0-1,0 0,0 0,1 0,-1-1,1-1,-1 1,1-2,0 1,-1-1,1 0,-1-1,1 1,0-2,-1 0,1 0,-1 0,0-1,0 0,0 0,0-1,3-2,-7 2,1 0,-1-1,0 1,0-1,-1 0,1 0,-1 0,0 0,-1 0,1-1,-1 1,0-1,0 0,-1 1,0-1,0 0,0 0,0 0,-1 0,0 0,-1 0,1 0,-1 0,0 0,-2-5,-5 36,8-19,1 0,0-1,0 1,0 0,1-1,0 1,0 0,0-1,1 0,0 0,0 0,0 0,1 0,0 0,-1-1,2 0,-1 0,0 0,1 0,0-1,0 1,0-1,0-1,0 1,0-1,1 0,0 0,-1 0,1-1,4 1,8-4</inkml:trace>
  <inkml:trace contextRef="#ctx0" brushRef="#br0" timeOffset="8685.254">2480 1509,'0'3,"9"4,12 7,3 0</inkml:trace>
  <inkml:trace contextRef="#ctx0" brushRef="#br0" timeOffset="9269.954">3951 1803,'-14'-3,"1"0,-2 1,1 0,0 1,0 1,0 0,-1 1,1 0,0 1,0 1,0 0,1 1,-1 1,1 0,0 0,0 2,0-1,1 2,0 0,1 0,0 1,0 0,-6 7,15-14,-1 0,0 0,1 1,0-1,-1 1,1-1,0 1,0 0,0 0,1 0,-1 0,1 0,-1 0,1 0,0 1,1-1,-1 0,0 1,1-1,0 1,0-1,0 0,0 1,0-1,1 1,-1-1,1 0,0 1,0-1,0 0,1 0,-1 0,1 0,0 0,-1 0,1 0,3 2,4-2,0 1,0-2,0 0,1 0,-1 0,1-1,-1 0,1-1,0 0,-1-1,1 0,-1-1,1 0,-1 0,0 0,0-2,0 1,0-1,7-4,-1 2,0-1,-1-1,1 0,-2 0,1-2,-1 0,-1 0,0-1,0-1,-1 0,0 0,-1-1,-1-1,0 1,-1-1,0-1,-1 0,3-11,-3-2,0 0,-3 0,0-1,-2 0,-1 1,-1-1,-1 0,-2 0,-1 1,-1-1,-4-7,8 29,0-1,-1 1,1 0,-2 0,1 0,-1 0,0 0,0 1,-1-1,0 1,0 0,-1 0,1 0,-1 1,-1-1,1 1,-3-1,5 6,1 0,-1 0,0 0,0 1,0-1,0 1,0-1,0 1,0 0,1 0,-1 0,0 1,1-1,-1 1,1-1,-1 1,1 0,0 0,0 0,0 0,0 0,0 1,0-1,0 1,1-1,-1 1,1-1,0 1,0 0,0 0,0 0,1-1,-1 1,0 2,-9 24,1 1,2 0,0 0,2 0,2 0,0 1,2 0,2 0,1-1,1 1,6 25,-7-41,2-1,-1 1,2-1,0 0,1 0,0 0,1-1,1 0,0-1,0 1,1-2,1 1,0-1,1 0,0-1,0-1,1 0,0 0,1-1,0-1,0 0,1 0,0-2,0 0,0 0,1-1,-1-1,1 0,0-1,0-1,2 0,-7-3,-1 0,1 0,-1-1,1 0,-1-1,0 0,0 0,-1-1,1 0,-1 0,0-1,-1 0,1-1,-1 0,-1 0,1 0,-1-1,0 0,-1 0,0 0,0-1,-1 0,0 0,0 0,-1 0,0 0,-1-1,0 0,-1 1,0-1,0 0,-1 0,0 1,-1-1,0 0,0 0,-1 1,0-1,-2-2,-36-52,39 63,0 0,0 0,0 0,-1 0,1 0,0 0,-1 0,1 0,-1 0,1 0,-1 1,1-1,-1 1,0-1,1 1,-1 0,0 0,1-1,-1 1,0 0,1 1,-1-1,0 0,1 0,-1 1,0-1,1 1,-1-1,1 1,-1 0,1-1,-1 1,1 0,-1 0,1 0,0 0,0 0,-1 1,1-1,0 0,0 1,0-1,-2 6,0-1,1 0,-1 1,1 0,1-1,-1 1,1 0,1 0,-1 0,1 0,0 0,1 0,-1 0,1 0,1-1,-1 1,1 0,0-1,1 1,0-1,0 1,0-1,1 0,0-1,0 1,0-1,1 1,-1-1,1 0,1-1,-1 1,2-1,8 8,1-1,0-1,1-1,0 0,0-1,1-1,7 2,56 16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6:18.1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190 374,'-11'3,"-1"0,2 1,-1 0,0 1,1 0,0 1,0 0,0 0,1 1,0 1,0-1,1 1,-3 4,7-9,0 0,0 1,0 0,1 0,-1 0,1 0,0 0,0 0,1 1,-1-1,1 1,0 0,0 0,1 0,0 0,-1 0,2 0,-1 0,0 0,1 1,0-1,0 0,1 0,0 0,0 0,0 0,0 1,1-2,-1 1,1 0,1 0,-1-1,1 1,-1-1,1 1,1-1,1 2,8 1,1 1,1-2,-1 0,1-1,0 0,0-1,1-1,-1 0,1-1,-1-1,1-1,0 0,0-1,9-1,-3 0,1 0,-1-1,0-1,0-1,0-1,-1-1,0-1,0-1,-1 0,0-2,0 0,-1-2,10-8,8-29,-36 49,-1 0,1 0,0-1,-1 1,1 0,-1 0,1-1,-1 1,0 0,0-1,1 1,-1 0,0-1,0 1,0 0,0-1,-1 1,1 0,0-1,0 1,-1 0,1 0,-1-1,1 1,-1 0,0 0,1 0,-1-1,0 1,0 0,0 0,0 0,0 1,0-1,0 0,0 0,0 0,0 1,-1-1,1 1,-1-1,-1 1,1 0,-1 0,0 0,1 0,-1 1,1 0,-1-1,1 1,0 0,-1 0,1 0,0 0,0 1,-1-1,1 1,0-1,0 1,1 0,-1 0,0 0,1 0,-1 0,1 0,-1 0,1 0,0 1,0-1,0 0,0 1,0-1,1 1,-1-1,1 1,0-1,0 1,-1-1,2 1,-1 0,0 1,3 3,0-1,0 0,0 1,1-1,0-1,0 1,1 0,-1-1,1 0,0 0,1-1,-1 1,1-1,0 0,0-1,0 1,0-1,1 0,-1-1,1 1,0-2,0 1,0-1,0 1,0-2,0 1,117 6,-118-7,0-1,0 0,-1 0,1 0,0-1,-1 0,0 0,1 0,-1-1,0 1,0-1,0 0,-1-1,1 0,-1 1,0-1,0 0,0-1,0 1,0-2,-2 2,0 1,0-1,-1 1,0-1,1 1,-1-1,-1 0,1 1,0-1,-1 0,0 0,0 0,0 1,0-1,-1 0,1 0,-1 1,0-1,0 0,-1 1,1-1,-1 1,1-1,-1 1,0 0,-1 0,1 0,-1-1,-3-3,0 0,-1 1,0 0,0 1,0-1,0 1,-1 0,0 1,0 0,0 0,-6-1,7 2,0 0,0 1,0 0,-1 0,1 0,0 1,-1 0,1 1,-1-1,1 1,-1 1,1 0,-1 0,1 0,-1 1,1 0,0 0,0 1,0 0,0 0,0 1,1 0,0 0,0 0,0 1,0 0,-5 5,10-6,-1 1,1-1,-1 1,1 0,0-1,1 1,-1 0,1 0,0-1,0 1,1 0,0 0,-1-1,1 1,1 0,-1-1,1 1,0-1,0 0,0 0,0 1,1-1,-1 0,1-1,0 1,1-1,-1 1,1-1,-1 0,1 0,0 0,0-1,0 1,0-1,3 1,38 25</inkml:trace>
  <inkml:trace contextRef="#ctx0" brushRef="#br0" timeOffset="1251.375">1353 481,'-16'-9,"0"1,0 1,-1 0,0 1,-1 0,1 2,-1 0,0 1,0 1,0 0,0 2,0 0,-1 1,1 0,-12 4,25-4,1 0,-1 1,0-1,1 1,-1 0,1 0,0 1,-1-1,1 1,0 0,1 0,-1 1,0-1,1 1,0-1,0 1,0 0,0 0,1 1,-1-1,1 0,0 1,1 0,-1-1,1 1,0 0,0 0,0-1,1 1,-1 0,1 0,0 0,1 0,-1 0,1 0,0 0,0-1,1 1,1 4,3-1,1 1,0-1,0 0,1 0,0-1,1 0,-1-1,1 0,1 0,-1-1,1 0,0 0,0-1,0-1,0 1,1-2,-1 0,1 0,0 0,0-2,0 1,-1-1,5-1,-4 0,0 0,0-1,-1 0,1-1,-1 0,1 0,-1-1,0-1,0 0,-1 0,0-1,0 0,0 0,0-1,-1 0,0-1,-1 0,0 0,0 0,0-1,-1 0,-1-1,0 1,0-1,0 0,-1 0,-1 0,0-1,0 0,-1-2,6-43,-3 0,-2 0,-2 0,-5-27,2 28,-5-55,7 111,-1 0,1 0,-1 0,1-1,-1 1,1 0,-1 0,0-1,1 1,-1 0,0-1,0 1,1-1,-1 1,0-1,0 1,0-1,0 0,1 1,-1-1,0 0,0 0,0 0,0 0,0 1,0-1,0 0,0-1,0 1,0 0,0 0,1 0,-1 0,0-1,0 1,0-1,0 1,0 0,1-1,-1 1,0-1,0 0,1 1,-1-1,0 0,1 1,-1-1,0 0,1 0,-1 1,1-1,0 0,-1 0,1 0,0 0,-1 0,1 1,0-1,0 0,0 0,0 0,0 0,0-1,-11 24,1 0,1 1,1-1,1 2,1-1,1 1,1 0,2 0,-1 20,3-24,0 0,1 0,1 0,0-1,2 1,0-1,2 1,0-1,1-1,1 1,0-1,1-1,2 0,-1 0,2-1,0 0,1-1,1 0,0-1,1-1,0 0,1-1,0-1,1 0,1-1,-1-1,1-1,1-1,0 0,6 1,-17-6,1-1,0 1,-1-2,1 1,0-1,-1 0,1-1,0 0,-1 0,1-1,-1 0,0-1,1 1,-1-2,0 1,0-1,-1 0,1-1,-1 0,0 0,-1 0,1-1,-1 0,0-1,0 1,-1-1,5-7,-4 3,-1-1,1 0,-2 0,0 0,0-1,-1 0,-1 1,0-1,-1 0,0 0,-1-1,1 13,-1 1,0-1,1 0,-1 0,0 0,0 1,0-1,1 0,-1 0,0 0,0 0,0 1,0-1,-1 0,1 0,0 0,0 0,0 1,-1-1,1 0,0 0,-1 1,1-1,0 0,-1 0,1 1,-1-1,0 1,1-1,-1 0,1 1,-1-1,0 1,1-1,-1 1,0 0,0-1,1 1,-1 0,0-1,0 1,0 0,1 0,-1 0,0 0,0 0,0 0,0 0,0 0,-3 4,1 1,-1 0,1 1,0-1,0 0,1 1,-1 0,1-1,0 1,1 0,0 0,0 0,0 1,0-1,1 0,0 0,0 0,1 0,0 0,1 5,0-5,1-1,-1 0,1 1,1-1,-1-1,0 1,1 0,0-1,0 0,1 0,-1 0,1 0,0-1,-1 0,2 0,-1 0,0-1,0 1,1-1,0 0,-1-1,1 0,0 0,0 0,0 0,-1-1,1 0,0 0,0-1,0 1,0-1,-1-1,1 1,0-1,-1 0,1 0,-1 0,3-2,4-3,-1 0,1-1,-1-1,0 0,-1 0,0-1,0 0,-1 0,-1-1,1-1,-2 1,0-1,0 0,4-12,-8 47,-4-9,1-1,1 1,0-1,0 1,2-1,0 0,4 13,-5-22,0 1,0-1,0 1,0-1,1 0,0 0,-1 0,2 0,-1 0,0-1,1 1,0-1,-1 0,1 0,1 0,-1-1,0 1,1-1,-1 0,1-1,-1 1,1-1,3 1,-3-1,0 0,0-1,1 0,-1 0,1 0,-1-1,0 1,0-1,1 0,-1-1,0 0,0 1,0-1,0-1,-1 1,1-1,-1 0,1 0,-1 0,0-1,0 1,0-1,-1 0,1 0,-1-1,0 1,0 0,-1-1,1 0,-1 0,6-11,-2 0,0 1,0-2,-2 1,0-1,-1 1,0-1,-1-16,-1 24,-2 8,0-1,1 1,0-1,-1 1,1-1,0 1,0-1,0 1,0-1,0 1,0-1,0 1,1 0,-1-1,0 1,1-1,-1 1,1 0,0-1,-1 1,1 0,0-1,0 1,0 0,0 0,0 0,0 0,0 0,0 0,0 0,0 0,1 0,-1 1,0-1,1 0,-1 1,0-1,1 1,-1-1,1 1,-1 0,1 0,-1 0,1 0,131 45,-129-43,3-1,1 0,-1 1,0 0,0 1,0 0,0 0,0 0,-1 1,1 0,-1 0,0 1,0 0,0 0,-1 0,0 0,0 1,0 0,-1 0,0 1,0-1,0 1,-1 0,0 0,-1 0,1 0,-1 2,-1 2,-2-6,1 0,0-1,0 1,0 0,1 0,-1-1,1 1,0 0,0-1,1 1,0-1,-1 0,2 1,-1-1,0 0,1 0,0 0,-1-1,2 1,-1 0,0-1,1 0,-1 0,2 0,2 1,1-1,0 1,1-2,-1 1,0-1,1-1,-1 0,1 0,-1 0,1-1,-1 0,1-1,0 0,-1 0,0-1,1 0,-1-1,0 1,0-2,0 1,0-1,-1 0,1-1,-1 0,0 0,-1 0,1-1,-1 0,0 0,-1-1,1 1,-1-1,-1 0,1-1,-1 1,0-1,0-2,-2 6,0-1,0 0,0 0,-1 1,0-1,0 0,0 0,0 0,-1-1,0 1,0 0,0 0,-1 0,1 0,-1 0,-1 0,1 0,-1 1,0-4,0 8,0 0,0 0,0-1,0 1,0 1,0-1,-1 0,1 0,1 1,-1-1,0 1,0-1,0 1,0 0,0 0,0 0,1 0,-1 0,0 0,1 1,-1-1,1 1,-1-1,1 1,0-1,0 1,0-1,0 1,0 0,0 0,0 0,0 0,1 0,-1 0,1 0,-1 1,-3 7,0 1,1 0,0 0,1 0,0 1,0-1,1 1,1-1,1 9,-1-15,0 0,1 0,-1-1,1 1,0 0,1-1,-1 1,1-1,0 0,0 1,0-1,1 0,-1 0,1 0,0-1,0 1,1-1,-1 0,1 1,-1-1,1-1,0 1,0-1,2 2,20 4</inkml:trace>
  <inkml:trace contextRef="#ctx0" brushRef="#br0" timeOffset="1497.097">3131 160,'22'18,"8"6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6:26.5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376 44,'-43'-12,"1"3,-2 1,1 2,-1 2,-11 2,51 1,0 1,0-1,1 1,-1 0,0 0,0 0,0 1,0-1,0 1,1 0,-1 0,0 0,1 1,-1-1,1 1,-1 0,1 0,0 0,0 0,0 0,0 1,0 0,0-1,1 1,-1 0,1 0,0 1,0-1,0 0,0 2,0 0,1 0,0 0,1 0,-1 0,1 0,0 0,0 0,1 0,0 0,0 0,0 0,0-1,1 1,-1 0,1 0,0-1,1 1,-1-1,1 0,0 0,0 0,0 0,4 3,1 1,1 0,0 0,0-1,1 0,0-1,0 0,1-1,0 0,8 3,-4-3,1 0,0-2,1 1,-1-2,0 0,1-1,-1-1,1-1,-1 0,8-2,-16 2,-1 0,0-1,0 0,0 0,0 0,0-1,0 0,-1-1,1 0,-1 0,0 0,0 0,-1-1,1 0,-1 0,0-1,0 1,-1-1,0 0,0-1,0 1,-1-1,0 1,1-3,7-30,-11 38,1 1,-1 0,1-1,-1 1,1 0,-1 0,1-1,-1 1,1 0,0 0,-1 0,1 0,-1 0,1 0,-1 0,1 0,0 0,-1 0,1 0,-1 0,1 0,-1 0,1 1,-1-1,1 0,0 0,-1 1,1-1,-1 0,0 1,1-1,-1 0,1 1,-1-1,0 1,1-1,-1 1,0-1,1 1,-1-1,0 1,0-1,1 1,-1-1,0 1,0-1,0 1,0 0,0-1,0 1,0-1,0 1,0-1,0 1,0 0,0-1,0 1,0-1,-1 1,2 0,17 45,-2 1,-2 1,6 44,-19-89,0 0,1 0,-1 0,0 0,0 0,0 0,0 0,-1 1,1-1,-1 0,0 0,0 1,0-1,0 0,0 0,-1 1,0-1,0 0,1 0,-2 0,1 0,0 0,-1 0,1 0,-1 0,0-1,0 1,0 0,0-1,0 0,-1 1,1-1,-1 0,0 0,1-1,-1 1,-1 0,-125 1,82-6,-142-1,156-1,26 3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6:28.8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113 0,'69'9,"324"-3,-323-12,-96 1,-328 39,101-31,242-5,13-1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5:45.8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1132 0</inkml:trace>
  <inkml:trace contextRef="#ctx0" brushRef="#br0" timeOffset="56181.246">2135 147,'0'0,"1"0,-1 0,0 0,1 0,-1 0,1-1,-1 1,0 0,1 0,-1 0,1 0,-1 0,0 0,1-1,-1 1,0 0,1 0,-1-1,0 1,1 0,-1 0,0-1,0 1,1 0,-1-1,0 1,0 0,0-1,1 1,-1-1,0 1,0 0,0-1,0 1,0-1,0 1,0 0,0-1,0 1,0-1,0 1,0 0,0-1,0 1,0-1,0 1,0 0,-1-1,1 1,0 0,0-1,0 1,-1 0,1-1,0 1,0 0,-1-1,1 1,0 0,-1 0,1-1,0 1,-28 0,15 4,0 1,1 0,-1 1,1 0,0 1,1 0,0 1,0 1,0 0,1 0,1 1,-1 0,2 0,-1 1,2 0,-1 1,1 0,1 0,1 0,-1 1,2 0,0 0,0 0,0 7,-5 88,5-1,5 23,-1-37,13 168,-8-165,5-1,12 47,-5-7,-1 124,-10-125,34 571,-33-473,-12 53,5-243,-3 0,-1-1,-2 0,-2 0,-2 0,-1-1,-3 0,-1-1,-1-1,-9 13,-116 139,96-136,3 3,-19 35,58-88,2-4,0 1,0 0,0-1,0 1,0 0,0 0,1 0,-1 0,0 0,0 0,1 0,-1 0,1 0,-1 0,1 0,-1 0,1 0,0 0,-1 1,1-1,0 0,0 0,0 1,0-1,0 0,0 0,0 0,0 1,1-1,-1 0,0 0,1 0,-1 0,1 0,-1 0,1 1,-1-1,1 0,0 0,0-1,0 1,-1 0,1 0,0 0,0 0,0-1,1 1,47 0,-44-2,1 0,0 0,-1 1,1 0,-1 0,1 1,0 0,-1 0,1 0,-1 0,0 1,1 0,-1 0,0 0,0 1,0 0,0 0,-1 0,2 2,3 8,0 0,-1 1,-1 0,0 0,-1 1,0 0,-2 0,1 0,-2 1,0 0,-1-1,0 1,-2 0,0 11,1-13,3 126,-5 0,-10 36,-3 107,-3 231,-23 6,-48-65,16 108,34-76,25-212,0-91,-13 142,12-87,15 162,34-2,8-75,-37-283,1 0,2 0,2-1,2 0,2-1,1 1,-12-31,-1 0,2 0,-1-1,1 1,1-1,-1 0,1-1,1 1,-1-1,1 0,0-1,1 0,0 0,0 0,0-1,0-1,1 1,0-1,0-1,0 1,8 0,7 0,-8-1,0 0,0-2,0 1,0-2,0 0,0-1,0-1,0 0,-1-1,7-2,8-6,-7 2,0 1,1 1,0 1,0 2,0 0,12 0,-16 3,0 0,0-2,0-1,-1 0,1-1,-1-1,12-6,64-18,-95 30,1 0,-1 0,1 0,-1 0,1 0,-1 0,1 0,-1 0,1 0,-1 0,1 0,-1 0,1 0,-1 0,0 0,1 0,-1 1,1-1,-1 0,1 0,-1 1,0-1,1 0,-1 0,1 1,-1-1,0 1,0-1,1 0,-1 1,0-1,0 1,1-1,-1 0,0 1,0-1,0 1,0-1,1 1,-1-1,0 1,0-1,0 1,0-1,0 1,0-1,-1 1,1-1,0 0,0 1,0-1,0 1,0-1,-1 1,1-1,0 1,0-1,-1 0,1 1,0-1,-1 0,1 1,0-1,-1 0,1 1,-9 10</inkml:trace>
  <inkml:trace contextRef="#ctx0" brushRef="#br0" timeOffset="57995.755">263 1685,'0'93,"0"-93,-1 1,1-1,0 0,-1 1,1-1,0 0,-1 1,1-1,0 0,-1 1,1-1,-1 0,1 0,-1 0,1 1,0-1,-1 0,1 0,-1 0,1 0,-1 0,1 0,-1 0,1 0,-1 0,1 0,-1 0,1 0,-1 0,1 0,-1 0,1-1,-1 1,1 0,0 0,-1 0,1-1,-1 1,1 0,0-1,-1 1,1 0,0-1,-1 1,1 0,0-1,0 1,-1-1,1 1,0-1,0 1,0 0,-1-1,1 1,0-1,0 1,0-1,0 1,0-1,-8-6,5 4,-1 1,0 0,0-1,0 2,0-1,-1 0,1 1,0 0,-1 0,1 0,-1 0,1 1,-1 0,1 0,-1 0,1 0,-1 1,1 0,0 0,-1 0,1 0,0 1,-1-1,1 1,0 0,0 1,-1 0,-3 3,0 0,0 1,0 0,1 0,0 0,1 1,0 0,0 1,0-1,1 1,-3 7,3-3,-1 0,2 0,0 1,0-1,1 1,1 0,0 0,1 0,1 0,1 8,-1-17,0 0,1 1,0-1,0 0,0 0,1 0,0 0,0 0,0 0,0 0,1 0,0-1,0 1,0-1,1 0,-1 0,1 0,0 0,0-1,0 0,1 0,-1 0,1 0,-1-1,1 1,0-1,0 0,4 0,-3 0,-1-1,1-1,0 1,-1-1,1 0,0 0,-1-1,1 1,0-1,-1 0,1-1,-1 0,1 0,-1 0,0 0,0-1,0 0,0 0,0 0,-1 0,1-1,-1 0,86-100,-68 76,-22 28,1 0,0 0,0 0,-1 1,1-1,0 0,-1 0,1 1,0-1,-1 1,1-1,0 1,-1-1,1 1,-1-1,1 1,-1-1,1 1,-1 0,1-1,-1 1,0 0,1-1,-1 1,0 0,0-1,1 1,-1 0,0 0,0-1,0 1,0 0,0 0,0 0,0-1,0 1,0 0,0 0,-1-1,1 1,0 0,0-1,-1 2,2 3,-1 0,0-1,0 1,1 0,0-1,0 1,0-1,1 1,0-1,-1 0,1 0,1 1,-1-1,1-1,-1 1,1 0,0-1,1 1,-1-1,0 0,1 0,0 0,0-1,0 1,0-1,0 0,0 0,0 0,1-1,-1 1,1-1,-1 0,1-1,0 1,-1-1,4 0,0-1,-1-1,0-1,0 0,0 0,0 0,-1 0,1-1,-1 0,0-1,0 1,-1-1,1-1,-1 1,0-1,0 1,-1-1,0-1,0 1,0-1,-1 1,0-1,0 0,-1 0,0 0,0-1,0 1,-1 0,0-1,-1 1,0-1,0 1,0-1,-1 1,0-1,-1-3,0 8,0 0,0 1,0-1,0 0,0 1,-1 0,1-1,-1 1,0 0,1 0,-1 0,0 1,0-1,0 1,0 0,0-1,0 2,-1-1,1 0,0 0,-1 1,1 0,0 0,-1 0,1 0,0 0,-1 1,1-1,0 1,0 0,-1 0,1 0,0 0,0 1,0-1,0 1,0 0,1 0,-1 0,1 0,-1 0,1 0,-1 1,1 0,0-1,0 1,1 0,-1 0,0 0,0 2,-2 1,-1 1,1-1,1 1,-1 0,1 0,1 0,-1 1,1-1,0 1,1-1,0 1,0-1,1 1,0 0,0 0,1 1,5 16</inkml:trace>
  <inkml:trace contextRef="#ctx0" brushRef="#br0" timeOffset="59163.654">798 1738,'-6'-1,"-1"0,1 0,-1 0,1 1,-1 0,1 1,-1-1,1 1,-1 0,1 1,0-1,0 1,0 1,0-1,0 1,0 0,0 0,1 1,0 0,0 0,0 0,0 0,0 1,1 0,0 0,0 0,0 0,1 1,0-1,0 1,0 0,1 0,-1 0,2 0,-1 1,1-1,-1 0,2 1,-1-1,1 1,0-1,0 1,1-1,1 6,-1-8,0 0,0 0,1 0,-1 0,1 0,0 0,1-1,-1 1,1-1,-1 1,1-1,0 0,0 0,0 0,1 0,-1-1,1 1,-1-1,1 0,0 0,0 0,0-1,0 1,0-1,0 0,0 0,1-1,-1 1,0-1,0 0,1 0,-1 0,0 0,1-1,-1 0,0 0,0 0,0 0,0-1,0 0,0 0,0 0,0 0,-1 0,6-4,-1 0,1-1,-2 0,1 0,-1-1,0 0,0 0,-1 0,0-1,-1 0,0 0,0-1,-1 1,-1-1,1 0,-1 0,-1 0,0 0,0-1,-1-9,1-11,-1 0,-2 0,-1 0,-1 1,-2-1,-5-16,-56-173,54 197,12 23,-1 0,1 0,-1 0,0 0,1 1,-1-1,1 0,-1 0,1 0,-1 0,1 0,-1 1,1-1,-1 0,1 0,-1 1,1-1,-1 0,1 1,0-1,-1 1,1-1,-1 0,1 1,0-1,0 1,-1-1,1 1,0-1,0 1,-1-1,1 1,0-1,0 1,0 0,0-1,0 1,0-1,0 1,0-1,0 1,0-1,0 1,0 0,0-1,1 1,-1-1,0 1,0-1,1 1,-5 56,3 0,2-1,2 1,4 0,2 1,-5-27,2-1,1 1,1-1,2-1,1 0,1 0,7 10,-17-35,0 0,0 0,0 0,1 0,-1-1,1 1,0-1,0 0,0 0,0 0,0 0,1-1,0 1,-1-1,1 0,0 0,0 0,0 0,0-1,0 0,1 0,-1 0,0 0,1-1,-1 1,0-1,1 0,-1-1,0 1,1-1,-1 1,0-1,0-1,1 1,-1-1,0 1,0-1,-1 0,3-2,3-4,-1 0,0-1,0 0,0-1,-1 1,-1-1,0-1,0 1,-1-1,0 0,-1-1,-1 1,1-1,-2 1,0-1,1-11,-7-12,-10 50,9-4,1 0,1 0,0 1,1-1,0 1,0 0,1 0,1 0,0-1,1 1,0 0,0 0,2 2,-3-13,1 1,-1 0,1-1,0 1,0-1,-1 1,1-1,0 1,0-1,0 0,0 1,0-1,1 0,-1 0,0 0,1 0,-1 0,0 0,1 0,-1-1,1 1,0 0,-1-1,1 1,-1-1,1 0,0 1,-1-1,1 0,0 0,-1 0,1 0,0 0,-1-1,1 1,0 0,-1-1,1 1,-1-1,1 0,0 1,-1-1,0 0,1 0,-1 0,1 0,-1 0,0 0,0 0,0-1,0 1,1-1,9-9,0-1,-1-1,0 0,-1 0,0-1,-1 0,-1-1,0 1,-1-2,-1 1,0 0,-1-1,0 0,0-11,-5 1,-7 41,4-1,2 0,-1 1,2-1,0 0,0 1,1-1,2 10,-1-19,0 0,0 0,0 0,0 0,1 0,0 0,0-1,0 1,0-1,1 1,0-1,0 0,0 0,0 0,1-1,0 1,0-1,-1 0,2 0,-1 0,0 0,1-1,1 2,-2-3,0 1,-1 0,1-1,0 0,0 1,0-2,0 1,0 0,0-1,0 0,0 0,0 0,0 0,0-1,0 1,0-1,0 0,0-1,0 1,0 0,0-1,-1 0,1 0,-1 0,0-1,1 1,-1-1,0 1,0-1,0 0,-1 0,1 0,-1-1,0 1,0-1,0 1,1-3,1-7,0 0,-1-1,-1 0,0 1,0-1,-1 0,-1 0,-1 0,0 0,0 0,-2 1,0-1,0 1,-1-1,-1 1,0 0,-3-4,5 11,3 6,-1-1,0 1,1-1,-1 0,1 1,-1-1,1 1,-1-1,1 0,-1 1,1-1,0 0,-1 0,1 1,0-1,0 0,0 0,-1 1,1-1,0 0,0 0,0 0,0 1,0-1,0 0,1 0,-1 0,0 1,0-1,1 0,-1 0,0 1,1-1,-1 0,0 1,1-1,-1 0,1 1,-1-1,1 0,0 1,-1-1,1 1,0-1,-1 1,1 0,0-1,113 13,-100-11,-11-2,1 1,-1-1,1 1,-1 0,1 0,0 0,-1 1,1-1,-1 1,1 0,-1 0,1 0,-1 0,1 0,-1 1,0 0,0 0,0 0,0 0,0 0,0 0,-1 1,1-1,-1 1,0 0,1 0,-1 0,0 0,-1 0,1 0,-1 1,1-1,-1 0,0 1,0 0,-29 172,28-173,0-1,0 0,0 1,0-1,1 1,-1-1,1 1,-1-1,1 0,0 0,0 1,0-1,0 0,1 0,-1 0,1 0,-1 0,1 0,-1 0,1-1,0 1,0-1,0 1,0-1,0 0,0 1,1-1,-1 0,0 0,0-1,1 1,-1 0,1-1,-1 0,0 1,1-1,-1 0,2 0,5 0,0 0,-1-1,1 0,0 0,-1-1,1 0,-1 0,1-1,-1 0,3-2,46-40,-37 20</inkml:trace>
  <inkml:trace contextRef="#ctx0" brushRef="#br0" timeOffset="59413.524">1748 1363,'0'21,"2"15,3 11,3 7,3 3,3-2,2-2,1-5,-3-5,-1-7,-4-11</inkml:trace>
  <inkml:trace contextRef="#ctx0" brushRef="#br0" timeOffset="59668.152">1600 1056,'-16'-9,"-5"-5,-1-1,7 3,14 3,13 3,4 3</inkml:trace>
  <inkml:trace contextRef="#ctx0" brushRef="#br0" timeOffset="60568.15">384 2914,'-33'198,"24"-120,-11 45,15-116,4-29,2-391,-1 410,-1 0,1 0,0 0,-1 0,1-1,1 1,-1 0,1 0,-1 0,1 0,0-1,0 1,0 0,0 1,1-1,-1 0,1 0,0 0,-1 1,1-1,1 1,-1 0,0-1,0 1,1 0,0 0,-1 1,1-1,0 0,2 0,0 0,1 1,-1 0,0 0,1 0,-1 1,1-1,-1 1,1 1,-1-1,1 1,-1 0,0 0,1 1,-1-1,0 1,0 0,0 1,0-1,0 1,-1 0,1 0,-1 0,0 1,0 0,0 0,0 0,-1 0,1 0,-1 1,0-1,0 1,-1 0,0 0,0 0,0 0,0 1,-1-1,0 0,1 6,-3 2,-1 0,0 0,0 1,-2-2,0 1,0 0,-1-1,-1 0,0 0,0 0,-1-1,-1 0,0 0,0-1,-1 0,-9 8,0-5,27-19,-1 1,1 0,0 0,0 1,1 0,-1 0,1 1,0 1,0-1,0 2,0-1,0 1,0 1,1 0,8 1,-16 0,0 0,0 1,0-1,0 1,0 0,0-1,-1 1,1 1,-1-1,1 0,-1 0,0 1,0 0,0-1,0 1,0 0,-1 0,1 0,-1 0,0 0,0 0,0 1,0-1,0 0,-1 0,1 1,-1-1,0 3,0 4,0 0,-1 0,0-1,0 1,-1 0,-1-1,1 1,-1-1,-2 3,0 0,-1-1,0 0,-1-1,0 0,0 0,-1 0,-1-1,1 0,-1 0,-1-1,0 0,0-1,-1 0,-5 2,15-8,0 0,-1 0,1 0,-1 0,1-1,-1 1,1 0,-1-1,1 1,-1-1,1 0,-1 1,0-1,1 0,-1 0,0 0,1 0,-1 0,0 0,1-1,-1 1,1 0,-1-1,1 1,-1-1,1 0,-1 0,1 1,-1-1,1 0,0 0,-1 0,1 0,0-1,0 1,0 0,0 0,0-1,0 1,0-1,1 1,-1-1,0 1,1-1,-1 0,-1-15</inkml:trace>
  <inkml:trace contextRef="#ctx0" brushRef="#br0" timeOffset="60867.052">932 2794,'-7'-1,"-1"0,0 0,0 1,1 0,-1 0,0 1,1-1,-1 2,0-1,1 1,-1 1,1-1,0 1,0 0,0 1,0 0,1 0,-1 0,1 1,0 0,0 0,1 1,0-1,0 1,0 0,0 1,1-1,-1 4,-1 2,0 0,2 1,-1 0,2 0,-1 0,2 0,0 1,0-1,2 1,-1-1,2 6,-1-12,1 0,0-1,0 1,0-1,1 0,0 1,0-1,0 0,1 0,0 0,0-1,1 1,0-1,0 1,0-1,0 0,1-1,0 1,0-1,0 0,0 0,1-1,-1 1,2-1,1 0,0 0,0 0,0-1,0 0,1-1,-1 0,0 0,1-1,-1 0,1-1,-1 0,0 0,1 0,-1-1,0-1,0 1,0-1,0 0,-1-1,7-4,3-2,-1-1,-1 0,0-1,0-1,-1 0,-1-1,0-1,6-9,9-17</inkml:trace>
  <inkml:trace contextRef="#ctx0" brushRef="#br0" timeOffset="61115.415">1173 2741,'0'18,"0"13,0 10,0 7,2 3,1-4,2-4,0-8,0-7,-2-11,2-13,-1-11,2-14,-1-4</inkml:trace>
  <inkml:trace contextRef="#ctx0" brushRef="#br0" timeOffset="61318.844">1213 2593,'6'17,"1"0,1-1,0 0,1 0,1-1,0 0,1-1,1 1,-2-2,143 163,-151-174,-1-1,1 1,0-1,0 1,-1 0,1 0,-1 0,0 0,1 0,-1 0,0 0,0 0,-1 1,1-1,0 0,-1 1,1-1,-1 0,0 1,1-1,-1 0,0 1,-1-1,1 1,0-1,-1 0,1 1,-1-1,0 0,0 0,0 1,0 0,-9 7,-1-1,0 1,0-2,-1 1,0-2,-1 0,1 0,-1-1,-1 0,-6 1,10-3,-15 7,-1-1,0-1,-1-1,0-1,-21 2,24-8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7:01.03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135 254,'-3'14,"0"15,1 17,-1 12,2 10,0 4,-2 0,-3-7,0-13</inkml:trace>
  <inkml:trace contextRef="#ctx0" brushRef="#br0" timeOffset="300.848">0 67,'23'-4,"19"0,11 3,6 10,-1 8,-4 10,-13 8,-13 6,-15 2,-18 3,-16-2,-12-3,-7-5,-1-6,4-8,11-7,16-12,10-6</inkml:trace>
  <inkml:trace contextRef="#ctx0" brushRef="#br0" timeOffset="524.577">575 0,'-11'19,"-6"14,-1 13,4 11,3 6,7 7,8 2,5 3,4-2,2-3,-2-5,-2-11,-5-11,-1-13</inkml:trace>
  <inkml:trace contextRef="#ctx0" brushRef="#br0" timeOffset="1190.822">455 415,'109'14,"-76"-12,1 2,-1 0,1 3,-1 0,-1 2,0 2,0 1,-1 1,-1 2,18 11,-41-21,0 0,0 1,-1 0,0 0,0 0,0 1,-1-1,0 2,0-1,-1 0,0 1,0 0,-1 0,0 0,0 0,-1 0,0 1,0-1,-1 1,0-1,-1 1,0 0,0-1,-1 1,-1 7,-11 8,13-24,0 0,0 0,0 1,-1-1,1 0,0 0,0 1,-1-1,1 0,0 0,-1 0,1 1,0-1,-1 0,1 0,0 0,-1 0,1 0,0 0,-1 0,1 0,0 0,-1 0,1 0,0 0,-1 0,1 0,-1 0,1 0,0 0,-1 0,1 0,0-1,0 1,-1 0,1 0,0 0,-1-1,1 1,0 0,0 0,-1-1,1 1,0 0,0-1,0 1,-1 0,1 0,0-1,0 1,0 0,0-1,0 1,0-1,0 1,0 0,0-1,0 1,0 0,0-1,0 1,0 0,0-1,0 1,0 0,0-1,0 1,6-135,10-185,-15 316,-1 0,1 0,-1 1,0-1,0 0,0 0,0 0,-1 0,1 0,-1 0,0 1,0-1,-1 0,1 1,-1-1,0 1,0-1,0 1,0 0,-1 0,1 0,-1 0,0 0,1 0,-1 1,-1-1,1 1,0 0,-1 0,1 0,-1 1,1-1,-4 0,6 2,0 0,-1 1,1-1,0 0,-1 1,1-1,0 1,0-1,0 1,-1-1,1 1,0 0,0 0,0 0,0 0,0 0,0-1,1 2,-1-1,0 0,0 0,1 0,-1 0,1 0,-1 1,1-1,-1 0,1 0,0 1,-1-1,1 0,0 1,0-1,0 0,0 1,0-1,1 0,-1 1,0-1,0 0,1 0,-1 1,1-1,-1 0,1 0,0 0,-1 0,1 1,0-1,0 0,0 0,0 0,0-1,0 1,0 0,0 0,0-1,0 1,1 0,11 7,0-1,1-1,0 0,0-1,0 0,0-1,1-1,-1 0,1-1,0-1,0 0,4-1,-10 1,234 13,-240-14,0 0,0 0,-1 1,1-1,0 1,0-1,-1 1,1 0,-1 0,1 0,-1 0,1 0,-1 1,1-1,-1 1,0 0,0 0,0-1,0 1,0 1,0-1,-1 0,1 0,-1 1,1-1,-1 1,0-1,0 1,0-1,0 1,0 0,-1-1,1 1,-1 0,0 0,0 1,-26 88,-2 9,27-97,1 1,0 0,0-1,1 1,-1-1,1 1,0-1,0 1,1-1,-1 1,1-1,0 0,0 0,1 0,-1 0,1 0,0 0,-1-1,2 0,-1 1,0-1,7 3,0-1,0 0,1 0,-1-1,1-1,0 1,0-2,0 0,0 0,1-1,-1 0,0-1,1 0,-1-1,0 0,0-1,1 0,-1-1,0 0,4-3,39-12,-9-1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7:02.73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56 34,'-9'16,"1"0,1 0,0 1,1 0,1 0,1 1,0-1,0 13,3-24,0 1,1-1,0 0,1 0,0 0,-1 1,2-1,-1 0,1 0,0 0,0 0,1-1,-1 1,1-1,1 1,-1-1,1 0,0 0,0-1,0 1,1-1,-1 0,1 0,0 0,0-1,3 2,1 0,1-1,0 0,-1 0,1-1,1 0,-1-1,0 0,0-1,1 0,-1 0,1-2,-1 1,1-1,-1 0,-4 0,0 0,0 0,0-1,0 0,-1 0,1 0,0-1,-1 0,0 0,0 0,0 0,0-1,0 0,-1 0,0 0,0-1,0 1,0-1,-1 0,1 0,-1 0,-1-1,1 1,1-5,-2 0,-1 0,0 0,0 0,-1 0,0 0,-1 0,0 0,-1 0,0 0,-1 0,0 1,0-1,-1 1,0 0,0 0,-1 0,-1 1,1-1,-1 1,-1 1,1-1,-1 1,-1 0,1 1,-1-1,0 2,-1-1,1 1,-1 0,0 1,0 0,-1 0,1 1,-1 1,0-1,0 2,-2-1,6 1,1 1,-1 0,1 1,0-1,-1 1,1 0,0 0,-1 1,1-1,0 1,0 0,0 1,1-1,-1 1,0 0,1 0,0 1,0-1,0 1,0 0,0 0,1 0,0 0,0 1,0-1,0 1,1 0,0 0,-1 0,2 0,-1 0,1 0,0 1,0-1,0 0,1 1,0-1,0 1,0-1,1 1,-1-1,1 0,1 0,1 5,3-1,0 0,1-1,0 0,0 0,1 0,0-1,1 0,-1-1,1 0,0 0,1-1,0 0,-1-1,2 0,-1 0,0-1,1-1,-1 0,1 0,0-1,0 0,57 10</inkml:trace>
  <inkml:trace contextRef="#ctx0" brushRef="#br0" timeOffset="614.439">591 208,'-3'2,"1"0,0 1,-1-1,1 1,0 0,1 0,-1 0,0 0,1 0,0 0,0 0,0 0,0 1,0-1,1 0,-1 0,1 1,0-1,0 1,0-1,0 0,1 1,-1-1,1 0,0 1,0-1,0 0,1 0,-1 0,1 0,-1 0,1 0,0 0,0-1,0 1,1-1,-1 1,1-1,0 0,7 3,0 0,1-1,0-1,0 0,0 0,0-1,0-1,0 0,1 0,-1-1,0 0,1-1,-1-1,0 1,0-2,0 0,0 0,0-1,-1 0,0-1,1 0,-2-1,9-5,-15 9,0-1,0 1,0-1,-1 1,1-1,-1 0,1 0,-1 0,0 0,0-1,-1 1,1 0,-1-1,0 1,1-1,-1 0,-1 1,1-1,-1 0,1 0,-1 1,0-1,0 0,-1 0,1 1,-1-1,0 0,0 1,0-1,0 0,-1 1,1 0,-1-1,0 1,0 0,0 0,-1 0,0-1,-7-6,0 0,-1 1,-1 0,1 1,-1 0,-1 1,1 0,-1 1,0 1,-1 0,1 0,-1 2,0-1,0 2,0 0,-1 1,1 0,-11 1,15 0,0 1,0 0,1 1,-1 0,1 0,-1 1,1 0,0 1,-8 3,15-6,-1 1,0-1,1 1,-1-1,1 1,0 0,-1 0,1 0,0 0,0 0,0 0,1 1,-1-1,0 1,1-1,0 1,-1 0,1-1,0 1,0 0,1 0,-1 0,1 0,-1 0,1 0,0 0,0 0,0 0,1 0,-1 0,1-1,-1 1,1 0,0 0,3 5,1-1,-1 0,1-1,1 1,-1-1,1 0,0 0,1 0,-1-1,1 0,0-1,1 1,-1-1,1-1,-1 1,1-1,0-1,2 1,24 8,0-1,1-1,0-2,0-2,0-1,1-2,-1-1,1-2,-1-1,1-2,-27 3,0 1,0-2,0 1,0-1,0-1,0 1,-1-1,0-1,1 0,-1 0,-1-1,1 1,-1-2,1 1,1-3,-6 2,-7 22,6-10,1 1,1-1,-1 0,1 0,0 0,1 0,-1-1,1 0,0 0,0 0,1-1,-1 1,1-1,0-1,0 1,1-1,-1 0,1 0,-1-1,1 0,0 0,0-1,0 1,2-1,8 2,0 0,1-1,-1 0,0-2,0 0,1-1,12-2,-21 2,-1-1,0 0,0 0,0 0,0-1,0-1,-1 1,1-1,-1 0,0-1,0 1,-1-2,1 1,-1-1,0 1,0-2,0 0,-3 2,0 1,0-1,-1-1,0 1,0 0,0 0,0-1,-1 1,0-1,0 0,0 1,-1-1,0 0,0 1,0-1,-1 0,0 1,0-1,0 1,-1-1,1 1,-1 0,-1-1,1 1,-1 0,0 0,-3-3,0-1,-1 0,0 1,0 0,-1 0,0 0,-1 1,1 1,-1-1,-1 2,1-1,-1 1,0 0,0 1,-2 0,2 1,0 1,0 0,-1 1,1 0,-1 1,1 0,-1 0,1 1,0 0,-1 1,1 1,0-1,0 1,0 1,0 0,1 1,0-1,0 2,0-1,0 1,1 1,0 0,0 0,1 0,0 1,0 0,1 0,0 1,0 0,1 0,0 0,1 0,0 1,0 0,-1 9,3-14,1 1,0-1,1 1,-1-1,1 1,0-1,0 1,1-1,-1 1,2-1,-1 1,0-1,1 1,0-1,0 0,0 0,1 0,0 0,0-1,0 1,1-1,-1 1,4 1,24 21</inkml:trace>
  <inkml:trace contextRef="#ctx0" brushRef="#br0" timeOffset="1847.62">1767 128,'-5'17,"0"0,1 1,1-1,1 1,1 0,0 0,1 0,1 0,1 0,1 5,-1-18,-1-1,1 1,0-1,0 0,1 1,-1-1,1 0,0 0,0-1,0 1,1-1,-1 1,1-1,0 0,0 0,0-1,0 1,0-1,0 0,1 0,-1 0,1-1,0 1,-1-1,1 0,0-1,0 1,0-1,0 0,7 0,1 0,-1-1,0 0,1-1,-1-1,0 0,0 0,0-1,0-1,9-4,-10 2,0 1,0-1,-1-1,1 0,-2 0,1-1,-1-1,-1 1,1-1,-2-1,2-3,-5 9,-1-1,0 0,0 0,0 0,-1 0,0-1,0 1,-1 0,0-1,0 0,0 1,-1-1,0 0,0 1,-1-1,0 1,0-1,0 1,-1-1,0 1,0 0,-3-5,-1 2,0 0,-1 0,0 1,-1-1,1 2,-1-1,-1 1,0 1,0 0,0 0,0 0,-1 1,0 1,0-1,-1 2,1 0,-1 0,0 0,1 2,-1-1,0 1,0 1,0 0,0 1,0 0,0 0,0 1,1 0,-10 4,15-4,0 0,0 0,1 0,-1 0,1 1,-1 0,1 0,0 0,0 1,0-1,0 1,1 0,-1 0,1 0,0 0,0 1,1-1,-1 1,1 0,0 0,1 0,-1 0,1 0,0 0,0 0,0 1,2 34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7:05.46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137 15,'-2'14,"-3"15,-3 15,-3 15,1 14,0 13,-3 7,-1 7,-2 1,1-2,3-7,3-12,3-15,2-17,3-20,1-23,0-20,1-8</inkml:trace>
  <inkml:trace contextRef="#ctx0" brushRef="#br0" timeOffset="615.415">525 28,'5'3,"8"0,15 0,22-1,24 0,25-3,21-2,13-2,1-3,-5 1,-14 0,-20 3,-23 1,-22 1,-17 1,-10 1,-8 1</inkml:trace>
  <inkml:trace contextRef="#ctx0" brushRef="#br0" timeOffset="1470.05">285 1298,'0'3,"4"0,11 2,17 0,20 0,25-2,20-3,11-4,3-3,-6-2,-13 2,-19 2,-19 2,-19-1,-12 0,-7-2,-5 1</inkml:trace>
  <inkml:trace contextRef="#ctx0" brushRef="#br0" timeOffset="2024.635">1875 309,'0'-2,"0"3,-2 9,-3 12,-3 15,-5 20,-4 19,-5 16,-2 11,-2 7,-1 2,4-5,6-6,8-13,6-23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7:09.91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117 15,'4'-7,"2"1,-2 5,-5 14,-6 21,-7 23,-5 22,-2 19,1 12,3 6,5 1,4-5,4-10,0-14,1-22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7:08.43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343 1,'-7'23,"-4"23,-3 22,-4 20,-5 20,-3 14,-7 12,-4 3,0-1,-2-5,3-12,2-15,6-24</inkml:trace>
  <inkml:trace contextRef="#ctx0" brushRef="#br0" timeOffset="735.454">343 1231,'2'4,"1"5,5-1,5 0,9-2,15-2,17-2,20-4,22-3,18-6,12-3,5-3,-2-2,-6-2,-14-2,-24 3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7:24.15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15,'1126'0,"-1106"3,-29 4,-242-4,-63-4,96-12,48 14,845-1,-349-15,-173 24,-20-3,-122-6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7:25.82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378 0,'0'3,"1"1,-1-1,0 0,0 0,0 0,-1 0,1 0,-1 1,1-1,-1 0,0 0,0 0,-1 0,1-1,-1 1,1 0,-1-1,0 1,0 0,-5 9,-24 62,2 1,3 1,-4 33,21-75,-11 26,-3-2,-2 0,-15 20,13-25,3 0,1 2,-12 48,22-21,23-109,38-104,5 1,39-62,-85 179,30-57,-4-1,-2-1,-4-2,16-68,-114 446,-8-35,47-174,4 1,5 2,3 0,2 32,18-90,1-40,0 0,0 0,-1 0,1 0,0 0,-1-1,1 1,0 0,-1 0,1 0,0-1,-1 1,1 0,0-1,-1 1,1-1,-1 1,1-1,-1 1,1-1,-1 1,1-1,-1 1,1-1,-1 1,0-1,1 0,-1 1,0-1,0 0,1 1,-1-1,0 0,0 1,0-1,0 0,0 1,0-1,0 0,0 0,0 0,71-267,-65 239,69-294,21-22,-65 238,-33 147,-64 307,-62 241,107-489,46-204,97-647,-103 661,-12 92,0 29,-3 11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7:26.88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157 174,'-14'54,"-89"546,77-431,12-81,16-79,6-35,-8 25,90-339,55-182,-86 333,-56 173,-11 26,-17 46,2 1,2 0,3 2,-8 50,-1 33,6 1,-1 143,16-232,50-342,-7-16,-36 259,-4 28,-7 27,-4 25,0 0,3 1,0 0,3 1,-1 14,-30 178,28-167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7:27.8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245 27,'175'0,"569"-10,-668 2,-79 5,-152-2,-764 5,816 3,82 1,24 2,72 9,158 4,29-10,-131-5,158 3,-276-7,-27 0,14 0,-956-8,882 12,79 3,94 17,39-5,0-7,138-6,-132-17,-110 3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7:28.95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299 303,'8'-9,"0"1,1 0,0 0,0 1,1 0,0 1,0 0,1 1,3-2,-13 7,0 0,0 0,0 0,0 0,0 1,0-1,0 0,0 0,0 1,0-1,0 1,0-1,0 1,0-1,-1 1,1 0,0-1,0 1,-1 0,1 0,0-1,-1 1,1 0,-1 0,1 0,-1 0,1 0,-1 0,0 0,1 0,-1 0,0 0,0 0,0 0,0 0,0 0,0 0,0 0,0 0,0 0,0 0,0 0,-1 0,1 0,0 0,-1 0,1 0,-1 0,1 0,-1-1,0 1,1 0,-1 0,0 0,1-1,-2 1,-21 63,-3-1,-26 45,19-41,23-47,-92 195,-55 171,149-370,9-35,17-57,3 2,22-51,-25 75,49-137,19-50,22-124,-93 282,-20 75,-32 75,1 22,4 2,4 1,5 1,4 1,4 1,1 48,10-102,2 1,2 0,2-1,2 1,9 35,-13-81,0 0,0-1,0 1,0 0,1 0,-1 0,0 0,0-1,1 1,-1 0,0 0,0 0,1 0,-1 0,0 0,0 0,1 0,-1 0,0 0,1 0,-1 0,0 0,0 0,1 0,-1 0,0 0,0 0,1 0,-1 0,0 0,1 0,-1 1,0-1,0 0,0 0,1 0,-1 0,0 1,0-1,0 0,22-137,124-573,-138 668,-8 29,-9 30,-107 311,81-216,-83 243,101-306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7:30.00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294 64,'-3'44,"-1"1,-2-1,-8 25,7-34,3-18,-14 92,-6-2,-4 0,-5-2,-35 74,57-159,9-40,64-232,-28 68,-9-1,-5-42,-12 151,-4 90,-7 42,-3 0,-3-1,-1 0,-4 0,-12 31,-120 307,136-360,12-23,9-23,18-38,-3-1,-2-1,-3-1,11-41,-23 67,-3 10,23-64,-4-2,5-43,-27 87,-3 39,0 1,0-1,0 0,0 1,0-1,0 1,0-1,0 0,-1 1,1-1,0 1,0-1,0 1,-1-1,1 0,0 1,-1-1,1 1,-1-1,1 1,-1 0,1-1,0 1,-1-1,1 1,-1 0,0-1,1 1,-1 0,1 0,-1 0,1-1,-1 1,0 0,1 0,-1 0,0 0,1 0,-1 0,1 0,-1 0,0 0,1 0,-1 0,1 1,-1-1,0 0,1 0,-1 1,1-1,-1 0,1 1,-1-1,1 0,-1 1,1-1,-1 1,1-1,0 1,-1-1,1 1,-1-1,1 1,0-1,0 1,-1-1,1 1,0 0,0-1,0 1,-12 14,0 1,2 0,0 0,1 1,0 1,1 0,2 0,-3 7,6-15,-13 32,2 1,2 0,2 1,2 0,2 1,1 0,3-1,2 29,7-16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7:32.3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341 70,'-5'-6,"-1"0,0 0,0 0,0 1,-1 0,0 0,0 1,0 0,-1 0,1 1,-1 0,0 0,0 0,0 1,0 1,0-1,0 1,0 1,-1-1,1 1,0 1,-1 0,1 0,0 0,0 1,0 1,0-1,0 1,1 0,-1 1,1 0,-1 2,0-1,0 2,1-1,0 1,1 0,-1 1,1 0,1 0,0 0,0 0,0 1,1 0,0 0,1 0,0 0,0 1,1-1,1 1,-1 0,1-1,1 1,0 0,0 0,1-1,1 5,-1-11,1 1,0 0,0-1,0 1,0-1,0 0,1 0,-1 0,1 0,0 0,0 0,0-1,0 1,0-1,1 0,-1 0,1 0,-1 0,1-1,0 0,-1 1,1-1,0-1,0 1,0 0,0-1,0 0,0 0,0 0,2-1,4 0,0 0,-1-1,1-1,0 0,-1 0,1 0,-1-1,0-1,-1 0,1 0,5-4,0-4,-1-1,0 0,-1-1,-1 0,0-1,-1-1,0 1,-2-1,0-1,-1 1,-1-1,4-19,-3 19,-6 19,0-1,0 1,0 0,0-1,-1 1,1 0,0 0,-1 0,1 0,-1 0,1-1,-1 1,1 0,-1 0,1 0,-1 0,0 0,0 0,0 1,1-1,-1 0,0 0,0 0,0 0,-1 0,1 0,0 0,0 0,-1 0,1 0,0 0,-1 0,2 26,-2-17,0 1,1 0,0 0,1 0,0 0,1 0,0-1,1 1,0-1,1 1,0-1,0 0,1-1,0 1,1-1,6 8,3-6,0-1,0 0,1-1,0-1,1-1,0 0,0-1,0-1,1 0,0-2,0 0,0-1,0 0,0-2,18-1,53 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7:33.23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216 1,'-15'19,"2"1,1 0,0 1,2 0,0 1,1 0,-2 13,-27 75,4 2,-11 77,39-129,6-59,1-1,-1 1,1-1,0 1,-1-1,1 1,0-1,-1 0,1 1,0-1,-1 0,1 0,0 0,0 1,-1-1,1 0,0 0,0 0,-1 0,1 0,0 0,0 0,-1-1,1 1,0 0,0 0,-1-1,1 1,0 0,-1-1,1 1,0 0,-1-1,1 1,-1-1,1 1,0-1,-1 1,1-1,-1 0,0 1,1-1,-1 0,0 1,1-1,-1 0,0 1,0-1,1 0,-1 0,0 1,0-1,0 0,0 0,2-1,30-39,-22 26,0 1,1 0,0 1,1 0,1 0,0 2,0-1,1 2,1 0,0 1,0 0,14-5,-25 13,0 0,0 0,1 1,-1-1,0 1,0 0,0 0,1 1,-1-1,0 1,0 0,0 0,0 0,0 1,0-1,0 1,0 0,0 0,-1 0,1 1,-1-1,0 1,0 0,0 0,0 0,1 2,6 7,-1 0,0 1,-1 0,-1 0,0 1,4 10,-4-7,0-1,-1 1,0 1,-2-1,0 1,-1 0,0 0,-2 0,0 1,-1-16,-1 0,1 1,-1-1,0 0,0 0,0 1,0-1,-1 0,1 0,-1 0,0-1,0 1,0 0,0-1,0 1,-1-1,1 0,-1 0,0 0,1 0,-1 0,0 0,0-1,0 1,0-1,0 0,-2 0,-90 15,93-16,-5 0,-15 3,0-2,0 0,0-2,0 0,0-1,0-2,1 0,-1-1,0-1,4-4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7:34.00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577 68,'-15'-9,"-2"0,1 0,-1 2,0 0,0 1,-1 1,0 0,0 1,0 1,-1 1,1 1,-1 0,1 2,0 0,-1 1,1 0,-5 3,6-1,1 0,-1 1,1 1,0 1,1 0,-1 2,2-1,-1 2,1 0,-2 2,9-6,0 0,0 1,1-1,0 1,0 1,1-1,0 1,0 0,1 0,0 0,0 0,1 1,0 0,0 0,1 0,1 0,-1 0,1 0,1 7,1-6,0 0,1-1,0 1,0-1,1 0,1 0,-1 0,2 0,-1 0,1-1,0 0,1 0,0 0,0-1,1 0,0 0,0 0,7 5,8 4,0-1,1-1,0-1,1-1,0-1,12 3,27 7,1-4,0-2,1-3,1-3,32-1,29-2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7:34.95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427 583,'0'-6,"-1"0,0 0,0 0,0 1,0-1,-1 1,0-1,0 1,-1-1,0 1,0 0,0 0,0 0,-1 1,1-1,-1 1,0 0,-1 0,1 0,-1 0,0 1,0 0,0 0,0 0,0 1,-1 0,-2-1,-2-1,-1 0,1 2,-1-1,0 1,0 1,0 0,0 0,0 1,0 0,0 1,0 1,0-1,0 2,-3 1,4 0,0 0,0 1,0 1,0 0,1 0,0 1,0 0,1 1,0-1,0 2,1-1,0 1,0 0,1 0,0 1,1 0,0 0,1 0,0 1,0 0,1 0,1-1,0 2,0-1,1 0,0 8,1-14,1 0,0-1,0 1,0-1,0 0,1 1,0-1,0 0,0 0,0 0,0 0,1 0,0-1,0 1,0-1,0 0,0 1,1-2,0 1,-1 0,1-1,0 1,0-1,0 0,1-1,-1 1,0-1,1 1,-1-1,1-1,-1 1,1-1,-1 1,1-1,-1-1,1 1,0-1,-1 1,1-1,-1-1,0 1,2-1,6-2,0-1,1-1,-2 0,1-1,-1 0,0 0,-1-1,1-1,-2 0,1 0,-1-1,-1 0,1 0,-2-1,0 0,4-9,6-12,-2 0,-1-1,-1-1,-3-1,5-20,61-345,-73 389,-3 17,-2 23,2-28,-19 156,-10 165,28-311,0 0,1 0,1 0,0 0,0 0,1 0,0-1,1 1,0-1,1 1,0-1,1 0,0 0,0-1,1 1,0-1,1 0,0-1,0 0,2 1,8 0,0 0,0-1,1 0,1-2,-1 0,1-1,0-1,0 0,0-2,1 0,-1-2,1 0,-1 0,0-2,1-1,-1 0,9-4,42-8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7:37.65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0 294,'27'0,"1"-1,-1-2,0 0,0-2,-1-1,1-1,-1-1,-1-2,1 0,-2-2,1 0,-2-2,0-1,0 0,0-3,30-51,-52 67,0 0,0 1,0-1,0 0,-1-1,1 1,-1 0,1 0,-1 0,0 0,0 0,0-1,0 1,0 0,0 0,-1 0,1 0,-1 0,1 0,-1 0,0 0,0 0,0 0,0 0,0 0,0 0,-1 0,1 1,0-1,-1 1,0-1,1 1,-1-1,0 1,0 0,1 0,-3-1,-2 0,1-1,-1 1,1 0,-1 1,0-1,0 1,0 0,0 1,0-1,0 1,0 0,0 1,0 0,0 0,0 0,0 0,0 1,1 0,-1 0,0 1,1 0,0 0,-3 2,-4 2,2 1,-1 0,1 1,0 0,1 1,0 0,1 0,0 1,0 0,-1 4,2-3,-1 1,2 0,0 1,0 0,1 0,1 0,0 0,1 1,1 0,0-1,1 1,1 0,0 10,1-20,1 0,-1-1,1 1,0 0,0-1,0 1,0-1,1 0,0 1,0-1,0-1,0 1,1 0,-1-1,1 0,0 1,0-2,0 1,1 0,-1-1,0 0,2 0,110 26,-66-25,0-2,1-3,-1-1,0-3,7-3,38-10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7:38.35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1 220,'142'-15,"-122"13,0 0,0-1,0-2,-1 1,0-2,0-1,0 0,-1-2,0 0,11-8,-26 16,-1-1,1 1,-1-1,0 0,0 0,0 0,0 0,0 0,0 0,0-1,0 1,-1 0,0-1,1 0,-1 1,0-1,0 0,0 1,-1-1,1 0,-1 0,1 0,-1 0,0 0,0 0,0 1,-1-1,1 0,-1 0,1 0,-1 0,0 1,0-1,0 0,-1 1,1-1,-1 1,1-1,-1 1,0 0,0-1,0 1,-1 0,-1-1,1 0,-2 0,1 1,0-1,0 1,-1 0,1 1,-1-1,0 1,1 0,-1 0,0 0,0 0,0 1,0 0,0 0,1 1,-1-1,0 1,0 0,1 0,-1 1,0-1,1 1,-1 0,1 0,0 1,0-1,0 1,0 0,0 0,0 0,1 0,-1 1,1 0,0 0,0 0,1 0,-1 0,1 0,-2 4,-9 22,2 1,1 0,1 1,2-1,1 2,1-1,2 0,1 8,1-28,-15 208,6-63,-22 109,-1-137,16-88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7:38.59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90,'28'-4,"28"-5,31-2,30-2,22-3,13-3,-20 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8:23.63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164 81,'-22'26,"-53"51,70-67,1 0,0 1,1 0,0 0,0 0,1 0,1 0,0 0,0 0,1 1,0-1,3 11,-2 9,0-19,2-1,-1 1,2-1,-1 0,2 0,-1 0,1-1,1 1,0-1,1-1,0 1,0-1,1 0,0 0,0-1,1 0,0-1,1 0,-1-1,1 1,1-2,-1 1,1-2,0 1,0-2,0 1,1-1,-1-1,9 1,61 6,-59-8,-1 2,1 0,-1 1,0 1,21 7,-21-5,1 0,0-2,1-1,-1-1,1-1,-1 0,12-2,111 14,-116-9,0-1,0-2,0-1,0-1,0-1,20-5,49 0,-42 5,-1-3,0-2,48-12,-26-10,85-60,-153 84,-1 0,1-1,-1-1,0 0,0 0,0 0,-1-1,0 0,0 0,-1-1,0 0,0 0,-1 0,0-1,-1 0,0 0,0 0,-1-1,0 1,0-1,-1 1,0-1,-1-5,0 6,-1 0,0 0,-1 0,0 0,0 0,-1 0,0 0,0 0,-1 1,0-1,-1 1,0 0,0 0,-1 0,-2-2,-2-1,0 0,-1 1,-1 0,1 1,-2 0,1 0,-1 1,-1 1,1 0,-2 0,-13-7,0 2,0 0,-1 2,-1 1,1 2,-1 0,-1 2,1 1,-21 1,-88-10,-101-1,-121 15,222 13,-13 11,-18-11,162-14,0 0,0 1,0 0,1 0,-1 0,0 1,1 0,-1 1,1-1,0 1,0 0,0 1,0-1,0 1,1 0,0 1,0-1,0 1,0 0,1 1,-3 3,-9 11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8:30.55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89 198,'-6'7,"0"1,1-1,0 1,0 1,0-1,1 1,0-1,1 1,0 0,0 0,1 1,0-1,1 1,0-1,1 1,0-1,0 1,1-1,0 1,0-1,1 0,1 1,-1-1,1 0,1 0,0-1,0 1,2 1,2-1,0-1,0 1,1-2,0 1,0-1,1 0,0-1,0 0,1-1,0 0,0 0,0-1,0-1,0 0,1-1,0 0,6 0,-13-2,-1 0,0 0,1-1,-1 0,1 0,-1 0,0 0,0-1,0 0,0 1,0-2,0 1,0 0,0-1,-1 0,0 0,1 0,-1 0,0 0,0 0,-1-1,1 0,-1 1,0-1,0 0,0 0,0-1,0 1,-1 0,0-1,3-10,0 1,-2 0,0-1,0 0,-1 1,-1-1,-1 0,-1-10,0 12,-1 0,0 0,0 0,-2 0,0 1,0 0,-1 0,0 0,-1 1,-1 0,0 0,0 1,-8-8,12 14,-1-1,0 1,0 0,0 0,0 0,0 1,-1 0,0 0,0 1,1-1,-2 1,1 0,0 1,0-1,0 1,-1 1,1-1,0 1,-1 0,1 0,-1 1,1 0,0 0,0 1,-1-1,1 1,0 1,1-1,-3 2,0 1,0 0,1 0,0 1,0 0,0 1,1-1,0 1,0 1,1-1,0 1,0 0,1 0,0 0,0 1,1-1,0 1,0 0,1 0,0 0,1 0,0 0,1 0,-1 1,2-1,-1 0,1 0,1 0,0 0,0 0,1 0,0 0,0-1,1 1,0-1,0 0,1 0,0 0,1-1,4 5,32 21,3-9</inkml:trace>
  <inkml:trace contextRef="#ctx0" brushRef="#br0" timeOffset="380.984">678 224,'-7'0,"1"1,-1 0,1 0,0 0,-1 1,1 0,0 0,0 0,0 1,0 0,1 0,-1 0,1 1,0 0,0 0,0 0,0 1,1-1,0 1,0 0,0 1,0-1,1 1,0-1,0 1,1 0,-1 0,1 0,1 1,-2 2,3-3,0 0,0 1,0-1,0 1,1-1,0 0,0 1,1-1,0 0,0 0,1 0,-1 0,1 0,0-1,1 1,-1-1,1 0,0 0,1 0,-1 0,1-1,0 0,0 0,5 3,4 2,0 0,1-1,0 0,1-2,-1 0,1 0,0-2,1 0,1 0,-10-2,0 0,0 0,1-1,-1 0,0 0,1-1,-1 0,1-1,-1 0,0 0,1-1,-1 0,0 0,0-1,0 0,0 0,-1-1,1 0,-1 0,0-1,0 0,-1 0,1-1,-1 1,0-2,-1 1,0 0,3-5,-4 2,-1 0,0 0,0 0,-1-1,0 0,0 1,-1-1,0 0,-1 1,0-1,-1 0,0 1,-1-1,0 0,0 1,-1 0,0-1,0 1,-1 0,-1-1,-2-3,0 0,0 1,-1 0,-1 0,0 1,-1 0,0 0,0 1,-1 1,0-1,-1 2,0 0,-4-2,10 7,0 0,0 0,0 0,-1 0,1 1,-1 0,1 1,-1-1,0 1,0 1,0-1,1 1,-1 0,0 1,0 0,0 0,1 0,-1 1,0 0,1 0,0 1,-1-1,1 2,0-1,0 0,1 1,-1 0,1 1,-4 3,3-1,2-1,-1 1,1-1,0 1,0 1,1-1,0 0,0 1,1 0,0 0,0-1,1 1,0 0,0 0,1 0,0 0,0 1,1-1,0-1,1 1,-1 0,2 0,-1 0,1-1,0 1,3 4,21 36</inkml:trace>
  <inkml:trace contextRef="#ctx0" brushRef="#br0" timeOffset="713.212">1279 479,'11'-141,"-7"0,-5-6,0 97,-9 124,4-36,2 0,1 0,2 0,2 0,2 0,1 0,2 0,1-1,2 0,12 30,30 5,-24-52</inkml:trace>
  <inkml:trace contextRef="#ctx0" brushRef="#br0" timeOffset="1062.687">1760 305,'-3'7,"0"-1,1 1,0 0,1 0,-1 0,1 0,0 0,1 0,0 0,0 0,1 0,-1 0,1 0,1 0,0 0,0 0,0 0,1-1,-1 1,2-1,-1 0,1 0,0 0,0 0,0-1,1 1,0-1,0 0,1-1,-1 1,1-1,0 0,0 0,0-1,0 0,1 0,0-1,-1 1,3-1,-2-1,1 0,-1 0,1-1,0 0,-1 0,1-1,-1 0,1-1,-1 1,1-1,-1-1,0 1,0-1,0-1,0 1,-1-1,1 0,-1-1,0 1,0-1,-1 0,1-1,-1 0,2-2,1-2,-1-1,0 0,0-1,-1 1,-1-1,0 0,0-1,-2 1,1-1,-1 0,-1 0,0 0,-1-12,-1 13,0 0,-1 0,-1 0,0 0,0 1,-1-1,-1 1,0 0,0 0,-1 0,-1 0,1 1,-8-10,8 15,1-1,-1 1,0-1,-1 1,1 1,-1-1,0 1,0 0,-1 0,1 1,-1 0,1 0,-1 0,0 1,0 0,0 1,-1-1,1 1,0 1,0-1,-1 1,1 1,-3-1,-9 5,0 0,0 1,1 1,0 1,0 1,1 0,0 1,1 1,0 0,0 1,1 1,1 1,0 0,1 0,1 1,0 1,1 0,1 1,-7 14,-36 104,42-82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8:29.07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69 387,'0'23,"0"19,0 13,0 9,-2 3,-1-4,0-7,-1-11,-3-14,-3-14,2-16,0-10</inkml:trace>
  <inkml:trace contextRef="#ctx0" brushRef="#br0" timeOffset="263.77">3 615,'0'-486,"0"473,-1 8,0 0,1 1,0-1,0 0,0 0,0 1,1-1,-1 0,1 1,0-1,1 1,-1-1,1 1,0-1,0 1,0 0,1 0,0 0,-1 0,1 1,1-1,-1 1,4-4,4 5,0-1,0 1,1 1,-1 0,1 1,-1 0,0 1,1 0,-1 1,0 0,7 3,-8-4,0 1,0 0,0 1,0 0,-1 1,0 0,1 0,-2 1,1 0,0 0,-1 1,0 0,-1 1,1 0,-1 0,0 1,-1 0,0 0,5 8,-10-13,0 0,-1 0,1 1,0-1,-1 1,0-1,0 1,0-1,0 1,-1-1,1 0,-1 1,0-1,0 0,0 1,0-1,-1 0,1 0,-1 0,0 0,0 0,0 0,0-1,0 1,-1 0,1-1,-1 0,-78 54,-81 16,141-60</inkml:trace>
  <inkml:trace contextRef="#ctx0" brushRef="#br0" timeOffset="758.518">189 842,'11'-3,"-1"-2,-1 1,1-1,-1 0,1-1,-2 0,1 0,-1-1,0 0,0-1,-1 0,0 0,0-1,-1 1,0-1,0-1,-1 1,-1-1,1 0,-2 0,1 0,-1-1,-1 1,0-1,0 1,-1-1,-1 0,0 0,0 1,-1-1,0 0,-1 1,0-1,-1 1,0-1,-1 1,0 0,0 0,-4-5,-37-25,43 39,1 0,-1 0,1 0,-1 1,0-1,1 0,-1 1,0-1,1 1,-1 0,0-1,0 1,0 0,1 0,-1 0,0 0,0 0,0 1,1-1,-1 1,0-1,1 1,-1-1,0 1,1 0,-1 0,1 0,-1 0,1 0,-1 0,0 1,2-1,-1 0,0 0,1 0,-1 0,1 0,-1 0,1 0,-1 1,1-1,0 0,0 0,0 0,0 1,0-1,0 0,0 0,0 0,0 0,0 1,1-1,-1 0,0 0,1 0,-1 0,1 0,-1 0,1 1,0-1,-1-1,1 1,0 0,0 0,0 0,-1 0,1 0,0-1,1 2,41 25,-14-16,0-2,1 0,-1-3,1 0,28 1,30 6,-86-14,0 1,0 0,0 1,0-1,1 0,-1 1,0-1,0 1,0-1,0 1,0 0,-1 0,1 0,0 0,0 0,0 1,-1-1,1 0,-1 1,1-1,-1 1,0 0,1-1,-1 1,0 0,0 0,0 0,0 0,0 0,-1 0,1 0,-1 0,1 0,-1 0,0 0,0 0,0 0,0 0,0 1,-54 120,24-24,30-95,-1 0,1 0,0 0,0 0,0 0,1 0,-1 0,1 0,0 0,0 0,0 0,1-1,-1 1,1 0,0-1,0 1,0-1,0 0,1 0,0 0,-1 0,1 0,0 0,1 0,9 3,1 0,0-1,0 0,0-1,1-1,0 0,-1-1,1-1,0 0,0-1,0 0,-1-1,1-1,0-1,12-3,28-7,-7-2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8:33.00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0 136,'5'-2,"6"-1,7 0,9 1,5 0,5 1,3 0,-2 1,-1 0,-4 0,-4 0,-8 1</inkml:trace>
  <inkml:trace contextRef="#ctx0" brushRef="#br0" timeOffset="416.905">80 349,'16'0,"15"0,12 0,12 0,6 0,6 0,-3-2,-12-1</inkml:trace>
  <inkml:trace contextRef="#ctx0" brushRef="#br0" timeOffset="905.701">816 29,'4'-3,"-1"1,1 0,0 0,0 0,0 0,0 0,0 1,0 0,1 0,-1 0,0 0,1 1,-1 0,4 0,4-1,16-3,1 2,-1 1,1 1,18 3,-45-3,0-1,0 1,0 0,0 1,0-1,0 0,-1 1,1-1,0 1,0-1,0 1,0 0,-1 0,1 0,0 0,-1 0,1 0,-1 1,1-1,-1 0,1 1,-1-1,0 1,0-1,0 1,0 0,0-1,0 1,0 0,0 0,-1 0,1 0,-1 0,0 0,1-1,-1 1,0 0,0 0,0 0,0 0,-1 0,1 0,0 0,-1 0,1 0,-1 0,0 0,0-1,0 1,0 1,-12 15,-1 0,-1 0,0-2,-1 0,-1-1,-1 0,-7 4,-8 8,-109 104,140-130,0 0,0 1,0-1,0 1,0 0,1 0,-1-1,1 1,-1 0,1 1,-1-1,1 0,0 0,0 0,0 1,1-1,-1 1,0-1,1 0,0 1,-1-1,1 1,0-1,0 1,1-1,-1 1,0-1,1 1,0-1,-1 0,1 1,0-1,0 0,0 0,0 1,1-1,-1 0,1 0,1 1,5 2,1-1,0-1,0 1,0-1,1-1,-1 0,0 0,1-1,0 0,2-1,58 2,-1-3,1-3,0-3,-1-3,-1-3,31-11,-16 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8:50.13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620 1,'39'10,"12"-2,1-2,0-2,0-2,25-4,-58 1,663-13,-541 14,-140 0,0 0,1 0,-1 0,0 0,0 0,0 0,1 0,-1 0,0 0,0 1,0-1,0 0,0 1,0-1,1 1,-1-1,0 1,0 0,0-1,-1 1,1 0,0 0,0 0,0-1,-1 1,1 0,0 0,-1 0,1 0,0 1,-1-1,0 0,1 0,-1 0,0 0,1 0,-1 0,0 1,0-1,0 0,0 0,0 0,0 1,-1-1,1 0,0 1,-66 259,19 154,17-270,18-94,2 0,2 1,2 0,2 13,5-26,0-21,0-1,-1 1,-1 0,-1-1,0 1,-1-1,-1 0,-1 0,0 0,-5 9,7-24,0 1,0-1,0 0,0 0,0 0,-1 0,1-1,-1 1,1-1,-1 0,1 0,-1 0,0 0,1-1,-1 1,0-1,0 0,1 0,-1-1,0 1,0-1,1 1,-1-1,1-1,-1 1,0 0,1-1,0 0,-1 1,1-1,-17-4,-63-14,-1 4,0 3,-36 2,-359-2,337 27,49-23,13-7,78 17,1-1,-1 1,0-1,0 1,1 0,-1 0,1 0,-1 0,1 0,-1 0,1 0,-1 1,1-1,0 0,0 1,0-1,0 1,0 0,0-1,0 1,0 0,1-1,-1 1,0 0,1 0,0-1,-1 1,1 0,0 0,0 0,0 0,0 0,0-1,1 1,-1 0,1 0,-1 0,1 0,-2 14,-60 243,19 40,-9-124,-15 76,14-39,52-211,-1 1,0 0,0 0,0 1,0-1,0 0,0 1,1-1,-1 0,1 1,0-1,0 1,0-1,0 1,0-1,0 1,1-1,-1 0,1 1,0-1,0 0,0 1,0-1,0 0,0 0,0 0,1 0,-1 0,1 0,-1 0,1 0,0-1,0 1,0-1,0 1,0-1,2 1,139-2,-143 0,30 1,1-2,-1 0,0-2,0-1,0-2,-1-1,0-1,0-1,-10 1,111-33,-48 34,0 4,0 3,45 8,60 0,100-9,-276 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8:51.27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1,'2'0,"6"0,7 0,14 0,13 0,12 2,11 1,6 0,3-1,-6 2,-6 0,-13-1,-13 2,-16 0,-14-1,-9-1,-5-4,-1-1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8:51.64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 1,'-3'2,"1"1,0 0,0 0,0 0,0 1,1-1,-1 0,1 1,-1-1,1 1,1-1,-1 1,0-1,1 1,0 0,-1-1,1 1,1 0,-1-1,1 1,-1 0,1-1,0 1,0-1,1 1,-1-1,1 0,-1 1,1-1,0 0,1 0,-1 0,0-1,2 3,12 10,0 0,1-1,1-1,0-1,1 0,0-2,0 0,6 1,-3-1,-1 1,-1 0,1 2,-2 0,0 1,0 1,-1 2,-14-14,-1 1,0-1,1 1,-1 0,0 1,-1-1,1 0,-1 1,0-1,0 1,0 0,-1 0,0 0,0-1,0 1,0 0,-1 0,0 1,0-1,0 0,0 0,-1 0,0 0,0 0,-1-1,1 1,-1 0,0 0,0-1,0 1,-3 2,-11 14,-2 0,0-1,-1 0,-1-2,-1 0,-1-2,-1 1,-12 10,-100 88,107-88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8:54.39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286 36,'-6'-4,"-1"0,1 0,-1 0,0 1,0 0,0 0,-1 1,1 0,-1 0,1 1,-1 0,1 0,-1 1,0 0,0 0,1 1,-1 0,1 0,-1 1,1 0,-1 0,1 1,0 0,0 0,0 1,-2 1,0 5,0 1,1 0,0 0,1 1,0-1,0 2,2-1,-1 1,2 0,0 0,0 0,1 1,1-1,0 1,1 0,0-1,1 1,1 5,-1-17,-1 1,1-1,0 1,0-1,0 1,0-1,0 1,1-1,-1 1,1-1,0 1,0-1,0 1,0-1,0 0,0 0,0 0,1 1,-1-1,1 0,0 0,0-1,-1 1,1 0,0-1,0 1,1-1,-1 0,0 1,0-1,1 0,-1 0,0-1,1 1,-1 0,7-3,-1 0,1 0,-1-1,0 0,0-1,-1 0,1 0,-1 0,0-1,0 0,0-1,0 1,-1-1,0-1,1-1,12-12,-1 0,-1-1,0 0,-2-2,-1 1,0-2,-2 0,-1-1,-1 0,0-2,-6 8,-4 20,0-1,0 0,0 0,-1 0,1 0,0 0,0 0,0 0,0 0,0 0,-1 0,1 0,0 0,0 0,0 0,0 0,0 0,0 0,-1-1,1 1,0 0,0 0,0 0,0 0,0 0,-6 14,1 1,0-1,1 1,1 0,0 0,1 0,1 0,0 1,1-1,1 0,0 0,2 1,-1-1,2 0,0-1,0 1,4 5,-3-8,1-1,1 1,0-1,1-1,0 1,0-1,1-1,1 1,-1-1,1-1,1 0,0-1,0 0,0 0,1-1,0-1,0 0,0 0,9 1,25 4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8:54.65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154 0,'-7'21,"-5"15,1 14,1 8,3 5,0 2,-1 0,-6 0,-8-3,-6-6,1-13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8:55.23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80 0,'0'90,"-3"0,-4-1,-4 0,-4 0,-14 41,14-67,15-63,0 1,0-1,0 1,1-1,-1 1,0-1,0 1,0-1,0 1,0-1,1 0,-1 1,0-1,0 1,0-1,1 0,-1 1,0-1,1 0,-1 1,0-1,1 0,-1 1,1-1,-1 0,0 0,1 0,-1 1,1-1,-1 0,1 0,-1 0,0 0,1 0,-1 0,1 0,-1 0,1 0,-1 0,1 0,-1 0,1 0,-1 0,0 0,1 0,-1-1,1 1,-1 0,1 0,-1 0,0-1,1 1,-1 0,0-1,1 1,-1 0,0-1,1 1,-1 0,0-1,0 1,1-1,-1 1,86-71,-73 59,-1 0,2 0,-1 1,2 1,-1 0,1 1,1 1,0 1,1-1,-14 7,-1 0,0 1,1-1,-1 1,1-1,-1 1,1 0,-1 0,0 0,1 0,-1 0,1 1,-1-1,1 1,-1 0,0-1,1 1,-1 0,0 0,0 1,0-1,0 0,0 1,0-1,0 1,0 0,-1-1,1 1,0 0,-1 0,0 0,1 0,-1 1,0-1,0 0,0 0,-1 1,1-1,0 0,-1 1,1 1,2 9,0 0,-1 0,0 0,-1 0,0 1,-1-1,0 0,-2 1,1-1,-1 0,-1 0,-1 0,0-1,0 1,-1-1,-1 0,-1 2,2-8,1-1,-1 1,-1-1,1-1,-1 1,1-1,-1 0,0 0,-1 0,1-1,-1 0,1-1,-1 1,0-1,0 0,0-1,0 0,-1 0,1 0,0-1,0 0,0-1,-7 0,-1-5,5-1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8:55.53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159 1,'7'13,"4"15,3 10,3 11,0 9,-4 5,-11 5,-19 4,-30 2,-39 0,-4-12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00.62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353 50,'0'-1,"1"1,-1 0,0-1,1 1,-1 0,1-1,-1 1,0-1,1 1,-1-1,0 1,1-1,-1 1,0-1,0 1,1-1,-1 1,0-1,0 1,0-1,0 1,0-1,0 1,0-1,0 0,0 1,0-1,0 1,0-1,0 1,0-1,-1 1,1-1,0 0,0 1,-1-1,1 1,0 0,-1-1,1 1,0-1,-1 1,1-1,-1 1,1 0,0-1,-1 1,1 0,-1 0,1-1,-1 1,-7-4,-1 0,1 1,0-1,-1 2,1-1,-1 1,0 1,0 0,0 0,0 0,0 1,0 1,0 0,1 0,-1 0,0 1,0 0,-3 2,1 0,-1 0,1 0,0 1,0 0,1 1,-1 0,1 1,1 0,-1 1,1 0,0 0,1 1,-5 6,9-10,0 1,0 0,0 0,1 0,0 0,0 1,1 0,0-1,0 1,0 0,1 0,0 0,0 0,1 0,0 0,0 0,1 0,0 0,0 0,0 0,1 0,0 0,2 4,5 4,1-1,0 0,1-1,0 0,1 0,0-2,1 1,0-1,1-1,0-1,1 0,0-1,0 0,1-1,0-1,0 0,1-2,-1 0,1 0,4-1,3 2,0-1,0-2,0 0,1-1,8-2,-25 1,1-1,-1 0,1 0,-1-1,0 0,0-1,0 1,0-2,0 1,-1-1,1 0,-1-1,0 0,0 0,-1 0,6-6,0-5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03.95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295 725,'-7'-10,"0"0,-1 1,0 0,-1 1,0 0,0 0,-1 1,0 0,0 1,0 0,-1 1,0 0,0 0,-1 1,1 1,-1 0,0 1,0 0,0 0,0 1,8 2,1-1,-1 1,1 0,-1 0,1 1,0-1,0 0,-1 1,1 0,0 0,0 0,1 0,-1 0,0 1,1-1,-1 1,1 0,0 0,0 0,0 0,0 0,1 0,-1 0,1 1,-1-1,1 0,0 2,-10 98,11-92,1 0,-1 0,2 0,0 0,0 0,1 0,0-1,1 1,0-1,0 0,1 0,1 0,0-1,0 0,0 0,1 0,1-1,0 0,0-1,3 3,-8-8,0-1,-1 1,1-1,0 0,0 0,0 0,0-1,0 1,0-1,0 1,0-1,0 0,0 0,1 0,-1-1,0 1,0-1,0 1,0-1,0 0,-1 0,1-1,0 1,0-1,-1 1,1-1,-1 0,1 0,1-2,55-73,-26 8,-3-1,-3-1,5-31,-5 11,-3-2,-4-1,-4 0,1-71,-17 126,0 39,-1 1,1-1,0 1,0-1,-1 0,1 1,0-1,-1 0,1 1,0-1,-1 0,1 1,0-1,-1 0,1 0,-1 0,1 1,-1-1,1 0,0 0,-1 0,1 0,-1 0,1 0,-1 0,1 0,-1 0,1 0,-1 0,1 0,-1 0,1 0,0 0,-1 0,1-1,-1 1,1 0,-1 0,1-1,0 1,-1 0,1 0,0-1,-1 1,1 0,0-1,-1 1,1-1,0 1,0 0,-1-1,1 1,0-1,0 1,0-1,0 1,0 0,-1-1,1 0,-11 21,1 0,0 0,1 1,1 1,-4 20,5-19,-16 51,5 1,2 0,4 1,3 1,3 0,4-63,1 0,0 0,1 0,1 0,0 0,1 0,0 0,1 0,1-1,0 1,1-1,0 0,1-1,0 1,1-1,1 0,0-1,0 0,1 0,1 0,0-2,11 10,0-10,0 0,1-2,0 0,1-1,0-2,-1 0,2-1,-1-2,0 0,0-1,0-2,0 0,0-1,0-2,-1 0,1-1,8-5,-11 5,0-1,0-1,-1 0,0-1,0-2,-1 0,0 0,14-14,-14 6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08.20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60 0,'3'18,"0"16,-1 8,1 6,-4 2,-3-1,-6-1,-6-3,-4-4,1-10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08.73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0 259,'77'8,"1"-4,-1-3,18-4,-80 2,0-1,0 0,-1-1,1-1,-1 0,0-1,4-2,-13 5,0-1,0 0,0 1,-1-1,0-1,1 1,-1-1,0 0,-1 1,1-2,-1 1,0 0,0-1,0 1,0-1,-1 0,0 0,0 0,0 0,-1-1,1-1,-1 1,0 1,-1-1,0 1,0-1,0 1,-1-1,0 1,0-1,0 1,0 0,-1-1,0 1,0 0,-1 0,1 0,-1 1,0-1,-1 1,1-1,-1 1,1 0,-1 0,0 1,-1-1,1 1,-1 0,1 0,-1 0,0 1,0 0,0 0,0 0,-1 0,1 1,0 0,-1 0,1 0,-1 1,1 0,-1 0,1 0,-1 1,1 0,-1 0,1 0,0 0,-1 1,1 0,0 0,-1 2,-5 5,0 0,1 1,1 0,0 1,0 0,1 1,1-1,-1 1,2 1,0 0,0 0,2 0,-1 0,-1 11,4-19,-5 12,0 0,1-1,1 2,1-1,0 1,1 0,1-1,1 1,0 0,2 0,0 0,0 0,2 0,1 2,-1-14,1 1,0-1,0 0,1 0,-1 0,1-1,0 1,1-1,-1 0,1-1,0 0,1 0,-1 0,0 0,1-1,0 0,0-1,0 1,7 0,7 2,1 0,-1-2,1-1,0 0,0-2,2-1,48-6,-11-4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10.47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173 1,'0'4,"0"4,0 8,0 5,0 9,-5 5,-5 6,-9 8,-9 4,-8 3,-3-5,3-9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10.98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1 361,'89'-61,"-58"42,-1-2,-1-1,0-2,21-23,-45 42,-1-1,0 1,0-1,-1 0,0 0,0 0,0 0,-1-1,1 1,-2-1,1 1,-1-1,1-3,-2 8,0-1,0 0,0 0,0 0,0 0,-1 0,0 1,1-1,-1 0,0 0,0 1,0-1,-1 0,1 1,0-1,-1 1,0 0,0-1,1 1,-1 0,-1 0,1 0,0 1,0-1,-1 0,1 1,-1-1,1 1,-1 0,0 0,1 0,-2 0,-1 0,0-1,0 1,0 0,0 1,0-1,0 1,0 0,0 0,0 1,0-1,0 1,0 0,0 1,0-1,1 1,-1 0,0 0,1 0,0 1,-1 0,1-1,0 2,0-1,0 0,1 1,-1 0,1-1,0 1,0 1,0-1,-4 8,0 1,0-1,1 1,1 0,0 0,1 1,0-1,1 1,1 0,-1 7,3 18,2 0,2 0,2-1,1 1,1-1,3-1,1 1,15 31,12 44,-30-89,0 0,-2 1,-1-1,-1 1,-1 0,-1 1,-1-1,-1 1,-1-1,-2 1,0-1,-2 1,-1-1,-1-1,-1 1,-2 2,0-8,-1-1,-1 0,0-1,-1 0,-1-1,-2 1,-9 7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11.26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1 163,'22'-7,"27"-4,29-5,26-2,21-1,10 2,-5 0,-15 2,-23 3,-27 1,-29 0,-21 2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13.26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188 0,'-4'5,"-7"8,-3 11,-4 12,-3 13,-4 8,0 4,0 0,1-2,4-13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14.08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297 96,'-9'-10,"1"1,-1 0,-1 1,0 0,0 0,0 1,-1 1,0-1,0 2,-6-3,12 6,1 1,-1-1,0 1,0-1,0 1,0 1,0-1,0 1,0 0,0 0,0 0,0 1,0-1,0 1,0 1,0-1,0 1,0-1,1 1,-1 1,1-1,0 1,-1 0,1 0,0 0,1 0,-2 1,0 3,0-1,0 1,0 1,1-1,0 1,0-1,1 1,0 0,1 0,0 1,0-1,0 0,1 2,0-7,1 0,0 0,-1 1,1-1,0 0,1 0,-1 0,0 0,1 0,0 0,0 0,0 0,0 0,0-1,0 1,1 0,0-1,-1 1,1-1,0 1,0-1,0 0,0 0,1 0,-1 0,1 0,-1 0,1-1,0 1,-1-1,1 1,0-1,0 0,0-1,0 1,0 0,1-1,2 1,1-1,-1 0,1 0,-1 0,0-1,1 0,-1 0,0-1,0 0,1 0,-1 0,-1-1,1 0,0 0,-1 0,1-1,-1 0,0 0,-1 0,1-1,-1 1,4-6,7-9,-1 0,-1-1,0-1,-2 0,3-10,-4 12,-8 20,-1-1,0 1,0 0,0 0,0 0,0 0,0 0,0 0,-1 0,1 0,0 0,-1 0,1 1,0-1,-1 0,0 0,1 1,-1-1,0 0,1 1,-1-1,0 0,0 1,0-1,0 0,0 1,-1-1,1 0,0 1,-1-1,2 4,32 176,-14-87,-4 2,2 81,-16-147,-1 0,-2 0,-1-1,-1 1,-2-1,0 0,-2 0,-2-1,0 0,-2-1,-5 9,12-26,0 0,-1-1,1 1,-2-1,0 0,0-1,0 0,-1 0,0 0,-1-1,1 0,-2-1,1 0,-1 0,1-1,-1 0,-1-1,1 0,8-4,0 0,0 1,-1-1,1-1,0 1,0 0,0 0,0-1,0 1,0-1,0 0,0 1,0-1,0 0,0 0,0 0,1-1,-1 1,0 0,1-1,-1 1,1-1,-1 1,1-1,0 0,0 1,0-1,0 0,0 0,0-1,-20-63,21 65,-11-60,3-2,2 1,3-19,14-29,-10 106,1-1,-1 1,1 0,0 0,0-1,0 1,1 0,0 1,-1-1,1 0,1 1,-1 0,0 0,1 0,0 0,0 0,-1 1,2-1,-1 1,0 0,0 0,2 0,18-3,1 1,0 1,-1 1,1 1,0 1,0 2,17 3,-27-4,41 4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22.82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1 846,'1'-6,"0"0,1 0,0 0,1 1,-1-1,1 1,0 0,0-1,1 1,-1 1,1-1,4-3,7-11,204-316,-205 316,1 0,0 1,1 1,1 0,0 1,2 1,0 0,0 2,1 0,1 2,0 0,0 1,1 1,1 1,-1 1,11-1,25-3,0 3,1 2,0 3,0 3,0 2,46 8,39 14,-58-11,-1 3,81 27,-130-30,1-1,1-2,0-1,0-2,1-2,-1-2,1-1,0-2,14-2,-14-3,0-2,-1-1,1-2,-2-2,1-2,-2-1,0-1,4-5,-18 7,0-1,-1-1,0-1,-1 0,-1-2,-1 0,-1-2,0 1,-2-2,2-4,-3 8,-4 30,-9-7,-1-1,1 0,0 1,0-1,0 0,1 0,0 0,0 0,0 0,0 0,0-1,1 1,0-1,-1 1,1-1,0 0,1 0,-1 0,1-1,-1 1,1-1,0 0,0 0,0 0,4 1,26 9,0-3,1 0,0-2,1-2,0-1,0-2,2-1,22-3,0-3,0-2,46-12,126-13,38 26,10-9,610-19,-887 34,813 18,-294 35,-328-31,67-6,294 11,-540-27,-1-1,1 0,0 2,0-1,0 2,-1 0,1 1,0 0,-1 1,0 0,0 2,8 3,155 92,-167-95,1 1,-1 0,0 0,0 1,-1 0,0 1,-1 0,0 0,0 1,-1-1,0 2,-1-1,0 1,0 0,-1 1,-1-1,0 1,-1 0,0 0,1 10,-1 28,-3-29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24.17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304 40,'-6'-5,"-1"1,1-1,-1 2,0-1,0 1,-1 0,1 0,-1 1,1 0,-1 0,0 1,0 0,1 0,-1 1,0 0,0 0,0 1,0 0,1 0,-1 1,0 0,1 1,-1-1,1 1,0 1,0-1,0 1,1 1,-1-1,1 1,0 0,0 0,1 1,-1 0,1 0,-4 7,5-9,0 0,1 0,-1 0,1 1,0-1,0 1,0 0,1 0,0 0,0 0,0 1,0-1,1 0,0 1,0-1,1 1,-1-1,1 1,0 0,1-1,-1 1,1-1,0 1,1-1,-1 0,1 1,0-1,0 0,1 0,0 0,1 1,1-2,0 0,1 0,0-1,-1 0,1 0,1-1,-1 1,0-1,0-1,1 1,-1-1,1 0,-1-1,1 1,0-1,-1 0,1-1,5-1,3 0,-1-1,0-1,0 0,0-1,0-1,-1 0,0-1,1 0,-5 1,1 0,-1-1,0 1,-1-2,0 1,0-1,-1 0,0-1,0 0,-1 0,0 0,0-1,-1 0,3-8,-7 2,-11 22,7-1,0 0,0 0,0 1,1-1,-1 1,1-1,1 1,-1 0,1-1,0 1,0 0,1 0,0 0,0 0,0 0,1 0,-1 0,2 0,-1-1,0 1,1 0,0-1,1 1,-1-1,1 1,0-1,0 0,1-1,0 1,-1 0,1-1,1 0,-1 0,1 0,-1 0,2-1,9 1,-1-1,1-1,-1-1,1 0,0-1,-1 0,1-1,0-1,-1 0,1-1,-1-1,0 0,0-1,0 0,-1-1,0-1,0 0,0 0,-1-2,6-5,-5 5,0-2,-1 0,0 0,0-1,-1 0,-1-1,0 0,-1-1,-1 0,0-1,-1 1,0-1,4-16,-22 78,1 1,3 0,1 21,0 144,6-116,-4 0,-10 42,12-125,0 0,-1 1,0-1,-1-1,-1 1,0-1,-5 9,9-21,1 0,0-1,0 1,0-1,0 1,0 0,0-1,-1 1,1-1,0 1,-1-1,1 1,0-1,-1 1,1-1,0 1,-1-1,1 1,-1-1,1 1,-1-1,1 0,-1 1,1-1,-1 0,0 0,1 1,-1-1,1 0,-1 0,0 0,1 0,-1 0,1 0,-1 0,0 0,1 0,-1 0,0 0,1 0,-1 0,1 0,-1-1,0 1,1 0,-1 0,1-1,-1 1,1 0,-1-1,1 1,-1 0,1-1,-13-34,9-12,3-1,1 1,2-1,2 1,3 0,8-33,-3 21,2-1,3 2,2 0,3 2,11-19,-30 68,-1 0,1 1,0-1,1 1,0 0,0-1,0 2,0-1,1 0,0 1,0 0,1 0,0 1,0-1,0 1,0 0,0 1,1 0,-1 0,1 0,0 1,0-1,0 2,0-1,1 1,-1 0,9 4,-1 1,0 0,0 1,0 0,0 2,-1-1,0 2,-1 0,0 0,0 2,0-1,7 9,-17-16,-1 0,1 0,-1 0,1 0,-1 0,0 0,0 0,0 1,0-1,0 1,0 0,-1-1,1 1,-1 0,0 0,0 0,0 0,0 0,0 0,-1 0,0 1,1-1,-1 0,0 0,0 0,-1 0,1 1,-1-1,0 0,1 0,-1 0,-1 0,1 0,0 0,-1-1,1 1,-1 0,0-1,0 1,-1 0,-9 6,-1 0,0-2,-1 1,0-2,0 1,0-2,-1 0,1-1,-1 0,0-1,0-1,-1-1,1 0,-10-1,-16 2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24.82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1 434,'1'-1,"26"-24,-1-1,-1-1,-2-1,0-1,-2-1,-1-1,1-7,-13 23,-1-1,-1 0,-1 0,0-1,-1 0,0 0,-2 0,1-8,-3 24,0-1,0 0,0 1,0-1,0 1,0-1,-1 0,1 1,0-1,-1 1,1-1,-1 1,0-1,1 1,-1-1,0 1,0 0,0-1,0 1,0 0,0 0,0 0,-1 0,1 0,0 0,-1 0,1 0,-1 0,1 1,0-1,-1 1,0-1,1 1,-1-1,1 1,-1 0,1 0,-1 0,0 0,1 0,-1 0,1 0,-1 0,0 1,1-1,-1 0,1 1,-1 0,1-1,-1 1,1 0,0 0,-2 0,3 0,-1-1,1 1,-1 0,1-1,-1 1,1-1,-1 1,1 0,0 0,-1-1,1 1,0 0,0-1,-1 1,1 0,0 0,0 0,0-1,0 1,0 0,0 0,0 0,0-1,1 1,-1 0,0 0,0-1,0 1,1 0,-1-1,1 1,-1 0,0-1,1 1,-1 0,1-1,-1 1,1-1,0 1,-1-1,1 1,0-1,-1 1,1-1,0 0,-1 1,1-1,0 0,0 0,-1 1,1-1,0 0,0 0,44 13,162 7,-203-20,0 1,0 0,0 0,-1 0,1 0,0 0,-1 1,1-1,-1 1,0 0,1 0,-1 1,0-1,0 1,0-1,-1 1,1 0,-1 0,1 0,-1 0,0 1,0-1,-1 0,1 1,-1 0,1-1,-1 1,0 0,-1 0,1-1,-1 1,1 0,-1 0,0 2,-9 62,7-57,0-1,0 1,1 0,1-1,-1 1,2 0,-1 0,2-1,0 6,-1-14,0 0,0 0,0 0,0 0,0 0,1 0,-1 0,1 0,-1 0,1-1,-1 1,1-1,0 1,0-1,0 0,0 1,0-1,0 0,0 0,0-1,1 1,-1 0,0-1,0 1,1-1,-1 0,0 0,1 0,-1 0,1 0,70-17,-49 3,0-1,-1-1,-1-1,-1-1,0-2,-1 0,-1 0,13-21,-13 20,19-14,-37 36,0-1,-1 1,1-1,0 1,-1-1,1 1,0-1,-1 1,1 0,-1-1,1 1,-1 0,1-1,-1 1,1 0,-1 0,0-1,1 1,-1 0,0 0,0 0,0 0,0-1,1 1,-1 0,0 0,-1 0,1 0,0 0,0-1,0 1,0 0,-1 0,1 0,-7 62,5-53,0 0,0 0,1 0,1 0,-1 0,2 0,-1 0,1 0,1 0,0 0,0 0,1 0,0-1,1 1,-2-7,-1-1,1 1,-1-1,1 1,0-1,0 0,0 0,1 0,-1 0,0 0,1 0,-1 0,1-1,0 0,-1 1,1-1,0 0,0 0,0 0,0-1,0 1,0-1,0 0,1 1,18-3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25.34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125 1,'-13'0,"5"0,-1-1,0 1,1 1,-1-1,0 2,1-1,-1 1,1 0,0 1,0 0,-1 1,8-4,1 0,-1 0,0 1,1-1,-1 0,1 1,-1-1,1 1,0-1,-1 1,1-1,-1 0,1 1,0-1,-1 1,1 0,0-1,0 1,-1-1,1 1,0-1,0 1,0 0,0-1,0 1,0-1,0 1,0 0,0-1,0 1,0 0,0-1,0 1,0-1,1 1,-1-1,0 1,0 0,1-1,-1 1,0-1,1 1,-1-1,0 1,1-1,-1 0,1 1,-1-1,1 1,0-1,28 18,96 29,-98-39,-1 1,1 1,-2 1,1 1,-2 1,0 1,0 2,-1 0,0 3,-16-10,0 0,0 1,-1 0,-1 0,0 0,0 1,-1 0,0 0,-1 0,0 0,-1 0,0 1,-1-1,0 1,-1-1,0 1,-1 0,0-1,-2 7,1 11,1-26,1 0,-1 0,1 0,-1 0,1 0,0 0,0 0,0 1,1-1,-1 0,1 0,-1 0,1 0,0 0,0-1,0 1,1 0,-1 0,1-1,-1 1,1-1,0 1,0-1,0 0,0 0,1 1,-1-2,1 1,-1 0,1 0,-1-1,1 0,0 1,0-1,2 1,6-3,-1 0,1-1,-1 0,0-1,1 0,-1 0,-1-1,1 0,-1-1,1 0,-1-1,-1 0,1 0,-1-1,0 0,-1 0,1-1,-1 0,1-3,96-133,-114 163,1 1,1 1,0-1,2 2,1-1,0 0,1 1,2 0,0 0,1 0,2 1,-1-20,0 0,0 0,1 0,0 0,-1 0,1 0,0-1,1 1,-1 0,0 0,1-1,-1 1,1-1,0 1,0-1,0 0,0 0,0 0,0 0,1 0,-1 0,1 0,-1-1,1 0,0 1,0-1,0 0,-1 0,1 0,0-1,0 1,0-1,2 1,20-1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25.74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345 63,'-25'-12,"1"0,-2 2,0 1,-26-5,44 12,1 1,-1 0,-1 0,1 0,0 1,0 1,0-1,0 1,0 0,0 1,0 0,1 0,-1 1,0 0,1 0,0 1,0 0,-6 4,10-6,0 1,0-1,0 1,1 0,-1 0,1 0,-1 0,1 0,0 0,0 0,0 1,1-1,-1 1,1 0,0-1,0 1,0 0,0 0,1 0,0-1,-1 1,1 0,1 0,-1 0,1 0,-1-1,1 1,0 0,0 0,1-1,-1 1,1-1,0 1,0-1,0 0,0 0,0 0,1 1,10 8,0-1,1-1,0 0,0 0,1-1,0-1,15 5,7 5,-17-8,87 56,-103-63,0 1,0-1,-1 1,1 0,-1 0,0 0,0 1,0-1,0 1,-1 0,0-1,0 1,0 0,-1 0,1 0,-1 0,0 1,-1-1,1 0,-1 0,-1 5,1-5,-1-1,0 1,0-1,-1 0,1 0,-1 0,0 1,0-1,-1-1,1 1,-1 0,1-1,-1 1,0-1,-1 0,1 0,-1 0,1 0,-1-1,0 1,0-1,0 0,0 0,0-1,-3 2,-116 21,107-22,-8 1,-82-1,89-7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26.52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1 179,'23'4,"0"-1,1-2,0 0,-1-1,1-1,-1-1,1-2,-1 0,0-1,7-4,-27 9,0-1,0 1,0-1,0 0,0 0,-1 0,1 0,0-1,-1 1,1-1,-1 1,1-1,-1 0,0 0,0 0,0 0,0-1,0 1,0 0,-1-1,1 1,-1-1,0 0,1 1,-1-1,0 0,-1 0,1 0,-1 0,1 1,-1-1,0 0,0 0,0 0,0 0,0 0,-1 0,1 0,-1 0,0 0,0 0,0 1,0-1,-2-1,-1-1,-1-1,-1 1,1 0,-1 0,0 1,0 0,0 0,0 0,-1 1,0 0,0 0,0 1,0 0,0 0,0 0,0 1,0 0,-1 1,1 0,-1 0,1 0,0 1,0 0,-1 0,1 1,0 0,0 0,0 1,0 0,1 0,-1 0,1 1,0 0,0 0,-2 3,1 0,0 0,1 1,-1 0,2 0,-1 0,1 1,1 0,0 0,0 0,0 1,1-1,1 1,0 0,0-1,1 1,0 0,0 0,1 0,1 0,0 0,0 0,1 0,0 0,0-1,1 1,1-1,0 0,0 0,0 0,1 0,1-1,0 1,0-1,0-1,1 1,0-1,8 5,1 0,1-2,0 0,0-1,1 0,1-2,-1 0,1-1,1-1,-1-1,9 1,44 5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26.80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0,'14'0,"13"0,11 0,9 0,5 0,1 0,-5 0,-5 0,-10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27.07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1,'18'11,"18"4,13 0,11-4,5-5,2-6,-2-6,-7-3,-14-1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27.48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132 61,'-15'12,"0"1,1 1,0 0,2 1,0 1,0 0,-1 5,9-15,1 0,0 0,0 0,1 0,0 1,0-1,0 1,1-1,0 1,0 0,1-1,0 1,0 0,1-1,-1 1,1 0,1-1,-1 1,1-1,0 1,1-1,2 5,0-3,0-1,0-1,0 1,1-1,0 0,0 0,0 0,1-1,0 0,0-1,0 1,1-1,-1-1,1 1,0-1,0-1,0 0,4 1,7 1,1-1,-1-1,1 0,-1-2,1 0,0-1,8-2,-17 2,0 0,0 0,-1-1,1-1,-1 0,1 0,-1-1,0 0,0-1,-1 0,0 0,1-1,-2 0,1-1,-1 0,0 0,0-1,-1 0,0-1,-1 1,0-1,0 0,-1-1,0 1,0-1,-1 0,-1 0,1-1,-2 1,1-3,-2 3,-1 1,-1 0,1 0,-1-1,-1 1,0 0,0 0,-1 0,0 0,0 1,-1-1,0 1,-1 0,0 0,0 0,0 1,-1 0,0 0,-1 0,0 1,0 0,0 0,-1 1,1 0,-1 0,0 0,-1 1,1 1,-1-1,0 1,0 1,0 0,0 0,0 1,-4 0,-4 0,0 2,0 0,0 1,0 1,0 0,0 2,1-1,-1 2,2 0,-1 2,1-1,0 2,0 0,1 0,0 2,1-1,0 2,-10 11,-16 18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29.12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1,'7'27,"2"-1,0 0,2 0,1-1,1 0,1-2,2 1,0-2,1 0,1 0,1-2,1-1,1 0,0-1,1-2,1 0,1-1,0-1,1-2,0 0,1-2,0 0,1-2,0-1,0-2,23 3,1-8,-1-3,1-2,-1-2,0-2,-1-2,0-3,-1-1,34-18,-55 25,-1 0,1 2,0 1,0 1,0 2,1 0,-1 2,1 1,-1 1,5 2,581 76,-561-76,-25-3,1 2,-1 0,0 2,26 8,70 60,-97-62,0-1,1-2,0 0,0-2,1-1,0-1,0-1,0-2,0-1,0-1,0-1,0-2,0 0,-1-2,0-1,0-2,0 0,-1-2,-1 0,0-2,0-1,-2-1,1-1,11-11,50-56,-59 57,0 0,2 2,0 0,29-16,-21 15,-28 17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34.46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1 978,'1'-13,"1"0,1 0,0 0,1 0,0 1,1-1,1-1,-3 6,-2 6,2-10,1 1,0 0,1 0,0 0,0 1,1 0,1 0,0 0,0 1,1 0,0 0,0 1,1 0,0 0,10-6,-16 13,0 1,0-1,0 0,1 1,-1-1,0 1,0 0,0 0,0 1,0-1,0 0,0 1,0 0,0 0,0 0,0 0,0 0,0 1,0-1,-1 1,1-1,-1 1,1 0,-1 0,0 0,2 2,52 70,-47-61,111 186,-119-197,1-1,-1 0,0 0,0 0,0 1,0-1,0 0,-1 1,1-1,0 1,-1-1,1 1,-1-1,1 1,-1 0,0-1,1 1,-1 0,0-1,0 1,0-1,-1 1,1 0,0-1,0 1,-1-1,1 1,-1 0,0-1,1 1,-1-1,0 0,0 1,0-1,0 0,0 1,0-1,0 0,0 0,-1 0,1 0,0 0,-1 0,1 0,-1-1,0 1,-3-1,-1 0,1 0,0-1,-1 0,1 0,-1-1,1 1,0-1,0 0,0 0,0-1,0 0,0 0,1 0,0 0,-1-1,1 1,0-1,1 0,-1 0,1-1,-1 1,1-1,1 0,-1 1,1-1,0 0,0-1,0 1,1 0,-1-1,1-1,3-1,1 0,-1 1,1 0,1 0,0 0,0 0,0 0,1 1,0-1,0 1,0 0,1 1,0 0,0-1,0 2,1-1,6-2,-1-3,-1 1,13-7,0-1,-2-1,0-1,-1-1,-1-1,0-1,-2 0,-1-2,-1 0,-1-1,-1 0,6-16,-9 0,-1-1,-3 1,-1-2,-2 1,-2-1,-2 1,-5-40,5 76,-1-10,0 0,0 0,-2 0,0 0,-1 1,0-1,-1 1,-1-1,6 16,0-1,-1 1,1-1,0 0,0 1,0-1,0 1,0-1,-1 1,1-1,0 1,-1-1,1 1,0-1,-1 1,1-1,0 1,-1-1,1 1,-1 0,1-1,-1 1,1 0,-1-1,1 1,-1 0,1 0,-1-1,0 1,1 0,-1 0,1 0,-1 0,1 0,-1 0,0 0,1 0,-1 0,1 0,-1 0,0 0,1 1,-1-1,1 0,-1 0,1 0,-1 1,1-1,-1 0,1 1,-1-1,1 0,-1 1,1 0,-15 31,7 7,3 0,1 1,2-1,1 1,3 0,1 0,5 23,57 259,-16-100,-22-126,-26-95,-1 0,1 0,0 0,0 0,0 0,0 0,-1 0,1 0,1 0,-1 0,0 0,0-1,0 1,0 0,0-1,1 1,-1-1,0 0,1 1,-1-1,0 0,1 0,-1 1,0-1,1 0,-1 0,0-1,1 1,-1 0,0 0,1-1,-1 1,0-1,0 1,1-1,-1 1,0-1,0 0,43-33,95-126,-138 158,-1 2,0-1,0 1,0-1,0 1,0-1,1 1,-1-1,0 1,0 0,0-1,0 1,1-1,-1 1,0-1,0 1,1-1,-1 1,0 0,1-1,-1 1,1 0,-1-1,0 1,1 0,-1 0,1-1,-1 1,1 0,-1 0,1 0,-1 0,1-1,-1 1,1 0,-1 0,1 0,-1 0,1 0,-1 0,1 0,-1 0,1 0,-1 1,0-1,1 0,-1 0,1 0,-1 1,1-1,-1 0,1 0,-1 1,0-1,1 0,-1 1,0-1,1 0,-1 1,0-1,1 1,-1-1,7 41,-6-29,1 1,0-1,1-1,0 1,1 0,0-1,5 10,-5-15,1 0,-1 0,1 0,0 0,1-1,-1 0,1 0,0 0,0-1,1 0,-1 0,1 0,0-1,0 0,0 0,29 8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34.72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43 17,'-18'-7,"-7"-2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35.19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0,'231'25,"58"-8,-218-15,294 24,-360-25,116 26,-116-25,0-1,-1 2,1-1,0 1,-1-1,1 1,-1 0,0 1,0-1,0 1,0 0,-1 0,0 0,1 0,-2 1,1-1,0 1,-1 0,0 0,0-1,1 4,10 194,-12-189,0-1,1 1,1 0,0-1,1 1,0-1,1 0,0-1,1 1,0-1,1 0,0 0,1-1,0 0,9 9,-16-18,1 0,-1 0,0 0,1 0,-1 0,1 0,0 0,-1-1,1 1,-1 0,1-1,0 1,-1-1,1 0,0 0,0 0,-1 1,1-2,0 1,0 0,-1 0,1 0,0-1,0 1,-1-1,1 0,-1 1,1-1,0 0,-1 0,0 0,1 0,-1 0,1 0,-1 0,0 0,0-1,0 1,0-1,0 1,0-1,0 1,0-1,0 1,-1-1,1 0,-1 1,1-1,-1-1,56-207,-56 211,1-1,-1 1,0-1,0 1,0-1,1 1,-1-1,0 1,1-1,-1 0,0 1,1-1,-1 0,1 1,-1-1,0 0,1 1,-1-1,1 0,-1 0,1 1,-1-1,1 0,-1 0,1 0,-1 0,1 0,0 0,-1 0,1 0,-1 0,1 0,-1 0,1 0,-1 0,1 0,-1 0,1-1,-1 1,1 0,-1 0,1-1,-1 1,0 0,1-1,-1 1,1 0,-1-1,0 1,1 0,-1-1,0 1,1-1,-1 1,0-1,0 1,1-1,-1 1,0-1,0 1,0-1,0 1,0-1,0 1,0-1,0 1,0-1,0 1,0-1,14 45,-13-38,3 12,46 131,-48-142,2-1,-1 0,1 0,0 0,1 0,-1 0,1-1,0 0,0 0,1 0,-1-1,1 0,0 0,0 0,1-1,-1 0,1 0,0 0,-1-1,3 0,23 3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35.81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131 43,'-7'1,"-1"0,1 1,0-1,0 2,0-1,0 1,1 0,-1 0,1 1,-1 0,1 0,0 1,1 0,-1 0,1 0,0 0,0 1,1 0,0 0,0 0,0 1,4-1,1 0,0-1,0 1,1 0,0 0,0-1,0 1,0-1,1 1,0-1,0 0,1 0,-1-1,1 1,0-1,0 1,1-1,-1 0,1-1,0 1,-3-3,75 65,-58-52,0 1,0 1,-2 1,0 0,-1 1,-1 1,-1 0,7 13,-20-31,0 0,0 0,0 0,0 0,0 1,-1-1,1 0,0 0,-1 1,1-1,-1 1,0-1,1 0,-1 1,0-1,0 1,0-1,0 1,0-1,0 0,0 1,0-1,-1 1,1-1,0 0,-1 1,1-1,-1 1,0-1,1 0,-1 0,0 0,0 1,0-1,0 0,0 0,0 0,0 0,0 0,0-1,-1 1,1 0,0 0,0-1,-1 1,1-1,-1 1,1-1,0 0,-1 1,-6 0,0-1,0 1,-1-1,1-1,0 0,0 0,0 0,0-1,0 0,0-1,1 1,-1-2,1 1,-1-1,1 0,0 0,1-1,-1 0,1 0,0-1,0 0,1 0,-3-4,7 9,1 0,-1 1,0-1,1 0,-1 0,1 0,0 0,-1 0,1 0,0 0,-1-1,1 1,0 0,0 0,0 0,0 0,0 0,0 0,1 0,-1 0,0 0,0 0,1 0,-1 0,1 0,-1 0,1 0,-1 0,1 0,-1 0,1 0,0 0,-1 1,1-1,0 0,0 1,0-1,0 0,0 1,0-1,0 1,0-1,0 1,0-1,56-14,-44 12,21-4,19-4,-1-1,0-3,-2-3,17-8,-54 20,0 0,-1-1,0 0,0-1,-1 0,0-1,0 0,-1-1,0 0,-1-1,0 0,-1 0,0-1,-1 0,0 0,-1-1,0 0,3-12,-2-40,-7 63,0 0,0 0,-1 1,1-1,0 0,-1 0,0 1,1-1,-1 0,0 1,0-1,0 0,0 1,0-1,-1 1,1 0,0-1,-1 1,1 0,-1 0,1 0,-1 0,1 0,-1 0,0 0,1 1,-1-1,0 1,0-1,0 1,1 0,-1-1,-2 1,-3 2,0-1,0 1,0 0,0 1,0 0,0 0,1 0,-1 1,1 0,0 0,0 1,1 0,-1 0,1 0,0 0,0 1,1 0,0 0,0 0,0 1,1-1,0 1,0 0,0 0,1 0,-2 3,0 0,1 0,0 0,1 1,0 0,1-1,0 1,0 0,1 0,1-1,0 1,0 0,1-1,0 1,1-1,0 0,1 1,0-1,0-1,1 1,1-1,0 0,0 0,0 0,1-1,0 0,1 0,0-1,0 0,9 5,1-1,0-1,1-1,1 0,0-2,0 0,0-1,1-1,-1-1,11 0,35 4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36.73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0 220,'202'-200,"-201"199,-1-1,1 1,-1 0,1 0,0 0,-1 0,1 0,0 0,0 0,0 0,0 0,-1 0,2 1,-1-1,0 0,0 1,0-1,0 0,0 1,0 0,1-1,-1 1,0 0,0-1,0 1,1 0,-1 0,0 0,1 0,-1 0,0 0,0 1,1-1,-1 0,0 1,0-1,0 1,0-1,1 1,-1-1,0 1,0 0,0-1,0 1,0 0,0 0,-1 0,1 0,0 0,0 0,-1 0,1 0,0 0,-1 0,1 1,27 160,15 39,-53-127,9-72,0 0,0 0,0 0,0 0,-1 0,1 0,0-1,-1 1,1 0,-1-1,0 1,1-1,-1 1,0-1,0 0,0 0,0 0,0 0,0 0,0-1,-1 1,1 0,0-1,0 0,0 1,-1-1,1 0,0 0,0 0,-1-1,-1 1,5 0,0-1,-1 1,1 0,0-1,-1 1,1 0,0-1,-1 1,1-1,-1 1,1-1,0 1,-1-1,1 1,-1-1,0 1,1-1,-1 0,1 1,-1-1,0 0,0 1,1-1,-1 0,0 0,0 1,0-1,0 0,0 0,0 1,0-1,0 0,0 0,0 1,0-1,0 0,-1 0,1 1,0-1,-1 0,1 1,0-1,-1 0,1 1,-1-1,1 1,-1-1,1 1,-1-1,1 1,-1-1,1 1,-1-1,0 1,1 0,-1-1,0 1,132 18,-84-8,64 9,1-5,36-3,-109-10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37.15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1,'7'11,"9"9,11 2,14 1,14-2,-2-4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37.76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 9,'-2'-5,"-1"1,2 6,6 7,10 6,10 6,13 3,11 0,-3-4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46.44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 25,'3'35,"-12"46,2 0,5 0,3 9,4-63,7-49,35-326,-43 401,-2 218,5-232,-6-39,-1 0,1 1,-1-1,1 0,-1 0,1 0,-1 1,1-1,-1 0,1 0,-1 0,1 0,-1 0,1 0,-1 0,1 0,-1 0,1 0,-1 0,1 0,-1 0,1-1,-1 1,1 0,-1 0,0-1,1 1,-1 0,1 0,-1-1,0 1,1 0,-1-1,1 1,-1-1,0 1,0 0,1-1,-1 1,0-1,0 1,1-1,-1 1,0-1,0 1,0-1,0 1,0-1,0 1,0-1,0 1,0-1,0 1,0-1,0 1,0-1,0 1,-1-1,6-21,-1 0,-1-1,-1 1,-1-1,-2-13,2-34,10-110,-3 240,-3 394,3-426,-7-27,-1-1,1 0,-1 0,1 1,-1-1,0 0,1 0,-1 0,1 0,-1 0,1 0,-1 0,1 0,-1 0,1 0,-1 0,1 0,-1 0,1 0,-1 0,1-1,-1 1,0 0,1 0,-1 0,1-1,-1 1,0 0,1-1,-1 1,0 0,1-1,-1 1,0 0,1-1,-1 1,0-1,0 1,1-1,-1 1,0 0,0-1,0 1,0-1,0 1,0-1,0 1,0-1,0 1,0-1,0 1,0-1,0 1,0-1,0 1,0-1,-1 1,8-27,-2 0,-2-1,0 1,-1-1,-2 1,-2-13,1-2,3-57,-2 99,0 1,0-1,0 1,0-1,0 1,0 0,0-1,0 1,0-1,0 1,0-1,0 1,0-1,1 1,-1 0,0-1,0 1,1-1,-1 1,0-1,1 0,-1 1,0-1,1 1,-1-1,1 0,-1 1,1-1,-1 0,1 1,-1-1,1 0,-1 0,1 1,-1-1,1 0,-1 0,1 0,-1 0,1 0,0 0,-1 0,1 0,-1 0,1 0,-1 0,1 0,-1 0,1 0,0-1,-1 1,1 0,-1 0,1-1,-1 1,1 0,-1-1,0 1,1 0,-1-1,1 1,-1-1,0 1,1-1,-1 1,0-1,6 26,-2 0,-1 1,-1-1,-1 1,-3 20,2-11,1 57,-1-92,0 0,0 0,0-1,0 1,1 0,-1 0,0 0,0-1,0 1,0 0,0 0,0 0,0 0,0-1,0 1,1 0,-1 0,0 0,0 0,0 0,0 0,1-1,-1 1,0 0,0 0,0 0,0 0,1 0,-1 0,0 0,0 0,0 0,1 0,-1 0,0 0,0 0,0 0,1 0,-1 0,0 0,0 0,3-24,1-85,-4 0,-10-48,8 137,4 27,3 16,3 31,-1-1,-3 1,-2 1,-4 39,0-15,2 49,0-138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48.95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 58,'-1'66,"-1"-30,2 1,1-1,2 1,1-1,2 0,5 12,-6-83,-6-287,-4 290,-2 53,6 280,14-215,-13-86,0 0,1 0,-1 1,1-1,-1 0,1 0,-1 0,1 0,-1 0,1 0,-1 0,1 0,-1 0,1 0,-1 0,1 0,-1 0,1 0,-1 0,0-1,1 1,-1 0,1 0,-1 0,1-1,-1 1,0 0,1-1,-1 1,0 0,1-1,-1 1,0 0,1-1,-1 1,0-1,0 1,1-1,-1 1,0-1,0 1,0-1,0 1,0 0,0-1,0 1,0-1,0 1,0-1,0 1,0-1,8-26,-1 0,-1-1,-1 1,-2-1,0-19,-2 30,16-171,-16 316,-1-92,10 207,-3-221,-7-21,0-1,0 0,0 0,0 1,0-1,1 0,-1 0,0 1,0-1,0 0,1 0,-1 1,0-1,0 0,1 0,-1 0,0 0,0 0,1 1,-1-1,0 0,1 0,-1 0,0 0,0 0,1 0,-1 0,0 0,1 0,-1 0,0 0,1 0,-1 0,0 0,0 0,1 0,-1-1,0 1,1 0,-1 0,0 0,0 0,1-1,-1 1,0 0,0 0,0 0,1-1,-1 1,0 0,0 0,0-1,1 1,-1 0,0 0,0-1,0 1,0 0,0-1,0 1,0 0,0-1,0 1,0 0,0 0,0-1,0 1,0 0,0-1,6-16,-1-1,-1 0,0 0,-2-1,0 1,-1 0,0-1,-2-6,1 1,0-104,5 125,0 20,2 22,-2 1,-2 1,-1-1,-3 11,3 46,-3-97,1 1,0-1,-1 1,1 0,0-1,0 1,0-1,-1 1,1 0,0-1,0 1,0 0,0-1,0 1,0-1,0 1,0 0,0-1,1 1,-1 0,0-1,0 1,0-1,1 1,-1 0,0-1,1 1,-1-1,1 1,-1-1,0 1,1-1,-1 1,1-1,-1 0,1 1,-1-1,1 0,0 1,-1-1,1 0,-1 0,1 0,0 1,-1-1,1 0,0 0,-1 0,1 0,0 0,-1 0,1 0,-1 0,1 0,0-1,-1 1,1 0,0 0,-1 0,1-1,18-72,-17 56,10-242,-13 623,1-402,1-20,-2 0,-3 0,-2 1,-4-2,10 59,0 0,0 0,0 1,0-1,0 0,0 0,-1 0,1 1,0-1,0 0,0 0,0 0,-1 0,1 0,0 1,0-1,0 0,-1 0,1 0,0 0,0 0,-1 0,1 0,0 0,0 0,-1 0,1 0,0 0,0 0,0 0,-2 31,3 238,7-247,-6-24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58.77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11,'0'0,"1"0,-1 0,0 0,0 0,1 0,-1 0,0 0,0 0,0 0,1 0,-1-1,0 1,0 0,1 0,-1 0,0 0,0 0,0 0,1-1,-1 1,0 0,0 0,0 0,0-1,0 1,1 0,-1 0,0 0,0-1,0 1,0 0,0 0,0-1,0 1,0 0,0 0,0 0,0-1,0 1,0 0,0 0,0-1,0 1,0 0,0 0,0-1,0 1,0 0,0 0,0 0,-1-1,1 1,0 0,0 0,0 0,0-1,0 1,-1 0,1 0,0 0,118 4,352 15,-298-18,-180-1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29:59.5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377 1,'-23'-1,"-1"2,1 0,-1 2,1 0,0 2,0 0,1 2,-4 2,13-5,1 0,-1 2,1-1,1 2,-1-1,1 2,0 0,0 0,1 0,1 2,-1-1,1 1,-6 9,14-18,1 0,-1 0,0 0,1 0,-1 1,1-1,-1 0,1 0,0 1,-1-1,1 0,0 1,0-1,0 0,0 1,0-1,0 0,0 1,0-1,1 0,-1 0,0 1,1-1,-1 0,1 0,-1 1,1-1,0 0,0 0,-1 0,1 0,0 0,0 0,0 0,0 0,0-1,0 1,0 0,1 0,-1-1,0 1,0-1,0 1,1-1,-1 0,1 1,65 8,-66-9,16-1,0 1,-1 0,1 2,-1-1,0 2,1 1,-1 0,0 0,-1 2,1 0,-1 1,-1 0,14 10,59 52,-86-68,0 0,0 0,1-1,-1 1,0 0,0-1,1 1,-1-1,0 0,1 1,-1-1,0 0,1 0,-1 0,0 0,1 0,-1 0,0 0,1 0,-1-1,1 1,-1 0,0-1,0 1,1-1,-1 0,0 1,0-1,0 0,0 0,0 0,0 1,0-1,0 0,0-1,0 1,0 0,0 0,-1 0,1 0,-1-1,1 1,-1 0,1 0,-1-1,1 1,-1 0,0-1,0 1,0-1,0 1,0 0,0-2,2-21,-1 0,-2-1,0 1,-1 0,-1 0,-2 0,0 0,-2 0,-2-5,-9-17,18 48,1 3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0:00.55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332 74,'-6'-7,"0"0,0 1,0-1,-1 1,0 0,0 1,0 0,-1 0,0 1,0-1,0 2,0 1,-1 0,1 1,0 0,-1 0,1 1,-1 0,1 0,0 1,-1 0,1 0,0 1,0 0,0 1,0 0,0 0,0 0,1 1,-1 0,1 1,0 0,1 0,-1 0,1 1,0 0,0 0,1 0,0 1,0 0,0 0,1 0,0 1,1-1,0 1,0 0,0 0,1 0,0 1,1-1,-1 0,2 1,-1-1,1 0,1 1,-1-1,1 1,1-1,2 8,0-7,0-1,1 1,0-1,0 0,1-1,0 1,0-1,1 0,0-1,0 1,0-1,1-1,0 0,0 0,1 0,4 1,6 3,0-2,1 0,0-1,0-1,1-1,-1-1,3 0,-9-2,0 0,-1 0,1-1,0-1,0 0,-1-1,1-1,-1 0,9-3,-5-3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0:02.67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 1,'-1'0,"1"0,-1 1,1-1,0 0,-1 1,1-1,0 0,0 1,-1-1,1 1,0-1,0 1,-1-1,1 0,0 1,0-1,0 1,0-1,0 1,0-1,0 1,0-1,0 1,0-1,0 1,0-1,0 1,0-1,0 1,0-1,1 1,-1-1,0 1,0-1,0 0,1 1,-1-1,0 1,1-1,-1 0,0 1,1-1,-1 0,1 1,-1-1,0 0,1 0,-1 0,1 1,-1-1,1 0,-1 0,1 0,-1 0,32 9,-28-8,169 27,53-2,-100-13,-2 3,-122-13,-7-4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0:03.0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176 11,'-34'-10,"34"10,-1 0,1 0,-1 0,1 0,-1 0,1 0,-1 1,1-1,-1 0,1 0,-1 1,1-1,-1 0,1 1,0-1,-1 0,1 1,-1-1,1 0,0 1,-1-1,1 1,0-1,0 1,-1-1,1 1,0-1,0 1,0-1,0 1,0-1,-1 1,1 0,0-1,0 1,0-1,0 1,1-1,-1 1,0-1,0 1,0-1,0 1,1-1,-1 1,0-1,0 1,1-1,-1 1,0-1,1 1,-1-1,0 0,1 1,-1-1,1 0,-1 1,1-1,-1 0,1 1,7 10,1 1,1-1,0-1,0 1,1-2,1 1,5 2,60 59,-74-67,0 1,0-1,0 0,-1 1,1-1,-1 1,0 0,-1 0,1 0,-1-1,0 2,0-1,0 0,-1 0,0 0,0 0,0 0,-1 0,0 0,1 0,-2 0,1 0,-1 0,1 0,-2 0,1-1,0 1,-1-1,0 1,0-1,0 0,-2 2,-13 10,0 0,-1-1,0-2,-1 0,0-1,-1 0,0-2,-1-1,-1 0,1-2,-11 2,-8 4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0:03.8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0 340,'16'4,"0"0,0-1,0-1,0-1,0-1,0 0,1 0,-1-2,0 0,0-1,0-1,-1 0,1-1,-1-1,0 0,-1-1,1 0,-1-2,5-3,-6 5,1-1,-2 0,1-1,-1 0,0-1,-1 0,0-1,0 0,-2-1,1 0,-1 0,-1-1,0-1,-1 1,-1-1,0 0,-1-1,2-7,-6 20,-1 0,1 0,-1 0,0-1,0 1,0 0,0 0,0 0,0 0,0 0,-1 0,1 0,-1 0,0 0,1 0,-1 0,0 0,0 0,0 1,0-1,-1 0,1 1,0-1,-1 0,1 1,-1 0,0-1,1 1,-1 0,0 0,0 0,0 0,0 0,0 0,0 1,0-1,0 1,0-1,0 1,0 0,0 0,0 0,0 0,0 0,0 0,0 1,-2-1,-5 5,0 0,0 0,0 1,0 0,1 0,0 1,1 0,-1 1,1 0,1 0,-1 0,1 1,1 0,0 0,0 0,1 0,0 1,0 0,1 0,1 0,-1 4,-10 46,3 0,2 1,3 1,3-1,3 0,2 1,7 35,3 139,-13-217,-1-1,0 0,-1 1,-1-1,-1 0,-4 13,-4-2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0:04.07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96,'16'-9,"14"-5,13-1,12 1,6-1,3 3,-3 4,-7 3,-13 2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0:41.21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1,'5'2,"10"3,14 2,18-2,17-1,14-1,4-2,0 0,-4-1,-10 0,-11 0,-11 0,-13-1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0:41.50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0,'7'9,"0"-1,0 0,1-1,0 0,0 0,0 0,1-1,6 3,5 4,132 80,-87-55,-1 2,47 41,-107-79,0 1,0 0,0 0,0 0,0 0,-1 1,0-1,1 1,-1 0,-1 0,1 0,-1 1,1-1,-1 1,0-1,-1 1,1-1,-1 1,0 0,0 0,-1 0,1 0,-1 0,0 0,0 0,-1-1,1 2,-6 5,-1-1,1 0,-1-1,-1 1,0-1,0-1,-1 0,0 0,0 0,-1-1,0-1,0 0,-1 0,-3 1,11-5,-203 102,156-80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0:50.9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1 606,'29'-17,"0"-1,-1-2,-1-1,0-1,-2-1,-1-2,-1 0,3-6,-16 18,-1 0,0 0,-1-1,-1 0,0-1,-1 1,0-1,-1-1,-1 1,0-1,-1 1,-1-1,-1 0,0 0,-1 0,0 0,-2 0,0 0,0 0,-2 1,-2-9,5 21,0 0,0-1,0 1,0 0,0 0,-1 0,0 0,1 0,-1 0,0 1,0-1,-1 0,1 1,0 0,-1 0,0-1,1 1,-1 1,0-1,0 0,0 1,0 0,0-1,-1 1,1 0,0 1,0-1,-1 0,1 1,0 0,-1 0,1 0,-1 0,1 1,0-1,-1 1,1 0,0 0,0 0,0 0,0 0,0 1,-2 1,-7 7,2 1,-1 0,1 1,1 0,0 0,1 1,1 0,0 1,0-1,1 1,1 1,-2 10,-4 5,2 1,2 0,0 0,2 1,2 0,1 0,1 21,2-37,0 0,1 0,1 0,0-1,2 1,-1 0,2-1,0 0,1-1,0 1,1-1,0 0,2-1,-1 0,2-1,0 1,1-2,1 0,0 0,0-2,1 0,0 0,0-1,1-1,0 0,1-1,-1-1,1 0,0-1,0-1,1-1,-1 0,0-1,1-1,-1 0,1-1,-1-1,1 0,-1-2,0 0,0 0,-1-2,1 0,-1 0,-1-2,1 0,-1 0,0-1,-1-1,0 0,-1-1,0-1,-1 0,0 0,0-1,-2 0,1-1,-2 0,6-13,6-68,-20 92,0 1,0-1,-1 0,1 0,0 1,-1-1,0 0,1 0,-1 1,0-1,0 1,-1-1,1 1,-1-1,1 1,-1 0,0 0,1 0,-1 0,0 0,0 0,-1 0,1 1,0-1,-1 1,1-1,0 1,-1 0,0 0,1 0,-1 1,0-1,-1 0,-7 2,1 0,-1 0,1 1,0 0,-1 1,1 0,0 1,1 0,-1 1,1 0,0 0,0 1,0 0,1 0,0 1,0 0,1 1,-1 0,2 0,-1 0,-2 6,5-11,1 1,-1 0,1 0,-1 0,1 1,1-1,-1 1,1 0,-1-1,1 1,1 0,-1 0,1 1,0-1,0 0,0 0,1 1,0-1,0 0,0 0,0 1,1-1,0 0,0 0,1 0,-1 0,1 0,0 0,1 0,-1 0,1-1,0 1,0-1,0 0,0 0,3 2,4 0,0-1,0 0,1-1,-1 0,1-1,0 0,0-1,0 0,0 0,0-1,0-1,0 0,1 0,-1-2,0 1,0-1,0-1,0 1,-1-2,1 0,-1 0,0-1,0 0,0-1,-1 0,0 0,0-1,0 0,-4 1,0 0,0-1,0 1,-1-1,0 0,0 0,-1 0,1-1,-2 1,1-1,-1 0,0 1,-1-1,0 0,0 0,-1 0,0 0,0 0,-1-4,0 12,1-1,0 1,-1-1,1 1,0-1,-1 1,1-1,-1 1,1-1,-1 1,1-1,-1 1,1 0,-1-1,1 1,-1 0,1 0,-1-1,0 1,1 0,-1 0,1 0,-1 0,0 0,1 0,-1 0,0 0,1 0,-1 0,0 0,1 0,-1 0,1 0,-1 1,0-1,1 0,-1 0,1 1,-1-1,1 0,-1 1,1-1,-1 1,1-1,-1 1,1-1,0 1,-1-1,1 1,-1-1,1 1,0-1,0 1,-1 0,1-1,0 1,0-1,0 1,0 0,0-1,0 1,0 0,0-1,0 1,0-1,0 1,0 0,-3 7,0 0,0 0,1 0,0 0,1 1,-1-1,2 1,-1-1,1 1,0 0,1-1,0 1,1-1,-1 0,2 1,-1-1,1 0,0 0,1 0,0-1,0 1,0-1,1 0,1 0,-1-1,1 1,0-1,0 0,1-1,-1 0,2 1,101 48,-58-37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0:51.3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166 0,'5'19,"1"18,-2 21,-16 17,-24 17,-29 13,-3-11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0:53.8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1,'5'20,"1"19,2 16,2 10,1 7,-1 8,-2 2,-5-3,-12-4,-4-16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0:57.0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0 174,'22'54,"32"201,-54-253,0-1,0 1,1-1,-1 1,0-1,1 1,-1-1,1 1,-1-1,1 0,0 1,-1-1,1 0,0 1,0-1,0 0,0 0,0 0,0 0,1 0,-1 0,0 0,0 0,1 0,-1-1,1 1,-1 0,0-1,1 1,-1-1,1 0,-1 1,1-1,0 0,-1 0,1 0,-1 0,1 0,-1-1,1 1,-1 0,1-1,-1 1,1-1,-1 1,0-1,1 0,0 0,9-10,0-1,-1 0,-1 0,0-1,-1 0,0-1,-1 0,0 0,-2-1,4-9,17-56,-29 86,1 0,0 0,0 0,1 0,0 0,0 1,0-1,1 0,0 0,0 1,0-1,1 0,0 0,0 1,1-1,0 0,0 0,0-1,1 1,0 0,0-1,0 1,1-1,-1 0,1 0,1-1,-1 1,4 3,3-3,-1 1,1-2,0 1,0-1,0-1,1 0,-1-1,1 0,-1-1,1 0,0-1,0 0,-1 0,1-2,0 1,-1-2,1 1,6-4,-12 3,0 0,0 0,0-1,-1 0,1 0,-1 0,0-1,0 0,-1 0,1 0,-1 0,0-1,0 0,-1 1,0-1,0-1,0 1,-1 0,0-1,0 1,-1-1,0 0,0 1,0-1,-1-1,1 7,-1 0,0 1,1-1,-1 0,0 0,0 0,0 0,0 0,0 0,0 0,0 0,0 0,0 0,-1 0,1 0,0 0,0 0,-1 0,1 1,-1-1,1 0,-1 0,1 0,-1 1,1-1,-1 0,0 0,1 1,-1-1,0 1,0-1,0 1,1-1,-1 1,0-1,0 1,0 0,0-1,0 1,0 0,0 0,0 0,0-1,0 1,1 0,-1 1,0-1,0 0,0 0,0 0,0 0,0 1,0-1,0 0,0 1,0-1,1 1,-1-1,0 1,0-1,0 2,-2 2,-1 1,2-1,-1 1,0 0,1 1,0-1,0 0,0 1,1-1,0 1,0-1,0 1,1-1,0 1,0 0,0-1,1 1,0-1,0 1,0-1,1 1,-1-1,2 0,-1 0,0 1,1-2,3 5,3 3,0-1,1 0,1-1,0 0,1 0,-1-1,2-1,-1 0,1-1,0 0,1-1,0-1,0 0,0-1,0 0,1-1,-1-1,1 0,0-1,-1 0,1-1,0-1,1-1,-11 2,0-1,1 1,-1-1,0 0,0-1,0 1,0-1,-1 0,1-1,0 1,-1-1,1 1,-1-1,0-1,0 1,0-1,-1 1,1-1,-1 0,0 0,0-1,0 1,0-1,-1 1,0-1,0 0,0 0,-1 0,1 0,-1 0,0 0,-1-3,0-80,-1 85,0 0,1 0,-1 0,-1 0,1 0,0 0,-1 1,1-1,-1 0,0 1,0-1,0 1,0-1,0 1,-1 0,1 0,-1 0,1 0,-1 1,0-1,0 1,1-1,-1 1,0 0,0 0,-1 0,-2 0,1 1,-1 0,1 0,-1 0,1 1,-1 0,1 0,0 0,-1 1,1-1,0 1,0 1,0-1,0 1,0-1,1 2,-1-1,1 0,0 1,0 0,0 0,0 0,1 0,0 0,0 1,0 0,0-1,1 1,-1 0,1 1,1-1,-1 0,1 0,0 1,0-1,0 1,1-1,0 1,0-1,0 1,1-1,-1 1,2-1,-1 0,0 1,1-1,0 0,0 0,1 0,-1 0,1-1,0 1,0-1,1 1,-1-1,5 3,-1-1,1-1,0 0,0-1,0 0,0 0,1-1,0 0,0 0,-1-1,1-1,1 1,-1-1,0-1,0 1,0-2,6 0,-9 1,0-1,0 0,0-1,-1 1,1-1,0 0,-1-1,0 1,1-1,-1 0,0-1,0 1,-1-1,1 0,-1 0,0 0,0-1,0 1,0-1,-1 0,0 0,0 0,0-1,-1 1,2-5,6-53,-14 95,5-24,0 1,0-1,1 0,0 0,1 0,0 0,0 0,0-1,1 1,0-1,1 0,-1 0,1-1,1 1,-1-1,5 3,-6-5,-1-1,1 0,1 0,-1-1,0 1,0-1,1 0,0 0,-1 0,1-1,0 1,0-1,0-1,-1 1,1-1,0 1,0-1,0-1,0 1,0-1,0 0,0 0,0 0,-1-1,1 1,0-1,-1 0,3-2,4-4,0 0,-1-1,0 0,-1 0,0-1,0-1,-1 1,0-1,-1-1,0 1,-1-1,0-1,3-11,-3 6,-28 39,16-13,1 0,0 1,0-1,1 1,0 0,1 0,0 1,1-1,0 1,0-1,1 1,0-1,0 1,1 0,1 0,-1-1,2 1,-1 0,1-1,1 0,0 1,0-1,1 0,0 0,1-1,-1 1,2-1,-1 0,1 0,0-1,1 0,0 0,0 0,2 1,-1-4,-1 0,1 0,0-1,0 0,0-1,0 1,1-1,-1-1,8 1,25-1</inkml:trace>
  <inkml:trace contextRef="#ctx0" brushRef="#br0" timeOffset="159.578">1564 0,'-5'19,"-5"9,-2 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0:54.5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335 581,'-12'-8,"-1"1,1 1,-1-1,-1 2,1 0,-1 1,0 0,0 1,0 0,0 1,-10 1,17 0,0 1,0 1,0-1,0 1,0 0,0 1,1 0,-1 0,1 0,-1 1,1 0,0 0,0 0,0 1,0 0,1 0,-1 1,1-1,0 1,1 0,-1 1,1-1,0 1,-3 5,5-7,0 1,0-1,1 1,-1 0,1-1,0 1,0 0,0 0,1 0,0-1,0 1,0 0,1 0,-1 0,1 0,0-1,0 1,1 0,0-1,0 1,0-1,0 1,0-1,1 0,0 0,0 0,0 0,0-1,1 1,-1-1,1 0,0 0,0 0,0-1,0 1,3 0,15 6,0 0,0-2,0 0,1-2,0-1,1 0,-1-2,0 0,1-2,-1-1,1 0,-1-2,0-1,21-6,-31 8,0-1,0 0,-1-1,1 0,-1-1,0 0,0-1,0 0,-1-1,0-1,0 0,-1 0,0-1,4-5,-13 13,0 0,0 1,0-1,0 0,-1 0,1 0,0 0,-1 0,1 0,-1 0,1 0,-1-1,1 1,-1 0,0 0,1 0,-1 0,0-1,0 1,0 0,0 0,0 0,0-1,-1 1,1 0,0 0,0 0,-1 0,1-1,-1 1,1 0,-1 0,0 0,1 0,-1 0,0 0,0 0,-1 1,0 1,1 0,-1 1,1-1,-1 0,1 0,-1 1,1-1,0 0,0 1,0 0,0-1,0 1,0-1,0 1,0 0,1 0,-1 0,0-1,1 1,0 0,-1 0,1 0,0 0,0 0,0 0,0 0,1 0,-1-1,0 1,1 0,0 0,-1 0,1 0,0 0,4 5,0-1,1 0,0 0,0-1,0 0,0 0,1 0,0-1,0 0,0 0,1 0,-1-1,1-1,-1 1,1-1,0 0,0-1,0 0,0 0,1-1,-1 0,-3 1,0 0,0 0,0 0,0-1,0 0,0 0,1 0,-1-1,0 0,0 0,0 0,0-1,0 1,-1-1,1 0,0 0,-1-1,1 0,-1 0,0 0,0 0,0 0,-1-1,1 0,-1 1,1-1,-1-1,-1 1,1 0,0-1,-1 1,0-1,0 0,-1 0,1 0,-1 0,0 0,0-2,-1 2,0 0,-1 1,1-1,-1 0,0 0,-1 0,1 0,-1 1,0-1,0 1,0-1,-1 1,0 0,1 0,-1 0,-1 0,1 0,-1 1,1-1,-1 1,0 0,0 0,0 1,-1-1,1 1,-1 0,1 0,-1 0,0 1,1 0,-1-1,0 2,0-1,0 1,0-1,0 1,0 1,0-1,0 1,0 0,0 0,1 0,-1 1,0-1,1 1,-1 0,1 1,-1-1,1 1,0 0,0 0,0 0,1 0,-4 4,5-5,0 1,-1-1,1 1,0 0,0 0,0 0,1 0,-1 0,1 0,0 0,-1 1,1-1,1 0,-1 1,0-1,1 1,0-1,0 1,0-1,0 0,1 1,-1-1,1 1,0-1,0 0,0 1,0-1,0 0,2 2,16 25</inkml:trace>
  <inkml:trace contextRef="#ctx0" brushRef="#br0" timeOffset="1246.928">1351 608,'-17'-8,"1"-1,-1 2,-1 0,1 2,-1-1,0 2,0 1,-6-1,15 3,1 0,-1 1,1 0,-1 0,1 1,-1 0,1 0,0 1,-1 0,1 1,0 0,0 0,1 1,-1-1,1 2,0-1,0 1,-6 5,10-7,0 0,0 0,0 1,1-1,-1 1,1-1,0 1,0 0,0 0,1 0,-1 0,1 0,0 0,0 0,1 0,-1 1,1-1,0 0,0 1,0-1,1 0,-1 0,1 0,0 1,0-1,0 0,1 0,0 0,0 0,0-1,0 1,0 0,1-1,-1 0,1 1,0-1,0 0,8 5,1 1,0-1,0-1,1 0,-1-1,2 0,-1-1,0-1,1 0,0-1,0 0,0-1,0-1,0 0,1 0,-1-2,0 0,0-1,0 0,1-1,-6 1,1-1,-1 0,0-1,0 0,-1 0,1-1,-1 0,0-1,-1 1,1-1,-1-1,0 0,0 0,-1 0,0-1,-1 1,1-1,-1-1,-1 1,3-6,4-14,-1 0,-1 0,-2-1,-1 0,-1-1,0-2,6-58,-3-1,-5 1,-5-55,2 139,0 3,0-1,0 1,0 0,0 0,-1-1,0 1,1 0,-1 0,0 0,0 0,-1 0,1 0,-1 0,1 0,-1 0,-2-2,2 5,1 0,-1 0,1 0,-1 1,0-1,1 0,-1 1,1-1,-1 1,1-1,-1 1,1 0,0 0,-1 0,1-1,0 1,-1 1,1-1,0 0,0 0,0 0,0 1,0-1,0 0,1 1,-1-1,0 1,0 0,-12 23,2 1,0 1,2-1,0 1,2 1,1 0,1 0,2 0,1 0,1 19,-1-23,0 0,2 0,1-1,1 1,1-1,1 1,1-1,0 0,2 0,1-1,1 0,1 0,1-1,0-1,2 1,0-2,4 3,-12-17,1 0,0 0,0 0,1 0,-1-1,1 0,0-1,0 1,0-1,0-1,1 1,-1-1,1-1,0 1,-1-1,1-1,0 1,0-1,0-1,-1 1,1-1,0-1,-1 1,1-1,-1-1,1 1,-1-1,0-1,0 1,0-1,-1 0,2-2,3-3,-2-1,1 0,-1 0,0-1,-1 0,-1 0,1-1,-2 0,0-1,0 1,-1-1,-1 0,3-13,-7 26,-1 1,1-1,-1 0,1 0,-1 0,1 0,-1 0,1 1,-1-1,1 0,-1 0,1 0,-1-1,1 1,-1 0,1 0,-1 0,1 0,-1 0,1 0,-1-1,1 1,0 0,-1 0,1-1,-1 1,1 0,0-1,-1 1,1 0,0-1,-1 1,1-1,0 1,0 0,-1-1,1 1,0-1,0 1,0-1,0 1,0-1,-1 1,1-1,0 1,0-1,0 1,0-1,0 1,0-1,1 1,-1-1,0 1,0-1,0 1,0 0,1-1,-1 1,0-1,0 1,1-1,-1 1,0 0,1-1,-1 1,0 0,-3 6,-1 0,1 0,0 0,0 1,1-1,0 1,0 0,1-1,-1 1,1 0,1 0,0 0,0 0,0 0,1 0,-1 0,2 0,0 3,0-6,-1-1,1 1,1 0,-1-1,0 1,1-1,0 1,0-1,0 0,0 0,0-1,1 1,-1-1,1 1,0-1,-1 0,1-1,0 1,0-1,0 1,1-1,-1 0,4 0,3 1,1-1,-1 0,0-1,1 0,-1-1,0 0,1-1,6-2,-10 3,0-2,0 1,-1-1,1-1,0 1,-1-1,0 0,0-1,0 0,-1 0,1 0,-1-1,0 0,-1 0,0-1,0 1,0-1,-1 0,1-1,-2 1,1-1,-1 1,0-1,-1 0,0 0,0-1,-1 1,0 0,0-2,-1 10,-1 0,1 0,0 0,0 0,0 0,0 0,0 0,-1 0,1 0,0 0,0 0,0 0,0 0,-1 0,1 0,0 0,0 0,0 0,0 0,0 0,0 0,-1 0,1 0,0-1,0 1,0 0,0 0,0 0,0 0,0 0,0 0,0-1,-1 1,1 0,-4 17,3-9,1 0,0 0,0-1,1 1,0 0,1-1,-1 1,1 0,1-1,0 0,0 0,0 0,1 0,0 0,0-1,0 1,1-1,0 0,1 0,-1-1,1 0,0 0,0 0,1-1,-1 0,1 0,0 0,0-1,0 0,1-1,-1 1,1-2,-1 1,1-1,0 0,-1 0,1-1,0 0,0 0,5-2,-9 1,0 1,0-1,0-1,1 1,-1-1,0 0,-1 0,1 0,0 0,-1 0,1-1,-1 0,0 0,0 0,0 0,0 0,0-1,-1 1,1-1,-1 1,0-1,0 0,0 0,-1 0,0 0,1 0,-1-1,-1 1,1 0,0-3,1-11,-1-1,-1 0,0 0,-1 0,-1 1,-2-9,-23-89,27 115,-1 0,1 0,-1 0,1 0,0 0,-1-1,1 1,0 0,0 0,0 0,0 0,0-1,0 1,0 0,0 0,0 0,1 0,-1-1,0 1,1 0,-1 0,1 0,-1 0,1 0,0 0,-1 0,1 0,0 0,0 0,0 1,0-1,-1 0,1 0,0 1,0-1,0 1,1-1,-1 1,0-1,0 1,0-1,0 1,0 0,0 0,2 0,15 1,0 1,0 1,1 1,-2 0,1 2,-1 0,2 1,-6-2,1 0,5 0,0 2,0 0,-1 1,0 0,-1 2,0 0,0 1,-1 1,8 8,-21-16,1 0,-1 1,-1 0,1 0,-1 0,0 0,0 0,0 0,-1 1,0-1,0 1,0-1,-1 1,1-1,-1 1,-1-1,1 1,-1-1,0 1,0-1,-1 0,1 1,-1-1,-1 2,-7 35,9-39,1 0,-1-1,1 1,0 0,0-1,0 1,0 0,0-1,1 1,-1 0,1 0,0-1,-1 1,1-1,0 1,1-1,-1 1,0-1,1 0,-1 0,1 1,0-1,0 0,0-1,0 1,0 0,0 0,0-1,1 1,-1-1,0 0,1 0,-1 0,1 0,0 0,1 0,3 0,0 1,0-2,0 1,0-1,0 0,0 0,-1-1,1 0,0 0,0-1,0 0,-1 0,1 0,0-2,5-3,-1 0,0-1,-1 0,0-1,0 0,-1-1,0 0,0-1,-1 1,-1-2,0 1,0-1,-1 0,-1 0,0-1,-1 1,0-1,-1 0,2-12,-13 150,9-118,-1 0,1 0,1 0,-1 0,1-1,1 1,-1-1,1 1,0-1,0 0,1 0,0 0,0 0,0-1,1 0,0 0,0 0,0 0,1-1,24 13,-2-6</inkml:trace>
  <inkml:trace contextRef="#ctx0" brushRef="#br0" timeOffset="1500.598">3169 220,'20'12,"7"3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0:51.8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161 554,'-2'18,"-4"15,-2 11,0 8,1 1,2-4,2-8,1-10</inkml:trace>
  <inkml:trace contextRef="#ctx0" brushRef="#br0" timeOffset="668.56">0 353,'139'45,"-100"-35,0 2,-1 1,-1 2,0 1,-1 2,-1 2,25 19,-50-32,-1 1,0 0,-1 1,1-1,-2 2,1-1,-2 1,1 0,-1 1,0-1,-1 1,-1 0,0 1,0-1,-1 1,0 0,-1-1,-1 1,0 0,0 10,-1-16,-1-4,1-1,-1 1,1 0,0-1,-1 1,1-1,0 1,0 0,0-1,0 1,1 0,-1-1,0 1,1 0,-1-1,1 1,-1-1,1 1,0-1,0 1,0-1,0 0,0 1,0-1,0 0,0 0,0 0,1 0,-1 0,0 0,1 0,-1 0,0 0,1 0,0-1,-1 1,1-1,0 1,10-1,0 0,0-1,0 0,0-1,0-1,0 0,-1 0,1-1,-1 0,0-1,0-1,0 1,-1-2,0 0,0 0,-1 0,0-1,0-1,1-1,52-73,-60 133,-2-44,1 0,1 0,-1 0,1-1,0 1,0 0,0-1,1 0,0 1,0-1,0 0,1-1,-1 1,1-1,0 1,1-1,-1 0,1-1,0 1,-1-1,2 0,-1 0,0 0,1-1,-1 0,1 0,1 0,3 1,-1-1,1 0,0 0,0-1,0 0,0-1,0 0,0-1,0 0,0-1,0 0,-1 0,1-1,-1 0,1-1,0 0,0-2,1-1,-1 0,-1-1,1 0,-1 0,-1-1,1 0,-1 0,-1-1,0 0,0-1,-1 1,-1-1,0 0,3-10,4-13,-1-1,-3-1,0 1,0-27,1-14,-4 0,-4-1,-3-26,-14 6,16 96,1 0,-1 1,0-1,0 0,0 0,0 1,0-1,-1 0,1 0,0 1,0-1,0 0,-1 1,1-1,0 0,-1 1,1-1,0 0,-1 1,1-1,-1 1,1-1,-1 0,1 1,-1-1,0 1,1 0,-1-1,1 1,-1 0,0-1,0 1,1 0,-1 0,0-1,1 1,-1 0,0 0,0 0,1 0,-1 0,0 0,0 0,1 0,-1 0,0 0,0 1,1-1,-1 0,0 0,1 1,-1-1,0 1,1-1,-1 0,1 1,-1-1,0 1,1-1,-1 1,1 0,0-1,-1 1,1-1,-1 1,1 0,-1 0,-23 50,16-15,1-1,2 1,2-1,1 1,1 0,2 0,2 0,1 0,2-1,1 1,2-2,2 1,0-1,3-1,1 0,10 16,-16-31,0-1,2 0,0-1,1 0,0 0,1-2,2 2,8 3</inkml:trace>
  <inkml:trace contextRef="#ctx0" brushRef="#br0" timeOffset="1784.801">1244 339,'238'114,"-196"-93,-1 2,-1 1,-2 2,0 2,-2 1,16 18,-44-37,0-1,0 1,-2 0,1 0,-1 1,0 0,3 9,-8-17,0 0,0 1,0-1,0 0,0 0,-1 0,1 1,-1-1,0 0,0 0,0 1,0-1,-1 0,1 0,-1 1,0-1,0 0,0 0,0 0,-1 0,1 0,-1 0,0-1,1 1,-1 0,-1-1,1 1,0-1,-1 0,-1 2,1-2,0 0,1-1,-1 1,0-1,0 0,0 1,0-1,-1-1,1 1,0 0,0-1,0 0,-1 1,1-1,0 0,0-1,-1 1,1-1,0 1,0-1,0 0,0 0,0 0,0-1,0 1,0-1,0 0,1 0,-1 1,1-2,-1 1,1 0,0 0,0-1,0 1,0-1,0 0,0 0,1 1,-1-1,1-1,-3-6,0 0,1-1,0 1,0-1,1 0,1 0,0 0,0 0,1 1,1-1,0 0,0 0,1 0,0 0,1 1,0-1,1 1,0 0,1 0,0 0,0 1,1-1,0 1,1 1,0-1,1 1,-1 1,7-5,-3 4,1 2,-1 0,2 0,-1 1,1 0,-1 1,1 1,1 0,-1 1,0 0,0 1,12 1,163 16,-171-13,187 35,-194-29,-29-5,2-3,0 1,0 1,1 0,-1 2,1-1,-1 2,-2 2,14-6,0 0,0 1,0 0,0 0,0 0,1 0,0 1,-1-1,1 1,1 1,-1-1,0 0,1 1,0-1,0 1,1 0,-1 0,1 0,0 1,0-1,1 0,0 1,0-1,0 1,1-2,0-1,0 1,0-1,1 1,-1-1,1 0,0 1,0-1,0 0,1 0,-1 1,1-1,0 0,0 0,0-1,0 1,0 0,0-1,1 1,0-1,-1 0,1 0,0 0,0 0,0 0,0-1,0 1,1-1,5 3,0-1,0 0,0 0,0-1,0 0,1-1,-1 0,1 0,7-1,-6-1,0-1,-1 1,1-2,-1 1,1-2,-1 1,0-1,-1-1,1 0,-1 0,0-1,0 0,0 0,-1-1,0 0,0-1,-1 0,0 0,-1 0,2-3,0 3,-12 25,1-3,2-10,0-1,1 1,0 0,0-1,0 1,0 0,0-1,1 1,-1-1,1 1,0-1,1 1,-1-1,0 0,1 1,0-1,0 0,0 0,0 0,0 0,0 0,1-1,-1 1,1-1,0 0,0 1,0-1,0-1,0 1,1 0,-1-1,0 1,1-1,-1 0,1 0,-1-1,1 1,-1-1,1 1,0-1,2-1,0 1,1-1,-1 0,1 0,-1 0,0-1,1 0,-1 0,0-1,0 0,0 0,-1 0,1-1,-1 0,0 0,0 0,0-1,-1 1,1-1,-1 0,0-1,0 1,-1-1,0 1,0-1,0 0,0-2,6-14,-1-1,-1 0,-1-1,-1 0,-1 1,0-14,-2 14,0 0,-1-1,-1 1,-2 0,0-1,-4-14,4 30,2 2,17 30,59 42,-64-59,0 2,-1 0,0 0,0 1,-1 0,-1 0,1 2,-2-1,1 1,-2 0,0 0,0 1,-1 0,3 10,0 23,-10-39,2-1,-1 1,1 0,0-1,0 0,1 1,0-1,0 0,0 0,1 0,0 0,0 0,1 0,-1-1,1 0,0 0,1 0,-1 0,1 0,0-1,0 0,1 0,-1-1,2 1,3-1,0-1,1-1,-1 0,0-1,1 0,-1 0,0-1,1 0,-1-1,0 0,0-1,0 0,0-1,-1 0,1 0,-1-1,0 0,0 0,-1-1,0-1,0 1,5-7,-5 6,0 0,-1-1,-1-1,1 1,-1-1,-1 0,1 0,-2-1,1 1,-1-1,-1 0,0 0,0-1,-1 1,0 0,-1-1,0 0,-1 1,0-8,0 15,0 1,0 0,0 0,0 0,0 0,0 0,0 0,-1 0,1 0,-1 0,0 0,1 0,-1 1,0-1,0 0,0 0,-1 1,1-1,0 0,0 1,-1-1,1 1,-1 0,0-1,1 1,-1 0,0 0,0 0,1 0,-1 0,0 1,0-1,0 1,0-1,0 1,0 0,0-1,0 1,0 0,0 0,-1 0,1 1,0-1,0 1,0-1,0 1,-2 2,-1 0,1 1,0 0,0-1,0 1,0 1,1-1,0 1,0-1,0 1,0 0,1 0,-1 0,2 0,-1 1,0-1,1 1,0-1,0 1,1-1,-1 1,1-1,1 1,-1-1,1 1,0-1,0 1,0-1,1 1,0-1,0 1,7 7,0-1,1 0,0-1,0 0,1-1,1 0,0 0,0-2,1 1,0-1,0-1,1-1,9 4,61 28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0:48.8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304 205,'-10'-5,"-1"1,1 0,-1 1,0 0,0 0,0 1,0 1,0 0,0 0,-1 1,1 1,0 0,0 0,-11 4,15-4,0 1,0 1,0-1,1 1,-1 1,1-1,-1 1,1 0,0 0,1 1,-1-1,1 1,0 1,0-1,1 1,-1 0,1 0,1 0,-1 0,1 1,0-1,0 1,0 3,2-7,0 0,0 0,0 0,1 0,0 0,-1 0,1 0,0 0,0 0,1 0,-1 1,1-1,-1 0,1 0,0 0,0 0,0 0,1-1,-1 1,1 0,-1-1,1 1,0-1,0 1,0-1,0 0,1 0,-1 0,1 0,-1 0,1 0,0-1,-1 1,1-1,0 0,0 0,0 0,0 0,1 0,9 0,-1 0,1 0,0-1,-1-1,1 0,0-1,-1 0,1-1,-1 0,0-1,0 0,0-1,-1-1,1 0,-1 0,-1-1,1 0,-1-1,0-1,-1 1,0-1,0-1,-4 4,0 1,0 0,-1-1,0 0,0 0,0-1,-1 1,0-1,0 0,-1 1,1-1,-2 0,1 0,-1-1,0 1,0 0,-1 0,0-1,0 1,-1 0,-1-5,2 11,0 0,0 1,0-1,0 0,0 1,-1-1,1 1,0-1,0 0,-1 1,1-1,0 1,-1-1,1 0,0 1,-1-1,1 1,-1-1,1 1,-1 0,1-1,-1 1,1-1,-1 1,1 0,-1 0,0-1,1 1,-1 0,0 0,1 0,-1-1,0 1,1 0,-1 0,0 0,1 0,-1 0,1 0,-1 1,0-1,1 0,-1 0,0 0,0 1,-16 26,15-17,0-1,0 1,1 0,0 0,1-1,0 1,0 0,1-1,1 1,0 0,0-1,1 1,0-1,0 0,1 0,0 0,1-1,0 1,0-1,1 0,0-1,0 1,1-1,0 0,0-1,1 0,-1 0,2 0,-1-1,0 0,9 3,26 8</inkml:trace>
  <inkml:trace contextRef="#ctx0" brushRef="#br0" timeOffset="320.765">624 151,'13'15,"40"48,2-4,46 38,-99-95,-1 0,1 1,0-1,0 0,0 0,0 0,1-1,-1 1,0 0,1-1,-1 1,1-1,-1 0,1 0,0 0,-1 0,1-1,0 1,0-1,0 1,-1-1,1 0,0 0,0 0,0-1,0 1,-1-1,1 1,0-1,0 0,-1 0,1 0,-1-1,1 1,-1 0,1-1,-1 0,1 0,3-10,1-1,-2 0,0-1,0 1,-1-1,-1 0,0 0,-1 0,-1 0,0 0,-1-13,0 20,5-103,-3 91</inkml:trace>
  <inkml:trace contextRef="#ctx0" brushRef="#br0" timeOffset="1174.043">1227 351,'11'-9,"1"-1,-1 0,-1-1,0 0,0-1,-2 0,1 0,-1-1,-1 0,0-1,-1 1,-1-1,0-1,0 1,0-10,-4 21,0 1,-1-1,1 1,-1-1,0 1,0-1,0 1,0-1,0 0,0 1,-1-1,1 1,-1-1,0 1,0 0,0-1,0 1,0 0,0-1,-1 1,1 0,-1 0,1 0,-1 0,0 0,0 1,0-1,0 0,0 1,0 0,0-1,-1 1,1 0,0 0,-1 0,1 0,-1 1,1-1,-1 1,1-1,-1 1,-1 0,-3 2,1-1,-1 1,1 1,-1-1,1 1,0 0,0 0,0 1,1 0,-1 0,1 0,0 1,0 0,0 0,1 0,-1 0,1 1,1 0,-1 0,1 0,0 0,0 0,1 1,0-1,0 1,0-1,1 1,0 0,0 0,1 0,0-1,0 1,1 0,-1 0,2 0,-1-1,1 1,0 0,1 1,1-1,1 1,0-1,0 1,1-2,0 1,0-1,0 1,1-2,0 1,0-1,1 0,-1 0,1-1,0 0,0-1,1 0,-1 0,8 1,-2 0,1-1,0-1,0 0,-1-1,1 0,0-1,0-1,0-1,0 0,13-4,-20 4,-1 0,1 0,-1-1,0 0,0-1,0 1,-1-1,1-1,-1 1,0-1,0 0,-1 0,1-1,-1 0,-1 0,1 0,-1 0,0-1,0 0,0 1,-1-1,-1-1,1 1,-1 0,0-1,0 0,0-6,0-1,-1 0,0 1,-1-1,-1 0,-1 1,-2-14,4 28,0 1,-1-1,1 0,0 0,0 0,-1 1,1-1,0 0,-1 0,1 0,0 1,-1-1,1 0,0 0,-1 0,1 0,0 0,-1 0,1 0,-1 0,1 0,0 0,-1 0,1 0,0 0,-1 0,1 0,0 0,-1-1,1 1,0 0,-1 0,1 0,0 0,-1-1,1 1,0 0,0 0,-1-1,1 1,0 0,0-1,0 1,-1 0,1 0,0-1,0 1,0 0,0-1,0 1,0 0,-1-1,1 1,0-1,0 1,0 0,0-1,0 1,0 0,0-1,1 1,-1 0,0-1,0 1,0 0,0-1,-10 30,8-21,0-1,0 1,0 0,1 0,0-1,1 1,0 0,0 0,0 0,1 0,0 0,1 0,0-1,0 1,1-1,-1 1,2-1,-1 0,1 0,0 0,0-1,1 1,0-1,0 0,1 0,0-1,0 0,0 0,0 0,3 1,0-2,1-1,-1-1,1 1,0-1,-1-1,1 0,0 0,0-1,0 0,-1-1,1 0,0-1,0 1,-1-2,1 0,-1 0,0 0,0-1,0-1,0 0,-1 0,0 0,0-1,0 0,-1-1,0 0,0 0,0 0,-1-1,0 0,-1 0,0 0,0-1,2-6,-3 3,0 0,-1-1,0 0,-1 0,0 0,-1 0,-1 0,0 0,-1-3,2 16,-1 1,0-1,0 1,0-1,0 1,1-1,-1 0,0 1,0-1,0 1,0-1,0 1,0-1,0 1,0-1,0 1,0-1,-1 0,1 1,0-1,0 1,0-1,0 0,-1 1,1-1,0 1,-1-1,1 0,0 1,0-1,-1 0,1 1,0-1,-1 0,1 0,-1 1,1-1,0 0,-1 0,1 0,-1 0,1 1,-1-1,1 0,-1 0,1 0,0 0,-1 0,1 0,-1 0,1 0,-1 0,1 0,-1-1,1 1,0 0,-1 0,1 0,-1 0,1-1,0 1,-1 0,1 0,-1-1,1 1,0 0,-1-1,1 1,0 0,-1-1,-1 8,0 0,1 1,-1-1,2 1,-1-1,1 1,0 0,0-1,1 1,0-1,0 1,1-1,0 1,0-1,1 0,0 0,0 0,1-1,0 1,0-1,0 0,1 0,0 0,0 0,0-1,1 0,0 0,0 0,0-1,1 0,-1 0,1-1,4 2,-6-2,1 1,1-1,-1 0,0-1,1 0,-1 0,1 0,0-1,0 1,0-2,0 1,-1-1,1 0,0-1,0 1,0-1,0-1,-1 1,1-1,0 0,-1-1,0 1,1-1,-1-1,0 1,-1-1,1 0,-1 0,1-1,-1 0,3-9,0 0,-1-1,-1 0,-1 0,0 0,0-1,-2 1,0-1,-1 0,0 0,-2 0,0 0,0 0,-2-9,-7-28,9 53,0-1,-1 1,1-1,0 1,0 0,0-1,0 1,0-1,-1 1,1 0,0-1,0 1,-1-1,1 1,0 0,0-1,-1 1,1 0,0 0,-1-1,1 1,-1 0,1 0,0 0,-1-1,1 1,-1 0,1 0,0 0,-1 0,1 0,-1 0,1 0,-1 0,1 0,-1 0,1 0,0 0,-1 0,1 0,-1 0,1 0,-1 0,1 1,0-1,-1 0,1 0,-1 1,1-1,0 0,-1 0,1 1,0-1,0 0,-1 1,1-1,0 1,0-1,-1 0,1 1,0-1,0 1,0-1,0 0,0 1,-1-1,1 1,0-1,0 1,0-1,-13 34,11-25,-1-1,1 1,1 0,-1 0,1 0,1 0,0 0,0 0,1 0,0 0,1 0,0 0,0 0,1-1,0 1,0-1,1 0,0 0,0 0,1 0,0-1,4 5,4-2,0 1,1-2,0 0,0-1,1 0,0-1,1-1,-1 0,1-1,0-1,1 0,-1-1,1-1,-1-1,1 0,-1-1,6-1,32-2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0:47.4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54 96,'0'21,"0"20,0 16,0 14,0 7,0 2,0-2,-3-6,0-9,0-11,1-12,-2-13,0-11</inkml:trace>
  <inkml:trace contextRef="#ctx0" brushRef="#br0" timeOffset="255.884">0 231,'9'16,"10"16,11 12,9 8,7 4,3 1,-1-1,-1-5,-6-5,-6-7,-7-7,-5-9,-7-9</inkml:trace>
  <inkml:trace contextRef="#ctx0" brushRef="#br0" timeOffset="504.222">468 124,'-2'-19,"-1"-9,0-6,0 6,1 14,1 19,1 22,2 22,3 19,1 14,0 9,-2 2,-1-3,-2-8,0-8,2-13,0-16</inkml:trace>
  <inkml:trace contextRef="#ctx0" brushRef="#br0" timeOffset="849.298">762 484,'-5'12,"-1"0,2 1,0-1,0 1,1 0,1 0,0 0,1 0,0 0,1 0,0 0,1 0,2 5,-2-12,0 0,0 0,1 0,0 0,0 0,1 0,-1-1,1 1,1-1,-1 1,1-1,0-1,0 1,0 0,1-1,-1 0,1 0,0 0,0-1,1 1,-1-1,1-1,0 1,-1-1,1 0,0 0,0 0,3-1,-2 0,-1-1,1-1,-1 1,1-1,-1 0,0-1,1 1,-1-1,0 0,0-1,0 0,0 0,-1 0,1 0,-1-1,0 0,0 0,0 0,0-1,-1 0,0 0,0 0,0 0,-1-1,1 1,-1-1,-1 0,1 0,-1 0,0 0,0 0,-1-1,0 1,0-1,0 1,-1-4,4-12,-2 1,0-1,-1 0,-1 1,-1-1,-1 0,-6 8,0 32,5-6,0 0,1 0,0 0,1 1,1-1,0 0,1 0,0 1,0-1,2 0,-1 0,2 0,-1 0,2-1,-1 1,2-1,-1 0,2-1,-1 1,1-1,1-1,0 1,0-1,2 0,24 15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1:00.1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275 524,'-99'-66,"95"64,0 0,-1 1,1 0,0 0,0 0,-1 0,1 0,0 1,-1 0,1 0,-1 0,1 1,0-1,-1 1,1 0,0 0,0 1,0-1,0 1,0 0,0 0,0 0,0 0,1 1,-3 2,-1 1,1 1,0 0,1 0,-1 1,1-1,1 1,-1 1,2-1,-1 0,1 1,0 0,1 0,0 0,0 0,1 0,0 0,0 8,1-12,0 0,0 0,1-1,-1 1,1 0,0-1,0 1,1-1,-1 1,1-1,0 0,0 1,1-1,-1 0,1 0,0-1,0 1,0 0,0-1,1 0,-1 0,1 0,0 0,0-1,0 1,0-1,1 0,-1 0,0-1,1 1,0-1,-1 0,1 0,4 0,0 0,0-1,0-1,-1 1,1-1,0-1,0 0,-1 0,1 0,-1-1,0-1,0 1,0-1,0 0,-1-1,1 0,-1 0,0-1,0-1,5-4,0-1,-1 0,0-1,-1 0,0-1,-1 0,-1-1,0 0,0-3,4-17,-3 1,0-2,-3 1,0-1,-3 0,-1 0,-1 0,-2 0,-2 0,-1 1,-6-19,-15-36,24 89,1 0,0 0,-1 0,1 0,-1 0,1 0,-1 1,0-1,1 0,-1 0,0 1,0-1,1 0,-1 1,0-1,0 1,0-1,0 1,0-1,0 1,0 0,0-1,0 1,0 0,0 0,0 0,0 0,0 0,0 0,0 0,0 0,0 0,0 0,0 0,0 1,0-1,0 0,0 1,0-1,0 1,1-1,-1 1,0 0,0-1,0 1,1 0,-1-1,0 1,1 0,-1 0,1 0,-1 0,1-1,-1 1,1 0,-1 0,1 0,0 0,-1 0,1 0,0 0,0 0,0 0,0 0,0 0,0 0,0 1,-8 22,1 1,1 0,1 0,1 0,1 1,1 0,1-1,2 1,1 2,0 3,1 0,2 0,1-1,2 0,1 0,11 25,-13-39,0 0,1 0,1-1,0-1,1 1,0-2,2 1,-1-1,2-1,0 0,0-1,1-1,1 1,-9-7,1 0,0-1,0 0,0 0,1-1,-1 1,0-2,1 1,0-1,-1 0,1 0,0-1,0 0,-1-1,1 0,0 0,-1 0,1-1,-1 0,1-1,-1 0,0 0,0 0,0-1,-1 0,1 0,-1-1,0 0,0 0,0 0,4-6,-3 3,0 0,0-1,-1 1,0-2,-1 1,0 0,0-1,-1 0,0 0,-1 0,0-1,-1 1,0-1,0 0,-1 1,-1-1,0-3,0 12,0 1,0-1,0 0,0 0,0 0,-1 0,1 0,0 1,-1-1,0 0,1 0,-1 1,0-1,0 0,0 1,0-1,-1 1,1-1,0 1,0-1,-1 1,1 0,-1 0,1 0,-1 0,0 0,1 0,-1 0,0 1,0-1,1 0,-1 1,0 0,0-1,0 1,0 0,0 0,0 0,1 0,-1 0,0 0,0 1,0-1,0 1,0-1,1 1,-1 0,0 0,1 0,-1 0,0 0,1 0,-1 0,1 0,0 0,-1 1,0 0,-1 2,-1 0,1 0,0 0,0 0,0 0,1 1,0-1,0 1,0 0,0 0,1-1,-1 1,1 0,0 0,1 1,0-1,-1 0,1 0,1 0,-1 0,1 0,0 0,0 0,1 0,-1 0,1 0,0-1,0 1,1-1,-1 1,1-1,0 0,0 0,3 2,5 3,1-1,0 0,1-1,-1 0,1-1,1 0,-1-1,1-1,0 0,0-1,0 0,0-1,1-1,0 0,91 9,-2-4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1:00.8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335 71,'-6'-6,"1"0,-1 0,0 0,0 1,0 0,-1 0,0 1,0 0,0 0,0 0,-1 1,0 0,1 1,-1 0,0 0,0 1,0-1,0 2,0-1,-1 1,1 0,0 1,0 0,0 0,0 1,0 0,1 1,-1-1,0 1,1 1,-6 2,5 0,1 0,-1 0,1 1,0 0,0 0,1 1,0-1,1 2,-1-1,1 0,-2 8,4-12,1 1,0 0,1-1,-1 1,1 0,0 0,0 0,0-1,1 1,-1 0,1 0,1 0,-1 0,1 0,0 0,0 0,0 0,0 0,1-1,0 1,0-1,0 1,3 3,2-2,0-1,0 0,1 0,0-1,-1 0,2 0,-1 0,0-1,1-1,-1 0,1 0,-1 0,1-1,0 0,0-1,0 0,0 0,-1-1,1 0,0-1,0 0,-1 0,7-3,-6 3,0-1,0 0,0-1,0 0,-1 0,1-1,-1 0,0-1,-1 1,1-1,-1-1,0 0,-1 0,0 0,0 0,0-1,-1 0,0-1,-1 1,0-1,1-2,10 101,48 158,-61-245,-1 1,0 0,0 0,0 0,0 0,-1 0,1 0,-1 0,0 0,0 0,-1 0,1 1,-1-1,0-1,0 1,0 0,-1 0,1 0,-1 0,0-1,0 1,0-1,-1 0,1 1,-1-1,0 0,0 0,0-1,0 1,0-1,-1 1,-12 2,0 0,-1-2,1 0,-1 0,0-2,0 0,0-1,0 0,0-2,0 0,-6-2,15 3,-134-19,169 23,-2-1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0:58.5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1 201,'118'320,"-116"-315,5 18,1-1,1 0,1 0,1-1,1 0,0-1,6 6,-17-25,-1 0,1 0,0 0,-1 0,1 0,0 0,0 0,-1-1,1 1,0 0,0 0,0-1,0 1,0 0,0-1,0 1,0-1,0 0,1 1,-1-1,0 0,0 1,0-1,0 0,1 0,-1 0,0 0,0 0,0 0,0-1,1 1,-1 0,0-1,0 1,0-1,0 1,0-1,0 1,0-1,0 1,0-1,0 0,0 0,0 0,0 0,-1 1,1-1,0 0,-1 0,5-11,0 1,-1 0,-1-1,0 0,0 0,-1 0,-1 0,0-1,0 1,-2-7,1 6,-5-151,4 164,1 1,0-1,0 0,0 0,-1 0,1 0,0 0,0 0,0 0,-1 0,1 0,0 0,0 0,-1 0,1 0,0 0,1 13,0 0,1-1,1 1,0-1,1 1,0-1,1 0,0 0,0-1,2 0,-1 0,2 0,-1-1,1 0,1 0,0-1,0 0,1-1,0 0,6 4,-11-10,-1 0,1 0,0 0,0-1,0 0,0 0,1 0,-1 0,0-1,0 0,0 0,1-1,-1 1,0-1,0 0,0 0,0-1,0 0,0 1,0-2,-1 1,1 0,-1-1,1 0,-1 0,0-1,0 1,3-4,3-4,-1 1,0-1,-1-1,0 0,-1 0,-1 0,1-1,-2 0,0 0,1-4,-2 5,-1 0,0-1,0 1,-2-1,1 1,-1-1,-1 0,0 1,-2-7,2 18,0 0,0 0,-1 0,1 1,0-1,-1 0,1 0,-1 1,1-1,0 0,-1 0,0 1,1-1,-1 0,1 1,-1-1,0 1,1-1,-1 1,0-1,0 1,1 0,-1-1,0 1,0 0,0 0,0-1,1 1,-1 0,0 0,0 0,0 0,0 0,0 0,1 0,-1 0,0 1,0-1,0 0,0 0,1 1,-1-1,0 0,0 1,1-1,-1 1,0-1,1 1,-1 0,0-1,1 1,-1-1,1 1,-1 0,1 0,-1-1,1 1,0 0,-1 0,1-1,0 1,-1 0,1 0,0 0,0 0,0-1,0 1,0 0,0 0,0 0,-4 7,1-1,0 1,0-1,0 1,1 0,0 0,1 0,-1 0,2 0,-1 0,1 1,1-1,-1 0,1 0,1 0,-1 0,1 0,1 0,-1 0,2-1,-1 1,1-1,0 0,0 0,1 0,0-1,0 1,0-1,1 0,1 0,11 4,0 0,1-2,0 0,1-1,-1-1,1-1,0-1,1 0,-1-2,1 0,-1-1,18-2,130-10,-94 1</inkml:trace>
  <inkml:trace contextRef="#ctx0" brushRef="#br0" timeOffset="800.92">1351 495,'-22'-14,"0"1,0 1,-2 1,1 1,-1 1,0 1,-1 2,0 0,0 1,0 2,-1 0,-10 2,29 2,-1 0,0 0,0 1,1 0,-1 0,1 1,0 0,-1 0,1 1,1 0,-1 0,1 0,-2 2,5-4,1 1,-1-1,1 0,0 1,0-1,0 1,0 0,0 0,1 0,-1 0,1 0,0 0,0 0,0 0,0 0,0 1,1-1,0 0,-1 1,1-1,0 0,1 1,-1-1,1 0,-1 0,1 1,0-1,0 0,0 0,1 0,-1 0,1 0,4 5,1-1,0 0,0 0,1 0,0-1,0-1,0 1,1-1,0 0,0-1,0 0,0-1,1 0,-1 0,1-1,0 0,0-1,0 0,0 0,0-1,0 0,0-1,0 0,-1-1,10-2,-13 3,0 0,0 0,0-1,0 0,0 0,0 0,-1 0,1-1,-1 0,1 0,-1-1,0 1,0-1,-1 0,1-1,-1 1,0-1,0 0,0 0,-1 0,0 0,0-1,0 1,-1-1,1 0,-1 0,-1 0,1 0,-1 0,0 0,0-2,0 20,2-1,0 1,0-1,1 0,0 0,1 0,0-1,0 0,1 0,1 0,3 3,-4-5,0 0,0-1,1 1,0-2,0 1,1-1,0 0,0-1,0 1,5 0,-11-4,1-1,0 0,0 0,0 0,0 0,0 0,0-1,0 1,0-1,1 0,-1 0,0 0,0 0,0-1,0 1,0-1,0 0,0 0,0 0,0 0,0-1,-1 1,1-1,0 1,-1-1,1 0,-1 0,0 0,1 0,-1-1,0 1,0-1,-1 1,1-1,6-13,-1 0,-1-1,0 0,-1 0,-1 0,-1-1,0 0,-1 1,-1-1,-1 0,0 0,-2-7,2 6,0 6,0-3,0 0,0 0,-2 0,0 0,-1 0,0 1,-3-8,1 17,10 18,6-4,0-1,0 0,1 0,0-1,0-1,0 0,1-1,0 0,-1-1,1 0,0-1,1 0,4-1,-2 1,41 5,-35-6,-1 1,0 1,-1 1,1 1,-1 1,0 1,3 2,-20-6,0-1,0 1,0 0,0 0,-1 1,1-1,-1 0,0 1,0-1,0 1,-1 0,1 0,-1 0,0 0,0 0,-1 0,1 0,-1 0,1 0,-1 0,-1 0,1 0,0 0,-1 0,0 0,0 0,-1 1,0 21,2-23,-1 1,1 0,0 0,0 0,0 0,0 0,1 0,0 0,-1 0,2 0,-1-1,0 1,1 0,-1-1,1 1,0-1,0 1,1-1,-1 0,0 0,1 0,0 0,0-1,0 1,0-1,0 1,1-1,-1 0,1-1,-1 1,1 0,0-1,-1 0,1 0,0 0,9 1,1-1,-1 0,0-1,0 0,0-1,0 0,0-1,0-1,0 0,0-1,-1 0,1-1,-1 0,0-1,-1-1,0 0,0 0,0-1,-1 0,0-1,0 0,-1 0,-1-1,0-1,7-9,-12 15,-1-1,1 1,-1 0,0-1,-1 1,1-1,-1 1,0-1,-1 0,1 1,-1-1,0 0,0 0,-1 1,0-1,0 0,0 1,-1-2,2 7,0-1,0 1,0-1,0 1,0-1,0 1,0-1,-1 1,1-1,0 1,0 0,0-1,-1 1,1-1,0 1,-1-1,1 1,0 0,-1-1,1 1,0 0,-1-1,1 1,-1 0,1 0,-1-1,1 1,0 0,-1 0,1 0,-1-1,1 1,-1 0,1 0,-1 0,1 0,-1 0,1 0,-1 0,1 0,-1 0,1 1,-1-1,1 0,-1 0,1 0,-1 0,1 1,-1-1,1 0,-1 0,1 1,0-1,-1 0,1 1,0-1,-1 1,1-1,-15 30,11-14,0 1,2 0,0 0,0 1,2-1,0 0,1 0,0 0,2 0,2 8,-4-21,0 0,0 1,1-1,0 0,0 0,0 0,0 0,1 0,-1 0,1-1,0 1,0-1,0 0,1 0,-1 0,1 0,0-1,0 1,0-1,0 0,0 0,0 0,0-1,4 1,12 0</inkml:trace>
  <inkml:trace contextRef="#ctx0" brushRef="#br0" timeOffset="1056.091">2379 1,'7'11,"16"11,4 2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1:04.53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736 21,'-60'-19,"42"18,-1 1,1 0,-1 2,1 0,0 1,0 1,0 1,1 0,-1 1,1 1,0 1,1 0,0 2,0-1,1 2,-13 11,5-5,0 1,2 1,0 1,1 0,0 2,2 0,1 2,1 0,1 0,1 1,-2 8,8-6,2-1,1 1,1 0,1 0,1 0,2 1,1-1,1 0,1 0,1 0,2 0,0-1,2 1,1-2,7 13,30 84,-26-76,-3 1,-2 1,-1 0,-1 14,-7-27,-2 1,-2-1,-1 1,-1-1,-2 1,-2-1,2-19,-1-1,-1 0,0 0,-1 0,-1-1,0 0,-1 0,0 0,-1-1,-1 0,0 0,0-1,-1 0,-11 9,-161 98,181-118,0-1,1 0,-1 1,0-1,1 1,-1-1,0 1,1-1,-1 1,0-1,1 1,-1 0,1-1,-1 1,1 0,-1-1,1 1,0 0,-1 0,1 0,0-1,0 1,-1 0,1 0,0 0,0 0,0-1,0 1,0 0,0 0,0 0,1 0,-1-1,0 1,0 0,1 0,-1 0,0-1,1 1,-1 0,1-1,-1 1,1 0,-1-1,1 1,-1 0,1-1,38 23,-34-20,18 6,-2 1,1 1,-1 1,-1 1,0 1,-1 0,0 2,-1 0,13 16,-19-16,-1 1,0 1,-1 0,-1 1,-1 0,-1 0,0 1,-1 0,-2 0,0 0,0 8,2 42,-2-1,-6 52,1-66,-5 607,-11-443,-27 115,20-121,7 46,15 17,4-251,2-1,1 0,0 0,2 0,1-1,1 0,0 0,3 1,-2-9,0-1,1 0,0-1,1 0,0-1,1 0,0-1,1 0,0-2,1 1,0-2,1 0,0 0,0-2,0 0,1-1,0 0,7 0,4 1,1-1,0-1,0-2,0-1,0-1,0-2,0 0,0-2,-1-2,1 0,-1-2,24-10,-25-1,-30 16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1:12.6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312 814,'-15'-3,"0"1,-1 0,1 1,-1 1,1 0,-1 1,1 1,-1 0,1 1,0 1,0 0,0 1,1 1,-1 0,1 1,1 0,-1 1,-1 3,13-10,-1 1,1 0,0 0,0 0,0 0,0 1,1-1,-1 1,1-1,-1 1,1-1,0 1,0 0,0-1,0 1,1 0,-1 0,1 0,-1 0,1-1,0 1,0 0,0 0,1 0,-1 0,1 0,0-1,-1 1,1 0,0 0,1-1,-1 1,0-1,1 2,6 2,0 0,0 0,0 0,1-1,0-1,0 1,0-1,0-1,1 0,0 0,-1-1,1 0,0 0,0-1,7-1,-17 0,43 5,0-2,0-2,0-2,0-2,0-2,0-2,-1-1,18-8,-57 16,6-2,1-1,-1 0,0 0,0-1,0 0,0-1,-1 0,0 0,0-1,7-5,-14 10,-1 0,1 0,-1 1,1-1,-1 0,0 0,1 0,-1 1,0-1,0 0,0 0,0 0,0 0,0 0,0 1,0-1,0 0,0 0,0 0,0 0,0 1,-1-1,1 0,0 0,-1 0,1 1,-1-1,1 0,-1 0,1 1,-1-1,1 0,-1 1,0-1,1 1,-1-1,0 1,1-1,-1 1,0-1,0 1,0 0,1 0,-1-1,0 1,0 0,0 0,0 0,1 0,-1 0,0 0,0 0,0 0,0 0,0 0,1 0,-1 0,0 1,0-1,0 0,1 1,-1-1,0 1,0-1,1 1,-1-1,0 1,-2-1,1 1,-1 0,0 0,0 0,1 0,-1 1,1-1,-1 1,1-1,0 1,-1 0,1 0,0 0,0 0,0 0,1 0,-1 1,0-1,1 0,0 1,-1 0,1-1,0 1,0 0,1-1,-1 1,1 0,-1 0,1 0,0 0,0-1,0 1,0 0,0 0,1 0,-1 0,1-1,0 1,0 0,0 0,0-1,1 1,-1-1,0 1,1-1,0 0,0 0,0 1,1 0,9 3,1 0,0 0,0-1,0-1,1 0,-1-1,1-1,0 0,0 0,0-2,0 1,0-2,2 0,-4 0,1-1,-1 1,0-2,1 0,-1-1,-1 0,1 0,8-5,-17 7,0 1,0 0,0-1,-1 0,1 0,0 0,-1 0,1 0,-1-1,0 1,0-1,0 1,0-1,0 0,0 0,-1 1,1-1,-1-1,0 1,0 0,0 0,0 0,-1-1,1 1,-1 0,0 0,0-1,0 1,0 0,-1-1,0 1,1 0,-1 0,-1-3,-2-1,-1 1,0-1,0 1,0 0,-1 0,1 1,-2 0,1 0,0 0,-1 1,0 0,0 0,0 1,-1-1,1 2,-1-1,1 1,-1 0,0 1,0 0,0 0,0 0,0 1,0 1,-3 0,7-2,0 1,0 0,1 1,-1-1,0 1,0-1,0 1,1 0,-1 1,0-1,1 1,-1-1,1 1,-1 0,1 0,0 1,0-1,0 1,0-1,1 1,-1 0,1 0,-1 0,1 1,0-1,0 0,1 1,-1-1,1 1,-1 0,1-1,0 1,1 0,-1 0,1 0,-1 0,1-1,0 1,1 0,-1 0,1 0,0 0,-1-1,2 1,-1 0,0 0,1-1,-1 1,1-1,2 2,33 31,8-6</inkml:trace>
  <inkml:trace contextRef="#ctx0" brushRef="#br0" timeOffset="1239.319">1462 827,'-12'-5,"0"0,-1 0,0 1,0 0,0 2,-1-1,1 2,-1-1,1 2,-1 0,1 1,-1 0,1 1,-1 0,1 1,0 0,0 2,0-1,-4 4,13-7,0 1,0 0,0 0,0 1,0-1,1 1,-1-1,1 1,0 0,0 1,0-1,0 0,0 1,1 0,0-1,-1 1,1 0,1 0,-1 0,1 1,-1-1,1 0,0 0,1 1,-1-1,1 1,0-1,0 0,0 1,1-1,-1 1,1-1,0 0,0 1,1-1,0 0,-1 0,1 0,0 0,1 0,-1-1,2 3,5 1,1-1,0 1,0-2,0 1,1-1,0-1,0 0,0 0,0-2,0 1,1-1,-1-1,1 0,0 0,-1-1,1-1,3 0,-2-1,0 1,-1-2,1 0,-1 0,0-1,0 0,-1-1,1-1,-1 0,0 0,0-1,-1-1,0 1,0-2,-1 1,0-2,-1 1,0-1,0 0,-1 0,0-1,-1 0,0-1,-1 1,0-1,-1 0,0 0,-1-1,7-33,-1-1,-3 1,-2-2,-1 1,-5-39,3 67,-1-1,-2 1,0 0,0 0,-2 0,0 0,-2 0,0 1,-4-8,9 24,0 0,1 0,-1 0,0 0,-1 0,1 0,0 0,-1 0,1 1,0-1,-1 1,0-1,1 1,-1-1,0 1,0 0,0 0,0 0,0 0,0 0,0 0,0 1,0-1,0 1,-1-1,1 1,0 0,0 0,0 0,-1 0,1 0,0 1,0-1,0 1,-1-1,1 1,0 0,0 0,0-1,0 2,0-1,1 0,-1 0,0 1,0-1,0 1,-8 11,0 0,0 0,1 1,1 1,1 0,0 0,0 0,2 1,0-1,0 1,2 1,0-1,1 0,1 1,0 3,-1 6,1 0,1-1,1 1,2 0,0-1,2 0,0 0,2 0,1 0,1-1,2 1,-4-9,1 0,1-1,1 0,0 0,1-1,1 0,0-1,0 0,2-1,-1 0,1-1,1-1,0-1,1 0,0 0,3 0,-12-5,1-1,-1 0,0 0,1-1,0 1,-1-2,1 1,0-1,0 0,0-1,0 0,0 0,0-1,0 0,0 0,0-1,-1 0,1 0,0 0,-1-1,0-1,0 1,0-1,0-1,0 1,-1-1,0 0,0 0,0-1,-1 0,5-6,-3 1,-1 1,0-2,-1 1,0-1,-1 1,0-1,-1-1,-1 1,0 0,0-1,-1-8,-2 21,1 0,-1 0,0 0,1 0,-1 0,0 0,1 0,-1 0,0 1,1-1,-1 0,0 1,1-1,-1 0,0 1,1-1,-1 1,1-1,-1 1,1-1,-1 1,1-1,0 1,-1 0,1-1,0 1,-1-1,1 1,0 0,-1-1,1 1,0 0,0 0,0-1,0 1,0 0,0-1,0 1,0 0,0 0,-21 95,21-93,0 0,0 1,0-1,1 0,-1 0,1 0,0-1,0 1,0 0,0 0,0 0,1 0,-1-1,1 1,0-1,-1 1,1-1,1 0,-1 0,0 0,0 0,1 0,-1 0,1-1,0 1,-1-1,1 1,0-1,0 0,2 0,7 1,0 0,-1-1,1-1,0 0,-1 0,1-2,-1 1,1-1,-1-1,1 0,-1-1,0 0,-1 0,1-1,-1-1,0 0,0 0,0-1,-1 0,0 0,0-1,-1-1,0 1,-1-1,0-1,0 1,-1-1,0 0,-1-1,1-3,-7-1,-13 37,11-16,1 0,-1 0,1 0,1 0,-1 0,1 1,0-1,0 0,1 1,0-1,0 0,1 1,-1-1,1 0,1 0,-1 1,1-1,0 0,0 0,1-1,0 1,0 0,0-1,1 0,0 0,0 0,0 0,0 0,1-1,0 0,0 0,0 0,0-1,1 1,-1-1,2 0,-2-1,1 0,-1 0,0 0,1-1,-1 0,1 0,0 0,-1-1,1 1,0-1,-1-1,1 1,0-1,-1 0,1 0,-1-1,1 0,-1 0,0 0,0-1,0 1,0-1,0 0,0-1,-1 1,0-1,1 0,-1 0,-1 0,1 0,-1-1,0 0,0 1,2-5,1-9,-1 0,-1-1,0 1,-1-1,-1 0,-1 0,-1 0,-1 0,-2-13,2-27,0 57,1 1,0 0,0-1,1 1,-1 0,0-1,0 1,1 0,-1-1,0 1,1 0,-1 0,1-1,0 1,-1 0,1 0,0 0,0 0,0 0,0 0,0 0,0 0,0 0,0 0,0 1,0-1,0 0,1 1,-1-1,0 1,1-1,-1 1,0-1,1 1,-1 0,0 0,1 0,-1 0,0 0,1 0,-1 0,0 0,1 1,-1-1,0 0,1 1,-1-1,0 1,0-1,1 2,25 1,0 2,0 1,-1 2,0 0,0 2,-1 0,13 9,-34-16,0 0,0 1,0 0,0-1,0 1,-1 1,0-1,0 0,0 1,0 0,-1 0,0-1,0 1,0 1,0-1,-1 0,0 0,0 1,0-1,-1 0,0 1,0-1,0 0,-1 1,1-1,-1 0,-1 1,0 3,0 3,1-10,0 1,0 0,0 0,0 0,1-1,-1 1,1 0,0 0,0 0,0 0,0 0,0 0,1 0,-1 0,1-1,0 1,0 0,0 0,0-1,0 1,1 0,-1-1,1 1,-1-1,1 0,0 0,0 1,0-1,1 0,-1-1,0 1,1 0,7 1,1-1,0 0,0 0,-1-1,1-1,0 0,0 0,0-1,0 0,0-1,-1-1,1 1,-1-2,1 1,-1-1,0-1,-1 0,1 0,-1-1,0 0,0-1,-1 0,0 0,1-2,0-1,0 0,-2 0,1-1,-1 0,-1 0,0 0,0-1,-1 0,3-12,-6 9,-7 19,-11 22,11-14,1 1,1-1,0 1,0 0,1 0,1 0,0 0,1 0,0 0,2 3,-2-11,0-1,1 1,0 0,0 0,0-1,1 1,0 0,-1-1,2 0,-1 1,0-1,1 0,0 0,0 0,0-1,0 1,1-1,0 1,-1-1,1 0,0-1,0 1,1-1,-1 0,0 0,1 0,-1 0,5 0,25 1,-2-5</inkml:trace>
  <inkml:trace contextRef="#ctx0" brushRef="#br0" timeOffset="1496.212">3200 333,'2'18,"8"16,11 10,2-2</inkml:trace>
  <inkml:trace contextRef="#ctx0" brushRef="#br0" timeOffset="1932.703">3682 827,'33'-37,"-1"-2,-3-1,0-1,-3-1,-2-2,-1-1,-3 0,-1-2,-2 0,-3-1,-2 0,1-12,-11 46,1 1,-2-1,0 0,0 1,-1-1,-1 0,0 1,-1-1,-1 0,0 1,0 0,-2 0,1 0,-2-1,4 11,0 0,0 0,0 1,0-1,0 1,-1-1,1 1,-1 0,1-1,-1 2,0-1,0 0,0 0,0 1,0 0,0-1,-1 1,1 0,0 1,0-1,-1 1,1-1,-1 1,1 0,0 0,-1 0,1 1,-1-1,-1 2,-3 0,0 1,0 0,0 0,0 1,1 0,-1 0,1 1,0 0,1 0,-1 1,-3 3,-2 5,0 1,0 0,2 0,0 1,1 0,0 1,1 0,1 0,1 1,1 0,0 0,1 0,1 1,0 2,0 9,2 0,1 0,1 1,1-1,2 0,1 0,1 0,6 11,0-2,2-1,2-1,1-1,2 0,2-1,1-1,1-2,2 0,1-1,8 5,-28-29,1 0,0-1,1 0,0 0,-1 0,2-1,-1-1,1 1,-1-1,1-1,0 0,0 0,1 0,-1-1,1-1,-1 0,1 0,-1 0,1-2,0 1,-1-1,1 0,-1-1,1 0,-1-1,7-2,-2-1,0 0,-1-1,1 0,-2-1,1-1,-1 0,0 0,-1-1,0-1,0 0,-1 0,-1-1,0 0,-1-1,0 0,-1 0,0-1,-1 0,-1 0,0 0,3-14,-7 25,0 0,-1 1,1-1,-1 0,1 0,-1 0,0 0,0 0,0 0,0 0,-1 0,1 1,-1-1,0 0,1 0,-1 0,-1 1,1-1,0 0,-1 1,1-1,-1 1,0 0,0-1,0 1,0 0,0 0,0 0,0 1,-1-1,1 0,-1 1,1-1,-1 1,0 0,0 0,1 0,-1 1,-1-1,-3 2,0 1,0 0,1 0,-1 0,0 1,1 0,0 0,0 1,0 0,0 0,1 0,-1 1,1 0,0 0,0 0,1 1,0-1,0 1,0 0,1 0,-1 1,1-1,1 1,0-1,-1 1,2 0,-1 0,1 4,-1 1,1 0,0-1,1 1,1-1,0 1,0 0,1-1,0 1,1-1,1 0,-1 0,2 0,0-1,0 1,1-1,0 0,0-1,1 1,1-2,0 2,10 9,0-1,1-1,1 0,0-2,1 0,1-1,1-1,13 5,41 13,-8-10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1:09.2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29 706,'-6'42,"1"0,3 0,1 0,2 0,2 0,2 0,2-1,4 13,7 46,2-2,-5 1,-4 0,-4 1,-5 39,-23-21,21-119,0 0,0-1,0 1,0 0,0 0,-1 0,1 0,0 0,-1 0,1 0,-1 0,1 0,-1 0,0 0,1 1,-1-1,0 0,0 0,1 0,-1 1,0-1,0 0,0 1,0-1,0 1,0-1,0 1,0 0,0-1,0 1,0 0,0 0,0-1,0 1,0 0,0 0,-1 0,1 0,0 1,0-1,0 0,0 0,0 1,0-1,0 1,0-1,0 0,0 1,0 0,0-1,0 1,1 0,-1-1,0 1,0 0,1 0,-1 0,0 0,1 0,-1-1,1 1,-1 0,1 0,-1 0,1 1,0-1,-1 0,-7-29,1 0,1 0,2-1,1 0,0-14,2 24,-7-61,5-1,2 0,5 0,2 1,5 0,11-41,-18 104,1 0,1 1,0 0,2 0,-1 0,11-13,-16 24,1 1,0 0,1 0,-1 1,1-1,-1 1,1-1,0 1,1 0,-1 1,0-1,1 1,-1 0,1 0,0 0,0 0,0 1,0 0,0 0,0 0,0 1,0 0,0 0,0 0,4 1,-5-1,0 0,0 0,0 1,1-1,-1 1,0 0,0 0,0 1,0-1,-1 1,1 0,0 0,-1 0,1 0,-1 1,0-1,0 1,1 0,-2 0,1 0,0 1,-1-1,1 0,-1 1,0 0,-1-1,1 1,0 0,-1 0,0 0,0 0,0 0,0 0,-1 1,0-1,0 1,-6 7,-1-1,0 0,-1 0,0-1,0 0,-1-1,-1 0,1 0,-2-1,1 0,-1-1,0 0,-10 5,-79 42,59-34</inkml:trace>
  <inkml:trace contextRef="#ctx0" brushRef="#br0" timeOffset="802.531">537 1094,'-5'-19,"1"0,1-1,0 1,2-1,0 1,1-1,1 0,1 1,1-1,4-16,4-41,-13 35,2 41,0 1,0-1,0 0,0 0,0 1,0-1,0 0,-1 0,1 1,0-1,0 0,-1 1,1-1,-1 0,1 1,0-1,-1 0,1 1,-1-1,0 1,1-1,-1 1,1-1,-1 1,0 0,1-1,-1 1,0 0,0-1,1 1,-1 0,0 0,1 0,-1-1,0 1,0 0,0 0,1 0,-1 0,0 0,0 1,1-1,-1 0,0 0,0 0,1 1,-1-1,0 1,1-1,-1 0,1 0,-1 1,1-1,0 0,-1 0,1 1,0-1,-1 0,1 1,0-1,-1 1,1-1,0 0,0 1,-1-1,1 1,0-1,0 1,0-1,0 1,0-1,0 1,0-1,0 1,0-1,0 1,0-1,0 0,0 1,0-1,0 1,0-1,1 1,-1-1,0 1,0-1,0 0,1 1,-1-1,0 1,1-1,-1 0,0 1,1-1,-1 0,0 1,1-1,-1 0,1 0,-1 1,1-1,-1 0,0 0,1 0,-1 0,1 0,0 0,29 15,98 10,-102-22,1 1,-1 1,0 2,20 7,-41-12,-1-1,1 1,-1 1,0-1,0 1,0-1,0 1,-1 0,1 1,-1-1,0 0,0 1,0 0,0 0,0 0,-1 0,0 0,0 0,0 1,0-1,-1 1,0 0,0-1,0 1,0 0,-1-1,0 1,0 0,0 0,0-1,-1 3,-4 22,2 37,5-63,0 0,0-1,1 0,-1 0,1 0,-1 0,1 0,0 0,0 0,0-1,0 0,0 1,0-1,0 0,0-1,1 1,-1-1,0 1,1-1,-1 0,0 0,0 0,3-1,34-1,0-1,-1-3,0-1,0-1,-1-3,0-1,-1-1,26-15,-47 22,0 0,0-2,-1 0,0-1,0 0,-1-1,0-1,-1 0,2-3,-14 14,-1-1,1 0,0 0,0 1,0-1,-1 0,1 0,-1 0,1 0,0 0,-1 0,0 0,1 0,-1 0,1 0,-1 0,0 0,0-1,0 1,0 0,0 0,0 0,0 0,0 0,0 0,0 0,-1-1,1 1,0 0,-1 0,1 0,-1 0,1 0,-1 0,0 0,1 0,-1 1,0-1,0 0,1 0,-1 1,0-1,0 0,0 1,-1-1,-49-15,41 15,0-1,0 1,0 0,0 1,0 0,0 1,0 0,0 1,0 0,0 0,0 1,0 0,1 1,0 0,0 1,0 0,0 0,1 1,0 0,0 0,0 1,1 0,-6 7,11-11,1-1,0 1,-1-1,1 1,1 0,-1-1,0 1,0 0,1 0,0 0,0-1,-1 1,2 0,-1 0,0 0,0-1,1 1,0 0,-1 0,1-1,0 1,1 0,-1-1,0 1,1-1,-1 1,1-1,0 0,0 0,-1 0,2 0,-1 0,0 0,2 1,4 2,0 0,0 0,1 0,0-1,0-1,0 1,0-2,0 1,8 0,-8 0,-1-2,1 1,0-1,0 0,-1-1,1 0,0 0,0-1,0 0,-1-1,1 0,-1 0,1-1,-1 0,0 0,0-1,0 0,0-1,-1 0,0 0,0 0,0-1,-1 0,1 0,-2-1,1 1,-1-1,0-1,0 1,0-1,-1 0,-1 0,1 0,-1 0,-1-1,-1-40,-1 48,0 0,0-1,0 1,0 0,0-1,-1 1,1 0,0 0,-1 0,1-1,-1 1,1 0,-1 0,0 0,1 0,-1 0,0 0,0 0,0 0,0 0,0 0,0 0,0 1,0-1,0 0,0 1,0-1,0 1,0-1,-1 1,1-1,0 1,0 0,-1 0,0 0,-1 1,1 1,-1 0,0 0,1 0,0 0,-1 1,1-1,0 0,0 1,1 0,-1-1,0 1,1 0,0 0,-1 0,1 0,0 0,1 0,-1 1,1-1,-1 0,1 0,0 3,0-2,-1 1,1-1,0 1,1-1,-1 1,1-1,0 0,0 1,0-1,1 0,0 0,-1 0,2 0,-1 0,0 0,1 0,-1-1,1 1,0-1,0 0,1 0,-1 0,0 0,4 1,3 3,1-1,0 0,0-1,1-1,-1 1,1-2,0 0,5 1,29 4</inkml:trace>
  <inkml:trace contextRef="#ctx0" brushRef="#br0" timeOffset="1440.081">2114 760,'-13'1,"0"2,0 0,0 0,0 1,0 1,1 0,-1 0,1 2,-8 5,16-10,-1 1,1 0,0 0,0 1,1-1,-1 1,1 0,0 0,0 0,0 0,0 0,1 1,-1-1,1 1,0 0,1-1,-1 1,1 0,0 0,0 0,1 0,-1 0,1 0,0 1,0-1,1 4,1-5,-1 1,0-1,1 1,0-1,0 1,0-1,1 0,0 0,-1 0,1 0,1-1,-1 1,0-1,1 0,0 0,-1 0,1 0,1-1,-1 1,0-1,0 0,1-1,-1 1,1-1,0 1,-1-1,4 0,4 1,0-1,1 0,-1 0,0-2,1 1,-1-1,0-1,0 0,0-1,4-2,0-1,-1 0,0-1,-1-1,1 0,-1-1,-1 0,0-1,0-1,-1 0,-1-1,1 0,-2-1,0 0,0-1,-2 0,5-9,1-5,-1-1,-2-1,-1 0,-1 0,-2-1,-1 0,-1-1,-1-8,2-28,-3 0,-4 1,-2-1,-7-31,10 87,-2 1,1-1,-2 1,1 0,-1-1,-1 2,0-1,-1 0,0 1,-1-1,0 2,0-1,-5-5,10 14,-1 0,1 0,0 0,-1 0,1 0,0 0,-1 0,1 0,-1 1,1-1,-1 1,0-1,1 1,-1 0,0-1,1 1,-1 0,1 0,-1 0,0 0,1 1,-1-1,0 0,1 1,-1-1,1 1,-1-1,1 1,-1 0,1 0,-1-1,1 1,0 0,-1 0,1 1,0-1,0 0,0 0,0 1,0-1,0 0,0 2,-34 66,28-35,1 1,2 0,1 0,2 0,1 0,2 1,1-1,2 0,1-1,2 1,1-1,2-1,1 0,2 0,3 1,-9-12,1-1,0-1,2 0,1 0,0-1,2-1,0 0,0 0,2-2,0 0,18 14,-29-28,0 1,0-1,0 0,0 0,0-1,0 1,0-1,0 0,1 0,-1-1,0 0,1 0,-1 0,0 0,1-1,-1 0,0 0,0-1,0 1,0-1,0 0,0 0,0-1,-1 0,1 0,14-10,0 0,-1-2,-1 0,-1-1,5-7,9-7,-30 29,0 1,0-1,0 1,1-1,-1 0,0 1,1-1,-1 1,0-1,1 1,-1-1,1 1,-1-1,1 1,-1 0,1-1,-1 1,1 0,-1-1,1 1,0 0,-1 0,1-1,-1 1,1 0,0 0,-1 0,1 0,0 0,-1 0,1 0,0 0,-1 0,1 0,-1 0,1 0,0 1,-1-1,1 0,0 0,-1 1,1-1,-1 0,1 1,-1-1,1 0,-1 1,1-1,-1 1,1-1,-1 1,0-1,1 1,-1-1,0 1,1 0,-1-1,0 1,0-1,0 2,4 42,-5-37,10 78,-8-82,0 0,0 0,0 0,1 0,-1 0,1 0,0 0,0-1,0 1,0-1,1 1,-1-1,1 0,-1 0,1 0,0 0,-1-1,1 1,0-1,0 1,0-1,1 0,-1 0,0-1,0 1,64-4,-36-4</inkml:trace>
  <inkml:trace contextRef="#ctx0" brushRef="#br0" timeOffset="1690.735">3063 559,'-15'-6,"-9"-6,-1 1,0-2,5 3</inkml:trace>
  <inkml:trace contextRef="#ctx0" brushRef="#br0" timeOffset="1948.599">2207 279,'19'-3,"23"0,28 3,25 0,21 4,16 5,-15 1</inkml:trace>
  <inkml:trace contextRef="#ctx0" brushRef="#br0" timeOffset="2406.159">3491 680,'18'-5,"-18"5,0 0,-1 0,1 0,0-1,0 1,0 0,0 0,0 0,0 0,0 0,0-1,0 1,0 0,-1 0,1 0,0 0,0 0,0-1,0 1,0 0,0 0,0 0,0 0,0-1,0 1,1 0,-1 0,0 0,0 0,0 0,0-1,0 1,0 0,0 0,0 0,-10 0,1 1,-1 0,0 0,1 1,-1 0,1 1,-1 0,1 1,0-1,0 2,1-1,-1 1,1 1,0 0,1 0,-1 0,1 1,-6 7,11-12,0 0,0 0,0 1,0-1,0 0,1 1,0-1,-1 1,1 0,0-1,0 1,0 0,0 0,1 0,-1-1,1 1,0 0,0 0,0 0,0 0,0 0,1 0,-1 0,1-1,0 1,0 0,0 0,0-1,0 1,0 0,1-1,0 1,-1-1,1 0,0 0,0 0,0 1,0-2,0 1,1 0,-1 0,1-1,-1 1,1-1,0 0,19 8,0-1,1-1,0-1,0-1,1-1,-1-2,1 0,0-1,0-1,16-3,-13 3,-1-1,1-2,-1 0,0-2,0-1,0 0,0-2,-1-2,-1 0,0-1,1-2,-23 12,0 1,0-1,-1 0,1 0,0-1,-1 1,1 0,-1 0,1-1,-1 1,0-1,1 1,-1-1,0 0,0 1,0-1,0 0,-1 0,1 1,0-1,-1 0,1 0,-1 0,0 0,0 0,1 0,-1-1,-2 3,1-1,-1 1,1 0,0-1,-1 1,1 0,-1 0,1 0,-1 0,1 0,0 0,-1 0,1 1,-1-1,1 1,0-1,-1 1,1-1,0 1,-1-1,1 1,0 0,0 0,0 0,0 0,0 0,0 0,0 0,0 0,0 0,0 0,0 1,1-1,-1 0,1 0,-1 2,0-1,-1 0,1 0,0 0,0 1,1-1,-1 0,0 1,1-1,-1 1,1-1,0 1,0-1,0 1,0-1,1 1,-1-1,0 0,1 1,0-1,0 1,-1-1,1 0,1 0,-1 1,0-1,0 0,1 0,0 0,-1-1,1 1,1 1,70 38,-64-37,0-1,0-1,1 1,-1-2,1 1,0-1,0-1,-1 0,1 0,0-1,-1 0,1-1,0 0,-1 0,0-1,1 0,-1-1,-1 0,7-4,-13 6,1 0,-1 0,0-1,0 1,0-1,0 0,0 0,-1 1,1-1,-1 0,0 0,1 0,-1-1,-1 1,1 0,0 0,-1-1,0 1,0 0,0 0,0-1,0 1,-1 0,1 0,-1-1,0 1,0 0,0 0,0 0,-1 0,-1-4,-1 0,0 0,0 0,-1 1,0 0,0 0,0 0,-1 1,0-1,0 1,0 1,-2-2,-2 1,0-1,0 2,0-1,-1 2,1-1,-1 1,0 1,0 0,0 0,0 1,0 1,0 0,-7 1,12-1,0 1,0 0,1 0,-1 0,0 1,1 0,-1 0,1 0,0 1,-1 0,1 0,0 0,1 1,-1-1,1 1,0 0,-1 0,2 1,-1-1,0 1,1 0,0 0,0 0,1 1,-1-1,1 2,0-2,1 0,0-1,0 1,0 0,1 0,0 0,0 0,0-1,0 1,1 0,0 0,0 0,0-1,0 1,1 0,0-1,0 1,0-1,1 0,-1 0,1 0,0 0,0 0,0 0,1-1,-1 0,1 1,0-1,0-1,0 1,0-1,1 1,-1-1,1 0,0 0,34 10,-2-4</inkml:trace>
  <inkml:trace contextRef="#ctx0" brushRef="#br0" timeOffset="2655.83">4226 332,'-16'-2,"-14"-1,-9 5,-7 6,0 11,6 9,9 7,12 6,17 3,14 4,18-1,3-7</inkml:trace>
  <inkml:trace contextRef="#ctx0" brushRef="#br0" timeOffset="2843.303">4334 813,'13'-9,"5"-3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1:08.3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1,'4'23,"5"23,2 20,2 14,-2 13,-2 5,-3 0,-2-5,-3-9,0-13,-1-17</inkml:trace>
  <inkml:trace contextRef="#ctx0" brushRef="#br0" timeOffset="382.59">322 415,'-3'22,"1"1,1-1,1 0,1 1,1-1,1 0,1 2,-3-16,1 1,1-1,-1 0,1 0,1 0,0 0,0 0,0-1,1 0,0 0,0 0,1 0,0-1,0 0,1 0,-1-1,1 1,0-2,4 3,-5-4,-1-1,1 0,0 0,-1 0,1-1,0 0,0 0,0 0,0-1,0 0,0 0,0 0,0-1,0 0,0 0,0 0,-1-1,1 0,0 0,-1-1,1 1,-1-1,0 0,0-1,0 1,0-2,4-2,-1 0,0-1,-1 0,0-1,0 1,0-1,-2-1,1 1,-1-1,0 0,-1 0,0 0,2-11,4-104,-14 185,4-50,1 0,0 0,1 0,-1 0,2 0,0-1,0 1,0-1,1 0,1 0,0 0,0 0,0-1,1 0,0 0,1 0,0-1,0 0,1-1,-1 1,1-1,8 4,1-2,-1-1,1 0,0-2,1 0,-1 0,7-1,41 6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1:07.7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0 296,'26'7,"23"2,24 0,21-5,12-4,6-3,-2-3,-9 0,-14-2,-18 1,-22 1,-25 2,-22 2,-18 1,-10 0,-6 1,8 1,9-1</inkml:trace>
  <inkml:trace contextRef="#ctx0" brushRef="#br0" timeOffset="294.062">696 2,'-2'-1,"0"1,1 0,-1 0,0-1,0 1,1 0,-1 0,0 1,0-1,1 0,-1 1,0-1,1 1,-1-1,1 1,-1 0,0-1,1 1,-1 0,1 0,0 0,-1 1,1-1,0 0,0 0,0 1,0-1,0 0,0 1,0-1,0 1,0 0,1-1,-1 1,1-1,-1 1,1 1,2 1,0 0,1 0,-1 0,1-1,0 1,1-1,-1 0,0 0,1 0,0 0,-1-1,1 1,0-1,0 0,3 1,40 18,1-3,0-1,1-3,34 5,-11-1,-37-9,-2-2,-1 2,0 0,-1 3,0 0,-1 2,2 3,-28-15,0-1,0 2,-1-1,1 0,0 1,-1 0,0-1,0 1,0 1,0-1,0 0,-1 1,1-1,-1 1,0 0,0 0,0 0,-1 0,1 0,-1 0,0 0,0 1,-1-1,1 0,-1 1,0-1,0 0,0 1,-1-1,0 0,1 1,-1-1,-1 0,1 0,-1 0,-1 3,-9 11,-1 1,-2-1,1-1,-2-1,0 0,-1-1,-1 0,0-2,-13 8,22-15,-133 93,87-61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1:17.0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15 427,'-8'-73,"3"0,3 0,4 0,6-36,-6 84,-2 25,0 0,1 0,-1 0,0 0,0 0,0 0,1 0,-1 0,0 0,0 0,1 0,-1 0,1 111,8 95,-7-190,1-1,1 1,0 0,2-1,-1 0,2 0,0-1,1 1,0-1,1-1,6 7,16 14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1:17.4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 89,'-2'9,"0"0,1 0,0 0,0 0,1 0,0 0,0 0,1 0,1 0,-1 0,1 0,1 0,0-1,0 1,1-1,-1 0,2 0,-1 0,1 0,1-1,-1 0,1 0,1 0,-1-1,1 0,0 0,0-1,1 0,-1 0,1-1,5 2,-7-3,1-1,0 1,0-2,0 1,0-1,0 0,0 0,0-1,0 0,1-1,-1 1,0-1,0 0,0-1,0 0,0 0,-1-1,1 1,-1-1,1-1,-1 1,0-1,0 0,0-1,-1 1,0-1,0 0,0-1,0 1,-1-1,0 0,2-4,-1 1,-2-1,1 1,-1-1,-1 0,0 0,0 0,-1 0,0 0,-1 0,0 0,0-1,-1 1,-1 0,1 0,-4-8,3 12,1 1,-1 0,0 0,-1 0,1 0,-1 0,0 1,0-1,-1 1,1-1,-1 1,0 1,0-1,0 0,-1 1,1 0,-1 0,0 0,0 1,0-1,0 1,0 0,0 1,0-1,-1 1,1 0,-1 0,1 1,-4 0,1 0,1 0,-1 1,1 0,-1 0,1 1,-1 0,1 0,0 1,0 0,0 0,0 0,0 1,1 0,0 1,0-1,0 1,0 1,1-1,-1 1,2-1,-1 2,1-1,-1 0,2 1,-1 0,1 0,0 0,0 0,1 0,0 1,0 0,3 21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1:17.7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14,'18'0,"22"0,25 0,22 0,16 0,11 0,5-2,-7-2,-13 1,-22 1,-27 0,-23 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1:18.1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 64,'0'3,"-1"0,1 0,0-1,0 1,0 0,0 0,0 0,0-1,1 1,0 0,-1-1,1 1,0 0,0-1,1 1,-1-1,0 1,1-1,0 0,-1 0,1 0,0 0,0 0,0 0,0 0,1 0,-1-1,0 1,1-1,-1 0,1 0,-1 0,1 0,0 0,-1 0,1-1,0 1,0-1,-1 0,1 0,0 0,0 0,0 0,-1-1,1 1,0-1,-1 0,1 0,0 0,-1 0,1 0,-1 0,0-1,1 1,-1-1,0 0,0 1,0-1,0 0,0 0,0-1,0 1,-1 0,1-2,-1 0,-1 0,0 0,0 1,0-1,0 0,0 0,-1 0,0 0,0 0,0 0,0 0,-1 1,1-1,-1 0,0 1,0-1,0 1,0 0,-1 0,0 0,1 0,-1 0,0 1,-3-3,4 3,0 1,0-1,0 0,0 1,0-1,-1 1,1 0,0 0,-1 0,0 0,1 0,-1 0,1 1,-1-1,0 1,1 0,-1-1,0 1,1 1,-1-1,0 0,1 1,-1-1,0 1,1 0,-1 0,1 0,-1 0,1 0,0 1,-1-1,1 1,0-1,0 1,0 0,-1 1,-12 19,5 3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1:18.3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74 224,'18'-3,"11"-4,4-7,-3-5,-6-5,-8-5,-11-1,-11 0,-10 5,-11 5,-7 5,-4 8,-1 7,7 8,8 8,11 3,17 3,7-3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1:19.6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31 424,'39'-373,"-45"325,6 47,-1 1,1 0,0 0,-1-1,1 1,-1 0,1 0,-1 0,0 0,1 0,-1-1,1 1,-1 0,1 0,-1 0,1 1,-1-1,1 0,-1 0,1 0,-1 0,1 0,-1 1,1-1,-1 0,1 0,-1 1,1-1,0 0,-1 1,1-1,-1 0,1 1,0-1,-1 1,1-1,0 1,0-1,-1 0,1 1,0-1,0 1,0-1,-1 1,1 0,0-1,0 1,0-1,0 1,0-1,0 1,-8 18,0 1,2 0,0 0,1 1,1 0,1 0,0 0,2 0,1 11,0-12,1 0,1-1,1 1,0-1,2 0,0 0,1 0,1-1,1 0,0 0,1 0,1-1,1-1,0 0,1 0,1-1,6 5,20 14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1:23.3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94 348,'0'19,"0"12,2 7,1 6,0-4,0-6,-2-9</inkml:trace>
  <inkml:trace contextRef="#ctx0" brushRef="#br0" timeOffset="498.52">1 1,'35'5,"1"1,-1 2,0 1,0 2,-1 1,-1 2,0 1,29 19,-48-26,0 0,-1 1,-1 0,1 1,-2 1,1 0,-1 0,-1 1,0 1,-1 0,0 0,-1 0,-1 1,0 1,0-1,-2 1,0 0,0 0,-2 1,0-1,0 1,-2-1,0 2,-17 101,16-118,-1 1,1 0,0 0,0-1,0 1,0 0,0 0,0 0,0-1,0 1,0 0,0 0,0-1,1 1,-1 0,0 0,0-1,1 1,-1 0,0-1,1 1,-1 0,1-1,-1 1,1-1,-1 1,1-1,0 1,-1-1,1 1,0-1,-1 0,1 1,0-1,-1 0,1 1,0-1,0 0,-1 0,1 0,0 0,0 0,-1 0,1 0,0 0,0 0,-1 0,1 0,0 0,0 0,-1-1,1 1,0 0,0 0,-1-1,45-16,-24 3,-1-1,0-1,-1 0,-1-1,-1-2,0 1,-1-2,-2 0,0-1,5-10,-6 11,-12 19,-1 0,0 1,0-1,0 1,0-1,0 0,0 1,0-1,0 1,1-1,-1 0,0 1,0-1,1 1,-1-1,0 1,0-1,1 1,-1-1,1 1,-1-1,0 1,1-1,-1 1,1 0,-1-1,1 1,0 0,-1-1,1 1,-1 0,1 0,-1 0,1 0,0-1,-1 1,1 0,-1 0,1 0,0 0,-1 0,1 0,-1 0,1 1,0-1,-1 0,1 0,-1 0,1 1,-1-1,1 0,0 0,0 1,-19 116,17-112,0 1,0 0,1 0,-1 0,2 0,-1 0,0 0,1 0,0 0,1 0,-1 0,1-1,0 1,0 0,1-1,0 0,0 1,0-1,1-1,-1 1,1 0,0-1,0 0,1 0,0 0,-1 0,1-1,0 0,1 0,-1 0,4 1,13 3,-1-1,1-2,0 0,0-1,0-1,0-1,0-1,0-1,0-1,0-1,0-1,2-1,18-9,-12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1:18.7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138 435,'1'-69,"-10"-173,9 233,-1 0,0 0,-1 0,0 0,-1 0,0 0,0 0,-1 1,0 0,0-1,-5-4,9 12,-1 0,0 0,1 0,-1 0,0 0,0 0,1 1,-1-1,0 0,0 1,0-1,0 0,0 1,0-1,0 1,0 0,0-1,0 1,-1 0,1-1,0 1,0 0,0 0,0 0,0 0,-1 0,1 0,0 1,0-1,0 0,0 1,0-1,0 0,0 1,0-1,0 1,0 0,0-1,0 1,0 0,0-1,1 1,-1 0,0 0,0 0,0 1,-26 50,21-28,1-1,0 1,2 0,1 0,1 0,1 0,1 1,1-1,1 0,2-1,0 1,1-1,1 0,2 0,0 0,1-2,1 1,1-1,7 7,19 25,-4-9</inkml:trace>
  <inkml:trace contextRef="#ctx0" brushRef="#br0" timeOffset="285.727">513 422,'69'-310,"-66"246,-9 64,2 10,0 0,0 0,1 0,0 0,0 0,1 1,1-1,0 1,0 1,-1 6,-1 7,1 0,0 1,2-1,1 0,1 0,1 0,1 0,2 0,0-1,1 1,2-2,0 1,2-1,0-1,2 0,0 0,1-2,14 15,-3-10</inkml:trace>
  <inkml:trace contextRef="#ctx0" brushRef="#br0" timeOffset="581.286">1074 368,'0'-286,"24"483,-22-187,6 59,4-1,3 0,6 11,-6-40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1:16.4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1 526,'0'-31,"2"-1,2 1,0 0,3 0,0 0,2 1,1 0,1 0,2 1,1 1,1 0,11-13,-20 30,55-100,-82 157,1 2,3 0,-9 42,17-46,2-1,2 1,1 0,3 5,1-31,1 0,0 0,1 0,1-1,1 1,1-1,0 0,1 0,1-1,1 1,4 7,11 8</inkml:trace>
  <inkml:trace contextRef="#ctx0" brushRef="#br0" timeOffset="363.899">522 286,'-7'7,"1"1,-1-1,2 2,-1-1,1 1,0-1,1 1,0 1,1-1,-3 8,5-13,0 0,0 0,0 0,1 0,0 1,-1-1,2 0,-1 0,0 1,1-1,0 0,0 0,0 0,0 0,0 0,1 0,0 0,0 0,0-1,0 1,1-1,0 1,-1-1,1 0,0 0,1 0,5 2,0 0,0 0,1-1,0 0,0-1,0 0,1 0,-1-1,1-1,-1 1,1-2,-1 0,1 0,-1-1,1 0,-1 0,1-2,-1 1,0-1,0-1,2 0,-5 1,0 0,-1 0,1 0,-1-1,0 0,0 0,0-1,-1 0,0 0,0 0,0 0,0-1,-1 0,0 0,0 0,0 0,-1-1,0 0,0 1,-1-1,0 0,0 0,-1 0,0-1,0 1,0 0,-1 0,0-1,0 1,-1 0,0 0,-1-1,1 1,-1 0,-2-2,2 2,-1 1,1 0,-2 0,1 0,-1 0,0 1,0-1,0 1,-1 0,0 0,0 1,0-1,0 1,-1 0,0 1,0-1,0 1,0 0,0 1,0-1,-1 1,0 1,1-1,-1 1,0 0,1 1,-1-1,0 1,0 1,0-1,1 1,-1 0,0 1,1 0,-1 0,1 0,-1 1,1 0,0 0,0 0,1 1,-1 0,1 0,0 0,-2 2,4-1,-1 0,1 0,1 0,-1 1,1-1,0 1,0-1,0 1,1-1,0 1,0 0,0 0,1 0,0 0,0 0,0-1,1 1,0 0,0 0,0 0,1-1,0 1,0-1,1 1,-1-1,1 0,0 0,1 0,-1 0,1-1,0 1,29 32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1:26.0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1 874,'0'3,"0"0,0 1,0-1,1 0,0 0,-1 0,1 0,0 0,1 0,-1 0,0-1,1 1,0 0,-1-1,1 1,0-1,1 0,-1 1,0-1,1 0,-1 0,1 0,-1-1,1 1,0-1,0 1,-1-1,1 0,0 0,0 0,1-1,-1 1,0-1,0 0,0 1,0-1,0-1,0 1,0 0,1-1,-1 1,2-2,20-5,1-1,-1-1,-1-1,1-1,-2-1,0-1,0-1,-1-2,-1 0,12-12,-9 11,-2-1,0-1,-1-1,-1-1,-1 0,0-2,-2 0,-1-1,-1 0,-1-2,-1 1,-1-2,0-3,-11 27,1 0,-1 0,0-1,-1 1,1-1,0 1,-1 0,0-1,0 1,0-1,0 1,0-1,-1 1,1-1,-1 1,0-1,0 1,0 0,-1 0,1 0,-1 0,0 0,0 0,0 0,0 0,0 0,-1 1,1-1,-1 1,1 0,-1 0,0 0,0 0,0 0,0 1,0-1,-1 1,1 0,0 0,-1 0,1 0,-1 1,-1-1,-1 2,0-1,-1 1,1 0,0 1,0 0,0 0,0 0,0 0,0 1,0 0,1 1,-1-1,1 1,0 0,0 0,1 0,-1 1,1 0,0 0,0 0,-2 5,-3 3,1 1,0 1,1-1,1 1,0 0,1 1,1-1,0 6,0 27,2 0,2 0,2 1,3-1,1 0,3-1,1 1,3-2,5 9,-5-7,-5-19,52 246,-56-247,-1 1,-2-1,-1 1,-1-1,-1 1,-1-1,-2 0,-6 19,-8 7</inkml:trace>
  <inkml:trace contextRef="#ctx0" brushRef="#br0" timeOffset="471.994">348 914,'6'-9,"1"1,0 0,0 1,0 0,1 0,0 0,0 1,1 0,0 1,0 0,0 0,1 1,-1 0,1 1,0 0,0 1,0 0,3 0,8-5,1 1,-1 0,1 2,0 1,0 1,0 0,1 2,-1 0,0 2,0 0,0 2,18 5,-36-8,0 1,0 0,0 0,0 1,-1-1,1 1,-1-1,1 1,-1 0,0 0,0 1,-1-1,1 1,-1-1,1 1,-1 0,0 0,-1 0,1 0,-1 0,0 0,1 0,-1 2,0 6,0 0,-1 0,-1 0,1 0,-2-1,0 1,-3 11,3-15,-3 32,5-39,0 0,0 0,1 0,-1 0,0-1,0 1,1 0,-1 0,1 0,-1-1,1 1,-1 0,1-1,-1 1,1 0,0-1,-1 1,1-1,0 1,-1-1,1 1,0-1,0 0,0 1,-1-1,1 0,0 1,0-1,0 0,0 0,0 0,-1 0,1 0,0 0,0 0,0 0,0 0,0-1,-1 1,1 0,0 0,0-1,0 1,8-4,1 0,-1 0,0-1,0 0,0-1,-1 0,0 0,0 0,-1-1,0-1,0 1,0-1,-1 0,0-1,-1 1,0-1,2-5,0 0,0 0,-2 0,1-1,-2 0,1-1,-2 1,0-1,-1-10,-6 10,-5 32,5 1,0 0,1 0,1 0,0 0,2 1,0-1,0 0,2 0,0 1,1-1,3 7,-4-18,0-1,0 0,1 1,-1-1,1 0,1 0,-1-1,0 1,1-1,0 0,0 0,1 0,-1 0,1-1,-1 1,1-1,0 0,1-1,-1 1,0-1,1 0,-1-1,1 1,-1-1,1 0,0 0,0-1,-1 0,1 0,0 0,0-1,3 0,26-6</inkml:trace>
  <inkml:trace contextRef="#ctx0" brushRef="#br0" timeOffset="823.564">1351 767,'0'14,"0"-1,2 1,-1-1,2 0,0 0,0 0,1 0,1 0,0-1,1 0,0 0,1 0,1-1,-1 0,2 0,-1-1,-5-7,0 0,-1-1,1 1,0-1,0 0,1 0,-1 0,0-1,1 1,-1-1,1 0,-1 0,1 0,0 0,-1 0,1-1,0 0,-1 1,1-2,0 1,0 0,-1-1,1 1,0-1,-1 0,1-1,-1 1,1 0,-1-1,0 0,1 0,-1 0,0 0,0 0,2-3,5-3,-1-1,1 0,-1-1,-1 0,0 0,-1-1,1 0,-2 0,0-1,0 0,-1 0,-1 0,0-1,0 1,-2-1,2-9,-17 56,11-28,0-1,1 1,0 0,0-1,0 1,1 0,0 0,0 0,1 0,-1-1,1 1,1 0,-1 0,1-1,0 1,0-1,0 0,1 1,0-1,0 0,0 0,1-1,0 1,-1-1,2 0,-1 0,0 0,1 0,0-1,0 0,1 1,99 23,-50-21</inkml:trace>
  <inkml:trace contextRef="#ctx0" brushRef="#br0" timeOffset="1484.262">2447 620,'-12'-11,"-1"0,-1 2,0-1,0 2,0 0,-1 1,-1 0,1 1,-1 1,0 0,0 1,0 1,0 1,-2 0,14 2,0 0,0 0,0 1,0 0,1 0,-1 0,0 0,1 1,-1-1,1 1,-1 0,1 0,0 0,0 0,0 1,0-1,0 1,0 0,1 0,-1 0,1 0,0 0,0 0,0 1,0-1,1 1,0-1,-1 1,1 0,0-1,1 1,-1 0,1 0,-1 1,0 8,1-1,0 1,1 0,0-1,1 0,1 1,0-1,0 0,1 0,1 1,3 4,0-1,2 0,-1 0,2-1,0-1,1 0,0 0,1-1,1-1,0 0,0-1,1 0,1-2,0 1,0-2,1 0,-6-3,1 0,0-1,0 0,0-1,0 0,1-1,-1 0,1-1,-1-1,1 0,-1 0,1-1,-1-1,1 0,-1-1,0 0,0-1,0 0,0-1,-1 0,0-1,0-1,6-4,-4 0,0 0,-1-1,-1 0,0-1,-1 0,0-1,-1 0,-1-1,0 0,-1 0,0 0,-2-1,1 0,-1-4,7-30,-3-1,-2 0,-2 0,-2-2,-1-354,-2 397,-12-41,11 51,0 0,-1 0,1 0,0 0,-1 0,1 1,0-1,0 0,0 1,-1-1,1 1,0 0,0-1,0 1,0 0,0 0,0-1,0 1,0 0,0 0,1 0,-1 0,0 0,1 0,-1 0,0 1,1-1,-1 0,1 0,0 0,-1 1,1-1,-13 24,2 0,1 1,1 1,2 0,0 0,2 0,0 1,3 0,-1 22,3-11,2 0,1 0,2-1,2 1,1-1,2-1,2 0,1 0,2-1,1-1,10 13,-18-32,2-1,0 0,0-1,2 0,-1-1,2 0,0-1,13 10,-21-18,0-1,0 1,1-1,-1-1,1 1,0-1,0 0,0 0,0 0,0-1,0 0,0 0,0-1,1 1,-1-1,0-1,0 1,1-1,-1 0,0-1,0 1,0-1,0 0,-1-1,1 0,2-1,3-4,0 0,-1-1,-1 0,0 0,0-1,0 0,-2-1,1 0,-1 0,-1-1,0 0,0 0,-1 0,1-7,5-6,-11 25,0 0,0 0,0 0,0 1,0-1,0 0,0 0,0 0,0 1,0-1,1 0,-1 0,0 0,0 1,0-1,0 0,0 0,0 0,1 0,-1 1,0-1,0 0,0 0,0 0,1 0,-1 0,0 0,0 0,0 1,1-1,-1 0,0 0,0 0,0 0,1 0,-1 0,0 0,0 0,1 0,-1 0,0 0,0 0,0 0,1 0,-1-1,0 1,0 0,0 0,1 0,0 32,0-23,-2-3,1 0,0 0,1 0,-1 0,1 0,0 0,1 0,-1 0,1 0,1 0,-1-1,1 1,0-1,0 0,0 0,1 0,0 0,0 0,0-1,0 0,1 0,0 0,0 0,0-1,4 3,-1-4,-1 0,1-1,0 0,0 0,0-1,-1 0,1 0,0-1,0 0,-1 0,1-1,0 0,-1 0,1 0,-1-2,32-12</inkml:trace>
  <inkml:trace contextRef="#ctx0" brushRef="#br0" timeOffset="1734.84">3316 486,'-13'-4,"-10"-5,-7-2,-4-2,1-1,-2-2,-2-4,6 3</inkml:trace>
  <inkml:trace contextRef="#ctx0" brushRef="#br0" timeOffset="1914.577">2408 272,'27'0,"32"0,30 0,31 0,23 0,20 0,10 0,-26 0</inkml:trace>
  <inkml:trace contextRef="#ctx0" brushRef="#br0" timeOffset="3634.837">3677 793,'2'13,"0"0,1 0,1 0,0 0,0-1,1 0,1 0,0 0,2 1,-5-9,0 1,0-1,0 0,1 1,0-2,0 1,0 0,0-1,1 0,-1 0,1 0,0 0,-1-1,1 0,1 0,-1 0,0-1,0 1,1-1,-1-1,0 1,1-1,1 0,-1 0,-1-1,1 0,-1 0,1 0,-1-1,0 1,1-1,-1-1,0 1,0-1,0 0,-1 0,1 0,-1-1,0 1,0-1,0 0,0-1,0 1,-1 0,0-1,0 0,0 0,-1 0,0 0,0 0,1-3,0 0,-1-1,0 1,0-1,-1 0,0 1,0-1,-1 0,0 0,-1 0,0 1,0-1,-1 0,0 1,0-1,-1 1,0 0,-2-2,0 1,-1 0,0 1,-1 0,0 0,0 1,-1 0,1 0,-1 1,-1 0,0 0,1 1,-2 0,1 0,0 1,-1 1,0 0,0 0,0 0,0 1,-3 1,-34 4,47-3,0 1,-1-1,1 0,0 0,-1 0,1 1,0-1,-1 0,1 1,0-1,-1 0,1 1,0-1,0 0,0 1,-1-1,1 1,0-1,0 0,0 1,0-1,0 1,0-1,0 0,-1 1,1-1,0 1,1-1,-1 1,0-1,0 0,0 1,0-1,0 1,0-1,0 0,1 1,-1-1,0 0,0 1,1-1,-1 1,0-1,0 0,1 0,-1 1,0-1,1 0,-1 0,0 1,1-1,-1 0,1 0,-1 0,0 1,1-1,-1 0,1 0,-1 0,0 0,1 0,0 0,11 5,2 0,-1-1,1-1,-1 0,1-1,0 0,0-1,2-1,2 2,469 15,-485-17,1-1,1 1,-1-1,0 1,1 0,-1 0,1 1,-1-1,1 0,-1 1,0 0,1 0,-1 0,0 0,0 1,0-1,0 1,0 0,0 0,0 0,0 0,-1 0,1 1,-1-1,0 1,0 0,0-1,0 1,0 0,0 0,-1 1,1-1,-1 0,0 0,0 1,-24 98,22-101,1 1,0-1,0 1,0-1,0 1,0-1,0 1,0 0,1-1,-1 1,0-1,1 1,0-1,-1 0,1 1,0-1,-1 1,1-1,0 0,0 0,0 1,0-1,1 0,-1 0,0 0,0 0,0 0,1-1,-1 1,1 0,-1-1,1 1,-1-1,0 1,1-1,0 1,-1-1,1 0,-1 0,1 0,64-7,-55 2,1 0,-1-1,0 0,0 0,-1-1,0-1,0 0,-1 0,0-1,-1 0,1-1,-2 0,1 0,-2 0,1-1,-1 0,-1-1,0 1,-1-1,0 0,0 0,-2 0,1 0,-2-1,1 1,-2-3,-3-2,-4 22,-7 25,12-22,0 0,1 0,0 0,0-1,1 1,0 0,0 0,1 0,0 0,1 0,-1 0,1-1,1 1,-1-1,1 1,1-1,-1 0,1 0,1-1,-1 1,1-1,0 0,1 0,-1 0,1-1,0 0,0 0,5 2,13 5,1 0,1-1,0-2,0-1,1-1,0-1,0-1,1-2,-1 0,1-2,1-1,13 3,-1-2,1-1,0-2,-1-2,0-2,0-2,0-1,-1-3,13-6,-49 18,-1-1,0 0,0 0,0-1,0 1,0-1,0 1,0-1,0 0,-1 0,1 0,0-1,-1 1,0 0,0-1,0 0,0 1,0-1,0 0,-1 0,1 0,-1 0,0-1,0 1,0 0,0 0,-1-1,1 1,-1 0,0-1,0 1,0 0,0-1,-6-4,1 0,-1 1,0 0,0 0,-1 0,0 1,0 0,0 0,-1 1,0 0,0 0,-1 1,1 0,-1 0,0 1,0 0,0 1,-6-1,0-1,1 1,0 0,-1 1,1 0,-1 2,0-1,1 2,-6 1,14-2,0 1,0 0,0 1,0-1,1 1,-1 1,0-1,1 1,0-1,0 2,0-1,0 0,0 1,0 0,1 0,0 1,0-1,0 1,1 0,-1 0,0 3,2-6,1 1,-1 0,1 0,0 0,0-1,0 1,1 0,-1 0,1 0,-1 0,1 0,0 1,0-1,0 0,1 0,-1 0,1 0,0 0,0 0,0-1,0 1,0 0,0 0,1-1,0 1,-1 0,1-1,0 0,0 1,0-1,1 0,-1 0,0 0,1 0,-1-1,1 1,6 3,0 0,0-1,0 0,0 0,1-1,-1 0,1-1,0 0,0 0,6-1,-2 0,0-2,0 0,1-1,-1 0,-1-1,1 0,0-1,-1-1,0 0,0-1,0 0,-1-1,1-1,-13 7,0 1,1-1,-1 0,1 1,-1-1,1 1,-1-1,1 0,-1 1,1-1,0 1,-1-1,1 1,0 0,-1-1,1 1,0 0,0 0,-1-1,1 1,0 0,0 0,-1 0,1 0,0 0,0 0,0 0,-1 0,1 0,0 0,0 0,-1 1,1-1,0 0,0 0,-1 1,1-1,0 1,-1-1,1 0,0 1,-1-1,1 1,-1 0,1-1,-1 1,1-1,-1 1,1 0,-1-1,0 1,1 0,-1 0,0-1,0 1,1 0,-1 0,0-1,0 1,0 0,0 0,3 6,0 0,0-1,1 1,0-1,0 0,1 0,0 0,0-1,0 1,0-1,1 0,0-1,0 0,0 0,1 0,0 0,-1-1,1 0,0-1,0 1,0-2,7 2,-9-1,1-1,-1 0,1-1,-1 1,1-1,0 0,-1-1,1 1,-1-1,1 0,-1 0,0-1,1 0,-1 0,0 0,0 0,0-1,0 0,-1 0,1 0,-1-1,0 1,0-1,0 0,0 0,-1 0,1-1,-1 0,0 1,2-6,-1-4,1-1,-2-1,0 1,-1-1,0 1,-1-1,-1 1,-1-1,0 0,-1 1,0-1,-2 1,1 0,-2 0,-1-1,-8-23,30 51,1-1,1-1,0-1,0-1,1 0,-1-1,2-1,18 3,41 16,-71-23,0 0,0 1,0 0,-1 0,1 1,-1 0,0 0,0 1,-1 0,1 0,-1 1,0 0,-1 0,1 0,-1 0,0 1,-1 0,0 0,0 1,0-1,7 30,-10-31,0 1,1-1,-1 0,1 1,1-1,-1 0,1 0,0-1,0 1,1 0,0-1,0 0,0 0,0 0,1-1,0 1,0-1,0 0,4 2,6-2,1 0,0 0,0-1,0-1,1-1,-1-1,0 0,1-1,-1 0,0-1,0-1,0-1,0 0,3-3,-3 2,0 0,-1-1,0-1,0 0,0-1,-1-1,5-4,-13 9,-1 0,0-1,-1 1,1-1,-1 0,1-1,-2 1,1 0,0-1,-1 0,0 0,-1 0,1 0,-1-1,0 1,-1 0,0-1,0 0,0-3,0 7,-2-1,1 1,0-1,0 1,-1 0,0-1,0 1,0 0,0 0,0-1,-1 1,1 0,-1 0,0 1,0-1,0 0,0 1,-1-1,1 1,-1-1,1 1,-1 0,0 0,0 0,0 1,0-1,0 1,0 0,0-1,0 1,-1 1,1-1,0 0,-1 1,1 0,-1-1,1 2,0-1,-1 0,1 1,0-1,-1 1,1 0,0 0,0 0,-1 0,1 1,0-1,0 1,-2 2,0-1,1 0,0 0,0 1,0-1,1 1,-1 0,1 0,0 1,0-1,0 0,0 1,1 0,0 0,0 0,0 0,1 0,0 0,0 0,0 0,0 0,1 1,0-1,0 0,0 1,1-1,0 0,0 0,0 0,0 0,1 0,0 0,0 0,0 0,1 0,0-1,0 0,0 1,0-1,0 0,1 0,0-1,3 3,15 8,1-2,0 0,0-2,1 0,1-2,0 0,0-2,0-1,1-1,-1-1,5-1,-27-2,100 13,1-5,91-4,-191-5,5 2,0 0,0-1,0-1,-1 1,1-1,0-1,-1 0,1 0,-1-1,1 0,-1 0,0-1,0 0,-1 0,1-1,-1 0,5-5,-10 8,0-1,-1 0,0 1,0-1,0 0,0 0,0 0,-1 1,1-1,-1 0,0 0,0 0,0 0,0 0,0 0,-1 0,1 0,-1 0,0 0,1 0,-2 1,1-1,0 0,0 1,-1-1,0 1,0-2,-56-61,47 56,0 1,0 0,-1 1,0 0,0 1,-1 0,0 1,-13-3,22 6,-1 1,0 0,0 0,0 0,0 1,0 0,0 0,0 0,0 0,0 1,1 0,-1 0,0 0,0 0,0 1,1 0,-1 0,1 0,0 1,-1-1,1 1,0 0,1 0,-1 1,0-1,0 1,0 1,0 1,1-1,0 0,-1 1,2 0,-1 0,1-1,0 1,0 1,0-1,1 0,0 0,1 1,-1-1,1 0,0 1,1-1,-1 1,1-1,0 0,1 0,0 0,0 0,0 0,1 0,-1 0,2 0,-1-1,0 0,1 0,0 0,0 0,1 0,-1-1,1 0,0 0,0 0,1 0,-1-1,1 0,4 2,-4-2,0-1,0 0,0 0,1-1,-1 0,0 0,1 0,-1-1,1 0,-1 0,0 0,1-1,-1 0,1 0,-1-1,0 0,0 0,0 0,0-1,0 0,-1 0,1 0,-1-1,0 0,0 0,0 0,-1-1,1 1,-1-1,0 0,0-1,-1 1,1-1,-1 1,-1-1,1 0,0-2,8-65,-2 129,-2-47,0 0,1 0,0-1,0 0,1 0,0-1,0 0,1-1,0 0,0 0,0-1,1 0,-1-1,1 0,1-1,-1 0,0-1,1 0,1-1,85 15,0-5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1:20.9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295 209,'20'-2,"1"0,0 2,-1 0,1 1,0 1,-1 1,21 6,-35-8,1 1,-1 1,0-1,0 1,0 0,0 1,0-1,0 1,-1 0,0 0,0 1,0 0,-1 0,1 0,-1 0,0 1,-1-1,1 1,-1 0,0 0,-1 1,1-1,-1 0,0 1,-1 0,0 0,-7 99,1-70,4-35,1-1,0 1,-1-1,1 1,0-1,0 1,0 0,-1-1,1 1,0-1,0 1,0 0,0-1,0 1,0-1,0 1,0-1,0 1,0 0,1-1,-1 1,0-1,0 1,0-1,1 1,-1-1,0 1,1-1,-1 1,0-1,1 1,-1-1,1 1,-1-1,1 0,-1 1,1-1,-1 0,1 1,-1-1,1 0,-1 0,1 0,0 1,-1-1,1 0,-1 0,1 0,-1 0,1 0,0 0,-1 0,1 0,-1 0,1 0,0-1,-1 1,1 0,-1 0,35-21,-10 0,-1-1,-1-1,-1-2,-1 0,-1-1,-2-1,0 0,-2-2,10-23,-19 37,4 45,-9-13,1 0,1 0,0 0,1-1,1 1,1-1,0 0,9 12,-13-22,1-1,0 1,0-1,1 0,-1 0,1 0,0-1,1 1,-1-1,1-1,0 1,0-1,0 0,0 0,0-1,1 1,-1-2,1 1,-1-1,1 0,0 0,0 0,-1-1,2 0,0-1,0 0,0-1,-1 0,1 0,-1 0,1-1,-1 0,0-1,0 1,0-1,0-1,-1 1,0-1,0 0,0-1,-1 1,1-1,-1 0,1-3,8-12,0 0,-2-1,-1 0,0-1,2-11,-5 16,-1 48,-7-22,1-1,-1 1,1-1,1 1,-1-1,1 1,1-1,-1 0,1 0,1 0,-1 0,1 0,0-1,1 0,-1 0,1 0,0 0,1-1,-1 0,1 0,0 0,1-1,0 1,3 0,1 0,-1-1,1 0,0 0,-1-1,2-1,-1 0,0 0,0-1,0-1,1 0,-1 0,0-1,1-1,-1 1,9-4,-12 3,-1 0,0-1,0 0,0 0,0 0,-1-1,0 0,1 0,-1-1,-1 0,1 0,-1 0,1-1,-2 1,1-1,-1 0,0-1,0 1,0-1,-1 0,0 0,0 0,-1 0,0 0,0-4,-4-52,2 61,0 0,-1 0,1 1,-1-1,1 0,-1 1,1-1,-1 0,0 1,0-1,0 1,0-1,0 1,0 0,-1-1,1 1,0 0,-1 0,1 0,-1 0,1 0,-1 0,1 0,-1 0,0 1,1-1,-1 1,0-1,0 1,1 0,-1-1,0 1,0 0,0 1,0 0,0 0,1 0,-1 0,0 0,1 0,-1 0,1 1,0-1,-1 0,1 1,0-1,0 1,0 0,0-1,0 1,0 0,0 0,1-1,-1 1,1 0,-1 0,1 0,0 0,0 0,-1 0,1 0,1 0,-1 0,0-1,0 1,1 0,-1 0,1 0,0 0,3 10,1 1,1-2,0 1,0-1,2 0,-1 0,1-1,0 0,1 0,1-1,-1 0,1 0,1-1,0-1,0 0,0 0,1-1,3 1,28 13,1-2,0-2,2-1,-1-3,2-1,2-3,61 10</inkml:trace>
  <inkml:trace contextRef="#ctx0" brushRef="#br0" timeOffset="1668.329">3745 143,'-18'-9,"-1"1,0 1,0 0,0 2,-1 0,1 1,-20-1,29 5,1-1,-1 1,0 1,1-1,-1 2,1-1,-1 2,1-1,0 1,0 0,0 1,0 0,1 1,-1-1,1 2,0-1,-2 3,8-6,-1-1,1 1,0 0,0 0,0 0,1 0,-1 0,0 0,1 0,0 1,-1-1,1 1,0-1,0 1,0-1,0 1,1-1,-1 1,1 0,0 0,0-1,0 1,0 0,0-1,0 1,1 0,-1-1,1 1,0 0,-1-1,1 1,1-1,-1 1,0-1,1 0,-1 1,1-1,-1 0,1 0,0 0,0 0,0-1,0 1,0 0,1-1,-1 1,1-1,11 6,1-2,-1 1,1-2,0 0,0-1,0 0,0-1,1-1,-1-1,1 0,-1-1,0 0,1-1,-1-1,0-1,12-4,-21 7,-1 0,1-1,-1 1,1-1,-1-1,0 1,0-1,0 0,0 0,0 0,-1-1,0 0,1 0,-1 0,-1 0,1-1,-1 1,1-1,-1 0,-1 0,1 0,-1 0,1-2,-3 6,0-1,0 1,0 0,0 0,0-1,0 1,0 0,-1-1,1 1,0 0,-1 0,1 0,-1 0,0-1,1 1,-1 0,0 0,0 0,1 0,-1 0,0 0,0 1,0-1,0 0,0 0,0 1,-1-1,1 0,0 1,0 0,0-1,-1 1,1-1,0 1,0 0,-1 0,1 0,0 0,0 0,-1 0,1 0,0 0,-1 0,1 1,0-1,0 1,0-1,-1 1,1-1,0 1,0-1,0 1,0 0,0 0,0 0,0-1,0 1,0 0,1 0,-1 0,0 0,0 1,1-1,-1 0,0 1,0 3,0 0,-1 0,2 0,-1 0,1 0,-1 0,1 0,1 0,-1 0,1 0,0-1,0 1,0 0,1 0,-1 0,1-1,0 1,1-1,-1 1,1-1,0 0,0 0,0 0,1-1,-1 1,1-1,0 1,0-1,0 0,0-1,0 1,1-1,2 1,6 4,-1-1,1-1,0 0,1 0,-1-2,1 0,0 0,0-1,0-1,0 0,0-1,0-1,0 0,7-1,-12 0,0 0,0 0,0-1,-1 0,1 0,-1-1,1 0,-1-1,0 1,-1-2,1 1,-1-1,0 0,-1-1,1 1,-1-1,-1 0,1-1,-1 0,0 0,-1 0,2-3,-2 0,0 0,0 1,-1-2,0 1,-1 0,0 0,-1-1,0 1,-1-1,0 1,-1-1,-1 1,1-1,-2 1,1 0,-5-10,7 20,0 1,0-1,0 1,0-1,0 1,0-1,-1 1,1-1,0 1,0 0,0-1,-1 1,1-1,0 1,0-1,-1 1,1 0,0-1,-1 1,1 0,-1-1,1 1,0 0,-1 0,1-1,-1 1,1 0,-1 0,1 0,-1 0,1-1,0 1,-1 0,1 0,-1 0,1 0,-1 0,1 0,-1 0,1 0,-1 0,1 1,-1-1,1 0,-1 0,1 0,-1 1,1-1,0 0,-1 0,1 1,-1-1,-11 26,7 8,2 0,1 1,1-1,2 0,2 0,2 9,-3-21,26 218,-6-63,-6 61,-15-222,0-9,-1 0,1 0,-1 0,0 1,-1-1,0 0,0 0,-1 0,0 0,0 0,0 0,-3 5,4-12,1 1,-1-1,0 0,1 1,-1-1,1 0,-1 1,1-1,-1 0,0 0,1 0,-1 0,1 0,-1 0,0 0,1 0,-1 0,0 0,1 0,-1 0,1 0,-1 0,0-1,1 1,-1 0,1 0,-1-1,1 1,-1 0,1-1,-1 1,1-1,-1 1,1-1,-1 1,1-1,0 1,-1-1,1 1,0-1,0 1,-1-1,1 1,0-1,0 0,0 1,0-1,-1 1,1-1,0 0,-5-13,0 0,1 0,1 0,0-1,1 0,0 1,1-1,1-2,-1 0,-5-528,7 516,11-201,-12 227,0 1,0-1,0 1,0-1,0 1,0-1,1 1,-1-1,1 1,0 0,0-1,0 1,0 0,0-1,0 1,1 0,-1 0,1 0,-1 0,1 0,0 0,0 1,-1-1,1 1,1-1,-1 1,0 0,0-1,0 1,1 0,-1 1,0-1,1 0,-1 1,1-1,-1 1,3 0,11 3,0 0,-1 2,0 0,0 0,0 2,-1-1,7 6,11 4,-10-6,39 19,-1 3,51 36,-106-65,-2-1,0-1,-1 1,1-1,-1 1,1 0,-1 0,0 0,0 0,0 1,0-1,0 1,0-1,0 1,-1 0,0-1,1 1,-1 0,0 2,-2-3,0 0,0 0,-1-1,1 1,-1 0,1-1,-1 1,0-1,1 1,-1-1,0 0,0 0,0 0,0 0,0 0,0 0,0-1,-1 1,1-1,0 1,0-1,0 0,-1 0,0 0,1 1,-34 4,0-2,0-1,0-1,0-3,0-1,0-1,-1-2,-12-10,56 9,107-8,-86 14,324-15,-288-1,-63 16,0 0,-1 1,1-1,-1 0,1 0,-1 0,0 0,1 0,-1 0,0 0,0 0,0 1,0-1,1 0,-1 0,-1 0,1 0,0 0,0 0,0 0,0 0,-1 0,1 0,0 0,-1 0,1 0,-1 0,1 1,-1-1,1 0,-1 0,0 1,1-1,-1 0,0 1,1-1,-1 0,0 1,0-1,0 1,0 0,0-1,1 1,-1-1,0 1,0 0,0 0,0 0,0 0,0 0,0 0,-1 0,-10-6,-1 1,0 1,0 0,0 1,-1 0,1 1,-1 1,1 0,-1 1,1 0,-2 1,13-1,0 1,0-1,0 0,0 1,1-1,-1 1,0 0,1 0,-1-1,0 1,1 0,-1 0,1 1,-1-1,1 0,0 0,0 1,-1-1,1 1,0-1,0 1,0-1,0 1,1 0,-1-1,0 1,1 0,-1 0,1-1,0 1,-1 0,1 0,0 0,0 0,0-1,1 1,-1 0,0 0,0 0,1 1,1 3,0 0,0 0,0 0,1 0,-1 0,1-1,1 1,-1-1,1 0,0 0,3 2,-1-1,1 0,0 0,1-1,-1 0,1-1,0 0,0 0,0 0,1-1,-1-1,1 1,0-1,0-1,0 0,-5 0,0-1,0 0,0 0,0 0,0 0,0-1,0 1,-1-1,1 0,0 0,0-1,0 1,-1-1,1 0,-1 0,1 0,-1 0,0-1,0 1,0-1,0 0,0 0,-1 0,1 0,-1 0,0-1,0 1,0-1,0 1,-1-1,2-3,-1 2,0 1,-1-1,1 0,-1 0,0 0,0 0,-1 0,1 0,-1-1,0 1,-1 0,1 0,-1 0,0 0,0 0,-1 0,1 0,-1 0,0 1,-2-4,3 8,0 0,1 0,-1 1,1-1,-1 0,1 1,-1-1,1 0,-1 1,1-1,-1 1,1-1,-1 1,1-1,0 1,-1-1,1 1,0 0,-1-1,1 1,0-1,0 1,0 0,-1-1,1 1,0-1,0 1,0 0,0-1,0 1,0 0,0-1,0 1,1 0,-1-1,0 1,0-1,0 1,1 0,-1-1,0 1,1-1,-1 1,0-1,1 1,2 8,0 0,1 0,0 0,1-1,-1 0,2 1,-1-2,1 1,0-1,1 0,0 0,0-1,0 1,1-2,0 1,0-1,0 0,6 1,-11-4,1-1,0 0,-1 0,1 0,0 0,0-1,0 1,0-1,0 0,0 0,0-1,-1 1,1-1,0 0,0 0,0 0,-1-1,1 1,-1-1,1 0,-1 0,1 0,-1 0,0 0,0-1,0 0,-1 1,1-1,0 0,-1 0,0-1,6-7,0-1,-1 0,-1 0,0-1,-1 1,0-1,0-1,-1-3,22-151,-24 165,0 1,0-1,1 0,-1 1,0 0,1-1,0 1,-1 0,1 0,0 0,0 1,0-1,0 1,0 0,0-1,1 1,-1 1,0-1,1 0,-1 1,0 0,1 0,-1 0,1 0,-1 0,0 1,1-1,-1 1,0 0,0 0,1 0,-1 1,0-1,0 1,0-1,0 1,15 3,1-1,4 0,0 2,-1 0,0 1,0 1,0 1,-1 1,14 9,-33-18,1 1,-1 0,0 0,1 0,-1 0,0 0,0 0,-1 1,1-1,0 1,-1-1,1 1,-1 0,0-1,0 1,0 0,0 0,-1 0,1 0,-1 0,0 0,0 0,0 0,0 0,0 0,0 0,-1 0,0 0,1-1,-1 1,0 0,0 0,-1 0,1-1,-2 3,-19 31,19-33,-1 1,1-1,0 1,0 0,0 0,0 0,1 0,0 0,0 1,0-1,0 1,1 0,0-1,-1 1,2 0,-1 0,1-1,-1 1,1 0,1 0,-1 0,1 0,0-1,0 1,0 0,0-1,1 1,0 0,0-1,6 3,0-1,0 0,1-1,-1 0,1 0,0-1,1 0,-1-1,1 0,0-1,-1 1,1-2,0 1,10-1,19 3,0-1,0-3,0 0,0-3,11-3,19-5</inkml:trace>
  <inkml:trace contextRef="#ctx0" brushRef="#br0" timeOffset="9264.544">1 2281,'30'-69,"-3"-1,18-73,-13 40,-3 42,-29 61,1-1,0 1,0 0,-1-1,1 1,0 0,0 0,0-1,0 1,-1 0,1 0,0 0,0 0,0 0,0 0,-1 1,1-1,0 0,0 0,0 0,-1 1,1-1,0 1,0-1,-1 0,1 1,0-1,0 1,-1-1,1 1,-1 0,1-1,-1 1,1 0,-1-1,1 1,-1 0,1 0,-1-1,0 1,0 0,1 0,-1 0,85 171,-74-150,-6-12,0 1,0 0,-1-1,-1 1,1 1,-2-1,0 0,0 4,-2-12,-1 0,0-1,-1 1,1 0,0-1,-1 1,1 0,-1-1,0 0,0 1,0-1,0 0,0 0,0 0,-1-1,1 1,-1 0,1-1,-1 1,1-1,-1 0,0 0,0 0,0 0,0-1,1 1,-1-1,0 0,0 0,0 0,0 0,0 0,0 0,0-1,0 0,0 1,-2-2,-27-3</inkml:trace>
  <inkml:trace contextRef="#ctx0" brushRef="#br0" timeOffset="10095.289">857 1813,'-22'-4,"0"1,0 0,0 2,0 1,0 0,0 2,0 1,1 0,-18 6,34-8,0 0,0 0,0 1,1 0,-1 0,1 0,-1 0,1 1,0 0,0 0,0 0,0 0,1 1,-1-1,1 1,0 0,0 0,0 0,0 0,1 1,0-1,0 1,0-1,0 1,1 0,0 0,0-1,0 1,0 0,1 0,0 0,0 0,0 0,1 0,0 0,0 0,0 0,0 0,1-1,0 1,0 0,0-1,1 1,6 5,0-1,0-1,1 1,0-2,1 1,0-2,0 1,1-1,-1-1,1 0,0-1,1 0,-1-1,1-1,-1 1,1-2,0 0,0 0,0-2,-1 1,1-2,0 1,0-2,-1 0,0 0,1-1,-1-1,2-1,-1 0,-1 0,1-2,-1 1,0-2,-1 0,0 0,-1-1,1 0,-2 0,0-1,0-1,-1 0,0 0,-1 0,0-1,-1 0,3-10,6-23,-2 0,-2-1,-2 0,2-33,6-71,-7-1,-6-41,-17 81,13 111,0 0,0 0,0 0,-1 1,1-1,0 0,-1 0,1 0,0 0,-1 1,1-1,-1 0,1 1,-1-1,1 0,-1 1,0-1,1 0,-1 1,0-1,0 1,1-1,-1 1,0 0,0-1,0 1,1 0,-1 0,0-1,0 1,0 0,0 0,0 0,1 0,-1 0,0 0,0 0,0 0,0 0,0 1,1-1,-1 0,0 1,0-1,0 0,1 1,-1-1,0 1,0-1,1 1,-1-1,0 1,1 0,-1-1,1 1,-1 0,-5 7,0 0,1 0,0 1,0 0,1 0,0 0,0 0,1 1,1-1,-1 2,-7 34,1 0,3 0,1 1,3 0,1 0,3 0,1 0,3 0,2-1,1 0,2 0,3-1,1-1,2 0,2-1,3 1,-19-38,13 29,2-1,1-1,2 0,23 27,-44-58,0-1,1 1,-1 0,0 0,0-1,1 1,-1 0,1-1,-1 1,0 0,1-1,-1 1,1-1,0 1,-1-1,1 1,-1-1,1 1,0-1,-1 0,1 1,0-1,0 0,-1 1,1-1,0 0,0 0,-1 0,1 0,0 0,0 0,-1 0,1 0,0 0,0 0,-1 0,1 0,0-1,0 1,-1 0,1-1,0 1,-1 0,1-1,0 1,-1-1,1 1,0-1,-1 1,1-1,-1 1,1-1,-1 0,0 1,1-1,-1 0,0 1,1-1,-1 0,0 1,1-2,17-50,-15 39,0 0,1 0,0 0,1 0,1 0,0 1,1 0,0 0,1 1,0 0,1 0,0 1,0 0,1 1,1 0,0 0,2 0,-11 8,0 0,0 0,0 0,0 0,0 0,0 1,0-1,0 1,0-1,0 1,0 0,0 0,1 0,-1 0,0 0,0 1,0-1,0 0,0 1,0 0,0-1,0 1,0 0,0 0,0 0,0 1,0-1,-1 0,1 1,-1-1,1 1,-1-1,1 1,-1 0,0-1,0 1,0 0,0 0,0 0,0 0,0 1,14 48,-14-44,1 1,0-1,-1 0,2 0,-1 0,1 0,0-1,1 1,0-1,0 0,0 0,1 0,-1 0,1-1,1 0,-1 0,2 1,4-1,1-1,-1 0,1-1,0 0,0-1,0 0,0-1,0 0,0-1,1 0,-1-1,0 0,0-1,0-1,0 0,-1 0,1-1,-1-1,0 0,0 0,0-1,0-1,-2 2,0-1,0 0,0 0,-1-1,0 0,0 0,-1-1,0 0,0 0,-1-1,0 0,0 0,-1 0,0-1,-1 0,0 0,-1 0,0 0,0-1,-1 1,-1-2,0 10,-1 0,1-1,-1 1,0 0,0-1,0 1,0 0,0-1,-1 1,1 0,-1-1,1 1,-1 0,0 0,0-1,0 1,0 0,0 0,0 0,-1 0,1 1,-1-1,0 0,1 0,-1 1,0-1,0 1,0 0,0-1,0 1,0 0,0 0,0 0,-1 1,1-1,0 0,0 1,-1 0,1-1,0 1,-1 0,1 0,-1 0,-3 3,1 0,-1 0,0 0,1 1,0-1,0 1,0 1,0-1,1 0,0 1,0 0,0 0,0 1,1-1,0 1,0-1,0 1,1 0,0 0,0 0,0 1,1-1,0 0,0 1,1-1,0 2,1 0,0 0,1 0,1-1,-1 1,1 0,0-1,1 0,0 0,0 0,1 0,-1-1,1 1,1-1,-1 0,1-1,0 1,1-1,-1-1,1 1,0-1,0 0,0 0,0-1,1 0,0-1,-1 1,1-2,0 1,0-1,0 0,0 0,7-1,28 2</inkml:trace>
  <inkml:trace contextRef="#ctx0" brushRef="#br0" timeOffset="11017.539">2273 1666,'-5'8,"-1"-1,1 1,0 0,1 0,0 1,0-1,1 1,0 0,0 0,1 0,0 0,1 1,0-1,0 0,1 1,0-1,1 0,0 1,0-1,1 0,1 0,-1 0,1 0,1-1,0 1,0-1,0 1,1-1,0-1,1 1,0-1,0 0,1 0,3 3,-5-7,-1 1,1-1,0 1,0-2,0 1,0 0,1-1,-1 0,1 0,0-1,-1 1,1-1,0-1,0 1,-1-1,1 0,0 0,0 0,0-1,0 0,-1 0,1-1,0 1,-1-1,0-1,1 1,-1-1,0 0,0 0,0 0,-1-1,1 1,-1-1,3-3,3-6,0 0,-1-1,-1 0,-1 0,0-1,0 0,-1 0,-1-1,-1 1,0-5,-1 2,-13 24,5 5,1 1,0-1,1 1,1 0,0 0,0 0,1 0,1 0,0 0,0 0,1 0,1 3,-1-11,0 0,0 0,0-1,1 1,-1 0,1 0,0-1,0 1,0-1,1 0,-1 0,1 1,0-2,0 1,0 0,0 0,0-1,0 0,1 0,-1 0,1 0,0 0,-1-1,1 1,0-1,0 0,0 0,0-1,3 1,3 0,0-1,0 0,0 0,0-1,0-1,0 1,0-2,0 1,0-1,-1-1,6-2,-1-1,-1 0,1-1,-1 0,-1-1,1 0,-2-1,1-1,-2 0,1 0,-1-1,-1-1,0 1,-1-1,0-1,2-6,-12 13,-7 21,7-10,-1 1,2-1,-1 1,0 0,1 0,0 0,0-1,0 1,1 0,0 1,0-1,0 0,0 0,1 0,0 0,0-1,0 1,1 0,0 0,0-1,0 1,0-1,1 1,-1-1,1 0,0 0,0 0,1 0,-1-1,1 1,0-1,0 0,2 1,11 5,0-2,0 0,1-1,0 0,0-2,0 0,1-1,-1-1,1-1,0 0,-1-1,1-1,0-1,3-2,-7 2,0-1,-1 0,1-1,-1 0,0-2,0 1,-1-2,13-7,-21 10,1 1,-1-2,0 1,0-1,0 1,0-1,-1-1,0 1,0 0,-1-1,1 0,-1 0,0 0,-1 0,0-1,0 1,0-1,0 1,-1-1,0-4,0 8,-1-1,1 1,-1-1,0 1,0-1,0 1,0 0,0-1,-1 1,0-1,0 1,0 0,0 0,0-1,0 1,-1 0,0 0,1 0,-1 0,0 1,-1-1,1 0,0 1,-1 0,1-1,-1 1,0 0,0 0,0 1,0-1,0 1,0-1,0 1,-1 0,1 0,0 0,-1 1,1-1,0 1,-1 0,1 0,-1 0,1 0,-1 0,1 1,0 0,-1 0,1 0,-3 1,2 0,0 0,1 1,-1 0,1 0,-1 0,1 0,0 1,0-1,0 1,0 0,1 0,0 0,0 0,0 0,0 0,0 0,1 1,0-1,0 1,0-1,1 1,-1-1,1 4,0 1,0 0,0 0,1-1,0 1,1 0,0 0,0-1,1 1,0-1,0 0,4 7,0-7,-1 1,1-1,0-1,1 0,-1 0,2 0,-1-1,1 0,0 0,0-1,0-1,1 1,-1-1,1-1,0 0,0 0,1-1,-1-1,0 1,1-2,-1 1,1-2,-1 1,1-1,-1-1,0 0,0 0,1-1,-2 0,1-1,0 0,-1-1,0 0,0 0,0-1,0 0,-1-1,0 1,1-3,3-3,-1 0,-1 0,0-1,0 0,-2-1,1 0,-2 0,0-1,3-10,-5 5,-5 20,0 0,0 1,0-1,0 0,0 0,0 0,0 1,0-1,-1 0,1 0,0 0,0 1,0-1,0 0,-1 0,1 0,0 0,0 0,0 0,-1 1,1-1,0 0,0 0,0 0,-1 0,1 0,0 0,0 0,-1 0,1 0,0 0,0 0,0 0,-1 0,1 0,0 0,0 0,0 0,-1-1,1 1,0 0,0 0,0 0,-1 0,1 0,0 0,0-1,0 1,-5 11,1-1,0 1,1 0,0 0,0 0,2 0,-1 0,1 1,1-1,0 0,1 1,0-1,1 4,-1-10,0-1,1 1,-1-1,1 1,0-1,0 1,0-1,1 0,0 0,0 0,0-1,0 1,0-1,1 1,-1-1,1 0,0 0,0-1,0 1,1-1,-1 0,0 0,1 0,0-1,-1 0,1 0,0 0,-1 0,4 0,13-2</inkml:trace>
  <inkml:trace contextRef="#ctx0" brushRef="#br0" timeOffset="11267.384">3691 1493,'0'0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1:46.84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19,'23'-5,"27"-1,27 1,22 2,20 5,12 4,4 4,0 1,-8 3,-8-3,-15-2,-14-5,-17-6,-16-6,-17-8,-16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1:47.31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207 1,'-25'0,"-68"4,90-3,-1-1,1 1,-1 0,1 0,0 1,0-1,-1 0,1 1,0 0,0 0,1 0,-1 0,0 0,1 1,-1-1,1 1,0-1,0 1,0 0,0 0,0 0,0 0,0 3,1-3,0 1,1 0,-1-1,1 1,0 0,0 0,0-1,0 1,1 0,0-1,-1 1,1 0,1-1,-1 1,0-1,1 1,0-1,0 0,0 0,0 0,0 0,0 0,1 0,0 0,-1-1,1 1,84 54,-35-34,-41-20,1 2,-1-1,0 1,0 1,0 0,-1 0,0 1,0 0,0 1,-1 0,0 1,-1 0,0 0,5 8,-11-13,0 0,-1 0,1 0,-1 0,0 1,0-1,-1 0,1 0,-1 0,0 1,0-1,-1 0,1 0,-1 1,0-1,0 0,0 0,0 0,-1 0,0 0,0 0,0-1,0 1,0-1,-1 1,0-1,1 0,-2 1,-4 4,0 0,-1-1,1 0,-2-1,1 0,0 0,-1-1,0 0,-1-1,-3 2,-5-1,-1 0,0-1,-1-1,1 0,0-2,-1-1,1 0,-1-1,-1-2,6 0,25-4,55 4,-23 2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1:47.5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45 1,'-11'0,"-4"2,3 3,5 6,10 5,3-1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1:47.8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 1,'-2'9,"6"3,7-1,6-4,0-3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1:46.1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225 107,'-16'7,"2"2,-1 0,1 1,1 1,0 0,0 0,1 1,1 1,0 0,0 1,2 0,-1 0,2 1,0 0,1 0,1 1,0 0,1 1,0-1,-1 14,2-13,1 0,1 1,0-1,1 1,1-1,1 1,0 0,1-1,4 14,-4-23,0-1,0 0,1 0,0 0,0 0,1 0,0-1,0 0,1 1,-1-1,1-1,0 1,1-1,0 0,-1 0,2 0,-1-1,0 0,1-1,0 1,0-1,0 0,5 1,-3-2,0 0,0 0,0-1,0 0,0-1,0 0,1-1,-1 1,0-2,0 1,0-1,0-1,-1 0,1 0,-1 0,1-1,-1-1,0 1,-1-1,1 0,-1-1,0 0,3-4,1-1,0 0,-1-1,0-1,-1 1,-1-2,0 1,-1-1,0 0,-1-1,-1 1,0-1,-1 0,1-9,-2 0,-1 0,-2 0,0 1,-1-1,-2 0,0 1,-2-1,0 1,-2 0,-1 0,0 1,-2 0,0 1,-1 0,-3-2,11 18,1-1,-1 1,0-1,-1 1,1 0,-1 0,0 1,0-1,-1 1,1 0,-1 0,0 1,0-1,0 1,-1 0,1 0,-1 1,0-1,1 1,-1 1,0-1,0 1,0 0,0 0,-2 1,0 3,1 1,-1 0,1 0,0 0,0 1,1 0,-1 1,1-1,0 1,1 1,0-1,-1 1,2 0,-1 0,1 0,0 0,1 1,0 0,0 0,0 0,1 0,0 1,-7 21,0 0,2 0,1 0,2 1,1 0,1 0,2 0,1 0,1 0,2-1,2 10,14 35</inkml:trace>
  <inkml:trace contextRef="#ctx0" brushRef="#br0" timeOffset="395.994">706 0,'-17'46,"2"1,3 0,1 0,3 1,1 1,1 42,4-71,-1 3,2 1,0 0,1 0,1 0,1 0,6 22,-8-45,0 0,0 0,0 0,1 0,-1 0,0 0,0 0,1 0,-1 0,1 0,-1-1,1 1,-1 0,1 0,0 0,-1-1,1 1,0 0,0-1,-1 1,1 0,0-1,0 1,0-1,0 1,0-1,0 0,0 1,0-1,0 0,0 0,0 0,0 1,0-1,0 0,0 0,0-1,0 1,0 0,0 0,0 0,0-1,0 1,0-1,38-28,-5-5,-21 19,0 1,1 0,0 1,1 1,0 0,1 1,1 0,-1 2,2 0,-1 1,11-3,-24 10,0 0,-1 0,1 1,-1-1,1 1,0 0,-1 0,1 1,0-1,-1 1,1 0,-1 0,1 0,-1 0,1 0,-1 1,0 0,0-1,0 1,0 0,0 1,0-1,0 1,-1-1,1 1,-1 0,0 0,1 0,-2 0,1 0,0 0,0 0,-1 1,1 1,1 3,-1 0,0 0,0 0,-1 0,1 1,-2-1,1 1,-1-1,-1 1,0-1,0 1,0-1,-1 0,-2 5,0-3,0-1,-1 0,0-1,-1 1,0-1,0 0,0-1,-1 1,0-1,-1-1,0 1,0-1,0 0,-1-1,1 0,-1-1,-1 0,-3 1,-18 7,-1-2,0-1,-1-2,-28 3,-3-2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1:49.6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4480 1270,'22'6,"20"6,15 2,13 1,5-1,-1-4,-6-4,-13-2,-15-2</inkml:trace>
  <inkml:trace contextRef="#ctx0" brushRef="#br0" timeOffset="263.924">4667 1003,'-16'0,"-10"0,-5 2,3 3,6 6,12 4,16 3,16 3,5-2</inkml:trace>
  <inkml:trace contextRef="#ctx0" brushRef="#br0" timeOffset="519.245">4746 1551,'21'13,"6"6</inkml:trace>
  <inkml:trace contextRef="#ctx0" brushRef="#br0" timeOffset="1633.178">7514 1458,'20'-45,"-1"0,-3-1,-2 0,-2-1,-2-1,-2 0,-2 0,-3-1,-1-23,-4 49,-4 22,-14 72,13-33,2 1,1-1,2 1,2 0,1 0,2 0,6 27,-6-49,1 0,0 0,1-1,1 0,1 0,0 0,1-1,1 0,0-1,1 0,0 0,1-1,1 0,0-1,0 0,1-1,1-1,9 6,21 7</inkml:trace>
  <inkml:trace contextRef="#ctx0" brushRef="#br0" timeOffset="785.329">6124 1511,'-4'-72,"3"0,3-1,4-10,2-53,-6 57,-9 73,-1 22,-5 25,2 0,1 1,2 0,2 0,1 21,2-32,1 1,1-1,2 0,1 0,1 0,2 0,1 0,1-1,2 0,1-1,3 4,8 6</inkml:trace>
  <inkml:trace contextRef="#ctx0" brushRef="#br0" timeOffset="1029.446">6498 1364,'13'-61,"-2"-1,-3 0,-3 0,-2-29,-9 20,6 71,0-1,0 1,0-1,0 1,0-1,0 1,0-1,-1 1,1-1,0 1,0-1,0 1,0 0,-1-1,1 1,0-1,-1 1,1 0,0-1,-1 1,1-1,0 1,-1 0,1 0,0-1,-1 1,1 0,-1 0,1-1,-1 1,1 0,-1 0,1 0,-1 0,1 0,-1 0,1 0,-1 0,1 0,-1 0,1 0,0 0,-1 0,1 0,-1 0,1 0,-1 1,1-1,-1 0,1 0,-1 1,1-1,0 0,-1 0,1 1,0-1,-1 0,1 1,0-1,-1 1,1-1,0 0,0 1,-1-1,1 1,-8 11,0 1,1 0,0 1,1 0,1 0,0 0,0 0,2 1,0 0,0-3,-7 28,1 0,2 0,2 1,2 0,2 37,1-62,1 0,1 1,1-1,0 0,1 0,1 0,0-1,2 0,-1 0,2 0,0-1,0 0,1 0,1-1,1 0,1 0,26 22</inkml:trace>
  <inkml:trace contextRef="#ctx0" brushRef="#br0" timeOffset="1338.249">6926 1337,'4'-104,"4"0,7-11,5-2,-16 108,-5 21,-20 111,12-86,1 0,2 0,1 0,2 1,2 0,1-1,2 1,1 0,3-1,0 0,8 21,-8-44,0-1,1 0,0 0,1 0,0-1,1 0,1 0,0-1,0 0,1-1,0 0,10 5,24 12</inkml:trace>
  <inkml:trace contextRef="#ctx0" brushRef="#br0" timeOffset="-1135.732">1726 1337,'158'-350,"-146"313,-2-1,-2 0,-1-1,0-23,-8 44,-4 19,-9 28,-7 62,4 1,3 0,5 1,3 7,5-84,-1 20,-3 180,5-214,0 1,-1-1,1 0,0 1,1-1,-1 0,0 1,1-1,-1 0,1 0,0 1,-1-1,1 0,0 0,1 0,-1 0,0 0,0 0,1 0,0-1,-1 1,1 0,0-1,-1 1,1-1,0 0,0 1,0-1,2 1,12-3</inkml:trace>
  <inkml:trace contextRef="#ctx0" brushRef="#br0" timeOffset="-800.232">2233 1123,'-8'11,"1"1,0-1,1 1,0 0,0 1,2 0,-1 0,2 0,0 0,0 0,1 5,1-12,1 0,-1 1,1-1,1 0,-1 0,1 0,0 0,1 0,-1 0,1-1,0 1,1 0,-1-1,1 1,0-1,1 0,-1 0,1 0,0-1,0 1,1-1,-1 0,1 0,0 0,4 2,-2-2,1 0,-1 0,1-1,0 0,0 0,0 0,1-1,-1-1,1 0,-1 0,1 0,-1-1,1 0,-1-1,1 0,-1 0,0-1,1 0,-1 0,0-1,0 0,0-1,-1 0,1 0,-1 0,0-1,0 0,0-1,-1 1,0-1,0 0,-1-1,1 1,-1-1,-1 0,1-1,1-4,-2 2,0 0,-1 0,0-1,-1 0,0 1,-1-1,0 0,0 0,-1 0,-1 0,0 0,0 1,-1-1,-3-8,3 12,0 0,0 1,-1-1,0 1,0 0,-1 0,0 0,0 0,0 1,0-1,-1 1,0 0,0 0,-1 1,1 0,-1 0,0 0,0 1,0-1,-1 1,1 1,-1-1,-2 1,4 0,0 1,0 0,1 1,-1-1,0 1,0 0,0 0,0 1,1-1,-1 1,0 0,0 0,1 1,-1 0,1-1,-1 1,1 1,0-1,-1 1,1 0,1-1,-1 2,0-1,1 0,0 1,-1 0,1-1,1 1,-2 2,0 2,-1 0,2-1,-1 2,1-1,1 0,-1 1,1-1,1 1,0-1,0 1,0 0,1 0,1-1,-1 1,1 0,1 1,17 47,5-7</inkml:trace>
  <inkml:trace contextRef="#ctx0" brushRef="#br0" timeOffset="-550.634">2755 1430,'15'-44,"-1"-1,-2 0,-3-1,-1 0,-2-1,-3 0,-1 0,-3-12,-1 28,-6 25,0 23,-6 23,3 1,1 0,2 1,2 0,2 1,1 42,1-73,2 0,0 0,0 1,1-1,1 0,0 0,0 0,1 0,1 0,0-1,1 1,0-1,0 0,1-1,1 1,0-1,0 0,9 8,24 6,-1-8</inkml:trace>
  <inkml:trace contextRef="#ctx0" brushRef="#br0" timeOffset="-234.633">3237 1149,'-6'13,"0"-1,1 1,1 0,0 1,0-1,2 0,0 1,-1 11,3-19,0 0,0-1,1 1,-1 0,1 0,0 0,1-1,0 1,0-1,0 1,0-1,1 0,0 0,0 0,0 0,1 0,-1-1,1 0,0 1,1-1,2 2,1-1,-1-1,1 0,-1-1,1 0,0 0,0 0,1-1,-1-1,0 1,1-1,-1-1,1 1,-1-1,1-1,-1 0,1 0,-1-1,0 0,1 0,-1-1,0 0,-1 0,1-1,0 0,-1 0,0-1,0 0,0 0,-1 0,0-1,0 0,0-1,-1 1,0-1,0 0,0 0,0-4,0 0,-1-1,0 0,-1 0,0 0,-1 0,0-1,-1 1,-1-1,0 1,0 0,-1-1,-1 1,0 0,-1-1,0 1,-1 1,0-1,-1 0,0 1,-1 0,0 0,-1 1,0 0,0 0,-7-6,10 12,0 0,-1 1,1-1,-1 1,0 0,0 0,0 1,0-1,0 1,0 0,-1 0,1 1,-1 0,0 0,1 0,-1 1,0 0,1 0,-1 0,0 0,1 1,-1 0,1 0,-1 1,1 0,-1 0,1 0,0 0,0 1,0 0,0 0,1 0,-1 1,1-1,0 1,0 0,0 1,0-1,-2 4,1 1,0-1,0 1,1 0,0 1,0-1,1 1,1-1,-1 1,1 1,-4 36</inkml:trace>
  <inkml:trace contextRef="#ctx0" brushRef="#br0" timeOffset="5547.365">15135 589,'45'-3,"1"-1,-1-2,0-2,0-2,-1-2,-1-2,0-2,-1-1,-1-3,0-1,17-13,-45 23,0 0,0-1,-1 0,-1-1,0 0,-1-1,0 0,2-7,-8 15,0-1,0-1,-1 1,0 0,-1-1,0 0,0 1,0-1,-1 0,0 0,-1 0,0 0,0 0,-1 0,0 1,0-1,0 0,-3-7,1 11,0-1,1 1,-1 0,-1-1,1 1,-1 0,1 1,-1-1,0 1,0 0,-1 0,1 0,-1 0,1 1,-1 0,0 0,0 0,0 0,0 1,0 0,0 0,-1 0,1 1,0 0,0 0,-1 0,1 0,0 1,0 0,0 0,0 1,0-1,0 1,0 0,0 0,0 1,1-1,-1 1,1 0,0 1,0-1,0 1,0-1,0 2,-9 11,1 1,0 0,1 1,1 1,0-1,2 2,0-1,1 1,1 0,1 1,0-1,2 1,1 0,0 0,2 15,-2 75,5 0,5-1,14 63,-2-14,-8-69,-4 1,-5-1,-3 1,-12 91,12-171,-1 1,-1 0,0 0,-1-1,0 1,-1-1,0 0,-1 0,0-1,-1 1,0-1,0 0,-1 0,0-1,-1 0,-4 3,-9-2</inkml:trace>
  <inkml:trace contextRef="#ctx0" brushRef="#br0" timeOffset="6529.381">15281 1083,'232'-26,"-117"18,55-8,-167 16,-1-1,-1 1,1-1,-1 1,1-1,-1 1,1 0,-1 0,1 0,-1 0,1 0,-1 0,1 0,-1 1,1-1,-1 1,1-1,-1 1,1-1,-1 1,0 0,1-1,-1 1,0 0,0 0,0 0,0 0,1 0,-1 0,0 1,-1-1,1 0,0 0,0 1,-1-1,1 1,-2 40,0-38,1 0,-1 0,1 0,0 0,0 0,0 1,0-1,1 0,0 0,-1 0,2 0,-1 0,0 0,1 0,0-1,0 1,2 2,-2-2,0-1,0 0,1 0,-1 0,1-1,0 1,0-1,0 1,0-1,0 0,1 0,-1-1,1 1,-1 0,1-1,0 0,-1 0,1 0,0-1,0 1,0-1,-1 0,1 0,0 0,0 0,0-1,0 0,-1 1,1-1,0-1,-1 1,1-1,-1 1,1-1,-1 0,0 0,0 0,0-1,0 1,0-1,0 0,-1 1,1-1,-1 0,0-1,1 0,-1-2,0 1,-1-1,0 0,0 1,-1-1,1 0,-1 0,0 0,-1 1,1-1,-1 0,0 0,-1 1,0-1,1 1,-2-1,1 1,-1 0,1 0,-1 0,-1 0,1 0,-1 1,0-1,0 1,0 0,0 0,-1 1,0-1,0 1,0 0,0 0,0 1,0-1,-1 1,1 0,-1 1,1 0,-3-1,-33-2,64 6,0-2,0 0,-1-1,1-1,0-1,-1-1,19-6,-17 2,1-1,-1 0,-1-2,0-1,0-1,-2-1,1-1,-2-1,0 0,-1-2,-1 0,0-1,-1-1,10-17,3-8,-2-2,-2 0,-1-2,-4 0,-1-2,6-29,10-70,-37 91,0 57,1 1,0-1,-1 1,1-1,-1 1,1-1,-1 1,0 0,0-1,1 1,-1 0,0-1,0 1,0 0,0 0,-1 0,1 0,0 0,0 0,-1 0,1 0,-1 1,1-1,0 0,-1 1,1-1,-1 1,0 0,1-1,-1 1,1 0,-1 0,-1 0,-2 1,-1 1,0-1,1 1,-1 1,1-1,0 1,0 0,0 0,0 0,0 1,1-1,-1 1,1 0,0 1,-1 1,-14 18,1 0,1 1,1 1,1 0,2 1,0 1,2 0,2 0,0 1,2 1,1-1,1 1,1 0,2 0,2 0,0 0,3 10,0-10,2 0,1 0,1-1,1 0,2-1,1 0,1 0,2-1,0-1,2 0,17 21,22 8,-52-54,-1 1,0-1,0 1,1-1,-1 0,1 0,-1 0,1-1,-1 1,1 0,-1-1,1 0,0 1,-1-1,1 0,0-1,-1 1,1 0,0-1,-1 1,1-1,-1 0,1 0,-1 0,1 0,-1 0,1-2,6-4,0-1,-1 0,0 0,-1-1,1 0,-2 0,1-1,3-8,8-11,-18 29,0-1,0 1,0-1,1 1,-1-1,0 1,0-1,0 1,0-1,1 1,-1-1,0 1,0-1,1 1,-1-1,0 1,1 0,-1-1,0 1,1 0,-1-1,1 1,-1 0,1-1,-1 1,1 0,-1 0,1-1,-1 1,1 0,-1 0,1 0,-1 0,1 0,-1 0,1 0,-1 0,1 0,-1 0,1 0,-1 0,1 0,0 0,-1 1,0-1,1 0,-1 0,1 1,-1-1,1 0,6 28,-5-14,0-8,0-1,0 0,1 0,0 0,-1 0,2-1,-1 1,0-1,1 0,0 0,0 0,0 0,0-1,1 1,-1-1,1 0,0-1,0 1,0-1,0 0,1 0,-1 0,0-1,1 0,-1 0,1-1,-1 1,1-1,0 0,-1 0,1-1,-1 0,1 0,-1 0,0-1,1 0,-1 0,0 0,3-2,-5 1,0 0,-1-1,1 0,0 1,-1-1,0 0,0 0,0 0,-1-1,1 1,-1 0,0-1,0 1,0-1,-1 1,0-1,0 1,0-1,0 1,-1-1,1 1,-1-1,0 1,-1 0,1 0,-1-1,0 1,0 0,0 0,0 0,-1 1,0-1,1 1,-1-1,-1 1,-2-3,1 2,0 1,-1-1,1 1,-1 0,0 1,0-1,0 1,0 0,0 1,0 0,-1 0,1 0,0 0,-1 1,1 0,-1 1,1-1,0 1,-1 0,1 1,0-1,0 1,0 1,0-1,0 1,0 0,1 0,0 1,-1 0,1 0,0 0,1 0,-1 1,1 0,-4 4,8-7,-1 0,0 0,1 1,-1-1,1 0,0 0,0 0,0 0,0 1,0-1,0 0,0 0,1 0,-1 0,1 0,0 0,-1 0,1 0,0 0,0 0,0 0,1 0,-1 0,0-1,1 1,-1 0,1-1,-1 1,1-1,0 0,0 0,0 1,-1-1,1 0,0-1,2 2,27 14</inkml:trace>
  <inkml:trace contextRef="#ctx0" brushRef="#br0" timeOffset="7031.04">17233 789,'-66'-32,"65"32,-1 0,1-1,-1 1,0 0,1 0,-1 0,1 0,-1 0,1 0,-1 1,0-1,1 0,-1 1,1-1,-1 1,1 0,-1 0,1-1,0 1,-1 0,1 0,0 0,0 0,0 0,-1 0,1 1,0-1,1 0,-1 1,0-1,0 0,0 1,1-1,-1 1,1-1,-1 1,1 0,0-1,0 1,-1-1,1 1,0 0,1 0,0 9,1 0,0-1,1 1,0 0,1-1,0 0,1 0,0 0,0-1,1 1,1-1,-1 0,1-1,1 0,0 3,101 141,-107-150,-1-1,1 1,-1 0,0-1,0 1,0 0,0 0,0 0,0 0,0 0,0 0,-1 0,1 0,-1 0,0 0,1 0,-1 0,0 0,0 0,0 0,-1 0,1 1,0-1,-1 0,0 0,1 0,-1 0,0 0,0-1,0 1,0 0,0 0,0-1,-1 1,1 0,-1-1,1 1,-1-1,1 0,-2 1,-3 1,0-1,0 0,-1-1,1 1,-1-1,1 0,-1-1,0 0,1 0,-1 0,1-1,-1 1,0-2,6 2,0 0,0 0,0 0,0 0,0-1,0 1,0 0,0-1,0 1,1-1,-1 1,0-1,0 1,0-1,1 1,-1-1,0 0,1 1,-1-1,0 0,1 0,-1 1,1-1,-1 0,1 0,-1 0,1 0,0 0,0 0,-1 0,1 0,0 0,0 0,0 0,0 0,0 0,0 1,0-1,0 0,1 0,-1 0,0 0,0 0,1 0,-1 0,1 0,-1 0,1 1,-1-1,1-1,36-43,-32 40,185-178,-136 139,-53 43,-1 1,1-1,-1 1,1-1,-1 1,1 0,-1-1,1 1,-1 0,1 0,0-1,-1 1,1 0,0 0,-1 0,1 0,-1 0,1 0,0 0,-1 0,1 0,0 0,-1 0,1 0,0 0,-1 1,1-1,-1 0,1 0,0 1,-1-1,1 0,-1 1,1-1,-1 1,1-1,-1 1,1-1,-1 0,0 1,1 0,-1-1,0 1,1-1,-1 1,0-1,0 1,1 0,-1-1,0 1,4 38,-4-31,-1 23,2 1,2 0,1-1,1 1,1-1,2 0,2-1,4 9,-14-37,0-1,0 0,1 1,-1-1,1 0,-1 1,1-1,-1 0,1 0,0 1,-1-1,1 0,0 0,0 0,0 0,0 0,0 0,0 0,0-1,1 1,-1 0,0 0,0-1,1 1,-1-1,0 1,1-1,-1 0,0 1,1-1,-1 0,0 0,1 0,-1 0,1 0,-1 0,11-9</inkml:trace>
  <inkml:trace contextRef="#ctx0" brushRef="#br0" timeOffset="7211.558">17528 575,'2'3,"8"0,1-1</inkml:trace>
  <inkml:trace contextRef="#ctx0" brushRef="#br0" timeOffset="7631.602">17835 0,'0'863,"0"-853,-1 7,1 0,0-1,1 1,1 0,1-1,0 0,1 1,0-1,2 0,0-1,0 1,3 0,-6-12,0 0,0-1,0 1,1-1,0 0,-1 0,1 0,1 0,-1-1,0 1,0-1,1 0,0-1,-1 1,1-1,0 0,-1 0,1 0,0-1,0 0,0 0,0 0,0 0,0-1,-1 0,1 0,0 0,-1 0,2-1,5-2,0 0,0-1,0 0,0-1,-1 0,0 0,0-1,-1-1,0 0,0 0,3-4,-3 0,-1 1,1-1,-2-1,0 1,0-1,-1-1,-1 1,0-1,-1 0,0 0,-1 0,0-6,-2 18,-1 1,1-1,-1 0,1 1,-1-1,1 1,-1-1,0 0,0 1,0-1,0 0,0 1,0-1,-1 0,1 1,0-1,-1 1,1-1,-1 1,0-1,1 1,-1-1,0 1,0-1,0 1,0 0,0 0,0-1,-1 1,1 0,0 0,-1 0,1 0,0 1,-1-1,1 0,-1 0,0 1,-2 3,-1 1,0-1,1 1,0 0,0 1,0-1,0 1,1-1,-1 1,1 0,0 0,1 1,0-1,-1 1,2-1,-1 2,-2 2,1-1,0 1,1 0,0 0,0 0,1 0,1 1,-1-1,1 0,1 0,0 1,0-1,0 0,2 0,-1 0,1-1,0 1,1 0,0-1,0 0,1 0,0 0,0-1,1 1,0-1,0-1,0 1,1-1,0 0,7 4,66 22,-47-28</inkml:trace>
  <inkml:trace contextRef="#ctx0" brushRef="#br0" timeOffset="7877.678">17794 428,'19'-2,"23"-1,26 0,21 5,14 5,1 3,-10 0,-22-2</inkml:trace>
  <inkml:trace contextRef="#ctx0" brushRef="#br0" timeOffset="4652.796">13878 628,'24'0,"1"-1,0-2,0 0,-1-1,1-2,-1 0,-1-2,1 0,-1-2,-1-1,0 0,0-2,-1 0,8-9,31-52,-58 71,-1 1,0-1,1 0,-1 1,-1-1,1 0,0 0,-1 0,1 0,-1 1,0-1,0 0,0 0,0 0,0 0,-1 0,1 0,-1 1,0-1,0 0,0 0,0 1,-1-1,1 1,0-1,-1 1,0 0,0-1,0 1,0 0,0-1,-2 1,0-1,1 1,-1-1,0 1,0 0,0 1,-1-1,1 1,0-1,-1 1,1 1,-1-1,1 1,-1-1,1 1,-1 0,1 1,0-1,-1 1,1 0,-1 0,1 0,0 1,0 0,0 0,-1 0,-4 2,-1 2,1-1,0 1,1 1,-1-1,1 1,0 1,1 0,0 0,-3 5,-2 5,2 0,0 1,1 0,1 0,0 1,2 0,0 1,2 0,0-1,1 1,1 1,1 7,1 26,2-1,3 1,2-1,6 14,70 333,-81-389,0 1,0-1,-1 1,-1 0,0-1,-1 1,0-1,-1 1,-1-1,0 1,0-1,-1 0,-1-1,0 1,0-1,-1 1,-1-2,0 1,0-1,-4 3,-25 19</inkml:trace>
  <inkml:trace contextRef="#ctx0" brushRef="#br0" timeOffset="4931.867">13837 1043,'14'-14,"1"0,0 1,0 1,2 0,-1 1,1 1,1 0,0 1,0 1,1 1,0 1,0 0,0 2,1 0,0 1,0 1,0 1,3 1,63 1,-83 0,0-1,0 1,0-1,0 1,-1 0,1 0,0 1,0-1,-1 1,1-1,0 1,-1 0,0 0,1 0,-1 0,0 0,0 1,0-1,0 0,-1 1,1 0,-1-1,1 1,-1 0,0 0,0 0,4 77,-5-71,-1 0,1 1,0-1,1 0,0 0,1 1,0-1,1 0,-1 0,3 4,-2-8,-1-1,1 1,0-1,0 1,0-1,1 0,-1-1,1 1,0 0,0-1,0 0,0 0,1 0,-1-1,1 0,0 1,0-1,0-1,0 1,4 0,12 0</inkml:trace>
  <inkml:trace contextRef="#ctx0" brushRef="#br0" timeOffset="5101.94">14425 655,'0'0</inkml:trace>
  <inkml:trace contextRef="#ctx0" brushRef="#br0" timeOffset="3746.182">11485 816,'30'578,"-29"-555,-1 1,-1-1,-1 1,0-1,-2 1,-1-1,-1 0,-1-1,-8 17,15-38,0 1,-1 0,1 0,-1-1,1 1,-1 0,0-1,0 1,1-1,-1 1,0-1,0 1,-1-1,1 0,0 0,0 1,-1-1,1 0,0 0,-1 0,1 0,-1-1,1 1,-1 0,0-1,1 1,-1-1,0 1,0-1,1 0,-1 1,0-1,0 0,1 0,-1-1,0 1,1 0,-1 0,-1-1,-23-61,26 61,-9-63,2-2,3 1,3 0,3-1,4-10,2-28,4 1,13-45,-21 134,-4 7,1 1,0-1,1 1,-1-1,1 1,1 0,-1 0,1 0,0 0,0 1,1-1,0 1,0 0,0 0,1-1,-2 5,0 0,1 1,-1-1,0 1,1 0,-1 0,1 0,-1 0,0 0,1 1,-1-1,0 1,1 0,-1 0,0 1,0-1,0 0,0 1,0 0,0 0,-1 0,1 0,-1 0,1 0,0 1,10 7,0 0,0 0,-1 1,-1 1,0 0,0 1,-1 0,-1 0,0 1,-1 0,0 1,-1 0,3 10,-9-21,0 0,-1 1,1-1,-1 1,0-1,0 0,0 1,-1-1,0 1,1-1,-2 0,1 0,0 1,-1-1,0 0,0 0,0 0,0-1,-1 1,1 0,-1-1,0 0,0 1,0-1,-1-1,1 1,-1 0,1-1,-5 3,-6 3,-1-1,0 0,0-1,0-1,-1 0,0-1,-9 1,-51 0,76-6,1 1,-1 0,0 0,1 0,-1 0,1 0,-1-1,1 1,-1 0,0 0,1-1,-1 1,1 0,-1 0,0-1,1 1,-1-1,0 1,0 0,1-1,-1 1,0-1,0 1,1 0,-1-1,0 1,0-1,0 1,0-1,0 1,0-1,0 1,0-1,0 1,0-1,0 1,0-1,0 1,0 0,0-1,0 1,-1-1,1 1,0-1,0 1,-1-1,1 1,0 0,0-1,-1 1,1 0,0-1,-1 1,1 0,-1-1,1 1,0 0,-1 0,1 0,-1-1,1 1,-1 0,1 0,-1 0,1 0,-1 0,1 0,0 0,-1 0,20-10,1 0,-1 2,2 0,-1 2,1 0,0 1,0 1,21 0,117-10,-157 13,0 0,-1 1,1-1,0 1,0 0,0 0,-1-1,1 1,0 0,0 0,0 1,0-1,0 0,-1 1,1-1,0 1,0-1,-1 1,1 0,0 0,-1 0,1 0,-1 0,1 0,-1 0,0 1,1-1,-1 0,0 1,0-1,0 1,0-1,0 1,0 0,0-1,-1 1,1 0,0 0,-1-1,0 1,1 0,-1 0,-32 58,32-58,1 0,0 0,-1 0,1 0,0 0,0 0,0-1,0 1,1 0,-1-1,0 1,1-1,-1 1,1-1,-1 1,1-1,0 0,0 0,-1 0,1 0,0 0,0 0,0-1,0 1,0-1,0 1,0-1,0 0,0 1,0-1,1 0,-1 0,0-1,0 1,6 0,0 0,0 0,-1 0,1-1,0-1,-1 1,1-1,0 0,-1-1,0 0,0 0,0-1,0 1,5-5,-9 6,0 0,-1 0,1 0,-1 0,0 0,1 0,-1-1,0 1,0-1,-1 1,1-1,0 0,-1 0,0 1,0-1,0 0,0 0,0-1,0 1,-1 0,1 0,-1 0,0 0,0 0,0-1,-1 1,1 0,-1 0,0 0,1 0,-1 0,-1 0,1 0,0 0,-1 0,1 1,-2-2,1 0,-1 0,0 0,-1 0,1 0,-1 1,1-1,-1 1,0 0,0 0,-1 0,1 1,-1-1,1 1,-1 0,0 0,1 1,-1-1,0 1,0 0,0 1,0-1,0 1,-1 0,1 0,0 1,0-1,0 1,0 0,0 0,1 1,-1 0,0 0,0 0,1 0,0 0,-1 1,1 0,0 0,0 0,0 1,1-1,-1 1,-1 3,3-4,1 1,0-1,0 1,0-1,0 1,1-1,-1 1,1 0,0 0,0-1,0 1,1 0,-1-1,1 1,0 1,8 22</inkml:trace>
  <inkml:trace contextRef="#ctx0" brushRef="#br0" timeOffset="4083.086">12153 1177,'29'-71,"-4"0,-2-2,-3-1,-4 0,5-64,-15 105,14-93,-5-1,-4-41,-13 126,2 42,0 1,0-1,-1 1,1-1,0 1,0-1,-1 0,1 1,0-1,-1 0,1 1,0-1,-1 0,1 1,0-1,-1 0,1 1,-1-1,1 0,-1 0,1 0,-1 0,1 1,-1-1,1 0,0 0,-1 0,1 0,-1 0,1 0,-1 0,1 0,-1 0,1-1,-1 1,1 0,-1 0,1 0,-1 0,1-1,0 1,-1 0,1 0,-1-1,1 1,0 0,-1-1,1 1,0 0,-1-1,1 1,0-1,0 1,-1-1,-9 27,1 1,1 0,1 1,1 0,-1 20,4-29,-12 89,5 1,5 1,4 9,0-91,1 0,2 0,1-1,0 1,3-1,0 0,1 0,2 0,1-1,0-1,2 0,2 0,10 15,43 12,-65-50,0-1,0 0,-1-1,1 1,0 0,0 0,0-1,0 1,0-1,0 0,0 1,0-1,-1 0,1 0,0 0,0-1,0 1,0 0,0-1,0 1,0-1,0 0,0 1,0-1,-1 0,1 0,0 0,-1 0,1-1,-1 1,1 0,-1-1,0 1,1-1,-1 1,0-1,0 0,0 1,0-2,7-19</inkml:trace>
  <inkml:trace contextRef="#ctx0" brushRef="#br0" timeOffset="4251.272">12153 709,'-14'-12,"-8"-5,-4-3,6 3,12 3,20 7,27 9,33 7,35 3,35 5,31 2,22 2,-21-3</inkml:trace>
  <inkml:trace contextRef="#ctx0" brushRef="#br0" timeOffset="2598.476">9012 1190,'16'-5,"21"-3,27-3,25-2,23-1,15 2,6 4,-4 2,-11 2,-18 5,-21 1,-24 2</inkml:trace>
  <inkml:trace contextRef="#ctx0" brushRef="#br0" timeOffset="2890.086">9813 709,'16'18,"19"13,19 8,19 6,11 3,2-1,-7 0,-16-3,-24-1,-30 1,-30 2,-27 2,-20 0,-8-1,-2-2,11-7,17-6,16-10</inkml:trace>
  <inkml:trace contextRef="#ctx0" brushRef="#br0" timeOffset="10796.645">4105 2580,'70'223,"-69"-220,25 56,-25-57,0-1,0 1,0-1,0 0,0 1,0-1,1 0,-1 0,0 0,1 0,-1 0,1 0,-1 0,1 0,-1-1,1 1,0-1,-1 1,1-1,0 1,-1-1,1 0,0 0,0 0,-1 0,1 0,0 0,-1-1,1 1,0 0,-1-1,1 0,0 1,1-2,7-5,0 0,0-1,-1 0,0 0,-1-1,0-1,0 1,0-1,-2-1,1 1,-1-1,-1 0,0 0,0-1,-1 0,0-4,3-14,-4 14,-1 39,-3-17,1 1,0 0,0 0,1 0,0-1,1 1,-1 0,1-1,0 1,1-1,-1 0,1 1,1-1,-1-1,1 1,0 0,0-1,1 0,-1 0,1 0,0-1,1 1,-1-1,1 0,0-1,0 1,0-1,0-1,1 1,-1-1,1 0,-1 0,1-1,0 0,-1 0,1-1,0 1,0-2,0 1,2-1,1-3,0 0,0 0,-1-1,0 0,1 0,-2-1,1-1,-1 1,0-1,0-1,-1 0,0 0,-1 0,1 0,-2-1,1 0,-1-1,0 1,-1-1,0 0,-1 0,1-4,3-2,-6 37,-2-16,0 2,0-1,0 1,1 0,0 0,0 0,0 0,1-1,0 1,1 0,-1-1,1 1,1-1,-1 1,1-1,0 0,0 0,1 0,0 0,0-1,0 0,0 1,1-2,0 1,0 0,1-1,-1 0,3 1,2-1,0-1,1 1,-1-2,1 0,0 0,0-1,-1 0,1-1,0 0,0-1,0 0,0 0,-1-1,1-1,-1 0,1 0,-1-1,0-1,0 1,-1-2,1 1,-1-1,-1-1,1 1,-1-1,0-1,0 0,-1 0,0 0,-1-1,0 0,0 0,-1-1,0 0,0 0,-1 0,-1 0,0-1,0 1,0-7,-4 29,1 0,1 1,0-1,0 0,1 0,1 0,0 0,0 0,1-1,1 1,0-1,0 0,1 0,1-1,0 0,1 2,9 4</inkml:trace>
  <inkml:trace contextRef="#ctx0" brushRef="#br0" timeOffset="11396.064">5014 2327,'282'158,"-264"-148,0 2,0-1,-2 2,1 1,-2 0,0 0,0 2,-2 0,0 0,0 1,-2 1,0 0,-1 1,4 11,-7-7,-6-18,-1-1,1 1,0 0,0-1,0 1,1-1,0 0,0 1,0-1,0 0,1 0,-1 0,1-1,0 1,0-1,0 1,1-1,-1 0,1 0,0 0,0-1,0 1,0-1,0 0,1 0,-1-1,0 1,1-1,-1 0,3 0,3-3,1 0,0-1,-1-1,1 0,-1 0,0-1,-1 0,1 0,-1-1,0-1,0 0,-1 0,0 0,0-1,-1 0,0-1,0 0,-1 0,0 0,-1-1,0 1,0-1,-1-1,0 1,1-11,-7 28,0 0,1 0,0 0,0 0,0 0,1 0,0 0,0 0,1 0,0 0,0 0,1 0,0 0,0 0,0 0,1-1,0 1,0-1,1 0,0 0,0 0,0 0,1-1,0 1,0-1,0-1,0 1,2 0,4 1,0-1,0-1,0 0,1 0,0-1,0 0,0-1,0-1,0 0,0 0,0-1,0-1,0 0,0-1,0 0,0 0,9-4,-14 4,0 0,0-1,-1 0,1 0,0 0,-1-1,0 1,0-2,0 1,0-1,-1 0,0 0,0 0,0-1,0 1,-1-1,0-1,-1 1,1 0,-1-1,0 0,-1 0,1 0,-1 0,-1 0,1 0,-1 0,-1 0,1-5,0 23,0 0,1 0,1 0,-1 0,2 0,0-1,0 0,1 0,0 0,0 0,2-1,-1 1,1-2,0 1,1-1,-1 0,2 0,-1-1,5 2,10 3</inkml:trace>
  <inkml:trace contextRef="#ctx0" brushRef="#br0" timeOffset="11568.69">6204 2340,'4'16,"2"5</inkml:trace>
  <inkml:trace contextRef="#ctx0" brushRef="#br0" timeOffset="12278.871">6525 2527,'231'314,"-226"-309,-5-3,1 0,-1 0,1 0,0-1,0 1,0 0,0-1,0 1,0-1,0 1,0-1,1 0,-1 1,0-1,1 0,-1 0,1 0,0 0,-1 0,1 0,0-1,-1 1,1-1,0 1,0-1,0 1,0-1,-1 0,1 0,0 0,0 0,0 0,0 0,0-1,-1 1,1 0,0-1,0 0,-1 1,1-1,1-1,61-125,-50 91,34-60,-47 96,0 0,-1 0,1 0,0 0,-1 0,1 0,0 0,-1 0,1 0,0 0,0 0,-1 0,1 0,0 0,-1 1,1-1,-1 0,1 0,0 1,-1-1,1 1,-1-1,1 0,-1 1,1-1,-1 1,1-1,-1 1,1 0,-1-1,0 1,1-1,-1 1,0 0,1-1,-1 1,0 0,0-1,0 1,0 0,0-1,0 1,0 0,0-1,0 1,0 0,0-1,0 1,0 0,0-1,-1 1,1 0,0 0,0 1,2 7,-2-1,0-1,1 0,0 0,0 1,0-1,1 0,1 0,-1 0,1-1,0 1,0-1,1 1,0-1,0 0,0 0,1-1,0 1,0-1,1 0,-1-1,1 1,0-1,0 0,0 0,7 2,-5-4,0-1,0 0,1 0,-1-1,0 0,1 0,-1-1,0 0,0-1,0 0,0 0,0 0,0-1,0 0,-1-1,1 0,-1 0,0 0,0-1,9-7,0-1,0 0,-1-1,-1 0,0-1,-1-1,2-5,30-46,-45 67,0 0,0-1,0 1,0 0,1-1,-1 1,0 0,0 0,0-1,1 1,-1 0,0 0,0 0,1-1,-1 1,0 0,0 0,1 0,-1 0,0 0,1-1,-1 1,0 0,1 0,-1 0,0 0,1 0,-1 0,0 0,0 0,1 0,-1 0,0 0,1 0,-1 1,0-1,1 0,-1 0,0 0,0 0,1 0,-1 1,0-1,1 0,-1 0,0 0,0 1,0-1,1 0,-1 0,0 1,0-1,0 0,0 0,1 1,-1-1,0 0,0 1,0-1,0 0,0 1,0-1,0 0,0 1,5 27,-4-20,-1 3,1 1,1-1,0 0,0 0,1 0,1 0,0 0,0-1,1 0,0 0,1 0,0 0,1-1,-1 0,2 0,0-1,0 0,0 0,2 0,-6-7,0 1,-1-1,1 0,0-1,0 1,-1-1,1 1,0-1,0 0,0-1,0 1,-1-1,1 1,0-1,0 0,-1 0,1-1,-1 1,1-1,-1 0,1 0,1-2,66-56,-51 37,-2-1,0-1,-1 0,-2-2,6-13,-10 20,-34 114,21-88,1 0,-1 1,1-1,0 0,0 1,1-1,0 1,0-1,0 1,1-1,0 0,0 1,1-1,-1 0,2 0,-1 0,1 0,-1 0,1 0,1-1,-1 1,1-1,0 0,1 0,-1-1,1 1,0-1,0 0,66 12,-37-19</inkml:trace>
  <inkml:trace contextRef="#ctx0" brushRef="#br0" timeOffset="12533.2">7821 2206,'3'16,"13"14,17 9,2-2</inkml:trace>
  <inkml:trace contextRef="#ctx0" brushRef="#br0" timeOffset="13646.482">8169 2473,'3'-5,"1"1,0-1,0 1,0 0,0 0,1 0,-1 1,1 0,0 0,0 0,0 0,0 1,1-1,-1 1,1 1,0-1,-1 1,1 0,0 0,0 1,-1 0,1 0,0 0,0 0,-1 1,1 0,0 1,-1-1,1 1,-1 0,1 0,-1 1,0-1,0 1,0 0,0 1,-1-1,1 1,-1 0,0 0,1 1,4 6,0 1,-1 0,-1 0,0 0,0 1,-1 0,-1 1,0-1,-1 1,0 0,-1 0,-1 0,1 6,0 25,-1 1,-2-1,-5 28,-1-8,2-44,1 0,0-1,2 1,0 0,1 0,2 0,0 0,1 0,1 0,1-1,0 0,2 0,1 0,9 17,-9-25,1 0,1-1,0 0,0-1,1 0,0-1,1 0,0-1,1 0,-1-1,1-1,1 0,-1 0,1-1,0-1,0 0,13 1,-22-5,-1 0,0 0,0 0,1 0,-1 0,0-1,1 0,-1 0,0 0,0-1,0 1,0-1,0 0,0 0,-1 0,1-1,-1 1,1-1,-1 0,0 0,0 0,0 0,0 0,-1-1,1 0,-1 1,0-1,0 0,-1 0,1 0,-1 0,1 0,-1 0,-1-1,1-1,0-12,-1 0,0 0,-2 0,0 0,-1 0,-1 0,0 1,-1 0,-1 0,-1 0,-1 1,0-1,-1 2,0-1,-2 2,1-1,-11-8,-2-5,-2 2,-1 1,-1 1,-1 1,-1 2,-1 0,-1 2,-1 2,-17-7,-5-3,60 22,137-2,-70 2,0-4,-1-3,0-3,3-4,-2-12,-73 30,1 1,0-1,-1 0,1 0,-1 1,0-1,1 0,-1 0,0 0,1 0,-1 1,0-1,0 0,0 0,0 0,0 0,0 0,0 0,0 0,0 0,0 1,-1-1,1 0,0 0,0 0,-1 0,1 1,-1-1,1 0,-1 0,1 1,-1-1,1 0,-1 0,0 1,1-1,-1 1,0-1,0 1,1-1,-1 1,0-1,0 1,0 0,0-1,1 1,-1 0,0 0,0 0,0 0,0 0,0 0,0 0,0 0,1 0,-1 0,0 0,0 0,0 1,-1-1,-18-4,0 1,0 0,0 2,-1 0,1 1,-17 3,33-3,1 0,0 0,0 0,0 1,-1-1,1 1,0 0,0 0,0 0,0 0,0 1,0-1,1 1,-1-1,0 1,1 0,-1 0,1 0,0 1,0-1,0 0,0 1,0-1,0 1,0 0,1 0,0 0,-1 0,1 0,0 0,0 0,1 0,-1 0,1 0,0 0,-1 1,1-1,1 0,-1 0,0 0,1 0,-1 1,1-1,0 0,1 2,5 4,-1 0,2-1,-1 0,1 0,0 0,1-1,0-1,0 1,0-1,1-1,0 0,0 0,0-1,1 0,-1-1,1 0,0-1,0 0,0 0,8-1,-11-1,1 0,-1-1,0 0,0-1,0 1,0-2,0 1,0-1,-1 0,1 0,-1-1,5-4,-8 7,-1 0,0 1,0-1,1 1,-1-1,0 1,1 0,-1 0,1 1,-1-1,0 1,0-1,1 1,-1 0,0 0,0 1,0-1,0 0,0 1,0 0,0 0,2 2,27 11,-28-12,0-1,0-1,1 1,-1-1,0 1,0-1,1-1,-1 1,1-1,-1 1,1-1,-1 0,1-1,-1 1,0-1,1 0,-1 0,0 0,1-1,-1 1,0-1,0 0,0 0,-1-1,1 1,0-1,-1 0,1 0,-1 0,0 0,0 0,-1-1,2-2,4-12,-1-1,0-1,-2 1,0-1,-2 0,0 0,0-5,18-90,-21 113,0 0,0 1,0-1,1 1,-1-1,1 1,-1-1,1 1,-1-1,1 1,0-1,-1 1,1 0,0-1,0 1,0 0,0 0,0 0,1 0,-1 0,0 0,0 0,1 0,-1 0,1 0,-1 1,1-1,-1 1,1-1,-1 1,1 0,-1-1,1 1,-1 0,1 0,0 0,-1 0,1 0,-1 0,1 1,-1-1,11 7,-1 1,0 0,-1 0,1 1,-2 0,1 1,-1 0,-1 1,0 0,4 7,-5-8,1 1,-2 0,1 1,-2 0,1 0,-2 0,0 1,0-1,-1 1,0 0,-1 0,-1 0,0 2,-2-13,1 0,-1 0,1 0,0 0,0 1,0-1,0 0,0 0,0 0,1 0,-1 0,1 0,0 1,-1-1,1 0,0 0,0-1,0 1,0 0,1 0,-1 0,0-1,1 1,-1-1,1 1,0-1,-1 0,1 1,0-1,0 0,0 0,0 0,0 0,0-1,0 1,0 0,0-1,2 1,10-1,-1 0,0-1,0 0,0-1,0 0,0-1,0-1,-1 0,0 0,1-1,-1-1,-1 0,1-1,-1 0,-1-1,1 0,-1 0,-1-1,1-1,-2 0,1-1,-1 1,-1 0,-1-1,0 0,0 0,-1 0,-1-1,0 0,0 0,-1 0,-1 0,0 0,0-1,-2 1,1-1,-2 1,1-1,-2 1,0 0,0-1,-1 1,-3-7,6 18,-1-1,1 0,-1 0,0 0,0 0,0 1,0-1,0 0,0 1,0-1,0 0,-1 1,1 0,-1-1,1 1,-1 0,0 0,1 0,-1 0,0 0,0 0,1 0,-1 1,0-1,0 0,0 1,0 0,0-1,0 1,0 0,0 0,0 0,0 1,0-1,0 0,0 1,0-1,0 1,1 0,-1-1,0 1,0 0,0 0,1 0,-1 0,1 1,-1-1,1 0,-1 1,1-1,0 1,-1-1,1 1,-1 1,-3 7,1-1,0 1,0 0,0 1,2-1,-1 0,1 1,1 0,0-1,0 1,1 0,1 0,-1-1,2 1,0-1,0 1,1-1,0 1,0-1,1 0,1-1,0 1,0-1,1 0,0 0,0 0,3 1,5 6,0-1,1 0,1-1,1-1,0-1,0 0,1-1,1-1,0 0,11 3,18 5,1-2,0-3,37 6,52 4</inkml:trace>
  <inkml:trace contextRef="#ctx0" brushRef="#br0" timeOffset="9176.603">1645 2674,'9'25,"6"24,1 25,0 19,-4 15,-4 9,-3 1,-5-3,-5-11,-3-16,-1-23</inkml:trace>
  <inkml:trace contextRef="#ctx0" brushRef="#br0" timeOffset="10032.202">1606 3021,'-4'-36,"-2"-115,6 148,1 1,-1-1,0 0,1 1,0-1,0 1,0-1,0 1,0 0,0-1,0 1,1 0,-1 0,1 0,0 0,0 0,-1 0,1 0,0 0,1 1,-1-1,0 1,0 0,1-1,-1 1,0 0,1 1,-1-1,1 0,0 1,-1-1,1 1,-1 0,1 0,0 0,-1 0,1 0,0 1,19 0,1 1,-1 2,-1 0,1 1,-1 1,0 1,0 1,-1 1,10 6,-27-14,1 1,-1 0,0-1,1 1,-1 0,0 1,0-1,-1 0,1 1,0 0,-1-1,0 1,1 0,-1 0,0 1,-1-1,1 0,0 1,-1-1,0 1,0-1,0 1,0 0,-1-1,1 1,-1 0,0-1,0 1,0 0,-1 0,1-1,-1 1,0-1,0 2,-3 1,0 0,0-1,-1 1,1-1,-1 0,0-1,-1 1,1-1,-1 0,0-1,0 1,0-1,0 0,-1 0,1-1,-1 0,-3 1,9-3,0 0,-1 1,1-1,0 0,0 0,-1 1,1-1,0 0,0 0,-1 0,1-1,0 1,0 0,-1 0,1-1,0 1,0-1,0 1,-1-1,1 1,0-1,0 0,0 0,0 1,0-1,0 0,0 0,1 0,-1 0,0 0,0 0,1 0,-1 0,1-1,-1 1,1 0,-1-1,3-51,66-99,-44 107,27-47,-5-1,-4-3,-4-1,-5-2,-4-1,-2-9,-25 97,0 2,1 0,-2 0,1-1,-1 1,-1 0,0 0,0-1,-1 1,-1 0,0 0,0 0,-2-4,4 13,0 0,0 1,-1-1,1 0,-1 0,1 1,-1-1,1 0,-1 1,1-1,-1 0,0 1,1-1,-1 1,0-1,1 1,-1-1,0 1,0 0,1-1,-1 1,0 0,0-1,0 1,0 0,1 0,-1 0,0 0,0 0,0 0,0 0,0 0,1 0,-1 1,0-1,0 0,0 0,0 1,1-1,-1 0,0 1,0-1,1 1,-1-1,0 1,1 0,-30 32,18-10,1 0,1 1,2 1,0 0,2 0,0 0,2 1,-1 15,-3 22,3 1,3-1,2 1,3 0,3-1,3 0,2 0,3-1,3-1,8 14,-20-59,1 0,1 0,1 0,0-1,1 0,1 0,0-1,1 0,0-1,4 3,-14-15,-1 0,1 0,0 0,0 0,-1 0,1 0,0 0,0 0,0-1,0 1,0 0,0 0,0-1,0 1,0-1,1 1,-1-1,0 1,0-1,0 0,1 1,-1-1,0 0,0 0,1 0,-1 0,0 0,0 0,1-1,-1 1,0 0,0-1,1 1,-1 0,0-1,0 0,0 1,0-1,0 0,0 1,0-1,0 0,0 0,0 0,0 0,-1 0,1 0,0 0,-1 0,1 0,0 0,-1 0,1-1,-1 1,0 0,1 0,-1-1,0 1,0 0,0-16,-2 1,0-1,0 1,-2-1,0 1,-1 0,0 0,-1 1,-1-1,-6-8,8 11,-127-264,131 276,0 0,0 1,1-1,-1 0,0 0,0 1,1-1,-1 0,1 0,-1 0,1 0,-1 0,1 0,0 0,-1 0,1 0,0 0,0 0,0 0,-1 0,1 0,0 0,0 0,1 0,-1 0,0 0,0 0,0 0,1 0,-1 0,1 0,-1 0,1 0,-1 0,1 0,-1 1,1-1,0 0,-1 0,1 0,0 1,0-1,-1 0,1 1,0-1,0 1,0-1,0 1,0 0,0-1,0 1,0 0,0-1,0 1,0 0,0 0,0 0,0 0,0 0,0 0,0 0,0 1,0-1,1 0,121 48,-78-27,-37-17,79 33,-2 5,-1 3,59 44,-131-81,0 0,-1 1,0 1,-1 0,0 0,0 1,-1 0,-1 1,5 7,-8 15,-5-33,-1-1,1 1,0 0,-1-1,1 1,-1-1,1 1,-1-1,1 1,-1-1,1 1,-1-1,1 0,-1 1,1-1,-1 0,0 1,1-1,-1 0,0 0,1 1,-1-1,0 0,1 0,-1 0,0 0,0 0,1 0,-1 0,0 0,1 0,-1-1,0 1,1 0,-1 0,0-1,1 1,-1 0,1-1,-1 1,1 0,-1-1,0 1,1-1,-1 1,-6-6,1 0,-1 0,1-1,0 0,0 0,1 0,0-1,1 1,-1-1,1-1,1 1,0 0,0-1,0 1,1-1,0-4,1 9,0 0,0 0,0-1,1 1,0 0,0 0,0-1,0 1,0 0,1 0,0 0,0-1,0 1,0 0,1 0,0 0,-1 1,2-1,-1 0,0 1,1-1,-1 1,1 0,0 0,0 0,0 0,1 0,-1 1,1-1,-1 1,3-1,19-6,1 1,1 1,0 1,-1 1,1 2,1 0,-1 2,0 1,13 2,59 2,-7 1</inkml:trace>
  <inkml:trace contextRef="#ctx0" brushRef="#br0" timeOffset="22201.939">1 1443,'14'5,"17"3,18 1,17-1,10-2,1-3,-1 2,-8-1,-12 1,-13 0,-14 0</inkml:trace>
  <inkml:trace contextRef="#ctx0" brushRef="#br0" timeOffset="22478.198">509 1203,'0'3,"-1"0,1 0,0 0,0 0,0 0,1 0,-1 0,1 0,0 0,-1 0,1-1,1 1,-1 0,0 0,1-1,-1 1,1-1,0 1,-1-1,1 0,0 1,1-1,-1 0,0-1,1 1,1 1,24 20,0-1,2-1,0-2,13 6,51 32,-90-55,0 0,0 0,-1 0,1 0,0 1,-1-1,1 1,-1 0,0 0,0 1,0-1,0 1,-1-1,0 1,1 0,-1 0,0 0,-1 0,1 0,-1 0,0 1,0-1,0 0,0 1,-1-1,0 0,0 1,-3 1,0-1,0 0,-1 1,1-1,-1-1,-1 1,1 0,-1-1,1 0,-1 0,0 0,-1-1,1 0,-5 2,-308 152,282-135</inkml:trace>
  <inkml:trace contextRef="#ctx0" brushRef="#br0" timeOffset="23382.816">41 4252,'19'0,"16"0,19 0,18 0,16 0,12 0,6 0,0 0,-6 0,-11 2,-16 1,-18 0,-19-6,-15-1</inkml:trace>
  <inkml:trace contextRef="#ctx0" brushRef="#br0" timeOffset="23680.578">709 3890,'3'9,"0"1,1-1,0-1,0 1,1 0,0-1,1 0,0 0,0-1,0 1,1-1,0-1,1 1,-1-1,1-1,0 1,5 1,47 30,1-3,1-2,2-3,6-1,60 28,-117-51,1 1,-1 1,0 0,-1 1,1 1,-2 0,1 0,1 3,-11-10,-1-1,1 1,-1 0,0 0,0-1,0 1,1 0,-2 0,1 0,0 0,0 1,-1-1,1 0,-1 0,0 0,1 1,-1-1,0 0,0 0,-1 1,1-1,0 0,-1 0,1 0,-1 0,0 0,0 1,0-1,0 0,0-1,-1 3,-56 47,1-19,-2-2,-1-3,-59 17,36-13,-53 27,105-40</inkml:trace>
  <inkml:trace contextRef="#ctx0" brushRef="#br0" timeOffset="24068.61">2421 4198,'0'25,"0"26,0 23,0 17,0 12,0 5,-4 1,-7-2,-3-5,-4-14,-2-18,4-19</inkml:trace>
  <inkml:trace contextRef="#ctx0" brushRef="#br0" timeOffset="24518.37">2327 4398,'-25'-78,"25"76,1 0,0 0,0 0,0 0,0 0,0 1,0-1,1 0,-1 1,1-1,-1 1,1-1,-1 1,1 0,0-1,0 1,0 0,-1 0,1 0,0 1,0-1,0 0,1 1,-1-1,0 1,0 0,0 0,0 0,0 0,0 0,1 0,-1 0,0 1,0-1,0 1,2-1,239-8,-235 8,-7-1,0 0,1 1,0-1,-1 0,1 1,-1-1,1 1,0 0,-1-1,1 1,0 0,-1 0,1 0,0 0,-1 1,1-1,0 0,-1 1,1-1,-1 1,1-1,-1 1,1 0,-1 0,1-1,-1 1,1 0,-1 0,0 1,0-1,0 0,0 0,1 1,-2-1,1 0,0 1,0-1,0 1,-1-1,1 1,0-1,-1 1,0 0,1-1,-1 1,0 0,0 0,-4 9,-1-1,-1 1,0-1,0-1,-1 1,0-1,-1 0,0-1,0 1,-1-2,0 1,0-1,-1-1,0 1,0-2,0 1,-4 0,-39 11,51-17,1 1,0-1,-1 0,1 1,-1-1,1 0,-1 0,1 0,-1 0,1-1,-1 1,1 0,0-1,-1 1,1-1,-1 1,1-1,0 1,-1-1,1 0,0 0,0 0,0 0,0 0,0 0,0 0,0 0,0 0,0 0,0 0,0-1,1 1,-1 0,0-1,1 0,0 2,-1-1,1 0,0 0,0 0,0 1,0-1,-1 0,1 0,0 0,1 1,-1-1,0 0,0 0,0 1,0-1,1 0,-1 0,0 0,1 1,-1-1,0 0,1 1,-1-1,1 0,-1 1,1-1,-1 1,1-1,0 1,-1-1,1 1,0-1,-1 1,1 0,0-1,0 1,-1 0,1 0,0-1,0 1,0 0,-1 0,1 0,0 0,0 0,0 0,40 3,-37-2,9 1</inkml:trace>
  <inkml:trace contextRef="#ctx0" brushRef="#br0" timeOffset="24834.747">2915 3677,'-7'20,"-2"23,3 20,4 15,3 15,2 8,-1 2,-2-1,-6-5,-4-14,-3-13,1-16,3-18</inkml:trace>
  <inkml:trace contextRef="#ctx0" brushRef="#br0" timeOffset="25313.128">2742 4117,'-62'-34,"62"33,0 1,0-1,0 1,0-1,0 1,0-1,0 1,1-1,-1 1,0 0,0-1,0 1,0-1,1 1,-1-1,0 1,0 0,1-1,-1 1,0 0,0-1,1 1,-1 0,1-1,-1 1,0 0,1 0,-1-1,1 1,-1 0,0 0,1 0,-1 0,1 0,-1-1,1 1,-1 0,1 0,-1 0,1 0,-1 0,0 0,1 1,-1-1,1 0,-1 0,1 0,-1 0,1 0,-1 1,0-1,1 0,-1 0,0 1,1-1,-1 0,0 1,1-1,-1 0,0 1,1-1,64 8,1 2,-2 3,36 14,-58-17,-1 2,-1 2,-1 2,0 2,-1 1,0 1,-2 3,9 8,-38-27,-1 1,0 0,0 0,-1 1,0-1,0 1,0 0,0 1,-1-1,0 1,-1 0,1 0,-1 0,-1 0,1 1,-1-1,-1 1,1-1,-1 1,0 0,-1 0,0-1,0 1,-1 0,0-1,0 1,-1 0,-1 3,-1-2,0 1,-1-1,0 0,0 0,-1-1,0 1,-1-2,1 1,-1 0,-1-1,0-1,0 1,-8 4,15-10,0-1,1 1,-1-1,0 1,0-1,0 0,0 1,1-1,-1 0,0 1,0-1,0 0,0 0,0 0,0 0,0 0,0 0,0 0,0 0,0 0,0 0,0-1,0 1,1 0,-1 0,0-1,0 1,0-1,0 1,1-1,-1 1,0-1,0 0,1 1,-1-1,0 0,1 0,-1 1,1-1,-1 0,1 0,-1 0,1 0,-9-44,7-14,3 0,3 0,2 0,6-20,-10 64,0 0,1 0,1 0,0 1,1-1,1 1,0 0,1 0,1 1,2-4,-4 13,1 0,0 0,0 0,0 1,1 0,-1 0,1 1,0 0,-1 1,1-1,0 1,0 1,0 0,0 0,0 0,0 1,-1 0,1 1,0 0,5 2,-10-4,263 65,-246-61</inkml:trace>
  <inkml:trace contextRef="#ctx0" brushRef="#br0" timeOffset="25868.463">4988 4198,'-8'-5,"1"0,-1 0,0 1,0 0,-1 1,0-1,1 1,-1 1,0 0,0 0,0 1,0 0,0 1,-1 0,1 0,0 1,0 0,0 0,0 1,0 1,0-1,1 1,-1 1,1 0,0 0,0 0,0 1,1 1,-1-1,1 1,0 0,-2 4,7-8,1 0,-1 1,1-1,0 1,0-1,0 1,0 0,0-1,1 1,-1 0,1-1,0 1,0 0,0 0,0-1,0 1,0 0,1 0,-1-1,1 1,0 0,0-1,0 1,0-1,0 1,1-1,-1 0,1 1,-1-1,1 0,0 0,0 0,0 0,0 0,0-1,1 1,-1-1,0 1,1-1,-1 0,1 0,0 0,-1 0,1 0,-1-1,2 1,7 3,1-1,-1-1,1 1,0-2,-1 0,1 0,0-1,0 0,0-1,-1 0,1-1,-1-1,1 0,-1 0,0-1,0 0,0-1,0 0,-1-1,0 0,0-1,-1 0,0-1,0 0,0 0,-1 0,1-3,-7 8,0 0,0 0,0 0,0-1,-1 1,1 0,-1-1,0 1,0-1,0 0,-1 1,1-1,-1 0,0 1,0-1,0 0,0 1,-1-1,1 0,-1 1,0-1,0 1,0-1,-1 1,1-1,-1 1,1 2,1 1,-1-1,1 0,-1 1,0-1,1 0,-1 1,0-1,0 1,1 0,-1-1,0 1,0-1,0 1,0 0,0 0,1-1,-1 1,0 0,0 0,0 0,0 0,0 0,0 0,0 0,0 1,1-1,-1 0,0 0,0 1,0-1,0 1,1-1,-1 0,0 1,0-1,1 1,-1 0,0-1,1 1,-1 0,1-1,-1 1,-21 36,20-30,0-1,1 1,-1 0,1-1,1 1,-1 0,1 0,0 0,1 0,0 0,0-1,0 1,1 0,0-1,0 1,1-1,0 1,0-1,0 0,1-1,2 5,3 0,-1 0,2 0,-1-1,1 0,1-1,-1 0,1 0,1-1,-1-1,10 4,37 14</inkml:trace>
  <inkml:trace contextRef="#ctx0" brushRef="#br0" timeOffset="26280.884">5602 4184,'-6'-2,"-1"1,1 0,-1 0,1 0,-1 1,0-1,1 2,-1-1,0 1,1 0,-1 0,1 1,-1 0,1 0,0 1,0-1,0 1,0 1,1-1,-1 1,1 0,0 0,0 1,0-1,0 1,1 0,0 1,0-1,0 1,1-1,0 1,0 0,0 0,1 0,-1 5,2-7,1 0,0 0,1 0,-1 0,1 0,-1 0,1 0,0 0,1 0,-1 0,1-1,-1 1,1 0,1-1,-1 1,0-1,1 0,-1 0,1 0,0 0,0 0,0-1,0 1,1-1,-1 0,1 0,0 0,8 4,1 0,0-1,0 0,0-1,1-1,-1 0,7 0,6 1,0-2,0 0,0-2,0-1,0-1,0-1,-1-2,1 0,-1-2,0-1,0 0,-1-2,0-1,-1-1,-1-1,0-1,0-1,13-12,-29 22,-1 1,-1-1,1 1,-1-2,0 1,0 0,0-1,-1 1,1-1,-2 0,1 0,0-1,0-2,-3 7,0 1,0-1,-1 1,1-1,0 1,0-1,-1 1,1-1,-1 1,1 0,-1-1,1 1,-1 0,0-1,0 1,0 0,0 0,0 0,0 0,0 0,0 0,0 0,0 0,0 0,-1 0,1 1,0-1,-1 1,1-1,-1 1,1-1,0 1,-1 0,1-1,-1 1,1 0,-2 0,-56 0,52 1,0 0,0 0,-1 1,1 1,1-1,-1 1,0 0,1 1,-1-1,1 1,-2 2,6-5,0 1,0-1,1 1,-1 0,1-1,-1 1,1 0,-1 0,1 0,0 0,0 0,0 0,0 1,1-1,-1 0,0 0,1 1,0-1,-1 0,1 1,0-1,0 0,0 1,1-1,-1 0,0 1,1-1,0 0,-1 0,1 0,0 1,0-1,0 0,1 0,-1 0,0 0,1 0,10 10,0 0,1-1,0 0,1-1,1-1,-1 0,1-1,1 0,-1-2,1 0,1 0,-1-1,17 2,145 30,-97-26</inkml:trace>
  <inkml:trace contextRef="#ctx0" brushRef="#br0" timeOffset="27060.759">6752 4131,'-10'2,"0"1,0-1,1 2,-1-1,0 1,1 1,0 0,0 0,1 0,-1 1,1 1,0-1,1 1,0 1,0-1,0 1,1 1,-2 3,6-9,0 1,0-1,1 1,0 0,-1-1,1 1,1 0,-1 0,0 0,1 0,0-1,0 1,0 0,0 0,1 0,0 0,0 0,0 0,0-1,0 1,1 0,-1-1,1 1,0-1,0 0,0 0,1 1,-1-1,3 1,4 5,0 0,1 0,0-1,1-1,0 0,0 0,1-1,4 2,-1-1,0-1,1 0,-1-1,1-1,0 0,0-1,6 0,-293-8,310 4,0-2,1-1,-1-2,-1-2,0-2,0-1,17-8,-32 10,0-2,-1 0,0-2,0 0,-2-1,1-1,-2-1,0-1,-1-1,-1 0,-1-1,5-9,-3-1,-1 0,-2-1,-1-1,-1-1,-2 0,-1 0,-1-1,2-23,0-23,-2 1,-5-1,-3-12,-8-44,0 114,-1 23,-8 34,-9 60,4 1,5 0,-2 56,14-117,1 1,1-1,2 1,2-1,1 1,2-1,2 0,1-1,1 1,9 17,-15-45,1 1,0-1,0 0,1-1,0 1,0-1,1 0,0 0,0 0,1-1,0 0,0 0,0-1,1 0,0 0,0-1,0 0,0 0,1-1,-1 0,1 0,0-1,0 0,0-1,0 0,0-1,0 1,0-2,0 1,0-1,1-1,1-1,-1-1,0 0,0-1,0 0,-1 0,1-1,-1-1,-1 1,1-1,-1-1,0 0,-1 0,0 0,0-1,-1 0,0 0,0-1,-1 0,-1 0,0 0,0 0,0-1,-2 1,1-1,-1 0,-1 0,0-9,-7-22,6 41,0 0,0 1,0-1,-1 0,1 0,0 1,0-1,-1 0,1 1,0-1,-1 1,1-1,-1 0,1 1,-1-1,1 1,-1-1,1 1,-1-1,0 1,1-1,-1 1,1 0,-1-1,0 1,0 0,1 0,-1-1,0 1,1 0,-1 0,0 0,0 0,1 0,-1 0,0 0,0 0,1 0,-1 0,0 1,1-1,-1 0,0 0,0 1,1-1,-1 0,1 1,-1-1,0 1,1-1,-1 1,-3 4,0 0,0 1,0 0,1 0,0 0,0 0,0 0,1 1,0-1,0 1,1 0,0-1,0 1,0 0,1 0,0 0,1 0,-1 1,3 3,-1 0,2 0,-1-1,1 1,1-1,0 0,1 0,-1-1,2 1,-1-1,2-1,-1 1,1-1,0-1,0 1,1-1,0-1,1 0,-1 0,1-1,0 0,1 0,-1-1,1-1,0 0,0 0,5 0,21 5</inkml:trace>
  <inkml:trace contextRef="#ctx0" brushRef="#br0" timeOffset="27257.281">7126 3944,'18'-12,"27"-3,30 1,33 2,27 6,20 4,-16 2</inkml:trace>
  <inkml:trace contextRef="#ctx0" brushRef="#br0" timeOffset="27983.243">9158 4010,'-17'-2,"0"0,0 1,-1 1,1 0,0 2,-7 1,19-2,1 0,-1 0,0 0,1 1,-1 0,1 0,-1 0,1 1,0-1,0 1,0 0,0 0,1 1,-1-1,1 1,0 0,0-1,0 2,0-1,1 0,0 0,0 1,0-1,-1 3,2-4,0 1,0-1,1 0,-1 0,1 0,0 0,-1 1,1-1,1 0,-1 0,0 1,1-1,0 0,0 0,-1 0,2 0,-1 0,0 0,1 0,-1 0,1-1,0 1,0 0,0-1,0 0,1 1,-1-1,0 0,1 0,0 0,0 0,7 4,0-1,0 0,1 0,0-1,0-1,0 0,0 0,3 0,18 2,0-1,0-1,0-1,0-2,0-2,0-1,-1-1,1-1,11-5,-38 9,-1 0,1 0,-1 0,1-1,-1 1,1-1,-1 0,0 0,0 0,0 0,0-1,0 0,-1 0,1 0,-1 0,1 0,0-3,-4 5,0 0,0 0,0 1,0-1,0 0,0 0,-1 1,1-1,0 0,-1 1,1-1,0 0,-1 1,1-1,-1 1,1-1,-1 0,1 1,-1-1,1 1,-1-1,0 1,1 0,-1-1,0 1,1 0,-1-1,0 1,0 0,1 0,-1 0,0-1,0 1,1 0,-1 0,0 0,0 0,1 0,-1 1,0-1,0 0,1 0,-1 0,0 1,0-1,1 0,-1 1,0-1,1 1,-1-1,1 0,-1 1,0 0,1-1,-1 1,0 0,0 0,0 0,0 0,0 1,1-1,-1 0,0 1,1-1,-1 0,1 1,-1-1,1 1,-1-1,1 1,0-1,0 1,0-1,0 1,0-1,0 0,0 1,0-1,1 1,-1-1,1 1,-1-1,1 1,-1-1,1 0,0 1,0-1,-1 0,1 0,0 0,0 0,0 1,1-1,-1-1,0 2,52 34,-37-29,2-1,-1 0,1-1,0-1,0-1,0-1,0 0,0-1,1-1,-1-1,0 0,15-4,-30 5,0-1,-1 1,1 0,0-1,-1 0,1 0,-1 0,1 0,-1 0,1 0,-1-1,0 1,0-1,0 1,0-1,0 0,0 0,0 0,0 0,-1 0,1 0,-1-1,1 1,-1-1,0 1,0 0,0-1,-1 0,1 1,0-1,-1 0,0 1,1-1,-1 0,0 1,-1-1,1 0,0 1,-1-1,1 0,-1 1,0-1,-1-1,-4-5,-1 0,-1 1,0-1,0 2,0-1,-1 1,0 0,-1 1,1 0,-1 1,-1 0,1 0,0 1,-1 1,0-1,0 2,0 0,0 0,-8 0,-51 9,68-6,1-1,-1 1,0 0,0 0,0 0,0 0,1 0,-1 0,0 0,1 0,-1 1,1-1,0 1,-1-1,1 1,0-1,0 1,0 0,0 0,0-1,0 1,1 0,-1 0,0 0,1 0,0 0,-1 0,1 0,0 0,0 0,0 0,0 1,2 2,-1-1,1 0,0 1,0-1,1 0,-1 0,1 0,0 0,0-1,0 1,0-1,0 1,1-1,0 0,0-1,2 2,36 25</inkml:trace>
  <inkml:trace contextRef="#ctx0" brushRef="#br0" timeOffset="29213.078">10214 4078,'-7'-5,"-1"0,0 0,0 1,0 0,-1 1,0 0,1 0,-1 1,0 0,0 0,0 1,0 1,-1-1,1 1,0 1,0 0,0 0,0 1,0 0,-7 2,12-1,1 0,0 0,0 1,0-1,1 0,-1 1,1 0,0-1,0 1,0 0,0 0,1 1,-1-1,1 0,0 0,0 1,1-1,0 0,-1 1,1-1,1 0,-1 1,1-1,-1 0,1 1,0-1,1 0,-1 0,1 0,0 0,0 0,0 0,0 0,1-1,0 1,-1-1,1 0,1 0,-1 0,0 0,1 0,2 1,-1 2,1-1,0 0,1 0,-1 0,1 0,0-1,0 0,0-1,1 0,-1 0,1 0,0-1,0 0,0-1,0 0,0 0,0 0,0-1,0 0,0-1,0 0,0 0,0-1,0 0,0 0,0-1,-1 0,0 0,1-1,-1 0,0 0,-1-1,6-3,-3-5,-1-1,-1 1,0-1,-1-1,0 1,-1-1,0 0,-2 0,0-1,0 1,-2-1,1 1,-2-2,1 7,48-478,-46 449,-9 30,-4 26,-7 30,1 1,3 1,2 0,-5 43,11-56,1 0,1 1,2-1,2 1,2-1,1 1,7 31,-7-53,-1-1,2-1,0 1,0-1,1 0,1 0,0 0,1-1,0 0,1-1,0 0,1 0,0-1,1 0,0 0,1-2,-1 1,2-2,-1 1,1-2,3 2,-9-4,1-1,0 0,-1 0,1-1,0 0,0 0,0-1,1 0,-1 0,0-1,0 0,1-1,-1 1,0-2,0 1,0-1,0 0,0-1,-1 0,1 0,-1-1,1 0,-1 0,0 0,-1-1,1 0,-1-1,0 1,5-7,-3 0,-1-2,0 1,0-1,-2 0,1-1,-2 0,0 1,-1-1,0 0,-1-1,-1 1,-1 0,0 0,-1-9,-8 0,-6 35,12-4,0 1,1 0,-1 0,2 0,-1 0,1 0,0 0,1 0,0 1,1-1,-1 0,1 0,1 0,0 0,0 0,0 0,1 0,-1-3,0-1,0 1,1-1,-1 0,1 1,0-1,0 0,0-1,1 1,0 0,-1-1,1 0,0 0,1 0,-1 0,0-1,1 0,-1 0,1 0,0 0,0-1,0 0,0 0,0 0,0 0,0-1,0 0,1 0,6-2,0-1,0-1,0 0,-1 0,0-1,0-1,0 1,0-2,-1 0,0 0,0-1,-1 0,0 0,-1-1,0 0,0-1,-1 0,0 0,0-1,3-8,3 7,-7 31,-4-8,0 0,1-1,0 1,0-1,1 0,0 0,1 0,0 0,1-1,0 0,0 0,1-1,0 1,1-1,0-1,0 0,0 0,1 0,0-1,0 0,1-1,0 0,-1-1,2 0,-1 0,0-1,1 0,0-1,-1-1,7 1,-12-2,0 0,0 0,0-1,0 0,0 0,-1 0,1 0,0-1,-1 0,1 0,-1 0,0 0,1-1,-1 0,0 0,-1 0,1 0,0 0,-1-1,0 0,0 0,0 0,0 0,-1 0,1 0,-1-1,0 1,-1-1,1 1,-1-1,0 0,1-3,1-8,0-1,-2 0,1 0,-2 0,-1-1,0 1,-1 0,0 0,-2 1,0-1,0 1,-2-1,-6-11,9 22,2 5,1 0,-1 1,0-1,0 0,1 0,-1 0,0 0,1 0,-1 0,1 0,-1 0,1-1,0 1,-1 0,1 0,0 0,0 0,0-1,0 1,0 0,0 0,0 0,0 0,0-1,1 1,-1 0,0 0,1 0,-1 0,1 0,-1 0,1 0,-1 0,1 0,0 0,0 0,-1 0,2 0,82 10,-68-6,21 5,0 1,-1 1,0 2,-1 2,0 1,9 7,-40-20,1 1,-1 0,0 1,0-1,-1 1,1-1,0 1,-1 0,0 1,0-1,-1 0,1 1,-1 0,0-1,0 1,0 0,-1 0,1 0,-1 0,0 1,-1-1,0 0,1 0,-2 0,1 1,0-1,-2 5,1-8,0 0,0 1,1-1,-1 0,1 1,0-1,-1 1,1-1,0 0,0 1,1-1,-1 1,1-1,-1 0,1 1,-1-1,1 0,0 0,0 1,0-1,1 0,-1 0,0 0,1 0,-1 0,1-1,0 1,0 0,-1-1,1 1,0-1,0 0,1 0,-1 0,0 0,0 0,0 0,2 0,6 1,-1-1,1-1,0 0,-1 0,1-1,-1 0,1-1,-1 1,0-2,1 0,-1 0,0 0,-1-1,1-1,-1 1,0-1,0-1,3-2,3-3,-1 0,1-1,-2-1,0 0,0-1,-2 0,1-1,-2 0,4-8,10-28,-26 61,1 0,0 0,1 0,0 0,1 1,0-1,0 0,1 0,1 0,0 1,0-1,0-1,2 1,-1 0,1-1,1 1,-1-1,1-1,2 3,-2-6,-1 0,1-1,0 1,0-1,1 0,-1-1,1 1,0-1,0 0,0 0,0-1,1 0,-1 0,4 0,18 2</inkml:trace>
  <inkml:trace contextRef="#ctx0" brushRef="#br0" timeOffset="29465.928">12326 3623,'3'14,"7"15,2 3</inkml:trace>
  <inkml:trace contextRef="#ctx0" brushRef="#br0" timeOffset="29718.265">12835 4411,'4'19,"3"16,1 15,2 7,-1 6,-2-2,-2-3,-9-8,-17-10,-23-11,-5-12</inkml:trace>
  <inkml:trace contextRef="#ctx0" brushRef="#br0" timeOffset="30278.389">13998 4238,'-18'82,"41"-166,-10 8,-3-2,-3 0,-4 0,-5-52,-11 55,6 88,11 47,2-25</inkml:trace>
  <inkml:trace contextRef="#ctx0" brushRef="#br0" timeOffset="30595.016">14252 4304,'21'-7,"-1"-1,1-1,-1-1,-1-1,0 0,0-2,-2 0,1-1,-2 0,0-2,0 0,-2-1,0 0,4-8,-16 23,-1 0,1-1,-1 1,0 0,1-1,-1 1,-1-1,1 0,0 1,0-1,-1 0,0 1,1-1,-1 0,0 0,0 1,-1-1,1 0,-1 0,1 1,-1-1,0 0,0 1,0-1,0 1,0-1,-1 1,1 0,-1-1,0 1,1 0,-1 0,0 0,0 0,0 1,-1-1,1 0,-5 1,1-1,-1 1,0 0,1 1,-1 0,0 0,0 0,0 1,1 0,-1 0,0 0,1 1,-1 0,1 1,0-1,0 1,0 0,0 1,0 0,0 0,1 0,0 0,0 1,0 0,1 0,-1 1,0-1,1 0,0 0,0 1,1-1,-1 1,1 0,1 0,-1 0,1 0,0 1,1-1,-1 1,1-1,0 1,1-1,0 1,0 0,0-1,1 1,0-1,0 1,0-1,1 1,0-1,0 0,1 0,0 0,0 0,0 0,1-1,0 1,0-1,0 0,1 0,-1-1,1 1,1-1,3 3,5 1,0 0,1 0,0-1,1-1,0 0,0-2,0 1,0-2,1 0,5-1,42 5</inkml:trace>
  <inkml:trace contextRef="#ctx0" brushRef="#br0" timeOffset="31120.926">15121 3890,'-11'2,"1"0,1 1,-1 0,0 1,1 0,-1 0,1 1,0 0,1 1,-1 0,1 0,0 1,-2 3,7-6,-1 0,0 0,1 1,0-1,0 1,0 0,1 0,0 0,0 1,0-1,0 0,1 1,0-1,0 1,1-1,-1 1,1 0,0-1,1 1,-1-1,1 1,0-1,0 1,3 4,5 10,1-2,1 1,0-1,2-1,0 0,1 0,0-2,1 1,1-2,1 0,2 0,21 21,-41-35,1 0,0 0,0 0,0 1,-1-1,1 0,0 0,0 0,0 0,0 0,-1 1,1-1,0 0,0 0,0 0,0 0,0 1,-1-1,1 0,0 0,0 0,0 1,0-1,0 0,0 0,0 1,0-1,0 0,0 0,0 0,0 1,0-1,0 0,0 0,0 1,0-1,0 0,0 0,1 0,-1 1,0-1,0 0,0 0,0 0,0 0,1 1,-1-1,0 0,0 0,0 0,-22-6,9 1,-1-1,1 0,1-1,-1 0,1-1,1 0,-1-1,1 0,1-1,0 0,0-1,1 0,-7-10,15 17,-1 0,1 1,0-1,0 0,0 1,0-1,1 0,-1 0,1 0,0 0,0 0,1 0,-1 1,1-1,0 0,0 0,0 0,0 1,1-1,-1 1,1-1,0 1,0 0,0-1,1 1,-1 0,1 0,0 1,-1-1,1 1,1-1,-1 1,0 0,0 0,1 0,-1 0,1 1,0 0,1-1,25-11,0 2,2 1,-1 1,1 2,0 1,1 2,-1 1,3 1,-33 1,1 0,0 1,-1-1,1 0,0 1,0 0,0 0,-1 0,1 0,0 0,0 0,0 1,-1-1,1 1,0 0,-1 0,1 0,0 0,-1 0,0 1,1-1,-1 1,0 0,1-1,-1 1,0 0,0 0,-1 1,1-1,0 0,-1 0,1 1,-1-1,0 1,0 0,0-1,0 1,0 0,0 2,10 151,-9-148,1 0,0 1,0-1,1 0,0-1,1 1,0-1,0 0,0 0,1 0,0 0,0-1,1 0,0-1,0 0,0 0,0 0,4 1,21 8</inkml:trace>
  <inkml:trace contextRef="#ctx0" brushRef="#br0" timeOffset="31375.269">15655 3556,'-4'25,"0"25,6 18,7 13,2-9</inkml:trace>
  <inkml:trace contextRef="#ctx0" brushRef="#br0" timeOffset="31818.574">15803 4372,'45'-227,"4"-42,-48 269,-1 1,0-1,1 0,-1 0,0 0,1 0,-1 0,0 1,1-1,-1 0,1 0,-1 0,0 0,1 0,-1 0,1 0,-1 0,0 0,1 0,-1 0,0-1,1 1,-1 0,1 0,-1 0,0 0,1-1,-1 1,0 0,1 0,-1-1,0 1,0 0,1 0,-1-1,0 1,0 0,1-1,-1 1,0 0,0-1,0 1,0-1,0 1,0 0,1-1,-1 2,16 15,0-1,1-1,1-1,0 0,1-1,0-1,1-1,0-1,5 2,47 24,-67-33,0 0,0 0,-1 1,1 0,-1 0,0 0,0 0,0 0,0 1,-1 0,1 0,-1 0,0 0,0 0,0 1,-1-1,0 1,0 0,0-1,0 1,-1 0,0 0,0 0,0 1,0-1,-1 2,-5 31,3-35,1 1,-1-1,1 1,0 0,0-1,0 1,1 0,-1-1,1 1,0 0,0 0,1-1,-1 1,1 0,-1 0,1-1,0 1,1-1,-1 1,1-1,-1 1,1-1,0 0,0 0,0 0,1 0,-1 0,1 0,0-1,-1 1,1-1,0 0,1 0,1 2,4-1,-1 0,1 0,0-1,-1 0,1-1,0 0,0 0,1-1,-1 0,0-1,0 0,0 0,0-1,-1 0,1 0,0-1,-1 0,1-1,-1 0,0 0,0-1,-1 0,0 0,1-1,-2 0,1 0,-1 0,0-1,5-6,-4 0,0 0,0 0,-2 0,1-1,-2 0,0 0,0-5,-1-3,-3 22,0 0,0 1,0-1,0 0,0 1,0-1,0 0,0 1,0-1,0 0,-1 0,1 1,0-1,0 0,0 1,0-1,0 0,-1 0,1 1,0-1,0 0,0 0,-1 0,1 1,0-1,0 0,-1 0,1 0,0 0,0 1,-1-1,1 0,0 0,-1 0,1 0,0 0,-1 0,1 0,0 0,0 0,-1 0,1 0,0 0,-1 0,1 0,0 0,-1 0,1 0,0 0,0-1,-1 1,1 0,0 0,0 0,-1 0,1-1,0 1,0 0,-1 0,1-1,0 1,0 0,0 0,0-1,-1 1,1 0,-4 8,-1 1,1 0,1 0,-1 0,2 0,-1 1,1-1,1 1,0-1,0 1,1 0,0-1,0 1,1 0,1-1,0 1,0-1,0 1,1-1,1 0,4 8,14 6,1-8</inkml:trace>
  <inkml:trace contextRef="#ctx0" brushRef="#br0" timeOffset="32064.676">16644 3463,'-6'13,"-1"17,6 14,10 10,3-2</inkml:trace>
  <inkml:trace contextRef="#ctx0" brushRef="#br0" timeOffset="32451.644">16912 3971,'30'-38,"-1"-1,-3-2,-1 0,-2-2,-2 0,-2-1,-1-2,-3 1,-2-2,-1 0,3-40,-14 78,-1 1,0-1,0 0,0 1,-1-1,-1 1,1-1,-1 1,-1 0,1 0,-2-1,3 7,-1 0,1 0,-1 0,0 1,0-1,0 1,0-1,0 1,0 0,0-1,0 1,0 0,0 1,-1-1,1 0,0 1,0-1,-1 1,1 0,-1-1,1 1,0 0,-1 1,1-1,0 0,-1 1,1-1,0 1,-1 0,1 0,0 0,0 0,0 0,0 0,0 1,0-1,0 0,0 1,0 0,1-1,-1 1,1 0,-1 0,1 0,-1 1,-17 20,1 1,0 1,2 0,1 1,2 1,0 0,2 1,1 0,1 1,1 0,1 0,2 1,-1 23,2-26,1 0,1 0,2 0,0 0,2 0,1 0,1-1,1 1,1-1,2 0,0 0,2-1,1 0,0-1,2 0,1-1,12 15,-20-32,-1 0,1 0,0-1,1 0,-1 0,1-1,0 1,0-2,0 1,1-1,-1 0,1 0,0-1,0 0,0-1,0 1,0-2,0 1,0-1,0 0,0-1,0 0,0 0,0 0,0-1,0-1,3-1,6-2,0-1,0-1,-1 0,0-2,-1 1,0-2,0 0,-1-1,0 0,-1-1,-1-1,0 0,-1 0,-1-2,0 1,0-1,-1-2,-8 16,1 0,-1 0,0 0,0 0,0 0,0-1,0 1,0 0,-1-1,1 1,-1 0,0-1,0 1,1 0,-2-1,1 1,0-1,0 1,-1 0,1-1,-1 1,0 0,0 0,1-1,-2 1,1 0,0 0,0 0,-1 0,1 0,-1 0,1 1,-1-1,0 0,0 1,0-1,0 1,0 0,0 0,0-1,0 2,0-1,-1 0,1 0,0 1,-1-1,-1 0,-1 2,-1 0,0 0,1 0,-1 1,1-1,-1 1,1 1,0-1,-1 1,1 0,1 0,-1 0,0 1,1 0,0 0,0 0,0 0,0 0,0 1,1 0,0 0,0 0,1 0,-1 0,1 0,0 1,0-1,1 1,0 0,0-1,0 1,0 0,1 0,0-1,1 1,-1 0,1 0,0-1,0 1,1 0,0 2,3 4,1 1,-1-1,2-1,0 1,0-1,1 0,0 0,1-1,1 0,-1-1,1 0,1-1,0 0,0 0,25 15,0-1,2-2,29 11,13 2</inkml:trace>
  <inkml:trace contextRef="#ctx0" brushRef="#br0" timeOffset="33713.704">2447 5922,'-5'-19,"1"-1,0 0,2-1,0 1,1 0,1-1,1 1,1 0,1 0,0 0,2 0,0 0,1 1,1 0,1 0,1 0,0 1,1 1,3-3,-11 16,1 0,-1 0,1 0,0 1,0-1,1 1,-1 0,1 0,-1 0,1 0,0 1,0-1,0 1,0 0,1 0,-1 1,0-1,1 1,-1 0,1 0,0 1,-1-1,1 1,0 0,-1 0,1 1,-1-1,1 1,0 0,1 1,5 5,-1 1,1 1,-2 0,1 0,-1 1,-1 1,0-1,0 1,-1 0,0 1,-1 0,0 0,2 9,-1-6,0 1,-1 0,-1 0,0 1,-2-1,0 1,0 0,-2 0,0 0,-1 16,0-30,0 0,-1 0,1 1,-1-1,0 0,0 0,0 0,0 0,0 0,-1 0,1 0,-1 0,0-1,0 1,0 0,0-1,0 0,0 1,-1-1,1 0,-1 0,0-1,1 1,-1 0,0-1,0 0,0 1,0-1,0 0,-1-1,1 1,0 0,0-1,0 0,-1 0,1 0,0 0,0 0,-1-1,1 0,0 1,0-1,0 0,0 0,0-1,0 1,0-1,-1 0,-2-4,0 0,1 0,0 0,0 0,1-1,-1 0,2 0,-1 0,1 0,0-1,0 1,1-1,0 0,0 0,1 1,0-1,0 0,1 0,0 0,1 0,-1 0,2 0,-1 0,1 0,0 0,1 1,0-1,0 1,0-1,1 1,0 1,1-3,3-2,1-1,0 1,1 1,0 0,0 0,1 1,0 0,0 1,1 0,1 1,-1 0,1 1,0 0,0 1,1 1,0 0,-1 1,1 0,1 1,-1 1,0 0,0 1,0 1,0 0,6 1,-13 1,0 0,-1 0,1 1,-1 0,0 0,0 1,0-1,-1 1,1 0,-1 1,-1-1,1 1,-1 0,0 0,0 1,0-1,-1 1,0 0,-1 0,1 0,-1 0,-1 0,1 0,-1 1,-1-1,1 0,-1 1,0-1,-1 3,1 1,0-7,-1 0,1 0,0 0,0-1,0 1,1 0,-1 0,1 0,0-1,0 1,0 0,0-1,1 1,-1-1,1 1,0-1,0 0,0 0,1 0,-1 0,1 0,0 0,0-1,0 1,0-1,0 0,1 1,7-2,0 0,0-1,0 0,0-1,0 0,0-1,0 0,0 0,0-1,-1-1,0 0,1 0,-1-1,-1 0,1-1,-1 0,4-4,-4 5,0-1,-1 0,0 0,0-1,0 0,-1 0,0-1,0 1,-1-2,0 1,0-1,-1 0,0 0,-1 0,0-1,-1 0,1 0,-2 0,0 0,0 0,0-7,-2 18,0 0,-1 0,1 0,0 0,-1 0,1 0,-1 0,0 0,1 0,-1 0,0 0,1 0,-1-1,0 1,0 0,0 0,0-1,0 1,1 0,-1-1,-1 1,1-1,0 0,0 1,0-1,0 0,0 1,0-1,0 0,0 0,0 0,-1 0,1 0,0 0,0-1,0 1,0 0,0 0,0-1,0 1,0-1,0 1,0-1,0 1,0-1,0 0,0 1,0-1,0 0,1 0,-1 0,0 1,0-1,1 0,-1 0,1 0,-1 0,1 0,-1 0,1 0,0-1,-1 1,1 0,0 0,0 0,0 0,0 0,0-1,-3 10,-1 1,2-1,-1 1,1 0,1-1,0 1,0 0,0 0,1 0,1 0,0 0,0-1,0 1,1 0,0-1,1 1,0-1,0 0,1 1,0-2,1 1,0 1,4 5,0-1,2 0,-1 0,1-1,1 0,0-1,1 0,0-1,1-1,0 0,7 3,-13-7,0-2,0 1,1-1,-1 0,1-1,-1 0,1 0,0-1,0 0,0 0,0-1,0 0,0-1,2 0,22-8</inkml:trace>
  <inkml:trace contextRef="#ctx0" brushRef="#br0" timeOffset="34381.983">3838 5495,'21'99,"-14"-58,2-1,1-1,3 1,8 16,-21-53,1-1,0 0,0 1,0-1,0 0,0 0,0 0,0 0,1 0,-1 0,1 0,-1 0,1 0,0-1,0 1,0-1,0 1,0-1,0 0,0 0,0 0,1 0,-1 0,0 0,1-1,-1 1,0-1,1 1,-1-1,1 0,-1 0,1 0,-1 0,0-1,1 1,-1-1,1 1,-1-1,0 0,0 0,1 0,-1 0,1-1,10-10,0-1,0-1,-1 0,-1-1,0 0,-1-1,-1 0,-1 0,0-1,-1 0,0 0,-2-1,0 0,-1-1,-1 9,13 59,-12-38,1 0,1 0,0-1,0 0,1 0,1 0,-1-1,1 0,1 0,0-1,0 0,1-1,-1 0,2 0,-1-1,1-1,0 0,0 0,0-1,1 0,-1-1,1 0,0-1,0 0,0-1,0-1,0 0,0 0,0-1,0-1,0 0,0 0,0-1,-1-1,1 0,8-5,-7 3,0 0,-1-1,0 0,-1-1,1-1,-2 0,1 0,-1-1,-1 0,0-1,0 0,-1 0,0-1,3-7,1-5,-1-1,-2 0,0-1,-2 0,0 0,-2-1,0-3,7-88,-5-1,-5 0,-5-1,0 63,-3 33,-7 31,-21 104,14-20,3 1,5 0,4 1,4 57,3-133,0-1,2 1,0-1,1 1,1-1,0 0,1 0,1 0,0 0,2-1,-1 1,2-2,0 1,1-1,0 0,1-1,1 0,0-1,0 0,1-1,1 0,0 0,0-2,5 3,-13-9,-1-1,1 1,0-1,0 0,0-1,0 1,0-1,1 0,-1 0,0 0,1-1,-1 0,0 0,1 0,-1 0,0-1,1 0,-1-1,0 1,3-2,15-11</inkml:trace>
  <inkml:trace contextRef="#ctx0" brushRef="#br0" timeOffset="34635.306">4439 5294,'-13'-5,"-8"-1,3 1,14 0,22 4,32 4,35 4,38 6,36 2,31 3,22 4,-25-3</inkml:trace>
  <inkml:trace contextRef="#ctx0" brushRef="#br0" timeOffset="35461.471">7688 5762,'-7'-2,"-1"1,0 0,1 0,-1 1,0 0,1 1,-1 0,1 0,-1 0,1 1,-1 0,1 0,0 1,0 0,0 1,0-1,0 1,1 0,0 1,0 0,-4 3,4 0,0-1,0 1,1 0,0 0,1 1,-1-1,2 1,-1 0,1 0,1 1,-1-1,2 1,-1-1,1 1,1-1,0 1,0-1,1 1,1 6,-1-9,0-1,0 1,1-1,0 1,0-1,1 0,0 0,0 0,0 0,1 0,0-1,0 1,0-1,1 0,-1 0,1-1,1 0,-1 1,0-2,1 1,0-1,0 0,0 0,0 0,1-1,-1 0,0 0,4 0,-3-1,0-1,1 1,-1-1,1-1,-1 1,0-1,1-1,-1 1,0-1,0-1,0 1,0-1,-1 0,1-1,-1 1,1-1,-1-1,-1 1,1-1,-1 0,1 0,-1-1,1-2,6-6,-2-1,0 0,0 0,-2-1,0 0,0-1,-2 0,0 0,0-3,6-45,-3-1,-3 1,-2-1,-4 0,-5-35,3 27,2 36,-12-103,12 141,0-1,0 0,0 1,0-1,0 0,0 1,0-1,0 0,0 1,0-1,0 0,0 1,0-1,-1 0,1 1,0-1,-1 1,1-1,0 0,-1 1,1-1,0 1,-1-1,1 1,-1-1,1 1,-1-1,0 1,1 0,-1-1,1 1,-1 0,0 0,1-1,-1 1,1 0,-1 0,0 0,1 0,-1-1,0 1,0 0,-15 28,-7 54,3 2,4 0,-1 39,17-121,-6 31,2 0,1 0,1 0,2 1,1-1,2 0,2 0,0 0,4 6,-6-30,1 0,0 0,1-1,-1 0,2 0,-1 0,1 0,0-1,1 0,-1 0,2 0,-1-1,1-1,-1 1,2-1,-1 0,0-1,1 0,40 15</inkml:trace>
  <inkml:trace contextRef="#ctx0" brushRef="#br0" timeOffset="35764.336">8196 5922,'-2'6,"1"1,-1-1,1 0,0 1,0-1,1 1,0-1,0 1,1-1,0 1,0-1,0 1,1-1,-1 0,2 0,-1 0,1 0,0 0,0 0,0-1,1 1,0-1,0 0,1 0,-1 0,1-1,0 0,0 0,0 0,1 0,-1-1,1 0,3 1,3 3,1-1,1 0,-1-1,1-1,-1 0,1-1,0 0,1-1,-1-1,0 0,0-1,13-2,-24 2,0 0,-1-1,1 0,0 1,-1-1,1 0,-1-1,1 1,-1 0,1-1,-1 1,0-1,0 0,0 1,0-1,0 0,0 0,0-1,-1 1,1 0,-1 0,0-1,1 1,-1-1,0 0,0 1,-1-1,1 1,-1-1,1 0,-1-1,0-2,0-1,0 1,-1 0,0-1,0 1,-1 0,1-1,-1 1,-1 0,1 1,-1-1,0 0,-1 0,-4-6,-1-1,0 2,-1-1,-1 1,1 0,-2 1,0 1,0 0,0 0,-1 1,0 1,-1 0,0 1,0 0,0 1,-1 1,-13-3,24 6,1 0,-1 0,1 0,0 1,-1-1,1 1,-1 0,0 0,1 0,-1 0,1 1,-1-1,1 1,0 0,-1 0,1 0,0 1,-1-1,1 1,0-1,0 1,0 0,1 1,-1-1,0 0,1 1,-1-1,1 1,0 0,0 0,0 0,0 0,1 0,-1 0,1 0,0 1,0-1,0 0,0 1,0-1,1 1,12 31,9-2</inkml:trace>
  <inkml:trace contextRef="#ctx0" brushRef="#br0" timeOffset="36180.484">8650 5709,'24'62,"-3"2,-3 0,-3 1,-1 12,-2-16,-12-60,0 0,0 0,0 0,0 0,0 1,0-1,1 0,-1 0,0 0,1 0,-1 1,1-1,-1 0,1 0,-1 0,1 0,0 0,-1 0,1 0,0-1,0 1,0 0,0 0,0 0,0-1,0 1,0-1,0 1,0-1,0 1,0-1,0 1,0-1,0 0,1 0,-1 0,0 1,0-1,0 0,1-1,-1 1,0 0,0 0,0 0,0-1,1 1,-1-1,0 1,0-1,0 1,0-1,0 1,0-1,0 0,0 0,0 1,-1-1,1 0,0 0,0-1,25-20,-1-1,-1-2,-2 0,0-1,-2-1,0-1,6-16,38-61,-83 167,16-55,-1-1,2 1,-1 0,1 0,0 0,0 0,1 0,0 0,0 0,1 1,0-1,0 0,1 1,0-1,0 0,1 0,-1 0,2 0,-1 0,1 0,0-1,0 1,1-1,0 0,0 0,2 2,3-2,-1 0,2-1,-1 0,1 0,-1-1,1 0,1-1,-1 0,0-1,1 0,-1-1,4 1,31 1</inkml:trace>
  <inkml:trace contextRef="#ctx0" brushRef="#br0" timeOffset="36396.268">9452 5067,'-2'0,"-1"14,-2 17,-2 21,-1 18,-1 14,2 9,1 1,2-14</inkml:trace>
  <inkml:trace contextRef="#ctx0" brushRef="#br0" timeOffset="36817.979">9880 5120,'6'11,"-4"25,0 1,-3-1,-1 0,-6 36,4-41,-60 486,62-496,1 0,1 0,1 0,1 0,1 0,3 7,-4-20,0 0,1 0,0 0,0-1,1 1,0-1,0 0,1 0,0-1,0 1,1-1,0 0,0 0,0-1,0 0,1 0,3 1,1 1,1-2,-1 0,1 0,1-1,-1-1,0 0,1 0,-1-1,1-1,2 0,-8 0,0-1,-1 0,1-1,0 0,-1 0,1 0,-1 0,1-1,-1 0,0-1,0 1,0-1,0 0,0-1,-1 1,1-1,-1-1,0 1,0 0,0-2,12-20</inkml:trace>
  <inkml:trace contextRef="#ctx0" brushRef="#br0" timeOffset="37061.328">9760 5735,'11'-4,"20"-2,23 0,23 2,18 0,16 2,-11 1</inkml:trace>
  <inkml:trace contextRef="#ctx0" brushRef="#br0" timeOffset="37314.653">11538 5776,'-16'-12,"-14"-3,-9 1,-7 4,-5 12,0 11,4 14,9 8,12 7,17 4,24 1,25-3,26-5,22-9,17-9,11-9,-14-6</inkml:trace>
  <inkml:trace contextRef="#ctx0" brushRef="#br0" timeOffset="38095.262">12167 5976,'-1'-6,"1"0,-1 0,0 0,-1 0,0 0,1 1,-2-1,1 1,-1-1,0 1,0 0,0 0,-1 0,1 0,-1 1,-1 0,1-1,0 1,-1 1,0-1,0 1,0 0,0 0,-1 0,1 1,-1 0,0 0,1 0,-1 1,0-1,0 2,0-1,-5 0,4 0,1 1,-1-1,1 1,-1 0,0 0,1 1,-1 0,1 0,0 1,-1 0,1 0,0 0,0 1,0 0,0 0,1 0,-1 1,1-1,0 2,0-1,0 0,0 1,1 0,0 0,0 0,0 1,1-1,-1 1,2 0,-3 6,4-9,0 1,0-1,0 1,1 0,0-1,-1 1,2-1,-1 1,0 0,1-1,-1 1,1 0,0-1,0 0,1 1,-1-1,1 1,-1-1,1 0,0 0,0 0,1 0,-1 0,1-1,-1 1,1-1,0 0,0 1,0-1,0 0,0-1,3 2,5 3,0-1,1-1,0 0,0-1,0 0,0-1,0 0,1-1,0 0,-5 0,0-1,0 0,0-1,0 0,0 0,-1-1,1 0,0 0,-1-1,0 1,1-2,-1 1,0-1,-1 0,3-2,-9 5,1 0,0 1,-1-1,1 0,0 0,-1 1,1-1,0 0,0 1,0-1,0 1,0-1,0 1,-1 0,1-1,0 1,0 0,0-1,0 1,0 0,0 0,1 0,-1 0,0 0,0 0,0 0,0 1,0-1,0 0,0 0,-1 1,1-1,0 1,0-1,0 1,0-1,0 1,0 0,-1-1,1 1,0 0,-1-1,1 1,0 0,-1 0,1 0,-1 0,1 0,-1 0,1-1,-1 1,0 0,7 8,1-1,0-1,0 0,1 0,-1 0,1-1,1 0,-1-1,1 0,0-1,0 0,5 1,-11-3,1-1,0 1,-1-1,1 0,0-1,0 1,0-1,0 0,-1 0,1-1,0 1,0-1,0 0,-1 0,1-1,0 0,-1 1,1-1,-1-1,0 1,0-1,0 1,0-1,0-1,0 1,-1 0,0-1,2-2,1-6,0-1,-2 0,1 0,-2 0,1-1,-2 1,0-1,-1 0,0 1,-1-1,0 0,-1 0,-1 0,0 1,-2-7,3 11,-22-145,23 151,-1 2,0-1,1 0,-1 1,1-1,-1 0,1 0,-1 0,1 0,0 1,0-1,0 0,0 0,0 0,1 0,-1 1,1-1,-1 0,1 0,-1 1,1-1,0 0,0 1,0-1,0 1,0-1,0 1,0-1,0 1,1 0,-1-1,1 1,-1 0,1 0,-1 0,1 0,-1 1,3-2,9 3,0 1,-1 0,1 1,0 0,-1 1,1 1,-1 0,0 0,-1 1,1 1,0 1,-2-4,0 1,-1 1,0 0,0 0,-1 1,1 0,-1 1,-1 0,0 0,0 0,0 1,-1 0,0 0,-1 1,0-1,-1 1,0 0,0 1,-1-1,0 1,-1-1,0 1,-1 0,0 0,-1 6,-4 18,3-29,-1-1,1 0,0 0,0 1,1-1,0 0,0 1,0-1,0 0,1 1,0-1,0 0,0 0,1 1,0-1,0 0,0-1,1 1,-1 0,1-1,0 1,0-1,1 0,0 0,1 2,5-1,0 0,1 0,-1-1,1-1,0 0,0 0,0-1,0 0,0-1,0-1,1 1,-1-2,0 1,0-2,0 0,0 0,0-1,0 0,0 0,-1-2,0 1,5-4,-4 1,-1-1,1-1,-2 0,1 0,-1-1,-1-1,1 1,-2-1,0 0,0-1,-1 0,0 0,-1 0,0-1,-1 1,-1-1,0 0,-1 0,0-1,-1 1,0 0,-1-1,-1 1,0 0,-1-5,2 15,0 0,0 1,0-1,0 0,0 0,-1 0,1 0,-1 1,0-1,0 0,0 1,0-1,0 0,-1 1,1-1,-1 1,1 0,-1 0,0-1,0 1,0 0,0 1,0-1,-1 0,1 0,-1 1,1 0,-1-1,1 1,-1 0,0 0,1 0,-1 1,0-1,0 1,0 0,1-1,-1 1,0 0,-1 1,-2 2,1 0,1 0,-1 1,0 0,1-1,0 2,0-1,0 0,0 1,1 0,0 0,0 0,0 0,1 1,-1-1,1 1,0-1,1 1,0 0,-1 0,2-1,-1 1,1 0,0 0,0 0,1 2,0 4,0 0,1 0,0-1,1 1,0 0,1-1,1 0,0 0,0 0,1 0,0-1,1 0,0 0,1-1,0 0,0 0,1-1,0 0,15 12,1-1,0-1,2-1,0-1,0-2,11 4,43 15</inkml:trace>
  <inkml:trace contextRef="#ctx0" brushRef="#br0" timeOffset="39847.655">14252 5334,'-23'229,"13"-166,-30 253,6 157,29-131,6-338,-1-1,1 1,-1 0,0-1,0 1,-1-1,1 1,-1 0,1-1,-1 1,0-1,0 1,-1-1,1 0,-1 0,0 1,1-1,-2 0,1 0,0-1,0 1,-1 0,0-1,1 1,-1-1,0 0,0 0,0 0,0-1,-1 1,1 0,0-1,-1 0,1 0,-1 0,-1 0,-158-14,-262-17,-194 19,-36-1,-1410-181,1903 174,-462-50,-3 28,-20 27,-108 30,573-30,115 35,46-10,-71 31,90-42,0-1,0 1,0-1,0 0,0 0,1 0,-1 0,0 0,0 0,1 0,-1-1,1 1,-1-1,1 1,0-1,-1 1,1-1,0 0,0 0,0 0,0 1,1-1,-1 0,0 0,1 0,-1 0,1 0,0 0,0 0,0-1,0 1,0 0,0 0,0 0,1 0,-1 0,1 0,-2-6,-33-407,-36-240,30 344,40 246,2 63,0 0,1 0,-1 0,1 1,-1-1,1 0,0 1,0 0,0-1,-1 1,1 0,0 1,0-1,1 0,-1 1,0 0,0 0,0 0,0 0,0 0,0 1,0-1,0 1,0 0,0-1,0 2,1-1,8 1,661 95,171-38,520-42,-1077-18,1791-1,-1663 12,0 18,47 25,176 51,-493-89,-145-15,0 0,0 0,0-1,0 1,0 0,0 0,0 0,0-1,0 1,0 0,0 0,0 0,0-1,0 1,0 0,0 0,0 0,0-1,0 1,0 0,0 0,0 0,0-1,0 1,0 0,0 0,0 0,0 0,1-1,-1 1,0 0,0 0,0 0,0 0,0 0,1 0,-1-1,0 1,0 0,0 0,0 0,1 0,-1 0,0 0,-12-8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2:31.8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98,'25'-11,"272"-29,-370 26,-108-13,181 27,1 1,0-1,-1 1,1-1,-1 1,1-1,-1 1,1-1,-1 1,1-1,-1 1,1 0,-1-1,0 1,1 0,-1-1,0 1,1 0,-1-1,0 1,0 0,0 0,0-1,0 1,0 0,0 0,0-1,0 1,0 0,0 0,0-1,-1 1,1 0,0-1,-1 1,1 0,0-1,-1 1,1 0,-1-1,1 1,-1-1,1 1,-1 0,1-1,-1 0,1 1,-1-1,0 1,1-1,-1 0,0 1,1-1,-1 0,0 0,0 0,1 1,-1-1,0 0,0 0,14 5,1-1,0-1,0 0,0 0,0-1,0-1,1-1,-1 0,0-1,0 0,12-3,35-12,-61 16,0-1,0 0,0 0,0 0,0 0,0 1,0-1,0 0,0 0,-1 0,1 0,0 1,-1-1,1 0,0 0,-1 1,1-1,-1 0,1 1,-1-1,1 0,-1 1,0-1,1 1,-1-1,0 1,1-1,-1 1,0-1,0 1,1 0,-1-1,0 1,0 0,0 0,0 0,1 0,-1-1,0 1,0 0,0 0,0 1,-23-7,0 2,-1 1,0 1,1 1,-1 1,-13 3,21-1,43 7,0-7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3:14.13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325 54,'-6'-6,"0"1,0 0,-1 0,0 1,0 0,0 0,0 1,-1-1,1 1,-1 1,0 0,0 0,1 0,-1 1,-1 1,1-1,0 1,0 0,0 1,0 0,0 0,0 1,0 0,1 0,-1 1,0 0,1 0,-5 4,4-2,0 1,1-1,-1 2,1-1,1 1,-1 0,1 1,1-1,-1 1,1 1,1-1,-1 0,1 1,1 0,0 0,0 0,1 1,0-1,0 0,1 1,0-1,1 4,0-10,1 0,0 0,-1 0,1 0,0 0,0 0,1 0,-1 0,1 0,-1 0,1-1,0 1,0-1,0 1,0-1,0 0,1 0,-1 0,1 0,0 0,-1 0,1-1,0 1,0-1,0 0,0 0,0 0,0 0,0-1,0 1,2-1,2 1,1 0,0-1,0-1,-1 1,1-1,0 0,-1-1,1 0,-1 0,1-1,-1 0,3-1,0-2,0 0,-1-1,0 0,0-1,0 1,-1-1,-1-1,1 0,-1 0,-1 0,0-1,0 0,-1 0,0-1,-1 1,0-1,0 0,-1 0,-1 0,0-1,0 1,-2-1,1-10,0 100,2-67,0-1,1 1,0-1,1 1,0-1,0 0,1-1,0 0,1 1,0-2,1 1,0-1,0-1,0 1,1-1,0-1,1 1,-1-2,1 1,1-1,-1-1,0 0,1-1,0 1,61 13,-4-5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3:15.06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286 729,'-10'-2,"-1"0,0 1,1 1,-1-1,0 2,0 0,1 0,-1 1,1 0,-1 1,1 0,0 0,0 1,0 1,0 0,1 0,0 1,0 0,0 0,1 1,0 0,0 1,1 0,-4 5,6-6,0 1,0-1,1 2,0-1,0 0,1 1,0-1,1 1,0 0,0 1,1-6,1-1,-1 1,1 0,0-1,1 1,-1 0,0-1,1 1,0 0,0-1,0 1,0-1,1 1,-1-1,1 0,0 0,0 1,0-1,0 0,1-1,-1 1,1 0,-1-1,1 1,0-1,0 0,3 1,0 1,0-2,1 1,-1-1,1 0,-1 0,1 0,0-1,-1 0,1-1,0 0,0 0,0 0,-1-1,1 1,0-2,0 1,-1-1,1 0,-1 0,0-1,2-1,6-2,-1-1,0-1,-1 0,1 0,-2-2,1 1,-1-1,-1-1,9-10,-8 4,0 0,0 0,-2-1,0-1,-1 0,-1 0,-1 0,-1-1,0 0,1-20,0-12,-3-1,-2 0,-5-34,3 52,-2-1,-2 1,-1 1,-2-1,-5-13,-10 6,22 41,0 1,1-1,-1 1,0-1,0 0,0 1,0 0,1-1,-1 1,0-1,0 1,0 0,0 0,0 0,0-1,0 1,0 0,0 0,0 0,0 0,0 1,0-1,0 0,0 0,0 1,0-1,0 0,0 1,0-1,1 1,-1-1,0 1,0-1,0 1,1 0,-1-1,0 1,1 0,-1 0,1 0,-1-1,1 1,-1 0,0 1,-6 10,-1 1,1 0,1 1,1 0,0 0,0 0,1 1,-15 56,2 0,4 2,2-1,4 1,2 38,5-88,1 1,1-1,1 0,0 0,2 0,5 12,-8-29,0 1,1-1,-1 0,1 0,1 0,-1 0,1-1,0 1,0-1,1 0,0 0,-1-1,2 1,-1-1,0 0,1 0,0-1,0 0,0 0,0 0,0-1,1 1,-1-2,4 2,4-2,0-1,-1 0,1 0,0-2,0 0,-1 0,1-1,-1-1,0 0,0-1,0 0,-1-1,0 0,0-1,0-1,-1 0,0 0,0-1,-1 0,0-1,-1 0,0-1,1-3,9-28,-23 37,-4 18,6-9,0 1,0-1,1 1,-1 0,1-1,0 1,0 0,1 0,-1 0,1-1,0 1,1 0,-1 0,1 0,0 0,0 0,0-1,1 1,-1-1,1 1,0-1,1 1,-1-1,1 0,0 0,0 0,0 0,0-1,1 1,-1-1,1 0,4 2,2 0,0 0,0-1,1-1,0 0,-1 0,1-1,0-1,0 0,0 0,1-1,-1 0,0-1,0 0,0-1,0 0,-1-1,11-4,-17 5,0-1,0 1,0-1,0 0,0-1,-1 1,0 0,1-1,-1 0,-1 0,1 0,-1 0,1 0,-1 0,0-1,-1 1,1-1,-1 0,0 1,0-1,0 0,0 0,-1 1,0-1,0 0,-1 0,1 0,-1 1,0-1,0 0,0 1,-1-1,0 1,0-1,0 1,0 0,-1 0,1 0,-1 0,0 0,-1 1,1-1,0 1,-4-3,0 1,0-1,0 1,0 0,-1 1,0-1,0 2,0-1,0 1,0 0,-1 1,1 0,-1 0,0 1,0 0,0 1,0 0,3-1,1 2,-1-1,0 0,1 1,-1 0,1 1,0-1,-1 1,1 0,0 0,0 1,0-1,0 1,1 0,-1 1,1-1,0 1,0 0,0 0,0 0,1 0,-1 1,1-1,0 1,-1 4,2-6,1-1,0 1,0 0,0 0,1 0,-1 1,1-1,-1 0,1 0,0 0,0 0,1 0,-1 1,0-1,1 0,0 0,0 0,0 0,0 0,0-1,1 1,-1 0,1 0,0-1,0 1,0-1,0 0,0 1,0-1,1 0,-1 0,2 0,27 18</inkml:trace>
  <inkml:trace contextRef="#ctx0" brushRef="#br0" timeOffset="431.282">954 622,'32'67,"-4"2,-3 2,-3 0,3 28,-26-98,1 0,0 0,0 0,0 1,0-1,0 0,0 0,0 0,0 0,1 0,-1 0,0 0,1 0,-1 0,0 0,1 0,-1 0,1 0,0 0,-1 0,1 0,0 0,0-1,-1 1,1 0,0-1,0 1,0 0,0-1,0 1,0-1,0 1,0-1,0 0,0 1,0-1,0 0,0 0,0 0,0 0,0 0,1 0,-1 0,0 0,0 0,0 0,0 0,0-1,0 1,0-1,0 1,0-1,0 1,0-1,0 1,0-1,0 0,-1 1,1-1,0 0,0 0,-1 0,1 0,18-20,-1 0,0-2,-2 0,-1-1,-1 0,-1-1,0-3,-12 27,38-74,-24 66,-15 32,-7 25,3-30,1 1,1-1,0 1,2-1,0 1,2 12,-2-29,1 0,-1 1,1-1,-1 0,1 0,0 1,0-1,0 0,0 0,0 0,0 0,0 0,1 0,-1-1,1 1,0 0,-1-1,1 1,0-1,0 1,0-1,0 0,0 0,0 0,0 0,0 0,1-1,-1 1,0 0,1-1,-1 0,0 0,1 1,-1-1,0-1,1 1,-1 0,0 0,2-1,19-7</inkml:trace>
  <inkml:trace contextRef="#ctx0" brushRef="#br0" timeOffset="702.339">1596 20,'-4'-11,"-2"3,0 11,1 18,-2 20,-4 22,-1 18,-1 11,1 4,4-14</inkml:trace>
  <inkml:trace contextRef="#ctx0" brushRef="#br0" timeOffset="1019.008">1984 33,'4'31,"-2"0,-1 0,-1 1,-2-1,-1 0,-2 1,2-4,-9 73,-5 34,6 0,6 89,5-207,2 1,0-1,1 0,0 0,2-1,0 1,1 0,-4-13,-1 1,1-1,0 0,0 0,1 0,-1-1,1 1,0-1,0 1,0-1,0 0,1 0,-1 0,1 0,0-1,0 0,0 1,0-1,0-1,0 1,0-1,1 1,-1-1,0 0,1-1,-1 1,1-1,0 0,-1 0,2-1,1 0,-1-1,0 0,0 0,0-1,0 1,0-1,0 0,-1-1,0 1,1-1,-1-1,-1 1,1 0,-1-1,1 0,-1 0,-1 0,1-1,-1 1,0-1,0 0,0 0,-1 0,0 0,0 0,-1-1,1-2,3-28</inkml:trace>
  <inkml:trace contextRef="#ctx0" brushRef="#br0" timeOffset="1279.669">1958 701,'-16'-4,"-8"-2,6-2,11 1,22 0,21 1,21-2,16-2,14-1,-7 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3:11.73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0 255,'44'256,"-22"-109,7-1,11 17,-39-162,4 20,1-1,0 0,2-1,1 0,0 0,1-1,12 17,-21-34,-1 1,1-1,0 0,0 1,0-1,0 1,0-1,0 0,0 0,0 0,0 0,0 0,1 0,-1 0,0 0,1 0,-1-1,1 1,-1 0,1-1,-1 1,1-1,0 0,-1 1,1-1,-1 0,1 0,0 0,-1 0,1 0,-1-1,1 1,0 0,-1-1,1 1,-1-1,1 0,-1 1,0-1,1 0,-1 0,0 0,1 0,-1 0,0 0,1-1,3-8,0 1,-1-1,-1 0,1 0,-2 0,1-1,-1 1,-1-1,0 1,-1-10,1 10,2-88,-4-1,-4 1,-5-3,-4-59,14 156,-3-27,2 1,0-1,3 1,0-1,4-11,-6 40,0 1,0-1,0 0,0 1,0-1,0 0,0 1,0-1,1 0,-1 1,1-1,0 0,-1 1,1-1,0 1,0-1,0 1,0 0,0-1,0 1,0 0,0 0,1 0,-1 0,0 0,1 0,-1 0,1 0,-1 0,1 1,-1-1,1 0,-1 1,1 0,0-1,-1 1,1 0,0 0,-1 0,1 0,0 0,0 0,-1 0,1 1,0-1,0 1,21 19,0 6</inkml:trace>
  <inkml:trace contextRef="#ctx0" brushRef="#br0" timeOffset="1050.275">829 856,'-1'-5,"0"0,-1 1,1-1,-1 0,0 1,-1-1,1 1,-1 0,0 0,0 0,0 0,0 0,-1 1,1-1,-1 1,0 0,0 0,0 0,-1 1,1 0,-1-1,1 2,-1-1,0 0,1 1,-1 0,0 0,0 0,0 1,0 0,0 0,-3 0,-3 4,0 0,0 1,1 0,0 0,0 2,0-1,1 1,-1 0,2 1,-1 0,1 0,0 1,1 0,0 1,1-1,0 1,0 1,1-1,0 1,1 0,0 0,1 1,1-10,1 1,0-1,0 0,0 1,0-1,0 1,1-1,-1 1,1-1,-1 1,1 0,0-1,0 1,0-1,1 1,-1 0,1-1,-1 1,1-1,0 1,0-1,0 1,0-1,0 0,0 0,1 1,-1-1,1 0,0 0,0 0,-1-1,1 1,0 0,0-1,1 1,-1-1,0 0,0 1,1-1,-1 0,1-1,-1 1,1 0,-1-1,1 1,-1-1,2 0,4-1,0-2,1 1,-1-1,0 0,0-1,-1 0,1 0,-1-1,0 0,0 0,0 0,-1-1,0 0,0 0,-1-1,1 0,-1 0,-1 0,1 0,-1-1,-1 0,1 0,-1 0,-1 0,1 0,-1-1,-1 1,0-1,0 0,1-51,-4 80,1 0,1 0,1 0,1 0,0 0,2-1,0 1,1-1,1 0,5 11,-8-24,0-1,1 0,-1 1,1-1,0-1,1 1,-1 0,1-1,0 0,0 0,0-1,0 1,1-1,0 0,-1 0,1-1,0 0,0 0,1 0,-1-1,0 0,0 0,1-1,-1 1,0-1,1-1,-1 1,1-1,-1 0,0-1,0 1,0-1,0-1,1 0,10-3,-1-2,1-1,-2 0,1 0,-1-2,-1 0,0-1,-1 0,0-1,-1 0,0-1,-1-1,0 1,1-6,5-9,-1-2,-1 0,-2-1,-1 0,-2-1,-1 0,-1-5,5-30,-4 0,-3 0,-3 0,-2-1,-4 0,-8-43,10 100,-1 0,0 0,-1 0,0 0,0 1,-2-1,1 1,-1 0,-3-3,7 12,0 1,0-1,0 1,0 0,0-1,0 1,0 0,-1 0,1 0,-1 0,1 0,0 0,-1 0,0 1,1-1,-1 0,1 1,-1 0,0-1,1 1,-1 0,0 0,1-1,-1 1,0 1,1-1,-1 0,0 0,1 1,-1-1,0 1,1-1,-1 1,1 0,-1-1,0 1,-46 45,29-13,1 0,2 1,1 0,2 1,1 1,2 0,1 0,2 1,0 14,2-15,2-1,1 1,2 0,1-1,1 1,3 0,1-1,2 5,-3-21,0 0,2-1,0 0,1 0,0-1,2 0,0 0,0-1,2-1,0 0,1 0,0-1,1-1,1 0,12 8,-21-16,1-1,-1 1,1-1,0 0,1-1,-1 0,1 0,-1 0,1-1,0 0,0-1,0 0,0 0,0 0,0-1,0 0,0-1,0 0,0 0,0-1,-1 0,1 0,0-1,-1 0,0 0,1-1,-1 0,4-3,55-63,-66 70,0 1,0 0,0 0,-1-1,1 1,0 0,0 0,0-1,1 1,-1 0,0 0,0-1,0 1,0 0,1-1,-1 1,0 0,1-1,-1 1,0 0,1-1,-1 1,1-1,-1 1,1-1,-1 1,1-1,0 1,-1-1,1 1,-1-1,1 0,0 1,-1-1,1 0,0 0,0 1,-1-1,1 0,0 0,0 0,-1 0,1 0,0 0,-1 0,1 0,0 0,0-1,-1 1,1 0,0 0,-1-1,1 1,0 0,-1-1,1 1,0 0,-1-1,1 1,-1-1,1 1,-1-1,1 0,-1 37,-1-31,0 1,0 0,1 0,0-1,0 1,0 0,0 0,1-1,0 1,0 0,1-1,0 1,0-1,0 1,0-1,1 0,0 0,0 0,0 0,1-1,-1 1,1-1,0 0,1 0,-1 0,1-1,3 3,1-3,0 0,0-1,0 0,0 0,0-1,1-1,-1 1,0-1,1-1,-1 0,0 0,0 0,1-1,-1-1,0 0,-1 0,4-2,-6 2,0 0,-1 0,1 0,-1 0,0-1,0 0,0 0,0-1,-1 1,0-1,0 0,0 0,0-1,-1 1,0-1,0 1,-1-1,1 0,-1 0,0 0,-1 0,0-1,0 1,0 0,0-5,-1 3,0 0,-1 0,1 1,-1-1,-1 0,1 1,-2-1,1 1,-1-1,0 1,0 0,-1 0,0 1,0-1,0 1,-1 0,0 0,0 0,-1 1,0-1,0 1,0 1,0-1,-1 1,0 0,0 1,0 0,0 0,0 0,-1 1,1 0,-1 0,1 1,-1 0,0 0,0 1,-1 0,1 1,0 1,0 0,0 0,0 0,0 1,1 0,-1 1,1 0,0 0,0 1,0-1,0 2,1-1,0 1,0-1,1 2,0-1,0 1,0-1,0 1,1 1,1-1,-1 1,1-1,0 1,1 0,0 0,0 1,1-4,1 0,0 0,0 0,0 0,1 0,0-1,0 1,0 0,0 0,1-1,-1 1,1-1,1 1,-1-1,0 0,1 0,2 3,25 27</inkml:trace>
  <inkml:trace contextRef="#ctx0" brushRef="#br0" timeOffset="1919.269">2327 896,'-18'-15,"9"6,0 1,0 0,0 1,-1 0,0 0,-1 1,0 0,0 1,0 0,-7-1,15 5,0 1,0 0,0 0,0 0,0 0,0 0,0 1,0-1,0 1,0 0,1 0,-1 0,0 0,0 1,1-1,-1 1,1-1,-1 1,1 0,0 0,-1 0,1 0,0 1,1-1,-1 0,0 1,1 0,-2 1,-29 81,28-70,0 0,1 0,1 1,0-1,1 1,1-1,0 1,1-1,3 11,-4-24,1 0,0 0,-1 0,1 0,0 0,0-1,1 1,-1 0,0-1,1 1,-1-1,1 1,-1-1,1 0,-1 1,1-1,0 0,0 0,0 0,0 0,-1-1,1 1,0 0,0-1,0 0,1 1,-1-1,0 0,0 0,0 0,0 0,0 0,0-1,1 1,67-26,-57 19,0-1,-1 0,0-1,-1 0,1-1,-2-1,0 1,0-2,-1 1,0-1,-1-1,0 1,-1-1,-1-1,0 1,-1-1,0 0,0-4,-9 37,1 0,1 1,0-1,2 0,0 1,2 5,-1-18,-1 0,2 1,-1-1,1 0,0 0,1 0,0 0,0-1,0 1,1-1,0 0,0 0,1 0,-1 0,1-1,1 1,-1-1,1-1,0 1,5 2,-7-4,1 0,-1-1,1 0,0 0,0 0,0 0,0-1,0 0,0 0,0 0,1-1,-1 1,0-1,0-1,0 1,1-1,-1 0,0 0,0 0,0-1,0 1,0-1,-1-1,1 1,0-1,-1 1,0-1,0-1,0 1,0 0,0-1,-1 0,1 0,-1 0,0 0,0-1,-1 1,2-4,0-6,-1 0,-1 0,0-1,-1 1,-1-1,0 1,-1-1,0 1,-1 0,-1-1,0 1,-1 0,-1 0,-4-8,-3-19,12 40,-1-1,0 1,1 0,-1 0,0 0,1 0,-1-1,1 1,-1 0,1-1,0 1,-1 0,1-1,0 1,0 0,0-1,0 1,0 0,0-1,0 1,1-1,-1 1,0 0,1 0,-1-1,1 1,0 0,-1 0,1-1,0 1,0 0,0 0,-1 0,1 0,0 0,0 0,1 1,-1-1,0 0,0 0,0 1,0-1,1 0,9 3,1-1,-1 1,1 1,-1 0,0 1,0 0,0 0,1 2,17 6,-19-10,1 1,-1 0,0 0,0 1,0 1,-1 0,1 0,-1 1,0 0,-1 0,0 1,0 0,0 0,-1 1,0 0,0 1,-1-1,0 1,-1 1,0-1,0 1,1 5,1 21,-7-29,0 0,1 0,1 0,-1 0,1-1,0 1,0 0,1-1,0 1,0-1,1 0,0 0,0 0,0-1,0 1,1-1,0 0,3 3,2-3,-1 1,1-1,0 0,1-1,-1 0,1-1,0 0,0-1,0 0,0-1,0 0,0 0,0-2,0 1,0-1,0-1,0 0,0 0,8-4,-11 4,1-1,-1 0,1-1,-1 0,0 0,0-1,-1 0,1 0,-1-1,0 0,-1 0,1-1,-1 0,-1 0,1 0,-1-1,-1 1,1-1,-1 0,0-1,-1 1,0-1,-1 0,1-2,-1 4,-1 0,0 0,0 0,-1-1,0 1,0 0,-1 0,0-1,0 1,-1 0,1 0,-2 0,1 0,-1 0,0 1,0-1,-1 1,0 0,0 0,0 0,-1 1,0-1,0 1,0 0,-4-2,7 6,-1 0,0-1,0 1,1 0,-1 1,0-1,0 0,0 1,0 0,0 0,0 0,0 0,0 0,0 0,0 1,0-1,0 1,0 0,0 0,1 0,-1 0,0 1,1-1,-1 1,1 0,-1-1,1 1,0 0,0 0,0 1,0-1,0 0,0 1,1-1,-2 3,-3 5,0-1,1 1,0 0,1 1,0-1,1 1,0-1,1 1,-1 3,2-7,1 0,-1 0,1 0,0 0,1-1,0 1,0 0,0 0,1 0,0-1,0 1,1-1,-1 1,2-1,-1 0,1 0,-1-1,2 1,-1-1,1 1,-1-1,1-1,1 1,-1-1,1 0,-1 0,1 0,4 1,18 7,1-1,0-2,1 0,0-2,0-2,0 0,1-2,0-1,71 6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3:44.20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0,'106'239,"-105"-238,-1 2,0-1,1 1,0-1,0 1,0-1,0 0,0 0,0 1,0-1,1 0,-1 0,1 0,-1 0,1-1,0 1,0 0,0-1,0 1,0-1,0 1,0-1,1 0,-1 0,0 0,1-1,-1 1,1 0,-1-1,1 1,-1-1,1 0,-1 0,2 0,4-5,-1 0,0-1,0 0,0 0,0-1,-1 0,0 0,-1 0,0-1,3-5,6-6,76-117,-90 135,0 1,0-1,0 0,0 1,0-1,0 0,0 1,0-1,0 0,0 1,1-1,-1 1,0-1,0 0,1 1,-1-1,1 1,-1-1,0 1,1-1,-1 1,1-1,-1 1,1-1,-1 1,1 0,0-1,-1 1,1 0,-1-1,1 1,0 0,-1 0,1 0,0 0,-1 0,1-1,-1 1,1 0,0 0,-1 1,1-1,0 0,-1 0,1 0,0 0,-1 0,1 1,0-1,-1 0,1 1,-1-1,1 0,-1 1,1-1,-1 1,1-1,-1 1,1-1,-1 1,1-1,-1 1,0-1,1 1,-1-1,0 1,0 0,0-1,1 1,3 72,-5-66,0 0,0-1,1 1,0 0,0 0,1 0,0-1,0 1,0 0,1 0,0-1,0 0,1 1,0-1,0 0,1 0,-1 0,1-1,0 1,1-1,-1 0,3 1,-1-2,0 0,1-1,0 0,-1 0,1-1,0 0,0 0,1-1,-1 1,0-2,0 1,1-1,-1 0,0 0,0-1,1 0,-1-1,0 1,0-1,0-1,0 1,0-1,5-3,0 1,0-1,0-1,-1 0,0-1,-1 0,0-1,0 0,-1 0,0-1,6-8,-12 13,-3 4,0 0,0 0,0 1,0-1,1 0,-1 0,0 1,0-1,1 0,-1 0,0 1,1-1,-1 0,1 1,-1-1,1 0,-1 1,1-1,0 1,-1-1,1 1,0-1,-1 1,1-1,0 1,-1 0,1-1,0 1,0 0,-1 0,1 0,0-1,0 1,0 0,-1 0,1 0,0 0,0 0,0 1,-1-1,1 0,0 0,0 0,-1 1,1-1,0 0,0 1,-1-1,1 1,0-1,-1 1,1-1,-1 1,1-1,0 1,-1-1,1 1,-1 0,1 0,11 18,-9-13,0 1,1-1,0 0,0 0,0 0,1-1,0 1,0-1,0 0,1-1,0 1,0-1,0 0,0 0,1-1,-1 0,1 0,0-1,4 2,-6-4,0 0,-1-1,1 1,-1-1,1 0,-1 0,0 0,1-1,-1 1,0-1,0 0,0 0,0-1,0 1,-1-1,1 0,-1 0,1 0,-1 0,0-1,-1 1,1-1,0 0,-1 0,0 0,0 0,0 0,0 0,-1-1,0 1,0 0,0-1,0 1,-1-1,1 1,-1-1,0 1,-1-1,1 1,-1-1,0 1,0-1,0 1,-1 0,1-1,-1 1,0 0,0 0,-1 0,1 0,-2 0,-1-2,1 1,-2 0,1 0,-1 0,1 1,-1 0,-1 0,1 0,0 1,-1 0,0 0,0 1,0 0,0 0,0 0,0 1,0 0,0 0,-1 1,1 0,0 1,0-1,-1 1,1 1,0-1,-5 1,0 1,0 0,1 1,-1 0,1 1,0 0,1 1,-1 0,1 1,0 0,1 0,0 1,0 0,-7 9,13-14,0 1,0 0,0 0,1 0,0 1,0-1,0 0,0 1,0-1,1 1,0 0,0-1,0 1,1 0,0 0,-1 0,2-1,-1 1,0 0,1 0,0-1,0 1,1 0,-1-1,1 1,0-1,0 1,1-1,-1 0,1 0,0 0,0-1,0 1,0 0,1-1,-1 0,4 2,6 4,0-1,0 0,0-1,1 0,1-2,-1 1,7 0,42 11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3:44.4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8 0,'-2'21,"-1"17,0 15,3 6,6 5,6-1,7-7,3-12,-1-12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3:45.67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31,'23'0,"21"0,19-3,17 0,13 0,9-2,2 1,-1-2,-20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3:46.16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50 517,'-10'25,"1"0,1 0,2 1,0 0,2 0,0 1,2-1,1 1,2 2,-1-21,1 0,0 0,0 0,1 0,0 0,1-1,-1 1,1-1,1 1,0-1,1 3,-3-8,0 1,0-1,-1 0,1 0,0 0,1 0,-1 0,0 0,1 0,-1-1,1 1,-1-1,1 0,0 1,0-1,-1-1,1 1,0 0,0-1,0 1,0-1,0 0,0 0,0 0,0 0,0-1,-1 1,1-1,0 0,0 0,0 0,0 0,9-6,1 0,-2-1,1 0,-1-1,-1 0,0-1,0 0,-1-1,0 0,-1 0,0-1,0 0,-2 0,1-1,-2 0,5-12,11-60,-30 125,8-30,-1-1,1 1,1 0,0 0,0 0,1 0,1 0,-1 0,2 0,-1 0,1-1,1 1,0-1,0 0,0 0,1-1,1 1,0-1,4 5,15 9</inkml:trace>
  <inkml:trace contextRef="#ctx0" brushRef="#br0" timeOffset="364.729">572 571,'61'312,"-61"-311,0 0,0 0,0 0,0 0,0 0,0 0,0 0,0 0,0 0,0 0,0 0,0 0,1 0,-1 0,0-1,1 1,-1 0,1 0,-1 0,1 0,0 0,-1-1,1 1,0 0,-1-1,1 1,0 0,0-1,-1 1,1-1,0 1,0-1,0 1,0-1,0 0,0 0,0 1,0-1,0 0,0 0,0 0,0 0,0 0,0 0,0 0,0 0,0 0,0-1,0 1,0 0,-1-1,1 1,0-1,0 1,0-1,0 1,0-1,-1 1,1-1,0 0,-1 0,1 1,0-1,-1 0,1 0,26-25,-2-2,0-1,-2 0,-2-2,14-24,5-7,-23 39,-17 24,0-1,0 0,0 0,0 1,0-1,0 0,0 0,1 0,-1 1,0-1,0 0,0 0,0 0,0 1,1-1,-1 0,0 0,0 0,0 0,1 1,-1-1,0 0,0 0,0 0,1 0,-1 0,0 0,0 0,1 0,-1 0,0 0,0 0,1 0,-1 0,0 0,0 0,1 0,-1 0,0 0,0 0,1 0,-1 0,0 0,0 0,0 0,1-1,-1 1,0 0,0 0,0 0,1 0,-1-1,0 1,0 0,0 0,0 0,0-1,1 1,-1 0,-4 24,3-21,-2 12,-12 94,15-104,0 0,0 0,1 0,-1 0,1 0,0-1,0 1,1 0,0-1,0 1,0-1,0 1,0-1,1 0,0 0,0 0,0-1,0 1,1-1,0 1,-1-1,31 14,1-6</inkml:trace>
  <inkml:trace contextRef="#ctx0" brushRef="#br0" timeOffset="1065.169">1307 785,'37'-36,"-27"30,-2 0,1-1,-1 0,0-1,0 0,-1 0,0-1,0 0,-1 0,0 0,-1-1,0 0,-1 0,0 0,0 0,-1-1,0 0,-1 0,0 1,-1-1,0 0,-1-2,-1 10,0-1,-1 1,1 0,-1 0,0 0,0 0,0 0,0 1,0-1,-1 0,1 1,-1 0,1 0,-1-1,0 2,0-1,0 0,0 0,-1 1,1 0,0 0,0 0,-1 0,1 0,-1 1,1-1,-1 1,1 0,-1 0,1 0,0 1,-1-1,1 1,-1 0,1 0,0 0,-1 0,1 0,0 1,0 0,0 0,0-1,0 2,1-1,-1 0,1 0,-1 1,1 0,0-1,-1 2,-4 3,1 0,1 0,-1 1,1 0,0 0,1 0,0 0,0 1,1-1,0 1,1 0,-1 0,2 0,-1 0,1 1,1-1,0 0,0 0,1 1,0-1,0 0,1 0,1 0,-1 0,1 0,1-1,0 1,0-1,0 0,1 0,0 0,1-1,0 0,0 0,0 0,1-1,2 2,3 0,0-1,1 0,0-1,0 0,0-1,1 0,0-1,0-1,0 0,0-1,1 0,-1-1,0-1,1 0,-1-1,0-1,1 0,-1-1,0 0,0-1,-1-1,1 0,-1-1,0 0,-1-1,1-1,-1 0,-1 0,1-1,4-6,8-13,-2-1,-1-1,-1-1,-2 0,-1-2,-1 0,-2 0,-2-2,0 1,-3-2,-1 1,3-36,19-179,-29 241,0 4,-1 0,0 0,1 0,-1 0,-1-1,1 1,-1 0,0 0,0 0,-1 1,1-1,-1 0,-2-4,2 8,1 1,-1-1,1 1,-1-1,1 1,-1 0,1 0,-1 0,1-1,-1 2,0-1,1 0,-1 0,1 0,-1 1,1-1,-1 1,1-1,-1 1,1-1,-1 1,1 0,0 0,-1 0,1 0,0 0,0 0,0 0,0 0,0 0,0 1,0-1,0 0,0 1,0 0,-18 24,2 0,1 0,1 2,1 0,1 1,2 0,1 0,1 1,-2 17,4-27,2-1,0 1,1 0,1 1,1-1,0 1,2-1,0 1,2-1,0 1,1-1,1 0,1 0,1 0,1-1,0 0,2 0,0 0,1-1,3 3,2-5,0-2,1 0,0-1,1 0,0-2,1 0,1 0,0-2,0-1,1 0,-1-1,2-1,-1-1,1-1,-1-1,1 0,0-2,0-1,0 0,0-1,5-2,-16 2,-1-1,1 0,0 0,0-1,-1 0,0 0,1-1,-1-1,-1 0,1 0,-1 0,0-1,0 0,0-1,-1 0,0 0,0-1,-1 1,0-1,-1-1,1 1,-2-1,1 0,-1 0,0 0,-1-1,0 1,-1-1,0 0,0-4,-2 9,0 0,0 0,0 0,-1 0,0 0,0 0,0 1,-1-1,1 0,-1 0,0 1,-3-4,4 6,1 1,-1-1,0 1,0 0,-1-1,1 1,0 0,0 0,-1 0,1 0,0 0,-1 0,1 0,-1 0,1 1,-1-1,1 1,-1-1,0 1,1-1,-1 1,0 0,1 0,-1 0,0 0,1 0,-1 0,0 0,1 1,-1-1,0 1,1-1,-1 1,1 0,-1-1,1 1,-1 0,1 0,-1 0,-4 5,1-1,-1 1,1 0,0 1,0-1,1 1,0 0,0 0,1 0,0 0,0 1,0 0,1-1,1 1,-1 0,1 0,0 0,1 0,0 0,0 0,1 0,0 0,1 4,0-6,0 0,0 0,1-1,0 1,0-1,0 1,1-1,-1 0,1 0,0 0,1-1,-1 0,1 1,0-2,0 1,1 0,-1-1,0 0,1 0,4 0,9 5,2-1,-1-1,1-1,-1-1,17 1,77 3,0-7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3:22.68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0 903,'12'18,"8"19,2 16,3 12,-1 8,-4 3,-6 1,-7-2,-10-7,-9-8,-9-12,-3-14,-2-15,3-11</inkml:trace>
  <inkml:trace contextRef="#ctx0" brushRef="#br0" timeOffset="303.189">41 862,'12'-2,"0"0,0 0,0 2,0-1,0 1,0 1,0 0,0 1,4 1,10 1,10-1,-1 2,0 2,-1 1,0 2,31 13,-64-23,0 0,1 0,-1 0,0 0,1 1,-1-1,0 0,1 1,-1-1,0 1,1 0,-1-1,0 1,0 0,0 0,0-1,0 1,0 0,0 0,0 0,0 0,0 1,-1-1,1 0,0 0,-1 0,1 1,-1-1,1 0,-1 0,0 1,1-1,-1 1,0-1,0 0,0 1,0-1,0 0,0 1,0-1,-1 0,1 1,0-1,-1 0,1 1,-1-1,0 0,1 0,-1 0,0 1,0-1,1 0,-1 0,0 0,0 0,0 0,0-1,-1 2,-19 10,-1 0,0-2,0 0,-1-2,0 0,-1-2,1 0,-6-1,28-5,-89 18,90-18,0-1,0 1,0 0,0 0,0-1,0 1,0 0,0-1,0 1,0 0,-1 0,1-1,0 1,0 0,0 0,0-1,-1 1,1 0,83-25,-29 12</inkml:trace>
  <inkml:trace contextRef="#ctx0" brushRef="#br0" timeOffset="554.779">749 1009,'-1'1,"1"1,-1-1,0 1,1-1,-1 1,0-1,1 1,0-1,-1 1,1 0,0-1,0 1,0 0,0-1,0 1,0 0,1-1,-1 1,1-1,-1 1,1 0,-1-1,1 1,0-1,0 1,-1-1,1 0,0 1,0-1,1 0,-1 0,0 0,0 0,1 0,-1 0,0 0,1 0,-1 0,1-1,-1 1,1 0,0-1,7 1,0-1,0 0,-1 0,1-1,0 0,-1-1,1 0,-1 0,1-1,-1 0,0-1,0 0,0 0,-1 0,1-1,-1 0,0-1,-1 1,1-1,3-5,-7 8,0-1,0 1,-1-1,1 0,-1 0,0 0,0 0,-1 0,1 0,-1 0,1-1,-1 1,-1 0,1-1,-1 1,1-1,-1 1,-1-1,1 1,-1 0,1-1,-1 1,0 0,-1-1,1 1,-1 0,0 0,0 0,0 0,-1 0,1 1,-1-1,0 1,0-1,0 1,0 0,0 0,-1 1,0-1,-2-1,1 1,-1 0,0 0,0 1,0-1,0 1,0 1,0-1,-1 1,1 0,0 1,-1-1,1 1,-1 1,1-1,0 1,-1 0,1 0,0 1,-1 0,1 0,0 0,1 1,-1 0,0 0,1 1,0-1,-1 1,1 0,1 1,-1-1,1 1,0 0,0 0,0 0,0 1,1-1,-1 4,2-5,1 0,0 1,0-1,1 0,-1 1,1-1,0 1,0-1,1 0,-1 1,1-1,0 0,0 1,0-1,1 0,-1 0,1 0,16 32</inkml:trace>
  <inkml:trace contextRef="#ctx0" brushRef="#br0" timeOffset="5457.532">1284 234,'0'2,"2"3,6 1,1 0</inkml:trace>
  <inkml:trace contextRef="#ctx0" brushRef="#br0" timeOffset="6754.932">1404 956,'-13'-11,"0"1,-1 0,0 1,-1 0,0 1,0 1,-1 1,0 0,0 0,-11 0,19 4,0 0,1 1,-1 0,-1 1,1 0,0 0,0 1,0 0,0 0,1 1,-1 0,0 0,0 1,1 0,0 0,-1 1,1 0,1 0,-1 1,1-1,-1 1,1 1,0 0,4-4,-1 0,1 0,0 1,0-1,-1 1,1 0,1-1,-1 1,0 0,1 0,0 0,-1 0,1 1,0-1,1 0,-1 0,1 1,-1-1,1 0,0 1,0-1,0 0,1 1,-1-1,1 0,0 0,0 1,0-1,0 0,0 0,1 0,0 0,-1 0,1 0,0-1,5 3,0-1,0 0,0 0,0-1,0 0,1 0,-1-1,1 0,0 0,0-1,0 0,0 0,0-1,0 0,0 0,-1-1,1 0,0 0,0-1,0 0,-1-1,1 1,-1-2,0 1,0-1,0 0,0 0,2-3,-2 2,0 0,-1-1,1 0,-2 0,1-1,-1 0,1 0,-2 0,1-1,-1 1,0-1,-1 0,0 0,0 0,-1-1,0 1,0-1,-1 1,0-1,-1 0,0-7,0 16,0 0,0 0,0 0,0 0,-1 0,1 0,0 1,0-1,0 0,0 0,-1 0,1 0,0 0,0 0,0 0,0 0,-1 0,1 0,0 0,0 0,0 0,0-1,-1 1,1 0,0 0,0 0,0 0,0 0,0 0,-1 0,1 0,0 0,0-1,0 1,0 0,0 0,0 0,0 0,-1 0,1-1,0 1,-4 19,3-12,1 0,0 0,0 0,0 1,1-1,0 0,0 0,1 0,0-1,0 1,1 0,0-1,0 1,0-1,1 0,0 0,0 0,0-1,1 1,0-1,0 0,0-1,1 1,0-1,0 0,0 0,0-1,0 0,1 0,-1 0,1-1,0 0,0 0,0-1,0 0,0 0,0 0,0-1,4 0,-2-2,-1 0,1-1,-1 0,1 0,-1-1,0 0,0 0,-1-1,1 0,-1 0,0-1,0 1,-1-2,0 1,0-1,0 0,-1 0,0-1,1-1,8-16,-1 0,-1-1,-1 0,-2-1,3-13,23-99,-7-2,-6-1,-5-8,-6 3,-10 142,-1 2,1 0,-1 1,0-1,0 0,0 1,0-1,0 0,0 0,-1 1,1-1,-1 1,0-1,1 0,-1 1,-1-1,1 1,0 0,-1-1,1 1,-1 0,-1-2,-16 13,10 1,1 1,1 0,0 0,0 0,1 1,1 0,-2 5,-9 26,1 0,3 1,1 0,2 1,2 0,3 1,1 0,2-1,2 1,2 0,2-1,3 2,-3-23,1-1,1 1,1-1,1-1,1 0,1 0,8 10,-13-23,0 0,0 0,1-1,0 0,1 0,0 0,0-1,1 0,-1-1,2 0,-1 0,1-1,-1 0,1-1,0 0,1-1,7 2,-12-4,1 0,-1-1,1 0,-1 0,0-1,1 1,-1-1,0-1,0 1,0-1,0 0,0 0,0-1,0 0,0 0,-1 0,0-1,0 0,0 0,0 0,0 0,-1-1,0 0,0 0,0 0,1-3,8-12,-2 0,0 0,-2-1,0-1,-1 1,3-17,18-85,-31 146,0 0,2 0,0 0,2 0,1 0,1 6,-2-22,0 1,0 0,1-1,0 0,0 1,1-1,0 0,0-1,0 1,1-1,0 0,1 0,-1 0,1-1,0 0,0 0,1 0,-1-1,1 0,3 1,26 7,-5-6</inkml:trace>
  <inkml:trace contextRef="#ctx0" brushRef="#br0" timeOffset="7009.272">1524 261,'25'-2,"38"-4,43 0,41 1,32 1,18 3,-25 3</inkml:trace>
  <inkml:trace contextRef="#ctx0" brushRef="#br0" timeOffset="19872.782">496 2186,'-7'21,"-5"19,-2 23,1 17,8 12,6 8,8 3,2-4,0-11,-2-19</inkml:trace>
  <inkml:trace contextRef="#ctx0" brushRef="#br0" timeOffset="20352.805">308 2453,'2'-13,"1"1,1-1,0 1,1 0,0 0,1 1,0 0,1 0,0 0,1 1,0 0,1 0,0 1,0 0,1 0,0 1,0 1,1 0,0 0,1 1,-1 0,1 1,0 1,0 0,11-2,-15 4,-1 0,1 1,0 0,0 1,0 0,0 0,-1 1,1 0,0 0,0 0,-1 1,1 1,-1-1,0 1,1 0,-1 1,-1 0,1 0,0 0,-1 1,0 0,0 0,-1 1,1-1,-1 1,0 0,-1 1,1-1,1 6,-5-9,0 1,0 0,0-1,0 1,-1 0,0 0,0 0,0-1,0 1,0 0,-1 0,0-1,0 1,0 0,0-1,0 1,-1-1,1 1,-1-1,0 0,0 1,-1-1,1 0,-1-1,1 1,-1 0,0-1,0 1,-3 1,2-1,-1 1,0-1,0-1,0 1,0-1,0 0,0 0,-1 0,1-1,-1 0,1 0,-1 0,1-1,-1 0,0 0,1 0,-1 0,1-1,-1 0,0-1,4 2,0-1,0 0,0 0,0 1,0-1,1 0,-1-1,0 1,1 0,-1 0,1-1,-1 1,1-1,0 1,0-1,-1 1,1-1,0 0,0 0,1 0,-1 1,0-1,1 0,-1 0,1 0,-1 0,1 0,0 0,0 0,0 0,0 0,0 0,1 0,-1 0,0 0,1 0,0 0,-1 0,1 0,0 0,0 0,46-74,173-166,-193 210,-2-2,-2 0,-1-1,-1-2,-3 0,-1-1,-1-1,-2 0,-1-5,-13-26,-1 69,1-1,-1 0,0 1,0-1,0 1,0-1,0 1,0-1,0 1,0 0,0-1,-1 1,1 0,-1 0,1 0,0 0,-1 0,0 0,1 1,-1-1,0 0,1 1,-1-1,0 1,1 0,-1-1,0 1,0 0,0 0,1 0,-1 0,0 1,0-1,1 0,-1 1,0 0,-9 4,0 0,0 1,0 0,1 1,0 0,1 1,0 0,0 0,0 1,1 0,1 1,-1 0,2 0,-1 0,1 1,1 0,0 0,1 1,-3 10,-3 8,1 0,2 0,1 1,2 0,1 0,1 1,2-1,1 0,1 1,2-1,1 0,1 0,2-1,1 0,1 0,2-1,1-1,1 0,1 0,2-2,1 0,0-1,2 0,6 3,-18-19,1 1,1-1,0 0,0-1,1 0,0-1,7 3,14 2</inkml:trace>
  <inkml:trace contextRef="#ctx0" brushRef="#br0" timeOffset="20688.775">1030 2266,'-94'-210,"92"204,0 4,1 0,0-1,0 1,0 0,0 0,1-1,-1 1,1-1,-1 1,1 0,0-1,0 1,0-1,0 1,0-1,1 1,-1 0,1-2,1 3,0 1,0-1,0 1,0-1,0 1,0 0,0 0,0 0,0 0,0 0,0 0,0 1,0-1,0 0,0 1,-1 0,1-1,0 1,0 0,0 0,-1 0,3 1,1 1,105 51,-2 4,32 28,-132-81,26 15,0 2,-2 2,-1 0,22 24,-18 1,-34-48,0 0,-1 0,1 0,-1 0,1 0,-1 0,1 0,-1 0,0 0,1 1,-1-1,0 0,0 0,0 0,0 0,0 0,0 1,0-1,0 0,0 0,-1 0,1 0,0 0,-1 0,1 1,-1-1,1 0,-1 0,0 0,1-1,-1 1,0 0,0 0,1 0,-1 0,0-1,0 1,0 0,0-1,0 1,0-1,0 1,0-1,0 1,-1-1,1 0,-5 0,1-1,-1 1,1-1,0-1,-1 1,1-1,0 0,0 0,0-1,0 1,1-1,-1 0,1 0,-1-1,1 1,0-1,1 0,-1 0,1 0,-1-1,1 1,0-1,1 0,-1 0,1 0,-1-2,1 1,-1 0,1 0,0-1,1 1,0 0,0-1,0 1,1-1,0 1,0 0,0-1,1 1,0-1,0 1,1 0,0-1,0 1,0 0,1 0,0 1,0-1,0 0,1 1,0 0,0 0,0 0,0 0,1 1,0 0,1-1,10-6,0 2,0 0,1 0,1 2,-1 0,1 1,0 0,1 2,-1 0,11 0,55-8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3:17.57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424 670,'-11'-4,"1"0,-1 1,0 1,0 0,-1 0,1 1,0 0,-1 1,1 1,0 0,0 0,-1 1,1 0,0 1,0 0,1 1,-1 0,1 1,0 0,0 1,0 0,1 0,0 1,0 0,1 1,-4 5,9-11,1 1,0 0,0 1,0-1,1 0,-1 0,1 1,0-1,0 1,0-1,0 1,0 0,1-1,0 1,0 0,0-1,0 1,0 0,1-1,0 1,-1-1,1 1,1 0,-1-1,0 0,1 1,0-1,0 0,0 0,0 0,0 0,1 0,-1-1,1 1,11 8,0-1,1 0,0-1,0 0,1-2,1 0,-1 0,1-2,0 0,0-1,0-1,10 1,21 6,1-3,1-1,-1-3,1-2,-1-2,1-3,-1-1,31-8,-69 10,-1 0,1-1,-1 0,0-1,0 1,-1-2,1 0,-1 0,6-5,-12 8,0 0,0 0,-1 0,1 0,0 0,-1-1,0 1,0-1,0 0,0 1,-1-1,1 0,-1 0,0 0,0 0,0 0,-1-1,0 1,0 0,0 0,0 0,0 0,-1-1,0 1,0 0,0-2,0 4,0 0,0 0,0 0,-1 0,1 0,0 1,-1-1,1 0,-1 1,1-1,-1 1,0 0,0 0,0-1,1 1,-1 0,0 1,0-1,-1 0,1 0,0 1,0 0,0-1,0 1,0 0,0 0,-1 0,1 0,-63 8,59-6,-1 1,1-1,0 1,0 1,0-1,1 1,-1 0,1 0,0 0,0 1,0-1,1 1,0 1,-1 0,3-4,0 1,1 0,-1 0,1-1,-1 1,1 0,0 1,0-1,0 0,0 0,1 0,-1 1,1-1,0 0,0 0,0 1,1-1,-1 0,1 1,-1-1,1 0,0 0,1 0,-1 0,0 0,1 0,-1 0,1 0,1 1,4 2,0 0,0 0,1-1,0 0,-1 0,2 0,-1-1,1-1,-1 1,1-1,0-1,0 0,0 0,0-1,0 0,1 0,-1-1,1 0,-5-1,0 1,-1-1,1 0,0 0,-1 0,1-1,-1 1,1-1,-1 0,0-1,0 1,0-1,0 0,0 0,0 0,-1 0,0-1,1 1,-1-1,0 0,-1 0,1 0,-1 0,0 0,0-1,0 1,0-1,-1 1,0-1,0 0,0 1,-1-1,1 0,-1-4,2-35,0 119,-1-70,1 1,0-1,0-1,0 1,1 0,0-1,0 1,0-1,0 0,0 0,1 0,0 0,0 0,0-1,0 0,1 0,-1 0,1-1,0 1,0-1,0 0,0 0,0-1,0 0,0 1,1-2,-1 1,0-1,1 0,-1 0,0 0,1-1,-1 1,0-1,0-1,0 1,0-1,0 0,0 0,0 0,0-1,-1 1,1-1,-1-1,0 1,0 0,0-1,0 0,1-2,2-8,0 0,-1-1,-1 0,0 0,-1 0,-1-1,0 0,-1 1,-1-1,-1 0,0 0,-1 0,0 0,-1 0,1 11,-4-80,6 84,0 0,1 0,-1 0,0 0,0 0,1 0,-1 0,0 1,1-1,-1 0,0 1,1 0,-1-1,1 1,-1 0,1-1,-1 1,1 0,0 0,-1 0,1 0,-1 1,1-1,-1 0,1 1,-1-1,0 1,1-1,-1 1,1 0,4 0,22 5,7-1,0 3,0 1,0 1,-1 3,4 2,-34-13,-1 0,1 1,-1-1,0 1,0 0,0 0,0 0,0 1,0-1,-1 0,0 1,0 0,0 0,0-1,0 1,-1 0,0 0,1 1,-2-1,1 0,0 0,-1 0,0 1,0-1,0 0,0 1,-1-1,0 0,0 0,0 2,-2 15,2-17,-1 1,1 0,0-1,0 1,0 0,1-1,0 1,0 0,0 0,0-1,1 1,0 0,0-1,0 1,1 0,-1-1,1 1,0-1,0 0,1 0,-1 0,1 0,0 0,0 0,0-1,0 0,1 1,0-1,2 1,3-1,0 0,0-1,0 0,0-1,1 0,-1 0,1-1,-1 0,0-1,1 0,-1 0,0-1,0-1,0 1,0-1,0-1,0 0,-1 0,0 0,0-1,0-1,0 1,-1-1,0 0,0-1,-1 0,0 0,0 0,0-1,-1 0,0 0,-1 0,0 0,0-1,0 0,-2 0,1 0,1-2,-1-1,-1 0,0 0,-1 0,0 0,0 0,-2 0,0-11,0 20,1 0,0-1,-1 1,0 0,1 0,-1 0,0 0,-1 0,1 0,-1 0,1 0,-1 0,0 0,0 1,0-1,0 1,0 0,-1-1,1 1,-1 0,0 0,1 1,-1-1,0 0,0 1,0 0,0 0,0 0,0 0,-1 0,1 0,0 1,0 0,-3 0,-1 1,0 1,1-1,-1 2,0-1,0 1,1 0,0 1,0-1,0 1,0 0,0 1,1-1,-1 1,1 0,1 1,-1-1,1 1,0 0,0 0,0 0,1 1,0-1,1 1,-1 0,1 0,0 0,1 0,0 0,0 0,0 0,1 0,0 0,1 0,-1 1,2 2,0-3,0 0,0 0,0 0,1-1,0 1,1-1,-1 0,1 0,0 0,1 0,-1-1,1 0,0 0,1 0,-1 0,1-1,0 0,0 0,5 1,4 3,1-1,1 0,-1-2,1 0,0-1,0 0,9 0,37 2</inkml:trace>
  <inkml:trace contextRef="#ctx0" brushRef="#br0" timeOffset="749.764">3552 1,'-21'9,"-15"14,-11 17,-4 20,1 18,8 14,11 12,12 6,15 2,17-1,17-6,16-10,12-9,14-13,7-12,2-14,-4-15,-15-12</inkml:trace>
  <inkml:trace contextRef="#ctx0" brushRef="#br0" timeOffset="1912.802">4033 709,'157'-21,"51"2,-330 19,-286 1,984-2,-494-7,-82 8,0 0,-1 0,1-1,0 1,-1 0,1 0,0-1,-1 1,1 0,0 0,-1-1,1 1,0 0,0-1,-1 1,1-1,0 1,0 0,0-1,0 1,0 0,-1-1,1 1,0-1,0 1,0-1,0 1,0 0,0-1,0 1,0-1,1 1,-1 0,0-1,0 1,0-1,0 1,0 0,1-1,-1 1,0 0,0-1,1 1,-1 0,0-1,1 1,-1 0,0-1,1 1,-1 0,0 0,1 0,-1-1,0 1,1 0,-1 0,1 0,-1 0,0 0,1 0,-1 0,1 0,-1 0,1 0,-1 0,0 0,1 0,-1 0,1 0,-13-5,1 1,-1 0,0 0,0 1,-1 1,1 0,-13 0,6 0,-39-6,0 3,0 3,-58 5,69 11,46-13,1-1,0 1,0 0,0 0,0 0,0 0,0-1,0 1,0 0,1 0,-1 0,0-1,0 1,1 0,-1 0,0-1,1 1,-1 0,1-1,-1 1,1 0,-1-1,1 1,-1-1,1 1,0-1,-1 1,1-1,0 1,-1-1,1 0,0 1,0-1,-1 0,1 0,0 1,0-1,0 0,0 0,20 7,1-1,0-1,0-1,0-1,1-1,-1 0,14-3,-9 2,12 1,152-5,-170-7,-43-2,-25 3,1 2,-1 2,-25 1,53 3,-44-2,0 3,0 2,-12 4,13 12,62-18,-1 1,1-1,0 0,-1 1,1-1,-1 1,1-1,0 1,-1-1,1 1,0-1,0 1,-1-1,1 1,0-1,0 1,0 0,0-1,0 1,0-1,0 1,0-1,0 1,0 0,0-1,0 1,0-1,0 1,1-1,-1 1,0-1,0 1,1 0,-1-1,0 1,1-1,-1 0,0 1,1-1,-1 1,1-1,-1 0,0 1,1-1,-1 0,1 1,-1-1,1 0,0 0,-1 1,1-1,-1 0,1 0,-1 0,1 0,0 0,12 5,1 0,0-1,0 0,1-2,-1 1,0-2,12 1,3 0,68 7,0-5,78-7,-114-8,-67 5,-11 1,-1 2,1 0,-1 1,1 0,-1 2,-5 0,-2 0,-140 1,-86 14,179-5,76-5,147 9,-22-9,114-10,-177-6,-66 11,0-1,0 1,0 0,1-1,-1 1,0-1,0 1,0-1,0 1,0 0,0-1,0 1,0-1,0 1,0-1,0 1,-1 0,1-1,0 1,0-1,0 1,0 0,-1-1,1 1,0-1,0 1,-1 0,1-1,0 1,-1 0,1 0,0-1,-1 1,1 0,0 0,-1-1,1 1,-1 0,1 0,0 0,-1 0,1 0,-1 0,1 0,-1 0,1 0,0 0,-1 0,1 0,-1 0,1 0,-1 0,1 0,0 0,-1 0,1 0,-1 1,1-1,0 0,-178-12,138 12,-190 2,205 2,25-4,0 0,1 0,-1 0,0 0,0 0,1 1,-1-1,0 0,0 0,0 0,1 0,-1 1,0-1,0 0,0 0,0 0,1 1,-1-1,0 0,0 0,0 1,0-1,0 0,0 0,0 1,0-1,0 0,0 1,0-1,0 0,0 0,0 1,0-1,0 0,0 0,0 1,0-1,0 0,0 0,0 1,-1-1,1 0,0 0,0 1,0-1,0 0,-1 0,1 0,33 8,-1-2,1-1,0-2,1-1,9-2,-9 1,20 0</inkml:trace>
  <inkml:trace contextRef="#ctx0" brushRef="#br0" timeOffset="2923.601">4929 134,'23'-7,"16"1,11 7,4 15,-1 24,-7 24,-9 25,-13 22,-17 15,-22 9,-21 2,-24-3,-21-9,-18-13,8-26</inkml:trace>
  <inkml:trace contextRef="#ctx0" brushRef="#br0" timeOffset="4817.98">6132 843,'2'18,"-1"18,-6 16,-6 12,-8 10,-8 6,-6 2,-4-1,-1-7,7-17</inkml:trace>
  <inkml:trace contextRef="#ctx0" brushRef="#br0" timeOffset="22159.864">330 1966,'-13'-3,"1"1,-1 0,0 0,0 2,0 0,0 0,0 1,0 0,0 1,1 1,-1 0,1 1,-1 0,1 1,0 0,1 1,0 1,-1-1,2 2,-1 0,1 0,1 0,-1 1,-1 3,9-10,-1 1,0-1,1 1,0-1,-1 1,1 0,0 0,0 0,1 0,-1 0,1 0,-1 1,1-1,0 1,0-1,1 0,-1 1,1 0,-1-1,1 1,0-1,1 1,-1-1,1 1,-1-1,1 1,0-1,0 0,1 1,-1-1,1 1,3 1,0-1,0 1,1-1,-1 0,1 0,0 0,0-1,1 0,-1 0,1-1,-1 0,1 0,3 0,34 8,1-3,0-1,0-3,1-1,-1-2,0-3,0-1,0-2,0-3,9-3,-49 10,9 0,0-1,-1-1,1 0,-1-1,0-1,0 0,-1-1,1 0,4-4,-18 11,0 0,1 0,-1 0,0 0,0 1,0-1,0-1,0 1,0 0,0 0,0 0,1 0,-1-1,0 1,0 0,0-1,0 1,1-1,-1 1,0-1,0 1,1-1,-1 1,0-1,1 0,-1 1,1-1,-1 0,1 0,-1 1,1-1,-1 0,1 0,0 0,0 0,-1 1,1-1,0 0,0 0,0 0,0 0,0 0,0 0,0 0,0 1,0-1,0 0,1 0,-1 0,0 0,1 0,-1 0,0 1,1-1,-1 0,1 0,-1 1,1-1,0 0,-1 1,1-1,0 1,-1-1,1 0,0 1,0 0,-1-1,2 1,-5 0,0 1,1 0,-1 0,0 1,1-1,0 1,-1-1,1 1,0 0,0 0,0-1,0 2,0-1,0 0,0 0,1 1,-1-1,1 0,0 1,0 0,0-1,0 1,0 0,0-1,1 1,-1 0,1 0,0 0,0 0,0-1,0 1,0 0,1 0,-1 0,1-1,0 1,0 0,0-1,0 1,0 0,1-1,0 1,5 5,0-1,1 0,-1 0,2-1,-1 0,1 0,0-1,0-1,0 1,1-1,0-1,-1 0,1 0,1-1,-1 0,0-1,0 0,1 0,5-2,-11 2,-1 0,0-1,1 0,-1 0,1 0,-1-1,0 1,1-1,-1 0,0-1,1 1,-1-1,0 1,0-1,0 0,0-1,-1 1,1-1,-1 1,1-1,-1 0,0-1,0 1,0 0,-1-1,1 0,-1 1,0-1,0 0,0 0,0 0,-1-1,0 1,1 0,-2 0,1-2,-1 0,-1 0,-1 0,1 0,-1 0,0 1,0-1,0 0,-1 1,0-1,0 1,0 0,-1 0,0 0,0 1,0-1,0 1,-1 0,0 0,0 0,-2 0,-5-4,-1 0,0 1,0 1,-1 0,1 1,-1 0,-14-2,-45-1,58 19,36 4,9-7,-1-1,1-2,0 0,1-2,-1-2,7 0,-14-1,262 4,-281-5,0 1,-1-1,1 1,0 0,0 0,-1 0,1 1,0-1,-1 1,1 0,-1 0,1 0,-1 0,1 1,-1-1,0 1,1 0,-1 0,0 0,0 1,-1-1,1 1,0-1,-1 1,0 0,1 0,-1 0,0 0,-1 1,1-1,0 0,-18 114,16-116,1 1,-1-1,0 1,1-1,-1 1,1-1,-1 0,1 1,0-1,-1 0,1 0,0 1,0-1,0 0,0 0,0 0,0 0,0 0,1 0,-1 0,0-1,0 1,1 0,-1-1,0 1,1-1,-1 1,1-1,-1 0,0 1,1-1,-1 0,1 0,-1 0,1 0,0-1,54-11,-42 3,0-1,0 0,-1-1,0 0,0-1,-2-1,0 0,0 0,-1-1,-1-1,0 0,-1 0,0 0,2-10,-10 25,10-11,-6 29,-5-7,0-1,1 0,0 1,1-1,1 0,-1 1,2-1,-1 0,1 0,1-1,0 1,0-1,1 1,0-1,0-1,1 1,1-1,-1 0,1 0,1-1,1 2,24 8,-1-6</inkml:trace>
  <inkml:trace contextRef="#ctx0" brushRef="#br0" timeOffset="22477.449">1908 1939,'-9'18,"2"1,0 0,1 1,1-1,1 1,0 0,2 0,0 0,2 1,0-1,1 0,1 0,3 13,-3-26,0-1,0 0,0 1,1-1,0 0,1 0,-1 0,1-1,0 1,0-1,1 0,0 0,0 0,0-1,0 1,1-1,-1-1,1 1,0-1,0 0,1 0,-1-1,0 0,1 0,0 0,-1-1,1 0,0 0,0-1,-1 0,1 0,0-1,0 1,0-1,-1-1,1 0,-1 0,1 0,-1 0,0-1,0 0,0 0,3-3,0-1,-1-1,0 0,0 0,-1-1,0 0,-1 0,0-1,0 1,-1-1,0-1,-1 1,0-1,-1 1,0-1,-1 0,17-167,-18 160,1 14,0 7</inkml:trace>
  <inkml:trace contextRef="#ctx0" brushRef="#br0" timeOffset="23128.591">2455 2220,'19'-8,"-1"-1,0 0,-1-1,0-1,0-1,-2 0,1-1,-1-1,-1 0,-1-1,0-1,-1 0,0 0,-1-1,-1-1,-1 0,-8 17,0-1,0 1,0 0,-1-1,1 1,-1-1,1 1,-1-1,1 1,-1-1,1 1,-1-1,0 1,0-1,0 0,0 1,0-1,-1 1,1-1,0 1,-1-1,1 1,-1-1,1 1,-1-1,0 1,1 0,-1-1,0 1,0 0,0 0,0-1,0 1,0 0,-1 0,1 0,0 0,-1 0,1 1,0-1,-1 0,1 1,-1-1,1 1,-1-1,1 1,-1 0,1 0,-1-1,0 1,1 0,-1 0,1 1,-1-1,1 0,-1 0,0 1,-7 2,1 1,-1 0,1 1,-1 0,1 0,1 1,-1 0,1 0,0 0,0 1,1 0,0 1,0 0,1 0,0 0,0 0,1 1,0-1,0 1,1 0,0 0,1 1,0-1,1 1,0-1,0 4,1-7,0 1,0-1,1 1,0-1,0 1,1-1,0 0,0 0,0 0,1 0,0 0,0 0,0-1,1 1,0-1,0 0,0 0,1 0,0-1,0 0,0 0,0 0,0 0,1-1,0 0,0 0,0 0,2 0,4 1,-1-1,0 0,1 0,-1-1,1-1,0 0,0-1,-1 0,1 0,0-2,-1 1,1-1,-1-1,1 0,5-3,-4-1,0 0,0-1,-1-1,0 0,0 0,-1-1,-1-1,1 0,-2 0,1-1,-2 0,0 0,0-1,-1-1,-1 1,0-1,0 0,-2 0,0 0,-1-1,1-6,0-2,-5 18,-2 11,-4 16,2 1,1 1,1 0,1 0,1 1,1-1,2 12,-1-33,-1 0,1-1,0 1,-1 0,1 0,1 0,-1-1,0 1,1 0,-1-1,1 0,0 1,0-1,0 0,0 0,0 0,0 0,1 0,-1 0,1-1,-1 1,1-1,-1 0,1 1,0-1,0-1,0 1,-1 0,1-1,0 1,0-1,0 0,0 0,0 0,0 0,0-1,0 1,0-1,0 0,-1 1,1-1,0-1,12-3,-1-2,-1 0,0 0,0-1,0-1,-1 0,0 0,-1-2,0 1,0-1,-1-1,-1 0,0 0,0-1,3-9,9-32,-26 44,-8 25,10-10,1 0,-1 0,1 0,0 1,0-1,0 1,1-1,0 1,0 0,1 0,-1-1,1 1,0 0,1 0,0 0,0-1,0 1,0 0,1-1,0 1,0-1,0 0,1 0,0 1,0-2,0 1,1 0,-1-1,1 1,0-1,0 0,1 0,-1-1,1 1,0-1,0 0,28 12,0-1,1-1,0-2,1-1,0-2,0-2,1-1,0-1,0-3,11-1,36 4</inkml:trace>
  <inkml:trace contextRef="#ctx0" brushRef="#br0" timeOffset="24063.451">4033 2073,'-5'-4,"1"0,-1 0,0 0,0 1,0-1,0 1,-1 1,1-1,-1 1,0 0,1 0,-1 0,0 1,0 0,0 0,-1 1,1 0,0 0,0 0,0 0,0 1,0 0,0 1,0-1,0 1,-1 1,-3 3,1 0,1 0,-1 1,1 0,0 1,1 0,0 0,0 0,1 1,0 0,0 1,1-1,0 1,1 0,0 0,1 0,0 1,-1 5,4-13,-1-1,1 1,0 0,0-1,0 1,0 0,0-1,1 1,-1 0,1-1,-1 1,1 0,0-1,0 0,0 1,1-1,-1 1,1-1,-1 0,1 0,0 0,-1 0,1 0,0 0,0-1,1 1,-1 0,0-1,0 0,1 0,-1 1,1-1,-1-1,1 1,-1 0,1-1,0 1,-1-1,1 0,0 0,9-1,0-1,-1 0,1-1,-1 0,1-1,-1 0,0-1,-1 0,1 0,-1-1,0-1,0 0,-1 0,0-1,0 0,-1-1,0 0,-1 0,0 0,0-1,-1 0,4-10,-14 29,0-1,1 0,0 1,0-1,1 1,0 0,0 0,1 0,0 0,1 0,0 0,0 0,1 0,0 0,2 5,-2-13,-1 1,1 0,0-1,0 0,0 1,1-1,-1 1,0-1,0 0,1 0,-1 0,1 0,-1 0,1 0,-1 0,1 0,0-1,-1 1,1-1,0 1,-1-1,1 1,0-1,0 0,0 0,-1 0,1 0,0 0,0 0,-1-1,1 1,0-1,0 1,0-1,53-32,-38 13,-1-1,-1 0,-1-1,-1-1,-1 0,-1-1,-1 0,-2 0,0-1,-1 0,-2-1,2-18,29-145,5-139,-40 293,-7 30,-31 80,22-34,2 0,1 0,2 1,3 1,1-1,1 1,3 43,2-74,0 0,1 0,1 0,0 0,0-1,2 1,-1-1,1 1,1-1,0 0,0-1,1 0,1 1,0-2,0 1,1-1,0 0,0-1,1 0,2 1,-6-6,1-1,0 0,-1 0,1-1,0 0,0 0,1 0,-1 0,0-1,0 0,0-1,0 1,0-1,0 0,0 0,0-1,0 0,0 0,-1-1,1 1,-1-1,0 0,1-1,2-2,70-25,-76 31,0-1,0 1,0 0,1 0,-1 0,0 0,0 0,0 1,1-1,-1 1,0-1,0 1,0 0,0 0,0 0,0 0,0 0,0 0,0 1,-1-1,1 0,0 1,-1 0,1-1,-1 1,0 0,1 0,-1-1,0 1,0 0,0 0,0 1,-1-1,1 0,0 1,2 81,-4-76,0-1,-1 1,0-1,0 1,-1-1,1 0,-2 0,1 0,-1 0,0-1,-1 1,1-1,-1 0,-1-1,1 1,-1-1,0 0,0 0,0-1,-1 1,1-2,-1 1,0-1,0 0,-8 2,13-4,0-1,0 1,0-1,0 0,0 1,0-1,-1 0,1 0,0-1,0 1,0 0,0-1,0 1,0-1,0 0,0 0,0 0,0 0,0 0,0 0,1 0,-1 0,0-1,1 1,-1-1,1 1,0-1,-1 0,1 1,0-1,0 0,0 0,0 0,0 0,0 0,1 0,-1 0,1-2,-2-2,1-1,1 0,-1 0,1 0,1 0,-1 0,1 0,0 0,1 0,0 0,0-2,5-6,0 0,1 1,1 0,0 0,1 1,0 0,1 1,0 0,1 1,0 0,1 1,0 0,1 1,0 0,0 1,1 1,0 0,0 2,1-1,14-2,-28 7,1 0,-1 1,1-1,-1 1,1-1,-1 1,1 0,-1 0,1 0,-1 0,1 0,-1 1,1-1,-1 1,1-1,-1 1,0 0,1 0,-1 0,0 1,0-1,0 0,0 1,0-1,0 1,0 0,0 0,-1 0,1 0,-1 0,1 0,-1 0,0 0,1 0,-1 1,0 0,2 11,0-1,-1 1,0 0,-1 0,-1 0,0 0,-1-1,-1 7,0-6,1 1,1 0,0 0,1 0,0-1,1 1,2 1,-4-14,1 0,-1-1,1 1,0 0,-1 0,1-1,0 1,0-1,0 1,1-1,-1 1,0-1,1 0,-1 1,0-1,1 0,-1 0,1 0,0 0,-1 0,1-1,0 1,0 0,-1-1,1 0,0 1,0-1,0 0,0 0,-1 0,1 0,0 0,0 0,0 0,0-1,0 1,-1-1,1 1,0-1,0 0,-1 1,1-1,-1 0,1 0,0 0,-1-1,0 1,1 0,-1-1,0 1,0 0,1-2,19-20,-4-2</inkml:trace>
  <inkml:trace contextRef="#ctx0" brushRef="#br0" timeOffset="24311.749">4862 1632,'-16'6,"-5"8,1 5,3 7,10 3,13 1,14-2,13-5,12-8,-1-5</inkml:trace>
  <inkml:trace contextRef="#ctx0" brushRef="#br0" timeOffset="24517.135">5156 1805,'16'-28,"-2"0,-1-1,-1-1,-2 0,-1-1,-1 0,-2 0,-1-1,-2 1,0-1,-3 0,-2-29,-2-2,4 63,0-1,-1 1,1-1,0 1,-1-1,1 1,0-1,-1 1,1-1,-1 1,1 0,0-1,-1 1,1 0,-1-1,1 1,-1 0,1 0,-1-1,0 1,1 0,-1 0,1 0,-1 0,1 0,-1 0,0 0,1 0,-1 0,1 0,-1 0,1 0,-1 0,0 0,1 0,-1 1,1-1,-1 0,1 1,-1-1,1 0,-1 0,1 1,-1-1,1 1,0-1,-1 1,1-1,0 0,-1 1,1-1,0 1,-1-1,1 1,0 0,0-1,0 1,-18 19,2 0,0 1,1 1,2 1,-9 18,18-34,-14 24,1 0,1 1,2 1,2 1,1 0,1 0,2 1,1 0,2 0,2 1,0 30,4-55,1 0,0-1,0 1,1-1,0 1,1-1,0 0,1-1,0 1,0-1,1 0,0 0,1 0,0-1,0 0,1 0,0-1,0 0,1-1,-1 1,2-2,-1 1,1-1,-1-1,1 0,0 0,1-1,-1 0,7 0,10 1,1-2,0-1,0-1,0-2,-1 0,1-2,-1-1,0-1,0-2,0 0,-1-2,-1-1,0-1,4-3,39-23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3:38.70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0 201,'22'34,"-2"0,-2 1,15 38,23 45,-55-116,-1-1,0 1,1-1,-1 0,0 1,1-1,0 0,-1 1,1-1,0 0,0 0,0 0,-1 1,1-1,0 0,0 0,1 0,-1-1,0 1,0 0,0 0,1-1,-1 1,0 0,1-1,-1 1,0-1,1 0,-1 0,1 1,-1-1,0 0,1 0,-1 0,1 0,-1-1,1 1,0 0,4-7,0 1,0-1,-1-1,0 1,0-1,0 1,-1-1,0-1,-1 1,0 0,1-6,2-2,35-104,-37 121,-4 18,0-17,0 14,0 1,1 0,1-1,1 1,0-1,4 12,-5-23,0 0,-1-1,2 1,-1-1,0 1,1-1,0 0,0 0,0 0,1 0,-1-1,1 1,0-1,0 0,0 0,0 0,1 0,-1-1,1 0,-1 0,1 0,0-1,0 1,1-1,1 0,-1-1,1 0,0-1,-1 1,1-1,-1-1,0 1,1-1,-1 0,0 0,0-1,0 0,0 0,-1 0,1-1,-1 0,0 0,0 0,0 0,-1-1,1 0,-1 0,0 0,0-1,-1 1,0-1,0 0,0 0,-1 0,0 0,0 0,0-1,-1 1,0-1,0 1,-1-1,1 1,-1-1,-1 1,0-2,2 7,-1 1,0-1,1 0,-1 1,0-1,0 0,0 0,0 1,0-1,1 0,-1 1,0-1,-1 0,1 0,0 1,0-1,0 0,0 1,0-1,-1 0,1 1,0-1,-1 0,1 1,0-1,-1 1,1-1,-1 1,1-1,-1 1,1-1,-1 1,1-1,-1 1,0-1,1 1,-1 0,0-1,1 1,-1 0,0 0,1 0,-1-1,0 1,1 0,-1 0,0 0,0 0,-2 7,1 0,0 0,0 1,1-1,0 0,0 1,0-1,1 0,0 1,1-1,0 1,0-1,0 0,3 6,-2-7,0 0,1 0,-1 0,1 0,1 0,-1-1,1 0,0 1,0-1,0-1,1 1,0-1,0 0,0 0,0 0,1 0,-1-1,1 0,0 0,0-1,5 2,7 1,1 0,-1-1,1-1,-1-1,1-1,19-1,-18 1,0-2,-1 0,1-2,0 0,-1-1,0 0,0-2,0-1,0 0,-1-1,-1-1,10-6,-25 14,0-1,0 1,0-1,0 1,0-1,0 1,0-1,-1 0,1 0,-1 0,1 0,-1 0,0-1,0 1,0 0,0-1,0 1,0 0,-1-1,1 1,-1-1,0 1,0-1,1 1,-2-1,1 1,0-1,0 1,-1-1,0 1,1 0,-1-1,0 1,0 0,0-1,0 1,-1 0,1 0,-1 0,-1-1,-4-3,0 1,0 0,-1 0,1 1,-1 0,0 0,-1 1,1 0,-1 1,1 0,-1 0,0 0,0 1,1 1,-1 0,0 0,0 0,0 1,0 1,1-1,-1 1,1 1,-5 1,6-1,0 0,0 1,1 0,0 0,-1 0,2 1,-1-1,0 2,1-1,0 0,0 1,-1 3,4-7,0 0,1 1,-1-1,1 1,0-1,0 1,0 0,0 0,0-1,0 1,1 0,-1 0,1 0,0 0,0-1,0 1,0 0,0 0,1 0,-1 0,1 0,0-1,0 1,0 0,0-1,1 1,-1 0,0-1,1 0,0 1,0-1,1 2,7 3,-1-1,1 0,1-1,-1 0,1-1,-1 0,1 0,0-1,1 0,-1-1,0-1,1 0,-1 0,1-1,-1-1,1 0,-1 0,11-3,-13 3,0 0,0-1,0 0,0-1,0 1,-1-2,1 1,-1-1,0-1,0 1,-1-1,1-1,-1 1,0-1,0 0,-1-1,0 0,0 0,0 0,-1-1,0 1,-1-1,0-1,0 1,-1 0,0-1,0 0,0-3,-3-15,0 16,1 16,0 4,0 0,1 0,0 0,0 0,0 0,1 0,1-1,0 1,0-1,0 0,1 0,0-1,1 1,-1-1,2 0,-1-1,1 1,0-1,0-1,0 1,1-1,0 0,0-1,0 0,1 0,-1-1,1 0,0-1,0 0,0 0,5-1,0-1,0 0,0-1,0-1,0 0,0-1,0-1,-1 0,0-1,0 0,0-1,0 0,-1-1,9-7,-13 9,1-1,-1 0,-1-1,1 1,-1-2,-1 1,1-1,-1 0,-1 0,1 0,-1-1,-1 0,0 0,0 0,0-1,-2 1,1-1,-1 0,0 0,0-9,-16 127,13-99,0 0,0 0,1 0,0 0,1-1,-1 1,2 0,-1 0,1-1,1 1,0-1,0 1,0-1,1 0,0 0,1-1,0 1,0-1,2 2,9 3</inkml:trace>
  <inkml:trace contextRef="#ctx0" brushRef="#br0" timeOffset="250.327">1618 1,'-13'0,"-10"4,0 7,3 8,14 9,23 8,23 1,5-5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3:37.38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0 828,'20'-12,"-2"0,0-2,0 0,-2-1,1 0,-2-2,0 0,1-3,-9 11,-1 2,0 1,-1-1,0 0,0-1,-1 1,0-1,0 0,-1 0,1-2,-4 8,0 1,0-1,0 1,-1-1,1 1,0-1,-1 1,1 0,-1-1,0 1,1-1,-1 1,0 0,0 0,0-1,0 1,0 0,0 0,0 0,0 0,0 0,0 0,-1 1,1-1,0 0,-1 1,1-1,-1 0,1 1,0 0,-1-1,1 1,-1 0,1 0,-1 0,1 0,-1 0,1 0,-1 0,1 0,-1 1,1-1,-1 0,1 1,-1 0,1-1,0 1,-1 0,1 0,0-1,0 1,-8 3,1 0,0 0,0 0,1 1,-1 1,1-1,0 1,1 0,-1 0,1 1,0 0,1 0,0 0,0 1,1 0,-1 0,2 0,-1 0,0 4,2-7,0 1,0-1,1 1,0-1,0 1,0 0,1-1,-1 1,2 0,-1 0,0-1,1 1,0-1,0 1,1 0,0-1,0 0,0 1,0-1,1 0,0 0,0-1,0 1,1 0,0-1,0 0,0 0,0 0,0 0,4 2,5 0,1 0,-1 0,1-1,0-1,0 0,0-1,0-1,1 0,-1-1,1 0,0-1,-1-1,1 0,-1-1,0-1,1 0,-1-1,0 0,-1-2,1 1,11-8,-14 5,-1-1,1 0,-1 0,-1-1,0-1,0 1,-1-2,-1 1,0-1,0 0,-1-1,-1 1,0-1,0 0,-2 0,1-1,0-10,-4 22,0 0,0 0,0 1,0-1,0 0,0 0,1 1,-1-1,0 0,1 1,-1-1,1 0,0 1,-1-1,1 1,0-1,0 1,0-1,0 1,0-1,1 1,-1 0,0 0,1 0,-1 0,0 0,1 0,-1 0,1 0,0 0,-1 1,1-1,0 1,-1-1,1 1,0 0,-1-1,1 1,0 0,0 0,-1 0,2 1,8 6,0 1,-1 1,0-1,-1 2,1-1,-2 1,0 1,0 0,3 6,-9-15,11 16,-1 2,0-1,-1 1,-1 1,4 15,-11-12,-15-35,9 3,0 1,1-1,0 1,0-1,0 0,1 0,1 0,-1 0,1 0,1 1,-1-1,1 0,1 0,-1 0,1 0,1 1,-1-1,4-4,78-128,-48 89,-15 18,-1-1,-2-1,-1 0,-1-2,-2 0,-2 0,-2-1,4-25,-13 53,3-8,-1 1,-1-1,-1 0,0 1,-2-1,0 0,-1-6,2 25,-1 0,1 0,0 0,0 0,-1-1,1 1,-1 0,1 0,-1 0,1 0,-1-1,1 1,-1 0,0-1,1 1,-1 0,0-1,0 1,1-1,-1 1,0-1,0 1,0-1,0 0,0 1,1-1,-1 0,0 0,0 0,0 0,0 1,0-1,0-1,0 1,0 0,0 0,0 0,0 0,0-1,0 1,1 0,-1-1,0 1,0-1,0 1,1-1,-1 1,0-1,0 1,1-1,-1 0,0 0,1 1,-1-1,1 0,-1 0,1 1,-1-1,1 0,0 0,-1 0,1 0,0 0,0 0,0 0,0 0,0 0,0 0,-14 27,2 1,1 1,1 0,2 1,0-1,2 2,2-1,0 0,2 1,-2 3,2 1,1-1,2 1,1-1,1 0,2 0,4 10,-5-26,1-1,1 0,0-1,1 0,1 0,0 0,1-1,0 0,1 0,1-1,0-1,1 0,0 0,1-1,6 4,-7-7,1-1,0 0,0 0,0-1,0-1,1 0,0-1,0 0,0-1,5 0,-13-3,-1 1,1-1,-1 0,1 0,-1 0,1-1,-1 1,0-2,1 1,-1 0,0-1,0 0,0 0,0-1,0 1,0-1,-1 0,1-1,-1 1,0-1,0 1,0-1,-1-1,1 1,-1 0,0-1,0 0,0-1,2-6,0 0,-1 0,-1 0,0 0,-1-1,0 1,0-1,-2 1,0-1,0 0,-1 1,-1-1,0 1,-2-8,4 19,0-1,0 1,0 0,0 0,0 0,0 0,-1 0,1 0,0 0,-1-1,1 1,-1 0,1 0,-1 0,1 0,-1 0,0 1,1-1,-1 0,0 0,0 0,0 1,1-1,-1 0,0 1,0-1,0 0,0 1,0 0,0-1,-1 1,1 0,0-1,0 1,0 0,0 0,0 0,0 0,-1 0,1 0,-2 5,0 0,1 0,0 1,0-1,0 0,1 1,0 0,0-1,0 1,1 0,0-1,0 1,0 0,1 1,-1 3,1 0,1 1,0-1,0 0,1-1,0 1,1 0,0-1,0 0,1 0,0 0,1-1,0 1,0-1,1 0,0-1,0 0,1 0,-1-1,2 0,-1 0,1 0,0-1,0-1,0 0,1 0,-1-1,1 0,0 0,7 0,25 3,-6-6</inkml:trace>
  <inkml:trace contextRef="#ctx0" brushRef="#br0" timeOffset="252.367">736 333,'-14'-5,"-6"-3,6 0,20-2,27 1,33 2,32 3,29 3,25 6,16 7,-20 2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3:35.80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298 15,'-9'-3,"0"0,0 1,0 0,0 0,-1 1,1 0,-1 0,1 1,-1 0,1 1,-1 0,1 1,0 0,0 0,-1 1,2 0,-1 1,0 0,1 0,-1 1,1 0,1 0,-1 1,1 0,0 0,0 1,0 0,1 0,0 1,1-1,0 1,0 0,0 1,1-1,1 1,-1 0,1 0,1 0,0 0,0 1,1-1,0 1,0 0,1-4,0 0,1 0,0 0,0 0,0 0,0-1,1 1,0 0,0-1,1 1,0-1,-1 0,2 0,-1 0,1 0,-1 0,1-1,1 0,-1 0,1 0,-1 0,1-1,0 1,0-1,1 0,-1-1,0 0,2 1,7 2,1 0,0-1,-1 0,2-2,-1 1,0-2,0 0,0-1,1 0,9-3,-2 0,-1-2,0 0,0-1,0-2,-1 0,0-1,-1-1,0-1,12-9,-21 12,0 1,-1-2,0 1,0-1,-1-1,0 0,-1 0,0-1,-1 0,0 0,0-1,-2 1,1-1,-1-1,-1 1,0-1,0-3,-3 13,-1 0,1 0,0 0,-1 0,0 1,0-1,0 0,0 0,0 0,0 0,-1 0,1 1,-1-1,0 0,0 0,0 1,0-1,-1-1,-13 18,12-4,0 0,1-1,1 1,-1 0,2 0,-1 0,2 0,-1 0,1 0,1 0,-1-1,2 1,-1 0,1-1,1 0,0 1,0-1,1-1,4 7,-5-8,1-1,-1 0,1 0,0 0,0-1,1 0,0 0,0 0,0-1,0 0,1 0,0 0,-1-1,1 0,0 0,1-1,-1 0,0 0,1-1,-1 0,1 0,0-1,-1 0,1 0,-1-1,3 0,-4 0,0-1,1 0,-1 0,0-1,0 1,-1-2,1 1,0 0,-1-1,0 0,0 0,0-1,0 1,-1-1,0 0,0 0,0-1,-1 1,1-1,-1 0,-1 0,1 0,-1 0,1-5,2-6,0-1,-2 0,0 0,-1-1,-1 1,-1-1,0 1,-2-5,-3 11,0 30,2-7,1 0,1 0,0 1,0-1,1 0,0 1,1-1,1 0,0 0,0 0,1 0,1 0,-1 0,2-1,-1 0,2 1,-1-2,1 1,1-1,0 0,0 0,1-1,0 0,0 0,7 4,17 6</inkml:trace>
  <inkml:trace contextRef="#ctx0" brushRef="#br0" timeOffset="533.075">1261 29,'-3'8,"0"1,1 0,0 0,1 1,0-1,0 0,1 0,0 1,0-1,1 0,0 0,1 1,0-1,1 0,0-1,0 1,0 0,1-1,1 0,0 0,0 0,0 0,1-1,0 0,0 0,1-1,0 1,0-1,0-1,1 0,0 0,0 0,0-1,1 0,2 0,-6-2,1-1,0 0,-1 0,1-1,0 0,-1 0,1 0,0 0,-1-1,1 0,-1 0,1-1,-1 0,1 0,-1 0,0 0,0-1,0 0,0 0,-1 0,1-1,-1 1,1-1,-1 0,-1 0,1-1,-1 1,1-1,-1 0,0 0,-1 0,1 0,-1 0,0 0,0-4,2-7,-1 1,0 0,-2 0,1-1,-2 1,0-1,-1 1,-2-6,0 59,3-28,9 113,-9-119,1 0,0 0,0-1,0 1,1-1,-1 1,1-1,0 1,0-1,0 0,0 0,1 0,-1 0,1 0,0-1,0 1,0-1,0 0,0 0,0 0,1 0,-1 0,1-1,-1 0,1 1,0-1,-1-1,1 1,0 0,2-1,3-2,0 0,1-1,-1 0,0-1,-1 1,1-2,-1 1,0-1,0-1,0 1,0-2,-1 1,0-1,-1 0,1 0,-1 0,-1-1,0 0,0 0,0-1,-1 1,0-1,0-1,31-100,-34 92,-14 26,10-4,1 1,-1 0,1 0,0 0,0 0,1 0,-1 0,1 0,0 1,1-1,-1 0,1 1,0-1,1 0,-1 1,1-1,0 0,0 0,1 1,-1-1,1 0,0 0,1 0,-1-1,1 1,0-1,0 1,0-1,4 3,5 1,1-2,0 1,1-2,-1 0,1 0,0-1,1-1,-1-1,0 0,1 0,0-2,10 0,-15 1,76 2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3:30.80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134 585,'0'19,"2"14,1 13,0 9,-1 1,0-2,-1-6,-3-11,0-11</inkml:trace>
  <inkml:trace contextRef="#ctx0" brushRef="#br0" timeOffset="679.146">1 358,'56'19,"0"2,-2 2,21 14,-57-27,-1 1,-1 0,0 1,-1 0,0 1,0 1,-2 1,0 0,0 0,-2 1,0 1,0 0,-2 4,0-1,-2 1,0 0,-1 1,-1 0,-1 0,-1 0,0 12,-4-32,1 0,0 0,0 0,0 0,0 0,0 0,0 0,1 0,-1 0,1 0,-1 0,1 0,0 0,0 0,0-1,0 1,0 0,0 0,0-1,0 1,1-1,-1 1,1-1,-1 1,1-1,0 0,-1 0,1 0,0 0,0 0,0 0,0-1,0 1,1 0,4-2,1 0,-1 0,1 0,-1-1,1 0,-1-1,0 1,0-1,0-1,-1 0,1 1,-1-2,0 1,0-1,0 0,0 0,-1-1,0 0,0 0,-1 0,0 0,0-1,2-2,3-3,-5 41,-5-24,-1 0,1 1,1-1,-1 1,1-1,0 0,0 1,0-1,1 1,0-1,0 1,0-1,1 0,0 0,0 0,0 0,1 0,-1 0,1 0,0-1,1 0,-1 1,1-1,-1 0,1-1,1 1,-1-1,0 0,1 0,0 0,1 1,1-3,-1 1,1-1,-1-1,1 1,0-1,-1 0,1 0,0-1,-1 0,1 0,-1-1,1 0,-1 0,0 0,0-1,0 0,0 0,0 0,-1-1,1 0,2-3,5-4,-1 0,0-1,0 0,-1-1,-1-1,0 0,-1 0,0-2,18-43,-2 0,-3-2,-2 0,-4-2,-2 1,0-21,-12 73,8-39,-3-1,-1 0,-2-41,-14 39,10 50,0 1,-1 0,1 0,-1 0,1 0,-1 0,0 0,1 0,-1 0,0 0,0 0,0 1,1-1,-1 0,0 0,0 1,0-1,0 0,0 1,0-1,-1 1,1 0,0-1,0 1,0 0,0 0,-1-1,1 1,0 0,0 0,0 0,0 1,-1-1,1 0,0 0,0 1,0-1,0 0,0 1,-1 0,-4 3,0 0,0 0,0 0,1 1,0 0,0 0,0 1,0 0,1-1,0 1,0 1,0 1,-13 25,2 0,2 1,0 1,3 0,1 1,1 0,2 0,2 1,1 0,2-1,1 1,2 0,2 3,-2-16,0 0,2 0,1-1,0 1,2-1,1 0,1-1,0 1,2-2,1 0,0 0,1-1,2 0,8 8,-18-23,0 0,0 0,1 0,-1-1,1 0,0 0,0 0,1-1,-1 0,1 0,-1-1,1 0,0 0,0-1,0 1,0-1,0-1,0 1,0-1,0-1,0 1,0-1,0-1,0 1,0-1,0 0,0-1,-1 1,1-1,4-4,1-3,0 0,-1-1,-1 0,0-1,0 0,-1-1,-1 0,0-1,-1 1,0-1,-1-1,-1 1,0-1,-1 0,-1 0,0 0,-1-1,0-9,-8-22,5 47,0 0,0 0,0 0,1 0,-1 0,0 0,0 0,0 0,0 1,0-1,0 0,0 1,0-1,0 0,0 1,0-1,0 1,1 0,-1-1,0 1,0 0,1-1,-1 1,0 0,1 0,-1 0,1-1,-1 1,1 0,0 0,-1 0,1 0,-5 6,0 1,0-1,1 1,0 0,1 0,0 0,0 0,0 1,1-1,1 1,-1-1,1 1,1 0,0-1,0 1,1 0,0 0,0-1,1 1,0-1,0 1,1-1,1 1,41 23,-21-24</inkml:trace>
  <inkml:trace contextRef="#ctx0" brushRef="#br0" timeOffset="933.472">1016 238,'21'0,"24"4,26 9,20 9,14 7,-11-1</inkml:trace>
  <inkml:trace contextRef="#ctx0" brushRef="#br0" timeOffset="3030.526">1551 946,'19'-30,"-2"-1,-1-1,-1 0,-2-1,-1 0,-2-1,-1 0,1-20,-7 42,-1 3,0 0,0-1,-1 1,0-1,-1 1,0-1,0 1,-1-1,-1-5,2 14,-1 0,1 1,-1-1,1 0,-1 0,0 1,1-1,-1 0,0 1,0-1,1 0,-1 1,0-1,0 1,0 0,1-1,-1 1,0 0,0-1,0 1,0 0,0 0,0 0,0 0,0 0,0 0,0 0,0 0,1 0,-1 0,0 0,0 1,0-1,0 0,0 1,0-1,0 0,1 1,-1-1,0 1,0 0,1-1,-1 1,0 0,1-1,-1 1,1 0,-1 0,1-1,-1 1,1 0,-1 0,1 0,0 0,-1 0,1 0,0-1,0 1,0 0,0 0,0 0,0 0,0 0,0 0,0 0,0 0,0 0,1 0,-1 0,0 2,1-1,-1 1,1-1,-1 1,1-1,0 1,0-1,0 0,0 1,0-1,1 0,-1 0,1 0,-1 0,1 0,0 0,0 0,0-1,0 1,0 0,0-1,0 0,1 0,-1 1,0-1,1-1,66 21,-67-20,38 5,-30-5,-1 0,1 0,-1 1,1 0,-1 1,0 0,0 0,0 1,0 1,0-1,7 6,-13-6,-1 0,1 0,-1 0,1 0,-1 0,0 1,-1-1,1 1,-1-1,0 1,0-1,0 1,-1 0,1 0,-1-1,0 1,-1 0,1-1,-1 2,2 37,0-41,-1 1,1-1,0 0,0 0,-1 1,2-1,-1 0,0 0,0 0,1 0,-1 0,1-1,-1 1,1 0,0-1,0 1,0-1,0 0,0 1,0-1,0 0,0 0,0 0,1-1,-1 1,0 0,1-1,-1 1,2-1,70-2,-58-2,1 0,-1 0,0-1,-1-1,0-1,0 0,0-1,0-1,-2 0,1-1,-1 0,0-1,-1-1,-1 0,1 0,-2-1,0-1,-1 0,0 0,-1-1,4-8,-45 90,7-3,4 1,1 1,4 1,3 0,3 1,2 4,-3 85,7 0,7 16,-3-127,0-39,-2-29,-1-96,4 1,5 0,6 1,5-1,4 2,25-71,-8 76,-37 109,0 0,0 0,0 0,0 0,0 0,0 0,1 1,-1-1,0 0,0 0,1 0,-1 0,1 0,-1 1,1-1,-1 0,1 0,-1 1,1-1,0 0,-1 1,1-1,0 0,0 1,0-1,-1 1,1 0,0-1,0 1,0 0,0-1,0 1,0 0,-1 0,1 0,0 0,0 0,0 0,0 0,0 0,0 0,0 0,0 0,0 1,0-1,-1 0,1 1,0-1,0 0,0 1,0-1,-1 1,1 0,0-1,-1 1,1 0,0-1,-1 1,1 0,-1-1,1 1,-1 0,1 0,-1 0,0 0,1 0,-1-1,0 2,7 13,-1 0,-1 0,0 1,-1 0,-1 0,0 0,-2 0,0 1,0-1,-1 0,-3 15,2-25,0 0,0 0,0 0,-1 0,0 0,0-1,-1 1,1-1,-1 1,0-1,-1 0,1 0,-1 0,0-1,0 1,-1-1,1 0,-1 0,0-1,0 1,0-1,-1 0,1-1,-1 1,1-1,-5 1,9-2,0-1,0 1,-1-1,1 0,0 1,-1-1,1 0,-1 0,1 0,0 0,-1 0,1 0,0 0,-1 0,1-1,0 1,-1 0,1-1,0 1,-1-1,1 0,0 1,0-1,0 0,0 0,0 0,-1 0,2 1,-1-2,0 1,0 0,0 0,0 0,1 0,-1 0,0-1,1 1,-1 0,1-1,0 1,-1 0,1-1,0 1,0 0,0-1,0 1,0 0,0-1,0 1,0-1,1 0,3-6,1 1,-1 0,2 0,-1 0,1 1,0-1,0 1,0 1,1-1,0 1,0 0,0 1,1 0,0 0,0 1,0-1,0 2,0-1,4 0,-9 2,0-1,0 1,0-1,0 1,0 0,1 0,-1 0,0 1,1-1,-1 1,0 0,1 0,-1 0,1 0,-1 1,0-1,1 1,-1 0,0 0,1 0,-1 0,0 0,0 1,0 0,0-1,-1 1,1 0,0 1,-1-1,1 0,-1 1,0-1,0 1,0 0,1 1,3 62,-4-65,-1 0,0-1,1 1,-1-1,0 1,1-1,-1 1,1-1,-1 0,1 0,-1 0,1 1,-1-2,1 1,-1 0,1 0,-1 0,1-1,-1 1,0 0,1-1,-1 0,0 1,1-1,-1 0,0 0,1 1,-1-1,0 0,0 0,0 0,0-1,0 1,0 0,0 0,-1 0,2-2,9-10,0 0,-1-1,0 0,-2-1,1 0,-2 0,0-1,0 0,-2 0,0-1,-1 0,-1 1,0-1,-1 0,-1-2,0 16,0 1,-1-1,1 1,-1 0,0-1,0 1,0-1,0 1,0-1,0 1,0-1,-1 1,0 0,1-1,-1 1,0 0,0-1,0 1,0 0,-1 0,1 0,0 0,-1 0,0 0,1 1,-1-1,0 0,0 1,0-1,0 1,-1 2,1 1,0 0,0 0,0 0,0 0,0 0,0 0,1 0,-1 1,1-1,-1 1,1-1,0 1,0-1,0 1,0 0,1 0,-1-1,1 1,0 0,-1 0,1 0,1 0,-1 1,0 4,1 0,0 0,1-1,-1 1,2 0,-1-1,1 1,0-1,0 0,1 0,0 0,0 0,1-1,0 0,0 0,0 0,1 0,0-1,0 0,0 0,5 2,61 72,-70-73,0 0,0-1,0 1,-1 0,0 0,0 0,0 0,-1 0,0 0,0 0,-1 0,1 0,-1 0,0 0,-1 0,-1 3,-5 32,8-40,0 0,0 0,-1 0,1 0,0 0,0 0,0 1,0-1,1 0,-1 0,0 0,0 0,1 0,-1 0,0 0,1 0,-1 0,1 0,0 0,-1 0,1 0,0 0,-1 0,1 0,0-1,0 1,0 0,0 0,0-1,0 1,0-1,0 1,0-1,0 1,0-1,0 0,0 1,0-1,0 0,0 0,0 0,1 0,47-13,-31-2,-1 0,-1 0,-1-1,0-1,-1-1,-1 0,-1-1,0 0,-1-1,-2 0,0-1,5-18,33-82,-7-3,-5-1,-5-2,-3-18,-11 11,-16 134,1-1,-1 1,1-1,-1 1,0-1,1 1,-1-1,0 0,1 1,-1-1,0 0,0 1,0-1,0 0,0 1,0-1,0 0,0 1,0-1,0 0,0 1,0-1,0 0,0 1,0-1,-1 1,1-1,0 0,-1 1,1-1,0 1,-1-1,1 1,-1-1,1 1,-1-1,1 1,-1-1,1 1,-1-1,1 1,-1 0,1-1,-1 1,0 0,1 0,-1 0,0-1,1 1,-1 0,0 0,1 0,-1 0,0 0,1 0,-1 0,0 0,1 0,-1 1,0-1,1 0,-1 0,0 1,1-1,-1 0,1 0,-1 1,-54 90,54-88,-27 69,2 1,4 1,3 2,4 0,3 0,3 1,3 1,4-1,3 1,4-1,3 0,3 1,1-16,-6-77,-5-50,-3-1,-3 1,-2-1,-3 2,-17-54,26 112,-2-8,0 1,-1-1,-1 1,0 0,0 0,-1 1,-1 0,0 0,-6-7,13 19,-1-1,1 0,0 0,-1 0,0 1,1-1,-1 0,1 1,-1-1,0 0,1 1,-1-1,0 1,0-1,0 1,1-1,-1 1,0 0,0-1,0 1,0 0,0 0,0 0,1 0,-1-1,0 1,0 0,0 1,0-1,0 0,0 0,0 0,0 0,0 1,1-1,-1 0,0 1,0-1,0 1,0 0,0 1,1-1,-1 1,0-1,1 0,0 1,-1-1,1 1,0-1,0 1,0-1,-1 1,2-1,-1 1,0-1,0 1,0-1,1 1,-1-1,1 1,-1-1,1 0,0 1,0 0,7 10,1-1,1 1,0-2,0 1,1-1,0-1,1 0,0-1,1 0,-1-1,1 0,8 2,116 47,-132-55,-4-1,1 0,-1 0,0 1,1-1,-1 0,0 0,0 0,1 1,-1-1,0 1,0-1,0 1,0 0,1-1,-1 1,0 0,0 0,0-1,0 1,-1 0,1 0,0 0,0 0,0 0,-1 1,1-1,-1 0,1 0,-1 0,1 1,-1-1,0 0,1 0,-1 1,0-1,0 0,0 1,0-1,-54 65,46-57,0 1,1-1,0 2,1-1,0 1,0 0,1 1,0-1,1 2,3-11,1 0,0-1,-1 1,1 0,0 0,0-1,0 1,0 0,0-1,1 1,-1 0,1-1,-1 1,1 0,-1-1,1 1,0-1,0 1,-1-1,1 1,0-1,1 0,-1 1,0-1,0 0,0 0,1 0,-1 0,1 0,-1 0,1 0,-1 0,1-1,-1 1,1 0,0-1,-1 0,1 1,1-1,67 1,-68-1,0 0,0-1,-1 1,1 0,0 0,0 0,-1 0,1 0,0 0,0 1,-1-1,1 1,0-1,-1 1,1-1,-1 1,1 0,0 0,-1 0,0 0,1 0,-1 0,0 0,1 1,-1-1,0 0,0 1,0-1,0 1,0-1,0 1,-1-1,2 3,-1-2,0-1,0 1,1 0,-1 0,1 0,-1-1,1 1,0-1,-1 1,1-1,0 0,0 0,0 0,0 0,0 0,0 0,1 0,-1-1,0 1,0-1,1 1,-1-1,0 0,0 0,1 0,-1 0,0-1,0 1,1 0,-1-1,0 0,0 0,2 0,2-1,0-1,0 0,-1 0,1 0,-1 0,1-1,-1 0,0 0,-1-1,1 1,2-4,4-9,-1-1,0 0,-1 0,-1-1,-1 0,0-1,2-17,-5 25,31-135,-6-1,-6-1,-1-83,-19 89,-3 142,1 0,-1 0,0 0,0 0,0 0,0 0,0-1,0 1,0 0,0 0,-1 0,1 0,0 0,-1 0,1 0,0 0,-1 1,1-1,-1 0,1 0,-1 0,0 0,1 1,-1-1,0 0,0 0,0 1,1-1,-1 1,0-1,0 1,0-1,0 1,0-1,0 1,0 0,0 0,0-1,0 1,0 0,-31 32,13 4,2 1,1 1,2 0,2 2,2-1,1 1,-1 21,1 19,3 0,4 0,4 0,2 1,5-2,3 1,3-2,-7-31,-1-14</inkml:trace>
  <inkml:trace contextRef="#ctx0" brushRef="#br0" timeOffset="3484.147">3316 572,'20'20,"0"-1,1-1,1 0,1-2,14 8,-17-12,0 0,-2 2,0 0,0 1,-1 0,-1 2,-1 0,4 6,-16-18,0 0,-1 1,0-1,0 1,0-1,-1 1,1 0,-1 0,-1 0,1 0,-1-1,0 1,0 0,-1 0,0 0,0 0,0 0,-1-1,0 1,0-1,0 1,0-1,-1 0,0 1,0-1,-1-1,0 1,-2 3,-49 83,55-90,0 1,0-1,-1 0,1 1,0-1,1 0,-1 0,0 1,0-1,0 0,1 0,-1 1,1-1,-1 0,1 0,-1 0,1 0,0 0,-1 1,1-1,0 0,0-1,0 1,0 0,0 0,0 0,0 0,0-1,0 1,0-1,0 1,0-1,1 1,-1-1,0 1,0-1,1 0,-1 0,1 0,51 1,-47-2,1-1,-1 0,0-1,0 0,-1 0,1 0,-1 0,1-1,-1 0,0 0,0 0,-1-1,1 1,-1-1,0 0,0-1,-1 1,0-1,0 1,0-1,0 0,-1 0,0 0,0-1,-1 1,0 0,0-1,0 1,-1 0,0-1,0 1,0-1,-1 1,0-1,-1 1,1 0,-3-6,3 9,-1 0,0 0,0-1,0 1,0 0,0 0,-1 1,1-1,-1 0,0 1,1 0,-1 0,0-1,-1 2,1-1,0 0,0 1,-1-1,1 1,-1 0,0 0,1 0,-1 1,1-1,-1 1,0 0,1 0,-1 0,0 1,1-1,-1 1,-3 1,0 0,0 0,0 0,0 1,1 0,-1 1,1-1,0 1,0 0,0 1,0 0,1-1,0 2,0-1,0 1,1-1,-2 3,3-4,0 1,1 0,-1 0,1 0,0 0,0 0,1 0,-1 0,1 1,0-1,1 0,-1 1,1-1,0 1,1-1,-1 1,1-1,0 0,0 1,1-1,-1 0,1 0,0 0,1 0,-1 0,1 0,0-1,0 1,1-1,-1 0,1 0,1 1,26 15,0-6</inkml:trace>
  <inkml:trace contextRef="#ctx0" brushRef="#br0" timeOffset="3731.212">3877 598,'-16'3,"-9"7,-6 11,1 13,2 11,7-4</inkml:trace>
  <inkml:trace contextRef="#ctx0" brushRef="#br0" timeOffset="3897.281">3784 1294,'21'13,"15"8,9 2,3-4,-2-3,-8-6</inkml:trace>
  <inkml:trace contextRef="#ctx0" brushRef="#br0" timeOffset="13852.089">361 1641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3:30.00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1 354,'206'-43,"-191"39,-1-2,1 1,-1-2,-1 0,1 0,-1-2,-1 1,1-2,-2 0,1 0,-1-1,4-5,-11 12,-1 0,1 0,-1-1,1 1,-1-1,-1 0,1 0,-1 0,1 0,-2 0,1 0,0 0,-1-1,0 1,0-1,-1 1,0-1,0 1,0-1,0 1,-1-1,0 1,0-1,0 1,-1 0,0 0,0-1,0 1,-1 0,0 1,1-1,-3-1,0 2,0 0,-1 1,0-1,1 1,-1 1,0-1,0 1,-1 0,1 1,0-1,-1 1,1 0,-1 1,1-1,-1 2,1-1,-1 0,1 1,0 1,-1-1,1 1,0 0,0 0,0 0,0 1,0 0,0 1,1-1,0 1,-1 0,1 0,1 1,-1-1,1 1,0 0,0 0,-2 4,-8 14,1 1,1 1,2 0,0 1,2 0,0 0,2 0,1 1,2 0,0 0,1 0,3 26,2 63,5 0,12 44,8 112,-27-261,1 0,-1 0,-1 0,0-1,0 1,-1 0,-1 0,0 0,0-1,-1 1,0-1,-1 1,0-1,-1-1,0 1,-1 0,1-1,-2 0,0 1,-19 7</inkml:trace>
  <inkml:trace contextRef="#ctx0" brushRef="#br0" timeOffset="298.734">67 594,'74'-17,"0"2,1 4,1 4,-1 2,19 4,-84 1,-7 0,0-1,-1 0,1 1,0 0,0 0,-1 0,1 0,0 0,0 1,-1-1,1 1,0-1,-1 1,1 0,-1 0,1 0,-1 1,1-1,-1 0,0 1,0 0,0 0,0-1,0 1,0 0,0 0,0 1,-1-1,5 97,-7-73,1-17,-2 1,1-1,1 1,0-1,0 1,1-1,0 1,0-1,1 1,1-1,-1 0,2 0,-1 0,1-1,0 1,4 4,4-1</inkml:trace>
  <inkml:trace contextRef="#ctx0" brushRef="#br0" timeOffset="549.031">615 219,'0'0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3:51.90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102 56,'94'-10,"-63"9,122 0,138 16,-258-11,-33-4,0 0,-1 1,1-1,0 0,0 0,0 1,0-1,0 0,0 0,0 1,0-1,0 0,0 0,0 1,0-1,0 0,0 1,0-1,-398 1,130-1,238 2,24 5,21 0,31 3,0-3,1-1,-1-2,13-2,-27 0,351 6,-281-16,-103 7,1 1,-1 0,0-1,1 1,-1 0,0-1,1 1,-1-1,1 1,-1-1,1 1,-1-1,1 1,-1-1,1 1,0-1,-1 0,1 1,0-1,0 0,-1 1,1-1,0 0,0 0,0 1,0-1,0 0,0 1,0-1,0 0,0 0,0 1,0-1,0 0,1 1,-1-1,0 0,0 1,1-1,-1 0,1 1,-1-1,0 1,1-1,-1 1,1-1,-1 1,1-1,0 1,-1-1,1 1,-1-1,1 1,0 0,-1 0,1-1,0 1,-36-11,0 2,0 2,-1 1,0 1,0 3,0 0,-1 3,16-2,-23-1,-153 5,180 7,44 0,48 0,0-3,1-4,33-4,-89 1,160-10,-154 0,-25 9,-1 1,0 0,0-1,0 1,1-1,-1 1,0-1,0 1,0-1,0 1,0-1,0 1,0-1,0 1,0-1,0 1,0 0,0-1,0 1,0-1,-1 1,1-1,0 1,0-1,0 1,-1 0,1-1,0 1,-1-1,1 1,0 0,-1-1,1 1,0 0,-1 0,1-1,-1 1,1 0,0 0,-1-1,1 1,-1 0,1 0,-1 0,1 0,-1 0,1 0,-1 0,1 0,-1 0,1 0,-1 0,1 0,-1 0,-28-8,0 2,0 1,-1 1,0 1,0 2,1 1,0-1,-351-2,317 9,63-5,0-1,0 1,0-1,0 0,0 1,0-1,0 1,0-1,0 1,0-1,0 0,0 1,0-1,0 1,0-1,1 1,-1-1,0 0,0 1,1-1,-1 0,0 1,1-1,-1 0,0 1,1-1,-1 0,0 0,1 1,-1-1,0 0,1 0,-1 0,1 1,-1-1,1 0,-1 0,0 0,1 0,-1 0,1 0,-1 0,1 0,-1 0,0 0,1 0,-1 0,1 0,-1-1,1 1,-1 0,0 0,1 0,-1-1,67 12,1-4,0-3,37-2,-49-2,250-1,-275-4,-31 5,0-1,-1 1,1 0,0 0,-1 0,1 0,0-1,0 1,-1 0,1 0,0-1,0 1,-1 0,1 0,0-1,0 1,0 0,0-1,0 1,-1 0,1-1,0 1,0 0,0-1,0 1,0 0,0-1,0 1,0 0,0-1,0 1,0 0,0-1,0 1,1 0,-1-1,0 1,0 0,0 0,0-1,1 1,-1 0,0-1,0 1,0 0,1 0,-1 0,0-1,0 1,1 0,-1 0,-152-19,-366 4,490 16,46 4,557 17,-547-22,-45-5,-281-4,270 9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3:52.72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34 0,'-5'25,"-3"20,-1 13,1 6,5-1,2-11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3:53.13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 1,'-2'25,"-1"19,0 15,1 5,0-8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3:48.70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2 428,'-1'23,"1"1,1 0,0 0,2 0,1-1,1 1,4 9,-8-26,0-5,1 13,1 1,1 0,0-1,1 0,1 0,0 0,1-1,0 0,2 0,-1 0,2-1,0-1,4 4,-12-15,1 0,-1 0,0-1,1 1,-1-1,1 0,-1 0,1 0,-1 0,1 0,-1 0,1-1,-1 1,1-1,-1 1,0-1,1 0,-1 0,0 0,0-1,0 1,0 0,0-1,0 1,0-1,0 0,0 0,-1 0,1 0,-1 0,1 0,-1 0,0 0,0 0,0-1,0 1,0 0,-1-1,1 1,-1-1,1-1,9-23,-2-1,-1 0,0 0,1-27,28-101,-35 152,1 0,-1 0,1 0,0 0,0 0,0 0,1 0,0 1,-1-1,1 1,0 0,1 0,-1 0,0 0,1 0,0 1,-1 0,1-1,0 2,0-1,1 0,-1 1,0 0,0-1,1 2,-1-1,1 1,-1-1,0 1,1 0,0 1,36 7,-2 5</inkml:trace>
  <inkml:trace contextRef="#ctx0" brushRef="#br0" timeOffset="901.819">818 588,'-2'-4,"0"-1,0 1,0-1,-1 1,0 0,0 0,0 0,0 0,0 1,-1-1,0 1,1 0,-1 0,0 0,-1 1,1-1,0 1,-1 0,0 0,1 0,-1 1,0 0,0 0,1 0,-1 0,0 1,0 0,0 0,0 0,0 1,0 0,0 0,0 0,0 0,-5 3,1 0,-1 0,1 1,0 0,0 1,1 0,-1 1,1-1,1 1,-1 1,1 0,1 0,-1 0,1 1,1-1,-1 2,2-1,-1 0,1 1,1 0,-1 2,4-10,0 1,1-1,-1 1,1-1,-1 1,1-1,0 0,0 1,0-1,0 0,0 0,0 1,1-1,-1 0,1 0,-1 0,1-1,0 1,0 0,0-1,0 1,0-1,0 1,0-1,0 0,1 0,-1 0,0 0,1-1,-1 1,1-1,-1 1,1-1,-1 0,1 0,-1 0,1 0,-1 0,1-1,-1 1,1-1,-1 1,1-1,-1 0,0 0,0 0,1 0,-1-1,11-3,1 0,-1-1,0-1,-1 0,1 0,-2-1,1-1,-1 0,0-1,-1 0,0-1,-1 1,4-6,-14 16,1 1,0-1,0 1,1-1,-1 1,0-1,0 0,0 1,0-1,0 1,0-1,1 1,-1-1,0 0,0 1,1-1,-1 1,0-1,0 0,1 1,-1-1,0 0,1 1,-1-1,1 0,-1 0,0 1,1-1,-1 0,1 0,-1 0,1 0,-1 0,1 1,-1-1,0 0,1 0,-1 0,1 0,-1 0,1 0,-1 0,1-1,-1 1,1 0,-1 0,1 0,-1 0,0-1,1 1,-1 0,1 0,-1-1,0 1,1 0,-1-1,0 1,1 0,-1-1,0 1,2 9,0-4,-1 0,1 0,1 0,-1 0,1 0,0-1,0 1,0-1,1 0,-1 0,1 0,0 0,0 0,0-1,1 0,-1 0,1 0,0-1,0 1,0-1,0 0,0-1,0 1,1-1,-1 0,0 0,1-1,-1 1,1-1,-1-1,1 1,-1-1,0 0,1 0,-1 0,0-1,14-3,-1-1,0-1,-1 0,0-1,0-1,-1-1,0 0,0-2,-1 1,-1-2,0 0,-1 0,0-2,-1 1,-1-2,0 1,-1-1,0-1,-2 0,0 0,-1-1,-1 0,0 0,-1-1,-2 1,1-1,1-11,-1 0,-1 0,-2 0,-1 0,-1-1,-2 1,-1 0,-1-1,4 27,1 1,0 0,-1-1,0 1,1 0,-2 0,1 0,0-1,0 1,-1 0,0 1,1-1,-1 0,0 0,-1 1,1-1,0 1,-1 0,1 0,-1 0,0 0,1 0,-1 0,0 1,0-1,0 1,-1 0,1 0,0 0,0 0,-1 1,1-1,0 1,-3 0,-2 3,-1 1,1 1,0-1,0 1,0 0,1 1,0 0,0 0,0 1,1-1,0 1,0 1,0-1,1 1,1 0,-1 0,-2 7,-4 6,1 0,0 0,1 1,2 0,0 0,1 1,2 0,0 0,1 0,1 0,2 1,0-1,2 0,0 1,1-1,2 0,0-1,1 1,10 20,-9-29,1-1,0-1,1 1,0-2,1 1,1-1,-1-1,2 0,-1 0,2-1,-1-1,1 0,0 0,1-1,0-1,0-1,0 0,0 0,1-2,0 0,0 0,0-1,9-1,-12-3,-1 0,0 0,0-1,0-1,0 0,0 0,-1-1,1-1,-1 0,-1 0,1-1,-1 0,0 0,-1-1,0-1,0 1,-1-1,0 0,0-1,-1 0,0 0,-1 0,0-1,2-8,-11 54,2-28,1 0,0 0,0 1,1-1,0 0,1 0,-1 0,1 1,1-1,-1 0,1 0,0 0,1-1,0 1,0-1,0 1,1-1,0 0,0 0,0 0,1-1,0 1,1-1,2 2,1-1,0 0,0 0,1-1,-1-1,1 0,0 0,0 0,1-1,-1-1,1 0,-1 0,1-1,0-1,8 0,-12 0,0 0,0-1,0 0,0 0,0-1,-1 0,1 0,0 0,-1-1,0 0,0 0,0-1,0 0,0 0,-1 0,1-1,-1 1,0-1,-1 0,1-1,-1 1,0-1,0 0,1-5,-1 5,-1-1,0 0,0 0,-1 0,0-1,0 1,-1 0,0-1,0 0,-1 1,0-1,0 1,-1-1,0 1,0-1,-1 1,0 0,0-1,0 1,-1 0,0 0,-1 1,1-1,-2 1,1-1,0 1,-1 1,0-1,-1 1,1-1,-1 2,0-1,0 1,0-1,-1 2,0-1,1 1,-1 0,-1 0,-2 0,5 2,-1 0,0 0,0 0,0 1,0 0,0 0,0 1,0 0,1 0,-1 0,0 0,0 1,1 0,-1 0,1 1,0 0,-1-1,1 2,0-1,1 1,-1-1,1 1,-1 1,1-1,1 0,-1 1,1 0,-1 0,1 0,1 0,-1 1,1-1,0 1,0-1,0 1,1 0,0 0,0 0,1 0,-1 0,1 0,0-1,1 6,18 31,7-4</inkml:trace>
  <inkml:trace contextRef="#ctx0" brushRef="#br0" timeOffset="1522.728">2168 762,'-8'-31,"2"-1,1 0,1 0,2 0,1 0,1-3,-4-82,-12 56,16 60,-1-1,1 1,-1 0,1 0,-1 0,0 0,1-1,-1 1,0 0,0 0,0 1,0-1,0 0,0 0,0 0,0 0,0 1,0-1,0 1,0-1,-1 1,1-1,0 1,0 0,-1-1,1 1,0 0,0 0,-1 0,1 0,0 0,-1 0,1 0,0 1,0-1,-1 0,1 1,0-1,0 1,-1-1,1 1,0 0,0-1,0 1,0 0,-3 3,1-1,0 1,0 0,0 0,0 0,1 0,-1 0,1 1,0-1,0 1,1-1,0 1,-1 0,1-1,1 1,-1 0,1 0,0 0,0 0,0 0,1 0,0-1,0 1,0 0,0 0,1-1,0 1,0-1,0 1,0-1,1 0,-1 0,1 0,0 0,1-1,-1 1,1-1,-1 0,1 0,0 0,0 0,3 1,14 7,1-1,-1-1,2 0,-1-2,1-1,0-1,0-1,0 0,1-2,0-1,3-1,6 2,-31-2,0-1,1 1,-1 0,1 0,-1 1,1-1,-1 0,1 1,-1-1,1 1,-1 0,0 0,1 0,-1 0,0 0,0 1,0-1,0 1,0-1,0 1,0 0,-1-1,1 1,-1 0,1 0,-1 0,1 0,-1 1,0-1,0 0,0 1,-1-1,1 0,0 1,-1 1,2 40,-3-38,1 1,0 0,0-1,0 1,1 0,0-1,1 1,-1-1,1 1,1-1,-1 0,1 0,0 0,4 6,2-3,1-1,1 0,-1 0,1-1,0-1,1 1,-1-2,1 0,1 0,-1-1,1-1,-1 0,1 0,0-2,0 1,0-2,0 1,0-2,11-1,-16 2,1 0,-1 0,1-1,-1 0,1-1,-1 1,0-2,0 1,0-1,0 0,0-1,0 0,-1 0,0-1,0 1,0-2,-1 1,1-1,-1 0,0 0,-1-1,0 1,0-1,1-2,-1-3,-1-1,0 1,-1-1,0 0,-1 0,0 0,-1 0,0-1,-1 1,-1 0,0 0,-2-6,-8 8,-1 30,5 0,1 1,0 0,2 0,0 0,2 0,0 1,1 0,2 19,-2-36,1-1,0 1,0 0,0 0,1-1,-1 1,1 0,0-1,0 1,0 0,1-1,-1 1,1-1,0 0,-1 0,2 1,-1-1,0 0,1-1,-1 1,1 0,0-1,0 1,0-1,0 0,0 0,0 0,1-1,-1 1,1-1,-1 0,1 0,0 0,-1 0,1 0,0-1,-1 0,1 0,0 0,0 0,-1 0,1-1,0 0,2 0,15-11</inkml:trace>
  <inkml:trace contextRef="#ctx0" brushRef="#br0" timeOffset="1769.636">2970 227,'-16'-4,"-7"-2,0 4,10 11,22 7,23 8,5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4:01.10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261 656,'-12'5,"1"1,-1 0,2 1,-1 0,1 1,0 0,0 1,1 0,0 1,1-1,-4 7,8-11,0 1,1-1,0 1,0-1,1 1,-1 0,1 0,0 0,1 1,0-1,0 0,0 1,1-1,0 0,0 1,0-1,1 1,0-1,0 0,1 0,-1 1,2-1,1 5,1-3,1-1,0 1,1-1,-1 0,1-1,1 1,-1-1,1-1,0 0,0 0,1 0,0-1,-1 0,1-1,0 0,1 0,-1-1,1 0,-1-1,1 0,-1 0,1-1,-1 0,1-1,9-2,-13 2,1-1,-1 0,0 0,0 0,0-1,0 0,0 0,-1-1,1 0,-1 0,0 0,0 0,0-1,-1 0,1 0,-1 0,-1 0,1-1,-1 1,0-1,0 0,0 0,-1-1,1-3,2-4,-2-1,0 1,-1-1,0 1,-1-1,-1 0,0 0,-1 1,-1-1,-2-9,3 17,0 1,-1-1,0 0,0 1,-1-1,0 1,0 0,0 0,-1 0,1 0,-2 0,1 1,-1 0,1 0,-1 0,-1 0,1 1,-1 0,1 0,-1 1,0-1,-1 1,1 1,0-1,-1 1,0 0,1 0,-6 0,-4 3,0 1,1 0,-1 1,0 1,1 0,0 1,0 1,0 0,0 1,1 0,1 1,-1 1,1 1,1-1,-1 2,2 0,0 0,0 1,1 0,0 1,1 1,1-1,-1 2,-14 28</inkml:trace>
  <inkml:trace contextRef="#ctx0" brushRef="#br0" timeOffset="254.32">181 95,'-14'4,"-6"9,-1 11,7 11,7 5,10 4,8-4,3-9</inkml:trace>
  <inkml:trace contextRef="#ctx0" brushRef="#br0" timeOffset="478.424">662 1,'-9'0,"-3"11,0 20,5 19,8 15,11 14,10 7,5-5,0-15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4:02.98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129 361,'-2'20,"-1"21,0 15,1 9,0 2,4-5,0-9,1-13</inkml:trace>
  <inkml:trace contextRef="#ctx0" brushRef="#br0" timeOffset="253.323">22 0,'-11'14,"0"11,15 10,16 7,22 2,3-6</inkml:trace>
  <inkml:trace contextRef="#ctx0" brushRef="#br0" timeOffset="907.419">758 508,'-176'-54,"173"52,-1 1,1 0,0 0,-1 0,1 0,-1 1,1-1,-1 1,0 0,1 0,-1 1,1-1,-1 0,1 1,-1 0,1 0,-1 0,1 1,0-1,0 1,0-1,0 1,0 0,0 0,0 1,0-1,1 0,-1 1,1 0,-1 0,-1 4,0 1,0-1,1 1,0 0,0 0,1 0,0 0,0 0,1 1,0-1,1 0,-1 1,2-1,-1 0,1 1,1-1,-1 0,1 0,2 4,-3-7,1 0,0-1,0 1,0-1,0 1,1-1,-1 0,1 0,1 0,-1 0,0-1,1 1,0-1,-1 0,1 0,1 0,-1 0,0-1,1 0,-1 0,1 0,-1 0,1-1,0 0,0 0,0 0,0 0,0-1,0 0,0 0,0 0,4-1,-1-1,0-1,0 0,-1 0,1 0,-1-1,0 0,0 0,0-1,0 0,-1 0,0-1,0 0,0 0,-1 0,0-1,0 1,-1-1,1-1,-1 1,-1 0,0-1,0 0,0 0,-1 0,0 0,-1 0,0 0,0 0,0 0,-1-1,-1 1,1 0,-1 0,-1-1,-1-4,3 13,0 1,0-1,0 0,0 0,-1 0,1 0,0 0,0 0,0 0,0 0,-1 0,1 0,0 0,0 0,0 0,0 0,-1 0,1 0,0 0,0 0,0 0,0 0,-1 0,1 0,0 0,0 0,0 0,0 0,4 16,1 0,1 0,1-1,0 0,1 0,0 0,1-1,1-1,4 4,53 50,-65-65,1-1,-1 0,1 1,-1-1,1 0,0 0,0-1,-1 1,1 0,0-1,0 0,0 0,0 0,0 0,0 0,0 0,-1-1,1 1,0-1,0 0,0 0,-1 0,1 0,0 0,-1-1,0 1,1-1,-1 0,0 0,3-2,7-10,-1-2,-1 1,0-1,0-1,-2 0,0 0,-1-1,-1 0,-1 0,0 0,-1-1,-3 15,50-178,-35 147,-16 35,1-1,-1 1,1-1,0 1,-1-1,1 1,0-1,-1 1,1 0,0-1,-1 1,1 0,0 0,0-1,-1 1,1 0,0 0,0 0,0 0,-1 0,1 0,0 0,0 0,-1 0,1 1,0-1,0 0,-1 0,1 1,0-1,-1 0,1 1,0-1,-1 1,1-1,0 1,-1-1,1 1,-1-1,1 1,-1 0,1-1,-1 1,114 144,-81-110,-25-28,-1 0,0 0,0 1,0 0,-1 0,0 1,-1 0,0 0,0 0,-1 0,0 1,0 2,-4-7,0 1,0-1,0 1,-1-1,0 1,0-1,0 1,-1-1,0 0,0 0,0 0,-1 0,1-1,0 0,0 0,0 0,1 0,-1 0,1 0,0 0,0 0,1 1,-1-1,1 0,0 1,0-1,1 0,-1 1,1-1,0 0,0 1,2-2,-1 0,1 0,0 0,1 0,-1-1,0 0,1 1,0-1,-1 0,1-1,0 1,0-1,0 1,0-1,0 0,0-1,0 1,0-1,0 0,0 0,4 0,-7 0,74 1,0-4,-1-3,0-3,53-14,-121 22,89-17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4:04.95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325 574,'-13'-3,"0"1,0 1,0 0,0 1,0 0,0 1,0 0,0 1,0 1,0 0,1 1,-1 0,1 1,0 0,0 1,1 0,-1 1,1 0,1 1,0 0,0 1,0 0,1 0,0 1,-5 9,12-17,0 1,1-1,-1 1,1 0,0 0,0-1,0 1,0 0,0 0,0 0,1 0,0 0,0 0,-1 0,2 1,-1-1,0 0,1 0,-1 0,1 0,0 0,0-1,0 1,0 0,0 0,1-1,0 1,-1 0,1-1,0 0,0 1,0-1,0 0,1 0,-1 0,0 0,1 0,0-1,-1 1,1-1,0 0,0 0,0 0,10 2,1-2,-1 0,0 0,0-2,1 1,-1-2,0 0,0 0,0-1,-1-1,1 0,-1 0,1-2,-1 1,-1-2,1 1,-1-2,9-7,-13 11,1-1,-1-1,-1 1,1-1,-1-1,0 1,0-1,0 0,-1 0,0 0,-1-1,0 0,0 0,2-8,-10-3,-11 37,14-11,-1 0,1 0,0 0,1 1,0-1,0 0,0 0,1 0,0 0,1 0,-1 0,1 0,1 0,-1-1,1 1,1-1,-1 1,1-1,0 0,0-1,0 1,1-1,0 0,0 0,1 0,-1-1,1 1,0-1,0-1,0 1,1-1,-1 0,1-1,0 1,0-1,0-1,0 1,3-1,1 0,0 0,0-1,0 0,0-1,-1-1,1 1,0-2,-1 1,1-1,-1-1,0 0,0-1,0 0,-1 0,0-1,0 0,0 0,-1-1,4-3,1-2,-1-1,0 0,-1-1,0 0,-1-1,-1 0,0 0,-1-1,0 0,-2 0,0-1,1-5,1-17,-2 0,-1-1,-3 1,-1-1,-3-31,-16-27,17 96,1 0,-1 1,1-1,-1 1,0-1,0 1,0-1,0 1,0-1,0 1,0 0,0 0,-1 0,1-1,0 1,-1 0,1 0,-1 1,1-1,-1 0,0 1,1-1,-1 0,0 1,1 0,-1-1,0 1,1 0,-1 0,0 0,0 0,1 0,-1 1,0-1,0 0,1 1,-1-1,1 1,-1 0,0-1,1 1,-1 0,1 0,0 0,-1 0,1 0,0 0,-1 1,1-1,0 0,0 1,0 0,-14 15,2 2,0-1,1 1,1 1,1 0,1 1,0 0,2 0,0 1,2 0,-1 9,0-7,1 0,1 1,2-1,0 1,2 0,1 8,-1-24,1 0,1-1,-1 1,2 0,-1-1,1 0,0 1,1-1,0 0,0-1,0 1,1-1,0 0,1 0,0 0,0-1,0 0,1 0,3 2,5 0,0-1,0-1,1-1,-1 0,1-1,1 0,-1-1,0-1,1-1,-1 0,1-1,-1-1,1-1,-1 0,0-1,0-1,0 0,0-1,0-1,-1 0,0-1,9-7,-9 6,-1-1,0-1,0 0,-1-1,0 0,-1-1,0 0,-1-1,0-1,-1 0,-1 0,0-1,-1 0,-1 0,0-1,-1 0,-1 0,0 0,-1-1,-1 0,0-6,4-52,-3 0,-3 0,-6-34,-8 1,13 109,0-1,0 1,0 0,0-1,0 1,0-1,-1 1,1-1,0 1,0-1,-1 1,1-1,0 1,-1-1,1 1,0-1,-1 1,1-1,-1 0,1 1,-1-1,1 0,-1 1,1-1,-1 0,1 0,-1 1,1-1,-1 0,1 0,-1 0,0 0,1 0,-1 0,1 0,-1 0,0 0,1 0,-1 0,1 0,-1 0,1-1,-1 1,1 0,-1 0,1-1,-1 1,1 0,-1 0,1-1,-1 1,1-1,-1 1,1 0,0-1,-1 1,1-1,0 1,-1-1,1 1,0-1,0 1,-1-1,1 0,0 0,-10 25,1 1,1 0,1 0,1 0,0 9,0 0,-10 44,3 1,4 0,2 42,6-105,2 1,0 0,1 0,1-1,1 0,0 1,2 3,-4-14,1-1,-1 1,1-1,0 1,0-1,1 0,0 0,-1 0,2-1,-1 1,1-1,-1 0,1 0,0-1,0 1,1-1,-1 0,1-1,-1 1,1-1,1 0,2 0,1 0,-1-1,1 0,0-1,0 0,-1-1,1 0,0 0,-1-1,1 0,-1 0,1-1,-1-1,0 0,-1 0,1 0,-1-1,1-1,-1 1,-1-1,4-4,-1 2,0-1,-1 0,0-1,-1 0,0-1,-1 1,0-1,0-1,-1 0,-1 1,0-2,0 1,-1-1,-1 1,2-11,-10-6,4 28,1 1,-1 0,1-1,-1 1,1 0,-1 0,1 0,-1-1,1 1,-1 0,0 0,1 0,-1 0,1 0,-1 0,1 0,-1 0,0 0,1 0,-1 0,1 0,-1 1,1-1,-1 0,1 0,-1 0,1 1,-1-1,1 0,-1 1,1-1,-1 1,1-1,0 0,-1 1,1-1,0 1,-1-1,1 1,0-1,0 1,-1-1,1 1,0-1,0 1,0-1,0 1,-1 0,-4 9,0 1,0 0,1 0,0 0,1 0,0 1,1 0,0-1,1 1,0 0,1 0,0 0,1-1,0 1,1 0,2 8,-1-12,0 0,0-1,1 1,0-1,1 1,-1-2,1 1,0 0,1-1,0 0,0 0,0-1,1 1,-1-1,1-1,1 1,-1-1,1-1,-1 1,1-1,0 0,0-1,0 0,0 0,1-1,-1 0,8-1,25 0</inkml:trace>
  <inkml:trace contextRef="#ctx0" brushRef="#br0" timeOffset="531.891">1235 293,'28'9,"2"-1,-1-1,1-1,0-2,0-1,1-2,4 0,44-1,-1-3,1-3,-1-4,0-3,-1-4,35-13,-97 26,1 0,-1-1,0-1,0 0,-1-1,1-1,-2 0,1-1,-1 0,0-1,-1 0,8-10,-18 18,0-1,0 0,0 0,0 0,-1 0,1 0,-1-1,0 1,0 0,0-1,0 1,-1 0,1-1,-1 1,0-1,0 1,0-1,0 1,-1-1,0 1,1-1,-1 1,0 0,-1-1,1 1,0 0,-1 0,0 0,0 0,0 0,0 0,0 1,-1-1,1 1,-1-1,1 1,-4-2,2 1,0 0,0 0,-1 0,0 1,1 0,-1 0,0 0,0 0,0 1,0-1,0 1,0 1,0-1,-1 1,1 0,0 0,0 0,0 1,-1 0,1 0,0 0,0 0,0 1,1 0,-3 1,-4 6,0 1,1 1,1-1,0 1,0 1,1 0,0 0,1 1,1-1,0 1,0 1,2-1,0 1,0 0,1 0,1 0,-1 9,-2 10,0 1,3 0,0 0,2 0,2 0,1 0,2-1,4 14,-6-33,1 1,0-1,1 0,0 0,1-1,1 0,0 0,1 0,0-1,1 0,1-1,-1 0,2 0,0-1,0-1,0 0,1 0,1-1,-1 0,8 2,-16-8,1 0,0 0,0 0,1-1,-1 0,0 0,1 0,-1 0,0-1,1 0,-1 0,0-1,1 1,-1-1,0 0,1-1,-1 1,0-1,0 0,0 0,0-1,-1 1,1-1,-1 0,1-1,-1 1,0-1,0 1,-1-1,1 0,-1-1,2-1,3-7,1 1,-2-1,0-1,0 1,-1-1,-1 0,-1-1,0 1,0-1,-2 0,0 0,0-5,-3-6,1 26,0 1,-1-1,1 0,0 0,0 1,0-1,0 0,-1 0,1 0,0 1,0-1,-1 0,1 0,0 0,0 1,-1-1,1 0,0 0,0 0,-1 0,1 0,0 0,-1 0,1 0,0 0,-1 0,1 0,0 0,0 0,-1 0,1 0,0 0,-1 0,1 0,0 0,-1 0,1 0,0 0,0-1,-1 1,1 0,0 0,0 0,-1 0,1-1,0 1,0 0,0 0,-1-1,1 1,0 0,0 0,0-1,0 1,0 0,0 0,-1-1,1 1,0 0,0-1,0 1,0 0,0-1,0 1,0 0,0-1,0 1,-4 8,0 0,0 0,1 0,0 1,1-1,0 1,0 0,0 0,1 0,1 0,0 0,0-1,0 1,1 0,1 0,0 5,2-4,-1 1,2-2,-1 1,1 0,0-1,1 0,0 0,1-1,0 0,0 0,1 0,0-1,0 0,0 0,1-1,0-1,0 1,1-1,7 2,17 7,-1-1,1-2,1-2,0-1,7-1,75 11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3:56.67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2219 683,'35'-13,"-1"-1,-1-1,-1-2,0-1,14-12,-28 20,0-1,0-1,-2 0,1-1,-2-1,0 0,0-2,-1 1,-1-2,-1 0,-1 0,0-1,-1 0,-1-1,0 0,-2-1,4-14,-10 31,0 1,0 0,0-1,-1 1,1 0,-1-1,0 1,0-1,0 1,0 0,0-1,0 1,-1 0,1-1,-1 1,0 0,1-1,-1 1,0 0,0 0,-1 0,1 0,0 0,-1 0,1 0,-1 0,0 0,1 1,-1-1,0 1,0-1,0 1,0 0,0 0,0 0,-1 0,1 0,0 0,-1 0,1 1,0-1,-1 1,1 0,-1 0,1 0,0 0,-1 0,1 0,0 1,-2 0,-3 3,0 1,0 0,0 1,1 0,0 0,0 0,1 0,0 1,0 0,0 0,1 1,0-1,0 1,1 0,0 0,1 0,-2 8,-7 20,3 0,0 1,3-1,1 1,1 0,2 1,2-1,2 5,10 76,27 104,9 66,-44-230</inkml:trace>
  <inkml:trace contextRef="#ctx0" brushRef="#br0" timeOffset="331.001">2353 750,'43'-19,"1"3,1 1,1 3,0 1,18 0,-49 8,275-41,-285 44,-4-1,0 0,1 1,-1-1,0 0,1 1,-1 0,0-1,1 1,-1 0,0 0,1-1,-1 1,0 0,1 0,-1 1,0-1,1 0,-1 0,1 1,-1-1,0 1,0-1,1 1,-1-1,0 1,0 0,0 0,0 0,0-1,0 1,0 0,0 0,0 0,0 1,0-1,0 0,-1 0,1 0,0 0,-1 1,0-1,1 0,-1 1,1-1,-41 83,37-79,0 0,1 0,-1 0,1 0,0 0,1 1,-1-1,1 1,0-1,1 1,-1-1,1 1,0 0,0-1,1 1,0 0,0-1,0 1,1-1,-1 0,1 1,1-1,-1 0,1 0,0 0,0-1,0 1,2 1,19 8,0-6</inkml:trace>
  <inkml:trace contextRef="#ctx0" brushRef="#br0" timeOffset="580.518">3128 241,'4'16,"12"12,2 1</inkml:trace>
  <inkml:trace contextRef="#ctx0" brushRef="#br0" timeOffset="-2518.086">0 722,'4'26,"0"-1,1 1,2-1,1-1,1 1,0-2,2 1,8 11,-18-32,0 0,1-1,-1 1,1-1,0 1,-1-1,1 0,0 0,0 0,1 0,-1 0,0 0,1-1,-1 1,1-1,-1 1,1-1,0 0,-1 0,1 0,0-1,0 1,0-1,-1 1,1-1,0 0,0 0,0 0,0 0,0-1,0 1,0-1,-1 0,1 0,2-1,1-6,0 0,0 0,-1-1,0 0,-1 0,0-1,-1 1,1-1,-2 1,1-1,-2 0,1 0,-1 0,-1-1,1 1,-2 0,0-1,1 7,0-171,0 172,0 2,-1 0,1-1,-1 1,1 0,0-1,0 1,0 0,0 0,0-1,0 1,0 0,0-1,0 1,1 0,-1-1,0 1,1 0,-1 0,1 0,0-1,-1 1,1 0,0 0,0 0,0 0,-1 0,1 0,0 0,0 1,0-1,0 0,1 0,-1 1,0-1,0 1,0-1,1 1,-1-1,1 1,16 8,0 5</inkml:trace>
  <inkml:trace contextRef="#ctx0" brushRef="#br0" timeOffset="-1635.266">67 763,'-2'16,"-1"14,0 16,1 16,2 13,4 12,6 8,4 0,1-4,-2-8,-3-12,-3-13,-3-17</inkml:trace>
  <inkml:trace contextRef="#ctx0" brushRef="#br0" timeOffset="-1336.453">107 883,'1'-117,"0"114,-1 0,1 1,-1-1,1 0,0 1,0-1,0 1,1-1,-1 1,0-1,1 1,0 0,-1 0,1 0,0 0,0 0,0 0,0 0,1 1,-1-1,0 1,1-1,-1 1,1 0,-1 0,1 0,0 1,-1-1,1 0,0 1,-1 0,1 0,0 0,92 13,-27 25,-67-37,1 0,-1 1,0-1,1 1,-1 0,0-1,0 1,0 0,0 0,0 0,0-1,-1 1,1 0,-1 0,1 0,-1 0,0 0,1 0,-1 0,0 0,0 0,-1 1,1-1,0 0,-1 0,1 0,-1-1,0 1,1 0,-1 0,0 0,0 0,0-1,-1 1,1 0,-1 0,-8 7,-2 1,1-1,-1-1,0 0,-1-1,0 0,0-1,0 0,-1-1,0-1,0 0,0-1,0-1,-8 1,-26-5,50-9,18-5,8 0</inkml:trace>
  <inkml:trace contextRef="#ctx0" brushRef="#br0" timeOffset="-1019.751">575 829,'-2'3,"0"0,0-1,0 1,0 0,0 0,1 0,-1 0,1 0,0 0,0 1,0-1,1 0,-1 1,1-1,-1 0,1 1,0-1,0 0,1 1,-1-1,1 1,0-1,0 0,0 0,0 1,0-1,1 0,-1 0,1 0,0-1,0 1,0 0,0-1,0 1,1-1,-1 1,1-1,0 0,0 0,-1-1,2 1,-1 0,1-1,0 0,-1-1,1 1,0 0,0-1,0 0,0 0,0 0,-1 0,1-1,0 0,0 0,-1 0,1 0,0 0,-1-1,1 1,-1-1,1 0,-1 0,0 0,0-1,0 1,0-1,0 1,-1-1,1 0,-1 0,0 0,0-1,0 1,0-1,-1 1,1-1,-1 1,0-1,0 0,0 1,0-1,-1 0,1 0,-1 0,0 0,0 1,-1-1,1 0,-1 0,0 0,0 0,0-1,0-1,-1 0,1 1,-1-1,0 1,-1-1,1 1,-1 0,0 0,-1 0,1 1,-1-1,0 1,0 0,0 0,-1 0,1 0,-1 1,0 0,0 0,0 0,0 0,-1 1,1 0,-1 0,0 1,1-1,-1 1,0 0,0 1,1 0,-1 0,0 0,-4 1,6 1,0 1,1-1,-1 1,1 0,0 0,0 0,0 1,0-1,0 1,1 0,0-1,0 1,0 0,0 0,0 1,1-1,0 0,0 0,0 1,0-1,1 1,0-1,-1 1,2-1,-1 0,0 1,1-1,0 1,0-1,1 1,7 34</inkml:trace>
  <inkml:trace contextRef="#ctx0" brushRef="#br0" timeOffset="-637.763">1003 883,'65'-441,"-47"340,-5 0,-5-2,-3-3,-8 78,3 28,-1 0,1-1,0 1,-1 0,1 0,-1 0,1-1,-1 1,1 0,-1 0,1 0,-1 0,0 0,1 0,-1 0,1 0,-1 0,1 0,-1 0,1 0,-1 0,1 0,-1 0,1 1,-1-1,1 0,-1 0,1 1,-1-1,1 0,0 1,-1-1,1 0,-1 1,1-1,0 1,-1-1,1 1,0-1,0 0,-1 1,1-1,0 1,0-1,0 1,0-1,0 1,-1 0,1-1,0 1,0-1,0 1,0-1,1 1,-1-1,0 1,0-1,0 1,-10 33,1-1,1 1,2 1,2-1,1 1,1 15,2-38,-7 57,4-1,2 1,3-1,4 0,2 0,3 0,4-1,2-1,5 7,-20-69,-1 0,0 0,0 1,0-1,1 0,-1 0,1 0,0 0,1 0,-1-1,1 1,-1-1,1 1,0-1,1 0,-1 0,0 0,1-1,-1 1,1-1,0 0,0 0,0 0,0-1,3 2,-4-4,0-1,-1 1,1 0,-1-1,1 0,-1 1,0-1,0 0,0 0,0-1,0 1,0 0,0-1,-1 1,1-1,-1 1,0-1,0 0,0 1,0-1,0 0,0 0,-1 0,1 0,-1 1,0-1,0-1,3-24</inkml:trace>
  <inkml:trace contextRef="#ctx0" brushRef="#br0" timeOffset="-388.735">962 602,'-25'-18,"-19"-11,-10-4,-2 0,7 6,10 6,18 6,18 6,24 4,24 5,27 3,25 3,19 3,17 2,9 1,-18-1</inkml:trace>
  <inkml:trace contextRef="#ctx0" brushRef="#br0" timeOffset="1468.649">4131 549,'-9'-2,"-1"0,0 1,0 0,0 1,1 0,-1 1,0 0,0 0,1 1,-1 0,1 1,-1 0,1 1,0-1,0 2,0-1,1 2,0-1,0 1,0 0,1 0,-1 1,-2 4,9-8,0 1,0-1,1 1,-1-1,1 1,0-1,-1 1,2 0,-1-1,0 1,1-1,-1 1,1-1,0 1,0-1,1 1,-1-1,1 0,0 0,-1 1,1-1,1-1,-1 1,0 0,1 0,-1-1,1 0,0 1,0-1,0 0,0 0,0 0,0-1,1 1,-1-1,0 0,1 0,-1 0,1 0,2-1,28 12,1-3,0-1,0-1,1-2,0-2,-1-1,1-2,0-1,0-2,1-1,-27 4,0-1,0 0,0-1,-1 0,1 0,0-1,-1 0,1-1,-1 0,0 0,0-1,-1 0,1-1,-1 0,-1 0,1-1,-1 0,2-3,-8 9,0-1,0 0,0 0,-1 0,1 0,-1 0,1 0,-1 0,0 0,0 0,0-1,0 1,0 0,0 0,0 0,-1 0,1 0,-1 0,0 0,1 0,-1 0,0 1,0-1,0 0,-1 0,1 1,0-1,-1 0,1 1,0 0,-1-1,0 1,1 0,-1 0,-2-1,1-1,0 1,-1 0,1 1,-1-1,0 1,0 0,1-1,-1 2,0-1,0 0,0 1,0 0,0 0,0 0,0 0,0 0,0 1,-2 1,3-1,0 1,0-1,1 1,-1 0,1 0,-1 0,1 0,0 1,0-1,0 1,0-1,0 1,0 0,1-1,0 1,-1 0,1 0,0 0,0 0,1 1,-1-1,0 0,1 0,0 0,0 0,0 1,0-1,1 0,-1 0,1 0,0 0,-1 0,2 0,-1 0,0 0,0 0,1 0,0 0,-1-1,1 1,0-1,1 1,-1-1,0 0,2 2,6 5,0-1,1-1,0 1,0-1,0-1,1 0,0-1,0 0,0-1,1 0,0-1,5 1,-16-3,1-1,-1 1,0 0,0-1,1 1,-1-1,0 1,1-1,-1 0,0 0,1 0,-1-1,1 1,-1 0,0-1,0 0,1 1,-1-1,0 0,0 0,0 0,0 0,0-1,0 1,0-1,0 1,-1-1,1 1,0-1,-1 0,1 0,-1 0,0 0,0 0,0 0,0 0,0 0,0-1,0 1,-1 0,1 0,-1-1,0 1,1-1,-1 1,0 0,-5-14,0 1,-1-1,-1 2,-1-1,0 1,0 0,-1 0,-1 1,0 1,-1-1,-1 2,-11-10,17 15,-47-53,53 59,-1-1,1 0,0 1,-1-1,1 1,0-1,-1 0,1 1,0-1,0 0,0 1,-1-1,1 0,0 1,0-1,0 0,0 0,0 1,1-1,-1 0,0 1,0-1,0 0,0 1,1-1,-1 0,0 1,1-1,-1 1,1-1,-1 0,0 1,1-1,-1 1,1-1,-1 1,1 0,0-1,-1 1,1-1,-1 1,1 0,0 0,-1-1,1 1,0 0,-1 0,1 0,0 0,0 0,-1-1,1 1,0 1,-1-1,1 0,14-2,0 1,1 1,-1 0,0 1,0 1,0 0,6 2,2 0,-20-3,50 7,0 2,-1 2,37 15,-85-26,1 0,-1 0,0 0,1 1,-1 0,0 0,0 0,0 0,0 1,-1-1,1 1,-1 0,1 0,-1 0,0 1,0-1,0 1,-1-1,0 1,1 0,-1 0,0 0,-1 1,1-1,-1 0,0 1,0-1,0 0,0 1,-1-1,0 1,0-1,0 1,-1 2,-12 30,-5 24,18-59,0 0,0 0,1 0,-1 0,0 0,1 0,0-1,-1 1,1 0,0 0,0 0,0-1,0 1,0-1,0 1,1-1,-1 1,0-1,1 0,-1 1,1-1,0 0,-1 0,1 0,0 0,0 0,-1-1,1 1,0-1,0 1,0-1,8 3,1-1,-1-1,1 0,-1 0,1-1,-1-1,1 1,-1-2,0 1,1-2,-1 1,0-1,0-1,0 0,-1 0,0-1,1 0,-1-1,-1 0,1 0,-1-1,0 0,-1 0,0-1,0 0,0 0,-1-1,-1 1,5-10,-6 11,0-1,-1 1,0-1,0 0,-1 0,0 0,0 0,-1-1,0 1,-1-3,0 12,0-1,0 0,0 0,0 0,-1 1,1-1,0 0,0 0,0 0,-1 0,1 1,0-1,0 0,0 0,-1 0,1 0,0 0,0 0,-1 0,1 0,0 0,0 0,-1 0,1 0,0 0,0 0,-1 0,1 0,0 0,0 0,-1 0,1 0,0 0,0 0,-1 0,1-1,0 1,0 0,0 0,-1 0,1 0,0-1,0 1,0 0,0 0,0 0,-1-1,1 1,0 0,0 0,0 0,0-1,0 1,0 0,0 0,0-1,0 1,0 0,-13 21,10-13,0-1,0 1,1 0,0 0,0 0,1 0,0 0,0 0,1 0,0 0,1 0,-1 0,2 0,-1 0,1 0,0 0,1 0,0-1,0 1,0-1,1 0,0 0,1 0,0 0,0-1,0 0,0 0,1 0,0-1,2 2,32 15,-1-6</inkml:trace>
  <inkml:trace contextRef="#ctx0" brushRef="#br0" timeOffset="1911.841">5735 456,'-10'-3,"0"2,0-1,-1 1,1 1,0 0,0 1,0 0,-1 0,1 1,0 0,0 1,1 0,-1 0,1 1,-1 1,1-1,-5 5,12-7,-1 0,1 0,0 1,1-1,-1 1,0-1,1 1,-1-1,1 1,0 0,0 0,0-1,0 1,0 0,1 0,-1 0,1 0,0 0,0 0,0 0,0 0,1 0,-1 0,1 0,0 0,-1 0,1 0,1 0,-1-1,0 1,1 0,-1-1,1 1,1 1,72 79,57 44,-130-126,-1 1,1-1,-1 0,1 0,-1 1,0-1,0 1,0-1,0 1,0 0,0-1,0 1,0 0,-1 0,1 0,-1-1,1 1,-1 0,0 0,0 0,0 0,0 0,0 0,0-1,0 1,-1 0,1 0,-1 0,1 0,-1-1,0 1,1 0,-1 0,0-1,0 1,0-1,-1 1,1-1,0 1,0-1,-1 0,0 1,-42 7,43-9,1 0,-1 0,0 0,0 0,0 0,0 0,0 0,1 0,-1 0,0 0,0 0,0-1,0 1,1 0,-1 0,0-1,0 1,0-1,1 1,-1-1,0 1,1-1,-1 1,0-1,1 0,-1 1,1-1,-1 0,1 0,-1 1,1-1,0 0,-1 0,1 1,0-1,0 0,-1 0,1 0,0 0,0 0,0 0,0 1,0-1,0 0,0 0,0 0,1 0,1-5,1 1,0 0,0 0,0 0,1 0,-1 0,1 0,1 1,-1 0,0 0,1 0,0 1,8-9,164-149,-135 125,-40 36,-1 0,1 0,-1 1,1-1,0 0,-1 1,1-1,-1 1,1-1,-1 1,1 0,-1-1,1 1,-1 0,0 0,1 0,-1 0,0 1,0-1,0 0,0 0,0 1,0-1,0 0,0 1,-1-1,1 1,0-1,-1 1,1-1,-1 1,0 0,0-1,1 1,-1 0,0-1,0 1,0-1,-1 1,1 1,1 4,8 30,-5-15,1-1,1 1,1-1,1 0,0 0,5 4,8-3,-11-18</inkml:trace>
  <inkml:trace contextRef="#ctx0" brushRef="#br0" timeOffset="2087.378">6123 228,'5'12,"7"12,3 2</inkml:trace>
  <inkml:trace contextRef="#ctx0" brushRef="#br0" timeOffset="3766.473">6604 602,'-4'-6,"0"1,-1-1,1 1,-1 0,0 0,-1 0,1 1,-1 0,0 0,0 0,0 1,-1 0,1 0,-1 0,0 1,1 0,-1 1,0-1,0 1,0 1,0-1,0 1,0 0,0 1,-1 0,2 0,-1 0,0 1,0 0,0 0,1 1,-1 0,0 0,-1 3,1 0,-1 0,1 0,0 1,1 0,0 0,0 0,0 1,1 0,0 0,1 1,0-1,0 1,1 0,0 0,0 0,1 1,0-1,1 0,0 1,1-1,-1 1,2 2,0-8,0 0,0 1,1-1,0 0,-1 0,2 0,-1 0,0-1,1 1,-1 0,1-1,0 0,0 0,1 0,-1 0,1 0,-1 0,1-1,0 0,0 0,0 0,0 0,0-1,2 1,4 1,0-1,1 0,-1 0,0-1,0 0,1-1,-1 0,0-1,1 0,-1-1,5-1,0-1,0 0,0-1,-1-1,0 0,0-1,-1-1,0 0,0-1,-1 0,0-1,0 0,-1-1,-1 0,0-1,0 0,-1 0,-1-1,0 0,-1-1,0 0,-1 0,-1 0,1-4,6-35,-2-1,-3-1,-2 1,-3-1,-1 0,-6-30,-9-17,13 101,1 0,0 0,0 0,-1 0,1 0,0 1,-1-1,1 0,-1 0,1 0,-1 1,0-1,1 0,-1 1,0-1,1 0,-1 1,0-1,0 1,0-1,0 1,1-1,-1 1,0 0,0-1,0 1,0 0,0 0,0 0,0 0,0 0,0 0,0 0,0 0,1 0,-1 0,0 0,0 1,0-1,0 0,0 1,0-1,0 1,1-1,-1 1,0-1,-32 36,15-6,2 1,1 0,2 1,1 0,1 1,2 0,2 1,1 0,1 0,0 27,4-42,1-1,0 1,1-1,1 1,1-1,1 0,0 0,1 0,1-1,1 0,1 0,0 0,1-1,0 0,1-1,1 0,1-1,0 0,1-1,0 0,1-1,1 0,-1-1,2-1,0 0,0-1,6 1,-15-7,1 0,-1-1,1 0,0 0,0-1,0 0,0 0,0-1,0 0,0 0,0-1,0 0,-1-1,1 0,0 0,-1 0,1-1,-1 0,1-1,-1 1,-1-1,1-1,0 1,-1-1,0-1,0 1,0-1,-1 0,0 0,0-1,4-7,-1-1,-1-1,0 1,-1-2,-1 1,-1 0,0-1,-1 0,0 0,-1-4,-9-31,6 52,1 0,-1-1,1 1,-1 0,0-1,1 1,-1 0,0 0,0 0,1-1,-1 1,0 0,1 0,-1 0,0 0,0 0,1 1,-1-1,0 0,1 0,-1 0,0 1,1-1,-1 0,0 0,1 1,-1-1,1 1,-1-1,0 1,1-1,-1 1,1-1,-1 1,1-1,0 1,-1-1,1 1,0 0,-1-1,1 1,0 0,0 0,-6 9,1 0,1 1,0 0,1 0,0 0,0 0,1 0,1 1,0-1,1 1,0-1,0 1,1-1,1 0,0 1,3 8,-5-16,1 1,0-1,0 1,0-1,1 0,-1 1,1-1,0 0,0 0,1 0,-1-1,1 1,0-1,0 1,0-1,0 0,1 0,-1 0,1 0,0-1,0 1,-1-1,2 0,-1-1,0 1,0 0,1-1,-1 0,0 0,1-1,-1 1,1-1,-1 0,1 0,-1 0,1-1,-1 1,1-1,-1 0,1-1,3-1,4-7,-1-2,0 1,-1-1,0-1,-1 0,0 0,-1-1,0 0,-2 0,1-1,-2 0,0 0,-1 0,0-1,0-10,-1 15,7-28,33-88,-42 125,-1 0,2 0,-1 1,0-1,0 0,1 0,-1 1,1-1,-1 1,1-1,-1 1,1 0,0 0,0-1,0 1,0 1,0-1,0 0,0 0,0 1,0-1,0 1,0-1,0 1,1 0,-1 0,0 0,0 0,0 1,0-1,0 0,0 1,1 0,-1-1,0 1,0 0,-1 0,1 0,0 0,0 0,0 1,-1-1,1 1,0-1,6 4,0 1,0-1,0 1,0 1,-1 0,0 0,-1 0,0 0,0 1,0 0,-1 1,0-1,-1 1,0 0,0 0,-1 0,0 1,0-1,-1 1,-1-1,1 1,-2 0,1 0,-1 0,-2 9,-16 33,14-44,1-1,0 1,1 0,-1 0,1 0,1 0,0 1,0-1,0 8,2-13,0 0,0 1,0-1,0 0,0 0,1-1,-1 1,1 0,0 0,0-1,0 1,0-1,0 1,0-1,1 0,-1 0,1 0,0 0,-1-1,1 1,0-1,0 1,0-1,0 0,1 0,80 17,-65-15,0-1,0 0,0-2,0 0,0-1,0-1,0 0,0-2,-1 0,1-1,-1-1,0-1,0 0,-1-2,0 0,-1 0,0-2,0 0,-1-1,-1 0,0-1,-1-1,0 0,2-4,12-47,-26 63,-1 0,0 0,0 0,0 0,0 0,0 0,0 0,0 0,-1 0,1 0,-1 0,1 0,-1 0,0 0,0 1,0-1,0 0,0 1,0-1,0 0,-1 1,1 0,0-1,-1 1,1 0,-1-1,0 1,1 0,-1 0,0 0,0 1,1-1,-2 0,-2-1,-1 0,1 0,-1 0,1 1,-1-1,0 1,0 1,0-1,1 1,-1 0,0 1,0-1,0 1,0 0,1 1,-1-1,1 1,-1 0,1 0,-1 1,1 0,0 0,0 0,1 0,-1 1,1 0,-1 0,1 0,0 1,1-1,-1 1,1 0,0 0,0 0,0 0,1 0,0 1,-1 0,3-1,0-1,1 0,-1 1,1-1,-1 0,1 0,1 0,-1 0,0 0,1 0,0 0,0 0,0-1,0 1,1-1,0 1,-1-1,1 0,0 0,0 0,1 0,-1-1,1 1,-1-1,1 0,0 0,0 0,0-1,1 2,0-1,-1 0,1 0,0 0,1-1,-1 1,0-1,0-1,1 1,-1-1,0 0,1 0,-1 0,0-1,1 0,-1 0,0 0,0-1,0 0,0 1,0-2,2 0,24-25,-28 44,-3-3,-1-9,0-1,1 1,-1-1,1 1,-1-1,1 1,0-1,0 1,1 0,-1-1,1 1,0-1,0 1,0-1,0 1,1-1,-1 0,1 0,0 0,0 0,0 0,0 0,0 0,1 0,-1-1,1 0,0 1,0-1,0 0,0 0,0 0,0-1,0 1,1-1,0 0,4-2,1 0,0-1,0 0,-1-1,1 0,-1 0,0-1,0 0,0 0,0-1,-1 0,0-1,0 1,0-1,-1-1,0 1,0-1,0 0,1-3,21-30,-2 0,-1-2,-2 0,-3-2,-1-1,-2 0,-2-1,4-22,53-234,-69 265,-2 36,-1 1,0-1,0 1,0-1,0 1,0-1,0 1,0-1,0 0,0 1,0-1,0 1,0-1,-1 1,1-1,0 1,0-1,-1 1,1-1,0 1,-1-1,1 1,0 0,-1-1,1 1,0-1,-1 1,1 0,-1-1,1 1,-1 0,1 0,-1-1,1 1,-1 0,1 0,-1 0,1 0,-1-1,1 1,-1 0,0 0,1 0,-1 0,1 0,-1 0,1 1,-1-1,1 0,-1 0,1 0,-1 0,1 1,-1-1,1 0,-1 1,1-1,-1 0,1 1,-1-1,1 0,0 1,-1-1,1 1,0-1,-1 1,1-1,0 1,-1 0,-14 13,0 1,1 1,0 1,1 0,1 0,1 1,0 1,-5 9,0 0,2 2,1-1,2 1,1 1,1 0,2 1,1-1,1 1,1 4,3-16,1 1,0-1,2 0,0 1,1-1,1 0,1 0,1-1,0 1,2-1,0-1,1 1,1-1,1-1,0 0,8 8,-15-18,1-1,-1 0,2 0,-1 0,1 0,-1-1,2 0,-1 0,0-1,1 1,0-1,0-1,0 1,1-1,-1-1,1 1,-1-1,1-1,0 1,0-1,0-1,-1 0,1 0,0 0,0-1,0 0,0 0,0-1,-1 0,1 0,-1-1,1 0,3-3,0-5,0 0,0-1,-1 0,-1-1,0 0,-1 0,0-1,-1 0,-1 0,0-1,-1 0,-1 0,0 0,-1 0,0-1,-2 1,1-11,-1 24,-1 1,1-1,-1 0,1 0,-1 1,0-1,1 0,-1 0,0 0,0 1,0-1,-1 0,1 0,0 0,-1 1,1-1,-1 0,1 0,-1 1,0-1,0 1,0-1,0 1,0-1,0 1,0-1,0 1,-1 0,1-1,0 1,-1 0,1 0,-1 0,0 0,1 1,-1-1,0 0,1 1,-1-1,0 1,0-1,1 1,-1 0,0 0,0 0,0 0,1 0,-1 0,0 0,0 1,0-1,1 1,-1-1,0 1,0 0,-5 4,0 1,1 0,-1 1,1-1,1 1,-1 1,1-1,1 0,-1 1,1 0,0 0,1 1,0-1,1 1,-1-1,1 1,1 0,0 0,0 0,1 0,0 0,1 0,0 3,-1-3,1 1,1-1,0 0,0 1,1-1,0 0,0-1,1 1,0 0,1-1,0 0,0 0,0 0,1-1,1 0,-1 0,1-1,0 1,0-1,1-1,6 4,11 3</inkml:trace>
  <inkml:trace contextRef="#ctx0" brushRef="#br0" timeOffset="3979.93">8289 241,'29'3,"33"4,31 9,24 8,15 7,-14-2</inkml:trace>
  <inkml:trace contextRef="#ctx0" brushRef="#br0" timeOffset="15167.202">267 2340,'-11'-1,"0"0,0 0,0 1,0 0,-1 1,1 0,0 1,1 0,-1 1,0 0,1 1,-1 0,1 0,0 1,0 1,1 0,0 0,0 1,0 0,1 0,0 1,0 0,1 0,-4 6,9-11,1 0,-1 0,0-1,1 1,0 0,0 0,0 0,0 0,0 1,1-1,-1 0,1 0,0 0,0 1,0-1,0 0,1 0,-1 0,1 1,0-1,0 0,0 0,0 0,0 0,1 0,-1-1,1 1,0 0,0-1,0 1,0-1,1 0,-1 1,0-1,2 1,11 4,0 0,1 0,-1-1,1-1,0-1,0 0,1-1,-1-1,1-1,0 0,11-1,19 1,0-2,1-2,-2-2,1-2,0-2,31-11,-70 19,1-2,-1 1,0-1,0 0,0-1,0 1,0-2,-1 1,1-1,-1 0,-1-1,1 1,-1-1,0-1,3-3,-9 9,1-1,-1 0,0 0,0 0,1 1,-1-1,0 0,0 0,-1 0,1 0,0 0,-1 1,1-1,-1 0,1 0,-1 1,0-1,0 0,0 1,0-1,0 1,0-1,0 1,-1 0,1-1,0 1,-1 0,1 0,-1 0,1 0,-1 0,0 0,1 0,-1 1,0-1,0 0,1 1,-1 0,0-1,0 1,0 0,0 0,1 0,-1 0,0 0,0 1,0-1,0 0,1 1,-1-1,-2 1,-1-1,1 1,0 0,0 0,0 0,0 0,0 1,0-1,0 1,1 0,-1 0,0 1,1-1,0 1,-1-1,1 1,0 0,1 1,-1-1,0 0,1 1,0-1,0 1,0 0,0 0,1 0,-1 0,1 0,0 0,0 0,0 0,1 0,0 1,-1-1,2 0,-1 0,0 1,1-1,0 0,0 0,0 0,0 0,1 1,4 1,0 1,1-1,0-1,0 1,0-1,1 0,0-1,0 0,0 0,0 0,1-1,-1-1,1 1,0-1,-1-1,1 0,0 0,0-1,0 0,0 0,7-2,-13 2,0 0,0-1,0 1,-1-1,1 0,0 1,0-1,-1-1,1 1,-1 0,1-1,-1 1,1-1,-1 0,0 1,0-1,0 0,0-1,0 1,0 0,-1 0,1-1,-1 1,1-1,-1 0,0 1,0-1,0 0,0 1,-1-1,1 0,-1 0,0 0,0 0,0 0,0 0,0 1,0-1,-1 0,0-2,-4-7,0 1,-1 0,0 0,-1 1,0 0,-1 0,0 1,0 0,-1 0,0 1,0 0,-1 0,0 1,-1 0,0 1,0 1,0-1,-9-1,-92-30,112 37,1 0,-1 1,0-1,0 0,0 0,0 0,0 1,0-1,0 0,0 0,0 1,0-1,0 0,0 0,0 1,0-1,0 0,0 0,0 0,0 1,0-1,0 0,181 16,-144-15,62 0,147 12,-243-13,1 0,-1 0,0 0,1 1,-1 0,0-1,0 1,1 0,-1 1,0-1,0 0,0 1,0 0,0 0,-1 0,1 0,-1 0,1 0,-1 1,0-1,1 1,-1-1,-1 1,1 0,0 0,-1 0,1 0,-1 0,0 0,0 1,0-1,0 0,-1 1,1 1,-11 97,10-101,0 1,1-1,0 1,-1-1,1 0,0 1,-1-1,1 0,0 1,0-1,0 0,0 0,0 0,1 0,-1 0,0 0,0 0,1 0,-1 0,1-1,-1 1,0 0,1-1,-1 0,1 1,0-1,-1 0,1 1,-1-1,1 0,-1 0,1 0,-1-1,1 1,0 0,-1-1,1 1,-1 0,1-1,59-23,-46 14,-2 1,1-2,-1 0,-1-1,0 0,0-1,-1 0,-1 0,0-1,-1-1,-1 0,5-10,-12 22,9-14,-1 24,-5 11,0 0,1 0,1 0,1-1,0 0,1-1,1 0,1 0,0 0,2 0,24 21,-1-8</inkml:trace>
  <inkml:trace contextRef="#ctx0" brushRef="#br0" timeOffset="15682.553">2018 2233,'-35'0,"16"-1,0 0,0 2,1 0,-1 1,0 1,1 1,0 0,-1 2,17-6,0 1,0-1,0 1,0 0,0-1,0 1,0 0,1 0,-1 0,0 1,1-1,-1 0,1 1,-1-1,1 1,-1-1,1 1,0 0,0-1,0 1,0 0,0 0,1 0,-1 0,0 0,1 0,-1 0,1 0,0 0,0 0,0 0,0 0,0 0,0 0,0 0,1 0,-1 0,1 0,0 0,-1 0,1 0,0 0,0-1,0 1,0 0,0-1,1 1,-1 0,2 0,18 22,1-2,1 0,2-2,0-1,0-1,15 7,-7-2,-12-10,62 55,-82-67,-1-1,1 1,0 0,0 0,0 0,-1-1,1 1,-1 0,1 0,0 0,-1 0,0 0,1 0,-1 0,0 0,1 0,-1 1,0-1,0 0,0 0,0 0,0 0,0 0,0 0,0 0,-1 0,1 0,0 1,-1-1,1 0,0 0,-1 0,1 0,-1-1,0 1,1 0,-1 0,0 0,0 0,1-1,-1 1,0 0,0-1,0 1,0 0,0-1,0 1,0-1,0 0,0 1,0-1,0 0,-59 5,59-5,0 0,1 0,-1 0,1 0,-1 0,0 0,1 0,-1-1,1 1,-1 0,1 0,-1-1,0 1,1 0,-1-1,1 1,-1 0,1-1,0 1,-1-1,1 1,-1-1,1 1,0-1,-1 1,1-1,0 1,0-1,0 0,-1 1,1-1,0 1,0-1,0 1,0-1,0 0,0 1,0-1,0 0,0 1,0-1,0 1,0-1,1 0,-1 1,0-1,0 1,1-1,-1 1,0-1,1 1,-1-1,0 1,1-1,-1 1,1-1,-1 1,1 0,-1-1,1 1,-1 0,1-1,0 1,35-28,35-17,131-96,-132 83,-69 59,0 0,0-1,0 1,1 0,-1 0,0 0,-1 0,1 0,0 0,0 0,0 0,-1 0,1 1,0-1,-1 0,1 0,-1 1,1-1,-1 0,0 1,0-1,1 0,-1 1,0-1,0 1,-1-1,1 0,0 1,0-1,-1 0,1 1,-1 0,1 1,0 36,-2-28,1 0,0 0,0 1,2-1,-1 1,1-1,1 0,0 0,1 0,0 0,0 0,1 0,1-1,0 1,0-1,1 0,0-1,1 0,0 0,2 2,18 7,-2-5</inkml:trace>
  <inkml:trace contextRef="#ctx0" brushRef="#br0" timeOffset="15934.544">2486 2087,'16'18,"5"6</inkml:trace>
  <inkml:trace contextRef="#ctx0" brushRef="#br0" timeOffset="17484.648">2915 2233,'-5'-3,"-1"1,1 0,0-1,0 2,-1-1,1 1,-1 0,0 0,1 0,-1 1,0 0,1 0,-1 0,0 1,1 0,-1 0,0 0,1 1,0-1,-1 1,1 1,0-1,0 1,0 0,0 0,1 0,-1 1,1 0,0 0,0 0,0 1,-3 3,0 0,1 0,0 1,0 0,1 0,1 1,-1-1,1 1,1 0,0 0,0 0,1 1,1-1,0 0,0 1,1-1,0 1,0-1,2 1,-1-1,1 1,2 3,-3-10,0-1,0 0,1 0,0 1,-1-1,1 0,0 0,1-1,-1 1,0 0,1-1,0 1,-1-1,1 0,0 0,0 0,0 0,0 0,1-1,-1 0,0 1,1-1,-1 0,1-1,-1 1,1-1,-1 1,1-1,0 0,-1 0,1-1,-1 1,1-1,0 0,6-1,0-1,-1-1,0 0,1 0,-1 0,-1-1,1-1,-1 1,0-1,0-1,5-5,2-4,-1-1,-1-1,0 0,-1 0,-2-1,1 0,-2-1,-1-1,0 1,-2-1,0 0,-1-3,3-22,-2 1,-2-1,-2-1,-1 1,-4-10,-7 8,9 48,-1 0,1 0,0 0,0 0,0 1,-1-1,1 0,0 1,0-1,0 1,0-1,0 1,0 0,0-1,0 1,0 0,0 0,0 0,1 0,-1 0,0 0,0 0,1 0,-1 0,1 0,-1 0,1 0,-1 0,1 0,0 1,-1-2,-10 25,0 0,1 0,2 1,1 1,0-1,2 1,2 0,0 0,1 0,2 7,0-19,0 0,1 0,0 0,1-1,1 1,0-1,1 1,1-1,0 0,1-1,1 1,0-1,0 0,1-1,1 0,0 0,1-1,0 0,1 0,0-2,0 1,1-1,0-1,1 0,0-1,12 6,-12-9,1 1,-1-2,1 1,-1-2,1 0,0-1,0 0,0-1,0-1,1 0,-8 0,-1 0,1 0,0-1,0 0,0 0,-1 0,1-1,-1 0,0-1,0 1,0-1,0 0,-1-1,0 1,0-1,0 0,0-1,-1 1,0-1,3-4,-2 1,-1 0,0 0,0 0,-1-1,0 0,-1 1,0-1,-1 0,0 0,0-1,-1 1,0 0,-1 0,0 0,-1 0,0 0,-1-3,3 13,0-1,0 1,0-1,0 0,0 1,0-1,0 1,0-1,0 1,-1-1,1 1,0-1,0 1,0-1,-1 1,1-1,0 1,-1-1,1 1,0-1,-1 1,1-1,-1 1,1 0,0-1,-1 1,1 0,-1 0,1-1,-1 1,1 0,-1 0,0 0,1-1,-1 1,1 0,-1 0,1 0,-1 0,1 0,-1 0,0 0,1 0,-1 0,1 0,-1 1,1-1,-1 0,1 0,-1 0,1 1,-1-1,1 0,-1 1,1-1,-1 0,1 1,0-1,-1 1,1-1,0 0,-1 1,1-1,0 1,-1-1,1 1,0-1,-14 40,12-30,1 1,0-1,1 0,1 0,-1 1,2-1,-1 0,1 0,1 0,0 0,0 0,1 0,0-1,1 0,0 0,0 0,1 0,0-1,1 0,0-1,0 1,0-1,1 0,0-1,1 0,-1 0,1-1,0 0,1-1,-1 1,1-2,-1 0,1 0,8 1,-13-4,0 1,-1-2,1 1,0 0,-1-1,1 0,-1 0,1-1,-1 1,1-1,-1 0,0 0,0 0,0-1,0 1,0-1,0 0,-1 0,0 0,1-1,-1 1,0-1,-1 0,1 0,-1 0,1 0,-1 0,-1 0,2-5,4-10,-1 0,0 0,-2-1,-1 0,0 0,-1-6,2-107,-4 131,-1 0,1 1,0-1,0 0,-1 1,1-1,0 0,1 0,-1 0,0 1,0-1,1 0,-1 1,1-1,-1 0,1 1,0-1,0 1,0-1,-1 1,2-1,-1 1,0-1,0 1,0 0,1 0,-1 0,0-1,1 1,-1 1,1-1,-1 0,1 0,0 1,-1-1,1 0,0 1,-1 0,1-1,0 1,0 0,-1 0,1 0,1 0,25 5,0 1,0 1,-1 1,0 1,-1 2,17 9,-36-17,1 0,-1 0,0 0,0 1,-1 0,1 0,-1 1,0 0,0 0,0 0,-1 1,0 0,0 0,-1 0,1 1,-1-1,0 1,-1 0,0 0,0 1,-1-1,1 0,0 7,-29 119,26-130,-1 0,1 0,0 0,0 1,0-1,0 0,1 0,-1 0,1 0,0 0,0 0,0-1,0 1,0 0,0 0,1 0,0-1,-1 1,1-1,0 0,0 1,0-1,1 0,-1 0,1 0,-1 0,1-1,-1 1,1-1,0 0,0 1,0-1,-1 0,1-1,0 1,3 0,10 3,1 0,-1-1,1-1,0 0,0-1,0-1,0-1,0 0,0-2,0 1,-1-2,16-5,-21 5,0 0,0-1,0 0,-1 0,0-1,0-1,-1 1,1-2,-1 1,-1-1,0-1,0 1,-1-2,0 1,0-1,-1 0,0 0,-1 0,1-2,-3 6,-1 0,1 0,-1 0,0 0,-1 0,0 0,1-1,-2 1,1 0,-1-1,0 1,0-1,-1 1,0 0,0-1,-1-1,0 7,-1-1,1 0,-1 1,0-1,0 1,1 0,-1 0,0 0,0 0,0 0,0 1,0-1,0 1,0 0,0 0,0 0,0 0,0 1,0-1,0 1,0 0,0 0,0 0,1 0,-1 0,0 0,0 1,1 0,-1-1,-1 3,-3-1,0 0,0 1,0 0,1 1,-1-1,1 1,0 1,1-1,-1 1,1 0,0 0,1 0,-1 1,1 0,0-1,1 2,0-1,0 0,1 1,-1 2,3-8,-1 1,1-1,1 1,-1-1,0 1,1-1,-1 1,1-1,0 1,-1-1,1 0,0 1,1-1,-1 0,0 0,1 0,-1 0,1 0,0 0,-1 0,1 0,0-1,0 1,0-1,1 1,-1-1,0 0,0 0,1 0,-1 0,3 1,80 8,-75-12,0 0,-1 0,1-1,-1-1,0 0,0 0,0 0,0-1,-1-1,7-4,-15 9,1 1,-1-1,1 1,-1-1,1 0,-1 1,1-1,0 1,-1 0,1-1,0 1,0-1,-1 1,1 0,0 0,0-1,-1 1,1 0,0 0,0 0,0 0,-1 0,1 0,0 0,0 0,0 0,-1 0,1 1,0-1,0 0,-1 0,1 1,0-1,0 1,-1-1,1 0,0 1,-1-1,1 1,-1 0,1-1,-1 1,1-1,-1 1,1 0,-1-1,1 1,-1 0,0 0,0-1,1 1,-1 0,0 0,0 0,0-1,0 1,0 0,0 0,0 0,0-1,0 1,0 0,0 0,0 0,-1-1,1 2,0 3,-1-2,1 1,-1-1,1 1,-1-1,1 1,0-1,1 1,-1-1,0 1,1-1,0 1,0-1,0 0,0 1,1-1,-1 0,1 0,-1 0,1 0,0 0,1 0,-1-1,0 1,1-1,-1 1,1-1,0 0,0 0,0 0,0 0,0-1,0 1,1-1,-1 0,0 0,1 0,2 0,4-3,0-1,-1 0,0-1,0 0,0-1,0 1,-1-2,1 1,-1-1,-1-1,1 1,-1-1,0 0,-1-1,0 0,0 0,0 0,1-5,28-49,-3-2,-2-1,-4-2,10-41,-2 5,-4-1,-5-1,-4-4,-20 102,0 4,0 0,0 0,-1 0,1 0,-1 0,0 0,0 0,0 0,0 0,0 0,-1 0,0 0,1 0,-1 0,0 0,0 0,0 1,-1-1,-14 7,6 6,1 0,0 1,1 1,0-1,1 1,0 1,1-1,0 1,-2 9,3-10,-10 24,2 1,1 1,2 0,2 0,1 1,2 0,1 1,3 1,1-16,0-1,2 1,1 0,1-1,1 1,1-1,2 0,0-1,1 0,1 0,2-1,0 0,5 5,-14-21,0-1,0 1,1 0,0-1,0 0,1 0,-1 0,1 0,0-1,0 0,1 0,-1 0,1-1,0 1,0-1,0-1,0 1,0-1,1 0,-1-1,1 1,-1-1,1-1,0 1,-1-1,1 0,0-1,-1 1,1-1,-1-1,1 1,-1-1,1 0,-1-1,3-1,6-8,0-2,-1 0,-1 0,0-1,-1-1,0 0,-2-1,0 0,-1 0,0-1,1-7,12-41,-22 66,0 1,0-1,0 0,-1 0,1 0,0 0,-1 1,1-1,0 0,0 0,-1 0,1 0,0 0,-1 0,1 0,0 0,-1 0,1 0,0 0,0 0,-1 0,1 0,0 0,-1 0,1 0,0 0,-1 0,1 0,0-1,0 1,-1 0,1 0,0 0,0-1,-1 1,1 0,0 0,0 0,0-1,-1 1,1 0,0 0,0-1,0 1,0 0,0-1,0 1,-1 0,1-1,0 1,0 0,0 0,0-1,0 1,0 0,0-1,0 1,0 0,1-1,-1 1,0 0,0 0,0-1,0 1,0 0,-18 19,13-13,0 0,0 0,0 1,1 0,0 0,0 0,1 0,0 0,0 1,1 0,0-1,0 1,1 0,0 0,0 0,1 0,0 0,0 0,1 0,0 0,1-1,-1 1,2 0,-1-1,1 1,0-1,0 1,1-1,0-1,0 1,1 0,0-1,0 0,4 3,-4-5,0 0,0 0,1-1,-1 0,1 0,0 0,0 0,0-1,0 0,1-1,-1 1,0-1,1-1,-1 1,1-1,-1 0,1 0,-1-1,1 0,-1 0,1 0,-1-1,0 0,0 0,0-1,4-2,9-13</inkml:trace>
  <inkml:trace contextRef="#ctx0" brushRef="#br0" timeOffset="17730.427">4973 1993,'27'-9,"35"-4,33 4,32 7,27 9,17 6,6 4,-27 0</inkml:trace>
  <inkml:trace contextRef="#ctx0" brushRef="#br0" timeOffset="18160.078">6698 2207,'202'-202,"-201"201,-1 0,0 0,0 1,1-1,-1 0,0 0,1 1,-1-1,0 0,1 0,-1 1,1-1,0 0,-1 1,1-1,-1 1,1-1,0 1,0-1,-1 1,1 0,0-1,0 1,-1 0,1-1,0 1,0 0,0 0,-1 0,1 0,0 0,0 0,0 0,0 0,-1 0,1 0,0 0,0 0,0 1,-1-1,1 0,0 1,0-1,-1 0,1 1,0-1,-1 1,1-1,0 1,-1 0,1-1,-1 1,1 0,-1-1,1 1,-1 0,1-1,-1 1,0 0,1 0,-14 125,5 17,5 1,8 12,-5-142,-4 83,4-94,-1-1,1 1,-1-1,0 1,0-1,0 1,0-1,-1 0,1 0,0 1,-1-1,0 0,1 0,-1 0,0-1,0 1,0 0,0-1,-1 1,1-1,0 0,0 0,-1 0,1 0,-1 0,1 0,-1-1,1 1,-1-1,0 1,1-1,-1 0,-1 0,-2-1,0 1,0-1,0 0,0-1,1 1,-1-1,1 0,-1 0,1-1,0 0,-1 0,2 0,-1 0,0-1,1 0,-1 0,1 0,0 0,-2-4,6 7,0 0,0 0,0 0,0 0,0 0,0 0,0 0,0 0,0 0,0 0,1 0,-1 0,0 0,1 0,-1 0,1 0,-1 0,1 0,-1 0,1 1,0-1,-1 0,1 0,0 1,0-1,-1 0,1 1,0-1,0 1,0-1,0 1,0-1,0 1,0 0,0-1,0 1,0 0,0 0,0 0,0 0,0 0,0 0,0 0,0 0,0 0,1 0,-1 1,32-4,0 2,1 1,-1 2,1 1,1 2,1-1,196 17,-174-17</inkml:trace>
  <inkml:trace contextRef="#ctx0" brushRef="#br0" timeOffset="18415.869">6497 1672,'7'7,"9"9,13 8,11 8,-2-3</inkml:trace>
  <inkml:trace contextRef="#ctx0" brushRef="#br0" timeOffset="18671.429">7179 1672,'2'21,"8"19,9 20,12 13,13 4,-1-13</inkml:trace>
  <inkml:trace contextRef="#ctx0" brushRef="#br0" timeOffset="19779.794">6457 1685,'19'36,"1"-2,3-1,24 29,-28-45,-15-36,-6 6,-1 0,-1 1,0 0,-1-1,0 2,-1-1,0 0,-8-9,14 21,0 1,0 0,0-1,0 1,0 0,-1-1,1 1,0-1,0 1,-1-1,1 1,0 0,-1-1,1 1,0-1,-1 1,1-1,-1 0,1 1,-1-1,1 1,-1-1,1 0,-1 1,1-1,-1 0,1 0,-1 1,0-1,1 0,-1 0,0 0,1 0,-1 0,1 0,-1 0,0 0,1 0,-1 0,0 0,1 0,-1 0,1-1,-1 1,0 0,1 0,-1-1,1 1,-1 0,1-1,-1 1,1-1,-1 1,18 45,-7-25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4:10.43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108 603,'68'-36,"0"-4,-3-2,-2-4,39-36,-84 68,0-2,0 0,-2-1,0-1,-1-1,-1 0,-1 0,0-2,-2 1,0-2,-2 1,6-18,-14 36,0 1,0-1,0 0,0 0,-1 0,1 0,-1 0,0 0,0 0,0 0,0 0,-1 0,1 0,-1 0,1 0,-1 0,0 0,0 0,-1 0,1 1,0-1,-1 0,0 1,1-1,-1 1,0 0,0 0,-1 0,1 0,0 0,-1 0,1 0,-1 1,0-1,1 1,-1 0,0 0,-2-1,-2 2,0 1,0-1,0 2,1-1,-1 1,0 0,1 0,-1 0,1 1,-1 0,1 1,0-1,1 1,-1 0,1 1,-1-1,1 1,1 0,-1 0,1 1,0-1,0 1,-2 4,-7 11,1 0,1 1,1 1,1-1,1 1,1 1,1-1,2 1,0 0,0 13,0 27,2 1,4 0,5 24,23 149,-12-110,0 86,-17-140</inkml:trace>
  <inkml:trace contextRef="#ctx0" brushRef="#br0" timeOffset="314.974">0 751,'251'-60,"1"-11,4-9,-250 78,0 0,1 0,0 0,0 1,0-1,0 2,0-1,0 1,0 0,0 0,4 1,-10 1,1-1,0 0,-1 0,1 1,-1-1,0 1,1-1,-1 1,0 0,0-1,0 1,0 0,0 0,0 0,-1 0,1 0,-1 0,1 0,-1 0,0 0,1 0,-1 0,0 0,-1 0,1 0,0 0,0 0,-1 0,1 0,-1 0,0 0,0 0,0 1,0 3,-2 7,-6 84,9-93,0 0,1 0,0 0,0 0,0 0,0 0,0 0,1 0,0-1,0 1,0-1,0 1,0-1,1 0,0 0,-1 0,1 0,0-1,0 1,1-1,-1 1,0-1,1 0,25 8,0-5</inkml:trace>
  <inkml:trace contextRef="#ctx0" brushRef="#br0" timeOffset="569.756">949 189,'12'16,"16"12,5 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34:06.92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247 392,'-6'18,"-6"22,1 23,1 20,2 18,4 8,3 5,3-1,1-7,0-20</inkml:trace>
  <inkml:trace contextRef="#ctx0" brushRef="#br0" timeOffset="298.292">34 806,'-8'-28,"1"0,1 0,1-1,2 0,1 0,1-17,1 39,-1-1,1 1,0-1,1 1,-1 0,1-1,1 1,0 0,0 0,0 0,1 0,0 0,0 0,1 1,-1-1,1 1,1 0,0 0,-1 1,2-1,-1 1,0 0,1 1,0-1,2 0,8-1,0 1,1 1,-1 0,1 1,0 1,-1 1,1 0,0 1,0 1,0 1,-1 0,1 1,-1 1,15 5,-27-9,1 1,-1 0,0 0,0 0,0 0,0 1,0-1,0 1,0 0,-1 1,1-1,-1 0,1 1,-1 0,0 0,0 0,0 0,-1 0,1 1,-1-1,0 1,0 0,0 0,0-1,0 1,-1 0,0 1,0-1,0 0,0 0,-1 0,1 0,-1 1,0-1,-1 3,-4 4,-1 0,-1 0,1-1,-2 0,1 0,-2 0,1-1,-1-1,0 1,-1-1,0-1,0 0,-1 0,0-1,-3 1,1 1,0-2,0 1,-1-1,0-1,0-1,0 0,-12 1,15-6,23-8,20-7,8-1</inkml:trace>
  <inkml:trace contextRef="#ctx0" brushRef="#br0" timeOffset="585.141">742 660,'-3'5,"-26"42,29-46,-1 0,1 0,-1 0,1 0,-1 0,1 0,0 0,-1 1,1-1,0 0,0 0,0 0,0 0,0 0,0 0,0 0,0 0,1 1,-1-1,0 0,1 0,-1 0,0 0,1 0,-1 0,1 0,0 0,-1-1,1 1,0 0,0 0,-1 0,1-1,0 1,0 0,0-1,0 1,0-1,0 1,0-1,0 1,0-1,0 0,7 1,0-1,-1 0,1-1,-1 1,1-2,-1 1,1-1,-1 0,0-1,0 1,0-1,0-1,0 0,-1 1,1-2,-1 1,0-1,0 0,2-3,-2 2,0-1,0 1,0-1,-1 0,0-1,0 1,-1-1,0 0,0 0,-1 0,0-1,1-7,-3 12,0-1,0 1,-1 0,0 0,1 0,-2-1,1 1,0 0,-1 0,0 0,0-1,0 1,-1 0,1 1,-1-1,0 0,0 0,0 1,-1-1,1 1,-1-1,0 1,0 0,0 0,0 1,0-1,-4-2,0 2,1-1,-1 1,0 0,-1 1,1 0,0 0,-1 1,1-1,-1 2,1-1,-1 1,1 0,-1 0,0 1,1 0,-1 1,1 0,0 0,-2 1,4-2,-1 1,1 0,0 0,0 1,0 0,0 0,0 0,1 0,0 1,-1-1,1 1,0 0,1 0,-1 1,1-1,0 1,0 0,0 0,1 0,-1 0,1 0,1 1,-1-1,1 0,-1 6,2 22</inkml:trace>
  <inkml:trace contextRef="#ctx0" brushRef="#br0" timeOffset="2833.756">970 125,'16'-20,"1"1,0 1,2 1,0 0,9-5,-27 21,-1 0,1 0,-1 1,1-1,0 0,-1 1,1-1,0 0,-1 1,1-1,0 1,0-1,0 1,-1 0,1-1,0 1,0 0,0-1,0 1,0 0,0 0,-1 0,1 0,0 0,0 0,0 0,0 0,0 0,0 0,0 1,0-1,-1 0,1 1,0-1,0 0,0 1,-1-1,1 1,0-1,0 1,-1 0,1-1,0 1,-1 0,1-1,-1 1,1 0,-1 0,1-1,-1 1,0 0,1 0,-1 0,0 0,0 0,1 0,-1-1,0 1,0 0,0 1,-12 113,6-83,-5 32,-5 22,3 0,4 1,3 61,6-133,1 0,0 0,2 1,0-1,0-1,2 1,4 11,-7-21,1 1,0 0,0-1,1 0,-1 0,1 0,0 0,1-1,-1 1,1-1,0 0,0 0,0-1,0 0,1 0,0 0,-1 0,1-1,0 0,0 0,7 0,0 0,0 0,0-2,0 1,1-2,-1 0,0 0,0-1,0-1,-1 0,1-1,-1 0,1-1,-1 0,-1-1,4-2,30-19</inkml:trace>
  <inkml:trace contextRef="#ctx0" brushRef="#br0" timeOffset="3082.753">796 312,'-5'-9,"8"-1,17 4,28 2,35 3,36-2,28-2,-9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3:18.8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1,'0'0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3:42.9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738 728,'21'-52,"-3"20,-12 8,-2 0,0-1,-1 1,-1-1,-2 0,0 0,-3-6,2-30,1-141,-2 193,1 1,-1-1,-1 1,1 0,-2-1,1 2,-1-1,0 0,-1 1,1-1,-1 1,-1 1,0-1,0 1,0 0,0 0,-1 1,0-1,0 2,-1-1,1 1,-1 0,0 1,0-1,0 2,0-1,-1 1,1 0,-1 1,0 0,1 0,-1 1,-3 1,-6-2,7-1,1 1,-1 1,0 0,0 0,0 1,1 0,-1 1,0 0,1 0,0 2,-1-1,1 1,0 1,1-1,-1 2,-1 0,-1 7,0 1,0-1,1 2,1-1,1 1,-7 14,1-2,10-19,0 0,1 0,1 1,-1-1,1 1,1 0,-1 0,2 0,-1 0,1 1,1-1,-1 4,2 573,-14-405,14 78,12-123,-14 247,15-250,-1 20,-13 231,-14-269,-39 195,48-259,-2-1,-2 1,-12 33,-47 252,62-309,-3 4,2 1,1 0,1 0,1 30,-23 121,13-77,1 15,6 40,0 5,9-102,-2 762,13-598,20 27,-23-149,11 59,9-9,-17 33,1-18,-7 54,0 72,-9-183,2 1015,14-933,-28 77,2-159,-5-1,-21 68,20-95,-35 167,45-161,5-1,6 70,37 132,-7-87,-25-172,1 1,2-2,1 1,5 6,4 12,-11-19,-1 1,-2-1,-2 1,0 0,-3 1,-1 2,13 106,9 62,-23-165,-1-8,1 0,1-1,2 1,2-1,0 0,2 0,4 7,49 139,-52-154,1-1,1-1,1 0,1 0,1-1,1 0,6 6,-18-24,-1 0,1 1,0-1,1 0,-1 0,0 0,1 0,-1-1,1 1,-1-1,1 1,0-1,0 0,-1 0,1 0,0 0,0-1,0 1,0-1,0 0,0 0,0 0,0 0,0 0,0-1,0 1,0-1,0 0,0 0,0 0,-1 0,1 0,0-1,-1 1,3-2,7-12,1-1,-2 0,0 0,-1-1,-1-1,-1 0,0 0,-1 0,-1-1,-1 0,-1 0,2-13,0-103,-8 83,2 42,-1 0,1-1,0 1,1 0,0-1,0 1,1 0,0-1,1 1,0 0,1 1,0-1,3-5,1 3,-1-1,0 0,-1-1,0 0,-1 0,-1 0,0 0,-1-1,-1 1,0-1,-1 0,-1-5,7-79,0-42,-9 87,2-146,-13 93,21-6,-1-19,-9 82,3-123,12 63,0-49,1-14,-14-337,27 325,-14-51,-14-307,16 385,-16-210,15 193,-15-412,-12 467,13-233,-14 258,14-91,-13 80,29-7,10-47,-20 120,-1 1,-2-1,-2 0,-3-30,1-3,1-154,-14 106,7 22,1-23,6 36,-14-5,-13-72,28-318,13 360,-7-26,7 53,-1-106,1 106,-8-69,-7 99,0-187,-24 93,10 19,15-780,7 842,-4 62,-1 0,0 0,-2 1,0-1,0 0,-1 0,-3-9,-1-5,2 0,0-1,2 1,1 0,2-4,-1-28,1 46,1 0,0 0,1 1,0-1,1 1,1 0,0 0,1 1,2-2,-1-1,0-1,-2-1,0 0,-1 1,0-2,-2 1,0 0,-1-1,-1 1,0-1,-2 0,-1-8,0 18,0 0,0 1,-1-1,0 1,0-1,-1 1,0 0,-1 1,0-2,0 2,0 0,1-1,1 0,-1 0,1 0,0 0,1 0,0-1,0 1,1-2,0-3,1 0,0 1,1-1,1 0,0 1,0-1,1 1,4-9,-2 5,-5 13,1 1,-1-1,1 1,0-1,-1 1,1-1,0 1,0 0,1 0,-1-1,0 1,1 0,-1 0,1 0,0 0,0 1,0-1,0 0,0 1,0-1,0 1,0 0,2-1,5 0</inkml:trace>
  <inkml:trace contextRef="#ctx0" brushRef="#br0" timeOffset="405.96">1393 1222,'9'20,"13"14,15 10,18 9,20 7,20 9,16 11,15 12,6 14,1 9,-6 7,-14 2,-14-3,-19-7,-22-10,-20-14,-16-22</inkml:trace>
  <inkml:trace contextRef="#ctx0" brushRef="#br0" timeOffset="705.158">1327 2344,'11'23,"22"23,26 18,28 14,27 9,20 11,14 6,5 9,1 7,-9 9,-15 7,-16 6,-18 1,-18-3,-17-5,-13-10,-15-25</inkml:trace>
  <inkml:trace contextRef="#ctx0" brushRef="#br0" timeOffset="976.43">1648 4363,'2'16,"8"17,11 14,11 12,12 10,11 10,11 9,9 5,7 8,4 5,1 4,1 7,-5 1,-6 2,-11-5,-11-5,-15-21</inkml:trace>
  <inkml:trace contextRef="#ctx0" brushRef="#br0" timeOffset="1263.241">1206 6128,'-4'14,"0"13,13 11,20 11,26 6,27 3,23 2,20 1,11 1,3 2,-5 3,-8 4,-12 3,-17 4,-15 1,-18 1,-19-1,-17-15</inkml:trace>
  <inkml:trace contextRef="#ctx0" brushRef="#br0" timeOffset="1526.242">1247 7411,'11'21,"16"17,16 17,15 14,10 12,11 8,5 5,-1 4,-2 4,-4 0,-9 2,-8-2,-8-2,-11-4,-9-7,-11-19</inkml:trace>
  <inkml:trace contextRef="#ctx0" brushRef="#br0" timeOffset="1778.606">1220 9122,'13'18,"19"16,17 10,14 12,13 10,8 7,7 8,3 3,-1 3,-2 3,-3 0,-5-2,-8-2,-7-5,-9-6,-12-8,-13-7,-14-15</inkml:trace>
  <inkml:trace contextRef="#ctx0" brushRef="#br0" timeOffset="2038.907">1313 10527,'7'18,"14"15,16 13,19 8,17 9,12 5,11 2,4 0,1 0,-1-3,-3-1,-7-3,-10-6,-12-3,-12-6,-14-6,-14-9,-12-10</inkml:trace>
  <inkml:trace contextRef="#ctx0" brushRef="#br0" timeOffset="2318.207">1474 11342,'16'21,"16"17,20 19,18 15,15 14,13 8,4 7,-15-15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3:58.73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55,'38'11,"223"-9,57-16,30 1,-40 5,153 2,-173-20,-24 28,0 12,117 27,-154-14,201-3,14-11,-245-7,70 17,-97-13,126-9,-28-1,56 13,53-5,261-2,-388-7,127 1,-229-14,291 15,-346-16,-91 6,-10 3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4:02.61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 82,'-1'-1,"1"0,-1 0,1 0,-1 0,1 0,-1 0,1 0,0 0,-1 0,1 0,0-1,0 1,0 0,0 0,0 0,0 0,0-1,0 1,1 0,-1 0,0 0,1 0,-1 0,1 0,-1 0,1 0,-1 0,1 0,0 0,-1 0,1 0,0 0,0 1,0-1,0 0,0 0,0 1,0-1,0 1,0-1,0 1,0-1,0 1,0 0,0-1,0 1,0 0,1 0,-1 0,0 0,0 0,0 0,0 0,0 0,1 1,-1-1,72-15,0 4,1 3,1 3,-1 4,21 3,228 22,9-21,183 9,176 19,-457-10,169 8,10-16,166 0,-62-4,-359-15,100 11,324 2,-364-8,470 1,-201 27,-445-27,286 14,-183 1,73-3,247-13,-443-2,-17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4:10.25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0,'2'2,"2"4,1 2,0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4:11.2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0,'2'0,"4"0,-1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4:13.6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1,'25'9,"1"-2,-1 0,1-1,0-2,1 0,-1-2,1-1,8-1,-31 0,822 10,98 65,-163-38,-331-25,1355-13,-1167-12,12 0,1182 13,-1769-8,-32 2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4:15.51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2 128,'0'23,"-1"1,1 1,2 0,0 0,2-1,2 7,-5-26,0 0,1 1,0-1,0 0,0 0,1 0,0 0,0 0,0-1,0 1,1-1,-1 0,1 0,0 0,1-1,-1 1,1-1,-1 0,1 0,0-1,0 1,0-1,0 0,1-1,3 2,-3-2,0 0,0-1,0 1,0-1,0 0,0-1,0 1,0-1,0-1,0 1,0-1,-1 0,1 0,0 0,-1-1,0 0,1 0,-1-1,-1 1,1-1,0 0,-1 0,0-1,0 1,0-1,0 0,-1 0,3-5,1-2,-1-1,0 1,-1-1,-1 0,0 0,0-1,-1 1,-1-1,-1 1,0-1,0 0,-2-5,1 9,-2-1,1 1,-2 0,1 0,-1 0,-1 1,0-1,0 1,-1 0,-3-5,6 11,0-1,0 1,0 0,-1 1,1-1,-1 0,0 1,1-1,-1 1,0 0,-1 0,1 0,0 1,-1-1,1 1,-1-1,1 1,-1 0,1 1,-1-1,0 0,1 1,-1 0,0 0,0 0,1 1,-1-1,0 1,1 0,-2 0,-6 4,1 0,-1 0,1 1,0 0,1 1,-1 0,1 1,1 0,0 0,0 1,0 0,1 0,1 1,-1 0,1 1,-15 26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4:16.00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1 205,'2'12,"0"0,1-1,1 1,-1-1,2 0,0 0,0 0,5 6,-8-14,0 0,0 0,-1-1,2 1,-1-1,0 0,0 1,1-1,-1 0,1 0,0 0,0-1,-1 1,1-1,0 1,0-1,1 0,-1 0,0-1,0 1,0 0,1-1,-1 0,0 0,0 0,1 0,-1-1,0 1,0-1,1 0,-1 0,0 0,2-1,7-5,0 0,0-1,0-1,-1 0,0 0,-1-1,0-1,-1 0,0 0,-1 0,0-1,0-1,-2 1,3-7,-5 11,-1 0,0-1,0 0,-1 1,0-1,0 0,-1 0,0 0,-1 0,0 0,-1-1,1 6,-1 1,1-1,-1 0,0 0,0 1,-1-1,1 1,-1-1,0 1,0-1,0 1,0 0,-1 0,1 0,-1 0,1 1,-1-1,0 1,0 0,-1-1,1 1,0 1,-1-1,1 0,-1 1,-3-2,1 2,0 0,-1 1,1-1,-1 1,1 0,-1 1,1-1,0 1,-1 1,1-1,0 1,0 0,0 0,0 1,0 0,1 0,-1 0,1 1,0 0,-1 0,2 0,-1 0,1 1,-1 0,-1 3,-23 27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4:17.26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59 21,'-8'16,"-2"7,1-1,0 1,2 0,1 1,-1 7,6-24,0 0,1-1,0 1,0 0,1 0,-1-1,1 1,1 0,-1-1,1 1,1-1,-1 1,1-1,0 0,0 0,1 0,-1-1,1 1,1-1,-1 0,3 2,-4-4,1 1,-1-1,1 0,0 0,0-1,0 1,1-1,-1 0,0 0,1 0,0 0,-1-1,1 0,0 0,0 0,-1-1,1 1,0-1,0-1,0 1,0 0,-1-1,1 0,0 0,0-1,-1 1,1-1,-1 0,0 0,1-1,-1 1,0-1,0 0,0 0,-1 0,4-3,0-4,0 0,-1-1,0 1,-1-1,0 0,0-1,-1 1,-1-1,0 0,0 0,-1 0,-1 0,0 0,-1 0,0 0,-1 0,0 0,-1-1,0 1,-1 1,0-1,-5-11,7 21,0-1,0 1,0-1,-1 1,1-1,-1 1,1 0,-1 0,0 0,1 0,-1 0,0 0,-1 0,1 1,0-1,0 1,-1-1,1 1,-1 0,1 0,-1 0,1 0,-1 0,0 1,1-1,-1 1,0 0,1 0,-1 0,0 0,0 0,1 0,-1 1,0 0,1-1,-1 1,0 0,1 0,-1 1,-6 3,1 1,0 0,0 0,1 1,-1 0,2 0,-1 1,1 0,0 0,0 0,1 1,0 0,1 0,0 0,0 2,-9 25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4:17.5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0 206,'5'-15,"1"-13,2-6,0-1,-2 0,-2 4,-1 9,-1 16,-2 18,0 17,0 17,0 10,-1 11,1 6,-2 3,-2-11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4:18.65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1 205,'95'-188,"-87"172,-8 16,0 0,0 0,0 0,0 1,0-1,0 0,0 0,0 0,0 0,1 0,-1 1,0-1,0 0,0 0,0 0,0 0,0 0,0 0,0 0,1 0,-1 1,0-1,0 0,0 0,0 0,0 0,1 0,-1 0,0 0,-28 110,21-90,0 0,1 1,2 0,0-1,1 1,1 1,1-1,1 0,1 0,2 13,5-7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4:19.01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1 139,'-1'16,"9"71,-7-83,0-1,0 0,0 0,1 0,-1 0,1 0,0 0,0 0,0-1,0 1,1-1,-1 1,0-1,1 0,0 0,-1 0,1 0,0 0,0-1,0 1,0-1,1 0,-1 0,2 0,0 0,1 0,-1 0,1-1,-1 0,1 0,-1 0,1-1,-1 0,0 0,1 0,-1-1,0 0,0 0,0 0,0 0,0-1,-1 0,1 0,-1 0,1-1,-1 1,0-1,-1 0,1 0,1-2,0-1,0 0,0 0,0-1,-1 1,0-1,-1 0,0-1,0 1,0 0,-1-1,-1 0,1 1,-1-1,-1 0,0-4,0 6,-1 1,0-1,-1 1,0-1,0 1,0-1,0 1,-1 0,0 0,-1 0,1 1,-1-1,-3-3,5 7,0 0,0 0,-1-1,1 1,0 0,-1 1,0-1,1 0,-1 1,0 0,0-1,1 1,-1 0,0 1,0-1,0 0,-1 1,1 0,0-1,0 1,0 0,0 1,0-1,0 1,0-1,0 1,0 0,0 0,0 0,-1 1,-3 2,0 1,0-1,1 2,-1-1,1 1,0 0,1 0,-1 0,-3 7,-19 28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4:20.00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1 205,'61'-204,"-62"229,-11 30,2-14,1 1,2 0,2 0,2 1,2 36,4-57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4:20.27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0 215,'2'-16,"4"-12,2-8,2-3,2 1,1 5,-1 12,-1 17,-3 20,-1 19,-6 17,-4 16,-7 12,-8 8,-1-10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4:29.66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0,'32'12,"152"-5,269 15,30-10,-211-11,-193 2,-1 4,60 13,-110-15,1-1,1-1,-1-2,0-1,21-3,-42 1,-2-1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4:29.99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33 0,'-2'2,"0"0,-1-1,1 1,0 0,0 0,0 0,0 1,0-1,0 0,1 1,-1-1,1 1,0 0,0-1,-1 1,2 0,-1 0,0 0,1-1,-1 1,1 0,0 0,0 0,0 0,0 0,1 0,-1 0,1 0,-1-1,1 1,0 0,0 0,1-1,-1 1,0 0,1-1,0 0,-1 1,1-1,0 0,1 1,15 14,0-1,1 0,1-1,0-2,1 0,1-1,21 9,-11-5,6 4,-9-7,-1 1,-1 1,-1 2,0 1,-1 1,22 21,-44-37,-1-1,1 1,0 0,-1 0,0 0,1 0,-1 1,-1-1,1 1,0-1,-1 1,1-1,-1 1,0 0,-1 0,1-1,-1 1,1 0,-1 0,0 0,0 0,-1 0,1-1,-1 1,0 0,0 0,0-1,-1 1,1-1,-1 1,0-1,0 1,-2 1,-11 11,0-1,-2 0,0-1,-1-2,0 1,0-2,-2 0,1-2,-1 0,-2-1,-2 4,-83 37,69-31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4:30.63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47 0,'-9'14,"-3"8,0 6,3 3,4-1,9 1,7-2,4 3,0 1,-2-5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4:30.88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 0,'0'14,"0"6,0 5,0 0,-2 1,-1 0,0-2,1-5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4:31.06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 0,'-3'16,"0"8,2 1,4-1,2-4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4:31.2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 0,'-2'16,"1"8,6-1,2-4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4:32.2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1,'109'11,"579"16,403 0,-918-14,-135-5,-29-1,-16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4:33.05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534 16,'0'-1,"0"1,0-1,0 0,0 1,0-1,-1 1,1-1,0 1,0-1,0 0,0 1,-1-1,1 1,0-1,0 1,-1-1,1 1,0-1,-1 1,1-1,-1 1,1 0,-1-1,1 1,-1-1,1 1,-1 0,1 0,-1-1,1 1,-1 0,1 0,-1 0,0-1,1 1,-1 0,1 0,-1 0,0 0,1 0,-1 0,1 0,-1 1,0-1,1 0,-1 0,1 0,-1 1,1-1,-1 0,1 0,-1 1,1-1,-1 0,1 1,-1-1,1 1,0-1,-1 1,1-1,-49 16,2 3,0 1,1 3,-15 11,56-31,-212 129,180-91,38-40,-1 0,0 0,1 0,-1 0,1 0,-1 0,1 0,-1 0,1 0,0 0,0 0,-1 0,1 0,0-1,0 1,0 0,0-1,0 1,0-1,0 1,0-1,0 1,0-1,0 0,0 1,0-1,0 0,0 0,0 0,1 0,-2 0,157 31,-121-18,0 1,-1 3,0 0,-1 3,12 10,-43-29,1 2,55 25,-58-27,1-1,-1 0,1 0,-1 1,1-1,-1 0,1 0,0-1,-1 1,1 0,-1 0,1-1,-1 1,0-1,1 1,-1-1,1 0,-1 1,0-1,1 0,-1 0,0 0,0 0,0 0,0 0,0-1,0 1,0 0,0 0,0-1,-1 1,1 0,0-1,-1 1,1-1,-1 1,0-1,1 1,-1-1,3-18,0 0,-1 0,-1 0,-1 0,-1 0,0 0,-2 0,0 0,-2 0,-4-24,-3 2,-2-1,-12-23,15 42,5 21,8 14,4 7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5:37.24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698 67,'-31'-26,"27"22,0 0,0 1,-1-1,1 1,-1-1,0 1,0 1,0-1,0 1,0 0,-4-1,-2 1,1 1,0 0,-1 1,1 1,-1-1,1 1,0 1,-1 0,1 0,0 1,0 1,1 0,-1 0,1 0,0 1,0 1,0 0,1 0,0 0,0 1,0 0,1 1,0 0,1 0,0 0,0 1,-4 8,-19 35,3 2,2 0,2 2,3 0,2 1,1 12,3-21,-39 128,9 1,7 2,8 1,0 114,32-58,22 119,-12-190,-8-61,5-1,4-1,4 0,23 64,-31-139,1-1,2-1,0 0,2 0,0-2,2 0,0-1,2-1,0 0,1-2,1 0,1-2,1 0,0-2,1 0,10 3,-29-15,-1 1,1-1,1 0,-1 0,0-1,1 0,-1 0,1 0,0-1,-1 0,1-1,0 1,0-1,0 0,0-1,-1 0,1 0,0 0,-1-1,1 0,-1 0,1-1,-1 1,1-2,13-12,-1 0,-1-2,0 0,-2-1,0 0,-1-1,2-4,-12 16,26-34,-2 0,-2-2,-2-1,-2-2,-1 0,-3-1,-3-1,-1 0,3-24,0-75,-7-1,-6 0,-7-13,1 60,1-110,-11-524,4 627,-4 1,-25-104,25 166,-1 1,-3 1,-1 1,-2 0,-2 1,-2 1,-2 1,-7-8,23 38,1 0,-1 0,0 1,-1 0,0 0,0 1,-10-6,16 13,1-1,-1 1,0 0,1 0,-1 0,0 0,0 1,1-1,-1 1,0 0,0 0,0 0,0 0,1 0,-1 0,0 1,0 0,0-1,1 1,-1 0,0 0,1 1,-1-1,1 0,-1 1,1-1,0 2,-33 24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6:19.51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0,'2'0,"10"0,14 2,17 3,16 4,13-1,9 1,2-1,-3-2,-9-2,-12-1,-14-2,-12 2,-9-1,-7 1,-6-1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6:21.69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53 0,'-9'0,"-3"2,-4 1,1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6:21.98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39 0,'16'14,"12"9,6 7,1 3,2 3,-1 2,-4 2,-8 0,-7 1,-12 2,-18 1,-18-1,-19-3,-16-5,-9-10,7-8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6:22.37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1,'14'16,"13"16,14 17,13 11,13 10,10 1,2-2,-2-4,-11-6,-11-6,-13-10,-14-8,-14-9,-11-10,-6-7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6:22.63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728 0,'-16'3,"-12"7,-13 11,-8 11,-9 14,-7 10,-3 8,-2 3,0 0,3-4,8-7,9-8,12-10,9-11,10-11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7:11.4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319 98,'-33'-72,"32"70,-1 0,1 0,-1 0,0 0,1 1,-1-1,0 0,0 1,0 0,0-1,0 1,-1 0,1 0,0 0,-1 1,1-1,0 0,-1 1,1-1,-1 1,1 0,-1 0,1 0,-1 0,1 1,0-1,-1 0,1 1,-1 0,0 0,-10 6,0 1,1 0,0 1,0 0,1 1,0 0,1 0,0 2,1-1,0 1,1 0,0 1,1 1,-3 1,1 0,0 1,1 0,1 1,1-1,0 1,1 0,1 1,1-1,0 1,2 0,-1 5,3-19,-1 0,1 1,0-1,0 0,0 0,0-1,1 1,-1 0,1 0,0-1,0 1,1-1,-1 1,1-1,-1 0,1 0,0 0,0 0,0-1,1 1,-1-1,1 0,-1 0,1 0,0 0,0-1,0 0,0 1,0-1,0-1,0 1,0-1,0 1,0-1,0 0,0-1,1 1,-1-1,0 1,0-1,2-2,6 0,0-1,0-1,0 0,-1-1,0 0,0 0,-1-2,0 1,0-1,0 0,-1-1,-1 0,1-1,-2 0,1 0,-1-1,5-7,-1-1,-1 0,-1 0,-1-1,0 0,-2 0,0 0,-1-1,-1-3,0-26,-9 67,2 1,0 0,2-1,0 1,0 0,2 0,0 0,1 0,2 3,-3-11,2-1,-1 0,1 0,1-1,-1 1,2-1,-1 0,1 0,0 0,1 0,-1-1,1 0,1 0,0-1,0 0,0 0,0 0,1-1,0 0,0-1,1 1,-1-2,1 1,0-1,0-1,0 1,5-1,10 2,1-2,0-1,0-1,0-1,0-1,0-1,17-5,24-7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7:14.2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0,'1'1,"0"-1,0 1,0-1,0 1,-1 0,1-1,0 1,-1 0,1-1,0 1,-1 0,1 0,-1 0,1 0,-1 0,1-1,-1 1,0 0,0 0,1 0,-1 0,0 0,0 0,0 0,0 0,0 0,0 0,0 0,0 0,-1 0,1 0,0 0,-1 0,1 0,0 0,3 462,22 1147,-72-24,41-1483,6-106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7:12.9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27,'16'-2,"16"-1,15-3,8 1,6 0,2 2,-1 0,-4 5,-8 0,-11 3,-13 3,-11 0</inkml:trace>
  <inkml:trace contextRef="#ctx0" brushRef="#br0" timeOffset="279.252">161 254,'23'9,"21"3,21 0,18-3,10-2,2-3,-16-2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7:23.91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 61,'-10'35,"2"0,2 1,1-1,2 1,1 0,2 0,1 0,2 0,3 4,0 50,-6-87,1 0,-1 0,1 0,-1 0,0 0,0 0,-1 0,1 0,0 0,-1 0,0 0,1 0,-1 0,-1-1,1 1,0 0,-2 1,-5-17,8-1,0 0,1-1,0 1,1 0,1 1,0-1,1-1,2-9,66-332,-71 353,-1 1,0-1,0 1,0-1,0 1,1 0,-1-1,1 1,0 0,0-1,0 1,0 0,0 0,0 0,1 0,-1 0,1 0,-1 0,1 0,0 0,0 1,-1-1,1 1,0-1,1 1,-1 0,0 0,0 0,0 0,2 0,7 3,0 1,0 0,0 0,-1 1,1 1,-1 0,0 0,-1 1,1 0,-1 1,2 0,-1 0,1 1,-2 0,1 0,-1 1,0 1,-1-1,0 1,-1 1,1 1,-6-8,1 1,-1-1,0 1,-1 0,1 0,-1-1,0 1,0 0,0 0,0 0,-1 0,0 1,0-1,-1 0,1 0,-1 0,0 0,-1-1,1 1,-1 0,0 0,0-1,0 1,-1-1,1 0,-4 4,-4 4,-1-1,-1 0,0 0,-1-1,1-1,-2 0,0-1,0 0,0-1,-1-1,0 0,-14 3,58-6,-7-6,0 2,0 1,1 0,-1 2,0 0,0 2,0 0,0 2,-1 0,1 1,-2 1,1 2,9 5,-27-13,-1-1,0 0,0 1,0 0,0-1,0 1,-1 0,1 0,-1 0,1 0,-1 0,1 0,-1 0,0 1,0-1,0 0,0 1,-1-1,1 1,-1-1,1 1,-1-1,0 1,0-1,0 1,0-1,-1 1,1-1,-1 1,1-1,-1 1,0-1,0 1,0-1,0 0,0 0,-1 0,1 1,-1-1,1 0,-2 1,-12 7,1 0,-1-1,0-1,-1 0,0-1,0-1,-1-1,0 0,0-1,0-1,0 0,0-1,-1-1,-5-1,9 2,0-1,0 0,-1-1,1-1,0 0,0-1,0 0,0-1,0-1,0 0,1-1,0 0,0-1,0-1,-16-16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7:24.1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28,'16'-2,"17"-3,20-1,20 1,16 1,10 1,3 2,-5 0,-12 1,-19 0,-19 2,-19 4,-19 2,-14 3,-7-1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7:25.1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 1,'-1'3,"1"0,0-1,-1 1,2 0,-1 0,0 0,0 0,1 0,0 0,-1 0,1 0,0-1,0 1,1 0,-1 0,1-1,-1 1,1-1,0 0,0 1,0-1,0 0,0 0,0 0,1 0,-1-1,0 1,1-1,0 1,-1-1,1 0,0 0,0 0,-2-1,0 0,0 0,-1-1,1 1,0 0,-1 0,1-1,0 1,-1 0,1-1,0 1,-1-1,1 1,-1-1,1 1,-1-1,1 1,-1-1,1 0,-1 1,0-1,1 0,-1 1,0-1,0 0,1 1,-1-1,0 0,0 0,0 1,0-1,0 0,0 0,0 1,0-1,0 0,0 0,0 1,-1-1,1 0,0 1,0-1,-1 0,1 1,0-1,-1 0,1 1,-1-1,1 1,-1-1,1 1,-1-1,1 1,-1-1,0 1,1-1,-1 1,0 0,0-1,-1 0,0 0,-1 0,1 0,-1 0,1 1,-1-1,0 0,1 1,-1 0,1 0,-1 0,0 0,1 0,-1 0,0 1,1-1,-1 1,1 0,-1 0,0 0,15 7,-3-6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7:18.6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281 340,'4'20,"2"16,0 14,-1 9,-2 6,0 3,-5 0,-5-6,-4-8,0-11,1-13</inkml:trace>
  <inkml:trace contextRef="#ctx0" brushRef="#br0" timeOffset="285.014">227 340,'167'121,"-141"-103,-1 1,0 2,-2 0,0 1,-2 2,0 0,-2 1,-1 1,-1 0,-1 2,7 16,-20-37,-1 0,0 0,0 0,-1 0,0 1,0-1,-1 1,1-1,-2 0,1 1,-1-1,0 0,-1 1,1-1,-1 0,-1 0,0 0,0 0,0-1,-1 1,1-1,-2 0,1 0,-1 0,0-1,0 1,0-1,-1 0,1-1,-1 1,-1-1,1-1,-6 4,0-2,1 0,-1 0,-1-1,1-1,-1 0,1-1,-1 0,0-1,0 0,0-1,1 0,-1-1,0-1,-11-2,-19-8</inkml:trace>
  <inkml:trace contextRef="#ctx0" brushRef="#br0" timeOffset="566.262">1 153,'13'2,"24"1,22 0,25-1,16 0,9-1,-2 1,-11 2,-21-2</inkml:trace>
  <inkml:trace contextRef="#ctx0" brushRef="#br0" timeOffset="2524.535">1497 460,'1'0,"-1"0,0-1,0 1,0 0,1 0,-1 0,0 0,0 0,1 0,-1 0,0 0,0 0,1 0,-1 0,0 0,0 0,1 0,-1 0,0 0,0 0,1 0,-1 0,0 0,0 0,1 0,-1 0,0 1,0-1,0 0,1 0,-1 0,0 0,0 1,0-1,1 0,-1 0,0 0,0 1,0-1,0 0,0 0,0 0,0 1,1-1,-1 0,0 0,0 1,0-1,0 0,0 0,0 1,0-1,11-23,-10 20,0-1,-1 0,1 0,-1 0,0 1,0-1,0 0,0 0,-1 0,0 1,1-1,-1 0,-1 0,1 1,0-1,-1 1,0-1,0 1,0 0,0 0,0 0,-1 0,0 0,1 0,-1 1,0-1,0 1,0 0,-1 0,0-1,-3-1,-1 0,1 1,0 0,-1 1,0-1,0 1,0 1,0 0,0 0,0 0,0 1,0 0,0 1,-3 0,2 1,0 0,0 1,1 0,-1 1,1-1,0 2,0-1,0 1,1 0,-1 1,1 0,0 0,1 0,0 1,0 0,0 1,1-1,0 1,0 0,1 0,0 0,1 1,-1 2,-4 9,2 0,1 1,0 0,1 0,2 0,0 0,1 1,1-1,2 13,0-21,0 1,1-1,0 0,1 0,0 0,1 0,1-1,0 0,1 0,0 0,1-1,0 0,1-1,0 1,0-2,1 1,0-2,1 1,0-1,1-1,-1 0,1-1,0 0,1 0,0-2,0 1,2-1,7 2,1-1,-1 0,1-2,0-1,-1 0,19-3,-31 1,-1-1,1 0,-1 0,1-1,-1-1,0 1,0-1,0-1,0 0,-1 0,1-1,-1 0,0 0,-1-1,1 0,-1-1,2-1,8-15</inkml:trace>
  <inkml:trace contextRef="#ctx0" brushRef="#br0" timeOffset="2899.531">1164 32,'-5'-6,"1"-4,8 2,15 3,17 3,19 4,16 2,9 2,3 0,-4 2,-8-1,-12-2,-14-1,-12-2,-14 0,-14-2,-9 0</inkml:trace>
  <inkml:trace contextRef="#ctx0" brushRef="#br0" timeOffset="8150.878">1858 728,'3'4,"2"2,3 0,3-4,-1-6,-3-5,-1-4,-3-1,-3 2,-5 2,-5 4,-6 2,-3 4,-2 5,-2 3,2 1</inkml:trace>
  <inkml:trace contextRef="#ctx0" brushRef="#br0" timeOffset="8958.618">843 700,'-2'1,"1"0,0 0,1 0,-1 0,0 0,0 0,0 1,1-1,-1 0,0 0,1 1,-1-1,1 0,0 0,-1 1,1-1,0 1,0-1,0 0,0 1,0-1,0 0,0 1,0-1,1 1,-1-1,0 0,1 0,1 1,-1 0,1-1,1 1,-1-1,0 1,0-1,0 0,1 0,-1 0,0-1,1 1,-1 0,1-1,-1 1,1-1,-1 0,1 0,-1 0,1 0,-1-1,1 1,-1-1,1 1,-1-1,0 0,1 0,-1 0,0 0,0 0,2-1,-2 1,0 0,0 0,0 0,0 0,0-1,0 1,0 0,0-1,-1 0,1 1,0-1,-1 0,0 0,1 0,-1 0,0 0,0 0,0 0,0 0,0 0,-1 0,1-1,-1 1,1-2,-1 4,-1-1,1 0,-1 1,1-1,-1 1,1-1,-1 1,1-1,-1 1,1 0,-1-1,0 1,1 0,-1-1,0 1,1 0,-1 0,0-1,0 1,1 0,-1 0,0 0,1 0,-1 0,0 0,0 0,1 0,-1 1,0-1,1 0,-1 0,0 0,1 1,-1-1,0 0,1 1,-1-1,-8 5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7:25.9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151 334,'-1'40,"-2"0,-1 1,-3-2,-1 1,-2-1,-1 0,-2-1,-2 0,-1-1,-4 3,-15 15,35-56,1 1,-1 0,0 0,0-1,1 1,-1 0,0 0,0-1,1 1,-1 0,0 0,0-1,0 1,0 0,0-1,1 1,-1 0,0-1,0 1,0 0,0-1,0 1,0-1,0 1,0 0,0-1,0 1,0 0,0-1,0 1,-1 0,1-1,0 1,0 0,0-1,0 1,-1 0,1 0,0-1,0 1,-1 0,1 0,0-1,0 1,-1 0,1 0,0-1,-1 1,1 0,0 0,-1 0,1 0,0 0,-1 0,1 0,0 0,-1-1,1 1,0 0,-1 0,1 0,0 1,-1-1,1 0,0 0,-1 0,1 0,74-212,119-268,-152 389,-28 70,-12 21,-1 0,1 0,0 0,-1 0,1 0,-1 0,1 0,0 0,-1 0,1 0,-1 0,1 0,0 0,-1 1,1-1,-1 0,1 0,-1 1,1-1,-1 0,1 1,-1-1,1 0,-1 1,1-1,-1 1,0-1,1 1,-1-1,0 1,1-1,-1 1,0-1,1 1,-1-1,0 1,0-1,0 1,0 0,0-1,0 1,0-1,0 1,0 0,0-1,0 1,0-1,0 1,0 0,0-1,0 2,40 262,-9-51,30 85,-33-187,-28-98</inkml:trace>
  <inkml:trace contextRef="#ctx0" brushRef="#br0" timeOffset="268.812">70 534,'18'0,"29"0,32 0,27 0,20-3,7-4,-18-2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7:43.3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289 161,'-1'2,"1"0,-1 0,1 0,-1-1,1 1,0 0,0 0,0 0,0 0,0 0,0 0,1 0,-1-1,1 1,-1 0,1 0,0 0,-1-1,1 1,0 0,0-1,0 1,1-1,-1 1,0-1,0 1,1-1,-1 0,1 0,-1 0,1 0,0 0,-1 0,1 0,0 0,0-1,-1 1,1-1,0 1,0-1,0 0,0 1,0-1,0 0,-1 0,1-1,0 1,0 0,0-1,0 1,0-1,-1 1,1-1,1 0,1-2,-1-1,1 1,-1 0,0-1,0 0,0 0,0 0,-1 0,1 0,-1 0,0-1,0 1,-1-1,0 0,1 1,-1-1,-1 0,1 0,-1 0,0 1,0-1,0 0,-1 0,1 0,-1 1,-1-1,1 0,-1 1,1-1,-1 1,0-1,-1 1,1 0,-1 0,0 0,0 0,0 1,0-1,-1 1,1 0,-1 0,-1-1,-3-1,0 1,0-1,0 2,-1-1,1 1,-1 0,0 1,0 0,0 0,0 1,0 0,0 1,-1 0,1 0,0 1,0 0,0 0,0 1,0 1,0 0,0 0,1 0,0 1,-1 0,1 1,1 0,-1 0,1 1,0 0,0 0,0 0,1 1,0 0,1 0,-1 1,1 0,-2 5,-1 9,0 1,2 1,0-1,2 1,0 0,2 0,0 0,2 0,1 0,3 19,-5-35,1 0,0 0,1 0,0 0,0 0,1 0,0 0,0 0,1-1,0 1,0-1,0 0,1 0,1 0,-1-1,1 1,0-1,0 0,1 0,0-1,0 1,0-1,0-1,1 1,0-1,0 0,5 1,15 0,0-1,-1-2,1 0,0-2,0-1,0-2,0 0,-1-2,1 0,-1-2,0-1,1-2,10-6,-34 10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7:47.2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69 120,'-4'231,"3"-212,0 0,-2-1,0 1,-1 0,0-1,-2 1,0-2,-2 1,-1 3,9-21,0-1,-1 1,1 0,0 0,0-1,0 1,0 0,-1-1,1 1,0 0,0 0,-1-1,1 1,0 0,0 0,-1-1,1 1,0 0,-1 0,1 0,0 0,-1 0,1-1,0 1,-1 0,1 0,0 0,-1 0,1 0,0 0,-1 0,1 0,0 0,-1 0,1 0,0 1,-1-1,1 0,0 0,-1 0,1 0,0 0,-1 1,1-1,0 0,0 0,-1 1,1-1,0 0,0 0,0 1,-1-1,1 0,0 1,0-1,0 0,0 0,-1 1,1-1,0 0,0 1,0-1,0 1,0-1,0 0,0 1,0-1,-4-29,6-239,-3 252,1-1,0 1,1-1,1 1,1 0,0 0,1 0,1 0,1 1,0-1,1 1,6-11,-11 24,-1 0,1 0,0 0,0 0,0 1,0-1,0 0,0 1,0 0,0-1,1 1,-1 0,1 0,-1 0,0 0,1 1,0-1,-1 1,1-1,-1 1,1 0,0 0,-1 0,1 1,-1-1,1 0,0 1,-1 0,1-1,-1 1,0 0,2 1,4 3,-1-1,0 1,-1 0,1 0,-1 1,0 0,0 0,-1 0,4 6,-2-2,0 0,0 1,-1 0,-1 0,0 0,0 1,-1 0,0 0,-1 0,0 3,-3-10,1 1,-1-1,1 1,-2-1,1 1,-1-1,1 1,-1-1,-1 0,1 1,-1-1,0 0,0 0,-1 0,1 0,-1-1,0 1,0-1,-1 1,0-1,1 0,-1 0,0-1,-1 1,-6 3,1 0,-1-1,-1-1,1 0,-1 0,0-1,0 0,-4-1,81-1,-45-1,0 0,1 1,-1 1,0 1,0 0,7 4,-19-5,-1-1,0 1,0 0,0 1,0 0,0 0,-1 0,1 1,-1 0,-1 0,1 1,-1-1,1 1,-2 1,1-1,-1 0,0 1,1 2,-4-6,0 0,0 0,0 0,0 0,-1 0,1 0,-1 0,0 0,0 0,0 1,0-1,0 0,-1 0,1 0,-1 0,0 0,0 0,0 0,0 0,-1 0,1 0,-1-1,0 1,0 0,0-1,0 1,0-1,0 0,0 0,-2 1,-85 44,75-42,-1 0,1-1,0-1,-1 0,0-1,0-1,0 0,0-1,0 0,1-1,-1-1,0 0,-3-2,-23-28,32 14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7:47.5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7,'23'-3,"23"0,23 2,19 2,15 1,7-1,-1 0,-8 0,-23-1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7:48.9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 0,'-3'0,"7"3,12 2,16 3,21 0,22-1,19-2,11-2,4-4,-7-1,-19-1,-26 1,-23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7:50.5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1,'0'17,"-1"37,3 0,2 0,9 46,18 56,-7 2,-7 3,0 531,-11-485,-3 112,-10-191,5 0,10 51,5 141,6-54,-19 125,-4-363,-12-37,-5-3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7:48.44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176 143,'-8'52,"-2"-1,-2-1,-3 0,-1-1,-3 0,-2-2,-1 0,-5 2,1-14,26-41,120-257,10-25,-96 231,-33 56,-1 0,1 1,-1-1,1 1,-1-1,1 1,0-1,-1 1,1 0,-1-1,1 1,0-1,-1 1,1 0,0 0,0 0,-1-1,1 1,0 0,-1 0,1 0,0 0,0 0,-1 0,1 0,0 0,0 1,-1-1,1 0,0 0,-1 0,1 1,0-1,-1 0,1 1,-1-1,1 1,0-1,-1 1,1-1,-1 1,1-1,-1 1,1 0,-1-1,0 1,1-1,-1 1,0 0,18 39,-16-35,22 75,-4 1,2 32,-4-25,29 151,-45-218,-3-7</inkml:trace>
  <inkml:trace contextRef="#ctx0" brushRef="#br0" timeOffset="248.335">56 384,'16'-2,"16"1,17 1,14 1,7-1,3 1,-2-3,-8-3,-12-3,-16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7:51.5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22,'16'-5,"19"-1,17 1,16 0,12 4,1 4,-5 4,-17 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7:51.7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1,'19'2,"23"1,28 0,25-1,14 0,-12-1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7:54.939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3092 1218,'1'106,"2"-30,-4-1,-2 0,-4 0,-3-1,-11 38,17-100,-22 48,15-74,3-35,3 0,2-1,2 1,2-3,-1-9,0 33,-2-15,2 0,2 1,2-1,1 0,3 1,8-27,-14 64,-1 0,1 0,0 0,0 1,1-1,-1 1,1 0,0 0,0 0,0 0,1 0,-1 0,1 1,0 0,0 0,0 0,1 0,-1 1,1-1,-1 1,1 0,0 1,-1-1,1 1,0 0,0 0,0 0,0 1,1 0,-1 0,0 0,0 1,0-1,0 1,0 0,3 2,1 0,1 0,-1 1,0 1,0-1,-1 1,1 1,-1 0,0 0,-1 1,1-1,-1 2,-1-1,1 1,-1 0,-1 0,1 1,-1-1,-1 1,0 1,0-1,-1 0,0 1,0 0,-1 0,-1-1,0 1,0 0,0 0,-2 0,1 0,-1 0,-1 0,1 0,-4 7,-1-3,-2 1,0-1,0-1,-2 1,1-2,-2 1,0-1,0-1,-1 0,0-1,-1 0,-6 3,1 1,20-7,17-8,-15 1,6-2,0 1,0 0,0 0,0 1,0 1,0-1,0 2,0-1,0 1,-1 1,1 0,-1 0,1 1,-1 0,0 1,-1 0,1 0,-1 1,0 0,0 0,-1 1,1 0,-2 0,5 6,-7-6,0-1,0 1,-1 0,0 1,0-1,-1 1,0-1,0 1,0 0,-1-1,0 1,-1 0,0 0,0 0,-1 0,0-1,0 1,-1 0,0 0,0-1,-1 0,0 1,0-1,0 0,-1 0,-1-1,1 1,-1-1,0 0,-5 6,-1-2,0 0,-1 0,0-1,-1-1,0 0,0-1,0 0,-1-1,0 0,0-1,-1-1,0 0,1-1,-1 0,0-2,0 0,-1 0,1-1,0-1,-9-2,20 3,1-1,-1 1,1-1,0 0,-1 0,1 0,0-1,0 1,0-1,0 1,0-1,0 0,0 0,0 0,1-1,-1 1,1-1,0 1,0-1,0 0,0 0,0 0,0 0,1 0,-1 0,1-1,0 1,0 0,1-1,-1 1,0-3,3-8</inkml:trace>
  <inkml:trace contextRef="#ctx0" brushRef="#br0" timeOffset="400.929">2918 884,'9'2,"15"3,16 1,18-1,16-1,18-1,10-4,4-3,-17-2</inkml:trace>
  <inkml:trace contextRef="#ctx0" brushRef="#br0" timeOffset="1291.24">4268 456,'22'340,"-17"393,-45 2,40-399,0-344</inkml:trace>
  <inkml:trace contextRef="#ctx0" brushRef="#br0" timeOffset="3790.449">6113 830,'26'57,"-26"-57,1 0,-1 0,0 0,1 0,-1 1,0-1,1 0,-1 0,1 0,-1 0,0 0,1 0,-1 0,0-1,1 1,-1 0,0 0,1 0,-1 0,0 0,1-1,-1 1,0 0,1 0,-1 0,0-1,1 1,-1 0,0 0,0-1,0 1,1 0,-1-1,0 1,0 0,0-1,0 1,1 0,-1-1,0 1,0 0,0-1,0 1,0-1,0 1,0 0,0-1,0 1,0 0,0-1,0 1,0 0,-1-1,1 1,0-1,0 1,0 0,0 0,-1-1,1 1,0 0,0-1,-1 1,1 0,0 0,0-1,-1 1,1 0,0 0,-6-8,1 1,-1 0,0 0,-1 0,1 1,-1 0,-1 0,1 1,-1 0,0 0,0 1,0 0,-1 0,0 1,1 0,-1 0,0 1,0 1,0-1,-1 1,1 1,-8 0,9 0,1 1,-1 0,1 0,-1 0,1 1,-1 1,1-1,0 1,0 0,0 0,0 1,1 0,-1 1,1-1,0 1,0 0,1 0,-1 1,1 0,1 0,-1 0,1 1,0-1,0 1,1 0,0 0,0 0,1 0,0 1,0-1,0 1,1 0,0-1,1 6,-1-2,0 0,1 0,0-1,1 1,1 0,-1-1,2 1,-1-1,1 1,1-1,0 0,0 0,1-1,1 1,-1-1,1 0,1-1,0 0,0 0,0 0,1-1,0 0,1 0,0-1,0 0,0 0,1-1,-1-1,1 1,0-2,0 1,6 0,-4 0,0 0,0-1,0-1,0 0,1 0,-1-1,0-1,1 0,-1 0,1-2,-1 1,0-2,0 0,0 0,0-1,0 0,-1-1,0 0,0-1,0-1,0 1,-1-2,2-1,13-22</inkml:trace>
  <inkml:trace contextRef="#ctx0" brushRef="#br0" timeOffset="4144.002">5753 562,'15'3,"18"0,18 0,16 0,14-4,3-1,-3-1,-10 1,-18 0</inkml:trace>
  <inkml:trace contextRef="#ctx0" brushRef="#br0" timeOffset="2075.167">4937 817,'2'18,"1"13,2 8,1 4,-2 2,-1 0,0-4,-5-3,0-7,-1-12,1-10</inkml:trace>
  <inkml:trace contextRef="#ctx0" brushRef="#br0" timeOffset="2350.943">4923 750,'26'29,"2"-1,1-1,1-2,2-1,4 1,-2-1,-2 1,0 1,-2 2,13 16,-39-41,-1 0,0 0,0 0,0 0,-1 0,1 1,-1-1,0 1,0 0,0-1,-1 1,1 0,-1 0,0 0,0 1,0-1,0 0,-1 0,0 0,0 0,0 1,0-1,-1 0,1 0,-1 0,0 0,-1 1,1-1,-1-1,1 1,-1 0,0 0,-1-1,1 1,-2 1,-7 4,-1 0,-1-1,1 0,-2-1,1 0,-1-1,1-1,-2 0,1-1,0 0,-1-1,0-1,0 0,0-1,0-1,-11-1,17 1,0-1,0 1,0-1,0-1,0 0,0 0,1-1,-1 0,1 0,0-1,0 0,0-1,1 0,-1 0,-16-17</inkml:trace>
  <inkml:trace contextRef="#ctx0" brushRef="#br0" timeOffset="2655.446">4763 643,'-4'-9,"2"-3,9 1,14 3,18 5,18 2,17 1,10 3,4 1,-6-1,-16 3,-23 1,-18 1</inkml:trace>
  <inkml:trace contextRef="#ctx0" brushRef="#br0" timeOffset="5575.809">6902 817,'-35'107,"-48"98,58-146,18-41,19-46,45-165,-40 127,3 0,22-46,-39 105,-1 0,1 0,-1 1,1-1,1 1,-1-1,1 1,1 0,-1 1,1-1,0 1,0 0,0 0,1 0,0 1,0-1,-4 5,-1-1,1 1,0-1,0 1,0 0,0 0,-1 0,1 0,0 0,0 0,0 0,0 1,-1-1,1 1,0-1,0 1,-1 0,1 0,0-1,-1 1,1 0,-1 1,1-1,-1 0,0 0,1 1,-1-1,0 0,0 1,0-1,0 1,0 0,26 55,-15-8,-2 0,-3 1,-1 0,-3 0,-3 48,5 60,-5-155,0 7,1-1,0 1,0-1,1 0,0 0,1 0,0 0,4 9,0-9</inkml:trace>
  <inkml:trace contextRef="#ctx0" brushRef="#br0" timeOffset="5763.305">6768 991,'18'0,"20"0,19 0,16-2,12-1,-1 0,-8 1,-19 0</inkml:trace>
  <inkml:trace contextRef="#ctx0" brushRef="#br0" timeOffset="7452.589">6047 2020,'0'114,"7"-126,-8 6,0 0,0 0,-1 0,0 0,0 0,-1 0,1 1,-1-1,0 1,-1-1,1 1,-1 1,0-1,-1 0,1 1,-1 0,1 0,-1 0,-1 1,1-1,0 1,-1 0,0 1,1 0,-1-1,0 2,0-1,0 1,0 0,-1 0,-2 0,0 0,1 0,0 0,0 0,-1 1,1 0,-1 1,1 0,0 0,0 1,0 0,0 0,0 1,0 0,0 1,1-1,0 1,0 1,0-1,0 1,0 1,1-1,0 1,0 0,1 0,0 1,0 0,0 0,1 0,-4 8,4-7,0 0,1 1,0 0,0 0,1 0,0 0,0 0,1 0,1 0,-1 1,1-1,1 0,0 1,0-1,1 0,0 0,0 0,1 0,1 0,-1-1,1 1,1-1,-1 0,1 0,1-1,0 0,0 1,6 4,5 0,1-1,0-1,1 0,0-2,1 0,0-1,0 0,0-2,1-1,0 0,0-2,0 0,0-2,0 0,0-1,15-3,-21 3,0-1,0-1,0 0,0-1,-1-1,1 0,-1-1,-1 0,1-1,7-6,8-9</inkml:trace>
  <inkml:trace contextRef="#ctx0" brushRef="#br0" timeOffset="9122.161">6701 1766,'16'2,"17"4,14 0,14-1,12-1,8-1,7-4,4-4,0-3,-15 0</inkml:trace>
  <inkml:trace contextRef="#ctx0" brushRef="#br0" timeOffset="10053.691">7691 375,'3'45,"2"0,2-1,2 1,2-2,9 22,-8-22,32 113,-7 1,1 50,-16 34,-10 180,-2-36,1-12,-27-388,4 3</inkml:trace>
  <inkml:trace contextRef="#ctx0" brushRef="#br0" timeOffset="-2213.097">1474 1432,'16'0,"14"0,14 0,8 0,7 0,2 0,-2 0,-5 2,-6 3,-8 4,-9-1</inkml:trace>
  <inkml:trace contextRef="#ctx0" brushRef="#br0" timeOffset="-1953.789">1474 1659,'20'7,"24"2,19 0,17-5,9-2,-1-1,-12-2,-18 0</inkml:trace>
  <inkml:trace contextRef="#ctx0" brushRef="#br0" timeOffset="11297.974">966 1418,'-5'-5,"-1"-1,1 1,-1 0,0 0,-1 0,1 1,-1 0,0 0,1 1,-2 0,1 0,0 0,-1 1,1 0,-1 1,1 0,-1 0,0 0,0 1,1 0,-1 1,0 0,1 0,-1 1,0-1,1 2,0-1,-1 1,1 0,0 1,0 0,-7 9,2 1,-1 1,2 0,0 0,0 1,2 1,0 0,1 0,0 1,2-1,0 2,1-1,1 1,0-1,2 1,0 0,1 5,0-13,-1-1,2 1,-1-1,2 1,-1-1,1 1,1-1,0 0,1 0,-1 1,2-1,0-1,0 1,0-1,2 1,-5-8,1 0,-1 0,1-1,-1 1,1-1,0 1,0-1,-1 0,1 1,0-1,0 0,0 0,0-1,1 1,-1 0,0-1,0 1,0-1,1 0,-1 1,0-1,0 0,0-1,1 1,-1 0,0-1,0 1,0-1,1 1,-1-1,0 0,0 0,0 0,0 0,0-1,-1 1,1 0,0-1,-1 1,2-2,59-74,-43 38,-1 0,-2-2,-2 0,-1 0,-3-1,-1-1,-2 0,0-18,-2 170,-5-93,1 1,0-1,2 1,0-1,0 0,2 0,0 0,0-1,2 0,0 0,1 0,0-1,1 0,0-1,2 0,-1 0,2-1,-1-1,2 0,-1 0,1-1,10 5,-11-9,1-1,0-1,0 0,0-1,0 0,0-1,1 0,-1-2,0 1,1-1,-1-1,1-1,5-1,38-9</inkml:trace>
  <inkml:trace contextRef="#ctx0" brushRef="#br0" timeOffset="8582.616">6875 2034,'-49'177,"36"-132,4-8,-2-1,-2 0,-2-1,-4 7,19-42,-1-1,1 1,0 0,0 0,0-1,-1 1,1 0,0 0,-1 0,1 0,0-1,0 1,-1 0,1 0,0 0,-1 0,1 0,0 0,-1 0,1 0,0 0,-1 0,1 0,0 0,-1 0,1 0,0 0,-1 0,1 0,0 0,0 0,-1 1,1-1,0 0,-1 0,1 0,0 1,0-1,-1 0,1 0,0 0,0 1,0-1,-1 0,1 1,0-1,0 0,0 0,0 1,0-1,-1 0,1 1,3-33,14-28,3 1,2 0,25-43,-45 97,4-9,0 0,1 1,0-1,1 1,1 1,0 0,0 0,1 1,8-7,-18 18,1-1,0 0,1 0,-1 1,0-1,0 0,0 1,0-1,0 1,1 0,-1-1,0 1,0 0,1 0,-1 0,0 0,0 0,1 0,-1 0,0 0,0 0,1 0,-1 1,0-1,0 1,0-1,0 1,1-1,-1 1,0 0,0-1,0 1,0 0,0 0,0 0,-1 0,1 0,0 0,0 0,-1 0,1 0,0 0,-1 0,1 0,-1 1,20 59,-18-55,17 100,-4 2,-2 53,-3-41,-10-112,-1-9</inkml:trace>
  <inkml:trace contextRef="#ctx0" brushRef="#br0" timeOffset="8846.496">6768 2314,'18'0,"18"0,13-3,11-2,3-1,-1-1,-10-2,-13-2,-14 1</inkml:trace>
  <inkml:trace contextRef="#ctx0" brushRef="#br1" timeOffset="22478.936">8734 283,'25'53,"-1"1,-3 1,11 49,2 64,-6 2,-9 1,-6 1,-9 74,-3-178,-4 0,-2 0,-4-1,-2 0,-16 48,4-36,4 0,3 1,0 26,11-53,-2 0,-3 0,-2-1,-8 18,14-50,-1-1,-2 0,0-1,0 0,-2 0,0-1,-1 0,-1-1,-1-1,0 0,0-1,-17 12,13-15,-1 0,-1-2,0 0,0-1,0-1,-1-1,0-1,-1-1,-10 4,-159 37,-2-9,-156 7,124-32,-60-12,101-1,-1101 1,631-30,220 5,-327-10,464 36,-602-14,487 2,-271-18,70-9,552 35,-1-2,1-3,1-2,0-3,-51-20,80 25,2-2,0-2,0 0,1-2,1-1,0-1,2-2,0 0,1-1,-10-13,13 8,1-1,1 0,1-2,2 0,0-1,2 0,2-2,0 1,2-1,2-1,1 0,1 0,1 0,1-20,2-97,6 0,7 1,6 0,16-51,-26 160,3-1,1 1,1 1,3 0,1 1,1 1,16-22,136-192,-159 236,1 2,1 0,0 0,0 1,1 0,1 1,0 1,0 0,1 1,0 0,0 2,2-1,55-21,2 3,1 4,0 3,2 3,0 3,7 3,484-26,722-82,-679 50,574-71,-937 105,168-16,499 32,-652 19,118 8,145 31,431 63,-482-36,-443-58,-51-8,11-3,-45-4,52 5,0 0,0 1,-1-1,1 0,0 1,0-1,-1 1,1-1,0 1,0 0,0 0,0-1,0 1,0 0,0 0,0 0,0 0,0 0,0 0,1 0,-1 0,0 0,1 1,-1-1,1 0,-1 0,1 0,0 1,-1-1,1 0,0 1,0-1,0 0,0 1,0-1,0 0,0 1,1-3,-1 0,0 1,1-1,-1 1,1-1,-1 1,0 0,1-1,-1 1,1-1,-1 1,1 0,-1-1,1 1,-1 0,1 0,0-1,-1 1,1 0,-1 0,1 0,0 0,-1 0,1 0,0 0,-1 0,1 0,-1 0,1 0,0 0,-1 0,1 0,-1 0,1 1,0-1,-1 0,1 1,-1-1,1 0,-1 1,1-1,-1 0,1 1,-1-1,0 1,1-1,-1 1,0-1,1 1,-1-1,0 1,1 0,-1-1,0 1,0-1,0 1,0 0,0 0,0-1,0 1,0-1,0 1,0-1,0 1,-1-1,1 0,0 1,-1-1,1 1,0-1,0 1,-1-1,1 0,-1 1,1-1,0 0,-1 1,1-1,-1 0,1 0,-1 1,1-1,-1 0,1 0,-1 0,1 0,-1 0,1 0,-1 0,1 0,-1 0,1 0,-1 0,1 0,-1 0,1 0,-1 0,1 0,-1-1,1 1,-1 0,1 0,-1-1,1 1,-1 0,1 0,1 1,0 1,-1-1,1 1,0-1,0 0,1 1,-1-1,0 0,0 1,1-1,-1 0,0 0,1 0,-1 0,1-1,0 1,-1 0,1-1,-1 1,1-1,0 1,0-1,-1 0,1 0,0 1,0-1,-1-1,1 1,0 0,-1 0,1-1,0 1,0-1,-1 1,1-1,-1 1,1-1,-1 0,1 0,-1 0,1 0,-1 0,0 0,1-1,-1 1,0 0,0-1,0 1,0-1,-1 2,0-1,1 1,-1-1,0 1,0-1,0 1,0-1,0 0,0 1,0-1,0 1,0-1,-1 1,1-1,0 1,0-1,0 1,-1-1,1 1,0-1,0 1,-1 0,1-1,0 1,-1-1,1 1,-1 0,1-1,0 1,-1 0,1-1,-1 1,1 0,-1 0,1 0,-1-1,1 1,-1 0,1 0,-1 0,1 0,-1 0,1 0,-1 0,1 0,-1 0,1 0,-1 0,0 0,1 0,-1 1,1-1,0 0,-1 0,1 0,-1 1,1-1,-1 0,1 1,-1-1,1 0,0 1,-1-1,-72 38,25-9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45:03.87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45:48.54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9:40.7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204 48,'-13'30,"8"-7,0 1,2-1,1 0,0 1,2-1,0 1,2 0,-1 26,0 409,12-274,-13 162,-28-67,29 72,13-157,-14 375,-15-387,15 103,-26-15,18-96,-12 172,11-251,4 0,6 48,0-48,25 127,-11 3,10-23,32 176,-35-181,25 156,-34-233,-6 0,-5 39,-2-138,1 31,-3 0,-2 0,-9 35,-51 196,3-108,41-126,1 1,3 0,2 2,3-1,1 2,3 8,0 5,-3 0,-13 46,4-20,13-46,2 0,2 1,4 42,0-6,-2-56,-1 32,2 0,3 0,3 0,5 12,88 304,-90-324,-3-1,-3 1,-1 49,4 151,7-76,6 7,-7-41,-13-127,0 1,2-1,0 1,0-1,1 0,1 0,1 0,0 0,1-1,1 0,0 0,0-1,2 0,0 0,4 5,-8-14,0 0,0 0,0-1,1 1,-1-1,1 0,-1-1,1 1,0-1,0 0,0-1,0 0,0 0,1 0,-1 0,0-1,0 0,1-1,-1 1,0-1,0 0,0-1,0 1,0-1,0-1,4-1,112-53,-115 54,-1 1,0-2,0 1,0 0,0-1,0 0,-1-1,0 1,0-1,0 0,0 0,-1-1,0 1,0-1,-1 0,1 0,-1 0,0-1,-1 1,0-1,0 0,27-61,-4-2,-3 0,-3-2,8-55,28-288,-36 232,26-89,71-214,-105 431,-2 0,-3-1,-2 0,-3 1,-2-1,-5-33,-11-173,15 207,-1-28,-4 1,-3 0,-4 0,-4 1,-13-33,-53-172,67 206,3-1,3 0,2-42,-3-17,-7-204,16-101,-25 210,21-52,0-31,9 197,-10-143,1-6,8 166,-1-1188,14 1007,-14-189,13 255,-5 39,6 38,4-12,-18 152,9-39,-2 0,-2-1,-2 0,-1-1,-3 1,-2-15,-5-2,-29-144,32 182,0 0,2-1,1 0,0 0,2-16,-1-2,1 28,-1 0,0 1,0-1,-1 1,-1-1,0 1,0 0,-1 0,-1 0,0 0,0 1,-1 0,0 0,-1 0,0 1,0 0,-1 0,-2-1,0 5,0 0,0 1,-1 0,0 0,0 1,0 0,0 1,0 1,-20-6,21 4,0 1,0 0,-1 0,1 1,0 1,0 0,-1 0,1 1,0 0,0 0,0 2,0-1,0 1,0 0,1 1,-1 0,1 1,-5 3,-127 99,96-70</inkml:trace>
  <inkml:trace contextRef="#ctx0" brushRef="#br0" timeOffset="575.973">1153 743,'16'-2,"19"-3,23-6,24-5,17-4,15-4,4-2,-5 4,-14 5,-22 12,-27 16,-21 7</inkml:trace>
  <inkml:trace contextRef="#ctx0" brushRef="#br0" timeOffset="824.482">979 1799,'14'0,"18"-2,19-6,20-7,20-9,15-7,12-5,5-1,-6 4,-13 7,-22 8,-25 14,-22 8</inkml:trace>
  <inkml:trace contextRef="#ctx0" brushRef="#br0" timeOffset="1107.697">1140 2561,'27'-9,"25"-8,22-7,21-7,15-7,11-1,4 0,-4 8,-13 9,-24 15,-25 8</inkml:trace>
  <inkml:trace contextRef="#ctx0" brushRef="#br0" timeOffset="1357.139">1193 3363,'-9'16,"6"6,15-5,24-10,25-14,29-15,23-13,15-7,7-1,-5 7,-14 9,-23 17,-27 18,-27 20,-20 5</inkml:trace>
  <inkml:trace contextRef="#ctx0" brushRef="#br0" timeOffset="2120.207">1809 6465,'18'2,"13"1,8 0,4-1,1 0,1-1,-4-1,-5 0,-6 0,-4 5,-8 3,-6 8,-10 10,-12 11,-11 14,-9 12,-11 8,2-7</inkml:trace>
  <inkml:trace contextRef="#ctx0" brushRef="#br0" timeOffset="2380.507">1674 7521,'14'9,"13"3,14-3,11-5,8-7,6-9,0-4,0-1,-4 1,-6 4,-10 9,-13 11,-11 14,-20 14,-10 2</inkml:trace>
  <inkml:trace contextRef="#ctx0" brushRef="#br0" timeOffset="2381.507">1702 8550,'18'3,"13"-5,8-3,6-6,3-6,-3-3,-6-2,-11 3</inkml:trace>
  <inkml:trace contextRef="#ctx0" brushRef="#br0" timeOffset="1612.458">1648 4018,'-77'94,"61"-55,16-38,0 0,0 0,1 0,-1 0,0 0,0 0,1 0,-1 0,1-1,-1 1,1 0,-1 0,1 0,0-1,-1 1,1 0,0-1,-1 1,1 0,0-1,0 1,0-1,0 1,-1-1,1 0,0 1,0-1,0 0,0 0,0 1,0-1,0 0,0 0,0 0,0 0,0 0,0 0,0-1,0 1,0 0,0-1,119-30,24-24,-87 31,1 2,0 3,1 2,1 3,31-2,-12 24,-77-7,0 0,-1 0,1 0,0 0,-1 0,1 0,0 1,-1-1,0 1,1-1,-1 1,0-1,0 1,0-1,0 1,0 0,0 0,0 0,0-1,-1 1,1 0,-1 0,1 0,-1 0,0 0,0 0,0 0,0 0,0 0,0 0,-1 0,1 0,-1 0,1 0,-1 0,0 1,-6 14,-1 0,-1-1,0 0,-1-1,-1 0,0-1,-1 0,-4 4,8-9,-101 108,57-65</inkml:trace>
  <inkml:trace contextRef="#ctx0" brushRef="#br0" timeOffset="1871.763">2035 4634,'11'-3,"41"-11,1 2,0 2,1 3,13 1,-65 5,0 1,1-1,-1 1,1 0,-1 0,1 0,-1 0,1 0,-1 1,1-1,-1 1,0-1,1 1,-1 0,0 0,1 0,-1 0,0 1,0-1,0 0,0 1,0 0,0-1,-1 1,1 0,0 0,-1 0,0 0,1 0,-1 0,0 0,0 1,0-1,0 0,-1 1,1-1,0 1,-1-1,0 1,0-1,0 0,0 2,-3 12,-2 0,0 0,-1-1,0 1,-2-1,1-1,-2 1,0-1,-9 10,6-6,-157 214,88-125,5 2,-9 27,75-120,1 0,1 0,1 1,0 0,1 0,1 0,0 1,-1 13,6-29,0 1,-1-1,1 1,0-1,1 1,-1 0,0-1,1 1,-1-1,1 1,0-1,0 0,0 1,0-1,0 0,0 0,1 1,-1-1,1 0,-1 0,1-1,0 1,0 0,0 0,0-1,0 1,0-1,0 0,0 0,1 0,-1 0,0 0,1 0,-1 0,1-1,1 1,13 0,0-1,0-1,0 0,0-2,0 0,0 0,0-2,-1 0,0-1,12-5,-3 2,19-8,-18 6,1 2,0 0,0 2,1 1,20-2,-47 8,0 0,1-1,-1 1,1 0,-1 0,1 0,-1 0,1 0,-1 0,1 0,-1 1,1-1,-1 1,1-1,-1 1,0-1,1 1,-1 0,0 0,0-1,1 1,-1 0,0 0,0 0,0 0,0 0,0 1,0-1,-1 0,1 0,0 1,0-1,-1 0,1 1,-1-1,1 1,-1-1,0 1,0-1,0 1,1-1,-1 1,0-1,-1 1,1-1,0 0,0 1,-1-1,1 1,-1-1,1 1,-1-1,0 0,1 1,-1-1,0 0,0 0,-11 22,0-1,-2-1,-1 0,0-1,-15 14,12-13,-32 38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9:52.16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9:55.45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14,'362'25,"312"-19,-458-1,210-25,-173 0,61 10,41 24,268-6,-286-1,108 9,-180 1,6-11,300 10,-305-6,-63-3,34 12,-43 3,150-3,-86-6,-54 14,-142-27,-77-11,1 3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9:56.32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5,'0'-2,"0"-1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9:57.44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14,'3'0,"0"-2,2-3,0-1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9:58.1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1,'2'0,"1"0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49:58.78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 1,'-5'0,"-1"0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0:04.24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1,'270'31,"-136"-20,0-5,0-6,0-7,37-9,130-6,-207 20,0 5,1 3,23 8,84 6,0-10,41-9,56 3,583 22,-375-3,181-16,177 11,-373-4,269-15,-547 26,-85-15,-22-4,-106-6,-1 0,1 0,-1 0,1 0,0 0,-1 0,1 0,-1 0,1-1,-1 1,1 0,0 0,-1 0,1-1,-1 1,1 0,-1-1,1 1,-1 0,0-1,1 1,-1 0,1-1,-1 1,0-1,1 1,-1-1,0 1,1-1,-1 1,0-1,0 0,0 1,1-1,-1 1,0-1,0 1,0-1,0 0,0 1,0-1,0 1,0-1,0 0,-1 1,1-1,0 1,0-1,0 1,-1-1,1 1,0-1,-1 1,1-1,0 1,-1-1,1 1,0-1,-1 1,1 0,-1-1,1 1,-1 0,1-1,-1 1,-13-17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0:27.46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16,'228'-2,"1110"4,-1338-2,0 0,0 0,0 0,0 0,0-1,0 1,0 0,0 0,0 0,0-1,0 1,0 0,0 0,0 0,0 0,0-1,-35-4,25 3,-22-3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0:27.73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52,'3'-4,"1"-1,0 1,1 0,-1 0,0 1,1-1,0 1,0 0,0 0,0 1,1-1,-1 1,0 1,1-1,0 1,-1-1,1 2,0-1,0 1,-1-1,1 2,0-1,0 1,-1 0,1 0,0 0,2 1,70 12,-1 3,0 3,-1 3,63 30,-95-37,0 3,-1 1,-1 2,10 8,-49-29,0 1,1-1,-1 1,0 0,0 0,0 0,0 0,0 0,0 1,0 0,-1-1,0 1,1 0,-1 0,0 0,0 0,-1 1,1-1,-1 0,1 1,-1-1,0 1,0-1,-1 1,1 0,-1-1,0 1,0 0,0-1,0 1,-1 0,1-1,-1 1,0 0,-1 2,-6 4,0-1,-1 1,0-2,0 1,-1-1,0-1,0 1,-1-2,-8 4,-73 42,-3-4,-12-1,14-7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0:28.3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70,'18'0,"27"-3,30-2,39-3,39-3,37-1,28 1,21 3,9 2,-7 3,-18 1,-28 2,-35 0,-42 0,-51 1,-37-1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0:28.82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554 2,'-216'85,"-74"46,243-100,47-30,0 0,0 0,0-1,-1 1,1 0,0 0,0 0,1-1,-1 1,0 0,0 0,0-1,0 1,1 0,-1 0,0-1,1 1,-1 0,0 0,1-1,-1 1,1-1,-1 1,1 0,0-1,-1 1,1-1,-1 1,1-1,0 0,-1 1,1-1,0 0,0 1,-1-1,1 0,0 0,0 1,0-1,-1 0,1 0,0 0,0 0,161 39,308 64,-461-101,78 6,-84-8,-1-1,1 1,-1 0,0-1,1 1,-1-1,0 0,0 0,1 0,-1 0,0 0,0 0,0-1,0 1,-1-1,1 1,0-1,0 0,-1 0,1 0,-1 0,0 0,0 0,1 0,-1 0,0 0,-1 0,1-1,0 1,-1 0,1-1,-1 1,0-2,-1-10,0 0,-1-1,-1 1,0 0,-1 0,0 0,-2 1,1 0,-1 0,-1 0,-3-2,8 9,1 5,-11-24,-1 0,-1 1,-2 0,0 1,-1 1,-6-5,20 24,0 1,0-1,0 0,0 1,0 0,-1 0,1 0,-1 0,1 1,-1-1,0 1,0 0,1 0,-5 0,-16 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0:49.54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92,'35'3,"0"-2,0-2,0-1,0-1,3-3,55-4,66 5,0 7,58 12,47 2,945-20,-868 18,18 0,58-17,618-64,61 19,-650 41,48 23,-419-13,258 14,95 25,-201-14,0-9,42-10,-167-11,-31 1,-1 2,66 10,-127-10,0 0,0 1,0-1,-1 2,1 0,0 0,-1 0,0 1,1 0,-1 1,0 0,-6 3,-8-1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1:02.45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64 0,'14'181,"-8"-75,-5 0,-4 0,-5 0,-6 9,-42 159,53-261,6-23,1-6,4-14,0 0,3 0,0 1,2 1,0 0,2 0,16-20,-29 44,0 1,0 1,1-1,-1 0,0 0,1 1,0 0,0-1,-1 1,1 0,1 0,-1 1,0-1,0 0,1 1,-1 0,0 0,1 0,-1 0,1 1,0-1,-1 1,1 0,-1 0,1 0,0 1,-1-1,1 1,-1 0,1 0,0 0,6 8,1 0,-1 0,-1 1,0 0,0 1,-1 0,0 0,-1 1,0 0,-1 0,0 0,-1 1,-1 0,0 0,2 10,1-1,0 0,-1 0,-2 1,0 0,-1 0,-1 0,-2 0,0 1,-1-1,-2 0,0 0,-5 17,4-32,1 0,-1 0,0-1,-1 1,0-1,0 0,0 0,-1 0,0-1,0 0,-1 0,0 0,0-1,0 0,-1-1,1 1,-1-1,0-1,-1 0,1 0,0 0,-1-1,1-1,-1 1,0-1,0-1,1 1,-1-2,0 1,0-1,1 0,-1-1,0 0,1-1,-7-2,13 5,1 0,-1-1,0 1,1-1,-1 1,1-1,-1 0,0 1,1-1,0 0,-1 0,1 0,-1 0,1 0,0 0,0-1,0 1,0 0,0-1,0 1,0-1,0 1,0-1,1 1,-1-1,1 1,-1-1,1 0,0 1,-1-1,1 0,0 1,0-1,0 0,0 1,0-1,1 0,-1 1,0-1,1 0,0 1,-1-1,1 1,0-1,0 1,-1-1,1 1,0-1,0 1,1-1,23-16,4 2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1:03.5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177 1,'49'444,"-39"55,-21-1,-66 415,30-482,-46 560,91-954,-2 18,3 0,2 1,4 20,-4-71,-1-1,0-1,0 1,0-1,1 1,0-1,0 0,0 1,0-1,0 0,1 0,-1 0,1 0,0 0,0 0,1 1,8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1:02.7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0,'9'2,"14"1,15 0,17 0,12-2,7 0,2 0,-8 1,-12 3,-17 1</inkml:trace>
  <inkml:trace contextRef="#ctx0" brushRef="#br0" timeOffset="183.51">67 307,'16'0,"19"0,22 0,19-2,17-1,13 0,10 1,-16 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1:11.07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1339 330,'-11'-13,"0"1,-1 0,-1 0,0 1,0 1,-1 0,0 1,-1 0,0 2,-1-1,1 2,-1 0,0 1,-1 1,1 0,-1 1,-6 0,4-2,1 2,-1 0,0 1,0 0,0 2,0 0,0 2,1 0,-1 0,0 2,1 1,-1 0,2 1,-1 1,0 0,1 2,-3 2,-5 7,0 0,0 2,2 1,1 1,1 1,0 0,2 2,1 0,1 2,-12 25,-4 14,3 2,4 1,2 1,2 6,-33 161,11 2,10 2,11 2,11 0,10 34,-1-214,2 1,3 0,3-1,3 1,2-2,3 1,3-2,21 51,-31-97,2-1,0 0,0 0,1-1,1 0,0 0,1-1,1-1,-1 0,2 0,-1-1,2-1,-1 0,1-1,0-1,1 0,0 0,0-2,12 4,-3-4,1-1,-1-1,1-2,-1 0,1-1,-1-1,1-2,-1 0,0-2,0-1,0 0,-1-2,0-1,0 0,-1-2,19-12,1-3,-2-2,-1-2,-1-1,-2-2,-1-2,-1-1,-2-1,0-4,33-56,-4-2,-4-3,-4-2,-5-3,-5-1,-5-3,-3-7,-3 12,-5-1,-5-2,-5 0,-1-41,-13 93,-2-1,-3 1,-3 0,-1 0,-4 0,-2 1,-2 0,-2 1,-10-15,1 12,-4 1,-1 2,-3 1,-2 2,-3 1,-2 2,-1 2,-3 1,-2 3,-2 2,-1 1,-12-4,28 22,0 2,-2 1,0 2,-1 1,-1 2,0 1,-8 0,23 8,1 1,-1 1,0 0,-1 2,1 1,0 0,0 2,0 1,0 0,0 2,1 0,0 1,-10 6,2 1,1 2,1 1,0 1,1 2,1 0,1 2,1 1,1 0,0 2,-11 18,-18 28,4 2,2 2,-6 22,-42 91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1:13.61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2635 297,'-21'-16,"0"1,-1 1,-1 1,0 1,0 1,-1 1,-1 1,1 1,-1 1,-1 2,-59-11,1 5,-34 1,89 7,-300-12,-88 16,341-2,0 4,1 2,0 4,0 3,1 4,0 3,2 2,0 5,-49 24,78-30,0 2,2 2,0 1,2 3,1 1,2 1,0 2,2 2,-25 32,41-40,1 0,1 1,1 1,1 0,-4 14,14-31,1 0,0 0,1 1,0-1,0 1,1-1,1 1,0-1,0 1,1-1,1 1,0-1,1 0,0 0,0 0,4 6,13 19,2 0,2-2,1-1,2-1,1-1,1-2,2-1,1-1,32 21,11 9,2-4,3-3,1-4,3-3,2-4,1-3,88 22,-23-21,2-7,1-6,0-7,1-7,1-7,122-14,616-67,-648 54,0-11,54-23,-230 40,-2-3,0-3,-2-3,0-3,57-36,-88 44,-1-1,0-3,-2 0,-1-2,-1-2,-2-1,-1-1,-1-1,-2-1,15-29,-31 50,0-1,-2 0,0 0,0-1,-1 0,-1-1,-1 1,0-1,-1 0,0 0,-2 0,0 0,0 0,-2 0,0 0,-1 0,0 0,-1 0,-1 1,-1-1,0 1,-4-8,-10-3,0 0,-1 1,-2 1,-1 1,0 1,-2 1,0 1,-2 1,0 1,0 2,-2 1,-13-5,-96-44,-4 7,-1 5,-128-26,58 25,-3 9,-2 9,-1 10,-1 10,0 9,0 10,-188 29,157 4,28 2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1:28.44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744 923,'7'2,"5"-7,-11 0,-1 0,0 0,0 0,0-1,-1 1,1 0,-2 0,1 0,0 0,-1 0,0 0,0 0,0 1,-1-1,1 1,-1-1,-1 1,1 0,0 0,-1 0,-3-2,5 2,0 1,-1-1,1 1,-1 0,0 0,0 0,0 0,0 1,0-1,-1 1,1 0,-1 0,1 0,-1 0,0 1,0-1,0 1,0 0,0 0,0 1,0-1,0 1,0 0,0 0,0 0,0 0,0 1,-1 0,1-1,0 2,1-1,-1 0,0 1,0 0,1 0,-1 0,1 0,-1 0,0 2,-8 12,1 1,1 0,0 1,2 0,0 0,1 1,0 0,2 0,0 1,1 0,0 15,-10 111,14-138,1-1,0 1,0 0,0-1,1 1,0-1,1 0,0 0,0 0,0 0,1 0,0 0,0-1,1 0,0 0,0 0,5 4,7 1,0-1,0 0,1-2,1 0,-1-1,1-1,0 0,1-2,-1 0,1-1,0-1,17-1,-31 0,-1 0,1-1,-1 0,1 0,-1 0,1 0,-1-1,1 0,-1 0,1-1,-1 1,0-1,0-1,0 1,0-1,0 1,0-1,-1-1,1 1,-1-1,0 1,0-1,-1 0,2-2,19-25,-20 22</inkml:trace>
  <inkml:trace contextRef="#ctx0" brushRef="#br0" timeOffset="906.55">837 870,'17'70,"-62"-158,44 88,0-1,0 1,0-1,0 1,0 0,0-1,0 1,-1 0,1 0,0 0,0 0,0 0,0 0,0 0,0 0,0 0,0 0,0 1,0-1,0 0,0 1,0-1,0 1,0-1,0 1,0-1,0 1,0 0,0-1,0 1,1 0,-1 0,0 0,1 0,-1 0,1 0,-3 1,-15 15</inkml:trace>
  <inkml:trace contextRef="#ctx0" brushRef="#br0" timeOffset="17625.323">1465 923,'-120'382,"118"-419,3-35,4 0,2 1,14-52,-21 119,0 0,0 0,0 0,1 1,0-1,0 0,0 0,0 1,0-1,1 1,0-1,0 1,0 0,0-1,0 1,0 0,1 1,0-1,-1 0,1 1,0-1,0 1,1 0,-1 0,0 0,1 0,-1 1,1-1,-1 1,1 0,0 0,0 0,-1 1,1-1,0 1,0 0,1 0,5 4,0 0,0 0,0 1,-1 0,0 1,0 0,-1 0,1 1,-2 0,1 0,-1 1,0 0,0 0,-1 1,5 9,-8-14,0 1,-1 0,0 0,0 0,-1 0,1 0,-1 1,0-1,0 0,-1 1,0-1,0 0,0 1,0-1,-1 0,0 1,0-1,-1 0,1 0,-1 0,0 0,0 0,-1 0,1 0,-1-1,0 1,-1-1,1 0,-1 0,0 0,-4 5,0-1,-1-1,0 0,0 0,-1 0,0-1,0-1,0 0,0 0,-1-1,0 0,-4 0,29-5,0 1,-1 1,1 0,-1 1,0 0,1 1,-1 0,0 1,0 1,-1 0,0 1,1 0,-2 1,1 0,-1 1,0 0,-1 1,-8-8,-1 0,1 0,-1 0,0 0,0 0,1 0,-1 1,0-1,0 0,0 1,0-1,0 1,-1-1,1 1,0 0,-1-1,1 1,-1 0,0-1,1 1,-1 0,0-1,0 1,0 0,0 0,0-1,-1 1,1 0,-1-1,1 1,-1 0,1-1,-1 1,0 0,0-1,1 1,-1-1,0 0,-1 1,1-1,0 0,0 0,-1 1,1-1,0 0,-2 0,-15 9,-1-2,1 0,-1-1,-1-2,1 1,-1-2,-14 1,29-4,-143 22,138-21</inkml:trace>
  <inkml:trace contextRef="#ctx0" brushRef="#br0" timeOffset="18108.313">1278 603,'-7'2,"-2"3,3 1,7-1,9-1,14-1,15-2,12 0,10-3,3-1,-3 0,-7 0,-10 2,-10-1,-14 2,-10 0</inkml:trace>
  <inkml:trace contextRef="#ctx0" brushRef="#br0" timeOffset="22851.249">2147 897,'-8'-48,"8"48,0-1,-1 1,1 0,0 0,0 0,0-1,-1 1,1 0,0 0,0 0,-1 0,1-1,0 1,0 0,-1 0,1 0,0 0,-1 0,1 0,0 0,0 0,-1 0,1 0,0 0,-1 0,1 0,0 0,0 0,-1 0,1 0,0 0,-1 1,1-1,0 0,0 0,-1 0,1 0,0 0,0 1,0-1,-1 0,1 0,0 1,0-1,0 0,-1 0,1 1,0-1,0 0,0 0,0 1,0-1,0 0,0 0,0 1,0-1,0 0,0 1,0-1,0 0,0 0,0 1,0-1,0 0,0 1,0-1,-46 169,25-86,-4-1,-16 31,112-345,-55 165,4 1,19-43,-36 102,-1 0,0 1,1 0,0 0,0 0,0 0,0 1,1-1,0 1,0 0,1 0,0 0,-1 1,2 0,-1-1,-4 5,1 1,-1-1,1 0,-1 0,1 1,-1-1,0 1,1-1,-1 1,0 0,1 0,-1-1,0 1,0 0,0 0,0 0,0 0,0 0,0 1,0-1,0 0,0 0,-1 1,1-1,0 0,-1 1,1-1,-1 0,0 1,1-1,-1 2,1-1,12 36,-2 0,-2 1,-1 0,0 24,4 171,-10-125,0-91,1-6</inkml:trace>
  <inkml:trace contextRef="#ctx0" brushRef="#br0" timeOffset="23099.366">2053 1110,'-13'-2,"-1"-1,12 0,17 1,20 0,20 1,14 1,7 0,-3 4,-9 5,-15 4,-17 1</inkml:trace>
  <inkml:trace contextRef="#ctx0" brushRef="#br0" timeOffset="26938.748">2935 1,'27'86,"-11"-28,-4 1,-2 0,-2 1,-3-1,-3 45,-28 302,12-244,-12 580,19-381,-57 428,54-698,-30 429,37-452,-3 1,-2-1,-4-1,-19 61,10-29,-53 178,8 48,59-270,-23 83,13-36,7-57,1-41</inkml:trace>
  <inkml:trace contextRef="#ctx0" brushRef="#br0" timeOffset="33367.684">450 3103,'15'40,"-15"-59,-6 9,0-1,0 1,-1 1,0-1,-1 1,0 0,-1 1,1 0,-2 0,1 1,-1 0,0 1,0 0,-1 0,0 1,0 1,0 0,0 0,-1 1,0 1,1 0,-1 0,0 1,0 1,0 0,0 0,0 1,-4 1,8 1,0 0,1 0,-1 1,1-1,-1 2,1-1,1 1,-1 0,0 0,1 1,0 0,1 0,-1 1,1-1,0 1,1 0,0 0,0 1,0-1,-1 6,-3 10,0 1,1 0,1 0,2 1,0 0,1 8,1-21,0-1,1 1,1 0,0-1,0 1,1 0,1-1,0 1,0-1,1 1,0-1,1 0,1 0,0-1,0 1,1-1,0 0,1-1,0 1,0-1,7 5,2-4,0 0,1-2,0 0,1-1,0 0,0-2,0 0,0-1,1-1,0 0,0-2,0 0,0-1,0-1,-1-1,1 0,0-2,-1 0,1-1,2-2,19-9,-9 0</inkml:trace>
  <inkml:trace contextRef="#ctx0" brushRef="#br0" timeOffset="36014.234">1025 3129,'-2'74,"-3"0,-3 0,-4 5,-16 97,28-252,2-2,4 1,3 0,3 0,3 1,7-10,7 22,-27 62,-1 0,0 1,1-1,-1 0,1 1,-1-1,1 0,0 1,-1 0,1-1,0 1,0 0,0 0,0 0,0 0,0 1,1-1,-1 0,0 1,0 0,0-1,1 1,-1 0,0 0,0 0,1 0,-1 1,0-1,0 1,5 3,0 0,-1 0,1 1,-1 0,0 0,-1 1,1-1,-1 1,0 1,-1-1,1 1,-1-1,-1 1,1 0,-1 1,0-1,-1 0,0 1,0 0,-1-1,0 1,0 0,0 0,-2 6,1-1,-2 0,0 0,0 0,-1 0,-1-1,0 1,-1-1,0 0,-1 0,0-1,0 0,-2 0,1 0,-1-1,-1 0,0-1,0 1,-2-1,-26 13,43-31,1 5,0 1,-1 0,1 1,0-1,0 1,1 1,-1-1,0 1,1 0,-1 1,0 0,1 0,-1 1,0 0,1 0,-1 0,0 1,0 0,0 1,0-1,0 1,-1 1,1-1,-1 1,0 1,0-1,0 1,-1 0,1 0,-1 0,0 1,-1 0,0 0,0 0,0 0,0 1,-1-1,0 1,-1 0,2 3,-3-4,-1 0,1-1,-1 1,0-1,0 1,-1 0,1-1,-1 1,0-1,-1 1,0-1,0 0,0 1,0-1,-1 0,1 0,-1-1,-1 1,1-1,-1 1,0-1,0 0,0 0,0-1,0 1,-5 2,-1 0,0 0,0 0,-1-1,1 0,-1-1,0 0,0 0,-1-2,1 1,-1-1,1-1,-8 0,-8-2,21 0</inkml:trace>
  <inkml:trace contextRef="#ctx0" brushRef="#br0" timeOffset="37272.626">1746 3089,'-3'47,"-3"-1,-2 1,-1-1,-3-1,-1 0,-3 0,-1-2,-12 19,21-42,6-15,6-14,86-262,-74 216,3 0,2 1,3-2,-24 55,0 0,1 0,-1 0,0 0,0 0,0 0,1 0,-1 0,0 0,1 0,-1 0,1 0,-1 0,1 0,-1 0,1 0,0 0,0 1,-1-1,1 0,0 1,0-1,0 0,0 1,0-1,0 1,0-1,-1 1,2 0,-1-1,0 1,0 0,0 0,0 0,0 0,0 0,0 0,0 0,0 0,0 0,0 0,0 0,0 1,0-1,0 0,0 1,0-1,0 1,0-1,0 1,0 0,0-1,-1 1,1 0,0-1,0 1,-1 0,1 0,0 0,10 19,0 1,-2 0,0 1,-1 0,-1 0,-1 0,2 20,3 37,-2 0,-4 1,-4 0,-4 16,2-46,1-22</inkml:trace>
  <inkml:trace contextRef="#ctx0" brushRef="#br0" timeOffset="37536.918">1585 3316,'19'12,"16"3,15-1,9-2,7-6,-1-6,-6-6,-12-3,-14-1</inkml:trace>
  <inkml:trace contextRef="#ctx0" brushRef="#br0" timeOffset="37783.832">1652 2675,'5'2,"12"3,20 4,22-1,18-1,11-4,-11-3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2:07.19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12,'18'0,"17"-2,17-1,11 0,5 1,1 0,-5 4,-8 2,-14 4,-15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2:07.44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0,'16'7,"15"2,15 0,16-2,13-4,7-6,2-1,-4-3,-17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2:08.1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394 104,'-4'13,"1"-7,0 1,1-1,0 1,0 0,0 0,1 0,0 0,1 0,0 0,0 0,0 0,1 0,0 2,0-8,-1 1,1-1,0 0,0 0,-1 0,1-1,0 1,0 0,0 0,0 0,0-1,0 1,0 0,0-1,1 1,-1-1,0 1,0-1,0 0,1 1,-1-1,0 0,0 0,1 0,-1 0,0 0,0 0,1 0,-1-1,0 1,0 0,0-1,1 1,-1-1,0 1,0-1,0 1,0-1,0 0,0 0,0 1,0-1,0 0,0 0,-1 0,1 0,0 0,0 0,-1 0,1 0,-1-1,1 1,-1 0,1 0,-1 0,0-1,0 1,0 0,1 0,-1-1,0 1,-1 0,1 0,0-1,0 0,0-3,1-1,-1 0,-1 1,1-1,-1 1,0-1,0 1,0-1,-1 1,0 0,0 0,0-1,0 1,-1 1,0-1,0 0,-1 1,1-1,-1 1,0 0,0 0,-1 0,-6-5,1 1,-2 0,1 0,-1 1,0 1,0 0,-1 0,-8-1,14 4,0 0,0 1,-1 0,1 1,-1 0,1 0,-1 0,1 1,-1 0,1 0,-1 1,1 0,0 1,-1-1,1 1,0 1,0-1,0 1,0 1,0-1,1 1,0 0,0 1,0-1,0 1,0 0,1 1,-4 4,-1 7,1-1,1 1,1 0,0 1,1 0,1 0,1 0,0 1,2-1,0 1,1 0,1 0,0-1,3 10,-3-18,1-1,0 0,1 0,0 0,1 0,0 0,0 0,1-1,0 0,0 1,1-1,0-1,1 1,0-1,0 0,0 0,1-1,0 0,0 0,0 0,1-1,0 0,0-1,0 0,6 2,20 4,0-1,1-2,0-1,0-2,1-2,-1-1,1-1,0-2,-1-2,0-1,0-2,16-5,37-9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2:09.12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123 0,'-8'113,"5"-1,5 1,6 15,2 103,-43 860,36-862,2 21,-12 0,-12 16,-12-39,6-51,1 102,29-238,-3-41,-1 0,0 0,0 0,0 0,0 0,0 0,-1 0,1 0,0-1,0 1,-1 0,1 0,-1-1,1 1,-1 0,0-1,1 1,-1 0,0-1,0 1,0-1,0 1,0 0,0-1,1-19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2:10.4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161 401,'-3'41,"-3"-1,0 1,-3-1,-1 0,-3-1,-15 36,7-30,21-45,-1 0,1 1,-1-1,1 0,0 0,-1 0,1 0,-1 0,1 0,0 0,-1-1,1 1,-1 0,1 0,0 0,-1 0,1 0,0-1,-1 1,1 0,0 0,-1-1,1 1,0 0,-1 0,1-1,0 1,0 0,-1-1,1 1,0 0,0-1,0 1,0-1,-1 1,1 0,0-1,0 1,0-1,0 1,0 0,0-1,0 1,0-1,0 1,0 0,0-1,0 1,1-1,-1 1,0 0,0-1,0 1,0 0,1-1,-1-22,1 1,1-1,1 1,1-1,4-9,-2 6,2-20,3 0,2 1,2 1,2 0,1 0,5-2,-20 40,0 0,0 0,1 1,0-1,0 1,0 0,1 0,-1 0,1 1,0 0,1 0,-1 0,1 0,0 1,-1 0,1 0,1 0,-1 1,0 0,1 0,-1 1,1 0,-1 0,1 0,0 1,-1 0,1 0,0 1,-1 0,1 0,-1 1,5 1,-7-1,0 0,-1 0,1 1,-1-1,1 1,-1 0,0 0,0 0,-1 1,1-1,-1 1,1-1,-1 1,0 0,-1 0,1 0,-1 0,1 0,-1 0,0 0,-1 1,1-1,-1 0,0 1,0-1,0 0,0 0,-2 4,1 2,-1 0,-1 0,0-1,0 1,-1 0,0-1,0 0,-1 0,-1-1,1 1,-6 5,-3 1,-1-1,0 0,-1-1,-1 0,0-2,0 0,-5 1,3-1,20-10,0 1,0-2,0 1,1 0,-1 0,0 0,0 0,1-1,-1 1,0 0,1-1,-1 0,0 1,1-1,-1 0,1 1,-1-1,1 0,-1 0,0 0,1 0,-1-1,1 1,-1 0,1 0,0-1,19 0,-1 2,1 0,-1 1,0 2,20 5,-35-8,1 0,-1 1,0 0,0 0,0 1,0-1,-1 1,1 0,-1 1,1-1,-1 1,0-1,-1 1,1 1,-1-1,1 0,-1 1,0 0,-1-1,1 1,-1 0,0 0,0 1,-1-1,0 0,0 0,-1-1,0 0,0 0,0 1,0-1,-1 0,0 0,0 0,0 1,0-1,-1 0,1 0,-1-1,0 1,0 0,-1-1,1 1,-1-1,0 1,0-1,0 0,0 0,-3 2,-89 48,72-45,-1-1,1-2,-1 0,0-1,-1-1,-12-1,33-2,1 1,0-1,-1 0,1 0,0-1,-1 1,1 0,0-1,0 0,-1 0,1 0,0 0,0-1,0 1,0-1,0 0,1 1,-1-1,0-1,1 1,-2-2,-5-11</inkml:trace>
  <inkml:trace contextRef="#ctx0" brushRef="#br0" timeOffset="324.578">0 0,'21'0,"20"0,16 0,11 0,7 0,0 0,-8 0,-12 0,-14 3,-17 2,-19 5,-17 1,-7-1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2:13.9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129 61,'-3'64,"-4"1,-2-1,-3-1,-6 12,14-56,-2 10,-1-1,-2 0,0 0,-13 25,5-40,11-37,8 0,1 1,1-1,1 0,1 1,1 0,4-7,-4 9,105-288,-110 303,-1 3,0 0,-1 0,1 0,0 0,0 0,0 1,1-1,-1 0,1 1,0-1,-1 1,1 0,0 0,0-1,1 1,-1 1,0-1,1 0,-1 0,1 1,-1-1,1 1,0 0,-1 0,1 0,0 0,0 1,0-1,0 1,2-1,2 3,-1 1,0-1,0 1,0 0,-1 1,1-1,-1 1,0 0,0 0,0 1,0 0,-1 0,0 0,0 0,0 0,-1 1,1 0,-1 0,-1 0,1 0,-1 0,0 0,-1 1,1-1,-1 1,0-1,-1 1,0-1,0 1,0 0,-1-1,0 2,-1 0,-1-1,0 0,-1 0,1 0,-1 0,-1 0,1-1,-1 0,0 0,0 0,-1-1,0 1,0-1,0-1,-1 1,1-1,-1 0,0-1,0 0,0 0,-1 0,1-1,-1 0,1 0,-1-1,-1 0,-5 1,30-7,-4 3,-1 1,0 0,1 0,-1 1,1 0,-1 1,1 1,-1 0,0 0,0 1,0 0,0 1,0 0,-1 1,1 0,-1 1,-1 0,1 1,-1-1,0 2,-1-1,1 2,-2-1,1 1,-1 0,0 0,1 3,-7-7,1-1,-1 0,0 0,0 0,-1 1,1-1,-1 0,0 1,0-1,-1 0,1 1,-1-1,0 0,0 0,0 1,0-1,-1 0,0 0,0 0,0-1,0 1,-1 0,1-1,-1 0,0 1,0-1,0 0,0 0,-1-1,1 1,-1-1,0 0,0 1,1-2,-1 1,-1 0,1-1,-3 1,-22 8,0-2,-1-1,0-1,0-1,-23 0,-10 2,40-2,37-9,3-1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2:16.68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0,'13'531,"13"57,1 100,-34-447,-14 23,1-10,17-229,1 0,1 0,2 0,0 1,2-1,1 0,0 0,2-1,4 11,-4-25,-2-4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2:14.9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149 373,'-12'65,"-3"-1,-3-1,-2-1,-27 55,16-61,31-56,1 0,-1 0,0-1,0 1,1 0,-1 0,0-1,0 1,1 0,-1 0,0-1,0 1,0 0,0-1,0 1,1 0,-1-1,0 1,0 0,0-1,0 1,0 0,0-1,0 1,0 0,0 0,0-1,0 1,0 0,-1-1,1 1,0 0,0-1,0 1,0 0,0-1,-1 1,1 0,0 0,0-1,0 1,-1 0,1 0,0 0,-1-1,1 1,0 0,0 0,-1 0,1 0,0-1,-1 1,1 0,0 0,-1 0,1 0,0 0,-1 0,1 0,0 0,-1 0,1 0,-1 0,17-48,1 1,2 0,13-19,-13 24,103-204,-119 242,14-22,-17 26,1 0,-1-1,1 1,-1 0,1 0,-1-1,1 1,-1 0,1 0,-1 0,1 0,0-1,-1 1,1 0,-1 0,1 0,-1 0,1 0,-1 1,1-1,0 0,-1 0,1 0,-1 0,1 1,-1-1,1 0,-1 0,1 1,-1-1,0 0,1 1,-1-1,1 1,-1-1,0 0,1 1,-1-1,0 1,0-1,1 1,-1-1,0 1,0-1,0 1,1-1,-1 1,0 0,12 26,-2 0,0 1,-2 1,3 20,-6-27,6 31,-2 1,-3 0,-2 0,-2 0,-6 54,-6-42,4-46</inkml:trace>
  <inkml:trace contextRef="#ctx0" brushRef="#br0" timeOffset="279.256">82 601,'-9'0,"4"0,11 0,17 0,16-2,14-6,8-3,0-3,-8 0,-14 2</inkml:trace>
  <inkml:trace contextRef="#ctx0" brushRef="#br0" timeOffset="560.011">136 53,'-14'-4,"-2"-3,6 1,14 2,20 0,20 2,18-1,12-3,5-2,-12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2:12.35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147 204,'-54'308,"50"-291,1-2,0 0,-2 0,1 0,-2-1,0 0,0 0,-7 10,13-25,0 1,0 0,0 0,0-1,0 1,0 0,0-1,0 1,0 0,0 0,0-1,0 1,0 0,0-1,0 1,0 0,0 0,0-1,-1 1,1 0,0 0,0-1,0 1,0 0,-1 0,1-1,0 1,0 0,-1 0,1 0,0 0,0-1,-1 1,1 0,0 0,0 0,-1 0,1 0,0 0,0 0,-1 0,1 0,0 0,-1 0,1 0,0 0,0 0,-1 0,1 0,0 0,-1 0,1 0,0 0,0 0,-1 0,1 1,0-1,0 0,-1 0,1 0,0 1,2-19,2 0,0 1,0 0,2-1,0 2,3-4,3-11,123-296,-130 313,1 1,0-1,1 1,0 1,1-1,0 2,1-1,0 1,1 0,1 1,-1 0,7-4,-16 13,0 1,1-1,-1 0,0 0,0 1,1-1,-1 1,1-1,-1 1,0 0,1-1,-1 1,1 0,-1 0,1 0,-1 0,0 0,1 0,-1 0,1 1,-1-1,0 1,1-1,-1 1,1-1,-1 1,0 0,0-1,0 1,1 0,-1 0,0 0,0 0,0 0,0 0,0 0,-1 0,1 1,0-1,18 58,-12 10,-4 0,-2 1,-3 1,0 10,1-39,0 5,2 1,1-1,5 18,-1-40</inkml:trace>
  <inkml:trace contextRef="#ctx0" brushRef="#br0" timeOffset="249.334">0 419,'25'-3,"26"0,26 1,17-1,11 2,1 0,-17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2:18.6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52 0,'-7'24,"2"0,0 0,2 1,1 0,0 2,0 10,-21 661,21-665,2-33,0 0,1 0,-1 0,0 0,0 0,0 0,0 0,1 0,-1 0,0 0,0 0,0 0,1 0,-1 0,0 0,0 0,0 0,0 0,1 1,-1-1,0 0,0 0,0 0,0 0,7-24,-4 7,1 0,1 0,1 1,1 0,0 0,0 0,8-9,-13 21,1 0,0 0,0 1,0-1,1 0,-1 1,1 0,-1 0,1 0,0 0,0 1,1-1,-1 1,0 0,1 1,0-1,-1 1,1-1,0 1,-1 1,1-1,0 1,0 0,0 0,-1 0,1 1,0-1,0 1,3 2,6 3,-1 0,-1 1,0 1,0 0,0 1,-1 0,0 1,-1 0,0 1,-1 0,0 0,-1 1,0 0,0 0,-2 1,1 0,-2 1,0-1,3 12,-6-21,0 0,0 0,0 0,0 1,-1-1,0 1,0 0,0-1,0 1,-1 0,0-1,0 1,0 0,0 0,-1-1,0 1,0-1,0 1,-1 0,1-1,-1 0,0 1,0-1,-1 0,1 0,-1 0,0-1,0 1,0 0,0-1,-1 0,1 0,-1 0,0 0,-3 1,-10 0,0-2,0 0,0 0,0-2,0 0,0-1,0-1,0 0,0-2,1 0,-1 0,1-2,-4-2,-27-8,65 15,3 3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2:20.25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525 139,'-1'19,"9"45,-7-64,0 0,0 0,-1 0,1-1,0 1,0 0,-1 0,1 0,0 0,0-1,-1 1,1 0,0-1,-1 1,1-1,0 1,-1 0,1-1,-1 1,1-1,-1 0,1 1,-1-1,1 1,-1-1,1 0,-1 0,0 1,1-1,-1 0,0 1,0-1,0 0,1 0,-1 1,0-1,0 0,0 0,0 0,0 1,-1-1,1 0,0 0,0 1,0-1,-1 0,1 1,-1-2,2-5,-1 0,0 0,0-1,-1 1,0 0,0 0,-1 0,0 0,0 0,0 0,-1 0,0 1,-1-1,1 1,-1 0,0 0,-1 0,1 1,-1 0,-1 0,1 0,0 0,-1 1,0 0,0 0,-1 0,1 1,-1 0,-4-1,-1-1,-1 1,-1 0,1 1,0 1,-1 0,0 1,1 1,-1 0,0 0,1 2,-1-1,1 2,-1 0,1 0,0 2,0-1,1 2,-1-1,1 2,0 0,1 0,0 1,0 0,0 1,1 0,1 1,0 0,0 1,1-1,0 2,0-1,2 1,-1 0,-1 7,2-6,0-1,1 1,0 0,1 0,1 0,0 1,1-1,0 1,1 0,1-1,0 1,1 0,0 0,1-1,1 1,0-1,1 0,0 0,1 0,0 0,1-1,1 0,0 0,0 0,1-1,1 0,0-1,0 0,8 6,4-4,1 0,1-1,0-1,0-1,1-1,0-1,0-2,0 0,1-1,0-2,0 0,0-2,0-1,0 0,-1-2,1-1,-1-1,1-1,9-5,26-9,-12 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2:20.8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 27,'0'2,"-1"0,1-1,-1 1,1 0,0-1,0 1,0 0,0-1,0 1,0 0,0 0,1-1,-1 1,1-1,-1 1,1 0,0-1,-1 1,1-1,0 1,0-1,0 0,0 1,0-1,0 0,1 0,-1 1,0-1,1 0,-1 0,0-1,1 1,-1 0,1 0,0-1,-1 1,1-1,-1 1,1-1,0 0,-1 0,1 1,0-1,0 0,-1-1,1 1,0 0,-1 0,1-1,0 1,0-2,-1 1,0 0,1 0,-1-1,0 1,0-1,0 1,0-1,0 1,0-1,0 1,0-1,-1 0,1 0,-1 1,1-1,-1 0,0 0,0 0,1 0,-1 1,-1-1,1 0,0 0,0 0,-1 0,1 1,-1-1,1 0,-1 0,0 1,0-1,0 1,0-1,0 0,0 1,0 0,0-1,0 1,-1 0,1-1,-1 1,1 0,-1 0,1 0,-1 0,0 1,1-1,-1 0,0 1,0-1,1 1,-1 0,0-1,0 1,0 0,-1 0,1 0,0 0,0 0,0 0,-1 0,1 0,0 1,0-1,0 1,0-1,0 1,0 0,0 0,0 0,0 0,0 0,0 1,0-1,1 0,-1 1,0-1,1 1,0 0,-1 0,1-1,0 1,0 0,0 0,0 0,0 0,0 0,1 0,-1 1,1-1,-1 0,1 0,0 0,0 1,0-1,0 0,0 0,0 0,1 0,-1 1,1 0,6 14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2:21.4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41,'11'18,"16"15,14 14,11 7,9 7,5 3,0 1,-4-2,-8-3,-11-4,-10-6,-11-8,-10-11</inkml:trace>
  <inkml:trace contextRef="#ctx0" brushRef="#br0" timeOffset="249.332">428 41,'-16'9,"-12"10,-6 13,-4 12,-2 11,-1 6,1 3,2 2,4-2,3-5,6-5,6-7,8-10,10-11,4-10</inkml:trace>
  <inkml:trace contextRef="#ctx0" brushRef="#br0" timeOffset="665.22">681 335,'-2'14,"0"0,1 0,0 0,1 1,1-1,0 0,1 0,2 11,-2-19,0 0,0 0,1 0,0-1,0 1,0 0,0-1,1 0,0 0,0 0,1 0,-1-1,1 0,0 0,0 0,0 0,1-1,-1 0,1 0,3 1,1 0,1 0,-1-1,1 0,0 0,0-1,0-1,0 0,0-1,0 0,0 0,0-1,0-1,0 0,0 0,0-1,0 0,-1-1,0-1,0 1,0-1,0-1,-1 0,0 0,0-1,-1 0,1-1,-2 0,1 0,1-3,-6 5,0 1,0-1,-1 0,0 0,0 0,0 0,-1 0,0 0,0 0,-1 0,0-1,0 1,0 0,-1 0,1 0,-2 0,1-1,-1 1,0 1,0-1,0 0,-1 0,0 1,0-1,0 1,-1 0,0 0,-2-2,-4-5,0 2,-1-1,0 1,-1 1,1 0,-2 1,1 0,-1 1,-1 0,1 1,-10-3,15 6,0-1,0 1,-1 1,1 0,-1 0,0 1,1 0,-1 0,0 1,0 0,1 0,-1 1,0 0,0 1,1 0,-1 0,1 1,0 0,0 1,0 0,0 0,1 0,-1 1,1 0,0 1,1-1,-1 1,1 1,0-1,1 1,-1 1,2 0,0-1,1 1,0 0,1 0,0 1,0-1,1 0,0 1,0-1,1 1,0-1,0 1,1-1,0 1,1-1,0 0,0 1,0-1,1 0,1 0,14 25</inkml:trace>
  <inkml:trace contextRef="#ctx0" brushRef="#br0" timeOffset="1333.95">1323 135,'-9'41,"2"0,1 1,3 0,1 4,-4 41,-11 58,16-183,16-284,-15 307,1 0,0 1,1-1,1 1,0-1,1 1,0 0,2 0,-1 1,2-1,0 1,4-6,-8 16,-1 0,1 1,0-1,0 1,1 0,-1 0,0 0,1 0,-1 1,1-1,-1 1,1 0,0 0,-1 0,1 0,0 1,0-1,0 1,0 0,0 1,-1-1,1 0,0 1,0 0,-1 0,1 0,0 1,8 2,0 1,0 1,0 0,-1 1,0 0,-1 1,6 4,-3-1,0 1,-1 0,0 0,-1 2,0-1,-1 2,0-1,-1 1,-1 0,5 14,-12-26,0 0,0 0,0 0,-1 0,1 0,-1 0,1 1,-1-1,0 0,-1 0,1 0,0 0,-1 0,0 0,0 0,0 0,0 0,0 0,0 0,-1 0,1-1,-1 1,0 0,0-1,0 0,0 1,0-1,-1 0,1 0,0 0,-1 0,0-1,1 1,-1-1,0 0,0 1,0-1,0-1,0 1,0 0,0-1,-20 5,1-1,-1-1,0-1,0-1,0 0,0-2,-51 1,74 0,-1 0,0-1,1 1,-1 0,1 0,-1-1,1 1,-1 0,1 0,-1 0,0 0,1 0,-1 0,1 0,-1 0,0 0,1 0,-1 0,1 0,-1 0,1 1,-1-1,0 0,1 0,-1 1,1-1,-1 0,1 1,-1-1,1 0,0 1,-1-1,1 1,-1-1,1 0,0 1,-1-1,1 1,0 0,0-1,-1 1,1-1,0 1,0-1,0 1,0-1,0 1,0 0,0-1,0 1,0-1,0 1,0 0,0-1,0 1,0-1,0 1,0-1,1 1,-1 0,0-1,1 1,-1-1,0 1,1-1,-1 0,0 1,1-1,0 1,35 28,39 12,1-4,1-3,2-3,50 11,-80-27,-11-5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2:19.1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0,'15'3,"18"0,14 0,12-1,8 0,4-1,-1 0,-8 1,-14 4,-16-1</inkml:trace>
  <inkml:trace contextRef="#ctx0" brushRef="#br0" timeOffset="263.334">54 242,'16'4,"14"2,16 0,14-1,10-2,7-3,3-2,3-3,-13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2:25.70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56 0,'9'16,"3"13,0 9,-5 8,-6 6,-9 2,-9 1,-5-1,-4-6,3-11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2:26.43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125 125,'-16'85,"3"1,5 1,3 22,4-100,2-4,-1 0,0 1,0-1,0 0,-1 0,1 0,-1 0,-1 0,1 0,-1 0,0 0,0-1,0 1,0-1,-1 1,0-1,-2 3,4-7,0 1,0-1,1 0,-1 0,0 1,0-1,0 0,0 0,0 0,0 0,0 0,0 0,0 0,0-1,1 1,-1 0,0 0,0-1,0 1,0-1,0 1,1 0,-1-1,0 0,0 1,1-1,-1 1,0-1,1 0,-1 1,1-1,-1 0,1 0,-1 0,1 1,-1-1,1 0,0 0,-1-1,-13-37,9 1,0-1,3 0,1 0,3-7,-2 4,0 15,-1 10,0 0,1 0,1 0,1 0,0 0,1 0,1 1,0-1,2 1,0 0,5-10,-7 21,-1 1,1-1,0 1,0 0,1 0,-1 1,1-1,0 1,0 0,0 0,0 0,1 1,-1 0,1 0,-1 1,1-1,0 1,-1 0,1 1,0-1,0 1,0 0,-1 1,1-1,3 2,0-1,0 1,0 0,0 1,-1-1,1 2,-1-1,0 1,0 1,0-1,-1 2,1-1,-1 1,0 0,-1 0,1 0,-1 2,-2-3,0 1,0-1,-1 1,0 0,0-1,-1 1,1 1,-1-1,-1 0,1 0,-1 1,0-1,-1 1,1-1,-1 1,0-1,-1 1,0-1,0 1,0-1,-1 1,0-1,0 0,-1 0,1 0,-1 0,0 0,-1-1,0 0,0 1,0-1,-1 1,-9 6,-1 0,0-1,-1 0,0-1,0-1,-1-1,0 0,-1-1,0-1,-14 3,23-6,57-9,-16-1,1 2,0 2,0 1,0 1,1 2,-1 1,0 1,0 2,-1 2,2 1,-26-5,-1 0,1 1,-1-1,1 2,-1-1,0 1,-1 0,1 0,-1 1,2 2,-6-6,0 1,0-1,0 1,-1 0,1-1,-1 1,1 0,-1 0,0 0,0 0,0 0,-1 0,1 0,-1 0,1 1,-1-1,0 0,0 0,-1 0,1 0,-1 1,1-1,-1 0,0 0,0 0,0 0,-1 0,0 0,-7 8,-2 1,1-2,-2 0,1 0,-1-1,-1 0,1-1,-2-1,1 0,-1 0,0-2,0 0,0 0,-1-1,0-1,-10 1,-5 4,1-2,-1-1,0-1,0-1,-1-2,1-1,-4-12,33 3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2:26.69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0,'9'14,"10"17,10 18,10 17,5 14,2 13,-5 8,-9 5,-12 3,-22-1,-27-1,-35-1,-6-17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2:24.78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357 1,'-16'18,"-14"17,-12 17,-7 15,-4 15,1 10,7 12,9 5,12 0,14-2,16-6,13-8,13-10,10-11,7-11,4-12,-7-14</inkml:trace>
  <inkml:trace contextRef="#ctx0" brushRef="#br0" timeOffset="501.66">692 455,'-37'245,"6"-29,25-193,6-23,0 0,0 0,0-1,0 1,0 0,0 0,0 0,0-1,0 1,0 0,0 0,0 0,0 0,-1-1,1 1,0 0,0 0,0 0,0 0,0-1,-1 1,1 0,0 0,0 0,0 0,0 0,-1 0,1 0,0 0,0-1,0 1,-1 0,1 0,0 0,0 0,0 0,0 0,-1 0,1 0,0 0,0 0,0 0,-1 0,1 0,0 1,-2-26,6-24,1 0,3 1,2 0,2 0,2 1,3 1,1 0,11-17,6-6,-35 69,0-1,0 0,0 1,0-1,0 1,1-1,-1 1,0-1,0 1,0-1,1 1,-1-1,0 1,1-1,-1 1,0-1,1 1,-1 0,1-1,-1 1,1-1,-1 1,1 0,-1 0,1-1,-1 1,1 0,-1 0,1 0,-1-1,1 1,-1 0,1 0,0 0,-1 0,1 0,-1 0,1 0,-1 0,1 0,0 1,-1-1,1 0,-1 0,1 0,-1 1,1-1,-1 0,1 1,-1-1,1 0,-1 1,0-1,1 0,-1 1,1-1,-1 1,0-1,1 1,10 36,-10-31,14 74,4-1,4 0,27 61,39 44,-82-172</inkml:trace>
  <inkml:trace contextRef="#ctx0" brushRef="#br0" timeOffset="758.488">585 709,'13'4,"19"2,21 0,21-1,15-4,9-5,-12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6:52:34.37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156 1417,'-6'58,"2"0,3 0,3 0,2 0,9 44,6-46,-19-56,1 0,-1 1,0-1,0 0,1 1,-1-1,0 0,0 1,1-1,-1 0,0 0,1 0,-1 1,0-1,1 0,-1 0,0 0,1 0,-1 0,1 1,-1-1,0 0,1 0,-1 0,0 0,1 0,-1 0,1 0,-1 0,0-1,1 1,-1 0,1 0,-1 0,0 0,1 0,-1-1,0 1,1 0,-1 0,0-1,0 1,1 0,-1 0,0-1,0 1,1 0,-1-1,0 1,0 0,0-1,1 1,-1 0,0-1,0 1,0-1,0 1,0 0,0-1,0 1,0 0,0-1,0 1,6-28,-1-143,-7 138,1 0,2 0,2 0,0 0,3 1,7-30,-11 56,-1 1,1-1,0 0,0 1,1 0,0-1,0 1,0 0,0 0,1 1,0-1,0 1,0 0,1 0,-1 0,1 0,0 1,0 0,0 0,0 0,1 0,-1 1,1 0,-1 0,1 1,0 0,0 0,0 0,-1 0,1 1,0 0,0 0,0 1,0 0,0 0,1 0,-2 1,0 1,0-1,0 1,0 0,0 0,-1 0,1 0,-1 1,0 0,0 0,0 0,-1 0,0 1,1-1,-1 1,-1 0,1 0,-1 0,0 0,0 0,0 1,-1-1,0 1,0-1,0 1,-1-1,0 2,1 4,-1 1,-1 0,0-1,0 1,-2 0,1-1,-1 0,-1 0,0 0,0 0,-1 0,-4 5,-83 94,108-110,0-6,1 0,0 1,1 1,-1 1,1 1,0 0,0 1,-1 1,1 1,0 0,0 2,-1 0,1 0,-1 2,0 0,0 1,6 4,-18-6,0-1,0 1,-1 1,1-1,-1 1,0 0,0 0,-1 0,1 0,-1 1,0-1,-1 1,1 0,-1 0,0 0,-1 0,0 0,0 0,0 0,0 0,-1 1,0-1,0 0,-1 0,0 1,0-1,0 0,-1 0,0 0,0 0,-1 0,1-1,-1 1,0-1,-1 1,1-1,-1 0,0-1,-2 3,-9 8,0 0,-1-2,0 0,-1 0,0-1,-1-2,-1 0,1 0,-1-2,-1 0,0-1,0-2,0 0,-1 0,0-2,-13 0,33-2,0-1,0 0,-1 1,1-1,0 0,-1 1,1-1,0 0,-1 0,1 0,0 0,0 0,-1-1,1 1,0 0,-1 0,1-1,0 1,0-1,0 1,-1-1,1 0,0 1,0-1,0 0,0 0,0 0,0 0,0 0,1 0,-1 0,0 0,0 0,1 0,-1 0,1-1,-1 1,1 0,-1-1,12-14,6-2</inkml:trace>
  <inkml:trace contextRef="#ctx0" brushRef="#br0" timeOffset="-3508.894">1319 387,'26'8,"18"1,0-2,0-1,1-3,0-2,12-2,-31 1,802-31,-198 2,-525 30,-82 2</inkml:trace>
  <inkml:trace contextRef="#ctx0" brushRef="#br0" timeOffset="647.274">1493 1577,'18'12,"22"5,25 0,26-2,25-5,18-3,13-3,7-2,-1-2,-5-1,-12 1,-17-1,-21 2,-20 2,-16-1,-14 1,-13-2,-13 0</inkml:trace>
  <inkml:trace contextRef="#ctx0" brushRef="#br0" timeOffset="1269.819">2937 0,'86'72,"-16"-15,-3 4,-2 2,25 34,-57-56,-2 2,-2 1,-2 1,-2 1,-2 2,-2 0,-2 1,-2 1,-2 1,-3 0,-2 1,-2 0,-3 1,-1-1,-3 1,-3 0,-1-1,-3 1,-3-1,-1-1,-12 32,5-33,-3-1,-1 0,-3-2,-2-1,-2-1,-1-1,-3-2,-1-1,-2-2,-2-1,-2-2,-1-1,-1-2,-21 11,47-34,-1-1,1 0,-1-1,-1-1,0 0,-7 1,22-7,1-1,-1 1,1 0,-1-1,1 1,-1-1,1 0,-1 1,1-1,-1 0,0 0,1 0,-1 0,1 0,-1 0,0-1,1 1,-1 0,1-1,-1 1,1-1,-1 0,1 1,-1-1,1 0,0 0,-1 0,1 0,0 0,0 0,0-1,0 1,0 0,0 0,0-1,0 1,0-1,1 1,-1-1,1 1,-1-1,1 1,-1-1,1 1,0-1,0 0,0 1,0-1,0 1,0-1,0 0,0 1,1-1,0-1,6-30</inkml:trace>
  <inkml:trace contextRef="#ctx0" brushRef="#br0" timeOffset="1888.678">3405 80,'12'-4,"-1"1,1 0,0 0,0 2,0-1,0 2,0-1,0 2,0 0,0 0,0 1,0 0,0 1,0 1,-1 0,0 0,1 1,-2 0,10 7,9 9,0 2,-1 0,-2 3,-1 0,0 1,-2 1,-2 2,0 0,-2 1,-1 1,-2 0,3 10,5 18,-1 1,-4 1,-2 0,-3 2,-3-1,-3 1,-2 1,-3 0,-3-1,-3 1,-3-1,-2 0,-4 0,-2-1,-3 0,-2-1,-3-2,-3 0,-2-1,-29 42,36-65,-2-1,-2-2,-1 0,-1-2,-2 0,-1-2,-1-2,-2 0,-11 6,6-12</inkml:trace>
  <inkml:trace contextRef="#ctx0" brushRef="#br0" timeOffset="2635.172">3712 80,'49'5,"58"26,-3 5,60 30,-133-53,914 414,-920-414,66 30,-1 4,-3 4,72 56,-149-100,0 0,-1 0,0 1,0 0,-1 0,0 1,-1 0,0 1,0 0,-1 0,0 0,0 1,-2 0,1 0,-1 0,-1 0,0 1,-1-1,0 1,0 0,-1 1,-12 52,5-39</inkml:trace>
  <inkml:trace contextRef="#ctx0" brushRef="#br0" timeOffset="3982.723">3552 2192,'10'6,"1"0,0-1,0-1,0 0,0 0,1-1,0 0,-1-1,1 0,0-1,0-1,0 0,7-1,154-29,22-29,-3-8,52-33,-55 19,-3-9,-5-8,-4-8,-5-8,83-74,-237 173,-6 6,0 0,-1-1,0 0,-1-1,0 0,0 0,-1-1,-1 0,-7 10,0 1,1 0,-1 0,0 0,1 0,-1 0,0 0,1 0,0 0,-1 1,1-1,-1 1,1-1,0 1,-1-1,1 1,0 0,-1 0,1 0,0 0,0 0,-1 0,1 1,5-2,579 8,1081 27,-1428-38,-203-5,-36 9,1 0,-1-1,1 1,0 0,-1-1,1 1,-1 0,0-1,1 1,-1-1,1 1,-1-1,0 1,1-1,-1 1,0-1,0 1,1-1,-1 0,0 1,0-1,0 1,0-1,0 0,1 1,-1-1,0 1,-1-1,1 0,0 1,0-1,0 0,0 1,0-1,-1 1,1-1,0 1,0-1,-1 1,1-1,0 1,-1-1,1 1,-1-1,1 1,-1-1,1 1,-1 0,1-1,-1 1,1 0,-15-13,-2 2</inkml:trace>
  <inkml:trace contextRef="#ctx0" brushRef="#br0" timeOffset="-1078.746">103 187,'-1'55,"-2"0,-2-1,-3 0,-2 0,-13 39,-4-6,29-117,35-138,6 2,18-27,-58 185,-1 1,0 1,0 0,1-1,0 1,0 0,1 0,0 1,0-1,0 1,4-5,-6 10,0-1,0 1,0 0,0 0,1-1,-1 1,0 0,0 1,0-1,0 0,0 1,0-1,0 1,0-1,0 1,0 0,0 0,0 0,-1 0,1 0,0 1,0-1,-1 0,1 1,-1-1,0 1,1 0,-1-1,0 1,0 0,0 0,0 0,0 0,0 0,-1 0,1 0,-1 0,1 1,13 30,-1 1,-2 1,-1 0,-2 1,-2 0,2 32,-7-64,38 377,-38-370,-1-8,0 1,0 0,1-1,-1 1,1-1,0 1,0-1,0 0,0 1,0-1,1 0,0 0,-1 0,1 0,3 3,2-7,0-5</inkml:trace>
  <inkml:trace contextRef="#ctx0" brushRef="#br0" timeOffset="-799.976">23 427,'-14'0,"5"0,15 0,25 0,30 0,29-2,22-3,11-1,-2 0,-22 2</inkml:trace>
  <inkml:trace contextRef="#ctx0" brushRef="#br0" timeOffset="5897.606">624 3301,'-4'-22,"4"15,0 1,0 0,-1-1,0 1,-1 0,1 0,-1 0,0 0,-1 0,1 0,-1 1,0-1,0 1,-1 0,0 0,0 0,0 0,-1 1,1-1,-1 1,0 1,0-1,0 0,-1 1,1 0,-1 1,0-1,0 1,0 0,0 0,-3 0,-5-1,-1 1,1 0,-1 0,0 2,1 0,-1 0,0 2,1-1,-1 2,1 0,0 1,0 0,0 1,1 1,-1 0,1 1,1 0,-1 1,1 0,1 1,-1 1,1-1,1 2,0 0,1 0,0 0,0 1,1 1,1-1,0 1,1 1,0-1,-3 14,6-14,1-1,0 0,0 1,1-1,1 1,0 0,1-1,0 1,1-1,0 1,1-1,1 0,0 0,0 0,1-1,1 1,0-1,0 0,1-1,1 0,0 0,0 0,1-1,0 0,0-1,1 0,0-1,0 1,1-2,6 3,14 4,1-2,0-2,0-1,1-1,-1-1,2-3,-1 0,0-2,0-2,1 0,-1-3,0-1,0-1,-1-2,15-5,36-11</inkml:trace>
  <inkml:trace contextRef="#ctx0" brushRef="#br0" timeOffset="7527.061">1493 3836,'21'9,"-1"-1,2-1,-1-1,1-1,-1-1,1 0,1-2,-1-1,0 0,7-2,592-22,561 34,-765 1,911 4,-233-11,-1094-5,1 0,-1 1,0-1,0 0,0 0,0 0,1 0,-1 0,0 0,0 0,0-1,0 1,1 0,-1-1,0 1,0 0,0-1,0 1,0-1,0 0,0 1,0-1,0 0,0 0,-1 0,1 1,0-1,0 0,-1 0,1 0,0 0,-1 0,1 0,-1-1,0 1,1 0,-1 0,0 0,0 0,1 0,-1-1,0 1,0 0,-1-1,-22-150,15 118,-19-88,6-2,4 0,2-98,36-168,-7 220,-7-53,-29 80,21 143,1-1,0 0,0 1,0-1,0 1,1-1,-1 1,0-1,0 1,0-1,0 1,0-1,1 1,-1-1,0 1,0-1,1 1,-1-1,0 1,1-1,-1 1,1 0,-1-1,0 1,1 0,-1-1,1 1,-1 0,1-1,-1 1,1 0,-1 0,1 0,-1 0,1 0,-1-1,1 1,0 0,-1 0,1 0,-1 0,1 0,-1 1,1-1,-1 0,1 0,-1 0,1 0,-1 1,1-1,0 0,2 0,1342 0,-473-6,-839 6</inkml:trace>
  <inkml:trace contextRef="#ctx0" brushRef="#br0" timeOffset="8790.164">8271 1256,'5'0,"3"0,5-2,8-1,4 0,4 1,5 0,1 3,-1 2,-4 2,-5 2,-8-1,-8-3</inkml:trace>
  <inkml:trace contextRef="#ctx0" brushRef="#br0" timeOffset="9149.2">8713 642,'5'-23,"1"56,23 569,7 277,-32-780,-5 1,-3 0,-6-1,-3 0,-5-1,-4-1,-10 19,20-85</inkml:trace>
  <inkml:trace contextRef="#ctx0" brushRef="#br0" timeOffset="10355.015">8752 655,'64'-5,"0"4,1 2,-1 2,0 4,0 3,24 7,31 7,-1 4,-2 5,-1 6,-2 5,2 6,-58-22,-1 2,-1 3,-2 2,-2 2,-1 3,-2 2,-2 2,-1 1,-3 3,16 25,-37-44,-1 0,-2 1,0 1,-2 1,-2 0,-1 1,-1 0,-2 1,-1 1,-2-1,-2 1,0 0,-2 16,-5-5,-2-1,-2 1,-2-1,-2-1,-1 0,-3 0,-2-1,-18 35,-29 47,-6-3,-23 23,39-61,-4-2,-18 14,54-71,-1-1,-1-2,-1 0,-2-1,0-1,0-2,-2-1,-23 11,-18-3,-1-3,-2-2,1-5,-2-2,0-3,0-4,-32-2,52 0,-202 7,149-26,104 15,-1 0,1 0,-1 0,1 0,0-1,-1 1,1-1,-1 0,1 0,0 0,0 0,-1 0,1 0,0 0,0-1,0 1,0-1,1 0,-1 1,0-1,1 0,-1 0,1 0,-7-8</inkml:trace>
  <inkml:trace contextRef="#ctx0" brushRef="#br0" timeOffset="10621.301">8752 2913,'-7'12,"-2"10,1 8,1 7,4 2,5 3,5-4,0-4,0-8</inkml:trace>
  <inkml:trace contextRef="#ctx0" brushRef="#br0" timeOffset="11544.148">10771 2005,'0'-2,"4"-1,11 2,17 2,21 0,23 0,28 0,20 2,16 1,7-1,0-1,-13 0,-23-1,-32 0</inkml:trace>
  <inkml:trace contextRef="#ctx0" brushRef="#br0" timeOffset="20366.768">11444 922,'-4'-1,"-1"0,0 0,0 0,0 1,0-1,0 1,-1 1,1-1,0 1,0 0,0 0,1 0,-1 1,0-1,0 1,1 0,-1 1,1-1,-1 1,1 0,0 0,0 0,1 1,-1-1,1 1,-1 0,1 0,3-3</inkml:trace>
  <inkml:trace contextRef="#ctx0" brushRef="#br0" timeOffset="21176.629">11444 922,'-5'2,"-25"12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3:08.2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344 241,'-7'-30,"7"30,0-1,-1 1,1 0,0-1,-1 1,1-1,-1 1,1 0,-1 0,1-1,-1 1,1 0,-1 0,1 0,-1-1,1 1,-1 0,1 0,-1 0,0 0,1 0,-1 0,1 0,-1 0,1 0,-1 1,1-1,-1 0,1 0,-1 0,1 0,-1 1,1-1,-1 0,1 1,-1-1,1 0,-1 1,1-1,0 1,-1-1,1 0,0 1,-1-1,1 1,0-1,0 1,0-1,-1 1,1-1,0 1,0-1,-14 21,2-1,0 1,1 1,1 0,-1 7,3-10,-32 83,5 1,4 2,3 9,17-71,26-92,-6 31,1 0,0 1,1 0,1 1,1 0,0 1,1 0,1 2,0-1,7-3,-21 16,0-1,0 1,0 0,0 0,0 0,0 0,0 0,1 0,-1 0,0 0,1 0,-1 0,1 1,-1-1,1 1,-1-1,1 1,-1-1,1 1,0 0,-1 0,1 0,-1 0,1 0,0 0,-1 0,1 0,-1 1,1-1,0 1,-1-1,1 1,-1 0,0-1,1 1,-1 0,0 0,1 0,-1 0,0 0,0 0,0 1,0-1,0 0,0 0,0 1,0-1,0 1,0 0,2 20,0 0,-2 1,0-1,-2 1,0-1,-2 1,-1 3,3-11,-1-5,1 7,-1 1,-1-1,-1 0,0 0,-1 0,-3 6,7-21,-1 0,1 0,0 0,0 0,-1 0,1 0,-1-1,1 1,-1-1,0 1,0-1,0 0,0 1,0-1,0 0,0 0,0 0,0-1,0 1,0 0,-1-1,1 0,0 1,0-1,-1 0,1 0,0 0,0 0,-1-1,1 1,0-1,0 1,-1-1,1 0,0 0,0 0,0 0,-76-47,76 47,-129-97,182 113,-31-9</inkml:trace>
  <inkml:trace contextRef="#ctx0" brushRef="#br0" timeOffset="590.93">371 0,'0'3,"-3"7,-4 8,-9 14,-8 12,-7 14,-7 16,-6 11,4-9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50:39.5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1 556,'28'-13,"0"-1,-1-1,0-2,-2-1,0-1,-1 0,-1-2,5-6,-17 14,0 1,-1-1,0-1,-1 1,0-2,-1 1,-1-1,0-1,-1 1,-1-1,0 0,-1 0,-1 0,-1-1,0 0,-1 1,-1-1,0 1,-1-1,-1-2,2 16,-1 0,1 0,0 0,-1 0,0 0,1 0,-1 0,0 0,-1 1,1-1,0 0,-1 1,1-1,-1 1,0 0,0-1,0 1,0 0,0 0,-1 0,1 0,-1 1,1-1,-1 1,1-1,-1 1,0 0,0 0,0 0,1 0,-1 1,0-1,0 1,0 0,0 0,0 0,0 0,0 0,0 1,0-1,-2 1,-5 7,1 0,0 0,0 1,1-1,0 2,1-1,0 1,1 1,0-1,0 1,1 0,0 0,1 1,1-1,0 1,0 0,0 10,-2 4,1-1,1 1,1 0,2 0,0 0,2 0,1 0,1 0,1 0,1-1,2 0,0 0,2-1,0 0,2-1,0 0,2-1,0 0,2-1,0-1,1 0,4 1,-17-16,-1-1,1 1,1-1,-1 0,0 0,1 0,0-1,0 0,0 0,0 0,0 0,1-1,-1 0,1 0,0-1,-1 1,1-1,0 0,0-1,0 1,0-1,0-1,0 1,0-1,-1 0,1 0,0 0,0-1,-1 0,1 0,-1-1,0 1,1-1,12-15,-1-1,0 0,-1-2,-1 1,-1-2,-1 0,6-15,45-92,-53 111,-10 49,-3-25,0 1,1 0,0 0,0-1,0 1,1 0,0 0,0 0,1 0,0 0,0-1,0 1,1 0,0-1,0 1,1-1,0 0,0 0,1 0,-1 0,1 0,1-1,-1 1,1-1,-1 0,2-1,-1 1,5 2,-1-4,0-1,1 0,-1-1,0 0,0 0,1-1,-1-1,0 1,0-1,1-1,-1 0,0 0,0-1,-1 0,1 0,0-1,-1 0,0-1,0 0,0 0,-1-1,0 0,0 0,0 0,-1-1,0 0,0-1,-1 1,0-1,0 0,0 0,-1-2,2 0,-2 0,1 0,-1-1,0 0,-1 0,-1 0,0 0,0 0,0-9,-4 10,-2 14,-1 18,5-11,0-1,0 0,1 0,1 1,-1-1,2 0,-1-1,2 1,-1 0,1-1,0 1,1-1,0-1,1 1,0-1,0 1,1-2,0 1,0-1,1 0,-1-1,2 1,-1-1,1-1,0 0,0 0,0-1,1 0,-1-1,1 0,0 0,0-1,3 0,4 2,1-2,0 0,-1 0,1-2,0 0,0-1,-1-1,1-1,-1-1,1 0,-1-1,0-1,26-11</inkml:trace>
  <inkml:trace contextRef="#ctx0" brushRef="#br0" timeOffset="534.086">1511 383,'0'22,"0"18,0 10,0 6,3 0,0-3,2-3,0-8,2-11,2-11,-1-9</inkml:trace>
  <inkml:trace contextRef="#ctx0" brushRef="#br0" timeOffset="783.42">1591 74,'-4'-2,"0"-1,1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50:37.9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202 120,'-15'-2,"0"1,0 0,0 1,0 0,0 2,0-1,-6 3,17-3,0 0,0 0,0 1,0-1,1 1,-1 0,1 0,-1 0,1 0,0 1,-1-1,1 1,0 0,1 0,-1 0,1 0,-1 0,1 1,0-1,0 1,0 0,1-1,-1 1,1 0,0 0,0 0,0 0,1 0,-1 3,3 4,0 1,0-1,1 0,1 1,-1-1,2-1,0 1,0-1,1 0,0 0,1 0,0-1,0 0,1 0,0-1,1 0,0 0,0-1,18 21,-17-19,-1 0,-1 1,1 1,-2 0,1 0,-1 0,-1 1,0 0,-1 0,0 2,-4-13,0 0,-1 1,1-1,-1 1,0-1,1 1,-1-1,0 1,0 0,0-1,0 1,0-1,0 1,-1-1,1 1,0-1,-1 1,1-1,-1 1,0-1,1 1,-1-1,0 0,0 1,0-1,0 0,0 0,0 0,0 0,0 0,-1 0,1 0,0 0,-1 0,1 0,0-1,-1 1,1-1,-1 1,1-1,-1 1,1-1,-1 0,1 0,-1 0,0 0,1 0,-1 0,1 0,-1 0,1-1,-1 1,1-1,-1 1,1-1,-2 0,-1-3,0-1,-1 0,2 1,-1-1,1-1,-1 1,1-1,1 1,-1-1,1 0,0 0,0 0,1 0,0 0,0 0,0 0,1 0,0-1,0 1,0 0,1 0,1-6,-1 4,1 0,0 0,0 0,1 0,0 0,1 0,-1 1,1 0,1-1,-1 1,1 1,1-1,-1 1,1 0,0 0,0 0,1 1,-1 0,1 1,1-1,-1 1,5-2,0 0,0 1,0 1,1-1,-1 2,1 0,0 1,0 0,0 0,1 2,-1 0,0 0,2 1,-10 0,0 0,0 0,0 0,0 0,-1 1,1 0,0 0,-1 0,1 1,-1-1,0 1,0 0,0 0,0 1,-1-1,1 1,-1 0,0 0,0 0,0 0,-1 0,1 1,-1-1,0 1,0 0,-1-1,1 1,-1 0,0 0,0 0,-1 4,3 34,-3-36,0 0,0 1,1-1,-1 0,2 0,-1 1,1-1,0 0,0 0,1-1,0 1,0 0,3 3,-5-9,0 0,0 0,1 0,-1 0,0 0,0 0,0-1,0 1,1-1,-1 1,0 0,1-1,-1 0,0 1,1-1,-1 0,1 0,-1 0,0 0,1 0,-1 0,1 0,-1 0,0 0,1-1,-1 1,0-1,1 1,-1-1,0 1,0-1,1 0,-1 0,0 0,17-9</inkml:trace>
  <inkml:trace contextRef="#ctx0" brushRef="#br0" timeOffset="248.337">683 0,'-4'9,"0"10,6 9,2-1</inkml:trace>
  <inkml:trace contextRef="#ctx0" brushRef="#br0" timeOffset="578.454">1084 401,'2'-9,"-2"1,0-1,0 0,0 0,-1 0,0 0,-1 0,0 1,0-1,-3-5,4 11,-1 0,1 0,0 0,-1 1,1-1,-1 1,0-1,0 1,0-1,0 1,0 0,0 0,-1 0,1 1,-1-1,0 0,1 1,-1-1,0 1,0 0,0 0,1 0,-1 1,0-1,0 1,-1-1,1 1,0 0,0 0,0 1,0-1,-1 1,-3 1,0 0,1 1,-1 0,1 0,0 1,0-1,0 1,0 1,0-1,1 1,0 0,0 0,1 1,-1-1,1 1,0 0,0 0,1 1,0-1,0 1,1-1,0 1,0 0,-1 4,2-6,0-1,-1 0,2 1,-1-1,0 1,1-1,0 1,0 0,0-1,1 1,0-1,-1 1,2-1,-1 0,0 1,1-1,0 0,0 0,0 0,0 0,1 0,0 0,0-1,0 1,0-1,0 0,0 0,1 0,0 0,-1-1,1 0,0 1,0-1,1-1,-1 1,0 0,1-1,1 0,4 0,1-1,-1 0,0-1,1 0,-1-1,0 0,0-1,0 0,0 0,0-1,-1 0,0-1,1 0,-2-1,1 1,-1-2,0 1,0-1,0 0,-1-1,-1 0,1 0,-1-1,0 1,-1-1,0 0,-1-1,1 1,-5 7,0 1,0 1,0-1,0 1,0-1,0 1,0-1,0 0,0 1,0-1,1 1,-1-1,0 1,0-1,0 1,1-1,-1 1,0-1,1 1,-1-1,0 1,1-1,-1 1,1-1,-1 1,0 0,1-1,-1 1,1 0,-1 0,1-1,-1 1,1 0,0 0,-1 0,1-1,-1 1,1 0,-1 0,1 0,-1 0,1 0,0 0,-1 0,1 0,-1 0,3 8,0-1,0 0,1 0,0 0,0-1,0 1,1-1,0 0,0-1,1 1,-1-1,1 0,0 0,1-1,-1 1,1-2,0 1,0-1,0 0,0 0,1-1,-1 0,1 0,5 0,187 41,-96-30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50:34.4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41 466,'2'0,"4"0,-1 0</inkml:trace>
  <inkml:trace contextRef="#ctx0" brushRef="#br0" timeOffset="1065.178">54 132,'8'68,"-9"-1,-4 0,-2 0,-7 20,-9 93,21-174,1 0,-1 1,2 0,-1-1,1 1,0-1,0 1,1 0,-1-1,2 1,-1-1,1 1,0-1,0 0,0 0,1 0,0 0,1 0,-1-1,1 1,0-1,0 0,1 0,-1 0,1-1,0 0,1 1,-1-2,1 1,-1-1,1 0,0 0,1 0,7-1,-1-1,1 0,0 0,0-2,-1 0,1 0,0-1,-1-1,0 0,1-1,-1 0,0-1,-1-1,1 0,-1-1,-1 0,1 0,-1-1,0-1,4-4,14-16</inkml:trace>
  <inkml:trace contextRef="#ctx0" brushRef="#br0" timeOffset="1321.499">1 547,'9'-5,"12"-3,12-3,9-2,7-3,3-2,1-1,-7-1,-11 2,-12 3</inkml:trace>
  <inkml:trace contextRef="#ctx0" brushRef="#br0" timeOffset="1570.348">54 25,'14'-4,"18"-2,15 0,13 1,10 2,4 3,-10 2</inkml:trace>
  <inkml:trace contextRef="#ctx0" brushRef="#br0" timeOffset="1825.209">576 359,'0'16,"4"10,9 7,9 2,9 3,10 1,5 2,3-1,0 1,-5-3,-9-1,-10-4,-10-8</inkml:trace>
  <inkml:trace contextRef="#ctx0" brushRef="#br0" timeOffset="2069.559">910 386,'-18'9,"-15"17,-14 17,-10 20,-6 17,0 11,5 4,11-3,14-17</inkml:trace>
  <inkml:trace contextRef="#ctx0" brushRef="#br0" timeOffset="2318.89">1231 440,'-7'18,"-4"18,-1 15,2 16,7 12,7 9,4 5,4 0,-1-1,1-6,-2-8,-3-13,-3-17</inkml:trace>
  <inkml:trace contextRef="#ctx0" brushRef="#br0" timeOffset="2521.857">1191 921,'-12'-88,"4"-1,3-42,4 124,0 1,0-1,1 0,0 0,0 1,1-1,-1 0,1 1,1-1,-1 1,1-1,1 1,-1 0,1 0,0 0,0 0,1 0,-1 1,1-1,1 1,-1 0,1 0,0 1,0-1,0 1,0 0,1 1,0-1,0 1,0 0,0 0,3 1,0 0,0 0,0 1,0 0,0 1,0 0,0 0,0 1,0 0,-1 1,1 0,0 0,0 1,-1 0,0 0,1 1,-1 0,-1 1,1 0,-1 0,0 0,0 1,0 0,-1 1,3 2,-8-6,0 0,1 0,-1 0,-1 0,1 0,0 0,-1 0,0 0,1 0,-1 1,0-1,-1 0,1 0,0 0,-1 0,0 0,0 0,0 0,0 0,0 0,-1 0,1 0,-1 0,0-1,0 1,0-1,0 1,0-1,-70 58,-10-14,48-30</inkml:trace>
  <inkml:trace contextRef="#ctx0" brushRef="#br0" timeOffset="2979.156">1578 854,'13'-246,"-11"60,-2 182,0 3,0 0,-1-1,1 1,0 0,0 0,-1 0,1 0,0 0,0-1,0 1,1 0,-1 0,0 0,0 0,1 0,-1-1,0 1,1 0,-1 0,1 0,0 0,-1 0,1 0,0 0,-1 1,1-1,0 0,0 0,0 0,0 1,0-1,0 1,0-1,0 0,0 1,0 0,1-1,91 54,-41-31,-38-17,0 1,0 0,0 1,-1 0,0 2,10 8,-19-12,0 0,0 0,-1 1,1 0,-1-1,-1 1,1 0,-1 1,0-1,-1 0,1 1,-1-1,-1 1,1-1,-1 1,0-1,0 1,-1-1,0 1,-1 2,1-3,0 0,0 0,0 0,1 0,0 0,0 0,0 0,1 0,0 0,0 0,1 0,0 0,0-1,0 1,0 0,1-1,0 0,0 1,1-1,-1-1,1 1,0 0,1 0,0-2,0 0,0-1,0 0,0 1,0-2,0 1,0-1,1 1,-1-1,1-1,-1 1,1-1,-1 0,1 0,-1-1,0 0,1 0,-1 0,0 0,2-1,7-3,-1 0,-1 0,1-1,-1-1,0 0,0-1,5-4,-7 5,1-1,-1-1,-1 1,0-2,0 1,0-1,-1-1,-1 1,0-1,0 0,-1-1,-1 0,0 0,0 0,-1-1,-1 1,0-1,-1 0,1-9,-3 21,1 1,-1-1,0 0,0 1,1-1,-1 1,0-1,0 0,1 1,-1-1,0 0,0 0,0 1,0-1,0 0,0 1,0-1,0 0,-1 1,1-1,0 0,0 1,-1-1,1 0,0 1,0-1,-1 1,1-1,-1 1,1-1,-1 1,1-1,-1 1,1-1,-1 1,1-1,-1 1,1 0,-1-1,0 1,1 0,-1 0,0-1,1 1,-1 0,0 0,1 0,-1 0,0 0,1 0,-1 0,0 0,1 0,-1 0,0 0,1 0,-1 1,0-1,1 0,-1 0,0 1,1-1,-1 0,1 1,-32 34,26-28,1 1,0-1,1 1,-1 0,2 0,-1 0,1 1,0-1,1 1,0 0,0 0,1 0,0-1,0 1,1 1,1-1,-1-1,1 1,1 0,0 0,0 0,1-1,0 1,0-1,1 1,0-1,0-1,3 3,27 18,2-9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50:42.6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423 51,'-29'-16,"18"10,0 1,0 1,0 0,0 0,0 1,-1 0,0 1,1 0,-1 1,0 1,0 0,0 0,0 1,1 1,-1 0,0 0,1 1,-1 1,1 0,0 0,0 1,1 1,0-1,-1 2,2-1,-1 2,1-1,0 1,1 1,0-1,0 1,1 1,0-1,1 1,0 1,0-1,1 1,-3 10,6-15,1 1,0 0,0 0,1-1,0 1,0 0,1 0,0 0,0-1,0 1,1 0,0-1,0 1,1-1,0 0,0 0,0 0,1 0,0-1,0 1,0-1,5 4,2 1,0 0,1 0,0-2,0 1,1-2,0 0,0 0,1-1,0-1,1 1,23 3,0-1,0-2,0-1,1-3,-1 0,1-3,-1-1,1-2,-1-2,0-1,0-2,-1-1,-1-2,10-6,6-12,-48 22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5:05.12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5:09.16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2,'26'-1,"-6"0,1 1,-1 1,0 1,1 0,-1 2,0 0,14 6,-4 0,2 0,-1-2,1-2,0 0,0-3,1 0,4-2,521 5,-291 8,-8 0,188-4,129 6,-54 2,164-18,-265-14,134 23,-6-3,-337-7,455-7,-187-5,62 7,-352 7,-198-1,-1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5:12.68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53,'1'-2,"0"-1,1 0,-1 0,1 1,0-1,0 1,0-1,0 1,0 0,1 0,-1 0,1 0,-1 0,1 0,0 1,-1 0,1-1,0 1,0 0,0 0,0 0,0 1,0-1,1 1,-1 0,0 0,0 0,0 0,0 0,0 1,0-1,1 1,0 0,2-1,586-7,-463 2,-1 6,76 11,96 4,46 6,-237-12,98-3,-135-6,364 11,-256-8,73 14,280 16,-389-28,247 7,226 5,-236-38,127 5,94 9,-370 7,-214-1,136 0,69-13,193-13,-38 51,-368-25,9 0,-24 0,-9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5:15.31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54,'3'-2,"1"1,-1-1,0 1,1 0,-1 0,1 1,0-1,-1 1,1 0,-1 0,1 0,0 0,-1 1,1-1,-1 1,1 0,-1 0,1 0,0 1,14 2,392 26,427 5,-452-27,376-2,-326 5,179-37,-474 20,100-18,-156 14,233-3,-94 8,325-21,-19 9,-132 3,260 9,-519 11,120 22,-125-12,96 3,-20 6,-201-24,1 0,-1 0,-1 2,1-1,0 1,0 0,-1 0,0 1,1 0,-2 0,7 5,-14-4,-5-7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5:26.8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5:33.69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82 239,'0'497,"25"-355,12 36,-10-18,-21 13,-8-105,2-52,1 6,-1 1,-2 0,0-1,-1 1,-3 6,-8 30,2 1,3 0,2 7,-6 93,13 123,-13-119,-13 12,12 44,17-168,2 0,3 0,11 39,-18-86,5 138,-8-87,2 171,-13-103,13 89,-14-92,1 37,13 525,13-542,-13 109,-25-60,21-170,-21 126,18-2,0 67,9-133,39 225,-42 324,28-426,-28 26,15-131,0 67,-1-32,-13 530,13-508,-13 1316,3-1430,-3-31</inkml:trace>
  <inkml:trace contextRef="#ctx0" brushRef="#br0" timeOffset="6164.632">95 466,'-10'-24,"0"-1,2-1,0 0,2 0,1-1,1 1,1-1,2 0,0 0,3-18,-2 39,0 0,1 0,-1 0,1 0,0 0,1 1,-1-1,1 0,0 0,1 1,-1 0,1-1,0 1,1 0,-1 0,1 1,0-1,0 1,0 0,1 0,-1 0,1 0,3-1,1 0,-1 0,1 1,0 0,0 0,1 1,-1 0,1 1,0 0,-1 0,1 1,0 1,0-1,0 1,-1 1,1 0,0 1,0 0,-1 0,1 1,3 2,44 6,20 9,21 36,-93-54,0 0,-1 1,1-1,-1 1,1 0,-1 1,0-1,0 1,0 0,-1 0,0 0,1 0,-1 0,0 1,-1 0,1-1,-1 1,0 0,0 0,-1 0,0 0,1 1,-2-1,1 0,0 4,-3 317,2 68,21-332,-12-45,7 87,23 2,5 25,-21 57,-10 90,-5-180,-5 0,-4 22,0-12,-2-70,-1 1,-1-1,-3 0,-6 18,4-16,1 0,2 0,-1 38,-19 203,28 107,-15-232,1 62,13 687,14-779,-1 16,9-9,-16-102,-1-1,-1 1,-2 0,-1 20,7 72,-5-91,-1-1,-1 0,-2 0,-2 0,-4 24,-1 80,-9-2,7 16,4-99,2 0,2 0,4 28,0 2,-12 156,7 95,3-13,27-115,-20-51,7 36,-7-146,-1 1,-2 0,-2 28,-17 125,-12 48,14-78,0-31,14 186,12-181,-13-72,8 119,6-86,-9 137,9-109,-15 137,-6-231,-2-17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5:45.48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247 96,'-14'10,"1"1,0 1,1 0,0 0,1 2,0-1,1 1,1 1,0 0,1 0,0 1,-2 9,-7 22,3 0,1 0,-4 41,7-41,3 1,1 0,3 0,2 0,2 0,2 0,2 0,8 35,-9-68,0 0,2 0,-1 0,2 0,0-1,0 0,2 0,0-1,0 0,1-1,1 0,0 0,0-1,1-1,1 0,-1 0,2-1,-1-1,1 0,1-1,-1-1,1 0,0-1,1 0,-1-2,1 0,-1 0,1-1,0-1,0-1,1 0,-1-5,1 0,-1 0,-1-2,1 0,-1 0,0-2,-1 0,0 0,0-1,-1-1,0 0,-1-1,0-1,-1 0,-1 0,0-1,3-5,4-5,-1 0,-1-1,-1 0,-1-1,-1-1,-2 0,0 0,-2-1,-1 0,-1 0,-2-1,0-5,-2 1,-1 0,-1-1,-2 1,-1 0,-2 0,-1 1,-2-1,-1 1,-1 1,-2 0,-1 0,-1 1,-2 1,-1 1,-1 0,-1 1,-2 1,0 1,-2 0,-1 2,-1 1,-18-12,37 29,0 0,0 1,0 0,-1 0,0 1,0-1,0 1,0 1,0 0,0 0,-1 0,1 1,-1 0,1 0,-1 1,1 0,-1 0,0 1,1 0,-1 0,1 1,0 0,0 0,-1 1,-5 3,-6 9,1 1,0 1,2 0,0 1,0 1,2 1,1 0,0 0,2 1,-4 10,-10 20,3 1,1 1,3 1,3 0,1 5,-2 18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5:46.8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1 614,'33'-40,"-1"0,-2-2,-2-1,-2-2,-2 0,-2-2,5-18,55-106,-77 163,-3 2,0 1,1-1,0 1,0 0,1 0,0 0,-1 1,1-1,1 1,-1 0,1 0,0 0,2-1,-5 5,0 0,0 1,-1-1,1 0,0 1,-1 0,1-1,0 1,-1 0,1 0,-1 0,0 0,1 0,-1 0,0 1,1-1,-1 0,0 1,0-1,0 1,0-1,0 1,-1-1,1 1,0 0,-1-1,1 1,-1 0,1-1,-1 1,0 0,0 0,0-1,0 1,0 0,0 0,-1 0,5 48,-2 0,-2 0,-7 47,0 6,3 45,3-47,-4-1,-5 1,-4 1,7-66,5-20,0-1,-1 1,-1-1,-1 0,0 0,-1-1,0 1,-4 4,8-16,-1 0,1-1,-1 1,0-1,0 0,0 1,0-1,0 0,0-1,-1 1,1-1,0 1,-1-1,-3 1,-18 8,25-10,1 0,-1 0,0 0,1 0,-1 0,0 0,1 1,-1-1,0 0,1 0,-1 0,0 1,0-1,1 0,-1 0,0 1,0-1,1 0,-1 0,0 1,0-1,0 0,1 1,-1-1,0 0,0 1,0-1,0 0,0 1,0-1,0 0,0 1,0-1,0 0,0 1,0-1,0 0,0 1,0-1,0 0,0 1,-1-1,1 0,0 1,0-1,0 0,0 1,-1-1,1 0,0 0,0 1,-1-1,1 0,0 0,0 0,-1 1,1-1,0 0,-1 0,1 0,33 5,429-4,-382-1,-90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5:47.73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257 122,'-3'-2,"-1"0,0 0,0 1,0-1,0 1,0 0,0 1,0-1,0 1,-1-1,1 1,0 0,0 1,0-1,0 1,-1 0,1 0,0 0,0 0,1 1,-1 0,0-1,0 2,1-1,-1 0,1 1,0-1,-3 3,-7 11,0 0,1 1,1 0,0 1,2 0,0 1,1 0,1 0,0 1,2-1,0 2,-1 14,-3 8,2 1,2-1,2 1,1 1,3-1,2 0,1 0,7 24,-8-53,0 0,1-1,1 0,0 0,1 0,1 0,0-1,1 0,0 0,1-1,0 0,1-1,1 0,-1 0,2-1,-1-1,1 0,1 0,0-1,0-1,0 0,1-1,0 0,0-1,1-1,-1 0,1-1,0-1,0 0,4-1,-9-2,1 0,0-1,-1 0,1-1,-1 0,0-1,0 0,0-1,-1 0,1 0,-1-1,0 0,-1 0,0-1,0-1,1-1,7-7,-1-1,0-1,-2-1,0 0,-1 0,-1-2,1-2,1-14,-1 0,-1 0,-3-1,-1-1,-1 1,-3-1,-1 0,-1 0,-6-36,4 43,-2-1,-2 1,-1 1,-1-1,-1 1,-2 0,-2 1,0 0,7 19,0 1,-1-1,0 1,-1 0,0 0,0 1,-1 0,0 0,-1 1,0 0,0 0,-1 1,0 1,0-1,0 2,-1-1,0 2,0-1,0 1,-1 1,1 0,-1 1,0 0,2 1,1 1,-1 0,1 1,-1 0,1 0,-1 1,1 0,0 1,0 0,0 1,0-1,0 2,1-1,0 1,0 0,0 1,1 0,0 0,0 1,-4 4,-4 6,0 1,2 1,0 1,1-1,0 2,2 0,1 0,0 1,-6 23,3 1,1 0,2 1,3-1,0 23,0 25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5:57.0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228 265,'-11'5,"0"1,0 1,1 0,0 1,0 0,1 0,0 1,1 0,-1 1,2 0,0 0,0 0,0 1,1 0,1 1,0-1,1 1,-8 22,2 0,1 0,2 1,1-1,1 17,0-19,1 0,2-1,2 1,0 0,3 0,0 0,2 0,1-1,2 0,5 12,-9-34,1 0,0 0,0-1,1 0,0 0,1 0,0-1,0 0,0 0,1-1,0 0,0 0,1-1,-1 0,1 0,0-1,1 0,-1-1,1 0,-1 0,1-1,0-1,0 1,0-2,0 1,4-2,6 1,-1-1,1-2,-1 0,1-1,-1-1,0 0,-1-2,0 0,0-1,0-1,-1 0,0-2,1-1,-2-1,-1-1,0-1,-1 0,0-1,-1 0,-1-1,-1 0,0-1,-2 0,0-1,-1 0,0 0,-2-1,0 0,-1-6,4-18,-2 0,-2-1,-3 0,-1 0,-2 0,-5-24,2 31,-1 1,-3 0,-1 0,-1 1,-8-15,12 36,0 2,0-1,-2 0,1 1,-2 1,0-1,0 1,-1 1,-1 0,0 0,0 1,-1 0,0 1,-12-6,14 11,0 0,-1 0,1 1,-1 0,0 1,0 1,0-1,0 2,0-1,0 2,0-1,0 2,0-1,0 1,0 1,0 0,1 1,-1 0,1 0,0 1,1 1,-1-1,1 1,0 1,0 0,1 0,0 1,0 0,0 2,-16 17,1 1,2 2,0 0,3 1,0 1,2 0,2 2,0-1,3 2,1 0,1 0,2 0,1 1,2 6,-1 27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5:57.8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452 130,'-12'-1,"0"1,0 0,1 0,-1 1,0 1,1 0,-1 1,1 0,-1 1,1 0,1 1,-1 0,0 0,-4 5,-2 6,0 1,1 1,0 0,2 1,0 1,1 0,2 1,0 0,1 1,1 0,0 0,0 9,-2 5,1 0,2 0,1 1,2 0,1 0,3 0,0 4,2-24,0-1,0 0,2 0,0 0,1 0,0 0,1-1,1 1,1-1,0-1,1 0,0 0,1 0,1-1,0 0,0-1,6 5,-7-9,1-1,-1 1,1-2,1 1,-1-2,1 1,0-1,0-1,1 0,-1 0,1-2,0 1,0-1,0-1,0 0,0-1,0 0,0-1,0 0,0-1,0 0,-1-1,1 0,-1-1,1 0,-1-1,8-5,1-5,0-1,-1-1,-1 0,-1-2,0 0,-2-1,0 0,-1-2,-1 1,-1-2,-1 1,-1-2,-1 1,-1-1,-1-1,-2 1,0-1,-1 0,-1-18,1 13,-3 0,0 0,-2 0,-1 0,-2 1,0-1,-2 1,-2 0,0 0,-2 1,-1 0,-1 0,-2 1,0 1,-2 1,-12-15,21 31,0 1,0 0,-1 0,0 1,0 0,-1 0,0 1,0 0,-1 0,0 1,0 1,0 0,0 0,0 1,-1 0,0 1,1 0,-1 0,0 1,0 1,0 0,0 1,0 0,0 0,1 1,-1 0,0 1,1 1,0-1,-7 5,-5 6,0 2,0 0,2 2,0 0,1 1,1 1,1 1,1 0,1 1,0 1,2 0,1 1,0 1,2 0,1 0,1 1,2 0,0 0,1 7,-6 55,9-10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5:58.5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471 283,'-15'2,"1"1,-1 1,1 0,0 1,1 1,-1 0,1 1,0 0,1 1,0 0,0 1,0 0,1 1,1 0,0 1,0 0,1 1,-3 5,1 0,1 0,0 1,1 0,1 0,1 1,0 0,2 1,0-1,1 1,1 0,1 0,0 0,2 3,1 1,1-1,1 1,1 0,1-1,1 0,1 0,1-1,1 0,1 0,1-1,1-1,9 13,-12-21,0 0,1 0,1-1,0 0,0-1,1 0,0 0,1-2,-1 0,2 0,-1-1,1-1,1 0,-1-1,1 0,-1-1,1-1,0 0,1-2,0 1,-3-2,0-1,-1 0,1-1,0-1,-1 0,0 0,0-1,0-1,0 0,0 0,-1-2,0 1,0-1,-1-1,0 0,7-7,5-6,0-2,-2 0,-1-1,0-1,-2 0,6-15,-3 0,-1-1,-2-1,-1 0,-3-1,-2-1,-1 0,-2-1,-3 1,-1-1,-2-1,-4-29,1 53,-1 1,0-1,-2 1,-1-1,0 1,-2 1,0-1,-2 1,4 10,0 0,0 1,-1 0,0 0,-1 1,0-1,0 1,-1 1,0 0,0 0,-1 0,0 1,0 0,0 1,-1 0,0 1,-1-1,-6 0,0 0,0 2,-1 0,0 0,1 2,-1 0,0 1,0 1,0 0,1 2,-1 0,1 1,-13 4,-9 5,1 2,1 1,0 2,1 1,-16 13,21-11,0 0,2 2,1 1,0 2,2 0,-10 16,23-27,1 1,1 1,1 0,1 1,0-1,1 2,1-1,0 1,2 0,0 1,1-1,-1 18,4 3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5:44.4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269 6,'-7'1,"0"-1,-1 1,1 1,-1-1,1 1,0 1,0-1,0 1,0 1,1-1,-1 1,1 0,0 1,0-1,0 1,1 0,0 1,0-1,0 1,0 0,1 0,-2 5,-7 12,1 0,1 1,1 0,1 0,-5 25,-2 15,3 1,2 0,4 1,2 0,3 1,4 2,0-30,2 1,1-1,3 0,1 0,2-1,1 0,2 0,4 3,-15-34,-1 0,1 0,0-1,1 1,-1-1,1 0,1 0,-1 0,1-1,0 1,0-1,0 0,1-1,0 1,0-1,0 0,0-1,1 1,0-1,-1-1,1 1,0-1,0 0,0-1,1 1,-1-1,0-1,1 0,-1 0,5 0,-4-3,1 0,0 0,-1-1,0 0,0-1,0 0,0 0,-1 0,1-1,-2 0,1-1,-1 0,1 0,-2 0,1 0,-1-1,3-6,1-3,0-1,-1 0,-1-1,0 1,-2-2,0 1,1-16,2-47,-5 0,-6-78,2 115,1 0,-1 0,-3 1,-2-1,-1 1,-3 0,-1 0,-2 1,-2 1,-17-32,27 66,1 0,-1 0,-1 1,0 0,0 0,0 0,-1 1,0 0,-1-1,5 5,1 1,0-1,-1 1,1 0,-1 0,0 0,1 0,-1 0,0 0,1 1,-1-1,0 1,0 0,0 0,1 0,-1 0,0 0,0 1,1-1,-1 1,0 0,1 0,-1 0,0 0,1 0,-1 0,1 1,0-1,-1 1,1 0,-2 1,-10 13,-1 0,2 1,0 0,1 1,1 0,1 1,1 0,-2 6,-3 3,-34 73,4-4</inkml:trace>
  <inkml:trace contextRef="#ctx0" brushRef="#br0" timeOffset="11876.203">511 1931,'-45'-57,"44"55,-1 1,0 0,1 0,-1 0,0 0,0 0,0 0,0 0,0 0,0 1,0-1,0 1,0-1,0 1,-1 0,1 0,0 0,0 0,0 0,0 1,0-1,0 0,0 1,0 0,0-1,0 1,0 0,0 0,0 0,0 1,0-1,0 1,-11 11,1 1,1 0,0 1,1 0,0 1,1 0,1 0,1 1,0 0,1 0,1 2,-10 22,3 0,1 1,3 0,1 1,2 0,2 0,2 28,1-59,1 0,0 0,1 0,1 0,0 0,0-1,1 1,1-1,0 0,0 0,1 0,0-1,1 0,1 0,-1-1,1 0,1 0,0-1,0 0,0 0,1-1,1-1,-1 1,1-2,0 1,4 0,-7-2,0 0,0 0,1-1,-1-1,1 1,0-1,-1-1,1 1,0-2,0 1,0-1,0-1,0 1,0-1,0-1,-1 0,1 0,0-1,-1 0,0 0,1-1,-1 0,-1-1,1 1,2-4,8-11,-1-1,-1-1,-1 0,0-1,-2 0,-1-2,-1 1,0-1,-2-1,-1 0,-1 0,-1 0,-2-1,0 0,-1-2,2-2,-2-1,0 0,-2 0,-1 0,-2 0,-1 1,-1-1,-2 0,-1 1,-1 0,-1 1,-2 0,-1 0,-2 2,0-1,-14-18,23 40,0-1,0 1,0-1,-1 2,0-1,0 1,-1-1,1 2,-1-1,0 1,-1 0,1 0,-1 1,1 0,-1 1,0-1,0 2,0-1,0 1,0 0,-1 1,1-1,0 2,0-1,0 1,-1 1,-5 1,0 5,0 0,1 1,0 0,1 1,0 1,0 0,1 1,1 0,0 0,0 1,2 0,-1 1,2 0,0 1,0-1,-2 13,-10 20,2 1,3 1,1 0,3 1,2 0,-1 50,5-16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6:03.99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341 212,'-11'7,"1"1,-1 0,1 0,1 1,-1 1,1-1,1 2,0-1,1 1,0 0,0 1,1-1,1 1,-4 12,1 2,1 1,1-1,1 1,1 0,2 0,1 20,0-37,1 0,0 1,0-1,1 0,1 0,-1 0,2 0,-1 0,2-1,-1 1,1-1,1 0,-1 0,1 0,1 0,0-1,0 0,1 0,0-1,0 0,1 0,-1 0,2-1,7 5,-8-6,0-1,0 1,1-2,-1 1,1-1,0 0,0-1,0 0,0 0,0-1,0 0,0-1,1 0,-1 0,0-1,0 0,0-1,0 0,0 0,0-1,0 0,-1-1,0 0,1 0,-1-1,-1 0,1 0,0-2,5-10,-2 0,0-1,-1 0,0-1,-2 0,0 0,-1-1,-2 0,0 0,0 0,-2-1,-1 0,0-15,2-2,-3-1,-1 0,-1 0,-7-35,5 57,0-1,-1 1,-1 0,-1 0,0 0,-1 1,-1 0,-1 1,0-1,-1 2,-10-13,14 21,0-1,-1 1,0 0,0 1,0 0,-1 0,0 1,0-1,0 2,-1-1,1 1,-1 0,1 1,-1 0,0 1,0 0,0 0,0 0,0 1,0 1,0 0,0 0,0 1,0 0,0 0,1 1,-1 0,1 0,0 1,-2 1,-11 7,0 1,1 1,1 1,0 0,1 2,1 0,0 1,1 0,1 2,1-1,1 2,1 0,0 0,2 1,0 1,2 0,0 0,2 0,1 1,0 0,2 0,1 1,0-1,2 0,1 1,1-1,1 0,4 13,12 23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6:04.7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277 161,'-19'14,"1"1,1 1,0 1,1 0,1 1,1 1,1 0,0 1,1 0,2 1,0 0,-6 19,7-15,1 1,1 0,1 0,1 0,2 1,0 0,2 0,1 0,1-1,4 19,-3-29,1-1,1 1,0-1,1 0,1-1,0 1,1-1,0 0,1-1,1 0,0 0,1-1,0 0,1 0,1-1,-1-1,2 0,10 7,-9-9,-1 0,2 0,-1-1,1-1,0-1,0 0,0 0,1-2,0 0,0-1,0-1,0 0,0-1,0 0,-1-2,1 0,0 0,0-2,-1 0,0-1,0 0,0-1,0-1,-1 0,0-1,-1-1,1 0,-2 0,1-2,-2 1,1-2,-1 1,-1-2,0 1,3-8,-1-5,-1-1,-2 0,-1-1,-1 0,-1 0,-1 0,-2-1,0 0,-2 0,-1 1,-2-1,0 0,-2 0,-1 1,-1 0,-1 0,-9-20,7 20,0 0,-2 0,-1 1,-2 0,0 1,-1 1,-2 0,0 1,-1 1,-2 0,0 2,-5-4,18 19,0-1,0 1,0 0,-1 1,1 0,-1 0,0 0,0 1,-1 1,1-1,-1 1,1 0,-1 1,1 0,-1 1,0 0,0 0,1 1,-1 0,0 0,1 1,-1 0,-3 2,-5 5,0 1,1 1,0 1,1 0,0 1,1 1,1 0,0 1,1 1,0-1,1 2,1 0,-3 8,-96 189,66-114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7:23.4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4 726,'-1'-1,"0"0,1-1,0 1,-1-1,1 1,0-1,-1 1,1-1,0 1,0-1,0 1,1-1,-1 1,0-1,0 1,1-1,-1 1,1-1,0 1,-1 0,1-1,0 1,0 0,-1 0,115-234,-106 213,22-48,4 1,2 2,27-37,-56 94,-1 1,1-1,1 1,0 0,0 1,1 0,0 1,0 0,0 0,1 1,0 1,1 0,-1 0,1 1,0 0,0 1,0 1,0 0,1 0,-1 1,0 1,1 0,-1 1,1 0,-1 1,2 0,24 9,-30-6</inkml:trace>
  <inkml:trace contextRef="#ctx0" brushRef="#br0" timeOffset="619.025">632 85,'-4'-4,"0"1,0 0,-1 0,1 0,-1 1,0-1,1 1,-1 0,0 1,-1-1,1 1,0 0,0 0,0 1,-1-1,1 1,0 0,-1 1,1-1,0 1,0 0,0 1,0-1,-1 1,-6 2,-1 1,1 0,0 1,0 0,0 1,1 0,0 1,1 0,-1 2,0 0,0 1,1 0,1 1,0 0,0 0,2 1,-1 0,1 0,1 1,-4 13,7-18,1-1,0 0,1 1,-1-1,2 1,-1-1,1 1,0 0,1-1,0 1,0-1,1 1,0-1,1 0,0 0,0 0,1 0,-1 0,5 5,4 0,0 0,1-1,1 0,0-1,0 0,1-1,1-1,-1-1,2 0,-1-1,1 0,0-1,0-1,0-1,1-1,0 0,0-1,-1-1,6-1,3 0,-1-1,1-1,-1-1,0-2,0 0,0-2,20-8,-4-1</inkml:trace>
  <inkml:trace contextRef="#ctx0" brushRef="#br0" timeOffset="1658.782">699 137,'0'12,"0"5,0 3,0-7,0-10,2-10,1-9,0-5,-1-5,0 1,-3-1,-6 2,-4 6,-7 5,-8 9,-5 11,-5 8,4 2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7:25.9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24,'13'-2,"14"-1,14-2,9 0,7 0,1 2,-3 3,-8 6,-13 3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7:26.1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0,'18'2,"20"1,19 0,14-1,8 0,-3-1,-13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8:03.5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184 80,'-16'-9,"-10"-3,-3 0,0 3,1 2,4 1,6-1,8-3,6 2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8:07.54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229 124,'-5'-64,"-2"88,6 379,0-238,-13 73,0 62,2-65,13 108,26-110,-26-204,1-1,1 1,1-1,2 0,1 0,1 0,2 0,35 113,21 48,-55-171,1 0,1 0,1-1,0-1,1 0,1-1,10 7,8 10,-3-8,1-2,2 0,0-2,1-2,1-1,0-2,1-1,1-2,25 4,-5 2,-29-12,-1-1,1-1,0-2,0-1,0-1,0-1,0-1,23-6,-30 3,0-1,-1 0,0-2,0 0,-1-1,0-1,0-1,8-8,40-19,-29 14,-1-1,-1-2,-1-2,-2-2,-1 0,-1-3,-2 0,-1-2,-2-1,-1-1,-2-2,-2 0,6-18,5-8,9-12,-5-2,-3-1,7-32,12-95,-1-55,-7 37,9-124,-35 203,35-137,-3 55,-36 119,-34 286,6-71,-3 0,-15 40,10-57,5 0,3 0,0 71,1 62,-66 92,21-126,43-133,-2-1,-3-1,-1-1,-16 24,18-40,-1-1,-2-1,-1 0,-1-2,-17 15,2-6,-141 131,77-97,-212 92,292-155,-1 0,0-2,-1 0,0-2,-1-1,0-1,1-1,-2 0,-16-2,-31 4,43-2,1-1,-1-2,0-2,-28-3,41-1,0-1,1 0,0-1,0-1,0-1,1 0,1-1,0-1,0 0,1 0,0-2,-6-7,-3-6,1 0,1-1,1-1,1-1,2-1,1 0,1-1,2 0,1-1,-5-27,-7-44,5-2,-3-82,11 89,-5 0,-4 2,-9-20,6 40,-7-22,5 0,-1-24,11-11,5-1,8-75,-13-193,15 157,-17 299,14-42,-43 252,12 1,10 34,21-170,5-1,20 119,-12-175,-3 0,-4 1,-2 0,-4 0,-6 35,-8-4,10-65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8:12.12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362 443,'-23'-176,"6"123,16 53,1 0,0 1,0-1,-1 0,1 0,0 0,-1 0,1 0,0 0,0 0,-1 1,1-1,0 0,-1 0,1 0,0 0,0 0,-1 0,1 0,0 0,-1-1,1 1,0 0,-1 0,1 0,0 0,0 0,-1 0,1 0,0-1,0 1,-1 0,1 0,0 0,0-1,0 1,-1 0,1 0,0-1,0 1,0 0,0 0,0-1,-1 1,1 0,0-1,0 1,0 0,0 0,0-1,0 1,0 0,0-1,0 1,0 0,0-1,0 1,0 0,0 0,1-1,-1 1,0 0,0-1,-8 26,-10 93,6 1,4 0,6 1,5 5,-2-14,0 59,-7 406,-30-175,14-197,5 150,12-296,-2-92,-6-315,-2-345,26 545,6 1,7 0,21-58,4-32,-43 202,1-4,1 1,2 0,13-30,-13 44,2 0,1 1,1 1,0 0,2 1,1 1,0 0,2 2,0 0,2 1,-1 0,2 2,1 1,0 0,1 2,109-38,-60 24,2 3,0 3,1 4,19 0,-79 13,1 1,0 1,0 0,0 1,0 1,0 1,0 0,0 2,0-1,0 2,-1 0,0 2,0-1,4 4,29 18,-1 3,-2 1,-1 3,12 13,69 52,-109-88,-1 1,0 0,-1 1,-1 1,0 1,0 0,-2 0,0 2,-1-1,0 1,4 11,4 24,-2 0,-2 1,-3 1,4 37,4 19,5 22,-7 2,-1 76,1 238,-19 13,1-582,1-148,-28-203,-51-152,74 590,-1-1,-2 1,-2 0,-1 0,-1 1,-2 1,-5-9,3 11,-1 1,-1 0,-2 1,-1 1,-1 1,-1 0,-5-2,-14-9,-2 1,-2 2,-1 2,-1 3,-1 1,-2 2,-1 3,-16-4,36 17,0 1,0 1,-1 2,0 1,0 2,-1 1,-14 1,-89-3,101-1,0 3,0 0,0 2,0 2,0 1,0 2,1 2,0 0,0 3,0 0,1 3,-12 6,19 1,1 0,2 2,0 0,1 2,1 0,1 1,2 1,0 1,2 1,1 0,1 1,-6 20,-10 13,12-24,2 1,2 0,1 2,2-1,3 2,0-1,2 11,-67 796,59-643,12-179,-10 307,23-257,-7-105,10-294,-9 92,10 1,11 0,47-188,-63 372,3 1,2 0,2 1,1 1,3 1,1 1,2 0,2 2,2 1,10-10,-4 13,1 1,2 1,1 2,2 2,13-6,-28 19,1 1,0 1,0 1,2 1,-1 2,2 1,-1 1,1 1,0 2,21-2,29 1,-28 1,1 2,0 2,25 4,-41 4,-2 2,1 1,-1 2,-1 1,0 1,-1 2,0 2,31 13,-26-14,-14-8,-1 1,0 1,0 1,-2 0,1 2,-2 0,0 1,0 2,-2-1,12 16,1 14,-3 1,-1 2,-3 1,-2 0,5 23,-22-60,9 28,-2 1,-2 1,-1 0,-3 0,-1 0,-2 27,36 532,-53-56,16-436,-1-223,0 81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8:12.6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 1,'-4'20,"-2"19,0 18,2 13,0 6,2-1,4-4,2-7,2-10,-1-14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8:20.80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1494 269,'-27'-25,"-1"2,-2 0,0 2,-1 2,-1 0,-1 2,-1 2,0 1,0 2,-2 1,-23-4,15 7,0 3,0 2,0 1,0 2,-1 3,1 1,0 2,1 2,0 2,0 2,1 2,0 1,2 3,0 1,-30 19,33-14,2 1,0 1,2 2,1 1,1 2,2 1,1 2,-13 21,32-42,0 1,2-1,0 1,0 1,1-1,1 1,0 0,1 0,1 1,1-1,0 1,0-1,2 1,0 0,1-1,0 1,2 0,0-1,0 0,1 0,1 0,1 0,3 6,14 18,2-1,1-1,2-2,1-1,2-1,2-1,0-2,2-1,36 21,-44-29,1-1,1-2,1-1,0-1,1-2,1-1,0-1,1-2,0-1,1-2,16-1,0-3,0-2,0-2,0-3,0-1,-1-3,0-2,-1-2,0-2,0-2,-2-3,0-1,34-21,-66 32,1-1,-1 0,-1-1,0 0,0-1,-1-1,-1 0,0 0,-1-1,0 0,-1-1,-1 0,0-1,-1 0,-1 0,0 0,-1-1,1-8,2-14,-1 1,-2-1,-1 0,-2-1,-2 1,-2 0,-1 0,-2 0,-2 0,-2 1,-1 0,-1 0,-3 1,-1 1,-1 0,-2 1,-2 1,-1 1,-2 1,-14-16,26 35,-1 0,-1 1,0 0,-1 1,0 1,0 0,-1 0,0 2,-1 0,0 1,0 0,-1 1,0 1,0 1,0 0,0 1,-9 1,-5 2,0 1,0 1,0 2,0 2,-26 7,-49 17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8:22.3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1233 107,'-396'-97,"365"93,-1 0,1 3,0 0,-1 2,1 2,-1 1,1 1,1 1,-1 2,1 1,0 2,-2 2,4-2,0 2,1 1,1 2,0 0,1 2,1 0,1 2,0 1,2 0,0 2,1 0,2 2,0 0,2 1,1 0,1 1,1 1,1 0,-1 10,7-16,1 0,1 0,1 0,1 1,0 0,2-1,1 1,1-1,1 1,1-1,0 0,2 0,1 0,0-1,2 0,0-1,2 0,0 0,1-1,7 8,10 6,3-1,1-1,1-1,1-3,1 0,2-3,1-1,0-1,43 15,-59-26,1-1,0-1,1-1,0-1,0-1,0-2,1 0,-1-1,1-2,0-1,0-1,0-1,-1-1,1-1,-1-2,0 0,6-4,3-7,-1-2,-1-1,0-1,-2-2,-1-1,-1-1,0-1,-3-2,0-1,-1 0,-2-2,13-26,-21 37,-2 0,0-1,-1 0,-1-1,-1-1,-2 1,0-1,-1-1,-1 1,-1-1,-1 0,-2 0,0 0,-1 0,-2 1,0-1,-2 0,0 0,-2 1,0 0,-2 0,0 1,-7-12,0 12,0 0,-1 0,-1 1,-1 1,-1 1,-1 1,-1 1,0 0,-1 2,-1 0,0 1,-1 2,0 0,-1 2,0 1,-1 0,0 2,0 1,0 2,-1 0,0 1,0 2,0 1,0 1,1 1,-1 2,-13 3,-13 6,1 2,1 2,0 3,-18 11,-57 31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8:27.1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440 134,'1'0,"-1"-1,0 1,0 0,0 0,1 0,-1 0,0 0,0-1,1 1,-1 0,0 0,1 0,-1 0,0 0,0 0,1 0,-1 0,0 0,1 0,-1 0,0 0,0 0,1 0,-1 0,0 0,0 1,1-1,-1 0,0 0,0 0,1 0,-1 0,0 1,0-1,0 0,1 0,-1 0,0 1,0-1,0 0,1 1,-1-6,0 1,1 0,-1 0,-1 0,1 0,-1 0,1 0,-1 0,0 0,-1 0,1 0,-1 0,1 0,-1 0,0 1,-1-1,1 1,-1 0,1 0,-1 0,0 0,0 0,0 0,-1 1,1-1,-1 1,-2-2,-4-1,0 0,0 0,0 1,-1 0,0 1,1 0,-1 1,0 0,-11 0,11 2,1 0,-1 1,0 1,1 0,-1 0,1 1,0 0,0 1,0 0,0 0,1 1,-1 1,1 0,1 0,-1 0,1 1,0 0,1 1,-1 0,-1 3,-1 1,1 1,1 0,-1 0,2 0,0 1,1 0,0 1,1-1,1 1,0 0,1 1,0-1,1 12,2-15,1 1,0-1,0 0,2 0,0 0,0 0,1 0,0-1,1 1,0-1,1 0,0-1,1 1,0-1,1-1,0 1,0-1,1-1,0 1,1-2,0 1,0-1,0-1,1 0,0 0,0-1,1 0,-1-1,7 1,3 1,0-1,0-1,0-1,1-1,-1-1,1-1,0 0,-1-2,1 0,-1-2,0 0,0-2,0 0,-1-1,0-1,3-2,19-12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8:28.1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13,'0'-2,"3"-1,4 0,11 1,13 0,16 1,13 3,12 1,5 0,4-1,-4 0,-7-1,-9 0,-13-1,-12 0,-10 0,-12 0,-8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8:30.0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1,'0'2,"0"3,0 3,2 1,4-3,0-3,-1-5,-3-2,-3 2,2 1,1 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8:38.9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0,'12'4,"14"5,20 2,21-1,19-2,12-2,5-2,-3-2,-12-1,-21 1,-30 5,-23 2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8:38.4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88 196,'3'12,"-1"0,0 0,-1 1,0-1,-1 0,-1 1,0-1,0 0,-1 1,-1-1,0 0,-1 1,2-4,-73 234,70-224,18-30,39-91,-4-1,4-28,-9 26,22-47,-46 130,-3 42,6 142,-16-92,6 32,5-1,4-1,4 0,10 14,-26-87</inkml:trace>
  <inkml:trace contextRef="#ctx0" brushRef="#br0" timeOffset="238.365">61 410,'-3'-2,"10"-1,15 0,22 1,18 0,10 1,2 1,-4-1,-13 1,-16-2,-14-1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8:35.2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69 59,'6'48,"-1"1,-3-1,-2 1,-2 0,-2-1,-2 0,-3 0,-1 0,-2-1,-7 10,11-40,7-17,1 0,-1 0,1 0,-1 0,1 0,0 0,-1 0,1 0,-1-1,1 1,-1 0,1 0,0 0,-1 0,1-1,0 1,-1 0,1-1,0 1,-1 0,1-1,0 1,0 0,-1-1,1 1,0 0,0-1,-1 1,1-1,0 1,0 0,0-1,0 1,0-1,0 1,0-1,0 1,0 0,0-1,0 1,0-1,0 1,0-1,0 1,0 0,1-1,-1 1,0-1,7-225,-5 180,0-8,3 0,1 1,5-11,-10 59,0 0,0 0,0 0,1 1,-1-1,1 0,0 0,1 1,-1 0,1-1,0 1,0 0,0 0,1 0,-1 1,1-1,0 1,0 0,0 0,0 0,1 1,-1-1,1 1,-1 0,1 0,1 1,5-1,1 1,-1 1,0 0,1 0,-1 1,0 1,0 0,1 0,-1 1,-1 1,1-1,0 2,-1 0,0 0,0 1,-1 0,1 0,-1 1,-1 1,1-1,-1 1,0 1,-1-1,0 1,4 8,-8-13,-1 0,1 1,-1-1,0 1,0 0,0 0,-1 0,0 0,0 0,0 0,0 0,-1 1,0-1,0 0,0 0,-1 0,1 0,-1 1,-1-1,1 0,-1 0,0-1,0 1,0 0,0-1,-1 1,0-1,-1 1,-11 10,-1-1,0 0,-1-2,0 0,-1 0,-1-2,0-1,0 0,0-1,-1-1,-1-1,-15 3,-10-2,60-10,1 0,-1 0,1 2,0 0,-1 0,1 2,5 0,-11-1,0 1,1 0,-1 1,0-1,0 2,0-1,0 1,-1 1,1 0,-1 0,0 0,0 1,0 1,-1-1,0 1,0 0,0 1,-1-1,1 1,-2 1,1-1,-1 1,0 0,-1 0,0 1,0-1,-1 1,0 0,0 2,-2-7,-1 0,0 0,0 0,0 0,-1 0,1 0,-1 0,0 0,0 0,0-1,-1 1,1 0,-1-1,0 1,0-1,0 1,-1-1,1 0,-1 0,0 0,0 0,0-1,0 1,0-1,0 0,-1 1,1-2,-1 1,-2 1,-8 3,-1-1,1 0,-1-1,0-1,0 0,-1-1,-2 0,-120-1,131-4,7-1</inkml:trace>
  <inkml:trace contextRef="#ctx0" brushRef="#br0" timeOffset="2678.907">818 447,'-30'21,"35"-47,-4 25,0 0,0-1,0 1,0 0,0-1,-1 1,1-1,0 1,-1-1,0 1,1-1,-1 1,0-1,0 1,0-1,0 0,0 1,0-1,0 1,0-1,-1 0,1 1,0-1,-1 1,0-1,1 1,-1 0,0-1,0 1,0 0,1-1,-1 1,-1 0,1 0,0 0,0 0,0 0,-1 0,1 0,0 0,-1 1,1-1,-1 0,1 1,-1-1,1 1,-1-1,0 1,-1 0,1 1,-1 0,0-1,1 1,-1 0,1 0,0 0,-1 1,1-1,0 1,0-1,-1 1,1 0,1-1,-1 1,0 0,0 0,1 0,-1 1,1-1,0 0,-1 1,1-1,0 1,0-1,1 1,-1-1,1 1,-1 0,1-1,0 1,0-1,0 1,0 0,0-1,1 1,-1 0,1-1,-1 1,1-1,0 1,1 0,9 7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54:02.4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332 409,'-13'-2,"0"1,-1 0,1 0,-1 2,1-1,-1 2,1 0,-1 1,1 0,0 0,0 2,1 0,-1 0,1 1,0 0,0 1,1 1,0 0,1 0,-1 1,2 0,-1 1,-7 10,14-17,0 0,1 0,-1 0,0 0,1 1,0-1,0 1,0 0,0-1,1 1,-1 0,1 0,0 0,0 0,0 0,1 1,-1-1,1 0,0 0,1 0,-1 0,1 1,-1-1,1 0,0 0,1 0,-1 0,1 0,0-1,-1 1,2 0,-1-1,0 0,1 1,0-1,-1 0,1 0,0 0,4 2,-2-3,0 0,0 0,1-1,-1 0,1 0,-1 0,1 0,-1-1,1 0,0 0,-1-1,1 1,-1-1,1 0,-1-1,0 1,1-1,-1 0,0-1,0 1,0-1,2-2,4-2,1-1,-2-1,1 1,-1-2,0 0,-1 0,0-1,5-8,-2-1,-1-1,0 0,-2 0,0-1,-2 0,0-1,-1 0,-2 0,2-17,2-212,-13 184,-4 56,-1 30,0 22,1 1,2 1,2-1,1 1,3 0,1 13,0-28,10 186,-8-197,1-1,1 0,0 0,1 0,0 0,1-1,1 0,1 0,0-1,0 0,1 0,6 6,-9-14,-1 0,1 0,0 0,0-1,1 0,0 0,-1-1,1 1,0-1,0-1,1 0,-1 0,0 0,1-1,-1 0,1 0,0-1,-1 0,1 0,-1-1,1 0,7-2,8-3,0 0,0-2,0-1,-1-1,-1 0,13-9,-10 4,-4 3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54:02.6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 0,'-4'0,"-2"0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54:00.3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119 550,'-3'27,"0"28,1 22,-1 18,2 12,0 3,-2 2,-1-6,-1-11,-2-15,-1-21</inkml:trace>
  <inkml:trace contextRef="#ctx0" brushRef="#br0" timeOffset="248.853">12 964,'-6'-130,"2"84,3-1,1 0,6-37,-7 82,1 0,-1 0,1 0,0 0,0 0,0 0,0 0,0 0,0 0,1 0,-1 1,1-1,-1 0,1 0,0 0,0 0,-1 1,1-1,0 0,1 1,-1-1,0 1,0-1,1 1,-1 0,1-1,-1 1,1 0,-1 0,1 0,0 0,0 0,-1 1,1-1,0 0,0 1,0-1,0 1,0 0,0 0,0 0,0 0,0 0,0 0,-1 0,1 0,0 1,1 0,13 9,0 1,0 1,-1 1,-1 0,0 1,-1 0,0 1,7 12,-18-25,0 0,0 0,1 0,-1 0,-1 1,1-1,0 1,-1 0,1-1,-1 1,0 0,0 0,0 0,0 0,0 0,-1 0,1 0,-1 0,0 0,0 0,0 0,0 0,0 0,-1 0,1 0,-1 0,0 0,0 0,0 0,-1-1,1 1,0 0,-1-1,0 1,0 0,-6 3,0-1,0 0,0 0,0-1,-1 0,0 0,0-1,0 0,-1 0,0-1,7-1,-32 8</inkml:trace>
  <inkml:trace contextRef="#ctx0" brushRef="#br0" timeOffset="597.915">520 723,'4'-79,"-3"-1,-4 1,-9-49,-1-36,7-12,1 160,0 47,-15 137,8 1,8 26,2-162,2-1,1 1,2-1,1 0,2 0,1 0,1-1,2 1,1-2,2 1,-12-28,-1 0,2 0,-1 0,0 0,1 0,-1 0,1-1,0 1,0 0,0-1,0 1,0-1,0 0,1 0,-1 0,1 0,0 0,0-1,-1 1,1-1,0 1,0-1,0 0,1 0,-1-1,0 1,0-1,0 1,1-1,-1 0,0 0,0 0,0-1,2 0,11-11</inkml:trace>
  <inkml:trace contextRef="#ctx0" brushRef="#br0" timeOffset="794.42">346 336,'-18'-6,"-13"-6,-4 1,3 1,8 2,13 4,20 3,24 3,27 1,26-1,19 3,12 1,0 6,-21-1</inkml:trace>
  <inkml:trace contextRef="#ctx0" brushRef="#br0" timeOffset="1266.158">894 911,'11'-40,"-1"-1,-2 0,-2 0,-1-1,-3 0,-1 0,-2-8,-2 10,27 42,18 11,-34-12,0 0,-1 1,0 0,1 0,-1 0,0 1,0 0,0 0,-1 1,1 0,-1 0,0 1,0-1,0 1,-1 1,1-1,-1 1,-1 0,1 0,-1 0,0 1,0-1,-1 1,0 0,1 3,-2 7,-1 0,-1 0,-1 0,0 0,-1 0,-1 0,-3 12,-7 62,13-88,0-1,-1 0,1 1,1-1,-1 0,0 0,0 1,1-1,0 0,-1 0,1 1,0-1,0 0,0 0,0 0,0 0,1 0,-1-1,1 1,-1 0,1 0,-1-1,1 1,0-1,0 0,0 1,0-1,0 0,0 0,0 0,0-1,0 1,1 0,-1-1,0 1,1-1,-1 0,0 0,0 0,1 0,-1 0,2-1,20-1,0 0,1-2,-1-1,0-1,22-9,-15 5,67-21,-2 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53:57.5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54 381,'-34'410,"33"-402,0-1,0 1,1-1,0 1,0-1,1 1,-1-1,2 1,-1-1,1 0,1 1,-1-1,1 0,0-1,1 1,-1 0,1-1,1 0,-1 0,1 0,0 0,0-1,1 0,0 0,0 0,0-1,11 1,1 0,-1-2,1 0,0-1,0-1,0 0,0-2,-1 0,1-1,0 0,0-2,-1 0,0-1,0-1,0 0,5-4,74-41,-65 26</inkml:trace>
  <inkml:trace contextRef="#ctx0" brushRef="#br0" timeOffset="254.319">68 702,'7'3,"11"0,14-1,13-2,12-6,8-6,3-6,-5-2,-7-3,-12-1,-13 3</inkml:trace>
  <inkml:trace contextRef="#ctx0" brushRef="#br0" timeOffset="503.183">1 368,'13'2,"19"1,24 0,23-1,19-2,10-2,-13-1</inkml:trace>
  <inkml:trace contextRef="#ctx0" brushRef="#br0" timeOffset="1051.721">964 809,'-15'-10,"0"-1,0 2,-1 0,0 1,0 0,-2 1,15 6,-1 0,0-1,0 1,0 1,1-1,-1 0,0 1,0 0,0 0,0 0,0 1,0-1,0 1,1 0,-1 0,0 0,0 1,1-1,-1 1,1 0,-1 0,1 0,0 0,0 0,0 1,0 0,0-1,1 1,-1 0,0 2,-3 4,1 0,0 0,0 1,1-1,1 1,-1 0,2 0,-1 1,1-1,1 0,0 1,0-1,1 1,1-1,0 3,0-6,-1-1,1 0,1 1,-1-1,1 0,0 0,1 0,-1-1,1 1,0 0,1-1,-1 0,1 0,0 0,1 0,-1-1,1 1,0-1,0 0,0-1,0 1,1-1,-1 0,1 0,4 1,-1-2,0 0,1 0,-1-1,1 0,-1 0,1-1,-1-1,1 0,-1 0,1 0,-1-1,0-1,0 0,0 0,0 0,0-1,-1-1,1 0,-1 0,2-2,5-4,0 0,-2-1,1 0,-2-1,0-1,0 0,-1 0,-1-1,0-1,2-5,38-122,-55 171,2 0,1 0,1 1,1-1,2 15,-1-38,-1 0,1 0,0-1,0 1,1-1,-1 1,1-1,0 0,0 1,1-1,-1 0,1 0,0-1,0 1,0-1,0 1,1-1,-1 0,1 0,0 0,0-1,0 1,0-1,0 0,1 0,-1-1,1 1,-1-1,1 0,0 0,-1-1,1 1,0-1,-1 0,1 0,3-1,4-2,-1-1,1 0,-1 0,0-1,-1-1,1 0,-1 0,0-1,-1 0,1-1,-2 0,1-1,-1 0,0 0,-1 0,0-1,-1 0,0-1,0 1,-1-1,0 0,-1-1,-1 1,1-1,-2 1,0-1,0 0,-1 0,0-8,-7 5,-3 33,4-3,1 0,0 0,2 1,-1-1,2 1,0-1,1 1,1 8,0-18,0 1,0-1,0 0,1 0,-1 1,2-1,-1 0,1-1,0 1,0 0,0-1,1 0,0 0,0 0,0 0,0 0,1-1,0 0,0 0,0 0,1-1,0 1,11 3,0-2,0 0,0-1,0 0,1-2,-1 0,1-1,-1 0,1-2,0 0,-1-1,9-2,34-6</inkml:trace>
  <inkml:trace contextRef="#ctx0" brushRef="#br0" timeOffset="1818.351">2100 902,'-2'-5,"0"-1,-1 1,1-1,-1 1,0 0,0 0,-1 0,1 0,-1 1,0-1,0 1,-1 0,1 0,-1 0,0 1,0 0,0 0,-1 0,1 1,-1-1,1 1,-1 1,0-1,0 1,1 0,-1 0,0 1,0-1,0 1,0 1,0-1,0 1,0 0,0 0,0 1,1 0,-1 0,1 0,-1 1,1-1,0 1,0 1,-4 2,-45 57,53-60,-1-1,1 1,0-1,0 1,0 0,0 0,0-1,0 1,1 0,0 0,-1 0,1 0,0-1,0 1,1 0,-1 0,1 0,-1 0,1-1,0 1,0 0,0-1,0 1,1 0,-1-1,1 0,1 2,3 0,0 0,1-1,-1 0,1 0,0-1,0 0,0 0,0 0,0-1,0 0,0-1,1 0,-1 0,0 0,0-1,1 0,-1 0,0-1,4-1,69-28,-79 31,0-1,0 1,-1-1,1 1,0-1,0 1,0-1,-1 1,1 0,0 0,0-1,0 1,0 0,0 0,0 0,0 0,0 0,0 0,0 0,-1 0,1 0,0 0,0 1,0-1,0 0,0 1,0-1,-1 1,1-1,0 1,0-1,0 1,-1-1,1 1,0 0,-1-1,1 1,-1 0,1-1,-1 1,1 0,-1 0,1 0,-1 0,0 0,1-1,-1 1,0 0,0 0,0 0,0 0,0 0,0 0,0 0,0 0,0 0,0 0,-1 0,1 3,0-1,0 1,0 0,0-1,1 1,0 0,-1-1,1 1,0-1,1 1,-1-1,1 1,-1-1,1 0,0 0,0 0,1 0,-1 0,0 0,1-1,0 1,0-1,0 1,0-1,0 0,0 0,0-1,1 1,-1-1,0 0,1 1,0-1,0-1,5-1,-1-1,1 0,0-1,-1 0,1 0,-1-1,0 0,0 0,-1-1,1 0,-1-1,0 1,0-1,-1-1,0 1,0-1,0 0,-1-1,0 1,-1-1,4-7,14-27,-2-1,-3-1,-1-1,-2 0,-1-1,-3 0,3-42,-3 26,-3 0,-3 0,-3 0,-2 0,-3 0,-4-14,-23-17,30 92,1 0,-1 0,1 0,-1 0,0 0,1 0,-1 0,0 0,0 0,0 0,1 0,-1 1,0-1,0 0,0 1,0-1,-1 1,1-1,0 1,0-1,0 1,0 0,0 0,-1-1,1 1,0 0,0 0,0 0,-1 0,1 0,0 1,0-1,0 0,-1 0,1 1,0-1,0 1,0-1,0 1,0 0,0-1,0 1,0 0,0 0,0-1,0 1,1 0,-1 0,0 0,0 0,1 0,-1 0,1 1,-33 62,21-28,2 1,1 1,2-1,2 1,2 1,1-1,1 0,3 1,3 16,1-20,2 0,1-1,1 0,3 0,0-2,2 1,1-2,2 0,1-1,2-1,0 0,9 6,-18-22,0 0,0-1,1 0,0-1,1-1,0 0,3 1,-13-9,0 0,-1 0,1 0,0 0,0-1,0 0,0 1,0-1,1-1,-1 1,0-1,0 0,1 0,-1 0,0 0,0-1,0 1,1-1,-1 0,0 0,0-1,0 1,0-1,-1 0,1 0,0-1,-1 1,0-1,1 1,-1-1,1-1,46-76,-50 79,0 1,0 0,-1-1,1 1,0-1,0 1,0 0,0-1,0 1,0 0,0-1,0 1,0-1,0 1,0 0,0-1,1 1,-1-1,0 1,0 0,0-1,0 1,1 0,-1-1,0 1,0 0,1 0,-1-1,0 1,0 0,1-1,-1 1,0 0,1 0,-1 0,0-1,1 1,-1 0,1 0,-1 0,0 0,1 0,-1 0,0 0,1 0,-1 0,1 0,-1 0,0 0,1 0,-1 0,1 0,-1 0,0 0,1 0,-1 1,0-1,1 0,-1 0,0 0,1 1,-1-1,0 0,1 0,-1 1,0-1,0 0,0 1,1-1,-1 1,7 30,-6-24,32 101,-32-104,2 0,-1 1,0-1,1 0,0 0,0-1,0 1,0 0,0-1,1 0,0 0,-1 0,1 0,0-1,1 1,-1-1,0 0,1-1,-1 1,1-1,-1 1,2-1,15 0</inkml:trace>
  <inkml:trace contextRef="#ctx0" brushRef="#br0" timeOffset="2066.721">2942 621,'-18'0,"-13"0,-6 0,-1 0,0 0,5 0</inkml:trace>
  <inkml:trace contextRef="#ctx0" brushRef="#br0" timeOffset="2220.311">2180 475,'16'-7,"21"-4,25-3,24 1,21 3,10 3,1 7,-20 4</inkml:trace>
  <inkml:trace contextRef="#ctx0" brushRef="#br0" timeOffset="2448.701">3116 1010,'17'-11,"-1"1,0-2,-1 0,0-1,-1 0,0-1,-1-1,-1 0,0-1,-2 0,1-1,-2 0,6-13,-14 27,0 0,0 0,0 0,0 0,0 0,-1 0,1 0,-1 0,0 0,0 0,0 0,0 0,0 0,-1-1,0 1,1 0,-1 0,0 0,0 1,-1-1,1 0,-1 0,1 1,-1-1,0 0,0 1,0 0,0 0,0-1,-1 1,1 0,-1 1,1-1,-1 0,0 1,0 0,0-1,1 1,-2 0,-4 2,-1 0,0 0,0 1,0 0,1 1,-1 0,1 0,0 1,0 0,0 0,0 1,1 0,0 0,0 1,0 0,1 0,0 1,0 0,0 0,1 0,0 0,1 1,-5 8,6-12,0 0,1 0,-1 1,1-1,-1 1,1 0,1-1,-1 1,1 0,0 0,0 0,0 0,0 0,1 0,0 0,0 1,1-1,-1 0,1 0,0 0,1 0,-1 0,1-1,0 1,0 0,0-1,1 1,-1-1,1 0,0 0,1 0,-1 0,3 2,9 2,0 0,1-1,0 0,0-1,1-1,-1-1,1 0,0-1,0-1,0-1,14 0,-11 0,81 6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4:54:40.1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8:57.74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9:15.12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9:23.56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81 0,'0'531,"-8"-453,3-110,5-524,0 1042,14-264,-15 20,-12-75,13 137,-14-167,15 49,12-87,-13 161,-14-137,7 47,1 74,-8-142,4-3,0 62,3 24,8-114,0 201,12-160,1-17,-1-16,0 1,1 41,-7 10,7 68,2-15,-13 106,-3 500,13-635,0 18,-13 114,14-146,13 84,-28 398,-12-468,4-72,3 82,7-103,-1 852,-27-705,14-76,14 98,21-148,-22-79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9:30.91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95 0,'1'70,"2"0,4-1,5 14,2-11,16 114,-30 169,39-136,-12-19,-26 13,-1-212,1-1,-1 1,0-1,1 1,-1 0,1-1,-1 1,0 0,0 0,0-1,1 1,-1 0,0 0,0-1,0 1,0 0,0 0,0-1,0 1,0 0,-1 0,1-1,0 1,0 0,-1-1,1 1,0 0,-1-1,1 1,-1 0,1-1,-1 1,1-1,-1 1,1-1,-1 1,1-1,-1 1,0-1,1 1,-1-1,0 0,1 0,-1 1,0-1,1 0,-1 0,0 0,0 1,1-1,-1 0,0 0,0 0,1-1,-1 1,0 0,0 0,1 0,-1 0,0-1,0 1,-2-6,0-1,0 1,0-1,1 0,0 0,0 0,1 0,-1 0,2 0,-1 0,1 0,0-1,1 1,0-3,-1-8,-4-147,-14-74,5 53,9-130,4 209,-2 84,-6 50,5 484,3 51,-3-514,3-48,0-1,0 1,0 0,0 0,-1 0,1 0,0 0,0 0,0 0,0 0,0 0,-1 0,1 0,0 0,0 0,0 0,0 0,-1 0,1 0,0 0,0 0,0 0,0 0,0 0,-1 0,1 0,0 0,0 0,0 0,0 0,0 0,-1 1,1-1,0 0,0 0,0 0,0 0,0 0,-3-19,10-246,-14-380,3 530,9 322,11 23,-1-30,-9 68,-32-30,29-307,13-134,-9-26,-12 399,-13 61,-25 247,36-452,1-37,3-56,2 0,3 1,4-14,-2 26,0 27,-25 328,0 65,19-477,5 0,18-108,-18 201,1 46,-6 222,-13 24,3 108,13-749,-1 975,15-240,-8-633,0 176,-1 81,-3 24,0 315,-4-182,-5 1,-22 109,17-213,11-46,0 0,0 0,0 0,0 0,0-1,0 1,-1 0,1 0,0 0,0 0,0 0,0 0,0 0,-1 0,1 0,0 0,0 0,0 0,0 0,0 0,-1 0,1 0,0 0,0 0,0 0,0 0,-1 0,1 0,0 0,0 0,0 0,0 0,0 0,-1 0,1 0,0 0,0 0,0 0,0 0,0 1,0-1,-1 0,1 0,0 0,0 0,0 0,0 0,0 1,0-1,-2-17,2-3,2 0,-1 0,2 0,1 1,1-1,0 1,1 0,2-1,0 54,-9 45,0-21,2-1,3 1,7 30,-8-70,10 45,-3 0,-3 1,-1 52,3-342,2 40,-8 182,-2 15,0 22,-15 694,4-534,3-172,0-36,6-12,1 0,1 0,2 0,0 0,2-1,2-20,11-67,-33 228,4 59,11 117,2-132,-2-106,0-404,-15 799,30 62,-20-477,-1-44,3-23,1 0,2 1,2-1,6-34,-5 57,-1 18,-1 24,-43 561,28-824,11 215,-4 55,21 261,-5-183,7 290,-25-444,-8-83,15 181,-10 458,9-486,-7-48,-5-110,-25 853,40-692,11-177,-7 182,-4 620,5-844,3 162,2 37,-7 37,-3-1,-1 1,-2-1,-4 6,3-10,-14 166,9 49,10-159,8-288,-3 235,-19 323,14-320,-1-51,0-1,0 1,0 0,0 0,0 0,0-1,0 1,0 0,0 0,0 0,0 0,0 0,1-1,-1 1,0 0,0 0,0 0,0 0,0 0,1 0,-1-1,0 1,0 0,0 0,0 0,1 0,-1 0,0 0,0 0,0 0,1 0,-1 0,0 0,0 0,0 0,0 0,1 0,-1 0,0 0,0 0,0 0,1 0,-1 0,0 0,0 1,0-1,0 0,0 0,1 0,-1 0,0 0,6-20,17-125,-20 215,-3-57,1-9,-1 0,1 0,-1 0,0 0,0 0,0 0,0 0,-1-1,1 1,-1 0,0 0,-1 0,1 0,-1-1,1 1,-1-1,0 1,0-1,-1 0,1 1,-1 0,-12-2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9:34.78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38,'65'10,"54"-7,0-6,22-7,86-3,470-5,-548 11,-1 7,130 18,-116 1,89-4,-111-14,212 10,98 18,-190-17,290 28,352-41,-211-26,-437 28,319-11,-551 8,660-27,-216 29,-420 6,-46-6,0 1,0-1,1 1,-1-1,0 0,0 1,0-1,-1 0,1 1,0-1,0 1,0-1,0 0,0 1,0-1,0 0,-1 1,1-1,0 0,0 1,0-1,-1 0,1 1,0-1,-1 0,1 0,0 1,0-1,-1 0,1 0,0 0,-1 1,1-1,-1 0,1 0,0 0,-1 0,1 0,0 0,-1 0,1 0,-1 0,1 0,0 0,-1 0,1 0,0 0,-1 0,1 0,-1 0,1 0,0-1,-1 1,1 0,0 0,-1 0,1-1,0 1,0 0,-1 0,1-1,0 1,0 0,-1-1,1 1,-23 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9:38.76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 96,'0'-1,"-1"1,0 0,0 0,1-1,-1 1,1 0,-1-1,0 1,1 0,-1-1,1 1,-1-1,1 1,-1-1,1 0,-1 1,1-1,0 1,-1-1,1 0,0 1,-1-1,1 0,0 1,0-1,0 0,0 1,0-1,0 0,0 1,0-1,0 0,0 0,0 1,0-1,0 0,0 1,1-1,-1 0,0 1,0-1,1 0,-1 1,1-1,-1 1,0-1,1 0,-1 1,1-1,-1 1,1 0,0-1,-1 1,1-1,-1 1,1 0,0-1,0 1,108-10,842-30,-120 33,320 1,-727 7,85 12,134-13,-193 13,-37-21,204 1,-379 9,162-2,-263 25,-105 2,-23-14,-5-10,0-4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9:42.3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226 151,'-16'37,"2"1,1 1,3 0,1 0,1 1,3 0,1 1,2-1,2 12,0-30,0 0,2 0,1 0,0 0,2 0,0-1,1 0,8 17,-10-29,1 0,-1 0,2 0,-1 0,1-1,0 0,1-1,0 1,0-1,1 0,0-1,0 0,0 0,1-1,0 0,0 0,0-1,1 0,-1-1,2 0,-2-1,0 0,1-1,-1-1,1 1,-1-1,0-1,1 0,-1 0,0-1,0 0,1-1,-2 1,1-2,0 1,-1-2,1 1,-1-1,0 0,-1 0,1-1,-1 0,3-3,4-5,0-1,-1 0,-1-1,0 0,-1-1,-1 0,0-1,-1 0,-2-1,1-2,0-3,-2 1,0-2,-2 1,-1-1,0 1,-2-1,-1 0,-1 0,-1 0,-2 1,0-1,-1 1,-8-21,7 27,-1 0,-1 0,-1 0,0 1,-1 0,-1 0,-1 2,0-1,-1 1,0 1,-2 1,1 0,-2 0,1 2,-2 0,1 0,-14-5,20 12,1 0,-1 0,0 1,0 0,-1 0,1 1,0 1,-1 0,1 0,-1 1,1 0,0 1,-1 0,1 1,0 0,-1 1,1 0,0 0,1 1,-1 0,1 1,0 0,0 0,0 1,1 0,-1 1,1 0,-8 11,0 0,2 1,0 1,1 0,0 1,2 1,1-1,0 2,2-1,1 1,0 1,2-1,1 1,0 0,2 0,1 0,1 0,1 0,1 0,1 0,1 3,13 40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9:43.0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0 664,'13'-26,"1"1,1 1,1 0,1 1,11-11,0-1,7-9,-3-1,-2-2,-1-1,-3-1,-2-1,-2-2,-2-1,4-32,-23 86,-1-1,0 0,0 1,0-1,1 0,-1 0,0 1,0-1,1 0,-1 0,0 1,1-1,-1 0,0 0,1 0,-1 0,0 0,1 1,-1-1,0 0,1 0,-1 0,0 0,1 0,-1 0,1 0,-1 0,0 0,1 0,-1 0,0 0,1-1,-1 1,0 0,1 0,-1 0,0 0,1-1,-1 1,0 0,0 0,1-1,-1 1,0 0,1-1,22 179,8 479,-31-638,0 33,2-1,2 1,6 16,1-19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9:43.96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263 148,'-10'-1,"-1"1,1 1,0 0,0 0,-1 0,1 2,0-1,1 1,-1 1,0-1,1 2,0-1,0 2,0-1,0 1,1 0,0 1,1-1,-1 2,1-1,1 1,-3 3,0 7,1 0,1 1,0 0,1 0,1 0,1 1,1-1,1 1,0 0,2 0,0 0,1 0,1 0,1 0,1-1,1 1,0-1,1 0,1-1,2 2,-1-2,1-1,0-1,1 1,1-1,1-1,0 0,1-1,1 0,0-1,0-1,2 0,10 6,-15-11,0-1,1 0,-1-1,1 0,1-1,-1 0,1-1,-1 0,1-1,0 0,0-2,0 1,0-1,0-1,0 0,0-1,0-1,-1 0,2-1,4-2,0-2,-1 0,0-1,-1-1,0 0,0-1,-1-1,-1 0,0-1,-1-1,0 0,-1-1,0 0,-1-1,-1 0,-1 0,0-1,-1-1,-1 1,-1-1,0-1,-2 1,0-1,1-12,-1 10,-2-1,0 0,-2 0,0 0,-1 1,-1-1,-1 0,-1 1,-1 0,-1 0,-1 0,-1 1,-1 0,0 0,-1 1,-2 0,0 1,0 0,-2 1,0 0,-8-5,15 15,0 0,0 1,-1 0,0 0,-1 0,1 1,-1 1,0 0,0 0,0 0,-1 1,1 1,-1-1,0 2,0-1,0 1,0 1,1 0,-1 0,0 1,0 0,0 1,0 0,1 0,-1 1,1 1,-5 1,-5 9,0 1,1 1,1 0,0 1,1 1,1 1,1 0,0 1,2 0,0 1,2 0,0 1,1 1,-3 11,-21 53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9:44.6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233 148,'-16'11,"-1"1,2 0,0 2,0-1,2 2,-1 0,2 0,0 1,1 1,0 0,2 0,0 1,1 0,-4 14,3-9,1 1,1 0,1 0,1 0,1 1,1-1,2 1,0 0,2 13,0-26,0 0,1-1,1 1,0-1,0 1,1-1,0 0,1-1,0 1,1-1,0 0,1 0,0-1,0 0,1 0,0-1,0 1,1-2,1 1,-1-2,2 2,6 1,0-1,1-1,-1-1,1 0,1-1,-1-1,1 0,0-2,-1 0,1-1,0-1,0-1,0-1,0 0,0-1,-1-1,0-1,0-1,0 0,0-2,-1 0,0 0,-1-2,0 0,0-1,-1 0,4-6,-1 0,-2-1,0 0,-1-2,-1 1,-1-2,-1 0,-1 0,0-1,-2-1,-1 1,0-2,-2 1,-1-1,0 0,-1-9,-2 14,0-1,-2 0,0 1,-1-1,-1 0,-1 1,-1 0,-1-1,0 1,-1 1,-1-1,-1 1,-1 1,0-1,-1 1,-1 1,0 0,-2 1,-1-2,6 9,-1-1,-1 1,1 1,-1 0,-1 0,1 1,-1 0,0 1,0 0,-1 1,0 0,1 1,-1 0,0 1,0 1,-1-1,1 2,0 0,0 0,0 1,-1 1,1 0,0 0,1 1,-1 1,-4 2,-8 7,0 1,0 1,2 1,0 2,1 0,1 1,0 1,2 0,0 2,2 0,0 1,1 0,-8 21,-23 38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9:50.07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0 638,'127'-245,"-81"165,-4-2,2-13,1-35,-37 124,-8 32,0-21,-15 787,13-753,1-18,0 0,1-1,0 1,2-1,1 1,0-1,1 0,3 5,-7-24,1 1,-1-1,1 1,-1-1,1 0,0 1,-1-1,1 1,0-1,0 0,0 0,0 1,0-1,0 0,1 0,-1 0,0 0,1-1,-1 1,0 0,1 0,-1-1,1 1,-1-1,2 1,10-4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9:50.84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235 171,'-8'0,"0"1,0 0,0 0,0 1,0 0,0 0,0 1,1 0,-1 0,1 1,0 0,0 0,0 1,1 0,-1 0,1 0,0 1,1 0,-1 0,1 0,1 1,-2 1,-4 9,0 0,2 1,0 0,0 1,2 0,0 0,1 0,-1 13,2-5,1 0,2 1,0-1,2 1,0-1,2 1,2-1,0 0,1-1,7 16,-7-26,0-1,0-1,1 1,1-1,0-1,1 1,1-1,0-1,1 0,0 0,1-1,0-1,0 0,1 0,1-1,0-1,0-1,12 6,-11-9,0 1,1-2,-1 0,1-1,0 0,0-2,0 1,0-2,0 0,-1-1,1-1,0 0,-1-1,0-1,0 0,0-1,-1-1,1 0,-2-1,1-1,-1 0,0 0,-1-2,0 1,-1-1,0-1,-1 0,0-1,-1 0,0 0,-1-2,8-12,-2 0,-1-2,-1 1,-2-2,-1 1,-1-1,-1-1,-2 1,-1-1,-1 0,-2 0,-1 0,-2 0,-1 0,-1 0,-1 1,-2-1,-1 1,-2 1,-6-12,13 31,-1-1,-1 2,0-1,0 0,-1 1,0 0,0 1,-1-1,0 1,-1 0,0 1,0 0,-1 0,0 1,0 0,0 0,-1 1,0 0,0 1,0 0,0 1,0 0,-1 1,0 0,0 0,1 1,-9 0,6 3,1 1,-1 0,1 1,-1 0,1 1,0 1,1-1,-1 2,1 0,1 0,-1 1,1 0,0 1,1 0,0 0,1 1,-1 2,-7 9,0 1,2 1,1 0,1 0,0 2,2-1,-6 26,-7 52,11-9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9:52.61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320 123,'-10'-2,"-1"0,1 1,0 0,0 0,-1 1,1 1,0 0,-1 0,1 1,0 0,0 0,0 2,1-1,-1 1,1 0,0 1,0 0,0 1,1 0,-1 0,1 0,1 1,-5 6,0 4,1 2,1 0,1 0,0 1,1 0,2 0,0 1,1-1,1 1,0 1,2-1,1 0,1 1,1 18,0-26,0-1,1 1,0 0,1-1,1 0,0 0,0 0,1 0,1 0,1-1,-1 0,2-1,0 1,0-1,1-1,0 0,1 0,0 0,0-2,1 1,0-1,1-1,0 0,6 3,0-3,0-1,0 0,0-1,1-1,-1 0,1-2,0 0,0-1,0-1,0-1,0 0,-1-2,1 0,0-1,-1-1,0 0,0-2,0 0,-1-1,0-1,-1 0,0-1,0-1,11-11,-12 11,0-1,-1-1,-1 0,0-1,-1 0,0-1,-1-1,0 0,-2 0,0-1,-1 0,0 0,-2-1,0 0,-1-1,-1 1,0-1,-1 0,-2 1,0-1,-1 0,0 0,-2 0,0 0,-1 0,-1 1,-1-1,-3-6,2 10,0 1,-1 1,0-1,-1 1,-1 0,0 1,-1 0,0 0,-1 1,0 0,-1 1,0 1,-1 0,1 0,-2 1,1 1,-1 0,0 1,-1 1,0 0,1 0,-1 2,-1 0,1 1,0 0,-1 1,1 1,-1 0,1 1,0 1,-9 2,1 6,1 0,0 1,0 2,1 0,1 1,0 1,1 1,1 1,1 0,0 1,1 1,1 1,-3 5,-34 47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9:53.23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0 584,'223'-430,"-146"278,-77 152,0 0,0 1,0-1,1 0,-1 1,0-1,1 0,-1 1,0-1,1 0,-1 1,0-1,1 0,-1 0,0 1,1-1,-1 0,1 0,-1 0,1 0,-1 0,0 0,1 0,-1 0,1 0,-1 0,1 0,-1 0,1 0,-1 0,0 0,1 0,-1 0,1 0,-1-1,1 1,-1 0,0 0,1 0,-1-1,0 1,1 0,-1-1,0 1,1 0,-1-1,0 1,0 0,1-1,-1 1,0 0,0-1,0 1,1-1,-9 114,-12 176,14 147,9-334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9:58.05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298 188,'-4'-1,"-7"-3,0 0,0 1,0 0,-1 1,1 0,-1 1,0 0,1 1,-1 1,0-1,1 2,-6 1,13-1,0 0,0 0,0 1,0-1,0 1,1 0,-1 1,1-1,0 0,0 1,0 0,1 0,-1-1,1 2,0-1,0 0,0 0,0 1,1-1,-1 2,-14 96,15-94,-3 38,1-1,3 0,1 1,3-1,2 0,1 0,12 38,-16-73,-1-1,1 1,1-1,0 0,0 0,0 0,1 0,1-1,0 0,0 0,0-1,1 1,0-2,0 1,1-1,0 0,0 0,0-1,1 0,-1 0,1-1,1 0,-1-1,0 0,1-1,0 0,-1 0,10 0,-8-3,0 0,0-1,0 0,0-1,0 0,-1-1,1 0,-1 0,0-1,0-1,-1 1,1-2,-1 1,-1-1,1-1,10-10,0-1,-2 0,0-1,-1-1,12-22,-11 15,-1-1,-1-1,-2-1,-1 0,-2 0,-1-1,-1 0,-2-1,1-10,-5 26,-1 0,-1 0,0 0,-1 0,-1 0,0 0,-2 0,1 1,-2-1,-1 1,0 0,0 1,-2-1,0 1,-1 1,0 0,-1 0,-12-12,14 17,-1 0,-1 1,1 0,-2 0,1 1,-1 1,0 0,0 0,0 1,-1 0,0 1,0 1,0-1,-1 2,1 0,-1 1,1 0,-1 0,1 2,-1-1,1 2,-1-1,1 2,0 0,0 0,0 1,0 1,0 0,1 0,-10 8,3-1,1 1,1 1,0 1,1 0,0 1,2 1,0 0,0 0,2 2,0-1,2 1,0 1,0 0,2 0,1 1,0 1,-1 6,2 0,0 1,2 0,1 0,2 0,0 1,2-1,1 0,2-1,1 1,5 14,20 43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09:58.74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320 246,'-12'-1,"0"0,0 0,0 1,0 1,0 0,0 1,0 0,1 1,-1 0,1 0,-1 2,1-1,0 2,1-1,-1 1,1 1,1 0,-1 0,-5 6,4 3,0 0,1 1,1 0,0 1,1 0,1 0,1 1,1-1,0 1,2 1,0-1,1 0,1 1,1-1,0 1,1-1,2 1,0-1,1 0,4 12,-3-15,1-1,0 0,1 0,1-1,0 0,1 0,0-1,1 0,1-1,0 0,0-1,1 0,1 0,0-2,0 1,1-2,0 0,0 0,1-2,0 0,1 0,-1-1,1-1,0-1,0 0,0-1,0-1,0 0,0-1,1-1,-1-1,0 0,0-1,0-1,7-2,2-6,-1 0,-1-2,0-1,-1 0,-1-2,0 0,-1-1,-1-1,-1-1,0-1,-2-1,0 0,-2-1,0 0,-2-1,0-1,-2 0,-1 0,-1-1,-1 0,0-7,-3 12,-1-1,-1 0,-1 1,-1-1,-1 0,-1 0,-1 1,-1-1,-1 1,0 0,-2 0,0 1,-3-4,3 10,1 0,-2 1,0 0,-1 0,0 0,-1 1,0 1,-1 0,0 0,-1 1,0 1,-1 0,1 0,-2 1,1 1,-1 0,-1 1,-12-4,14 7,0 0,0 1,-1 1,1 0,-1 0,1 2,-1-1,1 2,-1 0,1 0,0 2,0-1,0 2,1-1,-1 2,1 0,0 0,1 1,-1 1,1-1,-5 7,-5 4,2 0,0 1,1 1,2 1,0 0,0 1,2 1,1 1,1-1,-4 15,-19 68,14-9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10:42.53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1523 374,'1'-12,"0"-1,-2 0,1 0,-1 1,-1-1,-1 0,1 1,-2 0,0-1,0 1,-1 1,-1-1,0 1,0 0,-1 0,-1 1,-5-7,-3 4,-1 1,-1 0,0 2,0 0,-1 1,0 1,-1 0,0 2,0 0,-1 1,-4 0,-8-3,11 2,-6-2,1 0,-1 2,0 1,-1 1,0 1,1 2,-1 1,-6 2,15 3,0 1,1 1,0 1,1 1,0 0,0 2,1 0,0 1,-4 4,3-2,1 0,1 2,1 0,0 0,1 2,1-1,0 2,1 0,-7 18,-71 190,77-189,-19 69,6 1,4 2,2 22,-35 435,42-396,7 0,11 85,3-147,4 0,12 39,-19-121,2 0,1 0,1-1,1-1,1 0,1 0,1-1,2 0,0-1,1-1,2-1,0 0,1-1,2 0,0-1,2-1,0-1,1 0,1-2,0-1,1-1,1-1,0-1,0-2,1-1,1 0,-14-7,-1-1,0 0,1-1,-1-1,0 0,1-1,-1 0,-1-1,1-1,0 0,-1-1,0-1,-1 0,1 0,5-6,30-13,-27 17,0-1,-1 0,0-2,-1 0,-1-2,0 0,0-1,-2 0,0-2,-1 0,0 0,4-9,6-24,-3-2,-1 0,-3-1,4-27,10-28,-2 19,0 5,-4-1,-3-1,-5-1,6-69,-5-418,-18 565,11-100,-5 1,-5-1,-10-97,-3 82,4-111,8 223,-1 1,1 0,-2 0,0 0,0 0,-1 0,-1 0,1 0,-2 0,1 1,-2-1,1 1,-1 0,-1 1,0-1,0 1,-1 0,0 1,-1-1,0 1,0 1,0 0,-5-3,-6-1,0 1,-1 2,0 0,-1 0,1 2,-1 1,-1 0,1 2,0 0,-1 2,0 0,-6 2,-223 2,221 3,0 2,1 1,1 1,-1 2,2 0,-1 2,2 1,0 1,1 2,-9 8,21-17,-24 18,2 2,1 2,1 1,1 1,-18 27,36-43,-26 29,2 2,1 1,3 2,2 1,3 2,2 1,0 5,1 31,3 1,-9 81,5-23,-1-9,5 1,7 0,3 85,6 413,4-587,2 0,3 1,1-1,4 0,1 1,61 222,-65-257,0 0,2 0,0 0,1-1,1 0,1-1,1 1,0-2,1 1,1-2,0 1,1-2,0 1,2-2,-1 0,2-1,0 0,9 5,-7-8,-1-1,1-1,0 0,1-1,-1-1,1 0,0-2,1 0,-1-2,0 0,1-1,-1 0,1-2,-1 0,0-2,0 0,0-1,-1 0,1-2,38-19,-2-3,0-2,-2-3,39-32,-52 34,-1-1,-1-2,-2-2,-2-1,-1-2,-2-1,-2-1,1-6,4-9,-2-2,-2 0,-3-2,-3-2,16-63,-1-82,8-174,-42 332,8-165,-10-1,-11-40,0-77,6-62,0 370,-1 1,0 0,-2 0,-1 0,-1 0,-1 1,-1 0,-1 1,-1 0,0 0,-2 1,-1 1,0 0,-2 1,0 1,-1 0,-1 1,0 1,-1 0,-1 2,-21-12,17 16,-1 2,1 0,-1 2,0 0,-1 2,1 1,-1 1,1 1,-1 2,0 0,-24 5,19 0,1 1,1 2,-1 1,1 1,1 1,0 2,1 1,1 1,0 1,1 1,1 1,1 2,0 0,2 1,0 2,-14 21,11-7,1 1,3 1,1 1,1 0,3 1,-8 34,0-3,-12 29,4 2,5 1,4 1,0 40,13 58,9-1,16 95,-4-80,4 394,-11-541,2-1,4 0,3-1,17 49,-16-71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10:27.25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1755 3171,'-3'-39,"-1"1,-2 0,-1 0,-2 0,-2 1,-2 1,-1 0,-1 0,-2 1,-2 2,-1-1,-1 2,-2 1,-6-5,10 13,-1 0,-2 2,0 0,-1 1,-1 1,0 1,-2 2,0 0,-1 2,0 1,-1 1,-26-8,8 8,1 1,-1 2,-1 3,1 1,-1 3,-42 2,51 4,1 1,0 1,0 3,1 0,-10 6,27-8,0 0,1 2,0 0,1 1,0 0,1 1,0 1,0 1,1 0,1 1,1 1,0 0,0 1,2 0,0 1,1 0,-23 52,3 2,3 1,3 1,4 1,3 0,-8 77,14-87,-24 158,-4 185,33 83,7-318,-2-85,5-1,2-1,5 1,3-1,18 55,-17-90,1 0,3-1,2-1,2-1,2-1,2-2,2 0,14 14,-25-40,0 0,1-1,1-1,1-1,0-1,0-1,2-1,-1-1,2-1,-1 0,22 4,-30-11,1 0,0-1,0-1,0-1,0 0,0-1,0 0,0-2,-1 0,1 0,-1-1,1-1,-1-1,-1 0,1-1,-1-1,0 0,-1-1,10-7,64-44,-1-2,5-13,-50 37,-1-2,-3-2,-1-2,-2-1,-2-1,-3-2,-1-1,-2-1,-3-1,-2-1,-2-1,-3-1,-2-1,-2 0,-3 0,-1-12,41-603,-43 621,18-159,-4-145,-19 272,0 7,-2 0,-4 0,-4-6,-1 37,-1 1,-3 0,-1 1,-15-26,-14-37,41 93,0 1,-1 0,-1 1,0-1,0 1,0 0,-1 0,-1 0,0 1,0 0,0 0,-1 1,0 0,-1 0,1 1,-1 0,-1 0,1 1,-5-1,-110-25,101 27,0 0,0-2,1 0,0-2,-18-8,-14-14,38 20,0 0,-1 1,0 1,-1 1,1 0,-1 1,-1 1,-17-2,18 4,1 2,0-1,-1 2,1 1,-1 0,1 1,0 0,0 2,0 0,0 1,1 1,-1 0,2 1,-1 1,1 0,0 1,0 1,1 0,0 2,-72 66,44-41,1 1,2 2,2 1,-2 7,11 1,3 0,1 2,3 1,2 1,3 0,1 2,4-1,1 2,3-1,2 3,-18 93,1-27,0-16,6 1,4 1,5 4,5 87,9 1,14 44,-9-147,-8-43,3 0,2 0,2-1,3 0,3-1,2-1,8 14,-15-42,1 0,1-1,1 0,1-1,1-1,1-1,1 0,1-1,1-1,1-1,3 1,-5-4,1-1,0 0,1-2,0-1,0 0,1-2,1-1,0 0,0-2,0-1,1-1,-1-1,1-1,17-1,-9-7,-1-1,0-2,0-1,-1-1,0-2,-1-1,-1-1,19-13,13-14,-1-1,-3-4,18-19,-32 23,-2-2,-2-1,-1-2,-3-2,-2-1,-3-2,-1-1,-3-1,-3-1,-2-1,-2-1,7-43,59-334,-75 371,24-142,-9-2,-6-92,-17 260,-1 0,-3 0,-1 0,-2 0,-2 1,-1-1,-2 2,-13-33,-107-197,120 240,-1 0,-2 0,-1 1,-1 1,-1 0,-2 1,0 1,-2 1,0 1,-1 0,-2 2,0 0,-1 2,-3-1,-11-1,-1 2,0 1,-1 2,-1 2,0 2,-7 0,21 8,0 2,0 0,0 2,-1 0,1 2,1 1,-1 2,1 0,0 2,0 0,1 2,0 1,0 1,2 1,-1 1,2 1,-9 8,-1-2,1 1,1 2,1 2,1 0,1 2,2 0,0 2,2 1,2 1,-14 26,-3 32,3 2,-16 73,-21 59,48-157,3 1,3 1,-3 28,-52 523,48-373,13-102,6 0,10 118,-3-235,2 0,0 0,2-1,1 1,1-1,1-1,1 1,2-1,1-1,0 0,2-1,1 0,1-1,1-1,1 0,6 5,11 3,0-1,2-2,1-1,1-2,1-2,1-2,1-1,18 4,-42-16,0-2,0 0,0-1,0 0,1-2,0 0,-1-1,1-1,0 0,-1-2,1 0,-1-1,1-1,-1-1,0 0,-1-1,0-2,0 1,0-2,-1 0,7-6,76-69,-3-4,-4-4,-5-4,47-70,-106 131,2-1,-3-1,-1-2,-1-1,-3-1,-1-1,-2 0,9-32,-3-24,-4-2,-5 0,-4-1,-4 0,-5 0,-4-2,7-470,-14 490,-5-1,-3 2,-3 0,-5 1,-2 1,-4 1,-4 2,-3 1,-3 2,-25-31,56 88,0 1,-1 1,-1 0,-1 0,0 1,-1 1,0 0,-1 1,0 0,-1 1,-3-1,-48-10,1 13</inkml:trace>
  <inkml:trace contextRef="#ctx0" brushRef="#br1" timeOffset="29456.196">3185 310,'-12'-12,"0"1,-1 0,0 0,-1 2,1 0,-2 0,0 1,0 1,0 0,-1 1,1 1,-1 0,-1 2,-15-3,-9 2,0 2,0 1,0 2,0 2,1 2,-1 2,1 1,1 2,0 2,0 1,-18 11,27-5,1 1,0 1,2 2,0 1,2 0,1 2,1 1,1 1,1 1,2 1,1 1,1 0,2 1,1 1,-3 5,1 2,2 0,1 0,3 1,1 1,2 0,2 0,2 0,2 0,1 1,2-1,2 0,2 0,2 0,2-1,1 0,7 12,-6-21,2 0,1 0,1-2,2 0,0 0,3-2,0-1,2 0,0-2,2 0,1-2,1-1,0-1,22 11,-21-15,1-1,1-2,0 0,1-3,0 0,1-2,0-1,0-2,1-1,0-2,0-1,0-1,0-2,0-1,-1-2,1-1,1-2,11-8,-1-1,0-2,-1-2,-1-2,-1-2,-1-1,-2-3,0-1,-2-1,9-12,-11 2,-1-1,-3-1,-1-1,-3-2,-1-1,-2-1,-3 0,-1-2,-3-1,-2 0,0-11,1 3,-2-1,-3-1,-3 0,-2 0,-3-1,-3 30,0 0,-2 0,-1 0,-2 1,-1 0,-1 0,-2 0,0 1,-2 1,-11-18,4 16,-1 0,-1 2,-1 1,-2 0,-1 2,-1 0,-1 2,-1 1,-1 2,0 0,-2 2,0 2,-1 0,-1 2,0 2,-1 1,0 1,0 2,-1 2,0 1,-28 0,12 5,0 3,-1 2,1 2,1 2,0 3,0 1,1 3,1 2,1 2,-41 24,57-28,0 2,2 1,0 1,1 1,1 2,1 1,1 1,1 1,1 1,2 1,1 0,1 2,1 1,2 0,1 1,1 0,2 1,1 1,-5 33,3-1,4 1,2 0,3 1,3-1,4 19,2-48,1-1,2 0,1-1,2 1,2-2,1 0,1-1,3 0,0-1,2-1,1-1,2-1,1 0,12 10,0-2,3-1,1-2,2-2,1-1,1-3,1-1,48 20,-65-35,0-1,1-2,0 0,1-2,0-1,0-2,1-1,-1-1,1-1,0-2,-1-1,1-2,-1-1,1-1,-1-1,-1-2,1-1,-1-1,-1-2,0-1,-1-1,0-1,-1-1,-1-2,0 0,-2-2,0-1,5-7,-8 2,0 0,-3-2,0 0,-1-1,-2 0,-1-1,-2-1,0 0,-3 0,1-9,11-67,-4 0,-3-44,-13 148,2-17,5-68,-3 0,-6-52,0 113,-1 1,-1-1,-1 1,-2-1,0 2,-2-1,-1 1,0 1,-2-1,-10-13,2 11,-1 1,-1 2,-1 0,-1 1,0 1,-2 2,-1 0,0 2,-2 1,0 1,0 2,-2 0,1 3,-2 0,0 2,0 1,0 2,-1 1,-23 0,26 5,1 1,0 2,0 1,0 1,0 2,1 0,0 2,1 2,-1 0,2 2,0 0,1 2,-20 15,-93 65,6 3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11:03.1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387 824,'-5'-4,"0"1,0-1,-1 1,1-1,-1 2,0-1,0 0,0 1,0 1,0-1,-1 1,1 0,0 0,-1 0,1 1,-1 0,1 1,-1-1,1 1,0 0,-1 1,1 0,0 0,0 0,0 1,0-1,-4 4,-4 3,-1 0,2 1,-1 0,1 2,1-1,0 1,1 1,0 0,1 1,-1 1,1 0,1-1,0 2,1-1,1 2,0-1,1 0,1 1,0 0,1 1,1-1,1 1,0 9,2-23,0 0,0 0,1-1,-1 1,1-1,0 1,-1 0,2-1,-1 1,0-1,1 0,0 0,-1 1,1-1,1 0,-1 0,0-1,1 1,-1 0,1-1,0 1,0-1,0 0,0 0,0 0,0-1,1 1,-1-1,1 0,-1 1,1-1,-1-1,1 1,0-1,-1 1,1-1,0 0,10-4,0 0,0 0,-1-1,0-1,0 0,0-1,-1 0,0-1,-1-1,1 0,-2 0,1-1,-1 0,-1-1,0 0,0 0,-1-1,5-11,19-33,-3-2,-2-1,-3-2,-3 0,-2-1,-3-1,6-59,8-11,74-247,-96 351,-9 29,1 0,0 0,0 0,-1 0,1 0,0 0,0 0,-1 0,1 0,0 0,0 0,-1 0,1 0,0 0,0 0,-1 0,1 0,0 0,0-1,-1 1,1 0,0 0,0 0,0 0,-1 0,1-1,0 1,-19 50,3 0,2 2,2-1,2 1,3 1,0 25,4-55,-9 84,4 2,4-1,6 0,10 71,-10-163,-1 1,2-1,0 0,2 0,-1 0,2 0,0-1,1 0,0 0,1-1,1 1,0-2,9 11,-15-22,0 1,0-1,0 0,0 0,0 0,0 0,0 0,1-1,-1 0,1 1,-1-1,1-1,0 1,-1 0,1-1,0 0,0 0,-1 0,1 0,0-1,-1 1,1-1,0 0,-1 0,1 0,20-9</inkml:trace>
  <inkml:trace contextRef="#ctx0" brushRef="#br0" timeOffset="863.798">1243 811,'5'-2,"6"-1,9 2,10 2,10 2,7 4,8 2,3 0,3-2,-2-1,-11-3</inkml:trace>
  <inkml:trace contextRef="#ctx0" brushRef="#br0" timeOffset="1132.525">1350 1145,'16'11,"17"5,14 0,12-1,8-4,4-3,-4-4,-12-2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11:06.9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 0,'23'143,"48"476,-57-379,-16 216,-25 180,29 91,4-521,1-50,-8-1,-9 37,10-191,-18 183,6 93,11-246,-2 0,-2 0,0 0,-2-1,-3 5,-3 18,3 29,16-111,-3 9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11:09.0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1,'2'7,"7"4,12 3,16-1,15-1,14-2,11-3,7-2,1-3,-5-1,-11-1,-16 0,-19 1,-21 4,-18 3,-9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11:09.9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48 16,'-25'34,"25"-33,-1 0,1-1,-1 1,1 0,-1-1,1 1,0 0,-1 0,1-1,0 1,0 0,-1 0,1 0,0-1,0 1,0 0,0 0,0 0,0-1,0 1,0 0,1 0,-1 0,0-1,0 1,1 0,-1 0,0-1,1 1,-1 0,1-1,-1 1,1 0,-1-1,1 1,0-1,-1 1,1-1,-1 1,1-1,0 1,0-1,-1 0,1 1,0-1,0 0,0 1,1-2,0 0,0 1,1-1,-1 0,0 0,-1 0,1 0,0-1,0 1,0 0,-1-1,1 1,-1-1,1 0,-1 1,0-1,1 0,-1 0,0 0,0 0,0 0,-1 0,1 0,0 0,-1 0,0-1,1 1,-1 0,0 0,0 0,0-1,0 1,0 0,-1 0,1 0,-1 0,1-1,-2 0,1 2,0 0,-1 0,1-1,0 1,-1 1,1-1,-1 0,1 0,-1 0,1 1,-1-1,0 1,1-1,-1 1,0 0,1 0,-1 0,0 0,0 0,1 0,-1 0,0 0,1 1,-1-1,0 1,1-1,-1 1,1-1,-1 1,0 0,1 0,0 0,-1 0,1 0,0 0,-1 0,1 1,0-1,0 0,0 1,0-1,0 1,0-1,1 1,-2 1,0 11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11:10.2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360 80,'-1'-4,"-1"-1,1 1,-1 0,0 0,-1-1,1 1,-1 1,0-1,1 0,-2 1,1-1,0 1,-1 0,1 0,-1 0,0 0,0 1,0 0,0 0,-1 0,1 0,-1 1,1-1,-1 1,1 0,-1 1,0-1,1 1,-1 0,0 0,1 0,-1 0,0 1,1 0,-1 0,1 1,-1-1,-2 2,-8 5,1 0,0 1,1 1,0 0,0 1,2 0,-1 1,1 0,1 1,0 0,1 0,0 1,1 1,1-1,0 1,1 1,-2 7,4-16,1 0,0 0,0 1,1-1,0 1,1 0,-1-1,1 1,1 0,-1 0,1 0,1 0,0 0,0-1,0 1,1 0,0-1,1 1,-1-1,1 1,1-1,0 0,0-1,0 1,0-1,1 1,0-1,1-1,3 4,10 0,0 0,0-2,1 0,0-2,0 0,0-1,0-1,1-1,0-1,-1 0,1-2,0-1,-1 0,1-1,6-3,106-33,-85 16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11:10.6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52,'22'0,"22"0,19-2,15-4,9-2,7 0,-2-1,-9 1,-17 2,-20 2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11:08.3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92 120,'0'10,"0"9,0 8,0 9,-3 8,0 2,-2 1,0-1,-2-1,0-7,0-4,0-9</inkml:trace>
  <inkml:trace contextRef="#ctx0" brushRef="#br0" timeOffset="351.529">38 0,'46'35,"-16"-4,-2 2,0 0,-2 2,-2 0,-1 2,-2 1,-2 1,-1 0,-2 2,-9-24,-2 0,1 0,-2 0,-1 1,0-1,-1 1,0 0,-2 0,-1 6,1-20,-1-1,0 1,0 0,0 0,-1-1,1 1,-1-1,0 1,0-1,0 0,-1 1,1-1,-1 0,0-1,1 1,-1 0,-1-1,1 0,0 1,0-1,-1-1,1 1,-1 0,0-1,1 0,-1 0,0 0,0 0,-115 8,105-9,-99-12,85 5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11:12.6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57 1,'-7'7,"1"0,0-4,0-2,-2-1,1 1,-2 3,2 4,6 1,4 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11:13.3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10 138,'9'33,"-1"0,-2 0,-1 1,-1 0,-2-1,-2 1,-1 0,-2 2,-13 13,16-48,-1-1,1 0,-1 1,0-1,1 0,-1 1,1-1,-1 0,1 0,-1 0,0 0,1 1,-1-1,1 0,-1 0,0 0,1 0,-1 0,0 0,1-1,-1 1,1 0,-1 0,0 0,1-1,-1 1,1 0,-1 0,1-1,-1 1,1 0,-1-1,1 1,-1-1,1 1,-1-1,1 1,0-1,-1 1,1-1,0 1,-1-1,1 0,0 1,0-1,0 1,0-1,-1 0,1 1,0-1,0 1,0-1,0 0,0 1,0-1,1 0,-1 1,0-1,0 1,0-1,1 1,-1-1,-2-24,2 1,1-1,1 1,0 0,2 0,2-4,0-6,-2 12,-1-6,2 2,0-1,2 0,1 1,2 1,4-10,-12 31,1 1,-1-1,1 1,-1 0,1 0,0 0,0 0,1 0,-1 1,0-1,1 1,0 0,-1 0,1 1,0-1,0 1,0-1,0 1,0 1,0-1,1 0,-1 1,0 0,0 0,0 0,0 1,3 0,4 0,-1 1,1 1,-1 0,0 0,0 1,-1 0,1 1,-1 0,0 1,5 3,-10-7,0 1,0 0,-1 0,1 0,-1 0,1 0,-1 1,0-1,-1 1,1 0,0 0,-1 0,0 0,0 1,0-1,-1 0,1 1,-1-1,0 1,-1 0,1-1,-1 1,0 0,0-1,0 1,0 0,-1-1,0 1,0 0,0-1,-1 1,0-1,1 0,-1 0,-2 3,-7 6,0-1,-1-1,0 0,-1-1,0 0,-1 0,0-2,0 0,-1 0,0-2,0 0,-1 0,-2-1,8-1,44 2,-20-7,1 1,0 0,0 2,-1-1,1 2,-1 0,1 1,-1 0,0 1,-1 0,1 2,-1-1,0 2,-1-1,0 2,0 0,0 0,-2 1,3 3,-10-11,-1 1,0-1,-1 1,1 0,0 0,-1-1,0 1,0 0,0 0,0 0,0 1,0-1,-1 0,1 0,-1 0,0 0,0 1,0-1,-1 0,1 0,-1 0,0 1,0-1,0 0,0 0,0 0,0-1,-1 1,0 0,1 0,-1-1,0 1,0-1,-1 0,1 1,-12 7,-1-1,0 0,-1-1,1 0,-1-2,-1 1,1-2,-1-1,-11 2,6 0,-1 0,1-2,-1-1,0-1,0-1,-21-2,20-5,8-3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11:13.6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69,'22'-5,"25"-1,21-2,18-2,12-1,8 0,2 3,-7 3,-15 2,-23 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11:14.2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60 39,'0'-1,"0"1,0-1,1 0,-1 0,0 1,1-1,-1 0,1 1,-1-1,1 0,-1 1,1-1,-1 1,1-1,0 1,-1-1,1 1,0-1,-1 1,1-1,0 1,0 0,-1 0,1-1,0 1,0 0,0 0,-1 0,1 0,0 0,0 0,0 0,-1 0,1 0,0 0,0 0,0 1,-1-1,1 0,0 1,0-1,-1 0,1 1,0-1,-1 1,1-1,0 1,-1-1,1 1,-1 0,1-1,-1 1,1 0,-1-1,1 1,-1 0,0 0,1-1,-1 1,0 0,0 0,0-1,0 1,1 0,-1 0,0 0,0 0,-1-3,1 0,0-1,-1 1,1 0,-1 0,0 0,0 1,0-1,0 0,0 0,0 0,0 1,0-1,-1 0,1 1,-1-1,1 1,-1 0,0-1,1 1,-1 0,0 0,0 0,0 0,0 1,0-1,0 0,0 1,0-1,0 1,0 0,0 0,0 0,0 0,0 0,-1 0,1 0,0 1,0-1,0 1,0-1,0 1,0 0,0 0,1 0,-1 0,0 0,0 0,1 1,-1-1,1 1,-1-1,1 0,0 0,0 0,0 0,0 0,0 0,0 0,0 0,1 0,-1 1,0-1,1 0,-1 0,1 1,-1-1,1 0,0 1,-1-1,1 0,0 1,0-1,0 1,0-1,0 0,0 1,1-1,-1 1,0-1,1 0,-1 1,1-1,-1 0,1 1,9 9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11:16.5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0,'22'89,"-3"-1,-5 2,-3 0,-4 1,-5 0,-8 81,5-40,0-39,-13 474,-5-272,13 1,18 88,-4-241,-5 0,-16 136,-1-127,7 1,7 67,10 374,4-199,-8-257,7 0,24 107,70 197,-82-239,-5-9,-4-162,-14-40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11:14.8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294 219,'-22'65,"-4"-1,-2-2,-2 0,-4-2,-28 38,31-56,40-70,86-173,5-39,-28 49,-72 190,0 1,-1 0,1-1,0 1,0 0,0-1,0 1,0-1,0 1,0 0,1-1,-1 1,0 0,0-1,0 1,0 0,0-1,1 1,-1 0,0-1,0 1,0 0,1-1,-1 1,0 0,0 0,1-1,-1 1,0 0,1 0,-1-1,0 1,1 0,-1 0,0 0,1 0,-1 0,1 0,-1 0,0-1,1 1,-1 0,0 0,1 0,-1 1,1-1,-1 0,0 0,1 0,-1 0,0 0,1 0,-1 0,0 1,1-1,-1 0,0 0,1 1,7 22,67 363,33-5,-103-362</inkml:trace>
  <inkml:trace contextRef="#ctx0" brushRef="#br0" timeOffset="260.796">0 514,'16'0,"16"0,22 0,19 0,15-3,7-2,-4-1,-15 1,-20 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11:29.41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396 107,'5'28,"1"-47,-8 13,0 0,0 1,-1-1,0 1,0 0,0 0,0 0,-1 0,0 0,0 1,0 0,0-1,-1 2,0-1,0 0,0 1,0 0,0 0,-1 1,1-1,-1 1,0 1,-1-3,-1 1,0 0,0 0,0 1,0 0,0 0,-1 1,1 0,0 1,-1 0,1 0,0 1,-1 0,1 0,0 1,0 0,0 1,0-1,0 1,1 1,-1 0,1 0,0 0,0 1,0 0,-1 1,-3 8,0 0,1 0,1 1,0 0,1 0,1 1,0 0,1 1,1-1,0 1,1 0,1 0,1 1,0-1,2 1,0-1,0 1,2-1,0 0,1 0,4 11,-6-18,1-1,1 1,0-1,0 1,1-1,0 0,0 0,1 0,0-1,1 0,0 0,0 0,1 0,0-1,0 0,1-1,0 0,0 0,0-1,1 1,-1-2,1 1,0-2,3 2,12-1,0 0,0-2,0-1,0-1,1-1,-1 0,0-2,-1-1,1-1,-1-2,1 0,-2-1,1-1,-1-1,-1-1,0-1,4-3,12-14,-36 20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11:38.4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42 41,'-1'1,"0"0,0 0,0 0,0 0,1 0,-1 0,0 1,1-1,-1 0,0 1,1-1,0 1,-1-1,1 0,0 1,0-1,0 1,-1-1,2 1,-1-1,0 0,0 1,0-1,1 1,-1-1,0 1,1-1,0 0,-1 0,1 1,0-1,0 0,-1 0,1 1,0-1,0 0,0 0,0 0,1 0,-1-1,0 1,0 0,0 0,1-1,-1 1,0-1,1 1,-1-1,1 1,0-1,0-1,0 0,0 0,0 0,0 0,0 0,0-1,0 1,-1-1,1 1,0-1,-1 0,1 1,-1-1,0 0,0 0,1 0,-1 0,-1 0,1 0,0-1,0 1,-1 0,1 0,-1-1,0 1,0 0,0 0,0-1,0 1,0 0,0-1,-1 1,1 0,-1 0,0-1,0 1,1 0,-1 0,-1 0,1 0,0 0,0 0,-1 1,1-1,-1 0,0 1,1-1,-1 1,0-1,-1 0,1 2,0-1,-1 1,1-1,0 1,-1 0,1 0,0 0,0 0,-1 0,1 1,0-1,0 1,-1-1,1 1,0 0,0 0,0 0,0 0,0 0,0 0,0 1,0-1,1 1,-1-1,0 1,1 0,-1-1,1 1,0 0,-1 0,1 0,0 0,0 0,1 0,-1 0,0 1,1-1,-1 0,1 0,-1 1,1-1,0 0,0 1,0-1,1 0,-1 0,0 1,2 1,14 12,6-4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11:40.1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29,'0'6,"0"6,2-1,3-1,3-3,0-6,-1-7,-2-4,-2-2,-1-3,-4 3,-3 2,-3 4,-3 2,1 7,2 7,2 4,2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11:38.9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188 548,'-117'324,"96"-280,21-44,0 0,0 0,-1 0,1 0,0 0,-1 0,1 0,0 0,-1 0,1 0,0 0,0 0,-1 0,1 0,0 0,-1 0,1 0,0 0,0-1,-1 1,1 0,0 0,-1 0,1 0,0-1,0 1,0 0,-1 0,1-1,0 1,0 0,0 0,-1-1,1 1,0 0,0 0,0-1,0 1,0 0,0-1,0 1,0 0,0 0,0-1,0 1,0 0,0-1,0 1,0 0,0-1,0 1,0 0,0-1,0 1,0 0,1 0,-1-1,0 1,0 0,0 0,0-1,1 1,-1 0,0 0,0 0,1-1,-1 1,39-120,-20 72,3-13,9-27,4 2,44-78,-48 126,-30 38,1 1,-1-1,1 1,-1-1,1 1,-1 0,1-1,-1 1,0 0,1 0,-1 0,0 0,0 0,0 0,0 0,0 1,0-1,0 0,0 0,0 1,-1-1,1 1,-1-1,1 1,-1-1,1 1,-1-1,0 1,0-1,1 1,-1-1,0 1,-1 0,2 0,21 191,-20-157,4 111,-4-56,3-1,12 44,-16-123,-1-8,1 1,-1 0,1-1,-1 1,1 0,0-1,0 1,1-1,-1 0,1 1,0-1,0 0,0 0,1 2,3-4</inkml:trace>
  <inkml:trace contextRef="#ctx0" brushRef="#br0" timeOffset="248.989">1 696,'20'2,"23"1,20 0,16-3,9-4,4-3,-4-3,-14-2,-18 1</inkml:trace>
  <inkml:trace contextRef="#ctx0" brushRef="#br0" timeOffset="512.744">121 0,'23'10,"21"4,16 3,15 0,7-2,5-2,-7-3,-17 0,-19-3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11:37.5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81 273,'0'0,"0"0,0 1,0-1,0 0,0 0,0 0,0 1,0-1,0 0,0 0,0 1,0-1,0 0,1 0,-1 0,0 0,0 1,0-1,0 0,1 0,-1 0,0 0,0 0,0 1,1-1,-1 0,0 0,0 0,0 0,1 0,-1 0,0 0,0 0,1 0,-1 0,0 0,0 0,0 0,1 0,-1 0,0 0,0 0,1 0,-1 0,0 0,0 0,0 0,1-1,-1 1,0 0,0 0,0 0,0 0,1 0,-1-1,2 29,-2-26,1 42,-2 0,-1-1,-3 1,-2 0,-2-1,-1-1,-2 1,-4 3,-3-9,18-37,1 0,0 0,-1 1,1-1,-1 0,1-1,0 1,-1 0,1 0,0 0,-1 0,1 0,-1 0,1 0,0-1,-1 1,1 0,0 0,-1 0,1-1,0 1,-1 0,1 0,0-1,0 1,-1 0,1-1,0 1,0 0,0-1,-1 1,1-1,0 1,0 0,0-1,0 1,0 0,0-1,0 1,0-1,0 1,0 0,0-1,0 1,0-1,0 1,0 0,0-1,1 1,-1-1,0 1,0-180,3 140,-1 2,-1-11,3 1,2 1,2-1,9-27,-17 71,1 0,0 0,0 0,1 1,-1-1,1 0,0 1,0-1,0 1,0 0,1 0,-1 0,1 0,0 0,0 0,0 1,0 0,0-1,1 1,-1 0,0 0,1 1,0-1,-1 1,1 0,0 0,0 0,0 0,0 1,0 0,0-1,0 1,3 1,11 1,-1 1,0 1,0 0,0 2,-1-1,1 2,-1 0,-1 1,1 1,-2 1,1 0,-1 0,-1 1,2 3,-11-11,-1 0,1 0,-1 1,0 0,0 0,0 0,0 0,0 0,-1 0,0 1,0-1,0 1,-1-1,1 1,-1 0,0 0,-1 0,1-1,-1 1,0 0,0 0,0 0,-1 0,0 0,0 0,0-1,0 1,-1 0,0-1,0 1,0-1,0 0,-1 1,0-1,0 0,0-1,-8 9,-1-2,0 1,-1-2,-1 0,1 0,-1-1,0-1,-1 0,0-1,0-1,0 0,-1-1,0-1,-9 1,13-7,31-7,-5 5,1 0,-1 2,1-1,0 2,0 0,0 0,1 2,-1 0,0 1,0 0,0 1,0 1,0 0,0 1,-1 1,6 2,-15-4,0 0,0 1,-1 0,1-1,-1 2,0-1,0 0,0 1,-1 0,1 0,-1 0,0 0,-1 0,1 1,-1-1,0 1,0 0,-1 0,0-1,0 1,0 0,-1 0,0 0,0 0,0 0,-1 0,0 0,0 0,0 0,-1-1,0 1,0 0,0-1,-1 0,0 1,0-1,0 0,-1-1,1 1,-1 0,0-1,-1 0,-7 7,-1-1,0 0,-1-1,0-1,0 0,-1 0,0-2,0 0,-1-1,0 0,1-1,-2-1,1-1,0 0,-2-1,12 0,1-1,-1 0,1-1,0 1,-1-1,1 0,0-1,0 1,0-1,0 0,0 0,0 0,0-1,1 0,-1 0,0-1,-13-13</inkml:trace>
  <inkml:trace contextRef="#ctx0" brushRef="#br0" timeOffset="267.874">54 6,'9'-2,"12"-1,17 2,14 2,18 0,16 0,13 1,7-2,1 1,-5-1,-21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11:44.6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422 143,'13'104,"-11"-129,-1 16,-1 0,0-1,0 1,-1 0,0 0,-1-1,0 1,-1 0,1 0,-2 1,1-1,-1 1,0-1,-1 1,0 1,0-1,-1 1,0-1,0 2,-1-1,0 1,-2-2,2 4,0 0,0 0,0 1,0 0,-1 0,0 1,1 0,-1 0,0 1,0 0,0 0,0 1,0 0,0 0,0 1,0 0,0 1,0-1,1 1,-1 1,1 0,-1 0,1 0,0 1,0 0,0 0,1 1,-1 0,1 0,0 0,1 1,-1 0,1 0,0 1,-8 12,0 0,1 1,1 1,1 0,1 1,1 0,1 0,0 0,2 1,1 0,1 0,1 0,0 1,2-1,1 0,4 24,-5-32,1 1,1 0,0 0,2-1,-1 1,2-1,0 0,1-1,0 1,1-1,1 0,0 0,1-1,1-1,0 1,0-1,1-1,1 0,0-1,0 0,1-1,0 0,1-1,0 0,0-1,0-1,14 4,-12-7,0-1,1-1,-1 0,0-1,1-1,-1-1,0 0,0-1,0-1,0 0,0-1,-1-1,0 0,0-1,-1-1,4-2,31-14,-39 19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11:45.8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76 63,'-46'583,"35"-520,11-63,-1 0,1 0,0-1,0 1,0 0,0 0,-1 0,1-1,0 1,0 0,0 0,-1 0,1 0,0 0,0-1,0 1,-1 0,1 0,0 0,0 0,-1 0,1 0,0 0,0 0,-1 0,1 0,0 0,-1 0,1 0,0 0,0 0,-1 0,1 0,0 0,0 0,0 1,-1-1,1 0,0 0,0 0,-1 0,1 0,0 1,0-1,0 0,0 0,-1 0,1 1,0-1,0 0,0 0,0 1,0-1,0 0,0 0,-1 1,1-1,0 0,0 0,0 1,-5-25,3-18,3 0,1 1,2-1,2 1,2 0,2 0,1 1,2 0,5-7,-13 28,0 0,2 0,0 0,1 1,1 0,1 0,1 1,0 0,1 1,0 1,2 0,0 0,13-10,-21 22,-1 0,1 0,0 1,-1 0,1 0,0 0,0 1,0 0,1 0,-1 1,0 0,0 0,0 0,0 1,0-1,1 1,-1 1,0-1,-1 1,1 0,0 1,-1 0,1-1,-1 2,0-1,0 0,0 1,0 0,0 0,-1 1,0-1,0 1,0 0,-1 0,0 0,1 1,-2-1,1 1,-1-1,2 5,-1 0,-1-1,0 0,0 0,-1 1,0-1,0 1,-1 0,-1-1,1 1,-2-1,1 0,-1 1,-1-1,0 0,0 0,0 0,-1 0,-1-1,1 0,-2 1,1-2,-1 1,0-1,-2 2,-7 7,0 0,-1-2,-1 0,-1-1,1-1,-2 0,0-1,0-1,-1-1,-4 0,9-1,35-9,5-1,10-3,1 1,-1 2,1 1,-1 2,1 2,-1 1,0 1,4 3,-35-7,1 0,0 0,-1 0,1 1,-1 0,0 0,1 0,-1 0,0 1,0 0,0-1,-1 1,1 1,-1-1,0 0,1 1,-2 0,1 0,0 0,-1 0,0 0,0 0,0 1,0-1,-1 1,1-1,-1 1,0 0,-1-1,1 1,-1 0,0 3,-5 2,-1 0,0 0,0-1,-1 1,0-2,-1 1,0-1,0 0,-1-1,0 0,0 0,0-1,-1 0,0 0,0-1,-1-1,0 0,-5 1,-18 8,0-2,0-1,-1-2,0-2,0-1,-1-1,-18-2,-7-2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11:46.2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 85,'3'106,"-3"-105,0 0,0 1,0-1,1 0,-1 0,0 0,0 0,1-1,-1 1,1 0,-1 0,1 0,-1 0,1 0,-1 0,1 0,0-1,-1 1,1 0,0-1,0 1,0 0,-1-1,1 1,0-1,0 1,0-1,0 0,0 1,0-1,0 0,0 0,0 0,0 1,0-1,0 0,0 0,0-1,0 1,0 0,0 0,0 0,0-1,0 1,0 0,0-1,0 1,0-1,0 1,0-1,34-40,-33 36,0 0,0 0,0 0,-1 0,0-1,0 1,0 0,-1 0,0-1,0 1,0 0,0-1,-1 1,0 0,0 0,0 0,-1-1,0 1,0 1,0-1,-1 0,1 0,-1 1,0 0,-1-1,1 1,-1 0,1 1,-1-1,0 1,-1-1,1 1,-1 0,1 1,-1-1,0 1,-1-1,4 3,1 0,0 0,-1 0,1 0,0 0,-1 0,1 0,-1 0,1 1,0-1,-1 0,1 1,0-1,0 1,-1 0,1-1,0 1,0 0,0 0,0 0,0-1,0 1,0 0,0 0,0 1,0-1,1 0,-1 0,0 0,1 0,-1 1,1-1,-1 0,1 1,0-1,-1 0,1 1,0-1,0 0,0 1,0-1,0 1,0-1,0 0,1 1,-1-1,0 0,1 1,-1-1,1 0,0 0,-1 1,1-1,0 0,0 0,0 0,-1 0,1 0,1 0,12 24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11:46.9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142 11,'-5'1,"-1"0,1 1,0-1,0 1,0 0,0 1,0-1,0 1,1 0,-1 0,1 1,0-1,0 1,0 0,0 0,1 0,0 1,0-1,-1 2,4-5,0 0,-1-1,1 1,0 0,0-1,0 1,1-1,-1 1,0 0,0-1,0 1,0-1,1 1,-1-1,0 1,0 0,1-1,-1 1,0-1,1 1,-1-1,1 0,-1 1,0-1,1 1,-1-1,1 0,-1 1,1-1,0 0,-1 1,1-1,-1 0,1 0,-1 0,1 0,0 0,-1 1,1-1,0 0,-1 0,1 0,-1 0,1-1,0 1,-1 0,1 0,-1 0,1 0,-1-1,1 1,0 0,31-11,-30 10,-1 1,1-1,-1 0,1 0,-1 1,0-1,1 0,-1 0,0 0,1 0,-1-1,0 1,0 0,0-1,0 1,0 0,-1-1,1 1,0-1,-1 1,1-1,-1 1,1-1,-1 0,0 1,0-1,1 1,-1-1,0 0,-1 1,1-1,0 0,0 1,-1-1,1 1,-1-1,1 0,-1 1,0 0,1-1,-1 1,0-1,0 1,0 0,0-1,0 1,-1 0,1 0,0 0,0 0,-1 0,1 0,-1 0,1 1,-1-1,1 0,-1 1,1-1,-1 1,0 0,-2-1,0 0,0 0,-1 1,1-1,0 1,-1 0,1 1,0-1,-1 1,1 0,0 0,0 0,0 0,0 1,0 0,0 0,0 0,0 0,1 0,-1 1,1 0,0-1,0 1,-1 1,3-3,1 0,0 0,0-1,-1 1,1 0,0 0,0 0,0-1,0 1,0 0,0 0,0-1,0 1,0 0,0 0,0 0,0-1,1 1,-1 0,0 0,1-1,-1 1,0 0,1-1,-1 1,1 0,-1-1,1 1,-1-1,1 1,0-1,-1 1,1-1,0 1,-1-1,1 1,15 8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11:47.4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198 215,'-30'127,"-6"-1,-5-2,-41 84,74-192,18-44,38-106,-6-2,3-38,30-146,-67 297,-7 23,-1 0,1 0,0 0,-1 0,1 0,-1 0,1 0,-1 0,1 0,0 0,-1 0,1 0,-1 1,1-1,-1 0,1 0,-1 1,1-1,-1 0,1 1,-1-1,1 0,-1 1,1-1,-1 1,0-1,1 0,-1 1,0-1,1 1,-1-1,0 1,0-1,1 1,-1 0,0-1,0 1,0-1,0 1,0-1,0 1,0 0,0-1,0 1,0-1,0 1,0 0,0-1,0 0,51 241,93 367,-141-592</inkml:trace>
  <inkml:trace contextRef="#ctx0" brushRef="#br0" timeOffset="279.112">78 509,'-7'-2,"9"-1,18-2,21 0,22-2,19-2,11-1,3-2,-5 2,-18 2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07:11.19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 1,'-2'16,"-1"10,0 7,1 2,0 3,1-1,1 0,-1-2,1 0,-2-1,-1 0,-2-1,0-6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07:20.1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1,'9'18,"3"6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07:25.2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7 190,'32'-1,"1"-1,-1-1,0-2,0-1,-1-2,1-1,12-6,22-28,-64 42,-1-1,0 1,0 0,1-1,-1 0,0 1,-1-1,1 1,0-1,0 0,-1 0,1 1,-1-1,1 0,-1 0,0 0,0 0,0 0,0 0,0 1,0-1,0 0,0 0,-1 0,1 0,-1 1,0-1,1 0,-1 0,0 1,0-1,0 1,0-1,0 1,-1-1,1 1,0-1,-1 1,1 0,-1 0,-5-4,0 1,-1 1,0-1,0 1,0 0,0 1,0 0,0 0,-1 1,1 0,-1 0,1 1,0 0,-1 1,-5 1,2-1,0 1,1 0,-1 1,1 1,0 0,0 0,0 1,0 0,1 1,0 0,0 1,-3 2,9-5,-1-1,1 1,-1 1,1-1,0 0,1 1,-1 0,1 0,0 0,0 0,1 0,-1 1,1-1,0 1,1 0,-1-1,1 1,0 0,1 0,-1 0,1 0,0 0,1 0,0-1,0 4,2-1,-1 0,2 0,-1 0,1-1,0 1,1-1,-1 0,2 0,-1-1,1 1,0-1,0-1,0 1,1-1,0 0,0 0,8 3,4 2,2 0,-1-2,1 0,0-2,1 0,6 0,13 1,0-2,1-1,-1-3,0-1,37-5,2-6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07:22.1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26 380,'-2'16,"-2"10,1 2,1 0,0-4,1-5</inkml:trace>
  <inkml:trace contextRef="#ctx0" brushRef="#br0" timeOffset="253.008">12 19,'-5'-4,"-1"0,5 6,9 7,9 6,0 1</inkml:trace>
  <inkml:trace contextRef="#ctx0" brushRef="#br0" timeOffset="522.126">293 447,'12'-8,"0"-1,-1 0,0 0,0-1,-1-1,0 0,-1 0,-1-1,1 0,-2 0,0-1,2-5,-8 17,-1-1,1 1,-1-1,1 0,-1 1,0-1,0 1,0-1,0 0,0 1,0-1,0 1,0-1,-1 0,1 1,-1-1,1 1,-1-1,1 1,-1-1,0 1,0-1,0 1,0 0,0 0,0-1,0 1,0 0,0 0,-1 0,1 0,0 0,-1 0,1 1,-1-1,1 0,-1 1,1-1,-2 1,-1-2,-1 1,0 0,1 1,-1-1,0 1,1 0,-1 1,0-1,1 1,-1-1,0 1,1 1,-3 0,1 0,1 1,-1 1,0-1,1 1,0 0,0 0,0 0,0 1,1 0,-1 0,1 0,0 0,1 1,-1 1,2-4,0 0,1 0,0-1,-1 1,1 1,0-1,0 0,1 0,-1 0,1 0,0 1,-1-1,1 0,1 0,-1 0,0 1,1-1,0 0,0 0,0 0,0 0,0 0,0 0,1 0,-1 0,1 0,0-1,0 1,2 1,8 3,0 0,0 0,1-1,0-1,0 0,1-1,-1 0,1-1,0-1,0 0,0-1,0 0,0-1,0-1,9-1,30 0</inkml:trace>
  <inkml:trace contextRef="#ctx0" brushRef="#br0" timeOffset="1072.759">868 206,'-6'-1,"1"1,-1 0,1 0,-1 0,0 0,1 1,-1 0,1 0,0 1,-1-1,1 1,0 0,0 1,0-1,0 1,0 0,1 0,-1 0,1 1,0 0,0 0,0 0,1 0,-1 0,1 1,0 0,0-1,1 1,-1 0,1 0,0 1,0-1,1 0,0 1,0-1,0 1,0 1,5 2,-1 0,1 0,1 0,0-1,0 0,0 0,1 0,0-1,1 0,-1 0,1-1,1 1,-1-1,1-1,0 0,1 0,-1 0,1-1,0-1,2 2,-1 0,64 40,-73-45,-1 1,0-1,1 1,-1-1,0 1,0-1,1 1,-1-1,0 1,0-1,0 1,0 0,0-1,0 1,0-1,0 1,0 0,0-1,0 1,0-1,0 1,0 0,-1-1,1 1,0-1,0 1,-1-1,1 1,0-1,-1 1,1-1,0 1,-1-1,1 0,-1 1,1-1,-1 0,1 1,-1-1,1 0,-1 1,1-1,-1 0,1 0,-1 0,0 1,1-1,-1 0,1 0,-1 0,0 0,-35 9,34-9,-4 1,-4 2,-1-1,0-1,0 0,-1 0,1-1,0 0,0-1,-3-1,14 1,-1 0,1 0,-1 0,1 0,-1 0,1 0,0 0,-1 0,1 0,0 0,0 0,0 0,0-1,0 1,0 0,0 0,0 0,0 0,0 0,1 0,-1 0,0 0,1 0,-1 0,1 0,-1 0,1 0,0 0,-1 0,1 0,0 0,0 0,0 1,-1-1,1 0,0 1,0-1,0 1,0-1,0 1,0-1,0 1,0-1,1 1,47-38,1 3,53-27,-26 16,-3 3,-73 43,0-1,0 1,-1-1,1 1,0 0,0-1,-1 1,1 0,0 0,0 0,0-1,0 1,-1 0,1 0,0 0,0 0,0 1,0-1,-1 0,1 0,0 0,0 1,0-1,-1 0,1 1,0-1,0 1,-1-1,1 1,0-1,-1 1,1-1,-1 1,1-1,-1 1,1 0,-1 0,1-1,-1 1,0 0,1 0,-1-1,0 1,1 0,0 40,-1-34,-1 11,0-1,2 1,0-1,1 0,1 1,1-1,2 7,-4-18,0 0,0-1,0 1,1-1,0 0,0 0,0 0,1 0,-1 0,1-1,0 1,1-1,-1 0,1 0,-1-1,1 0,0 1,1-1,-1-1,0 1,1-1,0 0,3 0,21 1,-2-6</inkml:trace>
  <inkml:trace contextRef="#ctx0" brushRef="#br0" timeOffset="1326.688">1430 6,'-14'-2,"-7"-1,1 5,5 6,11 9,12 6,4-1</inkml:trace>
  <inkml:trace contextRef="#ctx0" brushRef="#br0" timeOffset="2250.326">1630 581,'0'-389,"-1"387,1 1,0-1,0 1,0-1,0 1,0-1,1 1,-1-1,0 1,1-1,-1 1,1 0,-1-1,1 1,0 0,-1-1,1 1,0 0,0 0,0-1,0 1,0 0,0 0,0 0,1 0,-1 1,0-1,0 0,1 0,-1 1,1-1,-1 1,0-1,1 1,-1 0,1-1,-1 1,1 0,-1 0,1 0,19-2,0 1,1 1,-1 1,0 1,0 0,0 2,0 0,0 2,-1 0,4 3,-18-7,-1 1,1-1,0 2,-1-1,1 1,-1-1,0 1,0 1,-1-1,1 1,-1 0,0 0,0 0,-1 0,1 1,-1-1,-1 1,1 0,-1 0,0 0,0 0,0 1,-1-1,0 0,-1 1,1-1,-1 0,0 1,-1-1,1 1,-1-1,-1 2,-28 100,30-106,0-1,0 1,0 0,0 0,0 0,1-1,-1 1,1 0,-1 0,1-1,0 1,-1 0,1-1,0 1,0-1,0 1,1-1,-1 1,0-1,0 0,1 0,-1 0,1 0,-1 0,1 0,-1 0,1 0,0 0,-1-1,1 1,1 0,58 8,-49-8,0 0,1-2,-1 1,0-1,0-1,0 0,0-1,0-1,-1 1,1-2,-1 0,0 0,0-1,-1 0,0-1,0 0,0 0,-1-1,0-1,0 1,-1-1,-1-1,1 0,5-9,-9 11,0 1,0-1,0 0,-1 0,-1-1,1 1,-1 0,0-1,-1 1,0-1,-1 0,1 1,-2-4,1 11,0 0,0 1,0-1,0 0,-1 0,1 1,0-1,-1 0,1 1,0-1,-1 1,1-1,-1 0,1 1,-1-1,1 1,-1-1,1 1,-1-1,1 1,-1 0,0-1,1 1,-1 0,0-1,1 1,-1 0,0 0,1 0,-1 0,0 0,0-1,1 1,-1 0,0 0,1 1,-1-1,0 0,0 0,1 0,-1 0,0 1,1-1,-1 0,0 1,1-1,-1 0,1 1,-1 0,-28 24,25-21,1 0,-1 1,1 0,1 0,-1 0,0 0,1 0,0 0,0 1,1-1,0 1,0-1,0 1,0 0,1-1,0 1,0 0,1-1,-1 1,1 0,1-1,-1 1,1-1,0 0,0 1,0-1,1 0,-1 0,1 0,1-1,-1 1,4 3,10 3,0-1,0 0,1-2,0 0,0-1,1-1,0-1,0 0,0-1,0-2,1 0,0 0,-1-2,4-1,18 2,0-2,1-1,-1-2,0-3,-1 0,1-3,-2-2,1-1,11-7,10-15,-59 34,0 0,0-1,0 1,0-1,0 0,-1 1,1-1,0 0,-1 0,1 0,-1-1,0 1,0 0,0 0,0-1,0 1,0 0,-1-1,1 1,-1-1,1 1,-1-1,0 1,0-3,-4 0,1 1,-1 0,0-1,0 2,0-1,0 0,-1 1,1 0,-1 0,0 0,0 0,0 1,0 0,0 0,-1 1,1-1,-1 1,1 0,-1 0,1 1,-5 0,9 0,-111-11,106 11,1 0,-1 0,0 1,1 0,-1 0,0 1,1-1,-1 1,1 0,0 1,0-1,0 1,0 0,0 0,0 1,1-1,-1 1,0 1,3-2,0 0,0 0,0 0,0 0,1 0,-1 0,1 1,0-1,0 0,0 1,1-1,-1 0,1 1,0-1,-1 1,2-1,-1 1,0-1,1 1,-1-1,1 1,0-1,0 0,1 0,-1 1,1-1,-1 0,1 0,0 0,2 2,1 2,0-1,1 0,-1-1,1 1,0-1,1 0,-1 0,1-1,0 0,0 0,0 0,1-1,0 0,-1-2,1 0,-1 0,1-1,-1 0,1-1,-1 1,1-1,-1-1,0 1,1-1,-1 0,0-1,0 0,0 0,-1-1,1 1,-1-1,0-1,0 1,0-1,0 0,-1-1,0 1,0-1,-1 0,1 0,-1 0,-1-1,1 0,-1 1,0-1,0-2,0-13,-9 37,9-9,0-1,0 0,0 0,1 0,0 0,0-1,0 1,0-1,1 0,0 0,-1-1,2 1,-1-1,0 0,0 0,1-1,0 0,-1 0,1 0,0-1,0 0,0 0,5 0,161 24,-81-21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07:20.7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1 443,'0'21,"2"17,3 17,4 12,1 8,0 8,-2 3,-2-2,-3-8,-1-12,-1-18</inkml:trace>
  <inkml:trace contextRef="#ctx0" brushRef="#br0" timeOffset="533.81">1 482,'8'-1,"0"1,-1-1,1 1,0 1,0-1,0 1,-1 1,1 0,0 0,-1 0,1 1,-1 0,0 0,0 1,0 0,-1 0,1 0,-1 1,0 0,0 0,0 1,-1 0,0 0,0 0,3 6,-6-10,-1 0,1-1,-1 1,1 0,-1 0,0 0,0 0,0 0,0 0,0 0,0 0,-1 0,1 1,-1-1,1 0,-1 0,0 1,0-1,0 0,0 1,0-1,-1 0,1 0,-1 1,1-1,-1 0,0 0,0 0,0 0,0 0,0 0,0 0,-1 0,1 0,-1-1,1 1,-2 0,-2 2,0-1,0 0,-1 0,1-1,-1 1,0-1,0-1,1 1,-1-1,0 0,0 0,-1-1,1 0,0 0,-4 0,9 0,0 0,1 0,-1 0,0-1,0 1,0 0,0 0,1 0,-1-1,0 1,0 0,1-1,-1 1,0-1,0 1,1-1,-1 1,0-1,1 1,-1-1,1 0,-1 1,1-1,-1 0,1 1,0-1,-1 0,1 0,0 0,-1 1,1-1,0 0,0 0,0 0,0 0,0 1,0-1,0 0,0 0,0 0,0 0,0 1,0-1,1 0,-1 0,0 0,24-35,36-24,58-74,-105 115,-2-2,-1 1,-1-1,0-1,-2 0,0 0,-1 0,-2-1,0 0,-2 0,0 0,-1 0,-2 0,-1-8,2 29,0-2,0 0,0 0,0 0,-1 0,0 0,1 0,-1 0,-1 0,1 1,0-1,-1 0,0 1,0-1,0 1,0-1,-1 1,1 0,-3-1,3 4,0 1,-1-1,1 1,0 0,-1 0,1 0,0 0,0 0,0 0,0 1,0-1,0 1,0-1,0 1,1 0,-1-1,0 1,1 0,0 0,-1 1,1-1,0 0,0 0,0 0,1 1,-1-1,0 1,1 1,-8 22,1 0,2 0,0 1,2 0,1-1,1 1,2 0,0 0,2 0,1 0,1-1,1 0,2 2,-3-6,0-1,2 0,1 0,0 0,2-1,0-1,1 0,1 0,1-1,0 0,2-1,14 14,-10-19</inkml:trace>
  <inkml:trace contextRef="#ctx0" brushRef="#br0" timeOffset="787.131">121 282,'18'-2,"20"-1,19 0,16 1,9 0,0 6,-7 6,-17 2</inkml:trace>
  <inkml:trace contextRef="#ctx0" brushRef="#br0" timeOffset="1086.993">643 536,'9'3,"0"0,1 1,-1 0,-1 1,1 0,-1 0,0 1,0 0,0 0,-1 1,0 0,0 0,-1 1,0 0,0 0,-1 0,0 1,0 0,-1 0,0 0,-1 0,0 1,-1-1,1 1,-2 0,1 3,-4 13,2-26,0-1,0 1,0 0,-1 0,1-1,0 1,0 0,0-1,0 1,0 0,0 0,0-1,-1 1,1 0,0 0,0-1,0 1,-1 0,1 0,0 0,0-1,-1 1,1 0,0 0,0 0,-1 0,1 0,0 0,-1-1,1 1,0 0,0 0,-1 0,1 0,0 0,-1 0,1 0,0 0,-1 0,1 0,0 1,0-1,-1 0,1 0,0 0,-1 0,1 0,0 0,0 1,-1-1,1 0,0 0,0 0,0 1,-1-1,1 0,0 0,0 1,0-1,0 0,-8-20,1-1,1 1,1-1,0-1,2 1,1-1,0-15,1 33,0-1,1 1,-1-1,1 1,0 0,0-1,0 1,1-1,0 1,0-1,0 1,0 0,0 0,1 0,0-1,0 2,0-1,0 0,1 0,0 1,0-1,-1 1,2 0,-1 0,0 0,1 0,-1 0,2 1,11-2,0 1,0 1,0 0,0 1,1 1,-1 0,4 2,17-1,27 1,-2-1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07:18.4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 52,'0'16,"0"14,0 16,0 13,2 11,1 9,2 5,1 0,1-4,-1-8,-1-10,1-13,-1-12,-1-13</inkml:trace>
  <inkml:trace contextRef="#ctx0" brushRef="#br0" timeOffset="262.989">11 279,'-9'-207,"8"205,1 0,0-1,0 1,-1-1,1 1,1-1,-1 1,0-1,1 1,-1-1,1 1,0 0,-1-1,1 1,0 0,1-1,-1 1,0 0,1 0,-1 0,1 0,-1 0,1 1,0-1,0 0,0 1,0-1,0 1,0 0,0 0,1 0,-1 0,0 0,1 0,-1 0,1 1,-1 0,1-1,0 1,9 3,-1 1,1 0,-1 0,1 2,-1-1,-1 1,1 1,-1 0,0 0,-1 1,0 0,0 1,0 0,-1 1,32 60,-39-68,0 1,-1-1,1 1,-1-1,0 1,0-1,0 1,0-1,0 0,-1 1,1-1,-1 1,1-1,-1 1,0-1,0 0,0 0,0 1,0-1,-1 0,1 0,-1 0,1 0,-1-1,0 1,1 0,-1-1,0 1,0-1,-2 2,-6 2,0-1,0 0,0 0,0-1,0 0,-1-1,0 0,1 0,-3-1,-7 0</inkml:trace>
  <inkml:trace contextRef="#ctx0" brushRef="#br0" timeOffset="875.604">425 359,'61'-294,"-53"230,27 81,140 49,-170-65,-1 1,1 0,0 0,-1 0,1 1,-1 0,0 0,0 0,0 0,0 1,-1-1,1 1,-1 0,0 0,0 0,0 0,-1 1,0-1,1 1,-2 0,1-1,0 1,-1 0,0 0,0 0,0 0,-1 2,-8 106,8-111,0 1,0-1,0 0,0 1,1-1,-1 0,1 1,0-1,0 0,0 0,0 0,0 0,0 0,0 0,1 0,-1 0,1 0,-1 0,1-1,0 1,-1-1,1 1,0-1,0 0,0 0,1 0,-1 0,0 0,0 0,0 0,1-1,1 1,79 1,-67-4,0-1,-1-1,1 0,-1-1,0-1,0 0,0-1,-1-1,2-1,-11 6,1-1,-1 1,1-1,-1-1,0 1,-1-1,1 0,-1 0,0 0,0 0,-1-1,1 0,-1 1,0-1,-1-1,0 1,0 0,0 0,0-1,-1 1,0-1,-1 0,1-1,-1 6,0 0,0 0,0 1,0-1,-1 0,1 1,0-1,-1 0,1 1,-1-1,0 0,1 1,-1-1,0 1,0 0,0-1,0 1,0-1,0 1,-1 0,1 0,0 0,-1 0,1 0,-1 0,1 0,-1 0,1 1,-1-1,1 0,-1 1,0-1,1 1,-1 0,0 0,1-1,-1 1,0 0,0 0,1 1,-1-1,0 0,1 1,-1-1,0 1,1-1,-1 1,1 0,-1-1,1 1,-1 0,1 0,-1 0,1 0,0 1,-1 0,-2 2,2 0,-1 1,1-1,-1 0,1 1,0 0,1-1,-1 1,1 0,0 0,0 0,0 0,1 0,0 0,0 0,0 0,1 0,-1 0,1 0,0 0,1-1,-1 1,1 0,0 0,0-1,0 1,1-1,0 0,0 0,0 0,0 0,0 0,1-1,0 0,0 1,0-1,0 0,0-1,0 1,1-1,78 22,-43-19</inkml:trace>
  <inkml:trace contextRef="#ctx0" brushRef="#br0" timeOffset="1427.977">1642 25,'-6'-1,"0"0,0 0,0 0,1 1,-1 0,0 1,0-1,0 1,0 0,0 1,0-1,1 1,-1 0,1 1,-1-1,1 1,0 0,0 0,0 1,0-1,1 1,-1 0,1 1,0-1,0 1,1 0,0 0,-1 1,2-3,1 1,1-1,-1 0,0 1,1-1,0 0,0 1,0-1,0 1,0-1,1 1,-1-1,1 0,0 1,0-1,0 0,1 0,-1 0,1 0,0 0,0 0,0 0,0 0,0-1,0 1,3 1,74 53,-78-56,135 71,-134-71,-1-1,1 0,-1 0,1 1,-1-1,1 1,-1-1,1 1,-1 0,0 0,1-1,-1 1,0 0,0 0,0 0,0 0,0 1,0-1,0 0,0 0,0 1,0-1,-1 0,1 1,0-1,-1 0,0 1,1-1,-1 1,0-1,1 1,-1-1,0 1,0 0,0-1,0 1,-1-1,1 1,0-1,-1 1,1-1,-1 0,1 1,-1 0,-5 1,-1 1,1-1,-1 0,0 0,1-1,-1 0,0-1,0 1,0-1,-1 0,-5-1,12 0,1 1,-1-1,1 0,-1 0,0 0,1 0,-1 0,1 0,-1 0,0 0,1 0,-1 0,1 0,-1 0,1 0,-1 0,0 0,1-1,-1 1,1 0,-1 0,1-1,-1 1,1 0,-1-1,1 1,-1-1,1 1,0-1,-1 1,1-1,0 1,-1-1,1 1,0-1,-1 1,1-1,0 1,0-1,0 1,0-1,0 0,0 1,0-1,0 1,0-1,0 0,0 1,0-1,0 1,0-1,0 0,0 1,1-1,-1 1,0-1,0 1,1-1,-1 1,0-1,1 1,-1-1,1 1,-1-1,1 1,29-35,14-2,2 2,50-29,-12 9,56-37,-139 91,-1 1,1-1,0 1,0-1,0 1,0 0,0-1,0 1,0 0,0-1,0 1,0 0,0 0,0 0,0 0,0 0,0 0,0 0,0 1,0-1,0 0,-1 1,1-1,0 0,0 1,0-1,0 1,0-1,0 1,-1-1,1 1,0 0,0 0,-1-1,1 1,-1 0,1 0,-1 0,1-1,-1 1,1 0,-1 0,0 0,1 0,2 47,-3-43,-2 7,2 0,0 0,0 0,1 0,0 0,1 0,0 0,1 0,1-1,0 1,0-1,1 0,1 0,0 0,4 5,-6-10,1 0,0 0,0-1,0 1,1-1,0 0,0-1,0 0,0 0,1 0,-1 0,1-1,0 0,0-1,1 1,4 0,10-2</inkml:trace>
  <inkml:trace contextRef="#ctx0" brushRef="#br0" timeOffset="2022.649">2778 145,'-12'-10,"0"0,0 1,-1 0,0 1,-1 0,0 1,0 1,0 0,-1 1,0 1,-3-1,14 5,-1 0,1 0,-1 0,1 1,-1-1,1 1,0 0,-1 1,1-1,0 1,0-1,0 1,0 1,0-1,0 0,0 1,1 0,-1 0,1 0,0 0,0 1,0-1,1 1,-1 0,1-1,-1 1,1 0,1 0,-1 1,1-1,-1 0,1 1,0-1,1 1,-1-1,1 1,0-1,0 1,0-1,0 1,1-1,0 0,0 1,0-1,1 0,0 1,0-1,1-1,0 0,0 0,1 0,-1 0,0 0,1-1,0 1,0-1,0 0,0 0,0-1,0 1,0-1,0 0,1 0,-1 0,0-1,1 1,-1-1,1 0,-1 0,0-1,1 1,-1-1,0 0,1 0,-1-1,0 1,0-1,0 0,0 0,0 0,0 0,-1-1,1 0,0 0,1-1,0-1,0 1,-1-1,1 0,-1 0,0 0,0-1,-1 1,0-1,0 0,0 0,0 0,0-3,-3 9,-1 0,1 0,0 1,0-1,-1 0,1 0,0 0,0 0,-1 0,1 0,0 0,0 0,-1 0,1 0,0 0,-1 0,1 0,0 0,0 0,-1 0,1 0,0 0,0 0,-1 0,1 0,0 0,0 0,-1-1,1 1,0 0,0 0,0 0,-1 0,0 3,-1 0,1 0,0 1,0-1,0 1,0-1,1 1,0-1,-1 1,1 0,0-1,1 1,-1-1,1 1,-1-1,1 1,0-1,0 1,1-1,-1 0,1 0,0 1,-1-1,1 0,1-1,-1 1,0 0,1-1,-1 1,1-1,0 1,0-1,0 0,0-1,0 1,0 0,3 0,16 6,0-1,0-1,1-1,0-1,0-1,0-1,0-1,9-1,-22 1,82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07:17.2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188 62,'0'0,"1"0,-1 0,1 0,-1 0,0 0,1 0,-1 0,1 1,-1-1,1 0,-1 0,1 1,-1-1,0 0,1 0,-1 1,0-1,1 1,-1-1,0 0,1 1,-1-1,0 0,0 1,0-1,1 1,-1-1,0 1,0-1,0 1,0-1,0 1,0-1,0 1,0-1,0 1,0-1,0 1,0-1,0 0,0 1,0-1,0 1,-1-1,1 1,0-1,0 1,0-1,-1 0,1 1,-1-1,1 1,-30 291,27-98,2-190,1-1,1 1,-1-1,0 1,1-1,0 0,0 1,0-1,0 0,0 0,1 1,-1-1,1 0,0 0,0-1,0 1,0 0,0-1,1 1,-1-1,1 0,0 1,-1-2,1 1,0 0,0 0,1-1,-1 0,0 1,0-1,1 0,-1-1,0 1,1-1,-1 1,3-1,13-3,0 0,-1-1,1-1,-1-1,0-1,0 0,-1-2,0 0,-1 0,12-10,-10 7</inkml:trace>
  <inkml:trace contextRef="#ctx0" brushRef="#br0" timeOffset="248.374">1 382,'18'0,"13"-2,10-6,7-3,5-4,2-3,-1 0,-8 1,-9-1,-11 2</inkml:trace>
  <inkml:trace contextRef="#ctx0" brushRef="#br0" timeOffset="428.324">147 34,'9'-2,"13"-1,13 0,14-1,13-3,10 0,1 2,-3 3,-13 2</inkml:trace>
  <inkml:trace contextRef="#ctx0" brushRef="#br0" timeOffset="633.235">763 236,'9'20,"9"14,10 8,6 3,4 4,2-1,2 0,-2-5,-1-5,-5-6,-6-9,-6-9,-6-6</inkml:trace>
  <inkml:trace contextRef="#ctx0" brushRef="#br0" timeOffset="888.464">1016 289,'-13'16,"-12"14,-8 14,-6 10,0 7,1 8,8 1,9-3,8-13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0:09.91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95 259,'6'4,"0"0,1 0,0-1,-1 0,1-1,1 1,-1-1,0-1,0 1,1-1,-1 0,1-1,-1 0,1 0,-1-1,1 0,-1 0,0 0,1-1,4-2,4-1,-1 0,0 0,0-2,0 0,-1 0,0-1,-1-1,0-1,0 1,-1-2,0 0,-1 0,0-1,5-9,-14 19,0-1,0 0,0 1,-1-1,1 0,-1 0,0 0,1 0,-1-1,-1 1,1 0,0 0,-1-1,0 1,0 0,0 0,0-1,0 1,-1 0,1-1,-1 1,0 0,0 0,0 0,0 0,-1 0,1 0,-1 0,0 0,0 1,0-1,0 0,0 1,-1 0,1 0,-1-1,1 2,-1-1,0 0,0 0,-10-3,1 1,-1 0,0 1,0 0,0 1,0 0,0 1,-1 1,1 0,0 1,-1 0,1 1,0 1,0 0,1 0,-1 1,0 1,1 0,0 1,1 0,-1 1,1 1,0-1,1 2,0-1,0 1,-8 10,9-8,1 0,-1 0,2 1,0 0,0 0,1 1,0 0,1 0,1 0,0 0,1 1,0 0,1 0,1 0,0 0,1 0,1 11,1-4,1-1,0 0,2 0,0 0,1-1,1 0,1 0,1 0,0-1,2 0,11 15,-16-25,0 0,1 0,0 0,1-1,-1 0,1-1,1 1,-1-2,1 1,0-1,0 0,1-1,-1 0,1-1,0 0,0 0,0-1,0 0,1-1,-1 0,0-1,1 0,-1-1,0 0,0 0,1-1,8-3,37-13,-5-3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0:10.2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1,'18'6,"18"4,16-2,13-1,6-2,-1-2,-11-1,-15-1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0:10.4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16,'18'0,"20"0,24 0,24-3,17 0,13-2,-14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0:11.1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0,'29'346,"-14"139,-13-335,19 2720,-13-2596,-2-227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0:28.8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230 236,'-132'312,"43"-123,80-186,10-23,8-30,3 1,1 1,10-21,-7 22,121-374,-121 386,-3 48,48 207,34 131,-57-168,-33-164</inkml:trace>
  <inkml:trace contextRef="#ctx0" brushRef="#br0" timeOffset="254.642">2 517,'16'-2,"16"-1,17-2,14-1,7 2,-2 0,-11 2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0:43.1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418 210,'-11'-97,"8"90,0 0,-1 0,0 1,0-1,0 1,-1 0,0 0,0 0,-1 1,1-1,-1 2,0-1,-1 0,1 1,-1 0,0 1,0 0,0 0,0 0,0 1,-1 0,1 0,-1 1,0 0,1 0,-1 1,0 0,1 0,-1 1,0 0,1 0,-1 1,1 0,-1 0,1 0,0 1,0 1,0-1,0 1,1 0,-4 3,-3 6,1 1,0 0,1 1,0 0,1 0,1 1,0 1,1 0,1 0,1 0,0 1,2 0,0 0,0 0,2 0,0 1,1 14,0-20,0-1,0 1,1 0,1 0,0-1,1 1,0-1,1 1,0-1,1 0,0 0,1 0,1 0,0-1,0 0,1 0,0-1,1 0,0 0,1-1,0 0,0 0,1-1,0 0,1-1,-1 0,1-1,1 0,-1 0,2-1,2-1,-1 0,1-1,0-1,0 0,0-1,0 0,1-1,-1-1,0-1,0 0,0-1,-1 0,1-1,-1-1,1 0,-1-1,-1-1,1 0,-1-1,-1 0,1-1,10-10,-8 2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0:52.43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 12,'-5'0,"1"0,9 0,11 0,17 0,19 0,17 0,10-2,5-1,-3 0,-10 1,-15 0,-22 4,-18 0,-15 1,-8-1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0:49.6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14 250,'0'2,"0"3,-2 1,-1 2,0 1,1-3,1-4,0-6,0 1,1 1</inkml:trace>
  <inkml:trace contextRef="#ctx0" brushRef="#br0" timeOffset="2250.265">295 116,'-17'41,"2"1,2 0,1 1,3 1,1 0,2 0,3 0,1 1,2-1,4 29,-2-286,-3 160,-1 22,2-1,1 1,1-1,1 1,2 0,2 0,7-21,-12 46,0 1,1 0,0 0,0 0,0 1,0-1,1 1,0-1,0 1,0 0,0 1,1-1,0 1,-1 0,1 0,0 0,0 1,1 0,-1 0,1 0,-1 0,1 1,-1 0,1 0,0 1,-1 0,1-1,0 2,-1-1,1 1,0 0,-1 0,4 1,-3 0,0 0,0 1,-1-1,1 1,-1 0,0 0,0 1,0 0,0 0,0 0,-1 0,0 1,0-1,0 1,0 0,-1 1,0-1,0 0,0 1,-1 0,0-1,0 1,0 0,-1 0,0 0,0 1,0-1,-1 0,0 0,0 0,0 0,-1 1,0-1,-1 0,1 0,-1 0,0-1,0 1,-1 0,0-1,0 1,0-1,-3 3,-2 2,0 1,-1-2,0 1,-1-1,0-1,0 0,-1 0,0-1,-1 0,1-1,-8 2,83-11,-51 1,0 0,-1 2,1-1,0 2,0 0,-1 0,1 1,0 1,-1 0,0 0,0 2,0-1,0 2,-1-1,0 1,0 1,0 0,-1 1,0 0,0 0,-1 1,0 1,-1-1,0 1,-1 1,1-1,3 9,-10-13,0-1,1 1,-2-1,1 1,-1-1,1 1,-1-1,-1 1,1 0,-1-1,0 1,-1-1,1 0,-1 1,0-1,0 0,-1 0,1 0,-1 0,0 0,0-1,-1 0,0 1,1-1,-2 0,1-1,0 1,-1-1,1 0,-1 0,0 0,0 0,0-1,0 0,0 0,-1-1,-2 1,-25 10,1-2,-1-2,-1-1,1-1,-1-2,0-2,-7-1,39-6,2 5,8-7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0:59.7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0,'13'508,"-13"-484,5 373,19 4,11-94,13 156,-46-302,-12 92,-1 47,11-279,0 1,2 0,0-1,2 0,0 1,1-1,2-1,0 1,7 13,-14-34,0 0,0 0,0-1,0 1,1 0,-1 0,0 0,0-1,0 1,0 0,1 0,-1 0,0 0,0-1,0 1,1 0,-1 0,0 0,0 0,0 0,1 0,-1 0,0 0,0 0,1 0,-1-1,0 1,0 0,1 0,-1 1,0-1,0 0,1 0,-1 0,0 0,0 0,1 0,-1 0,0 0,0 0,0 0,1 1,-1-1,0 0,0 0,0 0,1 0,-1 1,0-1,0 0,0 0,0 0,0 1,0-1,1 0,-1 0,0 1,0-1,0 0,0 0,0 1,0-1,0 0,0 0,0 1,0-1,0 0,4-8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1:00.4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0,'12'0,"10"0,10 0,10 0,4 0,0 0,-4 3,-10 4,-10 2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1:00.7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50,'20'0,"21"-3,19-2,16-3,10-2,4-3,-13 3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1:01.0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201 289,'-17'69,"-2"-1,-3-1,-4-1,-2-1,-23 37,14-42,37-80,115-294,6-114,-113 405,0 23,11 62,114 599,-126-610,-8-38</inkml:trace>
  <inkml:trace contextRef="#ctx0" brushRef="#br0" timeOffset="254.283">14 491,'13'0,"22"0,19 0,17-3,10-2,-8-1</inkml:trace>
  <inkml:trace contextRef="#ctx0" brushRef="#br0" timeOffset="512.715">816 437,'23'0,"21"-2,16-3,10-1,4 1,-5 1,-11 1,-15 2</inkml:trace>
  <inkml:trace contextRef="#ctx0" brushRef="#br0" timeOffset="770.954">949 196,'-13'21,"-5"20,1 14,3 12,6 3,7 2,6-5,4-7,1-14</inkml:trace>
  <inkml:trace contextRef="#ctx0" brushRef="#br0" timeOffset="2052.458">576 504,'-1'-3,"2"0,-1 0,0 0,0 1,1-1,0 0,-1 1,1-1,0 0,0 1,1-1,-1 1,0-1,1 1,0 0,-1-1,1 1,0 0,0 0,0 1,1-1,-1 0,0 1,1-1,-1 1,1 0,-1-1,1 1,-1 0,1 1,0-1,0 0,-1 1,1 0,0-1,0 1,1 1,281-1,-182-2,-94-1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1:05.5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18,'16'0,"18"0,21 0,15-2,11-1,-1-2,-6 0,-27 3,-22 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1:04.7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360 88,'5'18,"-12"-29,1 5,0 0,0 0,-1 1,0 0,0 0,0 1,-1-1,1 2,-1-1,0 1,0 0,-1 1,1 0,0 0,-1 1,1 0,-1 0,0 1,1 0,-1 0,1 1,-1 1,1-1,-1 1,1 1,0-1,0 1,0 1,0 0,1 0,-1 0,1 1,-2 2,1 0,0 1,0 0,1 1,0 0,0 0,1 0,0 1,1 0,0 0,0 1,1-1,1 1,0 0,0 0,1 0,0 1,1-1,1 0,-1 0,2 1,0-1,0 0,1 1,0-1,1 0,0-1,1 1,0 0,1-1,0 0,1 0,0 0,0-1,1 0,0 0,9 2,0-1,1 0,0-1,1-1,0 0,0-2,0 0,1-1,0-1,0-1,0 0,0-2,1 0,-1-1,0-1,2-1,0 1,0 0,0-2,0-1,-1-1,0 0,1-2,-2 0,1-1,-1-1,-1-1,1 0,-2-2,0 0,1-1,18-20</inkml:trace>
  <inkml:trace contextRef="#ctx0" brushRef="#br0" timeOffset="629.737">788 182,'-14'-40,"-3"59,10 8,2-1,0 1,1 1,2-1,1 0,2 15,-2-11,4 122,-3-153,0 0,0 0,0 0,1 0,-1 0,0 0,0 0,0 0,1 0,-1 0,0 0,0 0,0 0,0 0,1 0,-1 0,0 1,0-1,0 0,0 0,1 0,-1 0,0 0,0 0,0 1,0-1,0 0,1 0,-1 0,0 0,0 0,0 1,0-1,0 0,0 0,0 0,0 1,0-1,3-20,5-107,-2 26,4 0,12-43,-22 142,-1-1,1 1,0 0,1-1,-1 1,0 0,1 0,-1-1,1 1,0 0,-1 0,1 0,0 0,0 0,1 0,-1 0,0 0,1 0,-1 1,1-1,0 0,-1 1,1-1,0 1,0 0,0 0,0 0,0 0,0 0,0 0,0 0,0 0,1 1,-1-1,0 1,0 0,1 0,-1 0,0 0,1 0,-1 0,7 3,0 0,0 1,-1 0,0 0,0 0,0 1,0 1,-1-1,1 1,-2 1,1-1,-1 1,0 0,0 0,-1 1,1 0,-2 0,1 0,-1 1,-1-1,0 1,1 2,-3-4,-1-1,1 0,-1 0,-1 1,1-1,-1 0,0 0,0 0,-1 0,0 0,0 0,0 0,-1 0,0-1,0 1,0-1,-1 0,0 0,-3 4,-93 75,82-72,18-12,1 1,-1 0,0-1,0 1,1-1,-1 1,0-1,1 1,-1 0,1-1,-1 1,1-1,-1 0,1 1,-1-1,1 1,-1-1,1 0,-1 1,1-1,0 0,-1 0,1 1,0-1,-1 0,1 0,-1 0,1 0,0 0,-1 0,1 0,0 0,-1 0,1 0,0 0,-1-1,1 1,0 0,-1 0,1-1,-1 1,1 0,0-1,-1 1,1 0,-1-1,1 1,-1-1,1 1,-1-1,4 1,1-1,5-2,1 1,0 0,-1 1,1 0,0 0,0 1,0 1,-1 0,1 0,0 1,-1 0,1 1,-1 0,0 1,0 0,0 1,0 0,-1 0,0 1,0 0,0 1,5 5,-11-9,0 0,0 1,0-1,-1 1,1 0,-1-1,0 1,0 0,-1 0,1 0,-1 1,0-1,0 0,0 1,0-1,-1 0,0 1,0-1,0 1,0-1,-1 0,0 1,1-1,-2 0,1 0,0 1,-1-1,0 0,0 0,0-1,-1 1,1 0,-1-1,0 1,0-1,0 0,0 0,-2 1,-9 3,-1-1,0 0,-1-1,1-1,-1-1,0 0,0-1,0 0,0-1,0-1,0-1,-1 0,-1-2,-43-13,39 4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1:27.2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40 144,'19'10,"0"-2,0 0,1-2,0 0,0-1,1-1,0 0,-1-2,1-1,0 0,0-2,0 0,0-1,-1-1,17-5,63-31,-97 37,0 0,0 0,0 0,0 0,-1 0,1-1,-1 1,1-1,-1 1,0-1,0 0,0 0,-1 0,1 0,-1 0,1-1,-1 1,0 0,-1-1,1 1,0-1,-1 1,0 0,0-1,0 1,0-1,0 1,-1-1,0 0,1 1,-1 0,0 0,0 0,0 0,-1 1,1-1,-1 0,1 1,-1-1,0 1,0 0,0-1,0 1,-1 0,1 0,0 1,-1-1,1 0,-1 1,0 0,0-1,1 1,-1 0,0 0,0 1,0-1,0 1,0-1,0 1,0 0,0 0,0 0,0 0,0 1,0-1,0 1,0 0,0 0,0 0,1 0,-1 0,0 1,1-1,-1 1,1 0,-2 1,-4 8,0 1,0 1,1-1,1 1,0 0,1 1,0-1,1 1,1 0,0 0,1 0,0 1,1 10,-9 120,7 0,6 5,-3-126,8 174,-2 159,-8-319,-1-12</inkml:trace>
  <inkml:trace contextRef="#ctx0" brushRef="#br0" timeOffset="340.71">1 853,'15'-7,"22"-4,25-8,24-4,21-6,17-2,7 0,1 0,-5 3,-12 4,-19 5,-22 4,-20 6,-20 4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1:25.3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1 442,'0'25,"2"24,3 18,4 15,1 10,2 7,2 3,-1-3,-1-3,-3-10,-4-13,-1-16,-5-20,-2-17</inkml:trace>
  <inkml:trace contextRef="#ctx0" brushRef="#br0" timeOffset="256.404">1 683,'16'-11,"7"-5,5 7,2 7,-2 8,-4 9,-3 7,-5 1,-6 3,-8 0,-10 0,-8-1,-8-5,-4-6,0-6,5-4</inkml:trace>
  <inkml:trace contextRef="#ctx0" brushRef="#br0" timeOffset="535.575">81 750,'142'-179,"-126"155,-2-1,0-1,-2 0,-1 0,-1-1,-1 0,-2-1,0 0,-2 0,-1-1,-2 1,0-1,-2 0,-1 0,-2 1,-4-21,7 49,-1-7,0 0,-1 1,0-1,0 1,0-1,-1 1,0 0,-1 0,1 0,-1 0,0 1,-2-3,5 8,1 0,-1 0,1-1,-1 1,0 0,1 0,-1 0,1 0,-1 0,0 0,1 0,-1 0,1 0,-1 0,0 0,1 0,-1 0,1 1,-1-1,0 0,1 0,-1 1,1-1,-1 0,1 1,-1-1,1 0,-1 1,1-1,0 1,-1-1,1 1,-1-1,1 1,0-1,0 1,-1-1,1 1,0 0,0-1,0 1,-1-1,1 1,0 0,0-1,0 1,0-1,0 1,0 0,-5 23,2 1,0 0,1 0,2 0,0 0,2 0,3 16,-5-37,7 62,2-1,3 0,3 0,3-2,2 0,3-1,22 39,-44-98,4 6,-1 0,1 0,0 0,1-1,0 0,0 0,1 0,0-1,1 0,5 2</inkml:trace>
  <inkml:trace contextRef="#ctx0" brushRef="#br0" timeOffset="802.226">148 254,'25'-2,"26"1,23 2,15 1,6 5,-14-1</inkml:trace>
  <inkml:trace contextRef="#ctx0" brushRef="#br0" timeOffset="1118.385">683 549,'1'1,"21"11,-1 0,0 1,-1 1,-1 1,0 1,-1 0,-1 2,0 0,-2 1,0 0,11 20,-13 16,-12-54,-1 0,0 0,0 1,0-1,-1 0,1 0,0 0,0 0,-1 0,1 1,0-1,-1 0,1 0,-1 0,0 0,1 0,-1 0,0 0,1-1,-1 1,0 0,0 0,0 0,0-1,0 1,0 0,0-1,0 1,0-1,0 1,0-1,0 0,0 1,-1-1,1 0,0 0,0 0,0 0,0 0,-1 0,1 0,0 0,0 0,0-1,-1 1,-2-2,-1-1,1 1,0-1,0 0,0 0,0 0,0 0,1-1,-1 0,1 0,0 0,0 0,0 0,1 0,0-1,0 1,0-1,0 0,0 1,1-1,0 0,0 0,1 0,-1-2,-2-7,1 0,0 0,1-1,1 1,0-1,1 1,1-1,0 1,1 0,0 0,2 0,-1 0,1 1,1 0,1 0,3-6,-1 11,0 0,0 1,0 0,1 0,0 1,0 0,1 1,-1 1,1-1,0 2,0-1,1 2,-1-1,1 2,-1-1,1 2,0-1,-1 2,9 0,-18-1,166-2,-86 3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1:21.7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108 104,'-8'222,"-4"-116,3-31,4 2,3 41,1-115,1 1,-1 0,1 0,0 0,1 0,-1 0,1-1,-1 1,1 0,0 0,1-1,-1 1,1 0,-1-1,1 0,0 1,0-1,1 0,-1 0,0 0,1 0,0-1,0 1,0-1,0 1,0-1,1 0,-1 0,0-1,1 1,-1-1,1 1,0-1,0 0,-1-1,1 1,2 0,9-4,1 0,-1 0,1-2,-1 0,0 0,-1-2,1 1,-1-2,-1 0,0-1,0 0,0-1,-1 0,0-1,19-16</inkml:trace>
  <inkml:trace contextRef="#ctx0" brushRef="#br0" timeOffset="261.291">1 452,'13'-5,"14"-5,12-5,7-3,4-3,0-3,-5 0,-7 0,-10 2,-10 5</inkml:trace>
  <inkml:trace contextRef="#ctx0" brushRef="#br0" timeOffset="448.969">80 77,'12'-7,"14"-4,18-3,13-1,12 2,6 3,-11 3</inkml:trace>
  <inkml:trace contextRef="#ctx0" brushRef="#br0" timeOffset="731.989">602 425,'9'13,"10"12,6 9,6 4,6 4,5 0,1 1,-2-1,-1 0,-3 0,-5-4,-4-5,-4-6,-7-8</inkml:trace>
  <inkml:trace contextRef="#ctx0" brushRef="#br0" timeOffset="988.665">883 491,'-16'14,"-10"13,-5 14,-1 11,2 11,1 5,4 3,6-11</inkml:trace>
  <inkml:trace contextRef="#ctx0" brushRef="#br0" timeOffset="1358.286">1244 558,'-3'18,"0"18,0 16,1 15,1 12,0 9,2 5,2 3,2-2,0-5,0-9,1-15,-1-17,0-21,-2-15</inkml:trace>
  <inkml:trace contextRef="#ctx0" brushRef="#br0" timeOffset="1632.827">1230 1120,'-31'-356,"26"225,5 130,0-1,0 1,0-1,1 1,-1 0,0-1,1 1,0 0,-1 0,1-1,0 1,-1 0,1 0,0 0,0 0,0 0,0 0,0 0,0 0,0 0,0 0,1 1,-1-1,0 0,0 1,1-1,-1 1,0 0,1-1,-1 1,0 0,1 0,-1 0,0 0,1 0,-1 0,2 0,51 15,-51-14,-1 0,16 5,0 1,0 1,-1 1,0 0,0 1,-1 1,11 10,-25-20,-1 0,1 1,-1-1,0 1,0 0,1-1,-1 1,0 0,0 0,0-1,-1 1,1 0,0 0,-1 0,1 0,-1 0,0 0,0 0,0 0,0 0,0 0,0 0,0 1,-1-1,1 0,-1 0,1-1,-1 1,0 0,0 0,0 0,0 0,0-1,0 1,0 0,-1 0,-58 49,-5-11,37-24</inkml:trace>
  <inkml:trace contextRef="#ctx0" brushRef="#br0" timeOffset="2225.322">1698 879,'-7'-394,"7"394,0 1,0-1,1 1,-1-1,0 1,0-1,1 0,-1 1,0-1,1 0,-1 1,1-1,-1 0,0 0,1 1,-1-1,1 0,-1 0,1 0,-1 0,1 1,-1-1,1 0,-1 0,0 0,1 0,-1 0,1 0,-1 0,1 0,-1 0,1-1,-1 1,1 0,-1 0,1 0,-1 0,1-1,-1 1,0 0,1 0,-1-1,0 1,1 0,-1-1,0 1,1-1,-1 1,0 0,1-1,-1 1,0-1,0 1,0-1,1 1,-1 0,0-1,0 1,0-1,0 0,10 9,106 48,-97-49,0 1,0 0,-1 1,-1 1,1 1,1 2,-15-9,1 1,-1 0,0 0,-1 0,1 0,-1 1,0 0,0-1,0 1,-1 0,0 1,0-1,-1 0,0 0,0 1,0-1,-1 1,0-1,0 0,-1 1,1-1,-2 4,1 38,1-46,0 0,1-1,-1 1,0 0,1-1,-1 1,1 0,0-1,-1 1,1 0,0-1,0 1,0-1,0 0,0 1,0-1,0 0,1 0,-1 1,0-1,1 0,-1 0,1-1,-1 1,1 0,0 0,-1-1,1 1,0-1,-1 1,1-1,0 0,-1 0,1 0,0 0,1 0,63-12,-56 8,0-1,-1 0,1 0,-1-1,-1 0,1-1,-1 0,0 0,0 0,-1-1,0 0,-1-1,0 0,0 0,-1 0,0-1,0 1,-1-1,-1 0,1 0,-2-1,1 1,-1-1,-1 1,0-7,-1 15,1 1,-1-1,0 1,0 0,0-1,0 1,-1-1,1 1,0-1,0 1,-1 0,1-1,-1 1,0 0,1-1,-1 1,0 0,0 0,1 0,-1 0,0-1,0 1,0 1,0-1,-1 0,1 0,0 0,0 0,-1 1,1-1,0 1,-1-1,1 1,0-1,-1 1,1 0,-1 0,1-1,0 1,-1 0,1 0,-1 1,1-1,-1 0,0 0,-4 5,-1 0,0 0,1 1,0 0,0 0,1 0,0 1,0-1,0 1,1 0,0 1,0-1,1 1,0 0,0 0,1 0,0 0,0 2,0-6,1 0,0 0,-1 0,1 0,1 0,-1 1,0-1,1 0,0 0,0 1,1-1,-1 0,1 0,0 0,0 1,0-1,0 0,1 0,-1-1,1 1,0 0,1 0,-1-1,0 0,1 1,0-1,0 0,0 0,0 0,0-1,1 1,-1-1,1 0,0 0,0 0,0 0,3 1,32 3,0-4</inkml:trace>
  <inkml:trace contextRef="#ctx0" brushRef="#br0" timeOffset="2726.989">2621 478,'-7'-1,"0"0,0 0,0 1,0 0,0 0,0 0,0 1,0 0,0 1,0 0,0 0,0 0,1 1,-1-1,1 2,0-1,0 1,0 0,0 0,1 1,-1-1,1 1,0 0,1 1,-1-1,1 1,0 0,1 0,-3 6,5-8,0 0,0 1,1-1,-1 1,1-1,0 1,0-1,1 1,-1-1,1 0,0 1,0-1,1 0,-1 1,1-1,0 0,0 0,0 0,1-1,-1 1,1 0,0-1,2 2,83 66,-70-60,-3 0,-3-4,-1 0,1 1,-1 1,-1 0,0 1,0 0,0 0,-2 1,6 7,-14-17,1 0,0 0,-1 0,1 0,-1 0,1 0,-1 0,1 0,-1 0,0 0,1 1,-1-1,0 0,0 0,0 0,0 0,0 0,0 1,-1-1,1 0,0 0,0 0,-1 0,1 0,-1 0,1 0,-1 0,1 0,-1 0,0 0,1 0,-1 0,0 0,0 0,0-1,0 1,1 0,-1-1,0 1,0 0,-1-1,1 1,0-1,0 0,0 1,0-1,0 0,0 0,0 0,-1 1,1-1,0 0,-2 1,-1-1,1 1,0 0,0-1,-1 0,1 1,0-1,-1-1,1 1,0 0,-1-1,1 0,0 1,0-1,0-1,-1 1,1 0,1-1,-1 1,0-1,0 0,0 0,1 0,-1-1,1 1,0 0,0-1,0 0,0 1,0-1,0 0,1 0,-1 0,1 0,0 0,0 0,0-1,0 1,1 0,-1 0,1-1,0 1,0 0,0-1,0 1,1 0,-1-1,1 1,0-1,5-8,1-1,0 2,1-1,0 1,1 1,0-1,0 1,1 1,1 0,-1 0,1 1,1 1,0 0,0 0,2 0,3-3,0 1,0 0,1 1,0 1,0 1,0 1,6-1,-22 6,0 0,0-1,-1 1,1 0,0 0,0 0,0 0,0 0,-1 0,1 1,0-1,0 1,0-1,-1 1,1 0,0 0,-1 0,1-1,0 2,-1-1,0 0,1 0,-1 0,1 1,-1-1,0 0,0 1,0 0,0-1,0 1,0-1,-1 1,1 0,0 0,-1-1,1 1,-1 0,0 0,1 0,-1 0,0-1,0 3,-9 147,9-149,0 1,0-1,1 1,-1-1,0 0,1 1,0-1,-1 0,1 1,0-1,0 0,0 0,1 0,-1 0,0 0,1 0,0 0,-1-1,1 1,0 0,0-1,0 1,0-1,0 0,0 0,0 0,0 0,0 0,1 0,-1 0,0-1,3 1,13 0</inkml:trace>
  <inkml:trace contextRef="#ctx0" brushRef="#br0" timeOffset="2976.373">2928 278,'-7'7,"5"6,11 6,5 0</inkml:trace>
  <inkml:trace contextRef="#ctx0" brushRef="#br0" timeOffset="3303.376">3396 678,'-108'-92,"107"91,1 0,-1 1,0-1,1 0,-1 0,1 1,-1-1,0 0,0 1,0-1,1 1,-1-1,0 1,0-1,0 1,0 0,0-1,0 1,0 0,1 0,-1 0,0 0,0 0,0 0,0 0,0 0,0 0,0 0,0 0,0 1,0-1,0 0,0 1,0-1,1 0,-1 1,0-1,0 1,0 0,1-1,-1 1,0 0,1-1,-1 1,0 0,1 0,-1 0,-5 12,1 2,1-1,0 0,1 1,0 0,1 0,0 3,0 1,1-14,-1 4,1 0,-1 0,2 0,-1 0,1 0,1 0,-1 0,1 0,1 0,0 0,0 0,1 0,1 2,-3-10,0 1,-1-1,1 0,0 0,0 0,0 0,0 1,0-1,1 0,-1-1,0 1,0 0,1 0,-1 0,1-1,-1 1,0-1,1 1,-1-1,1 0,-1 1,1-1,-1 0,1 0,-1 0,1 0,-1 0,1-1,-1 1,1 0,-1-1,1 1,-1-1,1 1,-1-1,0 0,1 1,-1-1,1 0,46-41,-35 24,0 0,-1 0,-1-2,-1 1,-1-1,-1-1,0 1,1-12,-6 23,8 39,-5-19,1-1,0 0,1 0,0-1,1 0,0-1,0 1,1-2,-1 1,2-1,-1-1,1 0,0-1,1 0,-1 0,1-1,9 2,70 20,-3-7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1:49.0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0 560,'25'-57,"3"1,2 1,4-2,14-24,69-149,-106 207,-10 23,-1 0,1 0,-1 0,1 0,-1 0,1 0,-1 0,1 0,-1 0,0 0,1 0,-1 0,1 1,-1-1,1 0,-1 0,0 1,1-1,-1 0,0 0,1 1,-1-1,0 0,1 1,-1-1,0 1,0-1,1 0,-1 1,0-1,0 1,0-1,0 0,1 1,-1-1,0 1,0-1,0 1,0-1,0 1,0-1,0 1,0-1,0 1,-1-1,1 0,0 1,0-1,0 1,0-1,-1 1,1-1,0 1,0-1,10 258,-5 25,-18 97,2-215,10-135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1:58.9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67,'88'0,"93"-1,156 21,-160 0,93-4,-113-17,207 11,-126 3,72-11,-33-1,169 11,6-38,-149 10,81-23,-306 30,485-34,-272 30,-201 0,-103 15,-4 1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2:00.76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0 241,'12'4,"1"-1,-1-1,1 0,-1 0,1-1,-1-1,1 0,0-1,-1 0,1-1,6-2,310-41,400-22,90 4,-380 34,468-11,-211 38,-401 15,224 14,-330-28,-182 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2:02.6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0 233,'639'-2,"74"-61,220 57,-89-3,-590 0,40-15,-38 1,26 12,165-13,-318 11,108 10,-205 4,-11 0,1-1,0-1,-1-1,1-1,13-4,-17-12,-15 4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2:05.54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56,'125'13,"75"-4,1-9,0-8,83-20,37 1,145 13,1361 16,-1384 11,-84 1,-159 0,-187-13,-19 3,-9-1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4:21.8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1 374,'31'-3,"0"0,0-2,-1-2,0 0,0-2,0-2,-1 0,-1-2,0-1,8-7,-24 16,-1 0,0-1,0-1,0 0,-1 0,0-1,0 0,-1-1,0 0,0-1,-1 0,0 0,-1 0,-1-1,1 0,-2-1,1 1,-2-1,1 0,-2 0,0-1,1-3,-4 14,1 1,-1-1,0 1,0-1,0 0,0 1,0-1,0 1,0-1,0 0,0 1,-1-1,1 1,-1-1,1 1,-1-1,0 1,0-1,1 1,-1 0,0-1,0 1,0 0,-1 0,1-1,0 1,0 0,0 0,-1 1,1-1,-1 0,1 0,-1 1,1-1,-1 0,1 1,-1 0,1-1,-1 1,0 0,1 0,-1 0,1 0,-1 0,0 0,1 0,-1 1,0-1,-6 6,0-1,0 2,1-1,0 1,0 0,1 1,-1-1,2 1,-1 0,1 1,0-1,1 1,0 0,-1 6,-7 26,2 0,1 0,3 1,1 0,2 0,2 0,2 0,1 0,3 4,0 48,-2-18,-3 263,-1-327,1 6,-1-1,-1 1,-1-1,-1 0,0 0,-1 0,-2 3,2-12</inkml:trace>
  <inkml:trace contextRef="#ctx0" brushRef="#br0" timeOffset="253.322">108 869,'11'-11,"11"-7,9-2,7-2,7 0,3 0,-1 1,-7 4</inkml:trace>
  <inkml:trace contextRef="#ctx0" brushRef="#br0" timeOffset="504.825">696 614,'16'-6,"17"-3,11 0,10 2,3 2,-4 2,-9 2,-12 0</inkml:trace>
  <inkml:trace contextRef="#ctx0" brushRef="#br0" timeOffset="756.112">790 775,'23'5,"18"1,14 0,12-4,5-4,0-2,-13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4:58.4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1,'22'797,"-17"-307,36 788,33-466,-70-756,2 23,4 0,16 64,-15-106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4:59.8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1 179,'13'17,"-5"16,-1 0,-1 0,-2 0,-1 1,-2 0,-2 5,1-32,-10-238,8 63,2 165,1 1,0 0,-1 0,1 0,0-1,0 1,1 0,-1 0,0 1,1-1,-1 0,1 0,-1 1,1-1,0 1,0-1,-1 1,1 0,0-1,1 1,-1 0,0 1,0-1,0 0,0 0,1 1,-1 0,0-1,2 1,67 2,-61-2,0 1,0 1,0 0,-1 0,1 0,-1 1,1 1,-1 0,0 0,-1 1,1 0,-1 0,0 1,0 0,-1 0,1 1,-1 0,-1 0,1 1,-1 0,-1 0,0 0,2 3,-7-6,1-1,-1 0,1 1,-1-1,0 0,-1 0,1 1,-1-1,0 0,0 0,0 0,-1 0,1 0,-1 0,0 0,0 0,0 0,-1-1,1 1,-1-1,0 0,-68 62,-21-6,76-48,16-10,1 0,0 0,-1-1,1 1,-1 0,1 0,0 0,0-1,0 1,-1 0,1-1,0 1,0-1,0 1,0-1,0 1,0-1,0 0,0 1,0-1,0 0,0 0,0 0,0 0,0 0,1 0,-1 0,0 0,0 0,0 0,0-1,0 1,0 0,0-1,0 1,38 0,76 6,-110-5,1 0,-1 0,0 1,1 0,-1 0,0 0,0 0,-1 1,1 0,0 0,-1 1,0-1,0 1,0 0,0 0,0 0,-1 0,3 5,-4-6,0 0,-1-1,0 1,1 0,-1 1,-1-1,1 0,0 0,-1 0,1 0,-1 1,0-1,0 0,0 0,0 1,-1-1,0 0,1 0,-1 0,0 0,0 0,-1 0,1 0,-1 0,1 0,-1 0,0-1,-1 1,-2 3,-1 0,1 0,-2-1,1 0,0 0,-1-1,0 0,0 0,0-1,-8 3,-2 1,-1-1,1-1,-1 0,0-2,0 0,-1-1,1-1,0 0,-1-1,1-2,-4 0,21 2,0 0,0 0,0 0,0 0,0 0,0 0,0 0,0 0,0-1,0 1,0 0,0-1,0 1,1-1,-1 1,0-1,0 1,0-1,0 0,1 1,-1-1,0 0,1 1,-1-1,0 0,1 0,-1 0,1 0,-1 0,1 0,0 0,-1 0,1 0,0 0,0 0,0 0,0 0,5-6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5:00.1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392 89,'-5'-7,"0"0,0 1,0-1,-1 1,0 1,0-1,-1 1,0 0,0 0,0 1,0 0,0 0,-1 1,0 0,0 0,0 1,0 0,0 1,0-1,0 1,-1 1,1 0,0 0,-1 0,1 1,0 1,0-1,-1 1,1 1,1-1,-1 1,0 1,1-1,-1 1,1 1,0 0,-3 2,0 1,1 0,0 1,0 0,1 0,0 1,1 0,0 1,1-1,0 1,0 0,1 1,1 0,0-1,-1 7,3-10,0 0,0 1,1-1,1 1,-1-1,1 1,1 0,-1-1,1 1,1-1,0 1,0-1,1 0,-1 0,2 0,-1 0,1 0,1-1,-1 0,1 0,0 0,5 4,0-2,1 0,0-1,0 0,0-1,1-1,0 0,1 0,-1-1,1-1,0 0,0-1,1 0,4 0,15 1,0-1,0-2,0-1,31-5,17-7,-13-4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5:03.6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55 216,'-51'310,"49"-306,1-17,0-25,4-119,14-87,-16 238,-1 3,-1 0,1 1,0-1,0 0,0 0,1 0,-1 0,1 0,-1 0,1 1,0-1,0 0,0 1,1-1,-1 0,1 1,-1-1,1 1,0 0,0 0,0 0,0 0,0 0,0 0,1 0,-1 1,0-1,3 0,6 4,-1 1,0 1,0 0,0 1,0 0,-1 0,0 1,0 0,0 0,2 4,4 1,1 0,-1 0,-1 2,0-1,0 2,-1 0,1 3,-12-15,1 1,-1 0,0 0,0 0,-1 1,1-1,0 0,-1 1,0-1,0 1,0-1,0 1,-1 0,1-1,-1 1,0 0,0-1,0 1,-1 0,1-1,-1 1,0 0,0-1,0 1,-1-1,1 0,-1 1,1-1,-1 0,0 0,-1 0,1 0,0 0,-3 1,-7 6,0-1,-1 0,0-1,0 0,-1-1,0-1,0 0,-9 2,-1 1,96-11,-58 0,0 2,0 0,0 0,0 1,-1 1,1 0,-1 1,1 1,-1 0,0 1,0 0,0 1,-1 0,0 1,0 0,-1 1,0 0,0 1,-1 0,0 1,-1 0,4 6,-11-13,0 0,-1 1,1-1,-1 0,0 1,0-1,0 1,0 0,0-1,-1 1,0-1,0 1,0 0,0-1,-1 1,1 0,-1-1,0 1,0-1,0 1,0-1,-1 1,1-1,-1 0,0 0,0 0,0 0,-1 0,1 0,-1 0,1-1,-1 0,0 1,0-1,0 0,0 0,0 0,-1-1,1 1,0-1,-2 1,-21 7,1-1,-1-1,0-1,-1-1,0-2,1 0,-22-2,15-2,9-1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5:02.4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 0,'2'14,"3"20,1 25,1 25,0 23,-1 21,-3 16,-3 10,-1 5,-2 0,1-9,0-12,3-15,3-18,2-17,-1-22,-1-22</inkml:trace>
  <inkml:trace contextRef="#ctx0" brushRef="#br0" timeOffset="5865.796">0 1644,'3'-2,"0"1,0 8,0 10,-2 10,0 13,0 10,-3 11,-1 4,-1 0,2-5,2-4,2-11,1-11,1-10,1-10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5:05.6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123 3677,'-29'91,"-56"167,76-241,13-49,89-358,-66 334,-27 56,1 0,0-1,0 1,0 0,0-1,-1 1,1 0,0 0,0 0,0 0,0 0,0 0,0 0,0 0,-1 0,1 0,0 1,0-1,0 0,0 1,-1-1,1 0,0 1,0-1,-1 1,1-1,0 1,0-1,-1 1,1 0,-1-1,1 1,-1 0,1 0,-1-1,1 1,-1 0,0 0,1 0,10 18,0 0,-1 0,-2 1,0 1,4 16,0-4,7 20,-4-16,-2 0,-1 0,-2 1,-2 1,0 15,-12-21,-2-25</inkml:trace>
  <inkml:trace contextRef="#ctx0" brushRef="#br0" timeOffset="253.322">57 3851,'15'-3,"18"0,14-2,8-2,3-3,-2-3,-12-1</inkml:trace>
  <inkml:trace contextRef="#ctx0" brushRef="#br0" timeOffset="765.324">524 2220,'19'162,"40"395,-25 2,-24 67,-10-614,-1-12</inkml:trace>
  <inkml:trace contextRef="#ctx0" brushRef="#br0" timeOffset="1768.979">578 0,'24'67,"-3"0,-3 1,-3 0,-3 2,2 62,-12-116,25 217,81 601,-88-705,107 831,-101-584,-4-18,60 292,-52-499,-6-40,-4 0,-6 2,-3 37,-3-95,-7-56,1 1,0 0,0-1,-1 0,1 1,0-1,-1 0,1 0,0 0,-1 0,1 0,-1 0,0 0,1 0,-1-1,0 1,0 0,0-1,0 1,0-1,1 0,-1 0,13-16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5:04.2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121 164,'0'16,"0"12,0 8,0 8,0 2,0 0,0 0,-3-4,0-7,-2-6,-3-12,1-7</inkml:trace>
  <inkml:trace contextRef="#ctx0" brushRef="#br0" timeOffset="296.27">93 124,'85'96,"-25"-31,-4 3,27 43,-80-108,0 0,0 0,0 0,0 0,-1 1,0 0,1-1,-1 1,-1 0,1 0,-1 0,1 0,-1 0,0 0,0 0,-1 1,0-1,1 0,-1 0,-1 1,1-1,0 0,-1 0,0 1,0-1,0 0,-1 0,0 0,1 0,-1-1,0 1,-1 0,1-1,-2 2,-10 3,-1 0,-1 0,1-1,-1-1,0-1,-1 0,1-1,-1-1,0-1,0 0,0-1,-3-1,-24 1,7-3</inkml:trace>
  <inkml:trace contextRef="#ctx0" brushRef="#br0" timeOffset="549.592">0 18,'3'0,"4"2,11 1,13 0,16-1,13-2,10-5,2-2,-4-2,-14 3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5:01.8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300 326,'0'-1,"0"1,1 0,-1 0,0-1,0 1,1 0,-1-1,0 1,0 0,0-1,0 1,1 0,-1-1,0 1,0 0,0-1,0 1,0 0,0-1,0 1,0-1,0 1,0 0,0-1,0 1,0-1,0 1,0 0,-1-1,1 1,0 0,0-1,0 1,0 0,-1-1,1 1,0 0,0 0,-1-1,1 1,0 0,-1 0,1-1,0 1,-1 0,1 0,0 0,-1-1,1 1,0 0,-1 0,1 0,-7-4,0 1,0 0,-1 0,1 1,-1 0,1 0,-1 1,0 0,1 0,-1 1,0 0,0 0,0 1,1 0,-1 0,0 1,-2 1,2-1,0 0,-1 1,1 0,0 0,1 1,-1 0,0 1,1-1,0 1,0 1,1-1,0 1,0 1,0-1,0 1,1 0,0 0,1 0,-1 1,2-1,-1 1,1 0,0 1,0-1,1 0,1 1,-1-1,1 1,1-1,-1 1,1 0,1-1,0 1,0 0,1-1,0 0,0 1,2 4,0-6,1 1,0-1,0 1,0-1,1-1,0 1,0-1,0 0,1 0,0-1,0 0,1 0,-1-1,1 0,0 0,0-1,1 0,-1 0,0-1,1 0,0 0,-1-1,1 0,0-1,8 0,-1-1,0 0,1-1,-1-1,0 0,0-1,-1-1,1 0,-1-1,0-1,-1 0,1-1,-2-1,9-6,8-11</inkml:trace>
  <inkml:trace contextRef="#ctx0" brushRef="#br0" timeOffset="249.362">32 72,'7'-5,"13"-3,20-1,18-1,19 2,10-1,8 2,1-1,-16 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4:23.2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313 0,'37'645,"-12"116,-16-623,26 316,37 120,-33-348,-11 1,-4 133,-40 196,16-559,0-9</inkml:trace>
  <inkml:trace contextRef="#ctx0" brushRef="#br0" timeOffset="2287.61">1021 387,'-12'271,"10"-65,-5-238,-3-40,4 0,3 0,5-38,-3 105,1-1,0 1,0 0,0 0,1-1,0 1,0 0,0 0,1 0,0 0,-1 0,2 1,-1-1,0 0,1 1,0 0,0 0,1-1,-1 2,1-1,0 0,-1 1,2 0,-1 0,0 0,1 0,-1 1,1-1,0 1,0 0,0 1,0-1,0 1,0 0,3 0,-1 2,1 0,-1 0,0 0,0 1,0 1,0-1,0 1,-1 0,1 0,-1 1,0 0,0 0,0 0,0 1,-1 0,0 0,5 6,-7-8,0 1,0-1,0 1,-1 0,1 0,-1 0,0 0,0 1,-1-1,1 1,-1-1,0 1,0-1,0 1,-1-1,1 1,-1 0,-1-1,1 1,0 0,-1-1,0 1,0 0,-1-1,1 0,-1 1,0-1,0 1,-6 5,0-1,0 0,-1 0,0-1,-1 0,1 0,-2-1,1-1,-1 0,0 0,-1 0,-5 3,94-19,-72 9,1 0,-1 0,0 0,1 1,-1 0,1 0,-1 1,0-1,1 1,-1 0,0 1,0-1,1 1,-1 0,0 0,-1 0,1 1,0 0,-1 0,1 0,-1 1,0-1,0 1,-1 0,1 0,-1 0,0 1,0-1,0 1,0 0,-1-1,0 1,0 0,0 1,-1-1,1 0,-1 0,-1 1,1-1,-1 2,-1-1,0 0,0 1,-1-1,1 0,-1 0,-1 0,1 0,-1 0,0 0,0-1,-1 1,0-1,0 0,0 0,0 0,-1-1,0 1,0-1,0 0,0-1,-1 1,1-1,-5 1,-2 2,0 0,-1-1,1-1,-1-1,0 1,0-2,0 0,-1 0,1-2,0 1,-9-2,23 1,-1-1,1 1,-1 0,0-1,1 1,-1-1,0 1,1 0,-1-1,0 1,1-1,-1 1,0-1,0 1,1-1,-1 1,0-1,0 1,0-1,0 1,0-1,0 0,0 1,0-1,0 1,0-1,0 1,0-1,0 1,0-1,-1 1,1-1,0 1,0-1,-1 1,1-1,0 1,-1-1,1 1,0 0,-1-1,1 1,0-1,-1 1,1 0,-1 0,1-1,-1 1,1 0,-1 0,1-1,-1 1,1 0,-1 0,1 0,-1 0,1 0,-1 0,0 0,1 0,-1 0,1 0,13-7</inkml:trace>
  <inkml:trace contextRef="#ctx0" brushRef="#br0" timeOffset="2802.961">1716 481,'-21'34,"2"1,1 1,2 1,1 0,2 1,2 0,-3 21,8-38,-24 112,95-347,32-135,-89 322,-7 28,-1-1,0 0,0 0,0 0,0 0,0 0,0 1,1-1,-1 0,0 0,0 0,0 0,0 0,1 0,-1 0,0 0,0 0,0 0,1 1,-1-1,0 0,0 0,0 0,0 0,1 0,-1 0,0-1,0 1,0 0,1 0,-1 0,0 0,0 0,0 0,0 0,1 0,-1 0,0 0,0 0,0-1,0 1,0 0,1 0,-1 0,2 27,-2-23,3 44,2 0,3 0,1 0,3-1,2-1,1 0,3-1,1 0,3-2,1 0,14 16,-10-11,-25-36</inkml:trace>
  <inkml:trace contextRef="#ctx0" brushRef="#br0" timeOffset="3053.328">1637 762,'18'0,"17"0,17 0,13-2,2-2,-6 1,-13 1</inkml:trace>
  <inkml:trace contextRef="#ctx0" brushRef="#br0" timeOffset="9992.215">1275 1885,'-1'-4,"0"1,-1 0,1 0,-1-1,1 1,-1 0,0 0,0 1,-1-1,1 0,0 1,-1-1,0 1,0 0,-1-2,-1 0,0 1,0-1,-1 1,1 0,-1 0,1 0,-1 1,0 0,0 0,0 1,0-1,0 1,-1 1,1-1,0 1,0 0,0 0,-1 1,1 0,0 0,0 1,0-1,0 1,0 0,0 1,1 0,-1-1,1 2,0-1,0 1,0 0,0 0,-2 3,-1 6,1 0,0 0,1 1,1 0,0 1,0-1,2 1,0 0,1 0,0 0,1 0,1 0,0 0,1 0,1 0,3 14,-4-20,0 1,1-1,0 0,1-1,0 1,0 0,1-1,0 0,1 0,-1 0,1 0,1-1,0 0,0 0,0 0,1-1,0 0,0 0,0 0,1-1,0 0,0-1,0 0,1 0,-1-1,1 0,0 0,6 0,1-2,1 0,-1-1,1 0,-1-2,0 0,1 0,-1-2,0 0,0-1,-1-1,1 0,-1-1,-1 0,1-2,9-6,6-5</inkml:trace>
  <inkml:trace contextRef="#ctx0" brushRef="#br0" timeOffset="10417.082">995 1644,'-5'-2,"1"-1,8 0,10-2,12-2,13-2,11-2,6-1,0 1,-2 2,-8 4,-10 1,-9 3,-6 0,-7-1,-6-1</inkml:trace>
  <inkml:trace contextRef="#ctx0" brushRef="#br0" timeOffset="13619.864">1837 1724,'10'47,"-2"0,-3 0,-1 1,-2-1,-3 19,1-28,0 54,-2-176,0 38,2 1,1-1,3 1,1 0,4-6,-7 43,-1 1,1-1,1 1,0 0,0 0,0 0,1 1,-1-1,2 1,-1 0,1 0,0 0,0 1,0-1,1 1,0 1,0-1,6-2,-10 6,0 0,1 1,-1-1,0 1,1 0,-1 0,1 0,-1 0,0 0,1 0,-1 1,0-1,1 1,-1 0,0 0,0-1,0 1,1 1,-1-1,0 0,0 0,-1 1,1-1,0 1,0 0,-1-1,1 1,-1 0,1 0,-1 0,0 0,0 0,0 1,29 76,-29-72,0-1,-1 1,0-1,0 1,-1-1,0 1,0-1,0 0,-1 1,0-1,0 0,-1 0,0 0,0 0,0-1,0 1,-1-1,0 0,0 0,-1 0,1 0,-1-1,0 0,0 0,-1 0,-4 3,9-7,1-1,-1 1,1 0,0 0,-1 0,1 0,-1 0,1 0,0 0,-1 0,1 0,-1 1,1-1,0 0,-1 0,1 0,0 0,-1 1,1-1,0 0,-1 0,1 0,0 1,-1-1,1 0,0 1,0-1,-1 0,1 1,0-1,0 0,0 1,-1-1,1 0,0 1,0-1,0 1,0-1,0 0,0 1,0-1,0 1,0-1,0 0,0 1,0-1,0 1,0-1,0 0,0 1,1-1,-1 0,0 1,0-1,0 0,1 1,-1-1,0 0,0 1,1-1,-1 0,0 0,0 1,1-1,-1 0,0 0,1 1,-1-1,32 1,-22-1,0 0,0 0,0 1,0 0,0 0,0 1,0 1,-1-1,1 2,-1-1,0 1,0 1,0-1,0 2,-1-1,0 1,0 0,0 1,-1 0,0 0,-1 1,1-1,-1 2,-1-1,1 0,-2 1,1 0,-1 0,0 2,-3-8,-1 0,1 0,-1 1,0-1,1 0,-2 0,1 1,0-1,-1 0,1 0,-1 0,0 0,0 0,0 0,0 0,-1 0,1 0,-1 0,0-1,0 1,0-1,0 1,0-1,-1 0,1 1,0-1,-1-1,0 1,0 0,1-1,-2 1,-98 32,2-24,86-7</inkml:trace>
  <inkml:trace contextRef="#ctx0" brushRef="#br0" timeOffset="14902.236">2839 134,'10'101,"-7"639,-2 398,44-211,12-326,-44-424,-7 49,-4-120,-2-107,-1 1,1 0,0 0,0-1,0 1,0 0,0 0,0-1,-1 1,1 0,0 0,0-1,0 1,0 0,0 0,0-1,0 1,0 0,0-1,0 1,0 0,0 0,0-1,1 1,-1 0,0 0,0-1,0 1,0 0,0 0,0-1,1 1,-1 0,0 0,0 0,0 0,1-1,-1 1,0 0,0 0,1 0,-1 0,0 0,0-1,1 1,-1 0,0 0,0 0,1 0,-1 0,0 0,0 0,1 0,-1 0,0 0,1 0,-1 0,0 0,0 0,1 0,-1 1,0-1,0 0,1 0,0-14</inkml:trace>
  <inkml:trace contextRef="#ctx0" brushRef="#br0" timeOffset="19265.684">1021 3222,'0'16,"0"14,-2 13,-1 9,0 4,-1 3,-1-1,1-3,1-4,1-8,-1-10,-1-9</inkml:trace>
  <inkml:trace contextRef="#ctx0" brushRef="#br0" timeOffset="19565.857">995 3288,'0'0,"1"-1,0 1,-1-1,1 1,0-1,-1 1,1-1,0 1,0-1,0 1,-1 0,1-1,0 1,0 0,0 0,0 0,-1 0,1 0,0 0,0 0,0 0,0 0,0 0,-1 0,1 0,0 1,0-1,0 0,0 1,-1-1,1 0,0 1,-1-1,1 1,0-1,-1 1,1 0,0-1,-1 1,1 0,-1-1,1 1,-1 0,1 0,-1-1,0 1,1 0,-1 0,0 0,0 0,33 35,-2 2,-1 1,-3 1,2 7,-28-46,10 14,-1 0,0 0,-2 1,0 0,0 0,-1 1,-1 0,-1 0,-1 1,0-1,1 17,-6-30,1 0,-1 0,0 0,0-1,-1 1,1 0,-1 0,0-1,0 1,0-1,0 0,0 0,-1 1,0-2,1 1,-1 0,0 0,0-1,-1 0,1 1,0-1,-1-1,0 1,-1 1,-95 25,12-27,52-5</inkml:trace>
  <inkml:trace contextRef="#ctx0" brushRef="#br0" timeOffset="19837.586">901 3021,'11'4,"11"2,13 0,10-1,8-2,6 0,3-2,-5-1,-5 2,-11 1</inkml:trace>
  <inkml:trace contextRef="#ctx0" brushRef="#br0" timeOffset="20221.64">1823 3489,'-8'-8,"0"0,0 1,-1 0,-1 1,1 0,-1 0,0 1,-4-1,11 5,-1-1,0 1,0 0,0 0,0 0,0 1,0-1,-1 1,1 0,0 0,0 0,0 1,0 0,0 0,0 0,0 0,0 0,0 1,0 0,1-1,-1 1,1 1,-3 1,-1 3,0 0,1 1,0 0,1 0,0 0,0 1,1-1,0 1,0 0,1 1,0-1,1 0,0 1,0 0,1-1,0 1,1 0,0 0,1-1,0 1,0 0,1-1,0 1,1-1,0 1,0-1,1 0,0 0,1-1,0 1,1-1,-1 0,4 3,0-4,0-1,1 0,-1 0,1-1,0 0,0-1,1 0,0-1,-1 0,1-1,0 0,0 0,0-1,0-1,1 0,-1 0,0-1,0 0,0-1,0-1,-1 0,1 0,-1-1,1 0,-1-1,0 0,-1 0,1-1,7-7,17-13</inkml:trace>
  <inkml:trace contextRef="#ctx0" brushRef="#br0" timeOffset="20482.951">1609 3074,'14'0,"13"0,12 0,7 0,6 0,1 0,-5-2,-10-1</inkml:trace>
  <inkml:trace contextRef="#ctx0" brushRef="#br0" timeOffset="27966.266">2465 3235,'-1'39,"-1"0,-2 0,-2-1,-1 1,-10 26,-51 127,64-191,6-16,74-482,-76 494,2-7,0-1,0 1,1 0,0 0,1 0,0 0,1 1,0 0,4-6,-8 14,-1 0,1 0,0 0,-1 0,1 0,0 0,0 1,0-1,0 0,-1 1,1-1,0 0,0 1,0-1,0 1,1 0,-1-1,0 1,0 0,0 0,0-1,0 1,0 0,0 0,1 0,-1 0,0 1,0-1,0 0,0 0,0 1,0-1,0 1,0-1,0 1,0-1,0 1,0-1,0 1,0 0,0 0,0-1,-1 1,1 0,0 0,-1 0,1 0,0 0,-1 0,1 0,-1 0,1 1,21 58,-4 138,-17-157,1 1,2 0,2-1,6 17,46 96,-52-136</inkml:trace>
  <inkml:trace contextRef="#ctx0" brushRef="#br0" timeOffset="28222.314">2425 3475,'18'-2,"18"-1,13-2,6 0,-2 0,-10 2</inkml:trace>
  <inkml:trace contextRef="#ctx0" brushRef="#br0" timeOffset="34683.851">3842 2059,'2'-3,"8"0,11-2,11 0,14-2,10 0,3 2,-4 2,-12 5,-13 3</inkml:trace>
  <inkml:trace contextRef="#ctx0" brushRef="#br0" timeOffset="34938.853">3882 2340,'23'0,"18"0,19-3,15-2,8-4,-10 1</inkml:trace>
  <inkml:trace contextRef="#ctx0" brushRef="#br0" timeOffset="57335.407">781 4492,'17'19,"2"0,0-2,1 0,1-1,1-2,0 0,1-1,0-1,1-1,0-1,0-1,1-2,24 5,67 16,2-4,1-6,1-6,0-4,105-8,-144 0,0-3,0-4,0-3,-1-4,-1-4,-1-2,13-9,51-34,-4-7,34-26,-82 45,-64 37,48-26,-2-3,-2-3,-1-3,9-13,-66 50,0 0,0 0,-1-1,-1 0,0-1,-1 0,0-1,-1 0,-1 0,-1-1,0 0,-1 0,0 0,-1-1,-1 1,-1-1,0-3,-2-38,-3 0,-2 0,-2 0,-9-27,15 75,-5-26,0 0,-2 0,-2 1,-2 0,0 1,-3 0,0 1,-2 1,-2 1,-1 0,-1 1,-18-18,-258-231,255 237,-3 3,-1 1,-2 2,-2 3,-1 2,-1 2,-1 2,-2 3,0 2,-2 2,0 3,-22-2,-19 9,-1 4,1 5,-1 4,1 4,0 4,1 5,0 4,-82 29,-460 144,562-169,1 3,2 4,1 2,2 4,1 3,-33 27,81-48,1 0,1 0,1 2,0 1,2 0,0 1,2 1,0 1,2 0,1 0,1 1,1 1,1 0,1 0,-2 20,-8 69,4 0,6 2,4-1,6 15,-3-106,1-1,1 1,1 0,2-1,0 1,2-1,0 0,2-1,1 0,0 0,2-1,1 0,1 0,10 13,16 7,2-3,2 0,1-3,2-2,1-2,46 24,145 82,62 17,-263-135,1-2,1-2,0-1,1-2,1-2,0-1,1-3,0-1,0-2,0-2,0-2,34-3,-50-1,-1-1,0-1,0-1,-1-1,23-10,-48 17,1 0,-1 0,1 0,0 0,-1 0,1 0,0 0,-1 1,1-2,-1 1,1 0,0 0,-1 0,1 0,-1 0,1 0,0 0,-1 0,1 0,0-1,-1 1,1 0,0 0,-1-1,1 1,0 0,-1 0,1-1,0 1,0 0,0-1,-1 1,1 0,0-1,0 1,0 0,0-1,-1 1,1 0,0-1,0 1,0-1,0 1,0 0,0-1,0 1,0-1,0 1,0 0,0-1,0 1,1 0,-1-1,0 1,0-1,0 1,0 0,1-1,-1 1,0 0,0 0,1-1,-8-1,-10-4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6:00.3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344 60,'-5'-5,"-1"-1,1 1,-1 0,0 1,0-1,0 1,0 0,-1 1,1 0,-1 0,0 0,0 1,0 0,-1 0,1 1,0-1,-1 2,1-1,-1 1,1 0,-1 1,1 0,0 0,-1 0,1 1,0 0,0 1,0 0,0 0,-3 2,-2 6,1 1,0 0,1 0,1 1,0 0,0 1,1 0,1 0,1 1,0 0,0 0,2 1,0-1,0 4,-1 33,5-51,0 0,0 0,0 0,0 0,0 1,0-1,1 0,-1 0,0 0,1 0,-1 0,1 0,-1 0,1 0,0 0,-1 0,1 0,0 0,0 0,-1 0,1-1,0 1,0 0,0-1,0 1,0-1,0 1,0-1,0 1,1-1,-1 0,0 1,0-1,0 0,0 0,0 0,1 0,-1 0,0 0,1 0,8-3,-1 1,0-2,0 1,0-1,0-1,-1 0,0 0,0 0,0-1,5-5,-7 7,21-18,-1-1,-1-1,0-1,-2-2,6-10,-17 22,-11 14,-1 1,0 0,1 0,-1 0,0 0,1 0,-1 0,0 0,0 0,1 0,-1 0,0 0,1 0,-1 0,0 0,1 0,-1 0,0 0,1 0,-1 0,0 0,1 0,-1 0,0 1,0-1,1 0,-1 0,0 0,0 1,1-1,-1 0,0 0,0 1,0-1,1 0,-1 0,0 1,0-1,0 0,0 1,0-1,0 0,0 1,0-1,1 0,-1 1,0-1,0 0,0 1,-1-1,1 0,0 1,0-1,0 0,0 0,0 1,0-1,0 0,0 1,-1-1,1 0,0 0,0 1,0-1,-1 0,1 0,0 1,0-1,-1 0,1 0,0 2,-3 63,-3 25,5 0,4 0,4 3,11 14,32 104,-16-76,-30-118,0 1,-1-1,-1 1,-1 0,0 0,-2 7,1-20,0-1,-1 0,1 1,-1-1,-1 0,1 0,0 1,-1-1,0 0,0-1,0 1,0 0,-1-1,0 1,1-1,-1 1,-1-1,1 0,0-1,-1 1,1 0,-1-1,0 0,0 0,0 0,0 0,0-1,-3 1,-6-1,0 0,-1-2,1 1,0-2,0 0,0 0,0-1,0-1,0 0,1-1,0 0,0-1,0 0,1-1,0-1,0 1,0-2,1 1,1-2,-1 1,2-1,-2-2,1 3,0 0,1-1,0 0,1 0,0-1,1 0,0 0,0-1,1 0,1 0,0 0,0 0,2 0,-1-1,2 0,-1 1,2-1,0 0,0 0,1 1,1-1,0 0,1 1,0 0,1-1,0 1,1 1,0-1,1 1,10-7,0 1,2 1,0 1,1 1,0 0,1 1,0 2,1 0,1 1,-1 0,2 2,-1 1,19-3,66-20,-6 7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6:00.6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2T15:15:58.4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224 161,'-5'23,"-3"23,-4 22,2 20,-1 14,2 4,0-1,1-10,3-16,2-22</inkml:trace>
  <inkml:trace contextRef="#ctx0" brushRef="#br0" timeOffset="300.329">36 215,'-14'-35,"-8"-53,23 86,0-1,0 1,1-1,-1 1,1 0,-1 0,1 0,0 0,0 0,-1 0,1 1,1-1,-1 0,0 1,0 0,1-1,-1 1,0 0,1 0,-1 1,1-1,0 0,-1 1,1-1,-1 1,1 0,0 0,-1 0,1 0,0 1,-1-1,1 1,-1-1,1 1,-1 0,2 1,31 1,1 3,-1 1,-1 1,0 2,0 2,27 13,-55-24,-1 0,0 1,0 0,0 0,0 1,0-1,-1 1,1 0,-1 0,0 1,0-1,0 1,0 0,0 0,-1 0,0 1,0-1,0 1,0 0,-1 0,0 0,0 0,0 0,0 0,-1 0,0 1,0-1,-1 0,1 1,-1-1,0 1,-1-1,0 5,-7 4,0 0,-1-1,0 0,-1-1,-1 0,0 0,0-1,-2-1,1 0,-1 0,0-2,-1 1,-8 3,6-2,-71 30,82-41</inkml:trace>
  <inkml:trace contextRef="#ctx0" brushRef="#br0" timeOffset="550.732">611 0,'-7'26,"-2"20,1 18,3 15,3 11,2 5,0 3,1-2,-2-5,-1-12,-3-15,0-18</inkml:trace>
  <inkml:trace contextRef="#ctx0" brushRef="#br0" timeOffset="816.521">424 575,'18'-2,"17"-1,17 3,13 0,7 4,2 2,-2 6,-13 0</inkml:trace>
  <inkml:trace contextRef="#ctx0" brushRef="#br0" timeOffset="1296.79">1012 950,'15'-27,"-2"-2,-1 0,-1 0,-1-1,-2 0,-1-1,-1 1,-2-1,-1-1,-1 1,-2 0,-1-1,-5-29,5 60,0 0,1 1,-1-1,0 0,1 0,-1 0,1-1,0 1,-1 0,1 0,0 0,0 0,-1 0,1 0,0 0,0-1,0 1,1 0,-1 0,0 0,0 0,0 0,1 0,-1 0,1 0,-1 0,1 0,-1 0,1 0,0 0,-1 0,1 0,0 0,0 0,-1 1,1-1,0 0,0 1,0-1,0 0,0 1,0-1,0 1,0 0,0-1,0 1,1 0,-1 0,0 0,0-1,0 1,0 0,0 0,0 1,1-1,-1 0,0 0,0 1,0-1,9 1,0 1,0 0,0 1,0 0,-1 1,0 0,0 0,0 1,0 0,-1 0,1 1,-1 0,-1 1,1-1,-1 2,0-1,-1 1,0 0,0 0,-1 1,0-1,0 1,-1 1,2 5,-4-1,-1 0,-1-1,0 1,-1 0,-1 0,0 0,-3 10,-5 44,10-66,0 0,0 0,0 0,0 0,0 0,1 1,-1-1,1 0,0 0,-1 0,1-1,0 1,0 0,0 0,1 0,-1-1,0 1,1 0,-1-1,1 1,-1-1,1 0,0 1,-1-1,1 0,0 0,0 0,0 0,0-1,0 1,0 0,0-1,0 0,0 1,0-1,1 0,82 0,-83 0,102-15,-2-4,37-15,-74 18,47-11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7:11.00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376 4410,'-2'4,"0"-1,0 1,1 0,-1-1,1 1,0 0,0 0,0 0,0 0,1 0,-1 0,1 0,0 0,0 0,1 2,-1 4,-8 319,-19-115,19-181,-4 12,3 0,1 1,0 28,1 68,-17 77,-30 161,7 128,11-8,-6 143,-21-123,54-411,11-93,1-11</inkml:trace>
  <inkml:trace contextRef="#ctx0" brushRef="#br0" timeOffset="991.454">844 4451,'32'336,"-12"24,-20 204,-49 278,42-746,-22 257,-4 38,16 128,18-455,3 1,2-1,6 16,9-25,-11-45</inkml:trace>
  <inkml:trace contextRef="#ctx0" brushRef="#br0" timeOffset="1965.851">1472 4022,'11'36,"-7"278,-20 1177,-9-488,13-838,-9 98,11 0,25 263,-14-516,0 10,2 0,0 0,1 0,1-1,6 17,-1-19,-2-9</inkml:trace>
  <inkml:trace contextRef="#ctx0" brushRef="#br0" timeOffset="2898.866">2007 4009,'6'1,"-2"10,1-1,-2 1,1 0,-1 0,-1 0,0 0,-1 1,0-1,0 8,0-2,8 407,-10-314,-36 1180,16-777,-58 925,66-1026,14-372,1-37,1-20,0-17</inkml:trace>
  <inkml:trace contextRef="#ctx0" brushRef="#br0" timeOffset="3761.145">2649 4036,'-22'31,"21"-27,-7 25,1 0,1 1,2-1,1 1,1 0,2 0,1 1,-2-4,23 756,-16-137,-42 219,-10-414,-19 309,62-689,3 0,4 0,11 65,4-79,-12-53,-1-9</inkml:trace>
  <inkml:trace contextRef="#ctx0" brushRef="#br0" timeOffset="4586.489">3184 4022,'21'319,"-4"-120,-4 402,-37 222,0-151,21 773,3-1423</inkml:trace>
  <inkml:trace contextRef="#ctx0" brushRef="#br0" timeOffset="5551.133">3718 3969,'-47'1984,"-59"-648,25-210,75-1046,7-75,1-12</inkml:trace>
  <inkml:trace contextRef="#ctx0" brushRef="#br0" timeOffset="6563.432">4320 4063,'-25'663,"3"-192,4 823,-1-730,-6 465,28-937,1-79,0-19,2-20,-1-16,-1-3</inkml:trace>
  <inkml:trace contextRef="#ctx0" brushRef="#br1" timeOffset="15211.978">11045 1683,'-2'-1,"1"-1,0 1,0 0,-1 0,1 0,-1 0,1 0,-1 0,1 1,-1-1,0 1,1-1,-1 1,0-1,1 1,-1 0,0 0,1-1,-1 1,0 1,0-1,0 0,0 0,-5 0,0 1,0 0,1 0,-1 0,1 1,-1 0,1 1,0-1,0 1,0 0,0 1,0-1,0 1,1 0,0 1,0-1,0 1,1 0,-1 0,1 0,0 1,1 0,-1 0,1 0,0 0,1 0,0 0,0 1,0-1,0 1,1 0,0-1,0 7,1-12,4 55,-4-55,0 1,0-1,1 0,-1 1,1-1,-1 1,1-1,-1 0,1 0,0 1,0-1,0 0,0 0,-1 0,1 0,1 0,-1 0,0 0,0 0,0 0,0 0,1-1,-1 1,0-1,1 1,-1-1,0 1,1-1,-1 0,1 1,-1-1,1 0,-1 0,1 0,0 0,2-2,-1 0,1 1,-1-1,0 0,0 0,1-1,-1 1,-1-1,1 1,0-1,-1 0,1 0,-1 0,0-1,0 1,2-2,76-143,-83 193,2-30,-2-2,2 0,0 0,0 0,2 0,-1 0,2 0,-1 0,2 0,0 0,-2-11,0 0,0 0,0 0,0 0,0 0,0 0,1-1,-1 1,1 0,-1-1,1 0,0 1,0-1,-1 0,1 0,0 1,0-2,0 1,0 0,0 0,1-1,-1 1,0-1,0 1,0-1,0 0,1 0,-1 0,0 0,0 0,0-1,1 1,65-27,-44 9</inkml:trace>
  <inkml:trace contextRef="#ctx0" brushRef="#br1" timeOffset="16386.517">10643 2846,'-2'45,"-3"0,-2 0,-1-1,-15 43,-3 18,19-57,8-47,-1-1,0 0,1 0,-1 1,0-1,1 0,-1 0,1 0,-1 1,0-1,1 0,-1 0,1 0,-1 0,1 0,-1 0,0 0,1 0,-1 0,1 0,-1 0,1 0,-1 0,1 0,-1-1,0 1,1 0,-1 0,0 0,1-1,-1 1,1 0,-1 0,0-1,1 1,-1 0,0-1,0 1,1 0,-1-1,0 1,0-1,1 1,-1 0,0-1,0 1,0-1,0 1,0 0,0-1,0 1,0-1,0 1,0-1,0 1,0-1,0 1,0 0,0-1,0 1,0-1,0 1,2-4,55-81,-55 83,0 0,0 0,0 0,1 0,-1 1,0-1,1 0,-1 1,1 0,-1 0,1 0,0 0,-1 0,1 0,0 1,0-1,-1 1,1-1,0 1,0 0,0 1,0-1,-1 0,1 1,0-1,0 1,-1 0,1 0,0 0,-1 0,1 1,-1-1,0 1,2 0,1 2,1 0,-1 0,0 1,-1-1,1 1,-1 0,0 0,0 1,0-1,-1 1,0 0,0 0,-1 0,1 0,-1 0,-1 1,1-1,-1 1,0-1,0 1,-1-1,0 1,0-1,-1 1,0 2,-3-4,0 0,0 0,-1 0,0-1,0 1,0-1,0-1,0 1,-1-1,0 0,1 0,-1 0,0-1,-1 0,1 0,0-1,-1 0,1 0,0 0,-1-1,1 0,-2 0,-15 3,-19 1,24-5</inkml:trace>
  <inkml:trace contextRef="#ctx0" brushRef="#br1" timeOffset="18673.8">7287 4290,'-32'-16,"0"2,-2 1,1 1,-2 2,1 1,-1 2,-1 1,-28 0,-170 4,-14 10,55-1,107-4,0 3,0 4,1 4,0 4,-34 13,48-8,0 4,2 2,1 4,2 2,-1 5,34-14,2 1,1 1,2 1,0 2,2 1,2 1,0 1,3 1,1 1,1 1,2 1,2 0,1 1,2 4,-2 8,3 1,2 0,2 0,3 0,1 1,4 0,1-1,8 42,-5-39,2 0,3-1,2-1,3 0,1 0,3-2,3 0,1-2,9 12,39 38,4-3,4-3,51 43,-80-84,3-2,2-3,2-2,1-3,3-2,18 6,20 0,3-4,2-4,1-6,1-3,1-6,2-4,0-5,1-5,59-4,648-8,-450-10,-2-16,0-16,-3-15,7-19,-248 51,-1-5,-2-5,-1-6,-2-5,-3-4,-2-6,65-47,-102 48,-3-3,-2-3,-3-2,-4-4,44-63,-75 93,-1-1,-3-1,-1-1,-2-1,-1-1,-3-1,-2-1,-2-1,-2 0,-2-1,-3 0,2-38,-6 23,-4 0,-2 0,-3 1,-11-51,10 82,-1 0,-2 1,-2 0,0 1,-2 0,-1 1,-2 0,0 2,-2-1,-8-7,-11 0,-1 1,-1 2,-2 2,-1 1,-1 3,-2 1,0 2,-2 3,0 1,-10-1,56 20,-124-53,-2 6,-2 6,-1 5,-2 6,-122-11,113 33,0 7,0 5,1 7,0 6,-29 11,-747 161,536-115,3 17,-162 71,445-128</inkml:trace>
  <inkml:trace contextRef="#ctx0" brushRef="#br1" timeOffset="20317.289">11084 4625,'998'-407,"-580"232,-218 92,826-319,-861 351,-104 43,-60 9,-1-1,0 1,0-1,0 1,0 0,1-1,-1 1,0-1,0 1,0-1,0 1,0 0,-1-1,1 1,0-1,0 1,0-1,0 1,-1-1,1 1,0 0,0-1,-1 0,1 1,0-1,-1 1,1-1,-1 1,1-1,0 0,-1 1,1-1,-1 0,1 1,-1-1,1 0,-1 0,0 1,1-1,-1 0,-16 12</inkml:trace>
  <inkml:trace contextRef="#ctx0" brushRef="#br1" timeOffset="20937.566">12408 3395,'-12'17,"8"-26,4 6,0 0,0 0,-1 0,1 0,-1 0,0 0,1 0,-1 0,-1 0,1 1,0-1,-1 0,1 1,-1-1,0 1,0 0,0-1,0 1,0 0,-1 0,1 0,-1 1,1-1,-1 1,1-1,-1 1,0 0,0 0,0 0,0 0,0 0,0 1,0 0,0-1,-1 1,-5-1,0 1,1 0,-1 1,0 0,1 0,-1 1,0 0,1 0,0 1,-1 0,-3 2,1 1,1 0,0 1,1 0,0 0,0 1,1 0,-1 1,2 0,-1 0,2 1,-1 0,1 0,0 0,1 1,1 0,-1 0,2 0,-1 0,2 1,0-1,0 1,1 0,0-1,1 1,1 7,0-13,1 0,-1-1,1 1,1-1,-1 1,1-1,0 0,1 0,-1 0,1 0,0 0,0-1,0 0,1 0,-1 0,1 0,0-1,0 0,0 0,1 0,-1-1,1 1,-1-1,1-1,4 2,7 1,1-1,0 0,-1-2,1 0,0 0,0-2,0 0,1-2,18-3,0-2,0-2,-1-1,3-3,40-18</inkml:trace>
  <inkml:trace contextRef="#ctx0" brushRef="#br1" timeOffset="22929.93">13852 3461,'0'-45,"1"-33,-4 0,-2 1,-7-14,-101-694,80 465,14-2,14-10,6-10,0 327,0 0,1 1,1 0,0-1,1 1,0 0,1 1,1-1,0 1,1 0,0 0,1 1,0 0,5-4,-5 4,-1 0,0 0,-1-1,0 0,-1 0,0 0,-1-1,1-9,1 4,-6 16,5-9,-1-1,0 1,-1-1,-1 0,0 0,-1 0,0-1,-1 1,0 0,-1 0,-1 0,0 0,-1-2,-57-171,53 157,1 0,1 0,1-1,2 0,1 0,3-23,8 16,-10 37,1 0,0 0,-1 0,1 0,-1 0,1 0,-1 0,1 0,-1 0,1 0,-1 0,1 0,-1 1,1-1,-1 0,1 0,-1 1,1-1,-1 0,1 0,-1 1,0-1,1 0,-1 1,1-1,-1 1,0-1,1 1,-1-1,0 0,0 1,1-1,-1 1,0-1,0 1,0 0,0-1,0 1,0-1,1 1,-1-1,0 1,-1-1,1 1,0-1,0 1,0 0,0-1,5 21,-1 1</inkml:trace>
  <inkml:trace contextRef="#ctx0" brushRef="#br1" timeOffset="23638.828">13691 895,'-129'226,"53"-84,121-236,-5-1,21-79,-31 88,-21 63,-9 23,0 0,1 0,-1 1,0-1,0 0,0 0,0 0,0 0,1 0,-1 1,0-1,0 0,0 0,0 0,1 0,-1 0,0 0,0 0,0 0,1 0,-1 0,0 0,0 0,0 0,1 0,-1 0,0 0,0 0,0 0,1 0,-1 0,0 0,0 0,0 0,0 0,1 0,-1 0,0-1,0 1,0 0,0 0,1 0,-1 0,0 0,0-1,0 24,-2-9,0 0,1 1,1-1,1 0,0 1,1-1,0 0,1 0,0 0,2 0,-1 0,2-1,4 8,10 9,1-1,1-2,2 0,1-1,1-2,16 12,-27-22,33 39,-48-52,0 0,0 1,0-1,-1 0,1 0,0 0,-1 0,1 0,-1 0,1 0,-1 1,0-2,1 1,-1 0,0 0,0 0,0 0,0 0,0 0,0-1,0 1,0-1,0 1,0 0,0-1,0 0,0 1,0-1,-1 0,1 1,0-1,0 0,0 0,-1 0,1 0,0 0,0 0,-1-1,-199 15,193-13,-33 0,0 3,1 1,-1 2,1 2,-19 7,27-2</inkml:trace>
  <inkml:trace contextRef="#ctx0" brushRef="#br1" timeOffset="25142.318">8865 7378,'-59'-36,"-2"3,-1 2,-2 3,0 2,-50-11,83 27,-76-26,-1 6,-1 4,-2 5,0 5,-8 4,-50 4,0 8,1 8,0 6,1 8,0 8,3 6,1 8,-46 23,166-54,1 2,0 2,1 1,1 2,1 2,1 2,1 1,-31 29,59-45,0 1,1 1,0-1,1 1,0 1,1-1,0 1,1 0,0 1,1-1,0 1,1 0,1 0,0 0,1 0,0 0,1 0,0 0,1 1,1-1,0 0,0 0,2-1,0 1,0-1,5 10,2 2,2-1,0 0,1-1,1 0,2-1,0-1,1-1,0 0,2-1,13 8,15 9,2-2,1-2,1-2,12 2,102 38,3-8,2-7,3-7,94 9,133 11,2-18,2-17,1-18,61-20,-65-13,-1-16,344-79,-625 92,-2-5,0-5,-3-5,0-5,-3-5,82-49,-160 75,0-1,-2-2,-1-1,-1-1,-1-2,-2 0,17-23,-33 36,0 0,-1 0,-1-1,0 0,-1-1,-1 0,0 0,-2-1,0 1,-1-1,0 0,-2-1,0 1,-1 0,0-1,-2 1,-2-11,-4 3,-1 1,-2 0,0 1,-2 0,0 0,-2 2,0-1,-2 2,0 0,-2 1,0 1,-1 0,-1 1,0 2,-2 0,1 1,-8-3,-31-19,-1 2,-1 3,-2 3,-2 2,0 4,-1 2,-58-9,-7 6,-2 5,0 7,-86 4,-123 22,2 15,-258 58,521-75,-128 20</inkml:trace>
  <inkml:trace contextRef="#ctx0" brushRef="#br1" timeOffset="28159.493">12114 7471,'-50'9,"50"-9,0 0,0 0,0 0,0 0,0 0,0 1,0-1,0 0,0 0,0 0,1 0,-1 0,0 0,0 1,0-1,0 0,0 0,0 0,0 0,0 0,0 1,0-1,0 0,0 0,0 0,0 0,0 0,0 1,-1-1,22 1,248-33,566-60,128 67,-795 23,-1-7,19-10,-44-14,-135 31,1-1,-1 0,0-1,0 1,-1-1,1-1,-1 1,0-1,0 0,-1-1,1 1,-1-1,0 0,-1-1,0 1,0-1,2-3,0-11,-1 0,-1 0,0 0,-2 0,-1-1,0 1,-1 0,-4-21,3 30,-1-43,-10-160,10 0,15-101,3 171,5-58,-7-46,-21-76,-17-21,2 34,-5-67,3 98,13 0,16-100,63-446,-60 657,31-398,-11 311,-6-235,-1 224,-7 146,-9-71,-7 205,-1-1,0 0,0 0,-1 0,0-1,-1 1,-6 8,3-2,-252 435,342-584,-58 92,151-277,-139 224,-57 157,17-48,2 0,0 1,1-1,0 1,1-1,1 1,1-1,0 1,1-1,1 0,1 0,0 0,1-1,0 0,1 0,1 0,1-1,8 11,19 21,2-2,2-2,14 10,30 31,-47-32,-38-50,1 0,0 0,0 0,-1 0,1 0,-1 0,1 0,-1 0,1 0,-1 0,0 0,1 0,-1 0,0 0,0 0,1-1,-1 1,0 0,0-1,0 1,0-1,0 1,0-1,0 1,0-1,0 0,0 1,0-1,-1 0,1 0,0 0,0 0,0 0,0 0,0 0,-1 0,-31 3,-1-2,0-1,0-1,-12-3,-19-1,42 4,-9-2,0 1,0 2,0 1,1 2,-1 1,1 1,-3 2,29-5,0-1,0 1,0 0,0 1,0-1,1 1,-1 0,1 0,0 0,-1 1,2-1,-1 1,0 1,-9 16</inkml:trace>
  <inkml:trace contextRef="#ctx0" brushRef="#br1" timeOffset="28954.867">14359 2552,'-7'-11,"-2"1,1 0,-1 1,0 0,-1 0,0 1,-1 0,1 1,-1 0,-11-4,18 9,-1 0,1 0,-1 1,0-1,1 1,-1 0,0 0,0 1,0 0,0-1,1 2,-1-1,0 0,0 1,0 0,0 0,1 1,-1-1,1 1,-1 0,1 0,-1 1,1-1,0 1,0 0,1 0,-1 0,0 0,-2 4,0 1,0 0,0 1,1 0,0 0,0 0,1 1,1-1,-1 1,1 0,1 0,0 0,0 0,1 1,1-1,0 0,0 1,1-1,0 0,0 0,1 1,1-1,0 0,0-1,1 1,2 3,-4-10,0 1,1-1,-1 0,1 1,0-1,0-1,0 1,0 0,0-1,1 1,-1-1,1 0,0 0,-1-1,1 1,0-1,0 0,0 0,0 0,0 0,0-1,1 1,-1-1,0 0,0-1,0 1,0-1,0 1,0-1,0 0,0-1,0 1,0-1,0 0,1-1,10-9,-1 0,0-2,-1 0,0 0,-1-1,-1 0,-1-1,0-1,-1 0,0 0,-2 0,0-1,-1 0,0-1,1-16,15-64,-4-1,-4-1,-5 0,-4-54,-10 88,-6 69,-27 84,14-14,3 0,3 2,3 0,4 1,3 0,2 28,6-63,2 1,2-1,1 0,2 0,2 0,2-1,1-1,2 0,2 0,5 7,23 34</inkml:trace>
  <inkml:trace contextRef="#ctx0" brushRef="#br1" timeOffset="29558.255">13036 7887,'-6'4,"1"2,7 2,5 2,1-1</inkml:trace>
  <inkml:trace contextRef="#ctx0" brushRef="#br1" timeOffset="29809.203">13116 8167,'14'11,"8"6,4 5,-3-1</inkml:trace>
  <inkml:trace contextRef="#ctx0" brushRef="#br1" timeOffset="29985.732">13397 8568,'0'0</inkml:trace>
  <inkml:trace contextRef="#ctx0" brushRef="#br1" timeOffset="32527.858">14681 8541,'-4'-5,"0"0,-1 0,1 1,-1-1,0 1,0 0,0 0,0 0,-1 1,0 0,1 0,-1 0,0 1,0 0,-1 0,1 1,0-1,-1 1,1 1,-1-1,1 1,-1 0,1 1,-1-1,1 1,0 1,-1-1,1 1,0 0,0 0,0 1,0 0,1 0,-1 0,-3 4,4-3,1 1,0 0,0 0,0 0,1 1,0-1,0 1,0 0,1 0,-1 0,1 0,1 0,-1 2,2-6,-1 1,1-1,0 1,-1-1,1 1,1-1,-1 1,0-1,1 1,-1-1,1 0,-1 1,1-1,0 1,0-1,0 0,1 0,-1 0,0 0,1 0,0 0,-1 0,1 0,0 0,0-1,0 1,0-1,0 1,0-1,0 0,1 0,-1 0,0 0,1 0,6 1,-1 0,0-1,1 0,0 0,-1-1,1 0,-1-1,1 0,-1 0,1-1,-1 0,0 0,0-1,0 0,0-1,0 1,-1-1,1-1,-1 0,0 0,0 0,-1-1,-5 5,1 0,-1 0,0 0,0-1,0 1,0 0,0-1,0 1,-1 0,1-1,0 1,-1-1,1 0,-1 1,0-1,1 1,-1-1,0 0,0 1,0-1,0 0,0 1,0-1,0 1,-1-1,1 0,-1 1,1-1,-1 1,0-1,1 1,-1-1,0 1,0 0,0-1,0 1,0 0,-1 0,4 15,121 225,-109-211,-4-11,-1 1,-1 0,-1 0,0 1,-2 0,0 0,-1 0,1 9,-6-24,1-1,0 1,-1 0,0-1,0 1,0 0,0-1,-1 1,1-1,-1 0,0 1,0-1,0 0,-1 0,1 0,-1-1,1 1,-1 0,0-1,0 0,0 0,0 0,0 0,-1 0,1-1,-1 1,1-1,-1 0,1 0,-1 0,0 0,1-1,-1 0,0 1,0-1,1-1,-1 1,0 0,0-1,1 0,-1 0,1 0,-1 0,1-1,-4-1,-6-2,-1-1,1-1,1 0,0 0,0-1,0-1,1 0,0-1,0 0,2 0,-8-9,16 17,-1 0,0 0,1 0,0 0,-1 0,1 0,0-1,0 1,0 0,0-1,1 1,-1 0,1-1,-1 1,1-1,0 1,0-1,0 1,0-1,0 1,1-1,-1 1,1 0,0-1,-1 1,1 0,0-1,1 1,-1 0,0 0,0 0,1 0,-1 0,2-1,17-14,0 1,1 0,0 2,1 1,1 0,0 2,20-7,-21 8,237-107,-189 85</inkml:trace>
  <inkml:trace contextRef="#ctx0" brushRef="#br1" timeOffset="33406.349">12916 7885,'15'-6,"-12"5,0 0,0 1,0-1,0 0,0-1,0 1,0 0,0-1,0 0,0 0,-1 0,1 0,-1 0,0 0,1-1,-1 1,0-1,0 1,-1-1,1 0,0 0,-1 0,0 0,0 0,0 0,0 0,0 0,0 0,-1-1,0 0,0 3,0 0,0 0,-1 0,1 0,-1 0,1 1,-1-1,1 0,-1 0,1 0,-1 0,0 1,1-1,-1 0,0 1,0-1,0 1,1-1,-1 0,0 1,0 0,0-1,0 1,0 0,0-1,0 1,0 0,0 0,0 0,0 0,0 0,0 0,0 0,0 0,0 0,0 0,0 1,0-1,0 0,0 1,0-1,0 1,-36 22,35-21,0 1,1 0,-1-1,1 1,0 0,-1 0,1 0,1 0,-1 0,0 0,1 0,-1 0,1 0,0 0,0 0,1 0,-1 0,0 0,1 0,0 0,0 0,0 0,0 0,0-1,0 1,1 0,-1 0,1-1,0 1,0-1,0 0,0 0,0 1,0-1,2 0,11 14</inkml:trace>
  <inkml:trace contextRef="#ctx0" brushRef="#br1" timeOffset="33690.134">13116 8233,'5'-9,"1"-8,0-2,-1-2,-2 2,-3 3,-5 3,-2 3,-4 8,-1 6,0 8,4 6,1 4,6 1,7 1,2-3</inkml:trace>
  <inkml:trace contextRef="#ctx0" brushRef="#br1" timeOffset="34013.272">13384 8608,'2'-2,"3"-4,1-2,-1-3,-1-1,-3 2,-5 1,-3 6,-2 5,2 4,5 1,3-6,3-5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8:21.6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 16,'-5'0,"2"0,5 0,7 0,6-7,1-2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8:28.94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1,'27'0,"30"2,29 1,29 2,21 0,17 0,8-2,-1-3,-12-2,-31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8:29.30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0,'10'12,"2"-1,-1 0,2 0,-1-1,1-1,1 0,0-1,0-1,0 0,1 0,10 1,471 152,-488-157,1 0,-1 0,0 0,0 1,-1 0,1 1,-1 0,0 0,0 0,0 1,-1 0,4 5,-9-9,0 1,0-1,0 1,0 0,-1-1,1 1,-1 0,0-1,0 1,0 0,0 0,0-1,0 1,-1 0,0-1,1 1,-1 0,0-1,0 1,0-1,-1 1,1-1,0 0,-1 1,0-1,1 0,-1 0,0 0,0 0,0-1,-2 2,-19 18,-2-1,0-1,-1-2,-1 0,-1-2,-16 6,-1 3,-64 35,-75 55,119-67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8:30.78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461 604,'-18'-2,"1"0,-1 1,0 1,0 1,1 1,-1 0,0 1,1 1,0 0,0 2,0 0,1 0,-1 2,2 0,-1 1,1 1,1 0,0 1,0 0,1 1,0 0,1 2,1-1,0 1,1 1,0 0,1 0,1 1,-2 5,7-16,0 0,0 1,1-1,0 1,0 0,0-1,0 1,1 0,0 0,0 0,1 1,0-1,0 0,0 0,1 0,0 0,0 0,0 0,1 0,0 0,0-1,0 1,1 0,0-1,0 0,0 0,1 0,0 0,0 0,0-1,0 1,1-1,0-1,2 3,2-2,0 0,1 0,0-1,0 0,0-1,0 0,0-1,0 0,0 0,1-1,-1 0,0-1,0 0,0-1,0 0,5-2,5-2,-1-1,0 0,-1-1,1-1,-2-1,1 0,-1-2,-1 0,5-6,-1 0,-1-2,0 0,-2-1,0-1,-1-1,-2 0,0-1,-2 0,0-1,-2 0,-1-1,-1 0,5-25,1-25,-4-1,-2 0,-4 0,-5-52,1 99,-13-96,13 126,1-1,-1 1,0-1,0 0,0 1,0-1,0 1,0-1,0 1,-1-1,1 1,0-1,0 1,0-1,0 1,-1-1,1 1,0 0,0-1,-1 1,1-1,0 1,-1 0,1-1,-1 1,1-1,0 1,-1 0,1 0,-1-1,1 1,-1 0,1 0,-1 0,1-1,-1 1,1 0,-1 0,1 0,-1 0,1 0,-1 0,1 0,-1 0,1 0,-1 0,1 0,-1 1,1-1,-1 0,1 0,-1 0,1 1,-1-1,1 0,0 0,-1 1,1-1,-1 1,1-1,0 0,-1 1,1-1,0 1,-1-1,1 0,0 1,-34 83,7 14,6 0,3 2,5 0,3 22,6-93,2 1,1-1,1 1,1-1,2 1,1-1,1 0,2 0,1 0,1-1,12 27,-18-49,0 0,1 0,-1 0,1-1,0 1,0-1,1 0,-1 0,1 0,0-1,1 0,-1 0,1 0,0 0,0-1,0 0,0 0,0-1,1 0,-1 0,1 0,0-1,-1 0,1 0,0-1,0 0,-1 0,1 0,0-1,0 0,-1-1,1 1,-1-1,1 0,-1-1,0 0,0 0,0 0,0 0,0-1,1-2,0-3,-1 0,0-1,-1 0,0 0,-1 0,0 0,0-1,-1 0,0 0,-1 0,0 0,-1 0,-1 0,1-1,-2 1,1 0,-2 0,1 0,-2 0,1 0,-2 0,1 0,-3-4,-14-7,20 24,0 0,0 0,0 0,1 0,-1 0,0 0,1 0,0 0,0 0,-1 0,1 0,0 0,1 0,-1 0,0-1,0 1,1-1,-1 1,1-1,-1 1,1-1,0 0,0 1,-1-1,1 0,1 0,7 3,1-1,-1 0,1-1,0 0,0 0,1-1,-1-1,0 0,0 0,0-1,0-1,0 0,0 0,0-1,0 0,-1-1,0-1,1 1,-1-1,-1-1,1 0,-1 0,3-4,12-7,-2-1,0-1,-1-1,-1 0,-1-2,0 0,-2-1,-1-1,-1-1,11-23,-23 45,-1 0,0-1,0 1,-1-1,1 1,-1-1,1 0,-1 1,0-1,0 0,-1 0,1 0,-1 0,0 0,0 0,0 1,-1-1,1 0,-1 0,0 0,0 0,0 1,-1-1,1 0,-1 1,0-1,0 1,0 0,0 0,-1 0,1 0,-1 0,0 0,0 0,0 1,0 0,0-1,-10 0,0 0,0 1,0 1,1 0,-1 0,0 2,0-1,0 2,0 0,0 0,0 1,1 1,0 0,-1 0,2 1,-1 1,0 0,1 1,0 0,1 1,0 0,-4 3,4-3,1 1,-1 0,1 1,1 0,0 0,0 0,1 1,1 1,-1-1,2 1,0 0,0 0,1 0,1 1,0 0,0-1,1 1,1 0,0 0,1 0,1 0,0 0,0 0,1 0,1 0,0-1,1 1,0-1,1 0,1 0,0 0,0-1,6 8,0-6,0 0,0-1,1-1,1 0,0 0,0-2,1 0,0 0,1-1,0-1,0-1,1 0,-1-1,15 2,9 0,-1-1,1-2,0-2,0-2,35-3,9-6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8:32.83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328 157,'-11'-3,"0"0,0 1,0 0,0 1,0 0,0 1,-1 0,1 0,0 2,0-1,0 1,0 1,0 0,0 0,1 1,0 1,-1-1,1 2,1-1,-1 2,1-1,0 1,1 0,0 1,0 0,0 1,1-1,0 1,1 0,0 1,-1 3,5-9,-1 0,1 1,0-1,0 1,0 0,1-1,-1 1,1 0,0 0,1 0,-1 0,1 0,0 0,0 0,1 0,0 0,-1 0,2 0,-1 0,0 0,1-1,0 1,0 0,1-1,-1 0,1 1,0-1,0 0,0 0,1-1,-1 1,1-1,0 0,0 0,1 1,17 7,1-1,0-2,0 0,1-1,-1-2,1 0,1-1,-1-2,1-1,-1 0,23-3,-1 1,0-2,0-2,-1-2,0-2,0-2,-1-2,36-15,-22-11,-57 38,0 0,0 0,0 0,0 0,0 0,0 0,-1-1,1 1,0 0,-1 0,1 0,0-1,-1 1,0 0,1-1,-1 1,0-1,0 1,1 0,-1-1,0 1,0 0,-1-1,1 1,0-1,0 1,-1 0,1-1,-1 1,1 0,-1 0,1-1,-1 1,0 0,0 0,0 0,0 0,1 0,-1 0,-1 0,1 0,0 0,0 0,0 0,-1 0,1 0,-1 0,1-1,-1 1,1 0,-1 0,0 0,1 0,-1 0,0 1,1-1,-1 0,0 1,0-1,0 1,0 0,0 0,0 0,0 0,1 0,-1 0,0 0,0 0,0 1,0-1,0 1,0-1,1 1,-1 0,0 0,1 0,-1 0,0 0,1 0,-1 0,1 0,-1 1,1-1,0 1,0-1,0 1,0-1,0 1,0 0,0-1,0 1,0 0,1 0,-1 0,1-1,0 1,-1 0,1 0,0 0,0 0,0 0,0 0,0 0,4 5,-1 0,1 0,1 0,-1 0,1-1,0 1,1-1,-1-1,1 1,0-1,1 0,-1 0,1-1,0 0,0 0,0 0,5 0,15 10,1-2,0-2,1 0,0-2,0-1,1-1,8 0,-36-5,1-1,0 1,-1 0,1-1,0 1,-1-1,1 0,0 0,0 0,-1 0,1-1,0 1,-1-1,1 0,-1 1,1-1,0 0,-1-1,0 1,1 0,-1-1,0 1,0-1,1 0,-1 1,-1-1,1 0,0 0,0-1,-1 1,1 0,-1-1,0 1,0 0,1-3,-3-3,-1 1,0-1,0 0,0 1,-1 0,-1 0,1 0,-1 0,0 0,0 1,-1-1,0 1,0 0,-1 1,0-1,1 1,-4-1,7 3,-49-41,-1 1,-2 3,-12-5,62 43,-40-38,45 38,-1 1,1 0,-1-1,1 1,-1 0,1 0,0 0,0 0,0-1,0 1,0 0,0 1,0-1,0 0,0 0,0 0,0 0,0 1,1-1,-1 1,0-1,0 1,1-1,-1 1,0 0,1 0,-1-1,1 1,-1 0,0 0,1 1,0-2,59-9,1 3,0 3,10 2,-37 1,-6 0,19-2,0 2,0 2,-1 3,1 1,13 5,-56-10,-1 1,0 0,1 0,-1 0,0 0,0 0,0 1,0 0,0 0,-1 0,1 0,0 1,-1-1,0 1,1 0,-1 0,0 0,-1 0,1 1,0-1,-1 1,0 0,0-1,0 1,0 0,-1 0,1 0,-1 1,0-1,-1 0,1 0,-1 1,1-1,-1 4,-51 162,51-168,0 0,0 0,0 1,0-1,1 0,-1 0,1 0,-1 0,1 0,0 0,0 0,0 0,0 0,0 0,0 0,1 0,-1-1,1 1,-1-1,1 1,0-1,-1 1,1-1,0 0,0 0,0 0,0 0,0 0,0 0,0-1,0 1,0-1,1 1,75 3,-63-5,0-1,1 0,-1-2,0 0,-1 0,1-2,-1 1,0-2,0 0,-1-1,0 0,0-1,-1 0,0-1,0-1,-1 1,-1-2,0 0,0 0,-2 0,1-1,4-11,-6 11,0-1,-1 0,-1 0,0 0,-1-1,0 1,-1-1,-1 0,0-4,-2 19,0 1,0-1,0 1,0 0,0-1,0 1,0-1,0 1,0-1,-1 1,1 0,0-1,0 1,0-1,-1 1,1-1,0 1,-1-1,1 0,0 1,-1-1,1 1,-1-1,1 0,0 1,-1-1,1 0,-1 1,1-1,-1 0,1 0,-1 1,0-1,1 0,-1 0,1 0,-1 0,1 0,-1 0,1 0,-1 0,0 0,1 0,-1 0,1 0,-1 0,1-1,-1 1,1 0,-1 0,1-1,-1 1,1 0,-1 0,1-1,-1 1,1-1,-1 1,1 0,0-1,-1 1,1-1,0 1,-1-1,1 1,0-1,0 1,0-1,-1 1,1-1,-8 16,0 0,1 1,1 0,0 0,1 0,1 1,1-1,0 1,1 0,1 0,0 5,1-17,-1 1,1-1,0 1,1 0,-1-1,1 1,0-1,1 1,-1-1,1 0,0 0,0 1,1-1,0-1,-1 1,2 0,-1-1,0 1,1-1,0 0,0 0,0 0,1-1,-1 0,1 0,4 3,5-1,1-1,-1 0,1-1,-1-1,1 0,0-1,0-1,0 0,-1-1,1 0,0-2,-1 1,1-2,-1 0,0-1,0 0,0-1,-1 0,8-6,-10 5,0-1,0 0,0-1,-1 0,-1-1,0 0,0-1,-1 1,0-2,-1 1,0-1,-1 0,0 0,-1-1,-1 0,0 0,0 0,-1 0,-1 0,0-1,-1-2,-1 15,1-1,-1 0,1 1,-1-1,0 0,1 0,-1 1,0-1,0 0,-1 0,1 1,0-1,-1 0,1 1,-1-1,1 0,-1 1,0-1,1 0,-1 1,0-1,0 1,0 0,0-1,-1 1,1 0,0-1,-1 1,1 0,0 0,-1 0,1 0,-1 1,0-1,1 0,-1 1,0-1,1 1,-4 3,1 0,-1 1,1 0,0 0,0 0,0 0,1 1,0-1,0 1,0 0,0 0,1 0,-1 0,1 0,1 1,-1-1,1 1,0-1,0 1,1 0,-1-1,1 4,0-1,0 0,1 0,-1 0,2 0,-1 0,1-1,0 1,0 0,1-1,0 1,1-1,0 0,0 0,0 0,1-1,0 1,0-1,1 0,-1-1,1 1,1-1,-1-1,1 1,-1-1,1 0,1 0,-1-1,0 0,1 0,3 0,10 5,0-2,1 0,-1-2,1 0,0-1,1-1,-1-2,0 0,0-1,0-1,0-1,0-1,0-1,-1-1,1-1,-2-1,1 0,11-8,-21 7,-1 0,0 0,-1-2,1 1,-2-1,0 0,0-1,-1 0,0 0,-1 0,-1-1,0 0,0 0,-1 0,-1-1,-1 0,0 1,0-1,-1 0,-1 0,0 0,-1 0,-1 1,0-1,-1-2,2 12,1-1,-1 1,1 0,-1 0,-1 0,1 0,0 0,-1 0,0 0,0 0,0 0,0 1,-1-1,0 1,1 0,-1-1,0 1,0 1,-1-1,1 0,-4-1,5 4,0 0,1 0,-1 0,0 0,0 1,1-1,-1 1,0-1,1 1,-1-1,1 1,-1 0,1 0,-1 0,1 0,-1 0,1 0,0 0,0 1,-1-1,1 0,0 1,0-1,0 1,1-1,-1 1,0-1,0 1,1 0,-8 17,1 0,1 0,0 0,2 1,0 0,1 0,1 0,1 11,-1-14,-9 251,12 55,0-307,8 421,-9-420,1-7,-1 0,0 0,0 0,-1 0,-1 0,1-1,-2 1,1 0,-1-1,-1 0,0 0,-2 4,6-12,-1-1,1 1,-1 0,1-1,-1 1,1-1,-1 1,1-1,-1 1,0-1,1 0,-1 1,0-1,1 0,-1 1,0-1,1 0,-1 0,0 0,0 1,1-1,-1 0,0 0,0 0,1 0,-1 0,0-1,0 1,1 0,-1 0,0 0,0-1,1 1,-1 0,0-1,1 1,-1-1,0 1,1 0,-1-1,1 0,-1 1,1-1,-1 1,1-1,-1 0,-20-31,10 0,1 0,2-1,1 0,2-1,1 1,1-1,2-16,-5-50,5 0,4 0,5 1,4 0,16-59,-22 133,1 0,1 1,1 0,1 0,8-13,-15 31,1 0,0 0,0 0,1 0,0 0,0 1,0 0,1 0,-1 0,1 1,0 0,1 0,-1 0,1 1,-1 0,1 0,0 1,0-1,0 2,1-1,4 0,5 3,0 1,0 0,-1 1,1 1,-1 1,0 0,-1 1,1 1,-1 0,0 1,-1 1,0 0,0 1,-1 0,0 1,-1 0,0 1,-1 1,0 0,-1 1,8 14,-15-25,0 1,0 0,0 0,-1 0,0 1,0-1,0 0,0 1,-1-1,0 1,0 0,0-1,0 1,-1 0,0 0,0 0,0-1,0 1,-1 0,0 0,0-1,0 1,-1-1,1 1,-1-1,0 1,0-1,-1 0,1 0,-1 0,0 0,0-1,0 1,-1-1,1 0,-3 2,-5 2,-1 0,-1-1,1 0,-1-1,0 0,0-1,-5 0,-39 9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8:33.5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1049,'198'-114,"-129"79,25-14,-3-3,-2-5,-3-3,-3-4,-2-4,10-16,-71 65,-2-1,0-1,-1-1,-1 0,-2-1,0-1,-1 0,9-25,-20 45,0 0,0-1,0 1,-1-1,0 1,0-1,0 1,0-1,-1 1,0-1,0 0,0 1,0-1,-1 0,0 1,0-1,0 1,0-1,-1 1,0 0,1-1,-2 1,1 0,0 0,-1 0,0 1,0-1,0 1,0-1,-4-2,-4 3,0-1,-1 2,1-1,-1 1,0 1,1 0,-1 1,0 0,0 1,1 0,-1 1,1 1,-1-1,1 2,0-1,0 2,0-1,1 2,-1-1,1 1,-6 5,-4 3,0 0,1 2,1 0,0 1,1 1,1 0,0 1,2 1,0 1,1 0,2 0,0 1,1 1,1 0,1 0,1 1,1-1,2 2,0-1,1 0,2 1,0-1,2 1,0-1,2 1,1-1,1 0,1 0,0 0,8 13,-5-14,1-1,1 0,1 0,1-1,1-1,1 0,1-1,0-1,2 0,0-2,14 11,-22-19,1 0,1 0,-1-2,1 1,1-1,-1-1,1-1,-1 1,1-2,1 0,-1 0,0-1,1-1,-1 0,1-1,-1-1,1 0,-1-1,0 0,1-1,11-4,-7-2,1-1,-2 0,1-2,-2 0,1-1,-2 0,0-2,0 0,-2 0,1-1,-2-1,-1 0,0-1,-1 0,0 0,-2-1,0-1,-2 1,0-1,-1 0,-1 0,0-1,-2 1,0-13,-1 31,-1 1,1-1,0 1,-1-1,1 1,-1-1,0 1,1-1,-1 0,0 1,0-1,0 0,0 1,0-1,-1 0,1 1,0-1,-1 1,1-1,-1 1,0-1,1 1,-1-1,0 1,0-1,0 1,0 0,0-1,0 1,0 0,-1 0,1 0,0 0,-1 0,1 0,0 0,-1 1,1-1,-1 0,0 1,1-1,-1 1,1 0,-1-1,0 1,1 0,-1 0,0 0,0 0,-6 6,0 0,1 1,0-1,0 1,1 1,0-1,0 1,0 0,1 1,1-1,-1 1,2 0,-1 0,1 0,0 0,1 1,0-1,0 1,1 2,0-2,1 1,-1 0,2 0,0-1,0 1,1 0,0-1,1 1,0-1,0 0,1 0,1 0,0-1,0 1,0-1,2 0,-1-1,1 1,0-1,1-1,-1 1,2-1,-1 0,1-1,0 0,0-1,0 0,8 3,-4-2,1 1,0-2,0 0,0-1,0 0,1-1,0-1,-1 0,1-1,0-1,0 0,0-1,0 0,-1-1,1-1,-1-1,1 0,-1 0,0-2,-1 0,1 0,-1-1,0-1,-1 0,0-1,0 0,8-9,-5 0,-1-1,0-1,-2 0,0-1,-2 0,0-1,-1 0,-1 0,2-15,38-212,-7-167,-40 306,0 110,-1-1,0 0,0 1,0-1,0 1,0-1,0 0,0 1,0-1,0 1,0-1,0 0,0 1,0-1,0 1,0-1,-1 0,1 1,0-1,0 1,-1-1,1 1,-1-1,1 1,0-1,-1 1,1-1,-1 1,1 0,-1-1,1 1,-1 0,1-1,-1 1,1 0,-1 0,1-1,-1 1,0 0,1 0,-1 0,0 0,1 0,-1 0,1 0,-1 0,0 0,1 0,-1 0,1 0,-1 0,0 1,1-1,-1 0,1 0,-1 1,1-1,-1 0,1 1,-1-1,1 1,-1-1,1 0,-1 1,1-1,0 1,-1-1,1 1,0 0,-53 91,32-38,3 2,2 0,3 1,2 0,2 1,3 0,3 0,3 24,-1-47,3-1,0 0,2 0,2-1,1 1,1-1,2 0,2-1,0-1,3 1,0-2,2 0,1-1,18 22,43 15,-76-64,0-1,0 1,0-1,0 0,1 0,-1 0,0 0,0 0,1-1,-1 0,0 1,1-1,-1 0,0-1,1 1,-1-1,0 1,1-1,-1 0,0 0,0 0,0-1,0 1,0-1,0 0,0 1,2-4,18-20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8:34.33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69 377,'-68'-46,"68"45,-1 0,1 1,0-1,0 0,0 1,0-1,1 0,-1 0,0 1,0-1,0 0,0 1,1-1,-1 0,0 1,1-1,-1 1,1-1,-1 0,0 1,1-1,-1 1,1-1,0 1,-1-1,1 1,-1 0,1-1,0 1,-1 0,1-1,0 1,-1 0,1 0,0 0,-1 0,1-1,0 1,0 0,-1 0,1 0,0 0,-1 1,1-1,0 0,-1 0,1 0,0 1,-1-1,1 0,0 0,-1 1,1-1,0 1,-1-1,1 1,-1-1,263 37,322 73,-501-91,-92-15,-242 31,220-28,1 1,-1 1,2 2,-15 7,34-14,0 1,1 0,-1 0,1 1,0 0,0 1,1 0,-1 0,2 0,-1 1,1 0,0 0,1 1,0-1,-2 6,5-11,1 1,0 0,0 0,0-1,0 1,1 0,0 0,0 0,0 0,0 0,0 0,1 0,0-1,0 1,0 0,0 0,0-1,1 1,0-1,-1 1,1-1,1 0,-1 1,0-1,1 0,0-1,-1 1,1 0,0-1,1 1,7 5,0 0,0-2,1 1,0-1,0-1,1 0,-1-1,5 1,2 0,0-1,0-1,-1 0,2-2,-1 0,0-1,0-1,0-1,0-1,2-1,-10 2,0-1,-1 0,0-1,1 0,-1-1,0 0,-1 0,1-1,-1-1,-1 0,1 0,-1 0,0-1,-1 0,1-1,-2 1,1-2,-1 0,0 0,-1-1,0 0,0 0,-1 0,-1 0,0 0,-1-1,0 0,0-8,-1 19,-1 0,0 1,1-1,-1 0,0 0,1 1,-1-1,0 0,0 0,0 0,1 1,-1-1,0 0,0 0,0 0,0 0,-1 1,1-1,0 0,0 0,0 0,-1 1,1-1,0 0,-1 0,1 1,-1-1,1 0,-1 1,1-1,-1 0,1 1,-1-1,0 1,1-1,-1 1,0-1,0 1,1 0,-1-1,0 1,0 0,1 0,-1-1,0 1,0 0,0 0,1 0,-1 0,0 0,0 0,0 0,0 0,1 0,-1 0,0 1,0-1,0 0,1 1,-1-1,0 0,0 1,1-1,-1 1,0-1,1 1,-1 0,-5 6,1 1,0 0,0 0,1 0,0 1,0-1,1 1,0 0,1 0,0 0,0 0,1 1,0-1,1 0,0 1,0-1,1 0,0 1,1-1,0 0,1 0,0 1,1-1,1 1,-1-1,2-1,-1 1,1-1,0 0,1 0,0 0,0-1,1 0,0-1,0 0,0 0,1-1,0 1,0-2,0 0,1 0,-1 0,1-1,0-1,0 0,0 0,0-1,0 0,1-1,-1 0,0 0,0-1,0-1,0 1,0-2,10-3,-3 0,1-1,-1-1,0-1,0 0,-1-1,0-1,-1 0,0-2,-1 1,-1-2,0 0,-1 0,4-7,8-12,-2-2,-1-1,-2 0,-1-1,8-27,-7 10,-1-1,-3 0,-2-1,-3-1,-2 0,0-40,-20 24,11 72,1-1,-1 0,0 1,0-1,0 0,0 1,0-1,0 1,0 0,0-1,-1 1,1 0,-1 0,1 0,-1 0,1 0,-1 0,1 0,-1 1,0-1,0 0,1 1,-1-1,0 1,0 0,1 0,-1 0,0-1,0 2,0-1,0 0,1 0,-1 1,0-1,0 1,1-1,-1 1,-7 4,0 1,0 1,0-1,1 2,0-1,1 1,0 0,0 0,0 1,1 0,1 0,0 1,0-1,0 1,1 0,1 0,0 1,0-1,0 8,-5 21,3 0,1 0,2 1,2-1,1 0,2 1,2-1,1-1,2 1,2-1,2 0,1-1,2-1,1 0,2-1,1 0,2-2,1-1,2 0,1-2,15 14,-22-24,0-1,1-1,1-1,1-1,0-1,1 0,1-2,23 11,-40-22,-1 1,1-1,-1 0,1-1,0 1,-1-1,1 0,0 0,0-1,0 0,0 0,0 0,5-2,13-8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8:34.60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0,'16'3,"21"4,24 6,28 6,23 4,18 4,9 3,-1-2,-16-5,-30-7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8:35.38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0 720,'94'-221,"28"-188,-121 406,-1-1,1 0,-1 0,1 0,0 1,0-1,0 0,0 0,1 1,0-1,-1 1,1 0,1-1,-1 1,0 0,1 0,-1 0,1 1,0-1,0 0,0 1,0 0,1 0,-1 0,0 0,1 1,0-1,-1 1,1 0,0 0,0 0,2 0,8 5,-1 2,0-1,0 2,0 0,-1 0,1 1,-2 0,1 1,-2 1,1 0,0 1,0-1,4 2,-1 1,0 0,0 1,-2 1,1 0,-2 1,0 0,-1 1,-1 0,0 0,-1 1,-1 0,0 4,-6-17,0 0,0 0,-1 0,1 0,-1 0,-1 0,1 0,-1 0,1 0,-1 0,-1 0,1-1,-1 1,0 0,0-1,0 1,0-1,-1 0,0 1,0-1,0-1,0 1,-1 0,0-1,1 0,-1 0,0 0,-1 0,1 0,0-1,-1 0,1 0,-1 0,0-1,0 1,0-1,0 0,4-1,-1 1,0-1,1 1,-1-1,1 0,-1 0,0 0,1 0,-1 0,0 0,1-1,-1 1,0 0,1-1,-1 1,1-1,-1 0,1 1,-1-1,1 0,-1 0,1 0,0 0,0 0,-1 0,1-1,0 1,0 0,0-1,0 1,0 0,1-1,-1 1,0-1,1 1,-1-1,1 0,-1 1,1-1,0 0,0 1,0-1,0 1,0-1,0 0,0 1,0-1,1 0,-1 1,1-1,-1 1,1-1,-1 0,1 1,0 0,0-2,13-12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8:36.3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371 1035,'-17'-11,"0"0,0 2,-1 0,0 0,-1 2,0 0,0 1,-1 2,-13-3,27 5,1 1,-1 0,0-1,0 2,0-1,0 1,0 0,0 0,1 1,-1-1,0 2,0-1,0 0,1 1,-1 0,1 0,-1 1,1 0,0 0,0 0,0 0,1 1,-1 0,1 0,0 0,0 0,0 1,0-1,1 1,0 0,0 0,0 0,0 1,-1 4,3 3,0-1,1 1,1-1,0 0,0 1,1-1,1 0,0 0,0 0,1 0,1-1,0 0,1 1,0-2,0 1,1-1,1 0,0 0,0-1,1 0,0-1,0 0,1 0,0-1,0 0,1-1,0 0,0 0,1-2,8 4,4-4,0 0,0-2,1 0,-1-2,0-1,1-1,-1-1,0 0,0-2,0-1,-1-2,0 0,0-1,-1-1,0-1,8-6,22-10,-2-1,0-4,-3-1,0-2,-3-2,-1-3,-1-1,-3-1,-1-3,-3-1,-1-1,-3-2,-1-2,-3 0,-2-2,-3-1,-2 0,9-41,-23 69,-2 1,0-1,-2 0,-1 0,-1 0,-1 0,-2-7,2 23,-1 1,0-1,0 1,-1 0,0 0,-1 0,0 0,0 0,-1 1,0-1,0 1,-1 1,0-1,0 1,-1 0,0 0,0 1,-1 0,0 0,0 1,-1 0,-1 0,-1 0,0 1,0 1,0 0,0 0,-1 1,1 1,-1 0,0 0,1 1,-1 1,1 0,-1 0,1 1,-1 1,1-1,0 2,0 0,0 0,1 1,-1 1,1-1,0 2,1-1,0 1,0 1,0 0,1 0,0 0,-2 4,0 3,1 0,0 0,2 0,0 1,0 0,1 1,1-1,1 1,1 0,0 0,1 0,1 1,0-1,1 0,1 1,3 13,3 9,1-1,2 0,1-1,2 0,2-1,16 28,24 34,58 78,37 65,-113-165,-27-70,-3-26,-5 9,9-21,2 0,1 1,1 1,1 0,2 1,1 0,1 2,1 1,1 0,2 1,21-16,18 1,-62 38,0 1,0 0,-1 0,1-1,0 1,0 0,0 0,0 0,0 0,0 0,0 0,0 0,0 0,0 1,0-1,0 0,0 1,0-1,0 0,-1 1,1-1,0 1,0-1,0 1,-1 0,1-1,0 1,-1 0,1-1,0 1,-1 0,1 0,-1 0,1 0,-1-1,0 1,1 0,-1 0,0 0,0 0,1 0,3 45,-4-41,-1 39,-1-32,1 1,1-1,0 1,0-1,1 1,1-1,0 0,0 1,2-1,-1 0,2-1,-1 1,2-1,-1 1,2-2,1 4,1-5,0-1,0 0,1 0,0-1,0 0,1 0,0-1,0-1,0 0,1-1,-1 0,1 0,0-1,1-1,-1 0,0-1,3 0,5 0,1-1,-1 0,1-2,-1 0,0-2,0 0,0-1,0-1,-1-1,1-1,-7 2,0 0,0-1,-1-1,0 1,0-2,-1 0,0 0,-1-1,0 0,-1-1,0 0,0-1,-1 0,-1 0,0 0,0-1,-2 0,1 0,-2-1,0 0,0 0,-1 0,-1 0,-1 0,0 0,0 0,-2-12,0 19,-1 0,1 1,-1-1,0 1,-1 0,0-1,0 1,0 0,-1 1,1-1,-4-3,5 7,1 0,-1 1,0-1,1 0,-1 1,0 0,0-1,0 1,0 0,0 0,0 0,0 0,0 1,0-1,-1 0,1 1,0-1,0 1,-1 0,1 0,0 0,-1 0,1 0,0 1,0-1,-1 1,1-1,0 1,0 0,0 0,0 0,0 0,0 0,0 0,-1 2,-4 3,1 0,1 0,-1 1,1 0,0 0,1 1,-1-1,2 1,-1 0,1 0,0 0,1 1,0-1,0 1,0-1,1 1,1 0,0-1,0 1,0 0,1-1,1 1,-1 0,1-1,1 0,0 1,0 0,4 3,0 0,1 0,1 0,0-1,0-1,1 1,1-1,-1-1,1 0,1-1,0 0,0-1,1 0,-1 0,2-2,-1 0,0 0,1-1,0-1,0 0,0-1,5 0,43 6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8:37.3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46 0,'-6'8,"1"0,0 0,0 0,1 0,0 1,1-1,0 1,0 0,1 0,0 1,0-1,1 0,0 1,1-1,0 0,1 1,0-1,0 0,1 1,0-1,0 0,1 0,1-1,-1 1,1-1,1 1,0-1,0 0,0-1,1 1,0-1,0 0,1-1,0 0,0 0,1 0,0-1,3 2,-2-2,0-1,0 0,1-1,-1 0,1 0,0-1,0 0,0-1,0 0,0 0,1-1,-1-1,0 1,0-2,0 1,0-2,0 1,-1-1,1-1,-1 0,0 0,0-1,0 0,0 0,-1-1,0 0,0-1,-1 1,1-2,-2 1,1-1,-1 0,0 0,-1-1,0 1,2-6,-1 1,0 0,-2 0,1 0,-2-1,0 0,0 1,-1-1,-1 0,-1 0,0-1,-1-3,2 17,-1-1,0 0,-1 0,1 0,0 0,0 1,-1-1,1 0,-1 0,0 1,1-1,-1 0,0 1,0-1,0 0,0 1,0 0,0-1,-1 1,1 0,0-1,-1 1,1 0,-1 0,1 0,-1 0,0 0,1 1,-1-1,0 0,0 1,1-1,-1 1,0 0,0 0,0-1,0 1,1 0,-1 1,0-1,0 0,0 0,0 1,1-1,-2 1,-3 3,1 1,-1-1,1 1,0 0,0 0,0 1,1 0,0-1,0 1,1 1,-1-1,1 0,1 1,-1 0,1 0,0-1,1 1,-1 0,1 1,1-1,0 0,0 0,0 3,1 0,1 0,-1 0,2 0,-1 0,2-1,-1 1,1-1,1 0,-1 0,1-1,1 1,0-1,0 0,1-1,0 1,0-1,0-1,1 1,0-1,0-1,1 1,6 2,-2-1,1 0,1-1,-1-1,1 0,0-1,0 0,0-1,0-1,1-1,-1 0,1-1,-1 0,1-1,7-2,-15 1,0 0,0 0,0 0,-1-1,1 0,-1-1,0 1,0-1,0-1,-1 0,1 1,-1-2,0 1,0-1,-1 0,0 0,0-1,0 1,-1-1,0 0,0 0,-1-1,0 1,0-1,-1 0,1 1,-1-3,2-22,0 1,-2-1,-2 0,0 0,-3 0,-1-4,1 96,2-47,1 0,0 0,1 0,0 0,1 0,0 0,1 0,0 0,1-1,1 1,0-1,1 0,0-1,0 1,2-1,-1-1,1 1,1-1,0-1,0 1,1-1,0-1,0 0,1-1,8 5,10-2,1 0,0-2,0-2,1 0,0-2,0-2,0-1,25-2,-24 2,1-1,-1-2,1-1,-1-2,0-1,-1-2,1-1,-1-1,-1-1,14-9,-39 18,-1 0,0 0,0-1,1 0,-1 0,-1 0,1 0,0-1,-1 1,0-1,0 0,0 0,0 0,0 0,-1 0,0-1,0 1,0-1,-1 0,1 1,-1-1,0 0,0 0,-1 0,0 0,1 0,-2 0,1 0,-1 1,0-5,-5 0,0 0,-1 0,0 0,0 0,-1 1,0 1,-1-1,1 1,-1 1,-1 0,1 0,-1 1,0 0,-1 0,1 1,-1 1,1 0,-1 0,0 1,0 0,-1 1,1 1,-1-1,7 1,0 0,0 0,-1 0,1 0,0 1,0 0,0 0,0 0,0 1,0-1,0 1,0 0,0 1,1-1,-1 1,1 0,0 0,0 1,0-1,0 1,1 0,-1-1,1 2,0-1,0 0,1 1,-1-1,1 1,0 0,0 0,0 0,1 0,-1 5,1-3,0 0,1 0,0 0,0 0,1 0,-1 0,2 0,-1 0,1 0,0 0,0 0,1-1,0 1,0-1,0 0,1 0,0 0,0 0,1-1,0 0,0 0,0 0,0 0,1-1,0 0,0 0,0 0,0-1,0 0,1 0,-1-1,1 1,0-1,0-1,4 1,1 0,0-1,1 0,-1-1,0 0,0 0,0-2,0 0,0 0,0-1,0 0,-1-1,1 0,-1-1,0-1,0 0,-1 0,0-1,0 0,0 0,-1-1,0-1,-1 0,0 0,0 0,-1-1,0 0,-1-1,0 1,0-1,-1 0,-1-1,0 1,0-1,-1 0,-1 0,0 0,0-8,-2 17,1 1,-1 0,0-1,1 1,-1 0,0-1,-1 1,1 0,0-1,-1 1,1 0,-1-1,0 1,1 0,-1 0,0 0,-1 0,1 0,0 0,0 0,-1 0,1 0,-1 0,0 1,0-1,1 1,-1-1,0 1,0 0,0 0,0 0,-1 0,1 0,0 0,0 0,-1 1,1-1,0 1,-1 0,1 0,0 0,-1 0,1 0,0 0,-1 0,1 1,0-1,-1 1,1 0,-1 0,-1 1,1 1,-1-1,1 1,0 0,-1 0,1 0,1 0,-1 0,0 1,1-1,0 1,0 0,0 0,0 0,0 0,1 0,0 0,0 0,0 0,0 0,1 1,0-1,-1 0,2 1,-1-1,0 0,1 0,0 1,0-1,0 0,0 0,1 0,0 0,-1 0,1-1,1 1,-1 0,1-1,-1 1,1-1,0 0,1 0,14 14,2-2,0 0,1-1,0-1,1 0,0-2,1-1,1-1,-1-1,10 1,-18-3,103 32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8:37.9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383 717,'-9'-7,"-1"1,1 1,-1 0,0 0,0 0,0 2,-1-1,1 1,-1 1,0 0,0 0,0 1,0 0,0 1,0 1,0 0,0 0,1 1,-1 0,0 1,1 0,-1 0,1 2,0-1,0 1,0 1,1-1,0 2,0-1,1 1,-1 1,2-1,-1 1,1 1,-2 2,6-8,1 1,-1 0,0-1,1 1,0 0,0 1,0-1,1 0,-1 1,1-1,0 1,0-1,0 1,1-1,0 1,0 0,0-1,0 1,1-1,0 1,0 0,0-1,0 0,1 1,0-1,0 0,0 0,0 0,0 0,1 0,0 0,0-1,2 3,5-1,1-1,-1-1,1 0,-1 0,1-1,0 0,0-1,0 0,0-1,0 0,0-1,0 0,-1 0,1-1,0-1,-1 0,1-1,-1 1,0-2,4-2,8-2,-1-2,-1 0,1-1,-2-1,0-1,-1 0,0-2,-1 0,-1-1,0 0,-1-1,-2-1,1-1,-2 0,-1 0,0-1,-2-1,0 1,2-14,4-28,-3 0,-3 0,-2-1,-4 0,-3-62,-13 26,13 99,-1 0,1 0,0 0,0 0,-1 0,1 1,0-1,-1 0,1 0,-1 0,1 0,-1 1,0-1,1 0,-1 1,0-1,1 0,-1 1,0-1,0 1,0-1,1 1,-1-1,0 1,0 0,0-1,0 1,0 0,0 0,0 0,0 0,0 0,0 0,0 0,0 0,1 0,-1 0,0 0,0 1,-1-1,-29 28,15-1,0 1,3 1,0 1,1-1,2 2,1 0,2 0,1 0,1 1,0 24,2-33,0 0,2 0,0 0,2 0,0 0,2 0,0 0,2 0,0-1,2 0,0 0,2 0,0-1,1 0,1-1,1 0,1-1,1 0,4 3,-13-16,1-1,0 0,0 0,0-1,1 1,-1-2,1 1,0-1,0 1,0-2,1 1,-1-1,0 0,1-1,0 0,-1 0,1-1,0 0,-1 0,1 0,0-1,-1-1,1 1,-1-1,1 0,-1-1,0 0,0 0,0 0,0-1,-1 0,1 0,-1-1,0 0,0 0,-1 0,5-6,-1-3,1-1,-2 0,0 0,-1-1,-1 0,0 0,-1-1,0 0,-2 1,0-2,-1 1,-1 0,0 0,-1 0,-3-16,4 26,-2 0,1 1,-1-1,0 1,0-1,-1 1,1 0,-2 0,1-1,-1 1,1 0,-2 1,1-1,-1 1,0-1,-1 0,3 5,1 0,-1 1,0 0,0-1,1 1,-1 0,0 0,0 0,1 0,-1 0,0 0,0 0,1 1,-1-1,0 1,1-1,-1 1,0-1,1 1,-1 0,1 0,-1 0,1 0,0 0,-1 0,1 1,0-1,0 0,0 1,0-1,0 0,0 1,0-1,0 1,0 0,1-1,-1 1,1 0,-1-1,1 1,0 0,0 0,-3 9,1-1,0 0,1 1,0-1,0 1,2-1,-1 1,1-1,1 1,0-1,0 0,1 0,0 0,1 0,0 0,0-1,1 1,1-1,-1-1,1 1,1-1,0 0,0 0,0-1,1 0,4 3,43 35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8:39.28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72,'6'41,"1"1,3-1,1-1,1 0,3 0,12 23,27 18,-52-78,1-1,-1 0,1 1,-1-1,1 0,-1 0,1-1,0 1,0 0,0-1,0 0,0 0,0 0,1 0,-1 0,0-1,0 1,1-1,-1 0,0 0,1 0,-1 0,0-1,0 1,1-1,-1 0,3-1,4-5,-1 0,0-1,-1 0,1-1,-2 0,1 0,-1 0,0-1,-1 0,0-1,-1 1,0-1,-1 0,0 0,-1-1,0 1,-1-1,0 1,0-3,-2 11,5-17,-1 1,-1-1,0 0,-2 0,0 0,-2-8,-7 39,5 1,1 0,1 0,0 0,0 0,1 0,1 0,0 0,1 0,0 0,1-1,0 1,0-1,2 1,-1-1,4 4,-5-7,1-1,1 0,-1 0,1 0,0 0,1-1,-1 0,1 0,1 0,-1-1,1 0,0 0,0 0,0-1,1 0,0-1,-1 0,1 0,0 0,1-1,-1-1,4 1,-6-1,1-1,-1-1,1 1,-1-1,0 0,1-1,-1 1,0-1,0 0,0-1,0 0,0 0,-1 0,1 0,-1-1,0 0,0 0,0 0,-1-1,1 0,-1 0,0 0,-1 0,1 0,-1-1,2-4,4-8,-1 1,-1-1,-1-1,0 0,-1 1,-2-2,0 1,0-6,-3-61,-1 85,1 1,-1-1,1 1,0-1,-1 1,0-1,1 1,-1 0,1-1,-1 1,1 0,-1-1,0 1,1 0,-1 0,0-1,1 1,-1 0,0 0,1 0,-1 0,0 0,1 0,-1 0,0 0,1 0,-1 1,0-1,1 0,-1 0,0 0,1 1,-1-1,0 0,1 1,-1-1,1 1,-1-1,1 1,-1-1,1 1,-1-1,1 1,0-1,-1 1,1-1,0 1,-1 0,1-1,0 1,0 0,0-1,-1 1,1 0,0-1,0 1,0 0,0-1,0 2,-4 8,0 1,1 0,0 0,1 0,0 0,1 1,0-1,1 0,0 1,1-1,0 0,0 1,1-1,1 0,0 0,1 0,0-1,0 1,1-1,1 0,0 0,0 0,1-1,0 0,0-1,8 8,0-5,1 0,0-1,0 0,1-2,0 0,1-1,0 0,0-2,0 0,1-1,-1-1,1 0,0-2,0 0,0-1,0-1,-1-1,1 0,0-2,-1 0,1-1,7-3,-14 3,0 1,-1-1,1-1,-1 0,0 0,-1-1,1-1,-1 0,-1 0,0-1,0 0,0 0,-1-1,-1-1,0 1,0-1,-1 0,0 0,-1-1,0 0,-1 0,0 0,-1 0,-1-1,0 1,0-8,-2 15,-1 1,1-1,-1 1,0-1,-1 1,1 0,-1 0,1 0,-1-1,-1 2,1-1,0 0,-1 0,0 1,0-1,0 1,0 0,-1 0,1 0,-1 1,0-1,1 1,-1 0,0 0,-1 0,1 0,0 1,0-1,-1 1,0 0,-7-1,1 0,-1 0,0 1,1 1,-1 0,0 0,1 1,-1 1,0 0,1 0,-3 2,7-2,1 0,0 0,0 0,0 0,1 1,-1 0,0 0,1 1,0 0,0 0,0 0,0 0,1 1,-1 0,1 0,1 0,-1 0,1 0,-1 1,1 0,1 0,-1 0,1 0,0 0,1 0,0 0,0 1,0-1,0 0,1 1,0-1,0 1,1-1,0 0,0 1,1-1,-1 0,1 0,6 4,0 0,0 0,1-1,0-1,0 1,1-2,0 1,1-1,-1-1,1 0,1 0,-1-1,1-1,0 1,0-2,0 0,0-1,1 0,-1 0,1-1,-1-1,1 0,5-2,-6 1,0-1,-1 0,1-1,0 0,-1-1,1 0,-1 0,-1-2,1 1,-1-1,1-1,-2 0,1 0,-1-1,0 0,-1-1,0 0,0 0,-1-1,0 0,-1 0,0-1,0 1,-1-1,-1 0,2-7,16-51,-22 69,-1 0,1 0,0 0,0 0,-1 0,1-1,0 1,0 0,-1 0,1 0,0 0,0 0,0 0,-1 0,1-1,0 1,0 0,0 0,-1 0,1 0,0-1,0 1,0 0,0 0,-1-1,1 1,0 0,0 0,0 0,0-1,0 1,0 0,0 0,0-1,0 1,0 0,0-1,0 1,0 0,0 0,0-1,0 1,0 0,0 0,0-1,0 1,1 0,-1 0,0 0,0-1,0 1,0 0,-12 19,8-7,-1 0,2 0,-1 1,2-1,-1 1,2 0,0-1,0 1,1 0,1 0,0 0,1-1,1 2,-2-7,1 0,0-1,0 1,0-1,1 1,0-1,1 0,-1 0,1 0,0-1,1 1,-1-1,1 0,0 0,0-1,1 1,-1-1,1 0,0-1,0 0,1 1,-1-2,0 1,7 1,-3-2,0-1,0 1,0-2,0 1,0-2,0 1,0-1,0-1,0 0,0 0,0-1,-1 0,1 0,-1-1,0-1,0 0,0 0,-1 0,0-1,0-1,0 1,-1-1,0 0,0-1,-1 0,0 0,0 0,4-10,11-20,-2 0,-2-2,-1 0,-2-1,-2 0,-2-1,-1-6,-3 17,-6 31,-1 0,1 0,0 0,-1 0,1 0,0 0,0 0,-1 0,1 0,0 0,0 0,-1 0,1 0,0 0,0-1,-1 1,1 0,0 0,0 0,0 0,-1-1,1 1,0 0,0 0,0 0,-1-1,1 1,0 0,0 0,0-1,0 1,0 0,0 0,0-1,0 1,0 0,-8 19,0 1,2 0,1 0,0 0,1 1,2 0,0 2,-1-12,2 0,-1-1,2 1,-1 0,1 0,1 0,0 0,1 0,0 0,0 0,1 0,1-1,0 0,0 0,1 0,0 0,1 0,0-1,0 0,1-1,0 1,1-1,0-1,3 4,18 4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8:39.54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205 125,'-14'-16,"-11"-10,-8-2,-1 3,1 6,6 8,8 11,7 10,5 3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8:40.94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1 595,'176'-216,"0"-22,-105 142,-34 52,-37 44,1 0,-1 0,1 0,-1 0,1 0,-1 0,1 0,-1 0,1 0,-1 0,1 0,-1 0,1 1,-1-1,0 0,1 0,-1 1,1-1,-1 0,1 0,-1 1,0-1,1 1,-1-1,0 0,1 1,-1-1,0 1,1-1,-1 0,0 1,0-1,0 1,0-1,1 1,-1-1,0 1,0-1,0 1,0-1,0 1,0-1,0 1,0-1,0 1,0-1,-1 1,1-1,0 1,0-1,0 1,0 0,3 236,36 165,-13-169,-9 23,-16-230,-2 0,0 0,-1-1,-2 1,-6 24,8-42,-1 0,1-1,-1 1,-1-1,1 0,-1 1,0-2,-1 1,0 0,0-1,0 0,-1 0,0-1,0 0,0 0,-1 0,1-1,-1 1,0-2,-1 1,1-1,-5 0,1 0,-1 0,0-2,0 1,0-2,0 1,0-2,0 0,0 0,0-1,0 0,1-1,-1-1,1 1,0-2,0 0,0 0,-8-6,12 7,0 0,1 0,-1-1,1 1,0-2,0 1,1-1,0 0,0 0,0 0,0-1,1 1,0-1,1 0,-1 0,1-1,1 1,0-1,0 0,0 1,1-1,0 0,0 0,1 0,0 0,0 0,1 0,2-6,3-7,1 1,1 0,2 0,-1 1,7-8,4-8,164-349,-176 364,1 1,1 0,0 0,1 1,1 1,1 0,1 0,0 1,1 1,0 1,1 0,1 0,0 2,1 0,0 2,8-4,-2 7,-1 1,1 1,0 1,0 1,1 2,-1 0,1 1,44-2,-68 1,0 1,1-1,-1 1,0-1,1 1,-1 0,1 0,-1 0,0-1,1 1,-1 1,0-1,1 0,-1 0,1 0,-1 1,0-1,1 1,-1-1,0 1,0-1,1 1,-1 0,0 0,0-1,0 1,0 0,0 0,0 0,0 0,0 0,0 1,-1-1,1 0,0 0,-1 0,1 1,-1-1,1 0,-1 1,0-1,1 0,-1 1,0-1,0 1,0-1,0 0,0 1,0-1,-1 2,-12 65,9-56,1 1,0 0,1 0,1 1,0-1,1 0,0 0,1 1,0-1,1 2,-1-11,0 0,1-1,-1 1,1 0,0-1,0 1,0-1,0 1,0-1,1 0,-1 0,1 0,0 0,0 0,0-1,1 1,-1-1,0 0,1 0,-1 0,1-1,0 1,0-1,0 0,0 0,0 0,-1 0,2-1,-1 0,3 0,2 0,0 0,1-2,-1 1,0-1,0 0,1-1,-2 0,1 0,0-1,-1 0,1-1,4-4,-2 2,-1 0,0-1,0-1,-1 0,0 0,-1 0,0-1,-1-1,0 1,0-1,-1 0,0-1,-1 1,-1-1,1 0,-2-1,0 1,0-1,-1 1,-1-1,0 0,-1 1,0-1,-1 0,-1 1,0-1,0 1,-1-1,-1 1,-2-6,1 11,0-1,-1 1,0 0,0 1,0-1,-1 1,0 1,0-1,0 1,-1 0,0 1,0 0,0 0,-1 0,1 1,-1 1,1 0,-1 0,0 0,0 1,0 0,0 1,0 0,0 1,0-1,0 2,0-1,0 1,0 1,1-1,-1 2,1-1,0 1,0 0,0 1,1 0,-1 0,1 1,0-1,1 2,-1-1,-2 5,6-7,1 0,0 0,0 1,0-1,0 1,1-1,0 1,0-1,0 1,1 0,-1 0,1-1,0 1,1 0,-1 0,1-1,0 1,0-1,0 1,0 0,1-1,0 0,0 1,0-1,1 0,-1 0,1 0,0-1,0 1,1-1,-1 1,0-1,1 0,0 0,0-1,0 1,0-1,2 1,53 26,1-8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8:41.36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415 11,'-10'-3,"0"1,0 0,0 0,0 1,0 1,-1-1,1 2,0-1,0 1,0 1,0 0,0 0,0 1,0 0,0 1,1 0,0 1,0 0,0 0,0 1,1 0,0 0,0 1,1 0,0 0,0 1,1 0,0 0,0 1,0-1,1 1,1 1,0-1,0 1,1-1,-2 10,4-13,1-1,0 0,0 1,1-1,-1 0,1 0,1 0,-1 0,1 0,-1 0,1 0,1 0,-1 0,1-1,0 1,0-1,0 0,0 0,1 0,0 0,0-1,0 0,3 3,7 4,1-1,1 0,0-1,0 0,0-1,8 1,206 55,-229-63,51 22,-51-22,1 1,-1 0,0-1,0 1,0 0,0 0,0 0,0 0,0 0,0 0,0 0,0 0,0 0,-1 1,1-1,0 0,-1 0,1 1,-1-1,0 0,1 1,-1-1,0 1,0-1,0 0,0 1,0-1,0 1,0-1,0 0,-1 1,1-1,0 0,-1 1,1-1,-1 1,-5 5,0 1,0-2,0 1,-1 0,1-1,-2 0,1-1,-1 0,1 0,-2 0,1-1,-2 0,1 1,-77 35,-1-4,-3-3,-92 20,164-48,1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8:42.21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394 6,'-25'-2,"-1"0,0 1,0 1,1 2,-1 1,1 0,-1 2,-4 3,21-6,1 0,-1 1,1 0,0 1,0 0,0 0,0 1,1 0,0 0,0 0,0 1,0 0,1 1,0 0,1 0,-1 0,2 0,-1 1,1 0,0 0,0 0,1 0,0 1,-2 7,4-9,0 1,0-1,1 0,0 0,0 1,1-1,0 0,0 0,1 0,0 0,0 0,0 0,1 0,0-1,1 1,-1-1,1 0,0 0,1 0,-1 0,1-1,0 0,6 4,1 1,1 0,0-1,1-1,0 0,0-1,1-1,-1 0,1-1,1-1,8 2,-3-3,0 0,0-1,1-2,-1 0,1-1,-1-1,0-1,0-1,0-1,0-1,-1 0,0-2,0 0,-1-2,13-7,-8 3,-1-2,-1 0,0-1,-1-2,0 0,-2-1,-1-1,0 0,-1-2,-2 0,11-20,-10 15,-10 28,-6 18,-5 28,2-25,1 0,0 1,2-1,0 1,4 18,-3-35,0 0,0-1,1 1,0 0,0-1,0 1,0-1,1 0,0 0,0 0,0 0,0 0,0-1,1 1,0-1,0 0,0 0,0 0,0-1,0 1,1-1,-1 0,1 0,0-1,-1 1,1-1,0 0,0-1,1 1,9 1,0-2,0 1,0-2,-1 0,1-1,0 0,-1-1,1-1,3-1,-6 1,1 0,0-1,-1 0,0-1,0 0,-1-1,0 0,0-1,0 0,-1-1,0 0,-1 0,0-1,-1-1,0 1,0-1,-1-1,-1 1,0-1,0 0,-1-1,3-12,-2-63,-7 88,1 1,0-1,0 0,0 0,0 0,0 0,-1 1,1-1,0 0,0 0,0 0,-1 0,1 0,0 0,0 0,0 1,-1-1,1 0,0 0,0 0,-1 0,1 0,0 0,0 0,0 0,-1 0,1 0,0 0,0-1,-1 1,1 0,0 0,0 0,0 0,-1 0,1 0,0 0,0 0,0-1,0 1,-1 0,1 0,0 0,0 0,0-1,0 1,0 0,-1 0,1 0,0-1,0 1,0 0,0 0,0-1,0 1,0 0,0 0,0 0,0-1,0 1,-8 20,7-9,0 0,1-1,0 1,1 0,0 0,1-1,0 1,1-1,0 1,0-1,1 0,0 0,1-1,0 1,1-1,0 0,0 0,1-1,0 0,1 0,-1-1,1 0,1 0,0-1,0 0,0 0,0-1,1 0,0-1,0 0,0 0,6 0,20 7,1-1,1-2,-1-2,1-1,0-2,1-2,-1-1,21-4,23-4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8:45.33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68 690,'-3'-45,"1"-1,3 1,2 0,2-1,7-27,7-75,-17 132,0 0,-1 1,-1-1,0 0,-1 0,-1 0,-1 0,0 1,-1-1,0 1,-4-8,6 20,0 0,0 0,0 0,0 0,0 0,-1 1,1-1,-1 1,0-1,0 1,0 0,0 0,0 1,0-1,0 1,-1-1,1 1,0 0,-1 0,1 0,-1 1,1-1,-1 1,0 0,1 0,-3 0,7 0,0 1,-1-1,1 0,-1 0,1 0,0 0,-1 1,1-1,-1 0,1 1,-1-1,1 0,-1 1,1-1,-1 0,0 1,1-1,-1 1,1-1,-1 1,0-1,1 1,-1-1,0 1,0 0,0-1,1 1,-1-1,0 1,0-1,0 1,0 0,0-1,0 1,0-1,0 1,0 0,0-1,0 1,-1-1,1 1,0 0,0-1,-1 1,1-1,0 1,0-1,-1 1,1-1,-1 1,1-1,0 0,-1 1,1-1,-1 1,1-1,-1 0,1 1,-1-1,0 0,1 0,-1 0,1 1,-1-1,1 0,-1 0,0 0,0 0,14 5,-1 0,1-1,0-1,0 0,0 0,1-2,-1 1,9-2,5 2,32 3,-3-2,-1 3,1 3,36 10,-86-18,1 0,0 1,-1-1,1 1,-1 1,0-1,0 1,0 0,0 1,0 0,-1-1,0 2,0-1,0 1,0-1,0 1,-1 1,0-1,0 1,-1-1,1 1,-1 0,0 0,-1 0,0 1,0-1,0 1,0 4,-3 10,-1 0,-1 0,-1 0,0 0,-2-1,-8 19,-4 19,16-51,-16 93,18-97,0 1,0-1,0 1,1-1,-1 1,1-1,0 1,0-1,0 0,0 1,1-1,-1 0,1 0,0 0,0 0,0 0,0-1,0 1,1-1,-1 1,1-1,0 0,0 0,0 0,0 0,0 0,1 0,8 1,-1-1,1 0,0-1,0 0,0-1,0 0,0-1,0 0,0-1,0-1,0 0,-1 0,1-1,-1 0,0-1,5-3,-1 1,1-1,-1-1,-1 0,0 0,0-2,-1 0,0 0,-1-1,0-1,-1 0,0 0,-1-1,-1-1,0 1,-1-1,-1-1,0 0,-1 0,0 0,-2-1,0 1,-1-1,0 0,-1-7,-2 17,0 0,0 0,-1 0,0 0,0 0,0 0,-1 0,0 0,-1 1,0-1,-1-2,3 7,0 0,-1-1,1 1,-1 0,0 0,0 0,0 0,0 0,0 0,0 0,-1 1,1-1,0 1,-1 0,1 0,-1 0,0 0,1 0,-1 0,0 1,1-1,-1 1,0 0,0 0,1 0,-1 0,0 0,0 0,1 1,-2 0,-4 2,-1 2,1-1,0 1,1 0,-1 0,1 1,0 0,1 0,-1 1,1-1,0 2,1-1,0 1,0-1,0 1,1 1,1-1,-1 0,1 1,1 0,-1 0,1 0,1 0,0 0,0 0,1 3,-1 2,1 0,1-1,0 1,1 0,0 0,1-1,0 1,1-1,1 0,0 0,1-1,0 1,1-1,0-1,1 1,0-1,1-1,0 1,1-1,0-1,1 0,0-1,0 1,9 3,44 19,-3-10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8:46.57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400 799,'-23'-3,"-1"0,0 2,0 1,0 0,0 2,0 1,0 0,0 2,1 1,0 1,0 1,1 0,-20 12,39-18,-1-1,1 1,0 1,0-1,0 0,0 1,0-1,0 1,1 0,-1 0,1 0,0 0,0 1,0-1,0 0,1 1,-1 0,1-1,0 1,0 0,0-1,1 1,-1 0,1 0,0 0,0 0,0-1,1 1,-1 0,1 0,0 0,5 7,1-1,0 0,0 0,1-1,1 0,0-1,0 1,0-2,1 1,0-1,0-1,1 0,0 0,1-1,-9-3,129 67,-70-38,-1 3,-1 2,2 6,3 22,-63-62,0 1,0 0,-1 0,1 0,-1 0,0 0,1 0,-1 0,0 0,-1 0,1 1,-1-1,1 0,-1 0,0 1,0-1,0 0,-1 1,1-1,-1 0,0 0,0 1,0-1,0 0,-1 1,-6 5,-1 0,1-1,-2 0,1-1,-1 1,0-2,0 1,-1-2,0 1,0-2,0 1,-1-1,1-1,-1 0,0-1,0 0,0-1,-10 0,-49-2,70 1,0 0,1-1,-1 1,0 0,0-1,0 1,0-1,1 1,-1-1,0 0,1 1,-1-1,0 0,1 1,-1-1,1 0,-1 0,1 1,-1-1,1 0,-1 0,1 0,0 0,0 0,-1 1,1-1,0 0,0 0,0 0,0 0,0 0,0 0,0 0,0 0,0 0,1 0,-1 0,0 1,1-1,-1 0,1 0,-1 0,26-36,150-130,-64 60,-6-4,23-39,-85 95,-2-3,-4-1,-1-2,-4-1,-2-2,1-11,-23 54,-1-1,0 0,-2-1,-1 1,0-1,-2 0,0 0,-2-1,-1 1,0 0,-4-18,4 38,0 0,0 0,-1 0,1 0,-1 0,0 0,0 0,0 0,0 0,-1 0,1 0,-1 0,1 1,-1-1,0 1,0-1,0 1,0 0,-1 0,1 0,-1 0,1 0,-1 1,0-1,1 1,-1-1,0 1,0 0,0 0,0 0,0 1,0-1,0 1,-1 0,1-1,0 1,0 1,0-1,-2 1,-2 4,1 0,0 1,1 0,-1 0,1 0,0 1,1 0,0 0,0 0,0 0,1 1,0 0,0-1,1 1,0 0,1 0,-1 6,-9 48,2-1,3 1,3 0,3 1,2-1,3 0,8 34,-1-21,4 0,3-1,3-2,3 0,17 30,-37-92,0 2,0-1,0 1,2-1,-1 0,1-1,1 1,0-2,0 1,9 7,-14-15,-1-1,1 1,-1-1,1 0,-1 0,1 1,0-2,0 1,0 0,-1 0,1-1,0 0,0 0,0 1,0-2,0 1,0 0,0 0,-1-1,1 0,0 0,0 0,0 0,-1 0,1 0,-1 0,1-1,-1 0,1 1,-1-2,63-63,78-168,-127 213,-15 21,-1 0,0-1,1 1,-1 0,0 0,1 0,-1 0,1 0,-1 0,0 0,1 0,-1-1,1 1,-1 1,0-1,1 0,-1 0,1 0,-1 0,0 0,1 0,-1 0,1 0,-1 1,0-1,1 0,-1 0,0 1,1-1,-1 0,0 0,1 1,-1-1,0 0,0 1,1-1,-1 0,0 1,0-1,0 0,0 1,1-1,-1 1,0-1,0 0,0 1,0-1,0 1,0-1,0 1,0-1,0 0,0 1,0-1,0 1,-1-1,1 0,0 1,0-1,0 0,0 1,-1-1,1 0,0 1,0-1,-3 88,1-71,0 0,2 0,0 1,1-1,0 0,2 0,0 0,1 2,-3-15,1-1,-1 0,0 1,1-1,0 0,0 0,0 0,0 0,0-1,1 1,-1-1,1 1,-1-1,1 0,0 0,0 0,0 0,0 0,1-1,-1 1,0-1,1 0,-1 0,1-1,-1 1,1 0,-1-1,1 0,-1 0,1 0,-1 0,9-2,-1 1,0-1,0-1,-1 0,1-1,0 0,-1 0,0-1,4-3,14-12,0-2,-1-1,-1-1,-1-1,-1-1,-1-1,-2-1,-1-1,-1-1,7-16,-27 97,-1-40,1 0,0 0,1-1,0 1,0 0,1 0,1 0,0-1,0 1,1-1,1 1,-1-1,2 0,-1 0,2-1,-1 0,1 0,0 0,1 0,0-1,1 0,2 2,1-2,1 0,0 0,0-1,0-1,1 0,0-1,0-1,1 0,-1 0,1-1,0-1,0 0,-1-1,1-1,0 0,0-1,0 0,0-1,12-3,-4-1,1 0,-1-1,-1-2,0 0,0-1,0-1,-1-1,-1-1,0 0,-1-2,12-12,-7 3,-2-1,-1-1,-1-1,-1-1,-1 0,-2-2,0 1,7-26,5-26,-3-1,10-69,-18 73,-3 0,-4-1,-3 0,-5-70,-2 134,0 0,-1 1,-1-1,0 1,-1-1,-1 1,0 0,-1 0,4 9,-1 0,1 1,-1 0,0 0,0 0,0 0,-1 0,1 0,-1 1,0 0,0 0,0 0,-1 0,1 0,0 1,-1 0,0 0,0 0,1 1,-1-1,0 1,0 0,0 1,-5-1,0 1,1 1,-1 0,0 1,0 0,1 1,-1-1,1 2,0 0,0 0,0 0,1 1,-1 0,1 1,0 0,1 0,-2 2,-10 9,1 2,1 0,1 1,1 0,-11 18,5 2,1 0,2 2,2 0,2 0,1 2,3-1,1 2,3-1,1 1,2 0,2 0,3 0,1-1,2 1,2 0,2-1,2-1,2 0,1 0,3-1,2 0,-2-6,1-1,2-1,1-1,2-1,11 12,-1-9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8:46.83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102 109,'-19'-13,"-9"-8,-1-2,7 4,18 3,29 6,34 4,40 6,34 4,27 5,15 4,4 3,-14 1,-34-2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8:48.0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0 811,'59'-225,"28"-260,-66 404,-21 80,1 0,-1 0,0 0,1 0,-1 0,1 0,0 0,-1 1,1-1,0 0,-1 0,1 0,0 0,0 1,0-1,0 0,-1 1,1-1,0 1,0-1,0 1,0 0,1-1,-1 1,0 0,0 0,0-1,0 1,0 0,0 0,0 0,0 0,0 1,1-1,-1 0,0 0,0 1,0-1,0 0,0 1,0-1,0 1,40 34,-35-30,31 32,-1 0,-2 3,-2 0,-1 2,-3 2,23 45,-45-77,-1 1,-1-1,0 1,0 0,-2 0,1 0,-2 1,0-1,0 3,-1-10,-1-1,1 1,-1-1,0 1,-1-1,1 1,-1-1,0 0,0 0,-1 1,0-2,1 1,-2 0,1 0,0-1,-1 0,0 0,0 0,0 0,-1-1,1 1,-5 1,7-3,-1 0,0 0,0 0,0 0,0-1,0 1,-1-1,1 0,0 0,-1 0,1 0,-1 0,1-1,-1 0,1 0,-1 0,1 0,-1 0,1-1,-1 1,1-1,-1 0,1 0,0 0,-1-1,1 1,0-1,0 0,0 0,0 0,0 0,1 0,-1-1,1 1,-1-1,1 0,0 1,0-1,-1-2,1-2,0-1,0 1,1 0,0-1,1 0,-1 1,1-1,1 1,0-1,0 1,0-1,1 1,0-1,0 1,1 0,0 0,0 0,0 1,1-1,0 1,1 0,-1 0,1 0,0 0,1 1,0 0,-1 0,1 0,1 1,-1 0,1 0,-1 1,4-1,15-5,0 1,1 1,0 2,0 0,1 2,17 0,33-5,-52 6,0-1,0-1,-1-2,1 0,-1-1,-1-2,1 0,-1-2,-1 0,0-2,-1 0,0-1,15-14,-32 24,-1 1,1 0,-1-1,1 0,-1 0,0 0,-1 0,1 0,-1-1,1 1,-1-1,-1 0,1 1,-1-1,0 0,0 0,0 0,0 0,-1 0,0 0,0 0,-1 0,1 0,-1 0,0 0,0 0,-1 0,1 1,-1-1,0 0,-1 1,1 0,-1-1,1 1,-1 0,-1 0,1 0,-1 0,0 1,-1 1,1-1,0 1,-1 0,0 0,0 0,0 1,0-1,0 1,0 0,0 1,0-1,0 1,0 0,0 0,0 1,0 0,0-1,0 2,0-1,0 1,0-1,1 1,-1 0,0 1,-2 1,-2 2,0 0,0 1,0-1,0 2,1 0,0 0,1 0,0 1,0 0,1 0,-5 9,7-10,1 0,-1 0,1 1,0-1,1 1,0 0,1-1,-1 1,2 0,-1 0,1 0,1 0,-1 0,1 0,1 0,0 0,0-1,1 1,0-1,0 0,1 1,0-2,1 1,0 0,5 5,7 4,1-2,1 0,0-1,1-1,0-1,1-1,1-1,0 0,0-2,0-1,1 0,0-2,1 0,-1-2,1-1,0 0,16-2,61-1,-9-6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8:49.43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596 52,'-17'-8,"0"0,-1 1,0 0,0 2,0 0,-1 1,1 1,-1 1,0 0,0 1,0 1,0 1,0 1,0 1,1 0,-1 1,1 1,0 1,0 1,0 0,1 1,0 1,1 1,0 0,1 1,0 1,-11 11,17-14,0 0,1 1,0 0,0 0,1 1,1-1,0 2,-2 3,7-11,-1-1,1 0,0 0,0 0,0 1,0-1,1 0,-1 1,1-1,0 1,0-1,0 1,0-1,1 0,-1 1,1-1,0 0,0 1,0-1,1 0,-1 0,1 0,-1 0,1 0,0 0,0 0,0-1,1 1,-1-1,1 0,-1 1,3 0,7 3,1-1,0 0,-1-2,1 1,1-1,-1-1,0 0,1-1,-1-1,0 0,1 0,-1-1,1-1,-1-1,13-3,-1 1,0-1,0-2,-1 0,0-1,0-2,-1 0,0-2,-1 0,20-16,-17-1,-36 44,4 10,1 1,1-1,2 1,0 0,1 0,1 0,2 0,3 24,11 90,22 87,-17-127,-5 0,-4 2,-5-1,-4 5,-4-76,0-1,-2 1,-2-1,0 0,-2 0,-1-1,-1 0,-1 0,-12 18,16-31,-2 0,0-1,0 0,-1-1,-1 0,0 0,-1-1,0-1,0 0,-1-1,0 0,-1-1,0 0,0-1,-1-1,0 0,0-1,-3 0,9-3,-1-1,1 0,0 0,0-1,-1 0,1-1,0 0,-1 0,1-1,0 0,0-1,0 0,1 0,-1-1,1 0,0-1,0 0,0 0,0 0,1-1,0 0,0-1,1 0,0 0,0 0,1 0,-1-1,2 0,-1 0,1-1,-9-21,1-1,2-1,1 0,1 0,2-1,1 1,2-1,1-1,2 1,1 0,3-16,-2 17,1 0,2 1,1-1,1 1,2 1,1-1,1 2,2-1,1 2,1 0,1 0,2 2,1 0,0 1,2 1,2 0,30-18,1 2,3 2,1 3,1 3,2 2,13-2,-4 1,-1-4,-2-2,-1-3,34-29,-100 69,8-5,0-1,0 0,-1 0,0-1,-1 0,1 0,-1-1,-1 1,1-1,-1-1,-1 1,4-8,-8 42,2-1,1 0,1 0,1 0,2 2,50 229,-57-255,0 0,0 1,0 0,0-1,0 1,1-1,-1 1,0 0,1-1,-1 1,1-1,-1 1,1-1,0 1,0-1,0 0,0 1,0-1,0 0,0 0,0 1,0-1,0 0,1 0,-1 0,0-1,1 1,-1 0,1 0,-1-1,1 1,-1-1,1 1,0-1,-1 0,1 0,-1 1,1-1,1 0,3-4,-1 0,0 0,0-1,0 1,0-1,-1 0,0 0,0 0,0-1,-1 0,1 0,-1 1,0-4,0 4,24-50,-3-1,-2 0,-3-2,0-9,-18 56,-7 32,3-4,1 0,0 0,1 0,1 0,0 0,2 0,0 0,1 0,1 3,-3-13,1 0,0 0,1-1,-1 1,1-1,0 1,1-1,-1 0,1 0,1 0,-1-1,1 1,0-1,0 0,0-1,1 1,0-1,0 0,0 0,0-1,0 0,1 0,2 0,-4-2,-1 0,0 0,1-1,-1 1,1-1,-1-1,0 1,1 0,-1-1,0 0,1 0,-1 0,0-1,0 1,0-1,0 0,0 0,-1-1,1 1,0-1,-1 0,0 0,2-2,59-85,-46 51,-3-1,0-1,-3 0,-2 0,2-20,-20 245,8-175,0 0,1 1,0-1,1 0,0 0,0-1,1 1,0 0,1-1,0 0,0 0,1 0,0 0,0 0,1-1,0 0,0-1,0 1,1-1,0 0,0-1,1 1,0-1,0-1,3 2,10 0,1-2,-1 0,1-1,-1-1,1-1,0-1,0-1,-1-1,1 0,-1-2,1-1,-1 0,0-2,-1 0,0-2,0 0,-1-1,6-4,-4 2,0-1,0-1,-2-1,0-1,0 0,-2-2,8-9,-18 19,-1 0,1-1,-1 0,-1 0,0 0,0-1,-1 0,0 0,-1 0,0 0,0 0,-1-1,0 1,-1-1,-1 0,1 1,-2-1,0-3,0 8,0 0,-1-1,0 1,-1 0,1 0,-1 0,0 1,-1-1,1 1,-1-1,0 1,-1 0,1 1,-1-1,0 1,0 0,0 0,0 0,-1 1,0 0,0 0,-1 0,3 1,0 0,-1 1,1-1,-1 1,1 1,-1-1,1 0,-1 1,1 0,-1 0,1 0,-1 1,1 0,-1 0,1 0,-1 0,1 0,0 1,-1 0,1 0,0 0,0 1,1-1,-1 1,0 0,1 0,0 0,0 0,0 1,0-1,-2 4,0 1,0 1,1 0,0 0,1 0,-1 0,2 1,-1-1,1 1,1 0,0-1,0 1,1 0,0 0,1 0,0-1,1 1,-1 0,2-1,0 2,2 5,1 1,0-1,1 0,1 0,1-1,0 0,1-1,0 0,1 0,6 4,-2-3,1-2,0 0,1-1,0-1,1-1,0 0,1-1,0-1,0-1,1-1,-1 0,2-2,-1 0,0-1,1-1,-1-1,1-1,11-1,34-8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8:50.2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21 785,'-4'14,"-1"1,2 0,0 0,1 0,0 0,1 0,1 1,0-1,1 0,1 0,0 0,1 0,1 0,0 0,1-1,1 0,0 0,1 0,0-1,1 0,1 0,0-1,1 0,0 0,0-1,1-1,1 0,0 0,0-1,9 4,-17-10,-1 0,1-1,0 0,0 0,0 0,0 0,0-1,0 1,0-1,1 0,-1 0,0 0,1-1,-1 0,1 0,-1 0,1 0,-1-1,0 0,1 1,-1-2,0 1,0 0,1-1,-1 0,0 0,-1 0,1 0,0-1,-1 0,1 1,-1-1,0 0,2-3,10-18,-2 0,-1-1,-1 0,-2-1,0 0,-1 0,1-15,0 8,14-50,-22 117,-4-3,1 0,1 0,2-1,4 27,-3-49,-1 0,1 1,0-2,0 1,1 0,1 0,-1-1,1 0,0 1,0-1,1-1,0 1,1-1,-1 0,1 0,0 0,0-1,1 0,0 0,5 2,-3-3,0 0,0 0,1-1,-1 0,1-1,-1 0,1-1,0 0,0 0,0-1,0 0,0-1,-1 0,1-1,0 1,-1-2,1 0,-1 0,0-1,0 0,0 0,0-1,5-3,3-4,0-1,-1 0,0-1,-1 0,0-2,-1 1,-1-2,-1 0,0 0,7-16,3-20,-1-1,-3-1,-2 0,-3-1,-2-1,-3 0,-2-1,-2-29,2 12,-4 0,-3 1,-3-1,-6-27,9 97,1-1,-1 1,0-1,-1 1,1-1,-1 1,0 0,0 0,-1 0,0 0,1 0,-2 0,1 1,0-1,-3 0,5 4,-1 0,0 0,0 1,0-1,0 1,1-1,-1 1,0 0,0 0,0 0,0 0,0 0,0 0,0 0,0 1,0-1,0 1,0-1,1 1,-1 0,0 0,0 0,1 0,-1 0,1 0,-1 0,1 1,-1-1,1 0,0 1,-1-1,1 2,-15 17,1 1,0 1,2 0,1 0,1 2,1-1,1 1,1 1,1-1,1 2,1 1,-4 7,2 0,2 1,1 0,1 0,2 0,2 0,1 0,1 0,2 0,2-1,1 0,2 0,1-1,1 0,2-1,2 0,0-1,2-1,2-1,0 0,2-2,1 0,7 4,-16-19,0-1,1 0,0-1,1 0,0-2,1 1,0-2,0 0,18 3,-26-7,1-1,-1-1,1 0,-1 0,1-1,0 0,-1 0,1-1,-1-1,1 1,-1-2,1 1,-1-1,0-1,0 0,-1 0,1 0,-1-1,6-5,-4 1,-1-1,1 0,-2-1,1 0,-2-1,1 1,-2-2,1 1,-2-1,0 1,0-1,-1-1,-1 1,0-1,-1 1,0-1,-1 0,-1 0,0 0,-1 1,0-1,-2 0,1 1,-4-9,-24-34,29 55,0 0,0 0,0 0,0-1,0 1,-1 0,1 1,0-1,-1 0,1 0,-1 0,1 1,0-1,-1 1,1-1,-1 1,0 0,1-1,-1 1,1 0,-1 0,1 0,-1 0,0 1,1-1,-1 0,1 1,-1-1,1 1,-1-1,1 1,-1 0,1-1,0 1,-1 0,1 0,0 0,-4 5,0 1,0 0,1-1,0 1,1 1,-1-1,1 0,1 1,-1 0,1 0,1-1,0 1,0 0,0 0,1 0,0 0,0 0,1 0,0 0,1 0,0 0,0 0,1-1,-1 1,2-1,-1 1,4 3,2 5,1-1,1 0,0 0,1-1,0-1,1 0,1-1,0 0,1-1,0-1,0 0,1-1,1-1,-1 0,1-1,0-1,1-1,0 0,0-1,10 0,23 3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8:51.03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1 401,'348'26,"100"-16,-343-9,1-5,-1-4,-1-5,0-5,71-22,-153 34,0 0,0-2,-1 0,1-1,-2-2,0 0,0-1,-1-1,0 0,-1-2,-1 0,11-13,-25 25,0-1,0 1,0-1,0 0,-1 0,0 0,0 0,0 0,0 0,0 0,-1-1,0 1,0-1,0 1,-1-1,1 0,-1 1,0-1,0 1,-1-1,1 1,-1-1,0 1,-1-1,1 1,-1-1,1 1,-1 0,0 0,-1 0,1 0,-1 0,-4-3,-1 1,1 1,-1-1,0 1,0 0,-1 1,1 0,-1 0,0 1,0 0,0 1,-1 0,1 0,0 1,-1 0,1 1,-1 0,1 0,-1 1,1 0,0 1,-1 0,1 0,0 1,0 1,0-1,-6 5,-1 4,0 0,1 2,0 0,1 0,1 1,0 1,1 1,1-1,1 2,0-1,1 1,1 1,1 0,0 0,1 0,2 1,0 0,1 0,0 6,-3 8,2 1,2-1,1 1,2-1,1 1,1-1,2 1,2-1,1-1,1 0,2 0,2 0,0-2,2 0,2 0,1-1,1-2,1 0,13 13,-22-29,1-1,0 0,0-1,1-1,1 0,-1 0,2-1,-1-1,8 3,-15-8,1 1,-1-1,1 0,-1-1,1 0,-1 0,1-1,0 0,-1 0,1 0,-1-1,1-1,-1 1,1-1,-1 0,0-1,1 0,-2 0,1 0,5-4,1-2,-1 0,0-1,-1-1,0 0,-1 0,0-1,-1 0,0-1,-1 0,1-2,-1-6,-8 21,0 0,0 1,0-1,0 0,0 1,-1-1,1 0,0 0,0 1,0-1,0 0,-1 0,1 0,0 1,0-1,0 0,-1 0,1 0,0 0,0 1,-1-1,1 0,0 0,0 0,-1 0,1 0,0 0,-1 0,1 0,0 0,0 0,-1 0,1 0,0 0,-1 0,1 0,0 0,0 0,-1 0,1 0,0 0,-1-1,1 1,0 0,0 0,0 0,-1 0,1-1,0 1,0 0,-1 0,1 0,0-1,0 1,0 0,0 0,0-1,-1 1,1 0,0-1,0 1,0 0,0 0,0-1,0 1,0 0,-4 4,1 0,-1 0,1 0,0 1,0 0,0 0,1-1,-1 1,1 1,0-1,1 0,-1 0,1 1,0-1,1 1,-1-1,1 1,0-1,1 1,-1-1,1 1,0-1,0 1,1-1,0 0,0 0,0 0,0 0,1 0,0 0,0 0,0-1,0 0,1 1,0-1,0-1,0 1,0 0,0-1,1 0,0 0,3 3,1-1,-1-1,1 1,0-1,1-1,-1 0,0 0,1 0,0-2,-1 1,1-1,0 0,0-1,0 0,-1-1,1 0,0-1,0 0,-1 0,1-1,-1 0,0 0,0-1,0-1,-1 0,1 0,-1 0,0-1,0 0,-1-1,0 0,3-3,-6 4,0 0,0 0,-1-1,0 1,0-1,0 0,-1 0,0 0,0 0,-1 0,0 0,0 0,-1-1,0 1,0 0,-1 0,0-1,0 1,0 0,-1 0,0 0,-1 0,1 1,-1-1,-1 0,1 1,-1 0,0 0,-1 0,1 1,-1-1,0 1,-1 0,1 0,-1 1,0 0,-2-2,1 3,1 0,-1 0,0 1,0 0,0 0,0 0,0 1,0 0,-1 1,1 0,0 0,0 0,0 1,-1 0,1 0,0 1,0 0,0 0,1 1,-1 0,1 0,-1 0,1 1,0 0,0 0,0 0,1 1,-2 2,5-4,0 0,0 0,0 0,1 1,0-1,-1 0,1 1,0-1,1 0,-1 1,1-1,-1 1,1 0,0-1,0 1,1-1,-1 1,1-1,0 0,0 1,0-1,0 1,0-1,1 0,0 0,-1 0,1 0,0 0,0 0,1-1,1 2,5 7,1 0,1-1,0-1,0 0,1 0,12 6,27 12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8:51.43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1 598,'15'-56,"-3"-1,-1-1,-4 0,0-48,12-83,-18 180,-1 5,1 0,-1-1,1 1,0 0,-1 0,2 0,-1 0,0 0,1 0,0 1,0-1,0 0,0 1,1 0,1-2,-2 4,-1 1,1 0,0 0,-1 0,1 0,0 0,-1 0,1 0,-1 0,1 1,0-1,-1 1,1-1,-1 1,1 0,-1 0,1-1,-1 1,0 0,1 0,-1 0,0 0,0 1,1-1,-1 0,0 1,0-1,-1 0,2 2,0-1,141 141,-131-133,84 88,-92-93,0 1,0 0,-1-1,0 2,0-1,-1 0,1 1,-1-1,-1 1,1-1,-1 1,-1 0,1 0,-1-1,0 1,0 0,-1 0,-1 5,-52 174,54-181,1 0,-1 0,1 0,0 0,1-1,-1 1,1 0,0 0,0-1,1 1,-1-1,1 0,0 0,0 0,0 0,1 0,-1-1,1 1,0-1,0 0,0 0,0 0,1-1,-1 0,1 0,-1 0,1 0,0 0,0-1,0 0,0 0,0-1,0 1,0-1,55 12,-1-3,1-3,0-2,29-3,167-16,-149-3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8:58.72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555 196,'1'-1,"0"0,0 0,0 0,0-1,0 1,0 0,0-1,-1 1,1-1,0 1,-1-1,1 1,-1-1,0 1,1-1,-1 0,0 1,0-1,0 0,0 1,0-1,-1 1,1-2,-1-3,0-1,0 1,-1 0,0 0,0 0,0 0,-1 1,0-1,0 1,0-1,-1 1,1 0,-1 0,-1 1,1-1,0 1,-1 0,0 0,0 1,-3-3,-4-1,1 1,-1-1,-1 2,1 0,-1 0,0 1,0 1,0 0,-2 0,4 2,0 1,0 0,0 0,0 1,0 0,1 1,-1 1,0-1,1 2,0-1,-1 2,2-1,-1 1,0 1,1-1,0 2,0-1,1 1,0 1,-2 1,-7 9,1 1,0 1,2 0,0 1,1 0,1 1,1 1,-2 9,6-17,2 0,0 0,1 0,1 1,0 0,1 0,0 6,2-16,0-1,0 0,1 1,-1-1,1 0,0 0,1 1,-1-1,1 0,0 0,0 0,1-1,0 1,0 0,0-1,0 0,0 0,1 0,0 0,0 0,0-1,0 0,4 3,10 2,1-1,-1 0,1-1,0-2,1 0,-1 0,1-2,0-1,-1 0,1-1,0-1,62-1,0-4,68-14,-66 5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8:58.9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78 1,'2'14,"4"13,2 9,2 8,0 5,-2 5,-9 4,-19 2,-27 1,-7-11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9:00.48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463 596,'-12'-7,"0"0,0 1,-1 0,1 1,-2 0,1 1,0 0,-1 1,1 1,-1 0,0 1,0 1,0 0,0 0,0 2,1-1,-1 2,1 0,-1 1,1 0,0 1,0 0,1 1,-1 1,1 0,1 0,-1 1,-2 3,5-1,1 0,0 0,0 0,1 1,0 0,1 1,0-1,1 1,0 0,1 1,-1 6,3-13,1 0,0-1,0 1,1 0,-1 0,1 0,1 0,-1 0,1 0,0 0,0 0,1 0,-1-1,1 1,1 0,-1-1,1 0,0 1,0-1,0 0,1-1,0 1,0-1,0 1,4 2,-1-3,-1 1,1-2,0 1,0-1,1 0,-1 0,1-1,-1 0,1 0,0-1,-1 0,1 0,0-1,0 0,0 0,0-1,0 0,-1 0,1-1,0 0,-1 0,1-1,2-1,9-5,0 0,0-1,-1-1,0 0,-1-2,0 0,-1-1,3-4,1-3,-1-1,-1-1,-1-1,-2-1,0 0,-1-1,-2 0,0-1,-2 0,-1-1,5-26,3-40,-3-1,1-92,-7 78,-12 170,-19 122,1-10,3 76,17-224,2 0,0 1,1-1,2 0,1 1,0-1,2-1,1 1,1-1,1 0,1-1,2 3,18 16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9:00.75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134 1,'5'16,"3"14,3 11,2 10,-1 8,-6 5,-7 3,-14 0,-14-4,-15-7,-8-11,4-13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9:01.14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1 314,'38'-2,"1"-1,-1-2,0-2,-1-1,31-11,46-31,-109 47,1 0,-1-1,0 0,-1 1,1-2,0 1,-1 0,0-1,0 0,-1 0,1 0,-1-1,0 1,0-1,-1 1,0-1,0 0,1-4,-2 6,-1 0,0 0,0 0,0-1,0 1,-1 0,1 0,-1 0,0 0,-1 0,1 0,-1 1,1-1,-1 0,0 1,0-1,-1 1,1-1,-1 1,0 0,1 0,-1 0,-1 1,1-1,0 1,-1 0,1 0,-1 0,-2-1,-3-1,0 0,0 1,-1 0,1 0,-1 1,1 0,-1 1,0 0,0 1,0 0,0 0,0 1,0 1,0 0,0 0,1 1,-1 1,0-1,1 2,0-1,0 1,0 1,1-1,0 2,0-1,0 1,1 0,0 0,0 1,1 0,0 1,0-1,1 1,0 0,0 0,1 1,1-1,0 1,0 0,0 0,2 0,-1 0,1 0,0 0,1 1,1-1,-1 0,2 0,-1 0,1 0,1 0,2 8,1-6,1 0,-1-1,2 0,-1 0,2 0,-1-1,1-1,1 1,0-1,0-1,1 0,0 0,0-1,10 4,7 3,1-2,-1-1,2-1,-1-2,26 5,30 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9:01.44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136 1,'9'22,"3"20,-1 13,-6 9,-9 5,-8 0,-9-3,-8-6,-5-8,-5-14,6-12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9:01.88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1 599,'78'-13,"0"-2,-1-4,0-3,71-33,-105 39,-1-2,0-2,-2-2,0-2,-2-1,-1-2,-1-1,-1-2,-2-2,8-10,-33 32,0 0,0-1,-1 0,-1 0,0-1,0 0,-1 0,2-6,-6 15,-1 1,1-1,0 0,-1 1,0-1,1 0,-1 1,0-1,-1 0,1 1,0-1,-1 0,1 1,-1-1,0 1,0-1,0 1,0-1,-1 1,1-1,0 1,-1 0,0 0,1 0,-1 0,0 0,0 0,0 1,0-1,-1 0,1 1,0 0,-1 0,1-1,-1 1,1 1,-1-1,1 0,-1 1,-1-1,-7 1,0 0,-1 1,1 0,0 1,0 0,0 0,0 2,0-1,1 1,-1 1,1 0,0 0,0 1,1 0,0 1,0 0,1 0,-1 1,2 0,-1 1,1-1,-3 6,-11 14,1 0,1 2,1 0,2 2,1-1,2 2,1 0,1 0,-3 25,-3 28,4 0,3 1,3 29,5 165,-5 77,6-335,-2 1,0-1,-1 1,-2-1,0 0,-1-1,-2 0,-9 19,-9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9:02.12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82,'16'-9,"18"-5,18-1,18 1,18 2,13 3,12 4,-15 2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9:02.4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167 0,'0'14,"0"16,0 16,2 12,1 9,0 6,-3-2,-6-1,-8-5,-12-8,-12-8,-9-13,3-12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6T17:29:03.0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438 130,'-2'-7,"0"0,-1 0,0 0,-1 0,0 0,0 1,0-1,-1 1,0 0,0 1,0-1,-1 1,1 0,-1 0,-1 1,1-1,-1 2,0-1,1 1,-1 0,-1 0,1 1,0 0,-1 0,-3 0,-1 0,0 1,0 0,0 1,0 0,0 1,0 1,0 0,0 0,0 1,1 1,-1 0,1 0,0 1,0 0,-8 7,10-6,0 1,1 0,-1 0,1 1,1 0,0 0,0 1,1 0,0 0,0 1,0 2,4-9,1 0,-1 0,1 0,0 1,0-1,0 0,1 1,-1-1,1 1,-1-1,1 0,1 1,-1-1,0 1,1-1,-1 1,1-1,0 0,0 1,1-1,-1 0,1 0,-1 0,1 0,0 0,0 0,0-1,1 1,-1-1,1 1,-1-1,1 0,0 0,0 0,0 0,2 1,11 4,0-1,0 0,0-2,1 0,0 0,-1-1,1-2,0 1,1-2,-1 0,0-1,0-1,0-1,-1 0,1-1,6-3,-10 3,0-1,0-1,-1 0,0 0,0-1,0-1,-1 0,0-1,-1 0,0 0,0-1,-1 0,-1-1,7-9,-4 6,-13 31,-17 78,4 2,4 0,4 0,5 0,4 7,-6 160,3-242,-1 1,-1-1,-1 0,-1 0,-7 21,9-36,1 0,-2-1,1 1,-1 0,1-1,-2 0,1 0,-1 0,0-1,0 1,-1-1,1 0,-1-1,0 1,0-1,-1 0,1-1,-1 0,-4 2,2-3,0 0,0 0,1-1,-1-1,0 1,0-1,0-1,0 0,0 0,0-1,1 0,-1 0,1-1,-1 0,1-1,0 1,0-2,0 1,1-1,0 0,0-1,0 0,0 0,1 0,0-1,0 0,1 0,0 0,0-1,1 0,0 0,0 0,1 0,0 0,0-1,1 0,0 1,1-1,0 0,0 0,1 0,0 0,0 0,1 0,0 1,1-1,0 0,1 1,2-7,1 0,1 1,1 0,0 0,1 1,1 0,0 1,1 0,0 0,0 1,2 1,-1 0,1 1,0 0,1 1,24-14,1 2,0 2,1 2,26-6,175-46,-133 40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07.10.2024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07.10.2024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07.10.2024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07.10.2024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07.10.2024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44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257.png"/><Relationship Id="rId84" Type="http://schemas.openxmlformats.org/officeDocument/2006/relationships/image" Target="../media/image265.png"/><Relationship Id="rId89" Type="http://schemas.openxmlformats.org/officeDocument/2006/relationships/customXml" Target="../ink/ink44.xml"/><Relationship Id="rId112" Type="http://schemas.openxmlformats.org/officeDocument/2006/relationships/image" Target="../media/image279.png"/><Relationship Id="rId16" Type="http://schemas.openxmlformats.org/officeDocument/2006/relationships/image" Target="../media/image231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239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252.png"/><Relationship Id="rId74" Type="http://schemas.openxmlformats.org/officeDocument/2006/relationships/image" Target="../media/image260.png"/><Relationship Id="rId79" Type="http://schemas.openxmlformats.org/officeDocument/2006/relationships/customXml" Target="../ink/ink39.xml"/><Relationship Id="rId102" Type="http://schemas.openxmlformats.org/officeDocument/2006/relationships/image" Target="../media/image274.png"/><Relationship Id="rId123" Type="http://schemas.openxmlformats.org/officeDocument/2006/relationships/customXml" Target="../ink/ink61.xml"/><Relationship Id="rId128" Type="http://schemas.openxmlformats.org/officeDocument/2006/relationships/image" Target="../media/image5.png"/><Relationship Id="rId5" Type="http://schemas.openxmlformats.org/officeDocument/2006/relationships/customXml" Target="../ink/ink2.xml"/><Relationship Id="rId90" Type="http://schemas.openxmlformats.org/officeDocument/2006/relationships/image" Target="../media/image268.png"/><Relationship Id="rId95" Type="http://schemas.openxmlformats.org/officeDocument/2006/relationships/customXml" Target="../ink/ink47.xml"/><Relationship Id="rId22" Type="http://schemas.openxmlformats.org/officeDocument/2006/relationships/image" Target="../media/image234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247.png"/><Relationship Id="rId64" Type="http://schemas.openxmlformats.org/officeDocument/2006/relationships/image" Target="../media/image255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18" Type="http://schemas.openxmlformats.org/officeDocument/2006/relationships/image" Target="../media/image282.png"/><Relationship Id="rId80" Type="http://schemas.openxmlformats.org/officeDocument/2006/relationships/image" Target="../media/image263.png"/><Relationship Id="rId85" Type="http://schemas.openxmlformats.org/officeDocument/2006/relationships/customXml" Target="../ink/ink42.xml"/><Relationship Id="rId12" Type="http://schemas.openxmlformats.org/officeDocument/2006/relationships/image" Target="../media/image229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242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277.png"/><Relationship Id="rId124" Type="http://schemas.openxmlformats.org/officeDocument/2006/relationships/image" Target="../media/image3.png"/><Relationship Id="rId129" Type="http://schemas.openxmlformats.org/officeDocument/2006/relationships/customXml" Target="../ink/ink64.xml"/><Relationship Id="rId54" Type="http://schemas.openxmlformats.org/officeDocument/2006/relationships/image" Target="../media/image250.png"/><Relationship Id="rId70" Type="http://schemas.openxmlformats.org/officeDocument/2006/relationships/image" Target="../media/image258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6.png"/><Relationship Id="rId23" Type="http://schemas.openxmlformats.org/officeDocument/2006/relationships/customXml" Target="../ink/ink11.xml"/><Relationship Id="rId28" Type="http://schemas.openxmlformats.org/officeDocument/2006/relationships/image" Target="../media/image237.png"/><Relationship Id="rId49" Type="http://schemas.openxmlformats.org/officeDocument/2006/relationships/customXml" Target="../ink/ink24.xml"/><Relationship Id="rId114" Type="http://schemas.openxmlformats.org/officeDocument/2006/relationships/image" Target="../media/image280.png"/><Relationship Id="rId119" Type="http://schemas.openxmlformats.org/officeDocument/2006/relationships/customXml" Target="../ink/ink59.xml"/><Relationship Id="rId44" Type="http://schemas.openxmlformats.org/officeDocument/2006/relationships/image" Target="../media/image245.png"/><Relationship Id="rId60" Type="http://schemas.openxmlformats.org/officeDocument/2006/relationships/image" Target="../media/image253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266.png"/><Relationship Id="rId130" Type="http://schemas.openxmlformats.org/officeDocument/2006/relationships/image" Target="../media/image6.png"/><Relationship Id="rId13" Type="http://schemas.openxmlformats.org/officeDocument/2006/relationships/customXml" Target="../ink/ink6.xml"/><Relationship Id="rId18" Type="http://schemas.openxmlformats.org/officeDocument/2006/relationships/image" Target="../media/image232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240.png"/><Relationship Id="rId50" Type="http://schemas.openxmlformats.org/officeDocument/2006/relationships/image" Target="../media/image248.png"/><Relationship Id="rId55" Type="http://schemas.openxmlformats.org/officeDocument/2006/relationships/customXml" Target="../ink/ink27.xml"/><Relationship Id="rId76" Type="http://schemas.openxmlformats.org/officeDocument/2006/relationships/image" Target="../media/image261.png"/><Relationship Id="rId97" Type="http://schemas.openxmlformats.org/officeDocument/2006/relationships/customXml" Target="../ink/ink48.xml"/><Relationship Id="rId104" Type="http://schemas.openxmlformats.org/officeDocument/2006/relationships/image" Target="../media/image275.png"/><Relationship Id="rId120" Type="http://schemas.openxmlformats.org/officeDocument/2006/relationships/image" Target="../media/image283.png"/><Relationship Id="rId125" Type="http://schemas.openxmlformats.org/officeDocument/2006/relationships/customXml" Target="../ink/ink62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269.png"/><Relationship Id="rId2" Type="http://schemas.openxmlformats.org/officeDocument/2006/relationships/image" Target="../media/image1.png"/><Relationship Id="rId29" Type="http://schemas.openxmlformats.org/officeDocument/2006/relationships/customXml" Target="../ink/ink14.xml"/><Relationship Id="rId24" Type="http://schemas.openxmlformats.org/officeDocument/2006/relationships/image" Target="../media/image235.png"/><Relationship Id="rId40" Type="http://schemas.openxmlformats.org/officeDocument/2006/relationships/image" Target="../media/image243.png"/><Relationship Id="rId45" Type="http://schemas.openxmlformats.org/officeDocument/2006/relationships/customXml" Target="../ink/ink22.xml"/><Relationship Id="rId66" Type="http://schemas.openxmlformats.org/officeDocument/2006/relationships/image" Target="../media/image256.png"/><Relationship Id="rId87" Type="http://schemas.openxmlformats.org/officeDocument/2006/relationships/customXml" Target="../ink/ink43.xml"/><Relationship Id="rId110" Type="http://schemas.openxmlformats.org/officeDocument/2006/relationships/image" Target="../media/image278.png"/><Relationship Id="rId115" Type="http://schemas.openxmlformats.org/officeDocument/2006/relationships/customXml" Target="../ink/ink57.xml"/><Relationship Id="rId131" Type="http://schemas.openxmlformats.org/officeDocument/2006/relationships/customXml" Target="../ink/ink65.xml"/><Relationship Id="rId61" Type="http://schemas.openxmlformats.org/officeDocument/2006/relationships/customXml" Target="../ink/ink30.xml"/><Relationship Id="rId82" Type="http://schemas.openxmlformats.org/officeDocument/2006/relationships/image" Target="../media/image264.png"/><Relationship Id="rId19" Type="http://schemas.openxmlformats.org/officeDocument/2006/relationships/customXml" Target="../ink/ink9.xml"/><Relationship Id="rId14" Type="http://schemas.openxmlformats.org/officeDocument/2006/relationships/image" Target="../media/image230.png"/><Relationship Id="rId30" Type="http://schemas.openxmlformats.org/officeDocument/2006/relationships/image" Target="../media/image238.png"/><Relationship Id="rId35" Type="http://schemas.openxmlformats.org/officeDocument/2006/relationships/customXml" Target="../ink/ink17.xml"/><Relationship Id="rId56" Type="http://schemas.openxmlformats.org/officeDocument/2006/relationships/image" Target="../media/image251.png"/><Relationship Id="rId77" Type="http://schemas.openxmlformats.org/officeDocument/2006/relationships/customXml" Target="../ink/ink38.xml"/><Relationship Id="rId100" Type="http://schemas.openxmlformats.org/officeDocument/2006/relationships/image" Target="../media/image273.png"/><Relationship Id="rId105" Type="http://schemas.openxmlformats.org/officeDocument/2006/relationships/customXml" Target="../ink/ink52.xml"/><Relationship Id="rId126" Type="http://schemas.openxmlformats.org/officeDocument/2006/relationships/image" Target="../media/image4.png"/><Relationship Id="rId8" Type="http://schemas.openxmlformats.org/officeDocument/2006/relationships/image" Target="../media/image227.png"/><Relationship Id="rId51" Type="http://schemas.openxmlformats.org/officeDocument/2006/relationships/customXml" Target="../ink/ink25.xml"/><Relationship Id="rId72" Type="http://schemas.openxmlformats.org/officeDocument/2006/relationships/image" Target="../media/image259.png"/><Relationship Id="rId93" Type="http://schemas.openxmlformats.org/officeDocument/2006/relationships/customXml" Target="../ink/ink46.xml"/><Relationship Id="rId98" Type="http://schemas.openxmlformats.org/officeDocument/2006/relationships/image" Target="../media/image272.png"/><Relationship Id="rId121" Type="http://schemas.openxmlformats.org/officeDocument/2006/relationships/customXml" Target="../ink/ink60.xml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46.png"/><Relationship Id="rId67" Type="http://schemas.openxmlformats.org/officeDocument/2006/relationships/customXml" Target="../ink/ink33.xml"/><Relationship Id="rId116" Type="http://schemas.openxmlformats.org/officeDocument/2006/relationships/image" Target="../media/image281.png"/><Relationship Id="rId20" Type="http://schemas.openxmlformats.org/officeDocument/2006/relationships/image" Target="../media/image233.png"/><Relationship Id="rId41" Type="http://schemas.openxmlformats.org/officeDocument/2006/relationships/customXml" Target="../ink/ink20.xml"/><Relationship Id="rId62" Type="http://schemas.openxmlformats.org/officeDocument/2006/relationships/image" Target="../media/image254.png"/><Relationship Id="rId83" Type="http://schemas.openxmlformats.org/officeDocument/2006/relationships/customXml" Target="../ink/ink41.xml"/><Relationship Id="rId88" Type="http://schemas.openxmlformats.org/officeDocument/2006/relationships/image" Target="../media/image267.png"/><Relationship Id="rId111" Type="http://schemas.openxmlformats.org/officeDocument/2006/relationships/customXml" Target="../ink/ink55.xml"/><Relationship Id="rId132" Type="http://schemas.openxmlformats.org/officeDocument/2006/relationships/image" Target="../media/image7.png"/><Relationship Id="rId15" Type="http://schemas.openxmlformats.org/officeDocument/2006/relationships/customXml" Target="../ink/ink7.xml"/><Relationship Id="rId36" Type="http://schemas.openxmlformats.org/officeDocument/2006/relationships/image" Target="../media/image241.png"/><Relationship Id="rId57" Type="http://schemas.openxmlformats.org/officeDocument/2006/relationships/customXml" Target="../ink/ink28.xml"/><Relationship Id="rId106" Type="http://schemas.openxmlformats.org/officeDocument/2006/relationships/image" Target="../media/image276.png"/><Relationship Id="rId127" Type="http://schemas.openxmlformats.org/officeDocument/2006/relationships/customXml" Target="../ink/ink63.xml"/><Relationship Id="rId10" Type="http://schemas.openxmlformats.org/officeDocument/2006/relationships/image" Target="../media/image228.png"/><Relationship Id="rId31" Type="http://schemas.openxmlformats.org/officeDocument/2006/relationships/customXml" Target="../ink/ink15.xml"/><Relationship Id="rId52" Type="http://schemas.openxmlformats.org/officeDocument/2006/relationships/image" Target="../media/image249.png"/><Relationship Id="rId73" Type="http://schemas.openxmlformats.org/officeDocument/2006/relationships/customXml" Target="../ink/ink36.xml"/><Relationship Id="rId78" Type="http://schemas.openxmlformats.org/officeDocument/2006/relationships/image" Target="../media/image262.png"/><Relationship Id="rId94" Type="http://schemas.openxmlformats.org/officeDocument/2006/relationships/image" Target="../media/image270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2.png"/><Relationship Id="rId4" Type="http://schemas.openxmlformats.org/officeDocument/2006/relationships/image" Target="../media/image225.png"/><Relationship Id="rId9" Type="http://schemas.openxmlformats.org/officeDocument/2006/relationships/customXml" Target="../ink/ink4.xml"/><Relationship Id="rId26" Type="http://schemas.openxmlformats.org/officeDocument/2006/relationships/image" Target="../media/image236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customXml" Target="../ink/ink74.xml"/><Relationship Id="rId26" Type="http://schemas.openxmlformats.org/officeDocument/2006/relationships/customXml" Target="../ink/ink78.xml"/><Relationship Id="rId39" Type="http://schemas.openxmlformats.org/officeDocument/2006/relationships/image" Target="../media/image28.png"/><Relationship Id="rId21" Type="http://schemas.openxmlformats.org/officeDocument/2006/relationships/image" Target="../media/image19.png"/><Relationship Id="rId34" Type="http://schemas.openxmlformats.org/officeDocument/2006/relationships/customXml" Target="../ink/ink82.xml"/><Relationship Id="rId42" Type="http://schemas.openxmlformats.org/officeDocument/2006/relationships/customXml" Target="../ink/ink86.xml"/><Relationship Id="rId47" Type="http://schemas.openxmlformats.org/officeDocument/2006/relationships/image" Target="../media/image32.png"/><Relationship Id="rId50" Type="http://schemas.openxmlformats.org/officeDocument/2006/relationships/customXml" Target="../ink/ink90.xml"/><Relationship Id="rId55" Type="http://schemas.openxmlformats.org/officeDocument/2006/relationships/image" Target="../media/image36.png"/><Relationship Id="rId7" Type="http://schemas.openxmlformats.org/officeDocument/2006/relationships/image" Target="../media/image12.png"/><Relationship Id="rId2" Type="http://schemas.openxmlformats.org/officeDocument/2006/relationships/customXml" Target="../ink/ink66.xml"/><Relationship Id="rId16" Type="http://schemas.openxmlformats.org/officeDocument/2006/relationships/customXml" Target="../ink/ink73.xml"/><Relationship Id="rId29" Type="http://schemas.openxmlformats.org/officeDocument/2006/relationships/image" Target="../media/image23.png"/><Relationship Id="rId11" Type="http://schemas.openxmlformats.org/officeDocument/2006/relationships/image" Target="../media/image14.png"/><Relationship Id="rId24" Type="http://schemas.openxmlformats.org/officeDocument/2006/relationships/customXml" Target="../ink/ink77.xml"/><Relationship Id="rId32" Type="http://schemas.openxmlformats.org/officeDocument/2006/relationships/customXml" Target="../ink/ink81.xml"/><Relationship Id="rId37" Type="http://schemas.openxmlformats.org/officeDocument/2006/relationships/image" Target="../media/image27.png"/><Relationship Id="rId40" Type="http://schemas.openxmlformats.org/officeDocument/2006/relationships/customXml" Target="../ink/ink85.xml"/><Relationship Id="rId45" Type="http://schemas.openxmlformats.org/officeDocument/2006/relationships/image" Target="../media/image31.png"/><Relationship Id="rId53" Type="http://schemas.openxmlformats.org/officeDocument/2006/relationships/image" Target="../media/image35.png"/><Relationship Id="rId5" Type="http://schemas.openxmlformats.org/officeDocument/2006/relationships/image" Target="../media/image11.png"/><Relationship Id="rId19" Type="http://schemas.openxmlformats.org/officeDocument/2006/relationships/image" Target="../media/image18.png"/><Relationship Id="rId4" Type="http://schemas.openxmlformats.org/officeDocument/2006/relationships/customXml" Target="../ink/ink67.xml"/><Relationship Id="rId9" Type="http://schemas.openxmlformats.org/officeDocument/2006/relationships/image" Target="../media/image13.png"/><Relationship Id="rId14" Type="http://schemas.openxmlformats.org/officeDocument/2006/relationships/customXml" Target="../ink/ink72.xml"/><Relationship Id="rId22" Type="http://schemas.openxmlformats.org/officeDocument/2006/relationships/customXml" Target="../ink/ink76.xml"/><Relationship Id="rId27" Type="http://schemas.openxmlformats.org/officeDocument/2006/relationships/image" Target="../media/image22.png"/><Relationship Id="rId30" Type="http://schemas.openxmlformats.org/officeDocument/2006/relationships/customXml" Target="../ink/ink80.xml"/><Relationship Id="rId35" Type="http://schemas.openxmlformats.org/officeDocument/2006/relationships/image" Target="../media/image26.png"/><Relationship Id="rId43" Type="http://schemas.openxmlformats.org/officeDocument/2006/relationships/image" Target="../media/image30.png"/><Relationship Id="rId48" Type="http://schemas.openxmlformats.org/officeDocument/2006/relationships/customXml" Target="../ink/ink89.xml"/><Relationship Id="rId56" Type="http://schemas.openxmlformats.org/officeDocument/2006/relationships/customXml" Target="../ink/ink93.xml"/><Relationship Id="rId8" Type="http://schemas.openxmlformats.org/officeDocument/2006/relationships/customXml" Target="../ink/ink69.xml"/><Relationship Id="rId51" Type="http://schemas.openxmlformats.org/officeDocument/2006/relationships/image" Target="../media/image34.png"/><Relationship Id="rId3" Type="http://schemas.openxmlformats.org/officeDocument/2006/relationships/image" Target="../media/image10.png"/><Relationship Id="rId12" Type="http://schemas.openxmlformats.org/officeDocument/2006/relationships/customXml" Target="../ink/ink71.xml"/><Relationship Id="rId17" Type="http://schemas.openxmlformats.org/officeDocument/2006/relationships/image" Target="../media/image17.png"/><Relationship Id="rId25" Type="http://schemas.openxmlformats.org/officeDocument/2006/relationships/image" Target="../media/image21.png"/><Relationship Id="rId33" Type="http://schemas.openxmlformats.org/officeDocument/2006/relationships/image" Target="../media/image25.png"/><Relationship Id="rId38" Type="http://schemas.openxmlformats.org/officeDocument/2006/relationships/customXml" Target="../ink/ink84.xml"/><Relationship Id="rId46" Type="http://schemas.openxmlformats.org/officeDocument/2006/relationships/customXml" Target="../ink/ink88.xml"/><Relationship Id="rId20" Type="http://schemas.openxmlformats.org/officeDocument/2006/relationships/customXml" Target="../ink/ink75.xml"/><Relationship Id="rId41" Type="http://schemas.openxmlformats.org/officeDocument/2006/relationships/image" Target="../media/image29.png"/><Relationship Id="rId54" Type="http://schemas.openxmlformats.org/officeDocument/2006/relationships/customXml" Target="../ink/ink9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8.xml"/><Relationship Id="rId15" Type="http://schemas.openxmlformats.org/officeDocument/2006/relationships/image" Target="../media/image16.png"/><Relationship Id="rId23" Type="http://schemas.openxmlformats.org/officeDocument/2006/relationships/image" Target="../media/image20.png"/><Relationship Id="rId28" Type="http://schemas.openxmlformats.org/officeDocument/2006/relationships/customXml" Target="../ink/ink79.xml"/><Relationship Id="rId36" Type="http://schemas.openxmlformats.org/officeDocument/2006/relationships/customXml" Target="../ink/ink83.xml"/><Relationship Id="rId49" Type="http://schemas.openxmlformats.org/officeDocument/2006/relationships/image" Target="../media/image33.png"/><Relationship Id="rId57" Type="http://schemas.openxmlformats.org/officeDocument/2006/relationships/image" Target="../media/image37.png"/><Relationship Id="rId10" Type="http://schemas.openxmlformats.org/officeDocument/2006/relationships/customXml" Target="../ink/ink70.xml"/><Relationship Id="rId31" Type="http://schemas.openxmlformats.org/officeDocument/2006/relationships/image" Target="../media/image24.png"/><Relationship Id="rId44" Type="http://schemas.openxmlformats.org/officeDocument/2006/relationships/customXml" Target="../ink/ink87.xml"/><Relationship Id="rId52" Type="http://schemas.openxmlformats.org/officeDocument/2006/relationships/customXml" Target="../ink/ink91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5.png"/><Relationship Id="rId299" Type="http://schemas.openxmlformats.org/officeDocument/2006/relationships/image" Target="../media/image186.png"/><Relationship Id="rId21" Type="http://schemas.openxmlformats.org/officeDocument/2006/relationships/image" Target="../media/image47.png"/><Relationship Id="rId63" Type="http://schemas.openxmlformats.org/officeDocument/2006/relationships/image" Target="../media/image68.png"/><Relationship Id="rId159" Type="http://schemas.openxmlformats.org/officeDocument/2006/relationships/image" Target="../media/image116.png"/><Relationship Id="rId170" Type="http://schemas.openxmlformats.org/officeDocument/2006/relationships/customXml" Target="../ink/ink178.xml"/><Relationship Id="rId226" Type="http://schemas.openxmlformats.org/officeDocument/2006/relationships/customXml" Target="../ink/ink206.xml"/><Relationship Id="rId268" Type="http://schemas.openxmlformats.org/officeDocument/2006/relationships/customXml" Target="../ink/ink227.xml"/><Relationship Id="rId32" Type="http://schemas.openxmlformats.org/officeDocument/2006/relationships/customXml" Target="../ink/ink109.xml"/><Relationship Id="rId74" Type="http://schemas.openxmlformats.org/officeDocument/2006/relationships/customXml" Target="../ink/ink130.xml"/><Relationship Id="rId128" Type="http://schemas.openxmlformats.org/officeDocument/2006/relationships/customXml" Target="../ink/ink157.xml"/><Relationship Id="rId5" Type="http://schemas.openxmlformats.org/officeDocument/2006/relationships/image" Target="../media/image39.png"/><Relationship Id="rId181" Type="http://schemas.openxmlformats.org/officeDocument/2006/relationships/image" Target="../media/image127.png"/><Relationship Id="rId237" Type="http://schemas.openxmlformats.org/officeDocument/2006/relationships/image" Target="../media/image155.png"/><Relationship Id="rId279" Type="http://schemas.openxmlformats.org/officeDocument/2006/relationships/image" Target="../media/image176.png"/><Relationship Id="rId43" Type="http://schemas.openxmlformats.org/officeDocument/2006/relationships/image" Target="../media/image58.png"/><Relationship Id="rId139" Type="http://schemas.openxmlformats.org/officeDocument/2006/relationships/image" Target="../media/image106.png"/><Relationship Id="rId290" Type="http://schemas.openxmlformats.org/officeDocument/2006/relationships/customXml" Target="../ink/ink238.xml"/><Relationship Id="rId304" Type="http://schemas.openxmlformats.org/officeDocument/2006/relationships/customXml" Target="../ink/ink245.xml"/><Relationship Id="rId85" Type="http://schemas.openxmlformats.org/officeDocument/2006/relationships/image" Target="../media/image79.png"/><Relationship Id="rId150" Type="http://schemas.openxmlformats.org/officeDocument/2006/relationships/customXml" Target="../ink/ink168.xml"/><Relationship Id="rId192" Type="http://schemas.openxmlformats.org/officeDocument/2006/relationships/customXml" Target="../ink/ink189.xml"/><Relationship Id="rId206" Type="http://schemas.openxmlformats.org/officeDocument/2006/relationships/customXml" Target="../ink/ink196.xml"/><Relationship Id="rId248" Type="http://schemas.openxmlformats.org/officeDocument/2006/relationships/customXml" Target="../ink/ink217.xml"/><Relationship Id="rId12" Type="http://schemas.openxmlformats.org/officeDocument/2006/relationships/customXml" Target="../ink/ink99.xml"/><Relationship Id="rId108" Type="http://schemas.openxmlformats.org/officeDocument/2006/relationships/customXml" Target="../ink/ink147.xml"/><Relationship Id="rId54" Type="http://schemas.openxmlformats.org/officeDocument/2006/relationships/customXml" Target="../ink/ink120.xml"/><Relationship Id="rId96" Type="http://schemas.openxmlformats.org/officeDocument/2006/relationships/customXml" Target="../ink/ink141.xml"/><Relationship Id="rId161" Type="http://schemas.openxmlformats.org/officeDocument/2006/relationships/image" Target="../media/image117.png"/><Relationship Id="rId217" Type="http://schemas.openxmlformats.org/officeDocument/2006/relationships/image" Target="../media/image145.png"/><Relationship Id="rId259" Type="http://schemas.openxmlformats.org/officeDocument/2006/relationships/image" Target="../media/image166.png"/><Relationship Id="rId23" Type="http://schemas.openxmlformats.org/officeDocument/2006/relationships/image" Target="../media/image48.png"/><Relationship Id="rId119" Type="http://schemas.openxmlformats.org/officeDocument/2006/relationships/image" Target="../media/image96.png"/><Relationship Id="rId270" Type="http://schemas.openxmlformats.org/officeDocument/2006/relationships/customXml" Target="../ink/ink228.xml"/><Relationship Id="rId44" Type="http://schemas.openxmlformats.org/officeDocument/2006/relationships/customXml" Target="../ink/ink115.xml"/><Relationship Id="rId65" Type="http://schemas.openxmlformats.org/officeDocument/2006/relationships/image" Target="../media/image69.png"/><Relationship Id="rId86" Type="http://schemas.openxmlformats.org/officeDocument/2006/relationships/customXml" Target="../ink/ink136.xml"/><Relationship Id="rId130" Type="http://schemas.openxmlformats.org/officeDocument/2006/relationships/customXml" Target="../ink/ink158.xml"/><Relationship Id="rId151" Type="http://schemas.openxmlformats.org/officeDocument/2006/relationships/image" Target="../media/image112.png"/><Relationship Id="rId172" Type="http://schemas.openxmlformats.org/officeDocument/2006/relationships/customXml" Target="../ink/ink179.xml"/><Relationship Id="rId193" Type="http://schemas.openxmlformats.org/officeDocument/2006/relationships/image" Target="../media/image133.png"/><Relationship Id="rId207" Type="http://schemas.openxmlformats.org/officeDocument/2006/relationships/image" Target="../media/image140.png"/><Relationship Id="rId228" Type="http://schemas.openxmlformats.org/officeDocument/2006/relationships/customXml" Target="../ink/ink207.xml"/><Relationship Id="rId249" Type="http://schemas.openxmlformats.org/officeDocument/2006/relationships/image" Target="../media/image161.png"/><Relationship Id="rId13" Type="http://schemas.openxmlformats.org/officeDocument/2006/relationships/image" Target="../media/image43.png"/><Relationship Id="rId109" Type="http://schemas.openxmlformats.org/officeDocument/2006/relationships/image" Target="../media/image91.png"/><Relationship Id="rId260" Type="http://schemas.openxmlformats.org/officeDocument/2006/relationships/customXml" Target="../ink/ink223.xml"/><Relationship Id="rId281" Type="http://schemas.openxmlformats.org/officeDocument/2006/relationships/image" Target="../media/image177.png"/><Relationship Id="rId34" Type="http://schemas.openxmlformats.org/officeDocument/2006/relationships/customXml" Target="../ink/ink110.xml"/><Relationship Id="rId55" Type="http://schemas.openxmlformats.org/officeDocument/2006/relationships/image" Target="../media/image64.png"/><Relationship Id="rId76" Type="http://schemas.openxmlformats.org/officeDocument/2006/relationships/customXml" Target="../ink/ink131.xml"/><Relationship Id="rId97" Type="http://schemas.openxmlformats.org/officeDocument/2006/relationships/image" Target="../media/image85.png"/><Relationship Id="rId120" Type="http://schemas.openxmlformats.org/officeDocument/2006/relationships/customXml" Target="../ink/ink153.xml"/><Relationship Id="rId141" Type="http://schemas.openxmlformats.org/officeDocument/2006/relationships/image" Target="../media/image107.png"/><Relationship Id="rId7" Type="http://schemas.openxmlformats.org/officeDocument/2006/relationships/image" Target="../media/image40.png"/><Relationship Id="rId162" Type="http://schemas.openxmlformats.org/officeDocument/2006/relationships/customXml" Target="../ink/ink174.xml"/><Relationship Id="rId183" Type="http://schemas.openxmlformats.org/officeDocument/2006/relationships/image" Target="../media/image128.png"/><Relationship Id="rId218" Type="http://schemas.openxmlformats.org/officeDocument/2006/relationships/customXml" Target="../ink/ink202.xml"/><Relationship Id="rId239" Type="http://schemas.openxmlformats.org/officeDocument/2006/relationships/image" Target="../media/image156.png"/><Relationship Id="rId250" Type="http://schemas.openxmlformats.org/officeDocument/2006/relationships/customXml" Target="../ink/ink218.xml"/><Relationship Id="rId271" Type="http://schemas.openxmlformats.org/officeDocument/2006/relationships/image" Target="../media/image172.png"/><Relationship Id="rId292" Type="http://schemas.openxmlformats.org/officeDocument/2006/relationships/customXml" Target="../ink/ink239.xml"/><Relationship Id="rId306" Type="http://schemas.openxmlformats.org/officeDocument/2006/relationships/customXml" Target="../ink/ink246.xml"/><Relationship Id="rId24" Type="http://schemas.openxmlformats.org/officeDocument/2006/relationships/customXml" Target="../ink/ink105.xml"/><Relationship Id="rId45" Type="http://schemas.openxmlformats.org/officeDocument/2006/relationships/image" Target="../media/image59.png"/><Relationship Id="rId66" Type="http://schemas.openxmlformats.org/officeDocument/2006/relationships/customXml" Target="../ink/ink126.xml"/><Relationship Id="rId87" Type="http://schemas.openxmlformats.org/officeDocument/2006/relationships/image" Target="../media/image80.png"/><Relationship Id="rId110" Type="http://schemas.openxmlformats.org/officeDocument/2006/relationships/customXml" Target="../ink/ink148.xml"/><Relationship Id="rId131" Type="http://schemas.openxmlformats.org/officeDocument/2006/relationships/image" Target="../media/image102.png"/><Relationship Id="rId152" Type="http://schemas.openxmlformats.org/officeDocument/2006/relationships/customXml" Target="../ink/ink169.xml"/><Relationship Id="rId173" Type="http://schemas.openxmlformats.org/officeDocument/2006/relationships/image" Target="../media/image123.png"/><Relationship Id="rId194" Type="http://schemas.openxmlformats.org/officeDocument/2006/relationships/customXml" Target="../ink/ink190.xml"/><Relationship Id="rId208" Type="http://schemas.openxmlformats.org/officeDocument/2006/relationships/customXml" Target="../ink/ink197.xml"/><Relationship Id="rId229" Type="http://schemas.openxmlformats.org/officeDocument/2006/relationships/image" Target="../media/image151.png"/><Relationship Id="rId240" Type="http://schemas.openxmlformats.org/officeDocument/2006/relationships/customXml" Target="../ink/ink213.xml"/><Relationship Id="rId261" Type="http://schemas.openxmlformats.org/officeDocument/2006/relationships/image" Target="../media/image167.png"/><Relationship Id="rId14" Type="http://schemas.openxmlformats.org/officeDocument/2006/relationships/customXml" Target="../ink/ink100.xml"/><Relationship Id="rId35" Type="http://schemas.openxmlformats.org/officeDocument/2006/relationships/image" Target="../media/image54.png"/><Relationship Id="rId56" Type="http://schemas.openxmlformats.org/officeDocument/2006/relationships/customXml" Target="../ink/ink121.xml"/><Relationship Id="rId77" Type="http://schemas.openxmlformats.org/officeDocument/2006/relationships/image" Target="../media/image75.png"/><Relationship Id="rId100" Type="http://schemas.openxmlformats.org/officeDocument/2006/relationships/customXml" Target="../ink/ink143.xml"/><Relationship Id="rId282" Type="http://schemas.openxmlformats.org/officeDocument/2006/relationships/customXml" Target="../ink/ink234.xml"/><Relationship Id="rId8" Type="http://schemas.openxmlformats.org/officeDocument/2006/relationships/customXml" Target="../ink/ink97.xml"/><Relationship Id="rId98" Type="http://schemas.openxmlformats.org/officeDocument/2006/relationships/customXml" Target="../ink/ink142.xml"/><Relationship Id="rId121" Type="http://schemas.openxmlformats.org/officeDocument/2006/relationships/image" Target="../media/image97.png"/><Relationship Id="rId142" Type="http://schemas.openxmlformats.org/officeDocument/2006/relationships/customXml" Target="../ink/ink164.xml"/><Relationship Id="rId163" Type="http://schemas.openxmlformats.org/officeDocument/2006/relationships/image" Target="../media/image118.png"/><Relationship Id="rId184" Type="http://schemas.openxmlformats.org/officeDocument/2006/relationships/customXml" Target="../ink/ink185.xml"/><Relationship Id="rId219" Type="http://schemas.openxmlformats.org/officeDocument/2006/relationships/image" Target="../media/image146.png"/><Relationship Id="rId230" Type="http://schemas.openxmlformats.org/officeDocument/2006/relationships/customXml" Target="../ink/ink208.xml"/><Relationship Id="rId251" Type="http://schemas.openxmlformats.org/officeDocument/2006/relationships/image" Target="../media/image162.png"/><Relationship Id="rId25" Type="http://schemas.openxmlformats.org/officeDocument/2006/relationships/image" Target="../media/image49.png"/><Relationship Id="rId46" Type="http://schemas.openxmlformats.org/officeDocument/2006/relationships/customXml" Target="../ink/ink116.xml"/><Relationship Id="rId67" Type="http://schemas.openxmlformats.org/officeDocument/2006/relationships/image" Target="../media/image70.png"/><Relationship Id="rId272" Type="http://schemas.openxmlformats.org/officeDocument/2006/relationships/customXml" Target="../ink/ink229.xml"/><Relationship Id="rId293" Type="http://schemas.openxmlformats.org/officeDocument/2006/relationships/image" Target="../media/image183.png"/><Relationship Id="rId307" Type="http://schemas.openxmlformats.org/officeDocument/2006/relationships/image" Target="../media/image190.png"/><Relationship Id="rId88" Type="http://schemas.openxmlformats.org/officeDocument/2006/relationships/customXml" Target="../ink/ink137.xml"/><Relationship Id="rId111" Type="http://schemas.openxmlformats.org/officeDocument/2006/relationships/image" Target="../media/image92.png"/><Relationship Id="rId132" Type="http://schemas.openxmlformats.org/officeDocument/2006/relationships/customXml" Target="../ink/ink159.xml"/><Relationship Id="rId153" Type="http://schemas.openxmlformats.org/officeDocument/2006/relationships/image" Target="../media/image113.png"/><Relationship Id="rId174" Type="http://schemas.openxmlformats.org/officeDocument/2006/relationships/customXml" Target="../ink/ink180.xml"/><Relationship Id="rId195" Type="http://schemas.openxmlformats.org/officeDocument/2006/relationships/image" Target="../media/image134.png"/><Relationship Id="rId209" Type="http://schemas.openxmlformats.org/officeDocument/2006/relationships/image" Target="../media/image141.png"/><Relationship Id="rId220" Type="http://schemas.openxmlformats.org/officeDocument/2006/relationships/customXml" Target="../ink/ink203.xml"/><Relationship Id="rId241" Type="http://schemas.openxmlformats.org/officeDocument/2006/relationships/image" Target="../media/image157.png"/><Relationship Id="rId15" Type="http://schemas.openxmlformats.org/officeDocument/2006/relationships/image" Target="../media/image44.png"/><Relationship Id="rId36" Type="http://schemas.openxmlformats.org/officeDocument/2006/relationships/customXml" Target="../ink/ink111.xml"/><Relationship Id="rId57" Type="http://schemas.openxmlformats.org/officeDocument/2006/relationships/image" Target="../media/image65.png"/><Relationship Id="rId262" Type="http://schemas.openxmlformats.org/officeDocument/2006/relationships/customXml" Target="../ink/ink224.xml"/><Relationship Id="rId283" Type="http://schemas.openxmlformats.org/officeDocument/2006/relationships/image" Target="../media/image178.png"/><Relationship Id="rId78" Type="http://schemas.openxmlformats.org/officeDocument/2006/relationships/customXml" Target="../ink/ink132.xml"/><Relationship Id="rId99" Type="http://schemas.openxmlformats.org/officeDocument/2006/relationships/image" Target="../media/image86.png"/><Relationship Id="rId101" Type="http://schemas.openxmlformats.org/officeDocument/2006/relationships/image" Target="../media/image87.png"/><Relationship Id="rId122" Type="http://schemas.openxmlformats.org/officeDocument/2006/relationships/customXml" Target="../ink/ink154.xml"/><Relationship Id="rId143" Type="http://schemas.openxmlformats.org/officeDocument/2006/relationships/image" Target="../media/image108.png"/><Relationship Id="rId164" Type="http://schemas.openxmlformats.org/officeDocument/2006/relationships/customXml" Target="../ink/ink175.xml"/><Relationship Id="rId185" Type="http://schemas.openxmlformats.org/officeDocument/2006/relationships/image" Target="../media/image129.png"/><Relationship Id="rId9" Type="http://schemas.openxmlformats.org/officeDocument/2006/relationships/image" Target="../media/image41.png"/><Relationship Id="rId210" Type="http://schemas.openxmlformats.org/officeDocument/2006/relationships/customXml" Target="../ink/ink198.xml"/><Relationship Id="rId26" Type="http://schemas.openxmlformats.org/officeDocument/2006/relationships/customXml" Target="../ink/ink106.xml"/><Relationship Id="rId231" Type="http://schemas.openxmlformats.org/officeDocument/2006/relationships/image" Target="../media/image152.png"/><Relationship Id="rId252" Type="http://schemas.openxmlformats.org/officeDocument/2006/relationships/customXml" Target="../ink/ink219.xml"/><Relationship Id="rId273" Type="http://schemas.openxmlformats.org/officeDocument/2006/relationships/image" Target="../media/image173.png"/><Relationship Id="rId294" Type="http://schemas.openxmlformats.org/officeDocument/2006/relationships/customXml" Target="../ink/ink240.xml"/><Relationship Id="rId308" Type="http://schemas.openxmlformats.org/officeDocument/2006/relationships/customXml" Target="../ink/ink247.xml"/><Relationship Id="rId47" Type="http://schemas.openxmlformats.org/officeDocument/2006/relationships/image" Target="../media/image60.png"/><Relationship Id="rId68" Type="http://schemas.openxmlformats.org/officeDocument/2006/relationships/customXml" Target="../ink/ink127.xml"/><Relationship Id="rId89" Type="http://schemas.openxmlformats.org/officeDocument/2006/relationships/image" Target="../media/image81.png"/><Relationship Id="rId112" Type="http://schemas.openxmlformats.org/officeDocument/2006/relationships/customXml" Target="../ink/ink149.xml"/><Relationship Id="rId133" Type="http://schemas.openxmlformats.org/officeDocument/2006/relationships/image" Target="../media/image103.png"/><Relationship Id="rId154" Type="http://schemas.openxmlformats.org/officeDocument/2006/relationships/customXml" Target="../ink/ink170.xml"/><Relationship Id="rId175" Type="http://schemas.openxmlformats.org/officeDocument/2006/relationships/image" Target="../media/image124.png"/><Relationship Id="rId196" Type="http://schemas.openxmlformats.org/officeDocument/2006/relationships/customXml" Target="../ink/ink191.xml"/><Relationship Id="rId200" Type="http://schemas.openxmlformats.org/officeDocument/2006/relationships/customXml" Target="../ink/ink193.xml"/><Relationship Id="rId16" Type="http://schemas.openxmlformats.org/officeDocument/2006/relationships/customXml" Target="../ink/ink101.xml"/><Relationship Id="rId221" Type="http://schemas.openxmlformats.org/officeDocument/2006/relationships/image" Target="../media/image147.png"/><Relationship Id="rId242" Type="http://schemas.openxmlformats.org/officeDocument/2006/relationships/customXml" Target="../ink/ink214.xml"/><Relationship Id="rId263" Type="http://schemas.openxmlformats.org/officeDocument/2006/relationships/image" Target="../media/image168.png"/><Relationship Id="rId284" Type="http://schemas.openxmlformats.org/officeDocument/2006/relationships/customXml" Target="../ink/ink235.xml"/><Relationship Id="rId37" Type="http://schemas.openxmlformats.org/officeDocument/2006/relationships/image" Target="../media/image55.png"/><Relationship Id="rId58" Type="http://schemas.openxmlformats.org/officeDocument/2006/relationships/customXml" Target="../ink/ink122.xml"/><Relationship Id="rId79" Type="http://schemas.openxmlformats.org/officeDocument/2006/relationships/image" Target="../media/image76.png"/><Relationship Id="rId102" Type="http://schemas.openxmlformats.org/officeDocument/2006/relationships/customXml" Target="../ink/ink144.xml"/><Relationship Id="rId123" Type="http://schemas.openxmlformats.org/officeDocument/2006/relationships/image" Target="../media/image98.png"/><Relationship Id="rId144" Type="http://schemas.openxmlformats.org/officeDocument/2006/relationships/customXml" Target="../ink/ink165.xml"/><Relationship Id="rId90" Type="http://schemas.openxmlformats.org/officeDocument/2006/relationships/customXml" Target="../ink/ink138.xml"/><Relationship Id="rId165" Type="http://schemas.openxmlformats.org/officeDocument/2006/relationships/image" Target="../media/image119.png"/><Relationship Id="rId186" Type="http://schemas.openxmlformats.org/officeDocument/2006/relationships/customXml" Target="../ink/ink186.xml"/><Relationship Id="rId211" Type="http://schemas.openxmlformats.org/officeDocument/2006/relationships/image" Target="../media/image142.png"/><Relationship Id="rId232" Type="http://schemas.openxmlformats.org/officeDocument/2006/relationships/customXml" Target="../ink/ink209.xml"/><Relationship Id="rId253" Type="http://schemas.openxmlformats.org/officeDocument/2006/relationships/image" Target="../media/image163.png"/><Relationship Id="rId274" Type="http://schemas.openxmlformats.org/officeDocument/2006/relationships/customXml" Target="../ink/ink230.xml"/><Relationship Id="rId295" Type="http://schemas.openxmlformats.org/officeDocument/2006/relationships/image" Target="../media/image184.png"/><Relationship Id="rId309" Type="http://schemas.openxmlformats.org/officeDocument/2006/relationships/image" Target="../media/image191.png"/><Relationship Id="rId27" Type="http://schemas.openxmlformats.org/officeDocument/2006/relationships/image" Target="../media/image50.png"/><Relationship Id="rId48" Type="http://schemas.openxmlformats.org/officeDocument/2006/relationships/customXml" Target="../ink/ink117.xml"/><Relationship Id="rId69" Type="http://schemas.openxmlformats.org/officeDocument/2006/relationships/image" Target="../media/image71.png"/><Relationship Id="rId113" Type="http://schemas.openxmlformats.org/officeDocument/2006/relationships/image" Target="../media/image93.png"/><Relationship Id="rId134" Type="http://schemas.openxmlformats.org/officeDocument/2006/relationships/customXml" Target="../ink/ink160.xml"/><Relationship Id="rId80" Type="http://schemas.openxmlformats.org/officeDocument/2006/relationships/customXml" Target="../ink/ink133.xml"/><Relationship Id="rId155" Type="http://schemas.openxmlformats.org/officeDocument/2006/relationships/image" Target="../media/image114.png"/><Relationship Id="rId176" Type="http://schemas.openxmlformats.org/officeDocument/2006/relationships/customXml" Target="../ink/ink181.xml"/><Relationship Id="rId197" Type="http://schemas.openxmlformats.org/officeDocument/2006/relationships/image" Target="../media/image135.png"/><Relationship Id="rId201" Type="http://schemas.openxmlformats.org/officeDocument/2006/relationships/image" Target="../media/image137.png"/><Relationship Id="rId222" Type="http://schemas.openxmlformats.org/officeDocument/2006/relationships/customXml" Target="../ink/ink204.xml"/><Relationship Id="rId243" Type="http://schemas.openxmlformats.org/officeDocument/2006/relationships/image" Target="../media/image158.png"/><Relationship Id="rId264" Type="http://schemas.openxmlformats.org/officeDocument/2006/relationships/customXml" Target="../ink/ink225.xml"/><Relationship Id="rId285" Type="http://schemas.openxmlformats.org/officeDocument/2006/relationships/image" Target="../media/image179.png"/><Relationship Id="rId17" Type="http://schemas.openxmlformats.org/officeDocument/2006/relationships/image" Target="../media/image45.png"/><Relationship Id="rId38" Type="http://schemas.openxmlformats.org/officeDocument/2006/relationships/customXml" Target="../ink/ink112.xml"/><Relationship Id="rId59" Type="http://schemas.openxmlformats.org/officeDocument/2006/relationships/image" Target="../media/image66.png"/><Relationship Id="rId103" Type="http://schemas.openxmlformats.org/officeDocument/2006/relationships/image" Target="../media/image88.png"/><Relationship Id="rId124" Type="http://schemas.openxmlformats.org/officeDocument/2006/relationships/customXml" Target="../ink/ink155.xml"/><Relationship Id="rId310" Type="http://schemas.openxmlformats.org/officeDocument/2006/relationships/customXml" Target="../ink/ink248.xml"/><Relationship Id="rId70" Type="http://schemas.openxmlformats.org/officeDocument/2006/relationships/customXml" Target="../ink/ink128.xml"/><Relationship Id="rId91" Type="http://schemas.openxmlformats.org/officeDocument/2006/relationships/image" Target="../media/image82.png"/><Relationship Id="rId145" Type="http://schemas.openxmlformats.org/officeDocument/2006/relationships/image" Target="../media/image109.png"/><Relationship Id="rId166" Type="http://schemas.openxmlformats.org/officeDocument/2006/relationships/customXml" Target="../ink/ink176.xml"/><Relationship Id="rId187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99.xml"/><Relationship Id="rId233" Type="http://schemas.openxmlformats.org/officeDocument/2006/relationships/image" Target="../media/image153.png"/><Relationship Id="rId254" Type="http://schemas.openxmlformats.org/officeDocument/2006/relationships/customXml" Target="../ink/ink220.xml"/><Relationship Id="rId28" Type="http://schemas.openxmlformats.org/officeDocument/2006/relationships/customXml" Target="../ink/ink107.xml"/><Relationship Id="rId49" Type="http://schemas.openxmlformats.org/officeDocument/2006/relationships/image" Target="../media/image61.png"/><Relationship Id="rId114" Type="http://schemas.openxmlformats.org/officeDocument/2006/relationships/customXml" Target="../ink/ink150.xml"/><Relationship Id="rId275" Type="http://schemas.openxmlformats.org/officeDocument/2006/relationships/image" Target="../media/image174.png"/><Relationship Id="rId296" Type="http://schemas.openxmlformats.org/officeDocument/2006/relationships/customXml" Target="../ink/ink241.xml"/><Relationship Id="rId300" Type="http://schemas.openxmlformats.org/officeDocument/2006/relationships/customXml" Target="../ink/ink243.xml"/><Relationship Id="rId60" Type="http://schemas.openxmlformats.org/officeDocument/2006/relationships/customXml" Target="../ink/ink123.xml"/><Relationship Id="rId81" Type="http://schemas.openxmlformats.org/officeDocument/2006/relationships/image" Target="../media/image77.png"/><Relationship Id="rId135" Type="http://schemas.openxmlformats.org/officeDocument/2006/relationships/image" Target="../media/image104.png"/><Relationship Id="rId156" Type="http://schemas.openxmlformats.org/officeDocument/2006/relationships/customXml" Target="../ink/ink171.xml"/><Relationship Id="rId177" Type="http://schemas.openxmlformats.org/officeDocument/2006/relationships/image" Target="../media/image125.png"/><Relationship Id="rId198" Type="http://schemas.openxmlformats.org/officeDocument/2006/relationships/customXml" Target="../ink/ink192.xml"/><Relationship Id="rId202" Type="http://schemas.openxmlformats.org/officeDocument/2006/relationships/customXml" Target="../ink/ink194.xml"/><Relationship Id="rId223" Type="http://schemas.openxmlformats.org/officeDocument/2006/relationships/image" Target="../media/image148.png"/><Relationship Id="rId244" Type="http://schemas.openxmlformats.org/officeDocument/2006/relationships/customXml" Target="../ink/ink215.xml"/><Relationship Id="rId18" Type="http://schemas.openxmlformats.org/officeDocument/2006/relationships/customXml" Target="../ink/ink102.xml"/><Relationship Id="rId39" Type="http://schemas.openxmlformats.org/officeDocument/2006/relationships/image" Target="../media/image56.png"/><Relationship Id="rId265" Type="http://schemas.openxmlformats.org/officeDocument/2006/relationships/image" Target="../media/image169.png"/><Relationship Id="rId286" Type="http://schemas.openxmlformats.org/officeDocument/2006/relationships/customXml" Target="../ink/ink236.xml"/><Relationship Id="rId50" Type="http://schemas.openxmlformats.org/officeDocument/2006/relationships/customXml" Target="../ink/ink118.xml"/><Relationship Id="rId104" Type="http://schemas.openxmlformats.org/officeDocument/2006/relationships/customXml" Target="../ink/ink145.xml"/><Relationship Id="rId125" Type="http://schemas.openxmlformats.org/officeDocument/2006/relationships/image" Target="../media/image99.png"/><Relationship Id="rId146" Type="http://schemas.openxmlformats.org/officeDocument/2006/relationships/customXml" Target="../ink/ink166.xml"/><Relationship Id="rId167" Type="http://schemas.openxmlformats.org/officeDocument/2006/relationships/image" Target="../media/image120.png"/><Relationship Id="rId188" Type="http://schemas.openxmlformats.org/officeDocument/2006/relationships/customXml" Target="../ink/ink187.xml"/><Relationship Id="rId311" Type="http://schemas.openxmlformats.org/officeDocument/2006/relationships/image" Target="../media/image192.png"/><Relationship Id="rId71" Type="http://schemas.openxmlformats.org/officeDocument/2006/relationships/image" Target="../media/image72.png"/><Relationship Id="rId92" Type="http://schemas.openxmlformats.org/officeDocument/2006/relationships/customXml" Target="../ink/ink139.xml"/><Relationship Id="rId213" Type="http://schemas.openxmlformats.org/officeDocument/2006/relationships/image" Target="../media/image143.png"/><Relationship Id="rId234" Type="http://schemas.openxmlformats.org/officeDocument/2006/relationships/customXml" Target="../ink/ink210.xml"/><Relationship Id="rId2" Type="http://schemas.openxmlformats.org/officeDocument/2006/relationships/customXml" Target="../ink/ink94.xml"/><Relationship Id="rId29" Type="http://schemas.openxmlformats.org/officeDocument/2006/relationships/image" Target="../media/image51.png"/><Relationship Id="rId255" Type="http://schemas.openxmlformats.org/officeDocument/2006/relationships/image" Target="../media/image164.png"/><Relationship Id="rId276" Type="http://schemas.openxmlformats.org/officeDocument/2006/relationships/customXml" Target="../ink/ink231.xml"/><Relationship Id="rId297" Type="http://schemas.openxmlformats.org/officeDocument/2006/relationships/image" Target="../media/image185.png"/><Relationship Id="rId40" Type="http://schemas.openxmlformats.org/officeDocument/2006/relationships/customXml" Target="../ink/ink113.xml"/><Relationship Id="rId115" Type="http://schemas.openxmlformats.org/officeDocument/2006/relationships/image" Target="../media/image94.png"/><Relationship Id="rId136" Type="http://schemas.openxmlformats.org/officeDocument/2006/relationships/customXml" Target="../ink/ink161.xml"/><Relationship Id="rId157" Type="http://schemas.openxmlformats.org/officeDocument/2006/relationships/image" Target="../media/image115.png"/><Relationship Id="rId178" Type="http://schemas.openxmlformats.org/officeDocument/2006/relationships/customXml" Target="../ink/ink182.xml"/><Relationship Id="rId301" Type="http://schemas.openxmlformats.org/officeDocument/2006/relationships/image" Target="../media/image187.png"/><Relationship Id="rId61" Type="http://schemas.openxmlformats.org/officeDocument/2006/relationships/image" Target="../media/image67.png"/><Relationship Id="rId82" Type="http://schemas.openxmlformats.org/officeDocument/2006/relationships/customXml" Target="../ink/ink134.xml"/><Relationship Id="rId199" Type="http://schemas.openxmlformats.org/officeDocument/2006/relationships/image" Target="../media/image136.png"/><Relationship Id="rId203" Type="http://schemas.openxmlformats.org/officeDocument/2006/relationships/image" Target="../media/image138.png"/><Relationship Id="rId19" Type="http://schemas.openxmlformats.org/officeDocument/2006/relationships/image" Target="../media/image46.png"/><Relationship Id="rId224" Type="http://schemas.openxmlformats.org/officeDocument/2006/relationships/customXml" Target="../ink/ink205.xml"/><Relationship Id="rId245" Type="http://schemas.openxmlformats.org/officeDocument/2006/relationships/image" Target="../media/image159.png"/><Relationship Id="rId266" Type="http://schemas.openxmlformats.org/officeDocument/2006/relationships/customXml" Target="../ink/ink226.xml"/><Relationship Id="rId287" Type="http://schemas.openxmlformats.org/officeDocument/2006/relationships/image" Target="../media/image180.png"/><Relationship Id="rId30" Type="http://schemas.openxmlformats.org/officeDocument/2006/relationships/customXml" Target="../ink/ink108.xml"/><Relationship Id="rId105" Type="http://schemas.openxmlformats.org/officeDocument/2006/relationships/image" Target="../media/image89.png"/><Relationship Id="rId126" Type="http://schemas.openxmlformats.org/officeDocument/2006/relationships/customXml" Target="../ink/ink156.xml"/><Relationship Id="rId147" Type="http://schemas.openxmlformats.org/officeDocument/2006/relationships/image" Target="../media/image110.png"/><Relationship Id="rId168" Type="http://schemas.openxmlformats.org/officeDocument/2006/relationships/customXml" Target="../ink/ink177.xml"/><Relationship Id="rId51" Type="http://schemas.openxmlformats.org/officeDocument/2006/relationships/image" Target="../media/image62.png"/><Relationship Id="rId72" Type="http://schemas.openxmlformats.org/officeDocument/2006/relationships/customXml" Target="../ink/ink129.xml"/><Relationship Id="rId93" Type="http://schemas.openxmlformats.org/officeDocument/2006/relationships/image" Target="../media/image83.png"/><Relationship Id="rId189" Type="http://schemas.openxmlformats.org/officeDocument/2006/relationships/image" Target="../media/image131.png"/><Relationship Id="rId3" Type="http://schemas.openxmlformats.org/officeDocument/2006/relationships/image" Target="../media/image38.png"/><Relationship Id="rId214" Type="http://schemas.openxmlformats.org/officeDocument/2006/relationships/customXml" Target="../ink/ink200.xml"/><Relationship Id="rId235" Type="http://schemas.openxmlformats.org/officeDocument/2006/relationships/image" Target="../media/image154.png"/><Relationship Id="rId256" Type="http://schemas.openxmlformats.org/officeDocument/2006/relationships/customXml" Target="../ink/ink221.xml"/><Relationship Id="rId277" Type="http://schemas.openxmlformats.org/officeDocument/2006/relationships/image" Target="../media/image175.png"/><Relationship Id="rId298" Type="http://schemas.openxmlformats.org/officeDocument/2006/relationships/customXml" Target="../ink/ink242.xml"/><Relationship Id="rId116" Type="http://schemas.openxmlformats.org/officeDocument/2006/relationships/customXml" Target="../ink/ink151.xml"/><Relationship Id="rId137" Type="http://schemas.openxmlformats.org/officeDocument/2006/relationships/image" Target="../media/image105.png"/><Relationship Id="rId158" Type="http://schemas.openxmlformats.org/officeDocument/2006/relationships/customXml" Target="../ink/ink172.xml"/><Relationship Id="rId302" Type="http://schemas.openxmlformats.org/officeDocument/2006/relationships/customXml" Target="../ink/ink244.xml"/><Relationship Id="rId20" Type="http://schemas.openxmlformats.org/officeDocument/2006/relationships/customXml" Target="../ink/ink103.xml"/><Relationship Id="rId41" Type="http://schemas.openxmlformats.org/officeDocument/2006/relationships/image" Target="../media/image57.png"/><Relationship Id="rId62" Type="http://schemas.openxmlformats.org/officeDocument/2006/relationships/customXml" Target="../ink/ink124.xml"/><Relationship Id="rId83" Type="http://schemas.openxmlformats.org/officeDocument/2006/relationships/image" Target="../media/image78.png"/><Relationship Id="rId179" Type="http://schemas.openxmlformats.org/officeDocument/2006/relationships/image" Target="../media/image126.png"/><Relationship Id="rId190" Type="http://schemas.openxmlformats.org/officeDocument/2006/relationships/customXml" Target="../ink/ink188.xml"/><Relationship Id="rId204" Type="http://schemas.openxmlformats.org/officeDocument/2006/relationships/customXml" Target="../ink/ink195.xml"/><Relationship Id="rId225" Type="http://schemas.openxmlformats.org/officeDocument/2006/relationships/image" Target="../media/image149.png"/><Relationship Id="rId246" Type="http://schemas.openxmlformats.org/officeDocument/2006/relationships/customXml" Target="../ink/ink216.xml"/><Relationship Id="rId267" Type="http://schemas.openxmlformats.org/officeDocument/2006/relationships/image" Target="../media/image170.png"/><Relationship Id="rId288" Type="http://schemas.openxmlformats.org/officeDocument/2006/relationships/customXml" Target="../ink/ink237.xml"/><Relationship Id="rId106" Type="http://schemas.openxmlformats.org/officeDocument/2006/relationships/customXml" Target="../ink/ink146.xml"/><Relationship Id="rId127" Type="http://schemas.openxmlformats.org/officeDocument/2006/relationships/image" Target="../media/image100.png"/><Relationship Id="rId10" Type="http://schemas.openxmlformats.org/officeDocument/2006/relationships/customXml" Target="../ink/ink98.xml"/><Relationship Id="rId31" Type="http://schemas.openxmlformats.org/officeDocument/2006/relationships/image" Target="../media/image52.png"/><Relationship Id="rId52" Type="http://schemas.openxmlformats.org/officeDocument/2006/relationships/customXml" Target="../ink/ink119.xml"/><Relationship Id="rId73" Type="http://schemas.openxmlformats.org/officeDocument/2006/relationships/image" Target="../media/image73.png"/><Relationship Id="rId94" Type="http://schemas.openxmlformats.org/officeDocument/2006/relationships/customXml" Target="../ink/ink140.xml"/><Relationship Id="rId148" Type="http://schemas.openxmlformats.org/officeDocument/2006/relationships/customXml" Target="../ink/ink167.xml"/><Relationship Id="rId169" Type="http://schemas.openxmlformats.org/officeDocument/2006/relationships/image" Target="../media/image121.png"/><Relationship Id="rId4" Type="http://schemas.openxmlformats.org/officeDocument/2006/relationships/customXml" Target="../ink/ink95.xml"/><Relationship Id="rId180" Type="http://schemas.openxmlformats.org/officeDocument/2006/relationships/customXml" Target="../ink/ink183.xml"/><Relationship Id="rId215" Type="http://schemas.openxmlformats.org/officeDocument/2006/relationships/image" Target="../media/image144.png"/><Relationship Id="rId236" Type="http://schemas.openxmlformats.org/officeDocument/2006/relationships/customXml" Target="../ink/ink211.xml"/><Relationship Id="rId257" Type="http://schemas.openxmlformats.org/officeDocument/2006/relationships/image" Target="../media/image165.png"/><Relationship Id="rId278" Type="http://schemas.openxmlformats.org/officeDocument/2006/relationships/customXml" Target="../ink/ink232.xml"/><Relationship Id="rId303" Type="http://schemas.openxmlformats.org/officeDocument/2006/relationships/image" Target="../media/image188.png"/><Relationship Id="rId42" Type="http://schemas.openxmlformats.org/officeDocument/2006/relationships/customXml" Target="../ink/ink114.xml"/><Relationship Id="rId84" Type="http://schemas.openxmlformats.org/officeDocument/2006/relationships/customXml" Target="../ink/ink135.xml"/><Relationship Id="rId138" Type="http://schemas.openxmlformats.org/officeDocument/2006/relationships/customXml" Target="../ink/ink162.xml"/><Relationship Id="rId191" Type="http://schemas.openxmlformats.org/officeDocument/2006/relationships/image" Target="../media/image132.png"/><Relationship Id="rId205" Type="http://schemas.openxmlformats.org/officeDocument/2006/relationships/image" Target="../media/image139.png"/><Relationship Id="rId247" Type="http://schemas.openxmlformats.org/officeDocument/2006/relationships/image" Target="../media/image160.png"/><Relationship Id="rId107" Type="http://schemas.openxmlformats.org/officeDocument/2006/relationships/image" Target="../media/image90.png"/><Relationship Id="rId289" Type="http://schemas.openxmlformats.org/officeDocument/2006/relationships/image" Target="../media/image181.png"/><Relationship Id="rId11" Type="http://schemas.openxmlformats.org/officeDocument/2006/relationships/image" Target="../media/image42.png"/><Relationship Id="rId53" Type="http://schemas.openxmlformats.org/officeDocument/2006/relationships/image" Target="../media/image63.png"/><Relationship Id="rId149" Type="http://schemas.openxmlformats.org/officeDocument/2006/relationships/image" Target="../media/image111.png"/><Relationship Id="rId95" Type="http://schemas.openxmlformats.org/officeDocument/2006/relationships/image" Target="../media/image84.png"/><Relationship Id="rId160" Type="http://schemas.openxmlformats.org/officeDocument/2006/relationships/customXml" Target="../ink/ink173.xml"/><Relationship Id="rId216" Type="http://schemas.openxmlformats.org/officeDocument/2006/relationships/customXml" Target="../ink/ink201.xml"/><Relationship Id="rId258" Type="http://schemas.openxmlformats.org/officeDocument/2006/relationships/customXml" Target="../ink/ink222.xml"/><Relationship Id="rId22" Type="http://schemas.openxmlformats.org/officeDocument/2006/relationships/customXml" Target="../ink/ink104.xml"/><Relationship Id="rId64" Type="http://schemas.openxmlformats.org/officeDocument/2006/relationships/customXml" Target="../ink/ink125.xml"/><Relationship Id="rId118" Type="http://schemas.openxmlformats.org/officeDocument/2006/relationships/customXml" Target="../ink/ink152.xml"/><Relationship Id="rId171" Type="http://schemas.openxmlformats.org/officeDocument/2006/relationships/image" Target="../media/image122.png"/><Relationship Id="rId227" Type="http://schemas.openxmlformats.org/officeDocument/2006/relationships/image" Target="../media/image150.png"/><Relationship Id="rId269" Type="http://schemas.openxmlformats.org/officeDocument/2006/relationships/image" Target="../media/image171.png"/><Relationship Id="rId33" Type="http://schemas.openxmlformats.org/officeDocument/2006/relationships/image" Target="../media/image53.png"/><Relationship Id="rId129" Type="http://schemas.openxmlformats.org/officeDocument/2006/relationships/image" Target="../media/image101.png"/><Relationship Id="rId280" Type="http://schemas.openxmlformats.org/officeDocument/2006/relationships/customXml" Target="../ink/ink233.xml"/><Relationship Id="rId75" Type="http://schemas.openxmlformats.org/officeDocument/2006/relationships/image" Target="../media/image74.png"/><Relationship Id="rId140" Type="http://schemas.openxmlformats.org/officeDocument/2006/relationships/customXml" Target="../ink/ink163.xml"/><Relationship Id="rId182" Type="http://schemas.openxmlformats.org/officeDocument/2006/relationships/customXml" Target="../ink/ink184.xml"/><Relationship Id="rId6" Type="http://schemas.openxmlformats.org/officeDocument/2006/relationships/customXml" Target="../ink/ink96.xml"/><Relationship Id="rId238" Type="http://schemas.openxmlformats.org/officeDocument/2006/relationships/customXml" Target="../ink/ink212.xml"/><Relationship Id="rId291" Type="http://schemas.openxmlformats.org/officeDocument/2006/relationships/image" Target="../media/image182.png"/><Relationship Id="rId305" Type="http://schemas.openxmlformats.org/officeDocument/2006/relationships/image" Target="../media/image189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8.png"/><Relationship Id="rId18" Type="http://schemas.openxmlformats.org/officeDocument/2006/relationships/customXml" Target="../ink/ink257.xml"/><Relationship Id="rId26" Type="http://schemas.openxmlformats.org/officeDocument/2006/relationships/customXml" Target="../ink/ink261.xml"/><Relationship Id="rId39" Type="http://schemas.openxmlformats.org/officeDocument/2006/relationships/image" Target="../media/image211.png"/><Relationship Id="rId21" Type="http://schemas.openxmlformats.org/officeDocument/2006/relationships/image" Target="../media/image202.png"/><Relationship Id="rId34" Type="http://schemas.openxmlformats.org/officeDocument/2006/relationships/customXml" Target="../ink/ink265.xml"/><Relationship Id="rId42" Type="http://schemas.openxmlformats.org/officeDocument/2006/relationships/customXml" Target="../ink/ink269.xml"/><Relationship Id="rId47" Type="http://schemas.openxmlformats.org/officeDocument/2006/relationships/image" Target="../media/image215.png"/><Relationship Id="rId50" Type="http://schemas.openxmlformats.org/officeDocument/2006/relationships/customXml" Target="../ink/ink273.xml"/><Relationship Id="rId55" Type="http://schemas.openxmlformats.org/officeDocument/2006/relationships/image" Target="../media/image219.png"/><Relationship Id="rId63" Type="http://schemas.openxmlformats.org/officeDocument/2006/relationships/image" Target="../media/image223.png"/><Relationship Id="rId7" Type="http://schemas.openxmlformats.org/officeDocument/2006/relationships/image" Target="../media/image195.png"/><Relationship Id="rId2" Type="http://schemas.openxmlformats.org/officeDocument/2006/relationships/customXml" Target="../ink/ink249.xml"/><Relationship Id="rId16" Type="http://schemas.openxmlformats.org/officeDocument/2006/relationships/customXml" Target="../ink/ink256.xml"/><Relationship Id="rId29" Type="http://schemas.openxmlformats.org/officeDocument/2006/relationships/image" Target="../media/image206.png"/><Relationship Id="rId11" Type="http://schemas.openxmlformats.org/officeDocument/2006/relationships/image" Target="../media/image197.png"/><Relationship Id="rId24" Type="http://schemas.openxmlformats.org/officeDocument/2006/relationships/customXml" Target="../ink/ink260.xml"/><Relationship Id="rId32" Type="http://schemas.openxmlformats.org/officeDocument/2006/relationships/customXml" Target="../ink/ink264.xml"/><Relationship Id="rId37" Type="http://schemas.openxmlformats.org/officeDocument/2006/relationships/image" Target="../media/image210.png"/><Relationship Id="rId40" Type="http://schemas.openxmlformats.org/officeDocument/2006/relationships/customXml" Target="../ink/ink268.xml"/><Relationship Id="rId45" Type="http://schemas.openxmlformats.org/officeDocument/2006/relationships/image" Target="../media/image214.png"/><Relationship Id="rId53" Type="http://schemas.openxmlformats.org/officeDocument/2006/relationships/image" Target="../media/image218.png"/><Relationship Id="rId58" Type="http://schemas.openxmlformats.org/officeDocument/2006/relationships/customXml" Target="../ink/ink277.xml"/><Relationship Id="rId5" Type="http://schemas.openxmlformats.org/officeDocument/2006/relationships/image" Target="../media/image194.png"/><Relationship Id="rId61" Type="http://schemas.openxmlformats.org/officeDocument/2006/relationships/image" Target="../media/image222.png"/><Relationship Id="rId19" Type="http://schemas.openxmlformats.org/officeDocument/2006/relationships/image" Target="../media/image201.png"/><Relationship Id="rId14" Type="http://schemas.openxmlformats.org/officeDocument/2006/relationships/customXml" Target="../ink/ink255.xml"/><Relationship Id="rId22" Type="http://schemas.openxmlformats.org/officeDocument/2006/relationships/customXml" Target="../ink/ink259.xml"/><Relationship Id="rId27" Type="http://schemas.openxmlformats.org/officeDocument/2006/relationships/image" Target="../media/image205.png"/><Relationship Id="rId30" Type="http://schemas.openxmlformats.org/officeDocument/2006/relationships/customXml" Target="../ink/ink263.xml"/><Relationship Id="rId35" Type="http://schemas.openxmlformats.org/officeDocument/2006/relationships/image" Target="../media/image209.png"/><Relationship Id="rId43" Type="http://schemas.openxmlformats.org/officeDocument/2006/relationships/image" Target="../media/image213.png"/><Relationship Id="rId48" Type="http://schemas.openxmlformats.org/officeDocument/2006/relationships/customXml" Target="../ink/ink272.xml"/><Relationship Id="rId56" Type="http://schemas.openxmlformats.org/officeDocument/2006/relationships/customXml" Target="../ink/ink276.xml"/><Relationship Id="rId8" Type="http://schemas.openxmlformats.org/officeDocument/2006/relationships/customXml" Target="../ink/ink252.xml"/><Relationship Id="rId51" Type="http://schemas.openxmlformats.org/officeDocument/2006/relationships/image" Target="../media/image217.png"/><Relationship Id="rId3" Type="http://schemas.openxmlformats.org/officeDocument/2006/relationships/image" Target="../media/image193.png"/><Relationship Id="rId12" Type="http://schemas.openxmlformats.org/officeDocument/2006/relationships/customXml" Target="../ink/ink254.xml"/><Relationship Id="rId17" Type="http://schemas.openxmlformats.org/officeDocument/2006/relationships/image" Target="../media/image200.png"/><Relationship Id="rId25" Type="http://schemas.openxmlformats.org/officeDocument/2006/relationships/image" Target="../media/image204.png"/><Relationship Id="rId33" Type="http://schemas.openxmlformats.org/officeDocument/2006/relationships/image" Target="../media/image208.png"/><Relationship Id="rId38" Type="http://schemas.openxmlformats.org/officeDocument/2006/relationships/customXml" Target="../ink/ink267.xml"/><Relationship Id="rId46" Type="http://schemas.openxmlformats.org/officeDocument/2006/relationships/customXml" Target="../ink/ink271.xml"/><Relationship Id="rId59" Type="http://schemas.openxmlformats.org/officeDocument/2006/relationships/image" Target="../media/image221.png"/><Relationship Id="rId20" Type="http://schemas.openxmlformats.org/officeDocument/2006/relationships/customXml" Target="../ink/ink258.xml"/><Relationship Id="rId41" Type="http://schemas.openxmlformats.org/officeDocument/2006/relationships/image" Target="../media/image212.png"/><Relationship Id="rId54" Type="http://schemas.openxmlformats.org/officeDocument/2006/relationships/customXml" Target="../ink/ink275.xml"/><Relationship Id="rId62" Type="http://schemas.openxmlformats.org/officeDocument/2006/relationships/customXml" Target="../ink/ink27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51.xml"/><Relationship Id="rId15" Type="http://schemas.openxmlformats.org/officeDocument/2006/relationships/image" Target="../media/image199.png"/><Relationship Id="rId23" Type="http://schemas.openxmlformats.org/officeDocument/2006/relationships/image" Target="../media/image203.png"/><Relationship Id="rId28" Type="http://schemas.openxmlformats.org/officeDocument/2006/relationships/customXml" Target="../ink/ink262.xml"/><Relationship Id="rId36" Type="http://schemas.openxmlformats.org/officeDocument/2006/relationships/customXml" Target="../ink/ink266.xml"/><Relationship Id="rId49" Type="http://schemas.openxmlformats.org/officeDocument/2006/relationships/image" Target="../media/image216.png"/><Relationship Id="rId57" Type="http://schemas.openxmlformats.org/officeDocument/2006/relationships/image" Target="../media/image220.png"/><Relationship Id="rId10" Type="http://schemas.openxmlformats.org/officeDocument/2006/relationships/customXml" Target="../ink/ink253.xml"/><Relationship Id="rId31" Type="http://schemas.openxmlformats.org/officeDocument/2006/relationships/image" Target="../media/image207.png"/><Relationship Id="rId44" Type="http://schemas.openxmlformats.org/officeDocument/2006/relationships/customXml" Target="../ink/ink270.xml"/><Relationship Id="rId52" Type="http://schemas.openxmlformats.org/officeDocument/2006/relationships/customXml" Target="../ink/ink274.xml"/><Relationship Id="rId60" Type="http://schemas.openxmlformats.org/officeDocument/2006/relationships/customXml" Target="../ink/ink278.xml"/><Relationship Id="rId4" Type="http://schemas.openxmlformats.org/officeDocument/2006/relationships/customXml" Target="../ink/ink250.xml"/><Relationship Id="rId9" Type="http://schemas.openxmlformats.org/officeDocument/2006/relationships/image" Target="../media/image19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png"/><Relationship Id="rId13" Type="http://schemas.openxmlformats.org/officeDocument/2006/relationships/customXml" Target="../ink/ink285.xml"/><Relationship Id="rId18" Type="http://schemas.openxmlformats.org/officeDocument/2006/relationships/image" Target="../media/image293.png"/><Relationship Id="rId3" Type="http://schemas.openxmlformats.org/officeDocument/2006/relationships/customXml" Target="../ink/ink280.xml"/><Relationship Id="rId21" Type="http://schemas.openxmlformats.org/officeDocument/2006/relationships/customXml" Target="../ink/ink289.xml"/><Relationship Id="rId7" Type="http://schemas.openxmlformats.org/officeDocument/2006/relationships/customXml" Target="../ink/ink282.xml"/><Relationship Id="rId12" Type="http://schemas.openxmlformats.org/officeDocument/2006/relationships/image" Target="../media/image290.png"/><Relationship Id="rId17" Type="http://schemas.openxmlformats.org/officeDocument/2006/relationships/customXml" Target="../ink/ink287.xml"/><Relationship Id="rId2" Type="http://schemas.openxmlformats.org/officeDocument/2006/relationships/image" Target="../media/image9.png"/><Relationship Id="rId16" Type="http://schemas.openxmlformats.org/officeDocument/2006/relationships/image" Target="../media/image292.png"/><Relationship Id="rId20" Type="http://schemas.openxmlformats.org/officeDocument/2006/relationships/image" Target="../media/image2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7.png"/><Relationship Id="rId11" Type="http://schemas.openxmlformats.org/officeDocument/2006/relationships/customXml" Target="../ink/ink284.xml"/><Relationship Id="rId24" Type="http://schemas.openxmlformats.org/officeDocument/2006/relationships/image" Target="../media/image296.png"/><Relationship Id="rId5" Type="http://schemas.openxmlformats.org/officeDocument/2006/relationships/customXml" Target="../ink/ink281.xml"/><Relationship Id="rId15" Type="http://schemas.openxmlformats.org/officeDocument/2006/relationships/customXml" Target="../ink/ink286.xml"/><Relationship Id="rId23" Type="http://schemas.openxmlformats.org/officeDocument/2006/relationships/customXml" Target="../ink/ink290.xml"/><Relationship Id="rId10" Type="http://schemas.openxmlformats.org/officeDocument/2006/relationships/image" Target="../media/image289.png"/><Relationship Id="rId19" Type="http://schemas.openxmlformats.org/officeDocument/2006/relationships/customXml" Target="../ink/ink288.xml"/><Relationship Id="rId4" Type="http://schemas.openxmlformats.org/officeDocument/2006/relationships/image" Target="../media/image286.png"/><Relationship Id="rId9" Type="http://schemas.openxmlformats.org/officeDocument/2006/relationships/customXml" Target="../ink/ink283.xml"/><Relationship Id="rId14" Type="http://schemas.openxmlformats.org/officeDocument/2006/relationships/image" Target="../media/image291.png"/><Relationship Id="rId22" Type="http://schemas.openxmlformats.org/officeDocument/2006/relationships/image" Target="../media/image295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10.png"/><Relationship Id="rId21" Type="http://schemas.openxmlformats.org/officeDocument/2006/relationships/customXml" Target="../ink/ink299.xml"/><Relationship Id="rId42" Type="http://schemas.openxmlformats.org/officeDocument/2006/relationships/image" Target="../media/image318.png"/><Relationship Id="rId47" Type="http://schemas.openxmlformats.org/officeDocument/2006/relationships/customXml" Target="../ink/ink312.xml"/><Relationship Id="rId63" Type="http://schemas.openxmlformats.org/officeDocument/2006/relationships/customXml" Target="../ink/ink320.xml"/><Relationship Id="rId68" Type="http://schemas.openxmlformats.org/officeDocument/2006/relationships/image" Target="../media/image331.png"/><Relationship Id="rId84" Type="http://schemas.openxmlformats.org/officeDocument/2006/relationships/image" Target="../media/image339.png"/><Relationship Id="rId89" Type="http://schemas.openxmlformats.org/officeDocument/2006/relationships/customXml" Target="../ink/ink333.xml"/><Relationship Id="rId16" Type="http://schemas.openxmlformats.org/officeDocument/2006/relationships/image" Target="../media/image305.png"/><Relationship Id="rId11" Type="http://schemas.openxmlformats.org/officeDocument/2006/relationships/customXml" Target="../ink/ink294.xml"/><Relationship Id="rId32" Type="http://schemas.openxmlformats.org/officeDocument/2006/relationships/image" Target="../media/image313.png"/><Relationship Id="rId37" Type="http://schemas.openxmlformats.org/officeDocument/2006/relationships/customXml" Target="../ink/ink307.xml"/><Relationship Id="rId53" Type="http://schemas.openxmlformats.org/officeDocument/2006/relationships/customXml" Target="../ink/ink315.xml"/><Relationship Id="rId58" Type="http://schemas.openxmlformats.org/officeDocument/2006/relationships/image" Target="../media/image326.png"/><Relationship Id="rId74" Type="http://schemas.openxmlformats.org/officeDocument/2006/relationships/image" Target="../media/image334.png"/><Relationship Id="rId79" Type="http://schemas.openxmlformats.org/officeDocument/2006/relationships/customXml" Target="../ink/ink328.xml"/><Relationship Id="rId102" Type="http://schemas.openxmlformats.org/officeDocument/2006/relationships/image" Target="../media/image348.png"/><Relationship Id="rId5" Type="http://schemas.openxmlformats.org/officeDocument/2006/relationships/customXml" Target="../ink/ink291.xml"/><Relationship Id="rId90" Type="http://schemas.openxmlformats.org/officeDocument/2006/relationships/image" Target="../media/image342.png"/><Relationship Id="rId95" Type="http://schemas.openxmlformats.org/officeDocument/2006/relationships/customXml" Target="../ink/ink336.xml"/><Relationship Id="rId22" Type="http://schemas.openxmlformats.org/officeDocument/2006/relationships/image" Target="../media/image308.png"/><Relationship Id="rId27" Type="http://schemas.openxmlformats.org/officeDocument/2006/relationships/customXml" Target="../ink/ink302.xml"/><Relationship Id="rId43" Type="http://schemas.openxmlformats.org/officeDocument/2006/relationships/customXml" Target="../ink/ink310.xml"/><Relationship Id="rId48" Type="http://schemas.openxmlformats.org/officeDocument/2006/relationships/image" Target="../media/image321.png"/><Relationship Id="rId64" Type="http://schemas.openxmlformats.org/officeDocument/2006/relationships/image" Target="../media/image329.png"/><Relationship Id="rId69" Type="http://schemas.openxmlformats.org/officeDocument/2006/relationships/customXml" Target="../ink/ink323.xml"/><Relationship Id="rId80" Type="http://schemas.openxmlformats.org/officeDocument/2006/relationships/image" Target="../media/image337.png"/><Relationship Id="rId85" Type="http://schemas.openxmlformats.org/officeDocument/2006/relationships/customXml" Target="../ink/ink331.xml"/><Relationship Id="rId12" Type="http://schemas.openxmlformats.org/officeDocument/2006/relationships/image" Target="../media/image303.png"/><Relationship Id="rId17" Type="http://schemas.openxmlformats.org/officeDocument/2006/relationships/customXml" Target="../ink/ink297.xml"/><Relationship Id="rId33" Type="http://schemas.openxmlformats.org/officeDocument/2006/relationships/customXml" Target="../ink/ink305.xml"/><Relationship Id="rId38" Type="http://schemas.openxmlformats.org/officeDocument/2006/relationships/image" Target="../media/image316.png"/><Relationship Id="rId59" Type="http://schemas.openxmlformats.org/officeDocument/2006/relationships/customXml" Target="../ink/ink318.xml"/><Relationship Id="rId103" Type="http://schemas.openxmlformats.org/officeDocument/2006/relationships/customXml" Target="../ink/ink340.xml"/><Relationship Id="rId20" Type="http://schemas.openxmlformats.org/officeDocument/2006/relationships/image" Target="../media/image307.png"/><Relationship Id="rId41" Type="http://schemas.openxmlformats.org/officeDocument/2006/relationships/customXml" Target="../ink/ink309.xml"/><Relationship Id="rId54" Type="http://schemas.openxmlformats.org/officeDocument/2006/relationships/image" Target="../media/image324.png"/><Relationship Id="rId62" Type="http://schemas.openxmlformats.org/officeDocument/2006/relationships/image" Target="../media/image328.png"/><Relationship Id="rId70" Type="http://schemas.openxmlformats.org/officeDocument/2006/relationships/image" Target="../media/image332.png"/><Relationship Id="rId75" Type="http://schemas.openxmlformats.org/officeDocument/2006/relationships/customXml" Target="../ink/ink326.xml"/><Relationship Id="rId83" Type="http://schemas.openxmlformats.org/officeDocument/2006/relationships/customXml" Target="../ink/ink330.xml"/><Relationship Id="rId88" Type="http://schemas.openxmlformats.org/officeDocument/2006/relationships/image" Target="../media/image341.png"/><Relationship Id="rId91" Type="http://schemas.openxmlformats.org/officeDocument/2006/relationships/customXml" Target="../ink/ink334.xml"/><Relationship Id="rId96" Type="http://schemas.openxmlformats.org/officeDocument/2006/relationships/image" Target="../media/image3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0.png"/><Relationship Id="rId15" Type="http://schemas.openxmlformats.org/officeDocument/2006/relationships/customXml" Target="../ink/ink296.xml"/><Relationship Id="rId23" Type="http://schemas.openxmlformats.org/officeDocument/2006/relationships/customXml" Target="../ink/ink300.xml"/><Relationship Id="rId28" Type="http://schemas.openxmlformats.org/officeDocument/2006/relationships/image" Target="../media/image311.png"/><Relationship Id="rId36" Type="http://schemas.openxmlformats.org/officeDocument/2006/relationships/image" Target="../media/image315.png"/><Relationship Id="rId49" Type="http://schemas.openxmlformats.org/officeDocument/2006/relationships/customXml" Target="../ink/ink313.xml"/><Relationship Id="rId57" Type="http://schemas.openxmlformats.org/officeDocument/2006/relationships/customXml" Target="../ink/ink317.xml"/><Relationship Id="rId106" Type="http://schemas.openxmlformats.org/officeDocument/2006/relationships/image" Target="../media/image350.png"/><Relationship Id="rId10" Type="http://schemas.openxmlformats.org/officeDocument/2006/relationships/image" Target="../media/image302.png"/><Relationship Id="rId31" Type="http://schemas.openxmlformats.org/officeDocument/2006/relationships/customXml" Target="../ink/ink304.xml"/><Relationship Id="rId44" Type="http://schemas.openxmlformats.org/officeDocument/2006/relationships/image" Target="../media/image319.png"/><Relationship Id="rId52" Type="http://schemas.openxmlformats.org/officeDocument/2006/relationships/image" Target="../media/image323.png"/><Relationship Id="rId60" Type="http://schemas.openxmlformats.org/officeDocument/2006/relationships/image" Target="../media/image327.png"/><Relationship Id="rId65" Type="http://schemas.openxmlformats.org/officeDocument/2006/relationships/customXml" Target="../ink/ink321.xml"/><Relationship Id="rId73" Type="http://schemas.openxmlformats.org/officeDocument/2006/relationships/customXml" Target="../ink/ink325.xml"/><Relationship Id="rId78" Type="http://schemas.openxmlformats.org/officeDocument/2006/relationships/image" Target="../media/image336.png"/><Relationship Id="rId81" Type="http://schemas.openxmlformats.org/officeDocument/2006/relationships/customXml" Target="../ink/ink329.xml"/><Relationship Id="rId86" Type="http://schemas.openxmlformats.org/officeDocument/2006/relationships/image" Target="../media/image340.png"/><Relationship Id="rId94" Type="http://schemas.openxmlformats.org/officeDocument/2006/relationships/image" Target="../media/image344.png"/><Relationship Id="rId99" Type="http://schemas.openxmlformats.org/officeDocument/2006/relationships/customXml" Target="../ink/ink338.xml"/><Relationship Id="rId101" Type="http://schemas.openxmlformats.org/officeDocument/2006/relationships/customXml" Target="../ink/ink339.xml"/><Relationship Id="rId4" Type="http://schemas.openxmlformats.org/officeDocument/2006/relationships/image" Target="../media/image285.png"/><Relationship Id="rId9" Type="http://schemas.openxmlformats.org/officeDocument/2006/relationships/customXml" Target="../ink/ink293.xml"/><Relationship Id="rId13" Type="http://schemas.openxmlformats.org/officeDocument/2006/relationships/customXml" Target="../ink/ink295.xml"/><Relationship Id="rId18" Type="http://schemas.openxmlformats.org/officeDocument/2006/relationships/image" Target="../media/image306.png"/><Relationship Id="rId39" Type="http://schemas.openxmlformats.org/officeDocument/2006/relationships/customXml" Target="../ink/ink308.xml"/><Relationship Id="rId34" Type="http://schemas.openxmlformats.org/officeDocument/2006/relationships/image" Target="../media/image314.png"/><Relationship Id="rId50" Type="http://schemas.openxmlformats.org/officeDocument/2006/relationships/image" Target="../media/image322.png"/><Relationship Id="rId55" Type="http://schemas.openxmlformats.org/officeDocument/2006/relationships/customXml" Target="../ink/ink316.xml"/><Relationship Id="rId76" Type="http://schemas.openxmlformats.org/officeDocument/2006/relationships/image" Target="../media/image335.png"/><Relationship Id="rId97" Type="http://schemas.openxmlformats.org/officeDocument/2006/relationships/customXml" Target="../ink/ink337.xml"/><Relationship Id="rId104" Type="http://schemas.openxmlformats.org/officeDocument/2006/relationships/image" Target="../media/image349.png"/><Relationship Id="rId7" Type="http://schemas.openxmlformats.org/officeDocument/2006/relationships/customXml" Target="../ink/ink292.xml"/><Relationship Id="rId71" Type="http://schemas.openxmlformats.org/officeDocument/2006/relationships/customXml" Target="../ink/ink324.xml"/><Relationship Id="rId92" Type="http://schemas.openxmlformats.org/officeDocument/2006/relationships/image" Target="../media/image343.png"/><Relationship Id="rId2" Type="http://schemas.openxmlformats.org/officeDocument/2006/relationships/image" Target="../media/image224.png"/><Relationship Id="rId29" Type="http://schemas.openxmlformats.org/officeDocument/2006/relationships/customXml" Target="../ink/ink303.xml"/><Relationship Id="rId24" Type="http://schemas.openxmlformats.org/officeDocument/2006/relationships/image" Target="../media/image309.png"/><Relationship Id="rId40" Type="http://schemas.openxmlformats.org/officeDocument/2006/relationships/image" Target="../media/image317.png"/><Relationship Id="rId45" Type="http://schemas.openxmlformats.org/officeDocument/2006/relationships/customXml" Target="../ink/ink311.xml"/><Relationship Id="rId66" Type="http://schemas.openxmlformats.org/officeDocument/2006/relationships/image" Target="../media/image330.png"/><Relationship Id="rId87" Type="http://schemas.openxmlformats.org/officeDocument/2006/relationships/customXml" Target="../ink/ink332.xml"/><Relationship Id="rId61" Type="http://schemas.openxmlformats.org/officeDocument/2006/relationships/customXml" Target="../ink/ink319.xml"/><Relationship Id="rId82" Type="http://schemas.openxmlformats.org/officeDocument/2006/relationships/image" Target="../media/image338.png"/><Relationship Id="rId19" Type="http://schemas.openxmlformats.org/officeDocument/2006/relationships/customXml" Target="../ink/ink298.xml"/><Relationship Id="rId14" Type="http://schemas.openxmlformats.org/officeDocument/2006/relationships/image" Target="../media/image304.png"/><Relationship Id="rId30" Type="http://schemas.openxmlformats.org/officeDocument/2006/relationships/image" Target="../media/image312.png"/><Relationship Id="rId35" Type="http://schemas.openxmlformats.org/officeDocument/2006/relationships/customXml" Target="../ink/ink306.xml"/><Relationship Id="rId56" Type="http://schemas.openxmlformats.org/officeDocument/2006/relationships/image" Target="../media/image325.png"/><Relationship Id="rId77" Type="http://schemas.openxmlformats.org/officeDocument/2006/relationships/customXml" Target="../ink/ink327.xml"/><Relationship Id="rId100" Type="http://schemas.openxmlformats.org/officeDocument/2006/relationships/image" Target="../media/image347.png"/><Relationship Id="rId105" Type="http://schemas.openxmlformats.org/officeDocument/2006/relationships/customXml" Target="../ink/ink341.xml"/><Relationship Id="rId8" Type="http://schemas.openxmlformats.org/officeDocument/2006/relationships/image" Target="../media/image301.png"/><Relationship Id="rId51" Type="http://schemas.openxmlformats.org/officeDocument/2006/relationships/customXml" Target="../ink/ink314.xml"/><Relationship Id="rId72" Type="http://schemas.openxmlformats.org/officeDocument/2006/relationships/image" Target="../media/image333.png"/><Relationship Id="rId93" Type="http://schemas.openxmlformats.org/officeDocument/2006/relationships/customXml" Target="../ink/ink335.xml"/><Relationship Id="rId98" Type="http://schemas.openxmlformats.org/officeDocument/2006/relationships/image" Target="../media/image346.png"/><Relationship Id="rId3" Type="http://schemas.openxmlformats.org/officeDocument/2006/relationships/image" Target="../media/image284.png"/><Relationship Id="rId25" Type="http://schemas.openxmlformats.org/officeDocument/2006/relationships/customXml" Target="../ink/ink301.xml"/><Relationship Id="rId46" Type="http://schemas.openxmlformats.org/officeDocument/2006/relationships/image" Target="../media/image320.png"/><Relationship Id="rId67" Type="http://schemas.openxmlformats.org/officeDocument/2006/relationships/customXml" Target="../ink/ink32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6.png"/><Relationship Id="rId18" Type="http://schemas.openxmlformats.org/officeDocument/2006/relationships/customXml" Target="../ink/ink350.xml"/><Relationship Id="rId26" Type="http://schemas.openxmlformats.org/officeDocument/2006/relationships/customXml" Target="../ink/ink354.xml"/><Relationship Id="rId39" Type="http://schemas.openxmlformats.org/officeDocument/2006/relationships/image" Target="../media/image369.png"/><Relationship Id="rId21" Type="http://schemas.openxmlformats.org/officeDocument/2006/relationships/image" Target="../media/image360.png"/><Relationship Id="rId34" Type="http://schemas.openxmlformats.org/officeDocument/2006/relationships/customXml" Target="../ink/ink358.xml"/><Relationship Id="rId42" Type="http://schemas.openxmlformats.org/officeDocument/2006/relationships/customXml" Target="../ink/ink362.xml"/><Relationship Id="rId7" Type="http://schemas.openxmlformats.org/officeDocument/2006/relationships/image" Target="../media/image353.png"/><Relationship Id="rId2" Type="http://schemas.openxmlformats.org/officeDocument/2006/relationships/customXml" Target="../ink/ink342.xml"/><Relationship Id="rId16" Type="http://schemas.openxmlformats.org/officeDocument/2006/relationships/customXml" Target="../ink/ink349.xml"/><Relationship Id="rId29" Type="http://schemas.openxmlformats.org/officeDocument/2006/relationships/image" Target="../media/image36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44.xml"/><Relationship Id="rId11" Type="http://schemas.openxmlformats.org/officeDocument/2006/relationships/image" Target="../media/image355.png"/><Relationship Id="rId24" Type="http://schemas.openxmlformats.org/officeDocument/2006/relationships/customXml" Target="../ink/ink353.xml"/><Relationship Id="rId32" Type="http://schemas.openxmlformats.org/officeDocument/2006/relationships/customXml" Target="../ink/ink357.xml"/><Relationship Id="rId37" Type="http://schemas.openxmlformats.org/officeDocument/2006/relationships/image" Target="../media/image368.png"/><Relationship Id="rId40" Type="http://schemas.openxmlformats.org/officeDocument/2006/relationships/customXml" Target="../ink/ink361.xml"/><Relationship Id="rId45" Type="http://schemas.openxmlformats.org/officeDocument/2006/relationships/image" Target="../media/image372.png"/><Relationship Id="rId5" Type="http://schemas.openxmlformats.org/officeDocument/2006/relationships/image" Target="../media/image352.png"/><Relationship Id="rId15" Type="http://schemas.openxmlformats.org/officeDocument/2006/relationships/image" Target="../media/image357.png"/><Relationship Id="rId23" Type="http://schemas.openxmlformats.org/officeDocument/2006/relationships/image" Target="../media/image361.png"/><Relationship Id="rId28" Type="http://schemas.openxmlformats.org/officeDocument/2006/relationships/customXml" Target="../ink/ink355.xml"/><Relationship Id="rId36" Type="http://schemas.openxmlformats.org/officeDocument/2006/relationships/customXml" Target="../ink/ink359.xml"/><Relationship Id="rId10" Type="http://schemas.openxmlformats.org/officeDocument/2006/relationships/customXml" Target="../ink/ink346.xml"/><Relationship Id="rId19" Type="http://schemas.openxmlformats.org/officeDocument/2006/relationships/image" Target="../media/image359.png"/><Relationship Id="rId31" Type="http://schemas.openxmlformats.org/officeDocument/2006/relationships/image" Target="../media/image365.png"/><Relationship Id="rId44" Type="http://schemas.openxmlformats.org/officeDocument/2006/relationships/customXml" Target="../ink/ink363.xml"/><Relationship Id="rId4" Type="http://schemas.openxmlformats.org/officeDocument/2006/relationships/customXml" Target="../ink/ink343.xml"/><Relationship Id="rId9" Type="http://schemas.openxmlformats.org/officeDocument/2006/relationships/image" Target="../media/image354.png"/><Relationship Id="rId14" Type="http://schemas.openxmlformats.org/officeDocument/2006/relationships/customXml" Target="../ink/ink348.xml"/><Relationship Id="rId22" Type="http://schemas.openxmlformats.org/officeDocument/2006/relationships/customXml" Target="../ink/ink352.xml"/><Relationship Id="rId27" Type="http://schemas.openxmlformats.org/officeDocument/2006/relationships/image" Target="../media/image363.png"/><Relationship Id="rId30" Type="http://schemas.openxmlformats.org/officeDocument/2006/relationships/customXml" Target="../ink/ink356.xml"/><Relationship Id="rId35" Type="http://schemas.openxmlformats.org/officeDocument/2006/relationships/image" Target="../media/image367.png"/><Relationship Id="rId43" Type="http://schemas.openxmlformats.org/officeDocument/2006/relationships/image" Target="../media/image371.png"/><Relationship Id="rId8" Type="http://schemas.openxmlformats.org/officeDocument/2006/relationships/customXml" Target="../ink/ink345.xml"/><Relationship Id="rId3" Type="http://schemas.openxmlformats.org/officeDocument/2006/relationships/image" Target="../media/image351.png"/><Relationship Id="rId12" Type="http://schemas.openxmlformats.org/officeDocument/2006/relationships/customXml" Target="../ink/ink347.xml"/><Relationship Id="rId17" Type="http://schemas.openxmlformats.org/officeDocument/2006/relationships/image" Target="../media/image358.png"/><Relationship Id="rId25" Type="http://schemas.openxmlformats.org/officeDocument/2006/relationships/image" Target="../media/image362.png"/><Relationship Id="rId33" Type="http://schemas.openxmlformats.org/officeDocument/2006/relationships/image" Target="../media/image366.png"/><Relationship Id="rId38" Type="http://schemas.openxmlformats.org/officeDocument/2006/relationships/customXml" Target="../ink/ink360.xml"/><Relationship Id="rId20" Type="http://schemas.openxmlformats.org/officeDocument/2006/relationships/customXml" Target="../ink/ink351.xml"/><Relationship Id="rId41" Type="http://schemas.openxmlformats.org/officeDocument/2006/relationships/image" Target="../media/image370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21.xml"/><Relationship Id="rId21" Type="http://schemas.openxmlformats.org/officeDocument/2006/relationships/customXml" Target="../ink/ink373.xml"/><Relationship Id="rId42" Type="http://schemas.openxmlformats.org/officeDocument/2006/relationships/image" Target="../media/image680.png"/><Relationship Id="rId63" Type="http://schemas.openxmlformats.org/officeDocument/2006/relationships/customXml" Target="../ink/ink394.xml"/><Relationship Id="rId84" Type="http://schemas.openxmlformats.org/officeDocument/2006/relationships/image" Target="../media/image890.png"/><Relationship Id="rId138" Type="http://schemas.openxmlformats.org/officeDocument/2006/relationships/image" Target="../media/image1160.png"/><Relationship Id="rId159" Type="http://schemas.openxmlformats.org/officeDocument/2006/relationships/customXml" Target="../ink/ink442.xml"/><Relationship Id="rId170" Type="http://schemas.openxmlformats.org/officeDocument/2006/relationships/image" Target="../media/image1320.png"/><Relationship Id="rId107" Type="http://schemas.openxmlformats.org/officeDocument/2006/relationships/customXml" Target="../ink/ink416.xml"/><Relationship Id="rId11" Type="http://schemas.openxmlformats.org/officeDocument/2006/relationships/customXml" Target="../ink/ink368.xml"/><Relationship Id="rId32" Type="http://schemas.openxmlformats.org/officeDocument/2006/relationships/image" Target="../media/image640.png"/><Relationship Id="rId53" Type="http://schemas.openxmlformats.org/officeDocument/2006/relationships/customXml" Target="../ink/ink389.xml"/><Relationship Id="rId74" Type="http://schemas.openxmlformats.org/officeDocument/2006/relationships/image" Target="../media/image840.png"/><Relationship Id="rId128" Type="http://schemas.openxmlformats.org/officeDocument/2006/relationships/image" Target="../media/image1110.png"/><Relationship Id="rId149" Type="http://schemas.openxmlformats.org/officeDocument/2006/relationships/customXml" Target="../ink/ink437.xml"/><Relationship Id="rId5" Type="http://schemas.openxmlformats.org/officeDocument/2006/relationships/customXml" Target="../ink/ink365.xml"/><Relationship Id="rId95" Type="http://schemas.openxmlformats.org/officeDocument/2006/relationships/customXml" Target="../ink/ink410.xml"/><Relationship Id="rId160" Type="http://schemas.openxmlformats.org/officeDocument/2006/relationships/image" Target="../media/image1270.png"/><Relationship Id="rId22" Type="http://schemas.openxmlformats.org/officeDocument/2006/relationships/image" Target="../media/image590.png"/><Relationship Id="rId43" Type="http://schemas.openxmlformats.org/officeDocument/2006/relationships/customXml" Target="../ink/ink384.xml"/><Relationship Id="rId64" Type="http://schemas.openxmlformats.org/officeDocument/2006/relationships/image" Target="../media/image790.png"/><Relationship Id="rId118" Type="http://schemas.openxmlformats.org/officeDocument/2006/relationships/image" Target="../media/image1060.png"/><Relationship Id="rId139" Type="http://schemas.openxmlformats.org/officeDocument/2006/relationships/customXml" Target="../ink/ink432.xml"/><Relationship Id="rId85" Type="http://schemas.openxmlformats.org/officeDocument/2006/relationships/customXml" Target="../ink/ink405.xml"/><Relationship Id="rId150" Type="http://schemas.openxmlformats.org/officeDocument/2006/relationships/image" Target="../media/image1220.png"/><Relationship Id="rId171" Type="http://schemas.openxmlformats.org/officeDocument/2006/relationships/customXml" Target="../ink/ink448.xml"/><Relationship Id="rId12" Type="http://schemas.openxmlformats.org/officeDocument/2006/relationships/image" Target="../media/image5410.png"/><Relationship Id="rId33" Type="http://schemas.openxmlformats.org/officeDocument/2006/relationships/customXml" Target="../ink/ink379.xml"/><Relationship Id="rId108" Type="http://schemas.openxmlformats.org/officeDocument/2006/relationships/image" Target="../media/image1010.png"/><Relationship Id="rId129" Type="http://schemas.openxmlformats.org/officeDocument/2006/relationships/customXml" Target="../ink/ink427.xml"/><Relationship Id="rId54" Type="http://schemas.openxmlformats.org/officeDocument/2006/relationships/image" Target="../media/image740.png"/><Relationship Id="rId75" Type="http://schemas.openxmlformats.org/officeDocument/2006/relationships/customXml" Target="../ink/ink400.xml"/><Relationship Id="rId96" Type="http://schemas.openxmlformats.org/officeDocument/2006/relationships/image" Target="../media/image950.png"/><Relationship Id="rId140" Type="http://schemas.openxmlformats.org/officeDocument/2006/relationships/image" Target="../media/image1170.png"/><Relationship Id="rId161" Type="http://schemas.openxmlformats.org/officeDocument/2006/relationships/customXml" Target="../ink/ink44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10.png"/><Relationship Id="rId23" Type="http://schemas.openxmlformats.org/officeDocument/2006/relationships/customXml" Target="../ink/ink374.xml"/><Relationship Id="rId28" Type="http://schemas.openxmlformats.org/officeDocument/2006/relationships/image" Target="../media/image620.png"/><Relationship Id="rId49" Type="http://schemas.openxmlformats.org/officeDocument/2006/relationships/customXml" Target="../ink/ink387.xml"/><Relationship Id="rId114" Type="http://schemas.openxmlformats.org/officeDocument/2006/relationships/image" Target="../media/image1040.png"/><Relationship Id="rId119" Type="http://schemas.openxmlformats.org/officeDocument/2006/relationships/customXml" Target="../ink/ink422.xml"/><Relationship Id="rId44" Type="http://schemas.openxmlformats.org/officeDocument/2006/relationships/image" Target="../media/image690.png"/><Relationship Id="rId60" Type="http://schemas.openxmlformats.org/officeDocument/2006/relationships/image" Target="../media/image770.png"/><Relationship Id="rId65" Type="http://schemas.openxmlformats.org/officeDocument/2006/relationships/customXml" Target="../ink/ink395.xml"/><Relationship Id="rId81" Type="http://schemas.openxmlformats.org/officeDocument/2006/relationships/customXml" Target="../ink/ink403.xml"/><Relationship Id="rId86" Type="http://schemas.openxmlformats.org/officeDocument/2006/relationships/image" Target="../media/image900.png"/><Relationship Id="rId130" Type="http://schemas.openxmlformats.org/officeDocument/2006/relationships/image" Target="../media/image1120.png"/><Relationship Id="rId135" Type="http://schemas.openxmlformats.org/officeDocument/2006/relationships/customXml" Target="../ink/ink430.xml"/><Relationship Id="rId151" Type="http://schemas.openxmlformats.org/officeDocument/2006/relationships/customXml" Target="../ink/ink438.xml"/><Relationship Id="rId156" Type="http://schemas.openxmlformats.org/officeDocument/2006/relationships/image" Target="../media/image1250.png"/><Relationship Id="rId172" Type="http://schemas.openxmlformats.org/officeDocument/2006/relationships/image" Target="../media/image1330.png"/><Relationship Id="rId13" Type="http://schemas.openxmlformats.org/officeDocument/2006/relationships/customXml" Target="../ink/ink369.xml"/><Relationship Id="rId18" Type="http://schemas.openxmlformats.org/officeDocument/2006/relationships/image" Target="../media/image5710.png"/><Relationship Id="rId39" Type="http://schemas.openxmlformats.org/officeDocument/2006/relationships/customXml" Target="../ink/ink382.xml"/><Relationship Id="rId109" Type="http://schemas.openxmlformats.org/officeDocument/2006/relationships/customXml" Target="../ink/ink417.xml"/><Relationship Id="rId34" Type="http://schemas.openxmlformats.org/officeDocument/2006/relationships/image" Target="../media/image650.png"/><Relationship Id="rId50" Type="http://schemas.openxmlformats.org/officeDocument/2006/relationships/image" Target="../media/image720.png"/><Relationship Id="rId55" Type="http://schemas.openxmlformats.org/officeDocument/2006/relationships/customXml" Target="../ink/ink390.xml"/><Relationship Id="rId76" Type="http://schemas.openxmlformats.org/officeDocument/2006/relationships/image" Target="../media/image850.png"/><Relationship Id="rId97" Type="http://schemas.openxmlformats.org/officeDocument/2006/relationships/customXml" Target="../ink/ink411.xml"/><Relationship Id="rId104" Type="http://schemas.openxmlformats.org/officeDocument/2006/relationships/image" Target="../media/image990.png"/><Relationship Id="rId120" Type="http://schemas.openxmlformats.org/officeDocument/2006/relationships/image" Target="../media/image1070.png"/><Relationship Id="rId125" Type="http://schemas.openxmlformats.org/officeDocument/2006/relationships/customXml" Target="../ink/ink425.xml"/><Relationship Id="rId141" Type="http://schemas.openxmlformats.org/officeDocument/2006/relationships/customXml" Target="../ink/ink433.xml"/><Relationship Id="rId146" Type="http://schemas.openxmlformats.org/officeDocument/2006/relationships/image" Target="../media/image1200.png"/><Relationship Id="rId167" Type="http://schemas.openxmlformats.org/officeDocument/2006/relationships/customXml" Target="../ink/ink446.xml"/><Relationship Id="rId7" Type="http://schemas.openxmlformats.org/officeDocument/2006/relationships/customXml" Target="../ink/ink366.xml"/><Relationship Id="rId71" Type="http://schemas.openxmlformats.org/officeDocument/2006/relationships/customXml" Target="../ink/ink398.xml"/><Relationship Id="rId92" Type="http://schemas.openxmlformats.org/officeDocument/2006/relationships/image" Target="../media/image930.png"/><Relationship Id="rId162" Type="http://schemas.openxmlformats.org/officeDocument/2006/relationships/image" Target="../media/image1280.png"/><Relationship Id="rId2" Type="http://schemas.openxmlformats.org/officeDocument/2006/relationships/image" Target="../media/image297.png"/><Relationship Id="rId29" Type="http://schemas.openxmlformats.org/officeDocument/2006/relationships/customXml" Target="../ink/ink377.xml"/><Relationship Id="rId24" Type="http://schemas.openxmlformats.org/officeDocument/2006/relationships/image" Target="../media/image600.png"/><Relationship Id="rId40" Type="http://schemas.openxmlformats.org/officeDocument/2006/relationships/image" Target="../media/image670.png"/><Relationship Id="rId45" Type="http://schemas.openxmlformats.org/officeDocument/2006/relationships/customXml" Target="../ink/ink385.xml"/><Relationship Id="rId66" Type="http://schemas.openxmlformats.org/officeDocument/2006/relationships/image" Target="../media/image800.png"/><Relationship Id="rId87" Type="http://schemas.openxmlformats.org/officeDocument/2006/relationships/customXml" Target="../ink/ink406.xml"/><Relationship Id="rId110" Type="http://schemas.openxmlformats.org/officeDocument/2006/relationships/image" Target="../media/image1020.png"/><Relationship Id="rId115" Type="http://schemas.openxmlformats.org/officeDocument/2006/relationships/customXml" Target="../ink/ink420.xml"/><Relationship Id="rId131" Type="http://schemas.openxmlformats.org/officeDocument/2006/relationships/customXml" Target="../ink/ink428.xml"/><Relationship Id="rId136" Type="http://schemas.openxmlformats.org/officeDocument/2006/relationships/image" Target="../media/image1150.png"/><Relationship Id="rId157" Type="http://schemas.openxmlformats.org/officeDocument/2006/relationships/customXml" Target="../ink/ink441.xml"/><Relationship Id="rId61" Type="http://schemas.openxmlformats.org/officeDocument/2006/relationships/customXml" Target="../ink/ink393.xml"/><Relationship Id="rId82" Type="http://schemas.openxmlformats.org/officeDocument/2006/relationships/image" Target="../media/image880.png"/><Relationship Id="rId152" Type="http://schemas.openxmlformats.org/officeDocument/2006/relationships/image" Target="../media/image1230.png"/><Relationship Id="rId173" Type="http://schemas.openxmlformats.org/officeDocument/2006/relationships/customXml" Target="../ink/ink449.xml"/><Relationship Id="rId19" Type="http://schemas.openxmlformats.org/officeDocument/2006/relationships/customXml" Target="../ink/ink372.xml"/><Relationship Id="rId14" Type="http://schemas.openxmlformats.org/officeDocument/2006/relationships/image" Target="../media/image5510.png"/><Relationship Id="rId30" Type="http://schemas.openxmlformats.org/officeDocument/2006/relationships/image" Target="../media/image630.png"/><Relationship Id="rId35" Type="http://schemas.openxmlformats.org/officeDocument/2006/relationships/customXml" Target="../ink/ink380.xml"/><Relationship Id="rId56" Type="http://schemas.openxmlformats.org/officeDocument/2006/relationships/image" Target="../media/image750.png"/><Relationship Id="rId77" Type="http://schemas.openxmlformats.org/officeDocument/2006/relationships/customXml" Target="../ink/ink401.xml"/><Relationship Id="rId100" Type="http://schemas.openxmlformats.org/officeDocument/2006/relationships/image" Target="../media/image970.png"/><Relationship Id="rId105" Type="http://schemas.openxmlformats.org/officeDocument/2006/relationships/customXml" Target="../ink/ink415.xml"/><Relationship Id="rId126" Type="http://schemas.openxmlformats.org/officeDocument/2006/relationships/image" Target="../media/image1100.png"/><Relationship Id="rId147" Type="http://schemas.openxmlformats.org/officeDocument/2006/relationships/customXml" Target="../ink/ink436.xml"/><Relationship Id="rId168" Type="http://schemas.openxmlformats.org/officeDocument/2006/relationships/image" Target="../media/image1310.png"/><Relationship Id="rId8" Type="http://schemas.openxmlformats.org/officeDocument/2006/relationships/image" Target="../media/image5210.png"/><Relationship Id="rId51" Type="http://schemas.openxmlformats.org/officeDocument/2006/relationships/customXml" Target="../ink/ink388.xml"/><Relationship Id="rId72" Type="http://schemas.openxmlformats.org/officeDocument/2006/relationships/image" Target="../media/image830.png"/><Relationship Id="rId93" Type="http://schemas.openxmlformats.org/officeDocument/2006/relationships/customXml" Target="../ink/ink409.xml"/><Relationship Id="rId98" Type="http://schemas.openxmlformats.org/officeDocument/2006/relationships/image" Target="../media/image960.png"/><Relationship Id="rId121" Type="http://schemas.openxmlformats.org/officeDocument/2006/relationships/customXml" Target="../ink/ink423.xml"/><Relationship Id="rId142" Type="http://schemas.openxmlformats.org/officeDocument/2006/relationships/image" Target="../media/image1180.png"/><Relationship Id="rId163" Type="http://schemas.openxmlformats.org/officeDocument/2006/relationships/customXml" Target="../ink/ink444.xml"/><Relationship Id="rId3" Type="http://schemas.openxmlformats.org/officeDocument/2006/relationships/customXml" Target="../ink/ink364.xml"/><Relationship Id="rId25" Type="http://schemas.openxmlformats.org/officeDocument/2006/relationships/customXml" Target="../ink/ink375.xml"/><Relationship Id="rId46" Type="http://schemas.openxmlformats.org/officeDocument/2006/relationships/image" Target="../media/image700.png"/><Relationship Id="rId67" Type="http://schemas.openxmlformats.org/officeDocument/2006/relationships/customXml" Target="../ink/ink396.xml"/><Relationship Id="rId116" Type="http://schemas.openxmlformats.org/officeDocument/2006/relationships/image" Target="../media/image1050.png"/><Relationship Id="rId137" Type="http://schemas.openxmlformats.org/officeDocument/2006/relationships/customXml" Target="../ink/ink431.xml"/><Relationship Id="rId158" Type="http://schemas.openxmlformats.org/officeDocument/2006/relationships/image" Target="../media/image1260.png"/><Relationship Id="rId20" Type="http://schemas.openxmlformats.org/officeDocument/2006/relationships/image" Target="../media/image580.png"/><Relationship Id="rId41" Type="http://schemas.openxmlformats.org/officeDocument/2006/relationships/customXml" Target="../ink/ink383.xml"/><Relationship Id="rId62" Type="http://schemas.openxmlformats.org/officeDocument/2006/relationships/image" Target="../media/image780.png"/><Relationship Id="rId83" Type="http://schemas.openxmlformats.org/officeDocument/2006/relationships/customXml" Target="../ink/ink404.xml"/><Relationship Id="rId88" Type="http://schemas.openxmlformats.org/officeDocument/2006/relationships/image" Target="../media/image911.png"/><Relationship Id="rId111" Type="http://schemas.openxmlformats.org/officeDocument/2006/relationships/customXml" Target="../ink/ink418.xml"/><Relationship Id="rId132" Type="http://schemas.openxmlformats.org/officeDocument/2006/relationships/image" Target="../media/image1130.png"/><Relationship Id="rId153" Type="http://schemas.openxmlformats.org/officeDocument/2006/relationships/customXml" Target="../ink/ink439.xml"/><Relationship Id="rId174" Type="http://schemas.openxmlformats.org/officeDocument/2006/relationships/image" Target="../media/image1340.png"/><Relationship Id="rId15" Type="http://schemas.openxmlformats.org/officeDocument/2006/relationships/customXml" Target="../ink/ink370.xml"/><Relationship Id="rId36" Type="http://schemas.openxmlformats.org/officeDocument/2006/relationships/image" Target="../media/image910.png"/><Relationship Id="rId57" Type="http://schemas.openxmlformats.org/officeDocument/2006/relationships/customXml" Target="../ink/ink391.xml"/><Relationship Id="rId106" Type="http://schemas.openxmlformats.org/officeDocument/2006/relationships/image" Target="../media/image1000.png"/><Relationship Id="rId127" Type="http://schemas.openxmlformats.org/officeDocument/2006/relationships/customXml" Target="../ink/ink426.xml"/><Relationship Id="rId10" Type="http://schemas.openxmlformats.org/officeDocument/2006/relationships/image" Target="../media/image5310.png"/><Relationship Id="rId31" Type="http://schemas.openxmlformats.org/officeDocument/2006/relationships/customXml" Target="../ink/ink378.xml"/><Relationship Id="rId52" Type="http://schemas.openxmlformats.org/officeDocument/2006/relationships/image" Target="../media/image730.png"/><Relationship Id="rId73" Type="http://schemas.openxmlformats.org/officeDocument/2006/relationships/customXml" Target="../ink/ink399.xml"/><Relationship Id="rId78" Type="http://schemas.openxmlformats.org/officeDocument/2006/relationships/image" Target="../media/image860.png"/><Relationship Id="rId94" Type="http://schemas.openxmlformats.org/officeDocument/2006/relationships/image" Target="../media/image940.png"/><Relationship Id="rId99" Type="http://schemas.openxmlformats.org/officeDocument/2006/relationships/customXml" Target="../ink/ink412.xml"/><Relationship Id="rId101" Type="http://schemas.openxmlformats.org/officeDocument/2006/relationships/customXml" Target="../ink/ink413.xml"/><Relationship Id="rId122" Type="http://schemas.openxmlformats.org/officeDocument/2006/relationships/image" Target="../media/image1080.png"/><Relationship Id="rId143" Type="http://schemas.openxmlformats.org/officeDocument/2006/relationships/customXml" Target="../ink/ink434.xml"/><Relationship Id="rId148" Type="http://schemas.openxmlformats.org/officeDocument/2006/relationships/image" Target="../media/image1210.png"/><Relationship Id="rId164" Type="http://schemas.openxmlformats.org/officeDocument/2006/relationships/image" Target="../media/image1290.png"/><Relationship Id="rId169" Type="http://schemas.openxmlformats.org/officeDocument/2006/relationships/customXml" Target="../ink/ink447.xml"/><Relationship Id="rId4" Type="http://schemas.openxmlformats.org/officeDocument/2006/relationships/image" Target="../media/image5010.png"/><Relationship Id="rId9" Type="http://schemas.openxmlformats.org/officeDocument/2006/relationships/customXml" Target="../ink/ink367.xml"/><Relationship Id="rId26" Type="http://schemas.openxmlformats.org/officeDocument/2006/relationships/image" Target="../media/image610.png"/><Relationship Id="rId47" Type="http://schemas.openxmlformats.org/officeDocument/2006/relationships/customXml" Target="../ink/ink386.xml"/><Relationship Id="rId68" Type="http://schemas.openxmlformats.org/officeDocument/2006/relationships/image" Target="../media/image810.png"/><Relationship Id="rId89" Type="http://schemas.openxmlformats.org/officeDocument/2006/relationships/customXml" Target="../ink/ink407.xml"/><Relationship Id="rId112" Type="http://schemas.openxmlformats.org/officeDocument/2006/relationships/image" Target="../media/image1030.png"/><Relationship Id="rId133" Type="http://schemas.openxmlformats.org/officeDocument/2006/relationships/customXml" Target="../ink/ink429.xml"/><Relationship Id="rId154" Type="http://schemas.openxmlformats.org/officeDocument/2006/relationships/image" Target="../media/image1240.png"/><Relationship Id="rId16" Type="http://schemas.openxmlformats.org/officeDocument/2006/relationships/image" Target="../media/image5610.png"/><Relationship Id="rId37" Type="http://schemas.openxmlformats.org/officeDocument/2006/relationships/customXml" Target="../ink/ink381.xml"/><Relationship Id="rId58" Type="http://schemas.openxmlformats.org/officeDocument/2006/relationships/image" Target="../media/image760.png"/><Relationship Id="rId79" Type="http://schemas.openxmlformats.org/officeDocument/2006/relationships/customXml" Target="../ink/ink402.xml"/><Relationship Id="rId102" Type="http://schemas.openxmlformats.org/officeDocument/2006/relationships/image" Target="../media/image980.png"/><Relationship Id="rId123" Type="http://schemas.openxmlformats.org/officeDocument/2006/relationships/customXml" Target="../ink/ink424.xml"/><Relationship Id="rId144" Type="http://schemas.openxmlformats.org/officeDocument/2006/relationships/image" Target="../media/image1190.png"/><Relationship Id="rId90" Type="http://schemas.openxmlformats.org/officeDocument/2006/relationships/image" Target="../media/image920.png"/><Relationship Id="rId165" Type="http://schemas.openxmlformats.org/officeDocument/2006/relationships/customXml" Target="../ink/ink445.xml"/><Relationship Id="rId27" Type="http://schemas.openxmlformats.org/officeDocument/2006/relationships/customXml" Target="../ink/ink376.xml"/><Relationship Id="rId48" Type="http://schemas.openxmlformats.org/officeDocument/2006/relationships/image" Target="../media/image710.png"/><Relationship Id="rId69" Type="http://schemas.openxmlformats.org/officeDocument/2006/relationships/customXml" Target="../ink/ink397.xml"/><Relationship Id="rId113" Type="http://schemas.openxmlformats.org/officeDocument/2006/relationships/customXml" Target="../ink/ink419.xml"/><Relationship Id="rId134" Type="http://schemas.openxmlformats.org/officeDocument/2006/relationships/image" Target="../media/image1140.png"/><Relationship Id="rId80" Type="http://schemas.openxmlformats.org/officeDocument/2006/relationships/image" Target="../media/image870.png"/><Relationship Id="rId155" Type="http://schemas.openxmlformats.org/officeDocument/2006/relationships/customXml" Target="../ink/ink440.xml"/><Relationship Id="rId17" Type="http://schemas.openxmlformats.org/officeDocument/2006/relationships/customXml" Target="../ink/ink371.xml"/><Relationship Id="rId38" Type="http://schemas.openxmlformats.org/officeDocument/2006/relationships/image" Target="../media/image660.png"/><Relationship Id="rId59" Type="http://schemas.openxmlformats.org/officeDocument/2006/relationships/customXml" Target="../ink/ink392.xml"/><Relationship Id="rId103" Type="http://schemas.openxmlformats.org/officeDocument/2006/relationships/customXml" Target="../ink/ink414.xml"/><Relationship Id="rId124" Type="http://schemas.openxmlformats.org/officeDocument/2006/relationships/image" Target="../media/image1090.png"/><Relationship Id="rId70" Type="http://schemas.openxmlformats.org/officeDocument/2006/relationships/image" Target="../media/image820.png"/><Relationship Id="rId91" Type="http://schemas.openxmlformats.org/officeDocument/2006/relationships/customXml" Target="../ink/ink408.xml"/><Relationship Id="rId145" Type="http://schemas.openxmlformats.org/officeDocument/2006/relationships/customXml" Target="../ink/ink435.xml"/><Relationship Id="rId166" Type="http://schemas.openxmlformats.org/officeDocument/2006/relationships/image" Target="../media/image1300.png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460.png"/><Relationship Id="rId21" Type="http://schemas.openxmlformats.org/officeDocument/2006/relationships/customXml" Target="../ink/ink459.xml"/><Relationship Id="rId42" Type="http://schemas.openxmlformats.org/officeDocument/2006/relationships/image" Target="../media/image1540.png"/><Relationship Id="rId47" Type="http://schemas.openxmlformats.org/officeDocument/2006/relationships/customXml" Target="../ink/ink472.xml"/><Relationship Id="rId63" Type="http://schemas.openxmlformats.org/officeDocument/2006/relationships/customXml" Target="../ink/ink480.xml"/><Relationship Id="rId68" Type="http://schemas.openxmlformats.org/officeDocument/2006/relationships/image" Target="../media/image1670.png"/><Relationship Id="rId2" Type="http://schemas.openxmlformats.org/officeDocument/2006/relationships/image" Target="../media/image297.png"/><Relationship Id="rId16" Type="http://schemas.openxmlformats.org/officeDocument/2006/relationships/image" Target="../media/image1410.png"/><Relationship Id="rId29" Type="http://schemas.openxmlformats.org/officeDocument/2006/relationships/customXml" Target="../ink/ink463.xml"/><Relationship Id="rId11" Type="http://schemas.openxmlformats.org/officeDocument/2006/relationships/customXml" Target="../ink/ink454.xml"/><Relationship Id="rId24" Type="http://schemas.openxmlformats.org/officeDocument/2006/relationships/image" Target="../media/image1450.png"/><Relationship Id="rId32" Type="http://schemas.openxmlformats.org/officeDocument/2006/relationships/image" Target="../media/image1490.png"/><Relationship Id="rId37" Type="http://schemas.openxmlformats.org/officeDocument/2006/relationships/customXml" Target="../ink/ink467.xml"/><Relationship Id="rId40" Type="http://schemas.openxmlformats.org/officeDocument/2006/relationships/image" Target="../media/image1530.png"/><Relationship Id="rId45" Type="http://schemas.openxmlformats.org/officeDocument/2006/relationships/customXml" Target="../ink/ink471.xml"/><Relationship Id="rId53" Type="http://schemas.openxmlformats.org/officeDocument/2006/relationships/customXml" Target="../ink/ink475.xml"/><Relationship Id="rId58" Type="http://schemas.openxmlformats.org/officeDocument/2006/relationships/image" Target="../media/image1620.png"/><Relationship Id="rId66" Type="http://schemas.openxmlformats.org/officeDocument/2006/relationships/image" Target="../media/image1660.png"/><Relationship Id="rId74" Type="http://schemas.openxmlformats.org/officeDocument/2006/relationships/image" Target="../media/image1700.png"/><Relationship Id="rId5" Type="http://schemas.openxmlformats.org/officeDocument/2006/relationships/customXml" Target="../ink/ink451.xml"/><Relationship Id="rId61" Type="http://schemas.openxmlformats.org/officeDocument/2006/relationships/customXml" Target="../ink/ink479.xml"/><Relationship Id="rId19" Type="http://schemas.openxmlformats.org/officeDocument/2006/relationships/customXml" Target="../ink/ink458.xml"/><Relationship Id="rId14" Type="http://schemas.openxmlformats.org/officeDocument/2006/relationships/image" Target="../media/image1400.png"/><Relationship Id="rId22" Type="http://schemas.openxmlformats.org/officeDocument/2006/relationships/image" Target="../media/image1440.png"/><Relationship Id="rId27" Type="http://schemas.openxmlformats.org/officeDocument/2006/relationships/customXml" Target="../ink/ink462.xml"/><Relationship Id="rId30" Type="http://schemas.openxmlformats.org/officeDocument/2006/relationships/image" Target="../media/image1480.png"/><Relationship Id="rId35" Type="http://schemas.openxmlformats.org/officeDocument/2006/relationships/customXml" Target="../ink/ink466.xml"/><Relationship Id="rId43" Type="http://schemas.openxmlformats.org/officeDocument/2006/relationships/customXml" Target="../ink/ink470.xml"/><Relationship Id="rId48" Type="http://schemas.openxmlformats.org/officeDocument/2006/relationships/image" Target="../media/image1570.png"/><Relationship Id="rId56" Type="http://schemas.openxmlformats.org/officeDocument/2006/relationships/image" Target="../media/image1610.png"/><Relationship Id="rId64" Type="http://schemas.openxmlformats.org/officeDocument/2006/relationships/image" Target="../media/image1650.png"/><Relationship Id="rId69" Type="http://schemas.openxmlformats.org/officeDocument/2006/relationships/customXml" Target="../ink/ink483.xml"/><Relationship Id="rId8" Type="http://schemas.openxmlformats.org/officeDocument/2006/relationships/image" Target="../media/image1370.png"/><Relationship Id="rId51" Type="http://schemas.openxmlformats.org/officeDocument/2006/relationships/customXml" Target="../ink/ink474.xml"/><Relationship Id="rId72" Type="http://schemas.openxmlformats.org/officeDocument/2006/relationships/image" Target="../media/image1690.png"/><Relationship Id="rId3" Type="http://schemas.openxmlformats.org/officeDocument/2006/relationships/customXml" Target="../ink/ink450.xml"/><Relationship Id="rId12" Type="http://schemas.openxmlformats.org/officeDocument/2006/relationships/image" Target="../media/image1390.png"/><Relationship Id="rId17" Type="http://schemas.openxmlformats.org/officeDocument/2006/relationships/customXml" Target="../ink/ink457.xml"/><Relationship Id="rId25" Type="http://schemas.openxmlformats.org/officeDocument/2006/relationships/customXml" Target="../ink/ink461.xml"/><Relationship Id="rId33" Type="http://schemas.openxmlformats.org/officeDocument/2006/relationships/customXml" Target="../ink/ink465.xml"/><Relationship Id="rId38" Type="http://schemas.openxmlformats.org/officeDocument/2006/relationships/image" Target="../media/image1520.png"/><Relationship Id="rId46" Type="http://schemas.openxmlformats.org/officeDocument/2006/relationships/image" Target="../media/image1560.png"/><Relationship Id="rId59" Type="http://schemas.openxmlformats.org/officeDocument/2006/relationships/customXml" Target="../ink/ink478.xml"/><Relationship Id="rId67" Type="http://schemas.openxmlformats.org/officeDocument/2006/relationships/customXml" Target="../ink/ink482.xml"/><Relationship Id="rId20" Type="http://schemas.openxmlformats.org/officeDocument/2006/relationships/image" Target="../media/image1430.png"/><Relationship Id="rId41" Type="http://schemas.openxmlformats.org/officeDocument/2006/relationships/customXml" Target="../ink/ink469.xml"/><Relationship Id="rId54" Type="http://schemas.openxmlformats.org/officeDocument/2006/relationships/image" Target="../media/image1600.png"/><Relationship Id="rId62" Type="http://schemas.openxmlformats.org/officeDocument/2006/relationships/image" Target="../media/image1640.png"/><Relationship Id="rId70" Type="http://schemas.openxmlformats.org/officeDocument/2006/relationships/image" Target="../media/image16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0.png"/><Relationship Id="rId15" Type="http://schemas.openxmlformats.org/officeDocument/2006/relationships/customXml" Target="../ink/ink456.xml"/><Relationship Id="rId23" Type="http://schemas.openxmlformats.org/officeDocument/2006/relationships/customXml" Target="../ink/ink460.xml"/><Relationship Id="rId28" Type="http://schemas.openxmlformats.org/officeDocument/2006/relationships/image" Target="../media/image1470.png"/><Relationship Id="rId36" Type="http://schemas.openxmlformats.org/officeDocument/2006/relationships/image" Target="../media/image1510.png"/><Relationship Id="rId49" Type="http://schemas.openxmlformats.org/officeDocument/2006/relationships/customXml" Target="../ink/ink473.xml"/><Relationship Id="rId57" Type="http://schemas.openxmlformats.org/officeDocument/2006/relationships/customXml" Target="../ink/ink477.xml"/><Relationship Id="rId10" Type="http://schemas.openxmlformats.org/officeDocument/2006/relationships/image" Target="../media/image1380.png"/><Relationship Id="rId31" Type="http://schemas.openxmlformats.org/officeDocument/2006/relationships/customXml" Target="../ink/ink464.xml"/><Relationship Id="rId44" Type="http://schemas.openxmlformats.org/officeDocument/2006/relationships/image" Target="../media/image1550.png"/><Relationship Id="rId52" Type="http://schemas.openxmlformats.org/officeDocument/2006/relationships/image" Target="../media/image1590.png"/><Relationship Id="rId60" Type="http://schemas.openxmlformats.org/officeDocument/2006/relationships/image" Target="../media/image1630.png"/><Relationship Id="rId65" Type="http://schemas.openxmlformats.org/officeDocument/2006/relationships/customXml" Target="../ink/ink481.xml"/><Relationship Id="rId73" Type="http://schemas.openxmlformats.org/officeDocument/2006/relationships/customXml" Target="../ink/ink485.xml"/><Relationship Id="rId4" Type="http://schemas.openxmlformats.org/officeDocument/2006/relationships/image" Target="../media/image1350.png"/><Relationship Id="rId9" Type="http://schemas.openxmlformats.org/officeDocument/2006/relationships/customXml" Target="../ink/ink453.xml"/><Relationship Id="rId13" Type="http://schemas.openxmlformats.org/officeDocument/2006/relationships/customXml" Target="../ink/ink455.xml"/><Relationship Id="rId18" Type="http://schemas.openxmlformats.org/officeDocument/2006/relationships/image" Target="../media/image1420.png"/><Relationship Id="rId39" Type="http://schemas.openxmlformats.org/officeDocument/2006/relationships/customXml" Target="../ink/ink468.xml"/><Relationship Id="rId34" Type="http://schemas.openxmlformats.org/officeDocument/2006/relationships/image" Target="../media/image1500.png"/><Relationship Id="rId50" Type="http://schemas.openxmlformats.org/officeDocument/2006/relationships/image" Target="../media/image1580.png"/><Relationship Id="rId55" Type="http://schemas.openxmlformats.org/officeDocument/2006/relationships/customXml" Target="../ink/ink476.xml"/><Relationship Id="rId7" Type="http://schemas.openxmlformats.org/officeDocument/2006/relationships/customXml" Target="../ink/ink452.xml"/><Relationship Id="rId71" Type="http://schemas.openxmlformats.org/officeDocument/2006/relationships/customXml" Target="../ink/ink48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5.png"/><Relationship Id="rId2" Type="http://schemas.openxmlformats.org/officeDocument/2006/relationships/image" Target="../media/image29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07.png"/><Relationship Id="rId21" Type="http://schemas.openxmlformats.org/officeDocument/2006/relationships/image" Target="../media/image1800.png"/><Relationship Id="rId42" Type="http://schemas.openxmlformats.org/officeDocument/2006/relationships/customXml" Target="../ink/ink505.xml"/><Relationship Id="rId63" Type="http://schemas.openxmlformats.org/officeDocument/2006/relationships/image" Target="../media/image79.png"/><Relationship Id="rId84" Type="http://schemas.openxmlformats.org/officeDocument/2006/relationships/customXml" Target="../ink/ink526.xml"/><Relationship Id="rId138" Type="http://schemas.openxmlformats.org/officeDocument/2006/relationships/customXml" Target="../ink/ink553.xml"/><Relationship Id="rId107" Type="http://schemas.openxmlformats.org/officeDocument/2006/relationships/image" Target="../media/image402.png"/><Relationship Id="rId11" Type="http://schemas.openxmlformats.org/officeDocument/2006/relationships/image" Target="../media/image1750.png"/><Relationship Id="rId32" Type="http://schemas.openxmlformats.org/officeDocument/2006/relationships/customXml" Target="../ink/ink500.xml"/><Relationship Id="rId37" Type="http://schemas.openxmlformats.org/officeDocument/2006/relationships/image" Target="../media/image1880.png"/><Relationship Id="rId53" Type="http://schemas.openxmlformats.org/officeDocument/2006/relationships/image" Target="../media/image376.png"/><Relationship Id="rId58" Type="http://schemas.openxmlformats.org/officeDocument/2006/relationships/customXml" Target="../ink/ink513.xml"/><Relationship Id="rId74" Type="http://schemas.openxmlformats.org/officeDocument/2006/relationships/customXml" Target="../ink/ink521.xml"/><Relationship Id="rId79" Type="http://schemas.openxmlformats.org/officeDocument/2006/relationships/image" Target="../media/image388.png"/><Relationship Id="rId102" Type="http://schemas.openxmlformats.org/officeDocument/2006/relationships/customXml" Target="../ink/ink535.xml"/><Relationship Id="rId123" Type="http://schemas.openxmlformats.org/officeDocument/2006/relationships/image" Target="../media/image410.png"/><Relationship Id="rId128" Type="http://schemas.openxmlformats.org/officeDocument/2006/relationships/customXml" Target="../ink/ink548.xml"/><Relationship Id="rId5" Type="http://schemas.openxmlformats.org/officeDocument/2006/relationships/image" Target="../media/image1720.png"/><Relationship Id="rId90" Type="http://schemas.openxmlformats.org/officeDocument/2006/relationships/customXml" Target="../ink/ink529.xml"/><Relationship Id="rId95" Type="http://schemas.openxmlformats.org/officeDocument/2006/relationships/image" Target="../media/image396.png"/><Relationship Id="rId22" Type="http://schemas.openxmlformats.org/officeDocument/2006/relationships/customXml" Target="../ink/ink495.xml"/><Relationship Id="rId27" Type="http://schemas.openxmlformats.org/officeDocument/2006/relationships/image" Target="../media/image1830.png"/><Relationship Id="rId43" Type="http://schemas.openxmlformats.org/officeDocument/2006/relationships/image" Target="../media/image1910.png"/><Relationship Id="rId48" Type="http://schemas.openxmlformats.org/officeDocument/2006/relationships/customXml" Target="../ink/ink508.xml"/><Relationship Id="rId64" Type="http://schemas.openxmlformats.org/officeDocument/2006/relationships/customXml" Target="../ink/ink516.xml"/><Relationship Id="rId69" Type="http://schemas.openxmlformats.org/officeDocument/2006/relationships/image" Target="../media/image383.png"/><Relationship Id="rId113" Type="http://schemas.openxmlformats.org/officeDocument/2006/relationships/image" Target="../media/image405.png"/><Relationship Id="rId118" Type="http://schemas.openxmlformats.org/officeDocument/2006/relationships/customXml" Target="../ink/ink543.xml"/><Relationship Id="rId134" Type="http://schemas.openxmlformats.org/officeDocument/2006/relationships/customXml" Target="../ink/ink551.xml"/><Relationship Id="rId139" Type="http://schemas.openxmlformats.org/officeDocument/2006/relationships/image" Target="../media/image418.png"/><Relationship Id="rId80" Type="http://schemas.openxmlformats.org/officeDocument/2006/relationships/customXml" Target="../ink/ink524.xml"/><Relationship Id="rId85" Type="http://schemas.openxmlformats.org/officeDocument/2006/relationships/image" Target="../media/image391.png"/><Relationship Id="rId12" Type="http://schemas.openxmlformats.org/officeDocument/2006/relationships/customXml" Target="../ink/ink490.xml"/><Relationship Id="rId17" Type="http://schemas.openxmlformats.org/officeDocument/2006/relationships/image" Target="../media/image1780.png"/><Relationship Id="rId33" Type="http://schemas.openxmlformats.org/officeDocument/2006/relationships/image" Target="../media/image1860.png"/><Relationship Id="rId38" Type="http://schemas.openxmlformats.org/officeDocument/2006/relationships/customXml" Target="../ink/ink503.xml"/><Relationship Id="rId59" Type="http://schemas.openxmlformats.org/officeDocument/2006/relationships/image" Target="../media/image379.png"/><Relationship Id="rId103" Type="http://schemas.openxmlformats.org/officeDocument/2006/relationships/image" Target="../media/image400.png"/><Relationship Id="rId108" Type="http://schemas.openxmlformats.org/officeDocument/2006/relationships/customXml" Target="../ink/ink538.xml"/><Relationship Id="rId124" Type="http://schemas.openxmlformats.org/officeDocument/2006/relationships/customXml" Target="../ink/ink546.xml"/><Relationship Id="rId129" Type="http://schemas.openxmlformats.org/officeDocument/2006/relationships/image" Target="../media/image413.png"/><Relationship Id="rId54" Type="http://schemas.openxmlformats.org/officeDocument/2006/relationships/customXml" Target="../ink/ink511.xml"/><Relationship Id="rId70" Type="http://schemas.openxmlformats.org/officeDocument/2006/relationships/customXml" Target="../ink/ink519.xml"/><Relationship Id="rId75" Type="http://schemas.openxmlformats.org/officeDocument/2006/relationships/image" Target="../media/image386.png"/><Relationship Id="rId91" Type="http://schemas.openxmlformats.org/officeDocument/2006/relationships/image" Target="../media/image394.png"/><Relationship Id="rId96" Type="http://schemas.openxmlformats.org/officeDocument/2006/relationships/customXml" Target="../ink/ink532.xml"/><Relationship Id="rId140" Type="http://schemas.openxmlformats.org/officeDocument/2006/relationships/customXml" Target="../ink/ink55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87.xml"/><Relationship Id="rId23" Type="http://schemas.openxmlformats.org/officeDocument/2006/relationships/image" Target="../media/image1810.png"/><Relationship Id="rId28" Type="http://schemas.openxmlformats.org/officeDocument/2006/relationships/customXml" Target="../ink/ink498.xml"/><Relationship Id="rId49" Type="http://schemas.openxmlformats.org/officeDocument/2006/relationships/image" Target="../media/image1940.png"/><Relationship Id="rId114" Type="http://schemas.openxmlformats.org/officeDocument/2006/relationships/customXml" Target="../ink/ink541.xml"/><Relationship Id="rId119" Type="http://schemas.openxmlformats.org/officeDocument/2006/relationships/image" Target="../media/image408.png"/><Relationship Id="rId44" Type="http://schemas.openxmlformats.org/officeDocument/2006/relationships/customXml" Target="../ink/ink506.xml"/><Relationship Id="rId60" Type="http://schemas.openxmlformats.org/officeDocument/2006/relationships/customXml" Target="../ink/ink514.xml"/><Relationship Id="rId65" Type="http://schemas.openxmlformats.org/officeDocument/2006/relationships/image" Target="../media/image381.png"/><Relationship Id="rId81" Type="http://schemas.openxmlformats.org/officeDocument/2006/relationships/image" Target="../media/image389.png"/><Relationship Id="rId86" Type="http://schemas.openxmlformats.org/officeDocument/2006/relationships/customXml" Target="../ink/ink527.xml"/><Relationship Id="rId130" Type="http://schemas.openxmlformats.org/officeDocument/2006/relationships/customXml" Target="../ink/ink549.xml"/><Relationship Id="rId135" Type="http://schemas.openxmlformats.org/officeDocument/2006/relationships/image" Target="../media/image416.png"/><Relationship Id="rId13" Type="http://schemas.openxmlformats.org/officeDocument/2006/relationships/image" Target="../media/image1760.png"/><Relationship Id="rId18" Type="http://schemas.openxmlformats.org/officeDocument/2006/relationships/customXml" Target="../ink/ink493.xml"/><Relationship Id="rId39" Type="http://schemas.openxmlformats.org/officeDocument/2006/relationships/image" Target="../media/image1890.png"/><Relationship Id="rId109" Type="http://schemas.openxmlformats.org/officeDocument/2006/relationships/image" Target="../media/image403.png"/><Relationship Id="rId34" Type="http://schemas.openxmlformats.org/officeDocument/2006/relationships/customXml" Target="../ink/ink501.xml"/><Relationship Id="rId50" Type="http://schemas.openxmlformats.org/officeDocument/2006/relationships/customXml" Target="../ink/ink509.xml"/><Relationship Id="rId55" Type="http://schemas.openxmlformats.org/officeDocument/2006/relationships/image" Target="../media/image377.png"/><Relationship Id="rId76" Type="http://schemas.openxmlformats.org/officeDocument/2006/relationships/customXml" Target="../ink/ink522.xml"/><Relationship Id="rId97" Type="http://schemas.openxmlformats.org/officeDocument/2006/relationships/image" Target="../media/image397.png"/><Relationship Id="rId104" Type="http://schemas.openxmlformats.org/officeDocument/2006/relationships/customXml" Target="../ink/ink536.xml"/><Relationship Id="rId120" Type="http://schemas.openxmlformats.org/officeDocument/2006/relationships/customXml" Target="../ink/ink544.xml"/><Relationship Id="rId125" Type="http://schemas.openxmlformats.org/officeDocument/2006/relationships/image" Target="../media/image411.png"/><Relationship Id="rId141" Type="http://schemas.openxmlformats.org/officeDocument/2006/relationships/image" Target="../media/image419.png"/><Relationship Id="rId7" Type="http://schemas.openxmlformats.org/officeDocument/2006/relationships/image" Target="../media/image1730.png"/><Relationship Id="rId71" Type="http://schemas.openxmlformats.org/officeDocument/2006/relationships/image" Target="../media/image384.png"/><Relationship Id="rId92" Type="http://schemas.openxmlformats.org/officeDocument/2006/relationships/customXml" Target="../ink/ink530.xml"/><Relationship Id="rId2" Type="http://schemas.openxmlformats.org/officeDocument/2006/relationships/image" Target="../media/image297.png"/><Relationship Id="rId29" Type="http://schemas.openxmlformats.org/officeDocument/2006/relationships/image" Target="../media/image1840.png"/><Relationship Id="rId24" Type="http://schemas.openxmlformats.org/officeDocument/2006/relationships/customXml" Target="../ink/ink496.xml"/><Relationship Id="rId40" Type="http://schemas.openxmlformats.org/officeDocument/2006/relationships/customXml" Target="../ink/ink504.xml"/><Relationship Id="rId45" Type="http://schemas.openxmlformats.org/officeDocument/2006/relationships/image" Target="../media/image1920.png"/><Relationship Id="rId66" Type="http://schemas.openxmlformats.org/officeDocument/2006/relationships/customXml" Target="../ink/ink517.xml"/><Relationship Id="rId87" Type="http://schemas.openxmlformats.org/officeDocument/2006/relationships/image" Target="../media/image392.png"/><Relationship Id="rId110" Type="http://schemas.openxmlformats.org/officeDocument/2006/relationships/customXml" Target="../ink/ink539.xml"/><Relationship Id="rId115" Type="http://schemas.openxmlformats.org/officeDocument/2006/relationships/image" Target="../media/image406.png"/><Relationship Id="rId131" Type="http://schemas.openxmlformats.org/officeDocument/2006/relationships/image" Target="../media/image414.png"/><Relationship Id="rId136" Type="http://schemas.openxmlformats.org/officeDocument/2006/relationships/customXml" Target="../ink/ink552.xml"/><Relationship Id="rId61" Type="http://schemas.openxmlformats.org/officeDocument/2006/relationships/image" Target="../media/image380.png"/><Relationship Id="rId82" Type="http://schemas.openxmlformats.org/officeDocument/2006/relationships/customXml" Target="../ink/ink525.xml"/><Relationship Id="rId19" Type="http://schemas.openxmlformats.org/officeDocument/2006/relationships/image" Target="../media/image1790.png"/><Relationship Id="rId14" Type="http://schemas.openxmlformats.org/officeDocument/2006/relationships/customXml" Target="../ink/ink491.xml"/><Relationship Id="rId30" Type="http://schemas.openxmlformats.org/officeDocument/2006/relationships/customXml" Target="../ink/ink499.xml"/><Relationship Id="rId35" Type="http://schemas.openxmlformats.org/officeDocument/2006/relationships/image" Target="../media/image1870.png"/><Relationship Id="rId56" Type="http://schemas.openxmlformats.org/officeDocument/2006/relationships/customXml" Target="../ink/ink512.xml"/><Relationship Id="rId77" Type="http://schemas.openxmlformats.org/officeDocument/2006/relationships/image" Target="../media/image387.png"/><Relationship Id="rId100" Type="http://schemas.openxmlformats.org/officeDocument/2006/relationships/customXml" Target="../ink/ink534.xml"/><Relationship Id="rId105" Type="http://schemas.openxmlformats.org/officeDocument/2006/relationships/image" Target="../media/image401.png"/><Relationship Id="rId126" Type="http://schemas.openxmlformats.org/officeDocument/2006/relationships/customXml" Target="../ink/ink547.xml"/><Relationship Id="rId8" Type="http://schemas.openxmlformats.org/officeDocument/2006/relationships/customXml" Target="../ink/ink488.xml"/><Relationship Id="rId51" Type="http://schemas.openxmlformats.org/officeDocument/2006/relationships/image" Target="../media/image1950.png"/><Relationship Id="rId72" Type="http://schemas.openxmlformats.org/officeDocument/2006/relationships/customXml" Target="../ink/ink520.xml"/><Relationship Id="rId93" Type="http://schemas.openxmlformats.org/officeDocument/2006/relationships/image" Target="../media/image395.png"/><Relationship Id="rId98" Type="http://schemas.openxmlformats.org/officeDocument/2006/relationships/customXml" Target="../ink/ink533.xml"/><Relationship Id="rId121" Type="http://schemas.openxmlformats.org/officeDocument/2006/relationships/image" Target="../media/image409.png"/><Relationship Id="rId142" Type="http://schemas.openxmlformats.org/officeDocument/2006/relationships/customXml" Target="../ink/ink555.xml"/><Relationship Id="rId3" Type="http://schemas.openxmlformats.org/officeDocument/2006/relationships/image" Target="../media/image299.png"/><Relationship Id="rId25" Type="http://schemas.openxmlformats.org/officeDocument/2006/relationships/image" Target="../media/image1820.png"/><Relationship Id="rId46" Type="http://schemas.openxmlformats.org/officeDocument/2006/relationships/customXml" Target="../ink/ink507.xml"/><Relationship Id="rId67" Type="http://schemas.openxmlformats.org/officeDocument/2006/relationships/image" Target="../media/image382.png"/><Relationship Id="rId116" Type="http://schemas.openxmlformats.org/officeDocument/2006/relationships/customXml" Target="../ink/ink542.xml"/><Relationship Id="rId137" Type="http://schemas.openxmlformats.org/officeDocument/2006/relationships/image" Target="../media/image417.png"/><Relationship Id="rId20" Type="http://schemas.openxmlformats.org/officeDocument/2006/relationships/customXml" Target="../ink/ink494.xml"/><Relationship Id="rId41" Type="http://schemas.openxmlformats.org/officeDocument/2006/relationships/image" Target="../media/image1900.png"/><Relationship Id="rId62" Type="http://schemas.openxmlformats.org/officeDocument/2006/relationships/customXml" Target="../ink/ink515.xml"/><Relationship Id="rId83" Type="http://schemas.openxmlformats.org/officeDocument/2006/relationships/image" Target="../media/image390.png"/><Relationship Id="rId88" Type="http://schemas.openxmlformats.org/officeDocument/2006/relationships/customXml" Target="../ink/ink528.xml"/><Relationship Id="rId111" Type="http://schemas.openxmlformats.org/officeDocument/2006/relationships/image" Target="../media/image404.png"/><Relationship Id="rId132" Type="http://schemas.openxmlformats.org/officeDocument/2006/relationships/customXml" Target="../ink/ink550.xml"/><Relationship Id="rId15" Type="http://schemas.openxmlformats.org/officeDocument/2006/relationships/image" Target="../media/image1770.png"/><Relationship Id="rId36" Type="http://schemas.openxmlformats.org/officeDocument/2006/relationships/customXml" Target="../ink/ink502.xml"/><Relationship Id="rId57" Type="http://schemas.openxmlformats.org/officeDocument/2006/relationships/image" Target="../media/image378.png"/><Relationship Id="rId106" Type="http://schemas.openxmlformats.org/officeDocument/2006/relationships/customXml" Target="../ink/ink537.xml"/><Relationship Id="rId127" Type="http://schemas.openxmlformats.org/officeDocument/2006/relationships/image" Target="../media/image412.png"/><Relationship Id="rId10" Type="http://schemas.openxmlformats.org/officeDocument/2006/relationships/customXml" Target="../ink/ink489.xml"/><Relationship Id="rId31" Type="http://schemas.openxmlformats.org/officeDocument/2006/relationships/image" Target="../media/image1850.png"/><Relationship Id="rId52" Type="http://schemas.openxmlformats.org/officeDocument/2006/relationships/customXml" Target="../ink/ink510.xml"/><Relationship Id="rId73" Type="http://schemas.openxmlformats.org/officeDocument/2006/relationships/image" Target="../media/image385.png"/><Relationship Id="rId78" Type="http://schemas.openxmlformats.org/officeDocument/2006/relationships/customXml" Target="../ink/ink523.xml"/><Relationship Id="rId94" Type="http://schemas.openxmlformats.org/officeDocument/2006/relationships/customXml" Target="../ink/ink531.xml"/><Relationship Id="rId99" Type="http://schemas.openxmlformats.org/officeDocument/2006/relationships/image" Target="../media/image398.png"/><Relationship Id="rId101" Type="http://schemas.openxmlformats.org/officeDocument/2006/relationships/image" Target="../media/image399.png"/><Relationship Id="rId122" Type="http://schemas.openxmlformats.org/officeDocument/2006/relationships/customXml" Target="../ink/ink545.xml"/><Relationship Id="rId143" Type="http://schemas.openxmlformats.org/officeDocument/2006/relationships/image" Target="../media/image420.png"/><Relationship Id="rId4" Type="http://schemas.openxmlformats.org/officeDocument/2006/relationships/customXml" Target="../ink/ink486.xml"/><Relationship Id="rId9" Type="http://schemas.openxmlformats.org/officeDocument/2006/relationships/image" Target="../media/image1740.png"/><Relationship Id="rId26" Type="http://schemas.openxmlformats.org/officeDocument/2006/relationships/customXml" Target="../ink/ink497.xml"/><Relationship Id="rId47" Type="http://schemas.openxmlformats.org/officeDocument/2006/relationships/image" Target="../media/image1930.png"/><Relationship Id="rId68" Type="http://schemas.openxmlformats.org/officeDocument/2006/relationships/customXml" Target="../ink/ink518.xml"/><Relationship Id="rId89" Type="http://schemas.openxmlformats.org/officeDocument/2006/relationships/image" Target="../media/image393.png"/><Relationship Id="rId112" Type="http://schemas.openxmlformats.org/officeDocument/2006/relationships/customXml" Target="../ink/ink540.xml"/><Relationship Id="rId133" Type="http://schemas.openxmlformats.org/officeDocument/2006/relationships/image" Target="../media/image415.png"/><Relationship Id="rId16" Type="http://schemas.openxmlformats.org/officeDocument/2006/relationships/customXml" Target="../ink/ink492.xml"/></Relationships>
</file>

<file path=ppt/slides/_rels/slide13.xml.rels><?xml version="1.0" encoding="UTF-8" standalone="yes"?>
<Relationships xmlns="http://schemas.openxmlformats.org/package/2006/relationships"><Relationship Id="rId42" Type="http://schemas.openxmlformats.org/officeDocument/2006/relationships/customXml" Target="../ink/ink566.xml"/><Relationship Id="rId47" Type="http://schemas.openxmlformats.org/officeDocument/2006/relationships/image" Target="../media/image428.png"/><Relationship Id="rId63" Type="http://schemas.openxmlformats.org/officeDocument/2006/relationships/image" Target="../media/image436.png"/><Relationship Id="rId68" Type="http://schemas.openxmlformats.org/officeDocument/2006/relationships/customXml" Target="../ink/ink579.xml"/><Relationship Id="rId84" Type="http://schemas.openxmlformats.org/officeDocument/2006/relationships/customXml" Target="../ink/ink587.xml"/><Relationship Id="rId89" Type="http://schemas.openxmlformats.org/officeDocument/2006/relationships/image" Target="../media/image449.png"/><Relationship Id="rId32" Type="http://schemas.openxmlformats.org/officeDocument/2006/relationships/image" Target="../media/image79.png"/><Relationship Id="rId37" Type="http://schemas.openxmlformats.org/officeDocument/2006/relationships/image" Target="../media/image424.png"/><Relationship Id="rId53" Type="http://schemas.openxmlformats.org/officeDocument/2006/relationships/image" Target="../media/image431.png"/><Relationship Id="rId58" Type="http://schemas.openxmlformats.org/officeDocument/2006/relationships/customXml" Target="../ink/ink574.xml"/><Relationship Id="rId74" Type="http://schemas.openxmlformats.org/officeDocument/2006/relationships/customXml" Target="../ink/ink582.xml"/><Relationship Id="rId79" Type="http://schemas.openxmlformats.org/officeDocument/2006/relationships/image" Target="../media/image444.png"/><Relationship Id="rId102" Type="http://schemas.openxmlformats.org/officeDocument/2006/relationships/customXml" Target="../ink/ink596.xml"/><Relationship Id="rId61" Type="http://schemas.openxmlformats.org/officeDocument/2006/relationships/image" Target="../media/image435.png"/><Relationship Id="rId82" Type="http://schemas.openxmlformats.org/officeDocument/2006/relationships/customXml" Target="../ink/ink586.xml"/><Relationship Id="rId90" Type="http://schemas.openxmlformats.org/officeDocument/2006/relationships/customXml" Target="../ink/ink590.xml"/><Relationship Id="rId95" Type="http://schemas.openxmlformats.org/officeDocument/2006/relationships/image" Target="../media/image452.png"/><Relationship Id="rId27" Type="http://schemas.openxmlformats.org/officeDocument/2006/relationships/image" Target="../media/image2790.png"/><Relationship Id="rId30" Type="http://schemas.openxmlformats.org/officeDocument/2006/relationships/image" Target="../media/image422.png"/><Relationship Id="rId35" Type="http://schemas.openxmlformats.org/officeDocument/2006/relationships/customXml" Target="../ink/ink561.xml"/><Relationship Id="rId43" Type="http://schemas.openxmlformats.org/officeDocument/2006/relationships/image" Target="../media/image426.png"/><Relationship Id="rId48" Type="http://schemas.openxmlformats.org/officeDocument/2006/relationships/customXml" Target="../ink/ink569.xml"/><Relationship Id="rId56" Type="http://schemas.openxmlformats.org/officeDocument/2006/relationships/customXml" Target="../ink/ink573.xml"/><Relationship Id="rId64" Type="http://schemas.openxmlformats.org/officeDocument/2006/relationships/customXml" Target="../ink/ink577.xml"/><Relationship Id="rId69" Type="http://schemas.openxmlformats.org/officeDocument/2006/relationships/image" Target="../media/image439.png"/><Relationship Id="rId77" Type="http://schemas.openxmlformats.org/officeDocument/2006/relationships/image" Target="../media/image443.png"/><Relationship Id="rId100" Type="http://schemas.openxmlformats.org/officeDocument/2006/relationships/customXml" Target="../ink/ink595.xml"/><Relationship Id="rId51" Type="http://schemas.openxmlformats.org/officeDocument/2006/relationships/image" Target="../media/image430.png"/><Relationship Id="rId72" Type="http://schemas.openxmlformats.org/officeDocument/2006/relationships/customXml" Target="../ink/ink581.xml"/><Relationship Id="rId80" Type="http://schemas.openxmlformats.org/officeDocument/2006/relationships/customXml" Target="../ink/ink585.xml"/><Relationship Id="rId85" Type="http://schemas.openxmlformats.org/officeDocument/2006/relationships/image" Target="../media/image447.png"/><Relationship Id="rId93" Type="http://schemas.openxmlformats.org/officeDocument/2006/relationships/image" Target="../media/image451.png"/><Relationship Id="rId98" Type="http://schemas.openxmlformats.org/officeDocument/2006/relationships/customXml" Target="../ink/ink594.xml"/><Relationship Id="rId3" Type="http://schemas.openxmlformats.org/officeDocument/2006/relationships/image" Target="../media/image373.png"/><Relationship Id="rId33" Type="http://schemas.openxmlformats.org/officeDocument/2006/relationships/customXml" Target="../ink/ink560.xml"/><Relationship Id="rId38" Type="http://schemas.openxmlformats.org/officeDocument/2006/relationships/customXml" Target="../ink/ink563.xml"/><Relationship Id="rId46" Type="http://schemas.openxmlformats.org/officeDocument/2006/relationships/customXml" Target="../ink/ink568.xml"/><Relationship Id="rId59" Type="http://schemas.openxmlformats.org/officeDocument/2006/relationships/image" Target="../media/image434.png"/><Relationship Id="rId67" Type="http://schemas.openxmlformats.org/officeDocument/2006/relationships/image" Target="../media/image438.png"/><Relationship Id="rId103" Type="http://schemas.openxmlformats.org/officeDocument/2006/relationships/image" Target="../media/image456.png"/><Relationship Id="rId41" Type="http://schemas.openxmlformats.org/officeDocument/2006/relationships/image" Target="../media/image425.png"/><Relationship Id="rId54" Type="http://schemas.openxmlformats.org/officeDocument/2006/relationships/customXml" Target="../ink/ink572.xml"/><Relationship Id="rId62" Type="http://schemas.openxmlformats.org/officeDocument/2006/relationships/customXml" Target="../ink/ink576.xml"/><Relationship Id="rId70" Type="http://schemas.openxmlformats.org/officeDocument/2006/relationships/customXml" Target="../ink/ink580.xml"/><Relationship Id="rId75" Type="http://schemas.openxmlformats.org/officeDocument/2006/relationships/image" Target="../media/image442.png"/><Relationship Id="rId83" Type="http://schemas.openxmlformats.org/officeDocument/2006/relationships/image" Target="../media/image446.png"/><Relationship Id="rId88" Type="http://schemas.openxmlformats.org/officeDocument/2006/relationships/customXml" Target="../ink/ink589.xml"/><Relationship Id="rId91" Type="http://schemas.openxmlformats.org/officeDocument/2006/relationships/image" Target="../media/image450.png"/><Relationship Id="rId96" Type="http://schemas.openxmlformats.org/officeDocument/2006/relationships/customXml" Target="../ink/ink593.xml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557.xml"/><Relationship Id="rId36" Type="http://schemas.openxmlformats.org/officeDocument/2006/relationships/customXml" Target="../ink/ink562.xml"/><Relationship Id="rId49" Type="http://schemas.openxmlformats.org/officeDocument/2006/relationships/image" Target="../media/image429.png"/><Relationship Id="rId57" Type="http://schemas.openxmlformats.org/officeDocument/2006/relationships/image" Target="../media/image433.png"/><Relationship Id="rId31" Type="http://schemas.openxmlformats.org/officeDocument/2006/relationships/customXml" Target="../ink/ink559.xml"/><Relationship Id="rId44" Type="http://schemas.openxmlformats.org/officeDocument/2006/relationships/customXml" Target="../ink/ink567.xml"/><Relationship Id="rId52" Type="http://schemas.openxmlformats.org/officeDocument/2006/relationships/customXml" Target="../ink/ink571.xml"/><Relationship Id="rId60" Type="http://schemas.openxmlformats.org/officeDocument/2006/relationships/customXml" Target="../ink/ink575.xml"/><Relationship Id="rId65" Type="http://schemas.openxmlformats.org/officeDocument/2006/relationships/image" Target="../media/image437.png"/><Relationship Id="rId73" Type="http://schemas.openxmlformats.org/officeDocument/2006/relationships/image" Target="../media/image441.png"/><Relationship Id="rId78" Type="http://schemas.openxmlformats.org/officeDocument/2006/relationships/customXml" Target="../ink/ink584.xml"/><Relationship Id="rId81" Type="http://schemas.openxmlformats.org/officeDocument/2006/relationships/image" Target="../media/image445.png"/><Relationship Id="rId86" Type="http://schemas.openxmlformats.org/officeDocument/2006/relationships/customXml" Target="../ink/ink588.xml"/><Relationship Id="rId94" Type="http://schemas.openxmlformats.org/officeDocument/2006/relationships/customXml" Target="../ink/ink592.xml"/><Relationship Id="rId99" Type="http://schemas.openxmlformats.org/officeDocument/2006/relationships/image" Target="../media/image454.png"/><Relationship Id="rId101" Type="http://schemas.openxmlformats.org/officeDocument/2006/relationships/image" Target="../media/image455.png"/><Relationship Id="rId4" Type="http://schemas.openxmlformats.org/officeDocument/2006/relationships/customXml" Target="../ink/ink556.xml"/><Relationship Id="rId39" Type="http://schemas.openxmlformats.org/officeDocument/2006/relationships/customXml" Target="../ink/ink564.xml"/><Relationship Id="rId34" Type="http://schemas.openxmlformats.org/officeDocument/2006/relationships/image" Target="../media/image423.png"/><Relationship Id="rId50" Type="http://schemas.openxmlformats.org/officeDocument/2006/relationships/customXml" Target="../ink/ink570.xml"/><Relationship Id="rId55" Type="http://schemas.openxmlformats.org/officeDocument/2006/relationships/image" Target="../media/image432.png"/><Relationship Id="rId76" Type="http://schemas.openxmlformats.org/officeDocument/2006/relationships/customXml" Target="../ink/ink583.xml"/><Relationship Id="rId97" Type="http://schemas.openxmlformats.org/officeDocument/2006/relationships/image" Target="../media/image453.png"/><Relationship Id="rId71" Type="http://schemas.openxmlformats.org/officeDocument/2006/relationships/image" Target="../media/image440.png"/><Relationship Id="rId92" Type="http://schemas.openxmlformats.org/officeDocument/2006/relationships/customXml" Target="../ink/ink591.xml"/><Relationship Id="rId2" Type="http://schemas.openxmlformats.org/officeDocument/2006/relationships/image" Target="../media/image297.png"/><Relationship Id="rId29" Type="http://schemas.openxmlformats.org/officeDocument/2006/relationships/customXml" Target="../ink/ink558.xml"/><Relationship Id="rId40" Type="http://schemas.openxmlformats.org/officeDocument/2006/relationships/customXml" Target="../ink/ink565.xml"/><Relationship Id="rId45" Type="http://schemas.openxmlformats.org/officeDocument/2006/relationships/image" Target="../media/image427.png"/><Relationship Id="rId66" Type="http://schemas.openxmlformats.org/officeDocument/2006/relationships/customXml" Target="../ink/ink578.xml"/><Relationship Id="rId87" Type="http://schemas.openxmlformats.org/officeDocument/2006/relationships/image" Target="../media/image448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08.xml"/><Relationship Id="rId21" Type="http://schemas.openxmlformats.org/officeDocument/2006/relationships/image" Target="../media/image376.png"/><Relationship Id="rId42" Type="http://schemas.openxmlformats.org/officeDocument/2006/relationships/customXml" Target="../ink/ink616.xml"/><Relationship Id="rId47" Type="http://schemas.openxmlformats.org/officeDocument/2006/relationships/image" Target="../media/image473.png"/><Relationship Id="rId63" Type="http://schemas.openxmlformats.org/officeDocument/2006/relationships/image" Target="../media/image414.png"/><Relationship Id="rId68" Type="http://schemas.openxmlformats.org/officeDocument/2006/relationships/customXml" Target="../ink/ink629.xml"/><Relationship Id="rId7" Type="http://schemas.openxmlformats.org/officeDocument/2006/relationships/image" Target="../media/image3520.png"/><Relationship Id="rId71" Type="http://schemas.openxmlformats.org/officeDocument/2006/relationships/image" Target="../media/image484.png"/><Relationship Id="rId2" Type="http://schemas.openxmlformats.org/officeDocument/2006/relationships/image" Target="../media/image297.png"/><Relationship Id="rId16" Type="http://schemas.openxmlformats.org/officeDocument/2006/relationships/customXml" Target="../ink/ink603.xml"/><Relationship Id="rId29" Type="http://schemas.openxmlformats.org/officeDocument/2006/relationships/image" Target="../media/image464.png"/><Relationship Id="rId11" Type="http://schemas.openxmlformats.org/officeDocument/2006/relationships/image" Target="../media/image3540.png"/><Relationship Id="rId24" Type="http://schemas.openxmlformats.org/officeDocument/2006/relationships/customXml" Target="../ink/ink607.xml"/><Relationship Id="rId32" Type="http://schemas.openxmlformats.org/officeDocument/2006/relationships/customXml" Target="../ink/ink611.xml"/><Relationship Id="rId37" Type="http://schemas.openxmlformats.org/officeDocument/2006/relationships/image" Target="../media/image468.png"/><Relationship Id="rId40" Type="http://schemas.openxmlformats.org/officeDocument/2006/relationships/customXml" Target="../ink/ink615.xml"/><Relationship Id="rId45" Type="http://schemas.openxmlformats.org/officeDocument/2006/relationships/image" Target="../media/image472.png"/><Relationship Id="rId53" Type="http://schemas.openxmlformats.org/officeDocument/2006/relationships/image" Target="../media/image476.png"/><Relationship Id="rId58" Type="http://schemas.openxmlformats.org/officeDocument/2006/relationships/customXml" Target="../ink/ink624.xml"/><Relationship Id="rId66" Type="http://schemas.openxmlformats.org/officeDocument/2006/relationships/customXml" Target="../ink/ink628.xml"/><Relationship Id="rId5" Type="http://schemas.openxmlformats.org/officeDocument/2006/relationships/image" Target="../media/image3510.png"/><Relationship Id="rId61" Type="http://schemas.openxmlformats.org/officeDocument/2006/relationships/image" Target="../media/image480.png"/><Relationship Id="rId19" Type="http://schemas.openxmlformats.org/officeDocument/2006/relationships/image" Target="../media/image460.png"/><Relationship Id="rId14" Type="http://schemas.openxmlformats.org/officeDocument/2006/relationships/customXml" Target="../ink/ink602.xml"/><Relationship Id="rId22" Type="http://schemas.openxmlformats.org/officeDocument/2006/relationships/customXml" Target="../ink/ink606.xml"/><Relationship Id="rId27" Type="http://schemas.openxmlformats.org/officeDocument/2006/relationships/image" Target="../media/image463.png"/><Relationship Id="rId30" Type="http://schemas.openxmlformats.org/officeDocument/2006/relationships/customXml" Target="../ink/ink610.xml"/><Relationship Id="rId35" Type="http://schemas.openxmlformats.org/officeDocument/2006/relationships/image" Target="../media/image467.png"/><Relationship Id="rId43" Type="http://schemas.openxmlformats.org/officeDocument/2006/relationships/image" Target="../media/image471.png"/><Relationship Id="rId48" Type="http://schemas.openxmlformats.org/officeDocument/2006/relationships/customXml" Target="../ink/ink619.xml"/><Relationship Id="rId56" Type="http://schemas.openxmlformats.org/officeDocument/2006/relationships/customXml" Target="../ink/ink623.xml"/><Relationship Id="rId64" Type="http://schemas.openxmlformats.org/officeDocument/2006/relationships/customXml" Target="../ink/ink627.xml"/><Relationship Id="rId69" Type="http://schemas.openxmlformats.org/officeDocument/2006/relationships/image" Target="../media/image483.png"/><Relationship Id="rId8" Type="http://schemas.openxmlformats.org/officeDocument/2006/relationships/customXml" Target="../ink/ink599.xml"/><Relationship Id="rId51" Type="http://schemas.openxmlformats.org/officeDocument/2006/relationships/image" Target="../media/image475.png"/><Relationship Id="rId3" Type="http://schemas.openxmlformats.org/officeDocument/2006/relationships/image" Target="../media/image374.png"/><Relationship Id="rId12" Type="http://schemas.openxmlformats.org/officeDocument/2006/relationships/customXml" Target="../ink/ink601.xml"/><Relationship Id="rId17" Type="http://schemas.openxmlformats.org/officeDocument/2006/relationships/image" Target="../media/image459.png"/><Relationship Id="rId25" Type="http://schemas.openxmlformats.org/officeDocument/2006/relationships/image" Target="../media/image462.png"/><Relationship Id="rId33" Type="http://schemas.openxmlformats.org/officeDocument/2006/relationships/image" Target="../media/image466.png"/><Relationship Id="rId38" Type="http://schemas.openxmlformats.org/officeDocument/2006/relationships/customXml" Target="../ink/ink614.xml"/><Relationship Id="rId46" Type="http://schemas.openxmlformats.org/officeDocument/2006/relationships/customXml" Target="../ink/ink618.xml"/><Relationship Id="rId59" Type="http://schemas.openxmlformats.org/officeDocument/2006/relationships/image" Target="../media/image479.png"/><Relationship Id="rId67" Type="http://schemas.openxmlformats.org/officeDocument/2006/relationships/image" Target="../media/image482.png"/><Relationship Id="rId20" Type="http://schemas.openxmlformats.org/officeDocument/2006/relationships/customXml" Target="../ink/ink605.xml"/><Relationship Id="rId41" Type="http://schemas.openxmlformats.org/officeDocument/2006/relationships/image" Target="../media/image470.png"/><Relationship Id="rId54" Type="http://schemas.openxmlformats.org/officeDocument/2006/relationships/customXml" Target="../ink/ink622.xml"/><Relationship Id="rId62" Type="http://schemas.openxmlformats.org/officeDocument/2006/relationships/customXml" Target="../ink/ink626.xml"/><Relationship Id="rId70" Type="http://schemas.openxmlformats.org/officeDocument/2006/relationships/customXml" Target="../ink/ink63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98.xml"/><Relationship Id="rId15" Type="http://schemas.openxmlformats.org/officeDocument/2006/relationships/image" Target="../media/image458.png"/><Relationship Id="rId23" Type="http://schemas.openxmlformats.org/officeDocument/2006/relationships/image" Target="../media/image461.png"/><Relationship Id="rId28" Type="http://schemas.openxmlformats.org/officeDocument/2006/relationships/customXml" Target="../ink/ink609.xml"/><Relationship Id="rId36" Type="http://schemas.openxmlformats.org/officeDocument/2006/relationships/customXml" Target="../ink/ink613.xml"/><Relationship Id="rId49" Type="http://schemas.openxmlformats.org/officeDocument/2006/relationships/image" Target="../media/image474.png"/><Relationship Id="rId57" Type="http://schemas.openxmlformats.org/officeDocument/2006/relationships/image" Target="../media/image478.png"/><Relationship Id="rId10" Type="http://schemas.openxmlformats.org/officeDocument/2006/relationships/customXml" Target="../ink/ink600.xml"/><Relationship Id="rId31" Type="http://schemas.openxmlformats.org/officeDocument/2006/relationships/image" Target="../media/image465.png"/><Relationship Id="rId44" Type="http://schemas.openxmlformats.org/officeDocument/2006/relationships/customXml" Target="../ink/ink617.xml"/><Relationship Id="rId52" Type="http://schemas.openxmlformats.org/officeDocument/2006/relationships/customXml" Target="../ink/ink621.xml"/><Relationship Id="rId60" Type="http://schemas.openxmlformats.org/officeDocument/2006/relationships/customXml" Target="../ink/ink625.xml"/><Relationship Id="rId65" Type="http://schemas.openxmlformats.org/officeDocument/2006/relationships/image" Target="../media/image481.png"/><Relationship Id="rId4" Type="http://schemas.openxmlformats.org/officeDocument/2006/relationships/customXml" Target="../ink/ink597.xml"/><Relationship Id="rId9" Type="http://schemas.openxmlformats.org/officeDocument/2006/relationships/image" Target="../media/image3530.png"/><Relationship Id="rId13" Type="http://schemas.openxmlformats.org/officeDocument/2006/relationships/image" Target="../media/image79.png"/><Relationship Id="rId18" Type="http://schemas.openxmlformats.org/officeDocument/2006/relationships/customXml" Target="../ink/ink604.xml"/><Relationship Id="rId39" Type="http://schemas.openxmlformats.org/officeDocument/2006/relationships/image" Target="../media/image469.png"/><Relationship Id="rId34" Type="http://schemas.openxmlformats.org/officeDocument/2006/relationships/customXml" Target="../ink/ink612.xml"/><Relationship Id="rId50" Type="http://schemas.openxmlformats.org/officeDocument/2006/relationships/customXml" Target="../ink/ink620.xml"/><Relationship Id="rId55" Type="http://schemas.openxmlformats.org/officeDocument/2006/relationships/image" Target="../media/image477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40.xml"/><Relationship Id="rId21" Type="http://schemas.openxmlformats.org/officeDocument/2006/relationships/image" Target="../media/image79.png"/><Relationship Id="rId42" Type="http://schemas.openxmlformats.org/officeDocument/2006/relationships/customXml" Target="../ink/ink648.xml"/><Relationship Id="rId47" Type="http://schemas.openxmlformats.org/officeDocument/2006/relationships/image" Target="../media/image498.png"/><Relationship Id="rId63" Type="http://schemas.openxmlformats.org/officeDocument/2006/relationships/image" Target="../media/image506.png"/><Relationship Id="rId68" Type="http://schemas.openxmlformats.org/officeDocument/2006/relationships/customXml" Target="../ink/ink661.xml"/><Relationship Id="rId84" Type="http://schemas.openxmlformats.org/officeDocument/2006/relationships/customXml" Target="../ink/ink669.xml"/><Relationship Id="rId89" Type="http://schemas.openxmlformats.org/officeDocument/2006/relationships/image" Target="../media/image519.png"/><Relationship Id="rId11" Type="http://schemas.openxmlformats.org/officeDocument/2006/relationships/image" Target="../media/image3940.png"/><Relationship Id="rId32" Type="http://schemas.openxmlformats.org/officeDocument/2006/relationships/customXml" Target="../ink/ink643.xml"/><Relationship Id="rId37" Type="http://schemas.openxmlformats.org/officeDocument/2006/relationships/image" Target="../media/image493.png"/><Relationship Id="rId53" Type="http://schemas.openxmlformats.org/officeDocument/2006/relationships/image" Target="../media/image501.png"/><Relationship Id="rId58" Type="http://schemas.openxmlformats.org/officeDocument/2006/relationships/customXml" Target="../ink/ink656.xml"/><Relationship Id="rId74" Type="http://schemas.openxmlformats.org/officeDocument/2006/relationships/customXml" Target="../ink/ink664.xml"/><Relationship Id="rId79" Type="http://schemas.openxmlformats.org/officeDocument/2006/relationships/image" Target="../media/image514.png"/><Relationship Id="rId5" Type="http://schemas.openxmlformats.org/officeDocument/2006/relationships/image" Target="../media/image3920.png"/><Relationship Id="rId90" Type="http://schemas.openxmlformats.org/officeDocument/2006/relationships/customXml" Target="../ink/ink672.xml"/><Relationship Id="rId95" Type="http://schemas.openxmlformats.org/officeDocument/2006/relationships/image" Target="../media/image522.png"/><Relationship Id="rId22" Type="http://schemas.openxmlformats.org/officeDocument/2006/relationships/customXml" Target="../ink/ink638.xml"/><Relationship Id="rId27" Type="http://schemas.openxmlformats.org/officeDocument/2006/relationships/image" Target="../media/image488.png"/><Relationship Id="rId43" Type="http://schemas.openxmlformats.org/officeDocument/2006/relationships/image" Target="../media/image496.png"/><Relationship Id="rId48" Type="http://schemas.openxmlformats.org/officeDocument/2006/relationships/customXml" Target="../ink/ink651.xml"/><Relationship Id="rId64" Type="http://schemas.openxmlformats.org/officeDocument/2006/relationships/customXml" Target="../ink/ink659.xml"/><Relationship Id="rId69" Type="http://schemas.openxmlformats.org/officeDocument/2006/relationships/image" Target="../media/image509.png"/><Relationship Id="rId8" Type="http://schemas.openxmlformats.org/officeDocument/2006/relationships/customXml" Target="../ink/ink633.xml"/><Relationship Id="rId51" Type="http://schemas.openxmlformats.org/officeDocument/2006/relationships/image" Target="../media/image500.png"/><Relationship Id="rId72" Type="http://schemas.openxmlformats.org/officeDocument/2006/relationships/customXml" Target="../ink/ink663.xml"/><Relationship Id="rId80" Type="http://schemas.openxmlformats.org/officeDocument/2006/relationships/customXml" Target="../ink/ink667.xml"/><Relationship Id="rId85" Type="http://schemas.openxmlformats.org/officeDocument/2006/relationships/image" Target="../media/image517.png"/><Relationship Id="rId93" Type="http://schemas.openxmlformats.org/officeDocument/2006/relationships/image" Target="../media/image521.png"/><Relationship Id="rId98" Type="http://schemas.openxmlformats.org/officeDocument/2006/relationships/customXml" Target="../ink/ink676.xml"/><Relationship Id="rId3" Type="http://schemas.openxmlformats.org/officeDocument/2006/relationships/image" Target="../media/image374.png"/><Relationship Id="rId12" Type="http://schemas.openxmlformats.org/officeDocument/2006/relationships/customXml" Target="../ink/ink635.xml"/><Relationship Id="rId17" Type="http://schemas.openxmlformats.org/officeDocument/2006/relationships/image" Target="../media/image3970.png"/><Relationship Id="rId25" Type="http://schemas.openxmlformats.org/officeDocument/2006/relationships/image" Target="../media/image487.png"/><Relationship Id="rId33" Type="http://schemas.openxmlformats.org/officeDocument/2006/relationships/image" Target="../media/image491.png"/><Relationship Id="rId38" Type="http://schemas.openxmlformats.org/officeDocument/2006/relationships/customXml" Target="../ink/ink646.xml"/><Relationship Id="rId46" Type="http://schemas.openxmlformats.org/officeDocument/2006/relationships/customXml" Target="../ink/ink650.xml"/><Relationship Id="rId59" Type="http://schemas.openxmlformats.org/officeDocument/2006/relationships/image" Target="../media/image504.png"/><Relationship Id="rId67" Type="http://schemas.openxmlformats.org/officeDocument/2006/relationships/image" Target="../media/image508.png"/><Relationship Id="rId20" Type="http://schemas.openxmlformats.org/officeDocument/2006/relationships/customXml" Target="../ink/ink637.xml"/><Relationship Id="rId41" Type="http://schemas.openxmlformats.org/officeDocument/2006/relationships/image" Target="../media/image495.png"/><Relationship Id="rId54" Type="http://schemas.openxmlformats.org/officeDocument/2006/relationships/customXml" Target="../ink/ink654.xml"/><Relationship Id="rId62" Type="http://schemas.openxmlformats.org/officeDocument/2006/relationships/customXml" Target="../ink/ink658.xml"/><Relationship Id="rId70" Type="http://schemas.openxmlformats.org/officeDocument/2006/relationships/customXml" Target="../ink/ink662.xml"/><Relationship Id="rId75" Type="http://schemas.openxmlformats.org/officeDocument/2006/relationships/image" Target="../media/image512.png"/><Relationship Id="rId83" Type="http://schemas.openxmlformats.org/officeDocument/2006/relationships/image" Target="../media/image516.png"/><Relationship Id="rId88" Type="http://schemas.openxmlformats.org/officeDocument/2006/relationships/customXml" Target="../ink/ink671.xml"/><Relationship Id="rId91" Type="http://schemas.openxmlformats.org/officeDocument/2006/relationships/image" Target="../media/image520.png"/><Relationship Id="rId96" Type="http://schemas.openxmlformats.org/officeDocument/2006/relationships/customXml" Target="../ink/ink67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32.xml"/><Relationship Id="rId23" Type="http://schemas.openxmlformats.org/officeDocument/2006/relationships/image" Target="../media/image486.png"/><Relationship Id="rId28" Type="http://schemas.openxmlformats.org/officeDocument/2006/relationships/customXml" Target="../ink/ink641.xml"/><Relationship Id="rId36" Type="http://schemas.openxmlformats.org/officeDocument/2006/relationships/customXml" Target="../ink/ink645.xml"/><Relationship Id="rId49" Type="http://schemas.openxmlformats.org/officeDocument/2006/relationships/image" Target="../media/image499.png"/><Relationship Id="rId57" Type="http://schemas.openxmlformats.org/officeDocument/2006/relationships/image" Target="../media/image503.png"/><Relationship Id="rId10" Type="http://schemas.openxmlformats.org/officeDocument/2006/relationships/customXml" Target="../ink/ink634.xml"/><Relationship Id="rId31" Type="http://schemas.openxmlformats.org/officeDocument/2006/relationships/image" Target="../media/image490.png"/><Relationship Id="rId44" Type="http://schemas.openxmlformats.org/officeDocument/2006/relationships/customXml" Target="../ink/ink649.xml"/><Relationship Id="rId52" Type="http://schemas.openxmlformats.org/officeDocument/2006/relationships/customXml" Target="../ink/ink653.xml"/><Relationship Id="rId60" Type="http://schemas.openxmlformats.org/officeDocument/2006/relationships/customXml" Target="../ink/ink657.xml"/><Relationship Id="rId65" Type="http://schemas.openxmlformats.org/officeDocument/2006/relationships/image" Target="../media/image507.png"/><Relationship Id="rId73" Type="http://schemas.openxmlformats.org/officeDocument/2006/relationships/image" Target="../media/image511.png"/><Relationship Id="rId78" Type="http://schemas.openxmlformats.org/officeDocument/2006/relationships/customXml" Target="../ink/ink666.xml"/><Relationship Id="rId81" Type="http://schemas.openxmlformats.org/officeDocument/2006/relationships/image" Target="../media/image515.png"/><Relationship Id="rId86" Type="http://schemas.openxmlformats.org/officeDocument/2006/relationships/customXml" Target="../ink/ink670.xml"/><Relationship Id="rId94" Type="http://schemas.openxmlformats.org/officeDocument/2006/relationships/customXml" Target="../ink/ink674.xml"/><Relationship Id="rId99" Type="http://schemas.openxmlformats.org/officeDocument/2006/relationships/image" Target="../media/image524.png"/><Relationship Id="rId4" Type="http://schemas.openxmlformats.org/officeDocument/2006/relationships/customXml" Target="../ink/ink631.xml"/><Relationship Id="rId9" Type="http://schemas.openxmlformats.org/officeDocument/2006/relationships/image" Target="../media/image3930.png"/><Relationship Id="rId18" Type="http://schemas.openxmlformats.org/officeDocument/2006/relationships/customXml" Target="../ink/ink636.xml"/><Relationship Id="rId39" Type="http://schemas.openxmlformats.org/officeDocument/2006/relationships/image" Target="../media/image494.png"/><Relationship Id="rId34" Type="http://schemas.openxmlformats.org/officeDocument/2006/relationships/customXml" Target="../ink/ink644.xml"/><Relationship Id="rId50" Type="http://schemas.openxmlformats.org/officeDocument/2006/relationships/customXml" Target="../ink/ink652.xml"/><Relationship Id="rId55" Type="http://schemas.openxmlformats.org/officeDocument/2006/relationships/image" Target="../media/image502.png"/><Relationship Id="rId76" Type="http://schemas.openxmlformats.org/officeDocument/2006/relationships/customXml" Target="../ink/ink665.xml"/><Relationship Id="rId97" Type="http://schemas.openxmlformats.org/officeDocument/2006/relationships/image" Target="../media/image523.png"/><Relationship Id="rId7" Type="http://schemas.openxmlformats.org/officeDocument/2006/relationships/image" Target="../media/image910.png"/><Relationship Id="rId71" Type="http://schemas.openxmlformats.org/officeDocument/2006/relationships/image" Target="../media/image510.png"/><Relationship Id="rId92" Type="http://schemas.openxmlformats.org/officeDocument/2006/relationships/customXml" Target="../ink/ink673.xml"/><Relationship Id="rId2" Type="http://schemas.openxmlformats.org/officeDocument/2006/relationships/image" Target="../media/image297.png"/><Relationship Id="rId29" Type="http://schemas.openxmlformats.org/officeDocument/2006/relationships/image" Target="../media/image489.png"/><Relationship Id="rId24" Type="http://schemas.openxmlformats.org/officeDocument/2006/relationships/customXml" Target="../ink/ink639.xml"/><Relationship Id="rId40" Type="http://schemas.openxmlformats.org/officeDocument/2006/relationships/customXml" Target="../ink/ink647.xml"/><Relationship Id="rId45" Type="http://schemas.openxmlformats.org/officeDocument/2006/relationships/image" Target="../media/image497.png"/><Relationship Id="rId66" Type="http://schemas.openxmlformats.org/officeDocument/2006/relationships/customXml" Target="../ink/ink660.xml"/><Relationship Id="rId87" Type="http://schemas.openxmlformats.org/officeDocument/2006/relationships/image" Target="../media/image518.png"/><Relationship Id="rId61" Type="http://schemas.openxmlformats.org/officeDocument/2006/relationships/image" Target="../media/image505.png"/><Relationship Id="rId82" Type="http://schemas.openxmlformats.org/officeDocument/2006/relationships/customXml" Target="../ink/ink668.xml"/><Relationship Id="rId19" Type="http://schemas.openxmlformats.org/officeDocument/2006/relationships/image" Target="../media/image485.png"/><Relationship Id="rId30" Type="http://schemas.openxmlformats.org/officeDocument/2006/relationships/customXml" Target="../ink/ink642.xml"/><Relationship Id="rId35" Type="http://schemas.openxmlformats.org/officeDocument/2006/relationships/image" Target="../media/image492.png"/><Relationship Id="rId56" Type="http://schemas.openxmlformats.org/officeDocument/2006/relationships/customXml" Target="../ink/ink655.xml"/><Relationship Id="rId77" Type="http://schemas.openxmlformats.org/officeDocument/2006/relationships/image" Target="../media/image513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50.png"/><Relationship Id="rId18" Type="http://schemas.openxmlformats.org/officeDocument/2006/relationships/customXml" Target="../ink/ink684.xml"/><Relationship Id="rId47" Type="http://schemas.openxmlformats.org/officeDocument/2006/relationships/image" Target="../media/image4820.png"/><Relationship Id="rId50" Type="http://schemas.openxmlformats.org/officeDocument/2006/relationships/customXml" Target="../ink/ink687.xml"/><Relationship Id="rId55" Type="http://schemas.openxmlformats.org/officeDocument/2006/relationships/image" Target="../media/image4860.png"/><Relationship Id="rId63" Type="http://schemas.openxmlformats.org/officeDocument/2006/relationships/image" Target="../media/image4900.png"/><Relationship Id="rId68" Type="http://schemas.openxmlformats.org/officeDocument/2006/relationships/customXml" Target="../ink/ink696.xml"/><Relationship Id="rId7" Type="http://schemas.openxmlformats.org/officeDocument/2006/relationships/image" Target="../media/image4620.png"/><Relationship Id="rId71" Type="http://schemas.openxmlformats.org/officeDocument/2006/relationships/image" Target="../media/image4940.png"/><Relationship Id="rId2" Type="http://schemas.openxmlformats.org/officeDocument/2006/relationships/image" Target="../media/image297.png"/><Relationship Id="rId16" Type="http://schemas.openxmlformats.org/officeDocument/2006/relationships/customXml" Target="../ink/ink68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78.xml"/><Relationship Id="rId11" Type="http://schemas.openxmlformats.org/officeDocument/2006/relationships/image" Target="../media/image4640.png"/><Relationship Id="rId45" Type="http://schemas.openxmlformats.org/officeDocument/2006/relationships/image" Target="../media/image4810.png"/><Relationship Id="rId53" Type="http://schemas.openxmlformats.org/officeDocument/2006/relationships/image" Target="../media/image4850.png"/><Relationship Id="rId58" Type="http://schemas.openxmlformats.org/officeDocument/2006/relationships/customXml" Target="../ink/ink691.xml"/><Relationship Id="rId66" Type="http://schemas.openxmlformats.org/officeDocument/2006/relationships/customXml" Target="../ink/ink695.xml"/><Relationship Id="rId5" Type="http://schemas.openxmlformats.org/officeDocument/2006/relationships/image" Target="../media/image4610.png"/><Relationship Id="rId15" Type="http://schemas.openxmlformats.org/officeDocument/2006/relationships/image" Target="../media/image4660.png"/><Relationship Id="rId49" Type="http://schemas.openxmlformats.org/officeDocument/2006/relationships/image" Target="../media/image4830.png"/><Relationship Id="rId57" Type="http://schemas.openxmlformats.org/officeDocument/2006/relationships/image" Target="../media/image4870.png"/><Relationship Id="rId61" Type="http://schemas.openxmlformats.org/officeDocument/2006/relationships/image" Target="../media/image4890.png"/><Relationship Id="rId10" Type="http://schemas.openxmlformats.org/officeDocument/2006/relationships/customXml" Target="../ink/ink680.xml"/><Relationship Id="rId52" Type="http://schemas.openxmlformats.org/officeDocument/2006/relationships/customXml" Target="../ink/ink688.xml"/><Relationship Id="rId60" Type="http://schemas.openxmlformats.org/officeDocument/2006/relationships/customXml" Target="../ink/ink692.xml"/><Relationship Id="rId65" Type="http://schemas.openxmlformats.org/officeDocument/2006/relationships/image" Target="../media/image4910.png"/><Relationship Id="rId4" Type="http://schemas.openxmlformats.org/officeDocument/2006/relationships/customXml" Target="../ink/ink677.xml"/><Relationship Id="rId9" Type="http://schemas.openxmlformats.org/officeDocument/2006/relationships/image" Target="../media/image4630.png"/><Relationship Id="rId14" Type="http://schemas.openxmlformats.org/officeDocument/2006/relationships/customXml" Target="../ink/ink682.xml"/><Relationship Id="rId48" Type="http://schemas.openxmlformats.org/officeDocument/2006/relationships/customXml" Target="../ink/ink686.xml"/><Relationship Id="rId56" Type="http://schemas.openxmlformats.org/officeDocument/2006/relationships/customXml" Target="../ink/ink690.xml"/><Relationship Id="rId64" Type="http://schemas.openxmlformats.org/officeDocument/2006/relationships/customXml" Target="../ink/ink694.xml"/><Relationship Id="rId69" Type="http://schemas.openxmlformats.org/officeDocument/2006/relationships/image" Target="../media/image4930.png"/><Relationship Id="rId8" Type="http://schemas.openxmlformats.org/officeDocument/2006/relationships/customXml" Target="../ink/ink679.xml"/><Relationship Id="rId51" Type="http://schemas.openxmlformats.org/officeDocument/2006/relationships/image" Target="../media/image4840.png"/><Relationship Id="rId3" Type="http://schemas.openxmlformats.org/officeDocument/2006/relationships/image" Target="../media/image374.png"/><Relationship Id="rId12" Type="http://schemas.openxmlformats.org/officeDocument/2006/relationships/customXml" Target="../ink/ink681.xml"/><Relationship Id="rId17" Type="http://schemas.openxmlformats.org/officeDocument/2006/relationships/image" Target="../media/image4670.png"/><Relationship Id="rId46" Type="http://schemas.openxmlformats.org/officeDocument/2006/relationships/customXml" Target="../ink/ink685.xml"/><Relationship Id="rId59" Type="http://schemas.openxmlformats.org/officeDocument/2006/relationships/image" Target="../media/image4880.png"/><Relationship Id="rId67" Type="http://schemas.openxmlformats.org/officeDocument/2006/relationships/image" Target="../media/image4920.png"/><Relationship Id="rId54" Type="http://schemas.openxmlformats.org/officeDocument/2006/relationships/customXml" Target="../ink/ink689.xml"/><Relationship Id="rId62" Type="http://schemas.openxmlformats.org/officeDocument/2006/relationships/customXml" Target="../ink/ink693.xml"/><Relationship Id="rId70" Type="http://schemas.openxmlformats.org/officeDocument/2006/relationships/customXml" Target="../ink/ink697.xml"/></Relationships>
</file>

<file path=ppt/slides/_rels/slide17.xml.rels><?xml version="1.0" encoding="UTF-8" standalone="yes"?>
<Relationships xmlns="http://schemas.openxmlformats.org/package/2006/relationships"><Relationship Id="rId18" Type="http://schemas.openxmlformats.org/officeDocument/2006/relationships/customXml" Target="../ink/ink702.xml"/><Relationship Id="rId26" Type="http://schemas.openxmlformats.org/officeDocument/2006/relationships/customXml" Target="../ink/ink706.xml"/><Relationship Id="rId21" Type="http://schemas.openxmlformats.org/officeDocument/2006/relationships/image" Target="../media/image5030.png"/><Relationship Id="rId55" Type="http://schemas.openxmlformats.org/officeDocument/2006/relationships/image" Target="../media/image5200.png"/><Relationship Id="rId63" Type="http://schemas.openxmlformats.org/officeDocument/2006/relationships/image" Target="../media/image5240.png"/><Relationship Id="rId68" Type="http://schemas.openxmlformats.org/officeDocument/2006/relationships/customXml" Target="../ink/ink714.xml"/><Relationship Id="rId7" Type="http://schemas.openxmlformats.org/officeDocument/2006/relationships/image" Target="../media/image4960.png"/><Relationship Id="rId17" Type="http://schemas.openxmlformats.org/officeDocument/2006/relationships/image" Target="../media/image5011.png"/><Relationship Id="rId25" Type="http://schemas.openxmlformats.org/officeDocument/2006/relationships/image" Target="../media/image5050.png"/><Relationship Id="rId59" Type="http://schemas.openxmlformats.org/officeDocument/2006/relationships/image" Target="../media/image5220.png"/><Relationship Id="rId67" Type="http://schemas.openxmlformats.org/officeDocument/2006/relationships/image" Target="../media/image526.png"/><Relationship Id="rId71" Type="http://schemas.openxmlformats.org/officeDocument/2006/relationships/image" Target="../media/image528.png"/><Relationship Id="rId2" Type="http://schemas.openxmlformats.org/officeDocument/2006/relationships/image" Target="../media/image297.png"/><Relationship Id="rId20" Type="http://schemas.openxmlformats.org/officeDocument/2006/relationships/customXml" Target="../ink/ink703.xml"/><Relationship Id="rId54" Type="http://schemas.openxmlformats.org/officeDocument/2006/relationships/customXml" Target="../ink/ink707.xml"/><Relationship Id="rId62" Type="http://schemas.openxmlformats.org/officeDocument/2006/relationships/customXml" Target="../ink/ink711.xml"/><Relationship Id="rId70" Type="http://schemas.openxmlformats.org/officeDocument/2006/relationships/customXml" Target="../ink/ink71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99.xml"/><Relationship Id="rId24" Type="http://schemas.openxmlformats.org/officeDocument/2006/relationships/customXml" Target="../ink/ink705.xml"/><Relationship Id="rId53" Type="http://schemas.openxmlformats.org/officeDocument/2006/relationships/image" Target="../media/image5190.png"/><Relationship Id="rId58" Type="http://schemas.openxmlformats.org/officeDocument/2006/relationships/customXml" Target="../ink/ink709.xml"/><Relationship Id="rId66" Type="http://schemas.openxmlformats.org/officeDocument/2006/relationships/customXml" Target="../ink/ink713.xml"/><Relationship Id="rId5" Type="http://schemas.openxmlformats.org/officeDocument/2006/relationships/image" Target="../media/image4950.png"/><Relationship Id="rId23" Type="http://schemas.openxmlformats.org/officeDocument/2006/relationships/image" Target="../media/image5040.png"/><Relationship Id="rId57" Type="http://schemas.openxmlformats.org/officeDocument/2006/relationships/image" Target="../media/image5211.png"/><Relationship Id="rId61" Type="http://schemas.openxmlformats.org/officeDocument/2006/relationships/image" Target="../media/image5230.png"/><Relationship Id="rId10" Type="http://schemas.openxmlformats.org/officeDocument/2006/relationships/customXml" Target="../ink/ink701.xml"/><Relationship Id="rId19" Type="http://schemas.openxmlformats.org/officeDocument/2006/relationships/image" Target="../media/image5020.png"/><Relationship Id="rId60" Type="http://schemas.openxmlformats.org/officeDocument/2006/relationships/customXml" Target="../ink/ink710.xml"/><Relationship Id="rId65" Type="http://schemas.openxmlformats.org/officeDocument/2006/relationships/image" Target="../media/image525.png"/><Relationship Id="rId4" Type="http://schemas.openxmlformats.org/officeDocument/2006/relationships/customXml" Target="../ink/ink698.xml"/><Relationship Id="rId9" Type="http://schemas.openxmlformats.org/officeDocument/2006/relationships/image" Target="../media/image4970.png"/><Relationship Id="rId22" Type="http://schemas.openxmlformats.org/officeDocument/2006/relationships/customXml" Target="../ink/ink704.xml"/><Relationship Id="rId56" Type="http://schemas.openxmlformats.org/officeDocument/2006/relationships/customXml" Target="../ink/ink708.xml"/><Relationship Id="rId64" Type="http://schemas.openxmlformats.org/officeDocument/2006/relationships/customXml" Target="../ink/ink712.xml"/><Relationship Id="rId69" Type="http://schemas.openxmlformats.org/officeDocument/2006/relationships/image" Target="../media/image527.png"/><Relationship Id="rId8" Type="http://schemas.openxmlformats.org/officeDocument/2006/relationships/customXml" Target="../ink/ink700.xml"/><Relationship Id="rId3" Type="http://schemas.openxmlformats.org/officeDocument/2006/relationships/image" Target="../media/image37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718.xml"/><Relationship Id="rId3" Type="http://schemas.openxmlformats.org/officeDocument/2006/relationships/image" Target="../media/image374.png"/><Relationship Id="rId7" Type="http://schemas.openxmlformats.org/officeDocument/2006/relationships/image" Target="../media/image910.png"/><Relationship Id="rId2" Type="http://schemas.openxmlformats.org/officeDocument/2006/relationships/image" Target="../media/image29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17.xml"/><Relationship Id="rId5" Type="http://schemas.openxmlformats.org/officeDocument/2006/relationships/image" Target="../media/image531.png"/><Relationship Id="rId10" Type="http://schemas.openxmlformats.org/officeDocument/2006/relationships/image" Target="../media/image375.png"/><Relationship Id="rId4" Type="http://schemas.openxmlformats.org/officeDocument/2006/relationships/customXml" Target="../ink/ink716.xml"/><Relationship Id="rId9" Type="http://schemas.openxmlformats.org/officeDocument/2006/relationships/image" Target="../media/image532.png"/></Relationships>
</file>

<file path=ppt/slides/_rels/slide19.xml.rels><?xml version="1.0" encoding="UTF-8" standalone="yes"?>
<Relationships xmlns="http://schemas.openxmlformats.org/package/2006/relationships"><Relationship Id="rId42" Type="http://schemas.openxmlformats.org/officeDocument/2006/relationships/image" Target="../media/image551.png"/><Relationship Id="rId47" Type="http://schemas.openxmlformats.org/officeDocument/2006/relationships/customXml" Target="../ink/ink729.xml"/><Relationship Id="rId63" Type="http://schemas.openxmlformats.org/officeDocument/2006/relationships/customXml" Target="../ink/ink737.xml"/><Relationship Id="rId68" Type="http://schemas.openxmlformats.org/officeDocument/2006/relationships/image" Target="../media/image564.png"/><Relationship Id="rId84" Type="http://schemas.openxmlformats.org/officeDocument/2006/relationships/image" Target="../media/image572.png"/><Relationship Id="rId89" Type="http://schemas.openxmlformats.org/officeDocument/2006/relationships/customXml" Target="../ink/ink750.xml"/><Relationship Id="rId2" Type="http://schemas.openxmlformats.org/officeDocument/2006/relationships/image" Target="../media/image421.png"/><Relationship Id="rId32" Type="http://schemas.openxmlformats.org/officeDocument/2006/relationships/image" Target="../media/image546.png"/><Relationship Id="rId37" Type="http://schemas.openxmlformats.org/officeDocument/2006/relationships/customXml" Target="../ink/ink724.xml"/><Relationship Id="rId40" Type="http://schemas.openxmlformats.org/officeDocument/2006/relationships/image" Target="../media/image550.png"/><Relationship Id="rId45" Type="http://schemas.openxmlformats.org/officeDocument/2006/relationships/customXml" Target="../ink/ink728.xml"/><Relationship Id="rId53" Type="http://schemas.openxmlformats.org/officeDocument/2006/relationships/customXml" Target="../ink/ink732.xml"/><Relationship Id="rId58" Type="http://schemas.openxmlformats.org/officeDocument/2006/relationships/image" Target="../media/image559.png"/><Relationship Id="rId66" Type="http://schemas.openxmlformats.org/officeDocument/2006/relationships/image" Target="../media/image563.png"/><Relationship Id="rId74" Type="http://schemas.openxmlformats.org/officeDocument/2006/relationships/image" Target="../media/image567.png"/><Relationship Id="rId79" Type="http://schemas.openxmlformats.org/officeDocument/2006/relationships/customXml" Target="../ink/ink745.xml"/><Relationship Id="rId87" Type="http://schemas.openxmlformats.org/officeDocument/2006/relationships/customXml" Target="../ink/ink749.xml"/><Relationship Id="rId5" Type="http://schemas.openxmlformats.org/officeDocument/2006/relationships/customXml" Target="../ink/ink720.xml"/><Relationship Id="rId61" Type="http://schemas.openxmlformats.org/officeDocument/2006/relationships/customXml" Target="../ink/ink736.xml"/><Relationship Id="rId82" Type="http://schemas.openxmlformats.org/officeDocument/2006/relationships/image" Target="../media/image571.png"/><Relationship Id="rId90" Type="http://schemas.openxmlformats.org/officeDocument/2006/relationships/image" Target="../media/image575.png"/><Relationship Id="rId95" Type="http://schemas.openxmlformats.org/officeDocument/2006/relationships/customXml" Target="../ink/ink753.xml"/><Relationship Id="rId35" Type="http://schemas.openxmlformats.org/officeDocument/2006/relationships/customXml" Target="../ink/ink723.xml"/><Relationship Id="rId43" Type="http://schemas.openxmlformats.org/officeDocument/2006/relationships/customXml" Target="../ink/ink727.xml"/><Relationship Id="rId48" Type="http://schemas.openxmlformats.org/officeDocument/2006/relationships/image" Target="../media/image554.png"/><Relationship Id="rId56" Type="http://schemas.openxmlformats.org/officeDocument/2006/relationships/image" Target="../media/image558.png"/><Relationship Id="rId64" Type="http://schemas.openxmlformats.org/officeDocument/2006/relationships/image" Target="../media/image562.png"/><Relationship Id="rId69" Type="http://schemas.openxmlformats.org/officeDocument/2006/relationships/customXml" Target="../ink/ink740.xml"/><Relationship Id="rId77" Type="http://schemas.openxmlformats.org/officeDocument/2006/relationships/customXml" Target="../ink/ink744.xml"/><Relationship Id="rId51" Type="http://schemas.openxmlformats.org/officeDocument/2006/relationships/customXml" Target="../ink/ink731.xml"/><Relationship Id="rId72" Type="http://schemas.openxmlformats.org/officeDocument/2006/relationships/image" Target="../media/image566.png"/><Relationship Id="rId80" Type="http://schemas.openxmlformats.org/officeDocument/2006/relationships/image" Target="../media/image570.png"/><Relationship Id="rId85" Type="http://schemas.openxmlformats.org/officeDocument/2006/relationships/customXml" Target="../ink/ink748.xml"/><Relationship Id="rId93" Type="http://schemas.openxmlformats.org/officeDocument/2006/relationships/customXml" Target="../ink/ink752.xml"/><Relationship Id="rId98" Type="http://schemas.openxmlformats.org/officeDocument/2006/relationships/image" Target="../media/image579.png"/><Relationship Id="rId3" Type="http://schemas.openxmlformats.org/officeDocument/2006/relationships/customXml" Target="../ink/ink719.xml"/><Relationship Id="rId33" Type="http://schemas.openxmlformats.org/officeDocument/2006/relationships/customXml" Target="../ink/ink722.xml"/><Relationship Id="rId38" Type="http://schemas.openxmlformats.org/officeDocument/2006/relationships/image" Target="../media/image549.png"/><Relationship Id="rId46" Type="http://schemas.openxmlformats.org/officeDocument/2006/relationships/image" Target="../media/image553.png"/><Relationship Id="rId59" Type="http://schemas.openxmlformats.org/officeDocument/2006/relationships/customXml" Target="../ink/ink735.xml"/><Relationship Id="rId67" Type="http://schemas.openxmlformats.org/officeDocument/2006/relationships/customXml" Target="../ink/ink739.xml"/><Relationship Id="rId41" Type="http://schemas.openxmlformats.org/officeDocument/2006/relationships/customXml" Target="../ink/ink726.xml"/><Relationship Id="rId54" Type="http://schemas.openxmlformats.org/officeDocument/2006/relationships/image" Target="../media/image557.png"/><Relationship Id="rId62" Type="http://schemas.openxmlformats.org/officeDocument/2006/relationships/image" Target="../media/image561.png"/><Relationship Id="rId70" Type="http://schemas.openxmlformats.org/officeDocument/2006/relationships/image" Target="../media/image565.png"/><Relationship Id="rId75" Type="http://schemas.openxmlformats.org/officeDocument/2006/relationships/customXml" Target="../ink/ink743.xml"/><Relationship Id="rId83" Type="http://schemas.openxmlformats.org/officeDocument/2006/relationships/customXml" Target="../ink/ink747.xml"/><Relationship Id="rId88" Type="http://schemas.openxmlformats.org/officeDocument/2006/relationships/image" Target="../media/image574.png"/><Relationship Id="rId91" Type="http://schemas.openxmlformats.org/officeDocument/2006/relationships/customXml" Target="../ink/ink751.xml"/><Relationship Id="rId96" Type="http://schemas.openxmlformats.org/officeDocument/2006/relationships/image" Target="../media/image5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3.png"/><Relationship Id="rId36" Type="http://schemas.openxmlformats.org/officeDocument/2006/relationships/image" Target="../media/image548.png"/><Relationship Id="rId49" Type="http://schemas.openxmlformats.org/officeDocument/2006/relationships/customXml" Target="../ink/ink730.xml"/><Relationship Id="rId57" Type="http://schemas.openxmlformats.org/officeDocument/2006/relationships/customXml" Target="../ink/ink734.xml"/><Relationship Id="rId44" Type="http://schemas.openxmlformats.org/officeDocument/2006/relationships/image" Target="../media/image552.png"/><Relationship Id="rId52" Type="http://schemas.openxmlformats.org/officeDocument/2006/relationships/image" Target="../media/image556.png"/><Relationship Id="rId60" Type="http://schemas.openxmlformats.org/officeDocument/2006/relationships/image" Target="../media/image560.png"/><Relationship Id="rId65" Type="http://schemas.openxmlformats.org/officeDocument/2006/relationships/customXml" Target="../ink/ink738.xml"/><Relationship Id="rId73" Type="http://schemas.openxmlformats.org/officeDocument/2006/relationships/customXml" Target="../ink/ink742.xml"/><Relationship Id="rId78" Type="http://schemas.openxmlformats.org/officeDocument/2006/relationships/image" Target="../media/image569.png"/><Relationship Id="rId81" Type="http://schemas.openxmlformats.org/officeDocument/2006/relationships/customXml" Target="../ink/ink746.xml"/><Relationship Id="rId86" Type="http://schemas.openxmlformats.org/officeDocument/2006/relationships/image" Target="../media/image573.png"/><Relationship Id="rId94" Type="http://schemas.openxmlformats.org/officeDocument/2006/relationships/image" Target="../media/image577.png"/><Relationship Id="rId4" Type="http://schemas.openxmlformats.org/officeDocument/2006/relationships/image" Target="../media/image530.png"/><Relationship Id="rId39" Type="http://schemas.openxmlformats.org/officeDocument/2006/relationships/customXml" Target="../ink/ink725.xml"/><Relationship Id="rId34" Type="http://schemas.openxmlformats.org/officeDocument/2006/relationships/image" Target="../media/image547.png"/><Relationship Id="rId50" Type="http://schemas.openxmlformats.org/officeDocument/2006/relationships/image" Target="../media/image555.png"/><Relationship Id="rId55" Type="http://schemas.openxmlformats.org/officeDocument/2006/relationships/customXml" Target="../ink/ink733.xml"/><Relationship Id="rId76" Type="http://schemas.openxmlformats.org/officeDocument/2006/relationships/image" Target="../media/image568.png"/><Relationship Id="rId97" Type="http://schemas.openxmlformats.org/officeDocument/2006/relationships/customXml" Target="../ink/ink754.xml"/><Relationship Id="rId7" Type="http://schemas.openxmlformats.org/officeDocument/2006/relationships/customXml" Target="../ink/ink721.xml"/><Relationship Id="rId71" Type="http://schemas.openxmlformats.org/officeDocument/2006/relationships/customXml" Target="../ink/ink741.xml"/><Relationship Id="rId92" Type="http://schemas.openxmlformats.org/officeDocument/2006/relationships/image" Target="../media/image57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 descr="afis1">
            <a:extLst>
              <a:ext uri="{FF2B5EF4-FFF2-40B4-BE49-F238E27FC236}">
                <a16:creationId xmlns:a16="http://schemas.microsoft.com/office/drawing/2014/main" id="{CF94CAB7-905B-4680-BFB6-15749119546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65" y="685830"/>
            <a:ext cx="8046632" cy="420619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B2D884AC-73EC-40DE-BAC7-5B3BA5B2527E}"/>
                  </a:ext>
                </a:extLst>
              </p14:cNvPr>
              <p14:cNvContentPartPr/>
              <p14:nvPr/>
            </p14:nvContentPartPr>
            <p14:xfrm>
              <a:off x="3540429" y="1443505"/>
              <a:ext cx="390960" cy="21312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B2D884AC-73EC-40DE-BAC7-5B3BA5B252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22429" y="1425535"/>
                <a:ext cx="426600" cy="248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D475820B-DAC8-4EB6-A531-30CB9B3A06AC}"/>
                  </a:ext>
                </a:extLst>
              </p14:cNvPr>
              <p14:cNvContentPartPr/>
              <p14:nvPr/>
            </p14:nvContentPartPr>
            <p14:xfrm>
              <a:off x="1087749" y="5249065"/>
              <a:ext cx="135720" cy="2581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D475820B-DAC8-4EB6-A531-30CB9B3A06A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70109" y="5213425"/>
                <a:ext cx="17136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36030709-A11F-4788-9803-458250145E41}"/>
                  </a:ext>
                </a:extLst>
              </p14:cNvPr>
              <p14:cNvContentPartPr/>
              <p14:nvPr/>
            </p14:nvContentPartPr>
            <p14:xfrm>
              <a:off x="1063269" y="5373265"/>
              <a:ext cx="233640" cy="266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36030709-A11F-4788-9803-458250145E4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45629" y="5337625"/>
                <a:ext cx="26928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5D5359AD-3A55-484D-A521-26CC8A126253}"/>
                  </a:ext>
                </a:extLst>
              </p14:cNvPr>
              <p14:cNvContentPartPr/>
              <p14:nvPr/>
            </p14:nvContentPartPr>
            <p14:xfrm>
              <a:off x="2458989" y="5361025"/>
              <a:ext cx="347400" cy="1692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5D5359AD-3A55-484D-A521-26CC8A12625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440989" y="5325385"/>
                <a:ext cx="38304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A6CE2336-954B-4E3B-A58E-DA9CC9575535}"/>
                  </a:ext>
                </a:extLst>
              </p14:cNvPr>
              <p14:cNvContentPartPr/>
              <p14:nvPr/>
            </p14:nvContentPartPr>
            <p14:xfrm>
              <a:off x="2692989" y="5274625"/>
              <a:ext cx="221400" cy="23904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A6CE2336-954B-4E3B-A58E-DA9CC957553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674989" y="5238625"/>
                <a:ext cx="25704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DF761E3D-F7D6-4993-9560-EE0AB3D4A556}"/>
                  </a:ext>
                </a:extLst>
              </p14:cNvPr>
              <p14:cNvContentPartPr/>
              <p14:nvPr/>
            </p14:nvContentPartPr>
            <p14:xfrm>
              <a:off x="3594069" y="5202265"/>
              <a:ext cx="25200" cy="21672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DF761E3D-F7D6-4993-9560-EE0AB3D4A55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576069" y="5166265"/>
                <a:ext cx="6084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DF858921-EA48-44D6-B37C-1C857E82D086}"/>
                  </a:ext>
                </a:extLst>
              </p14:cNvPr>
              <p14:cNvContentPartPr/>
              <p14:nvPr/>
            </p14:nvContentPartPr>
            <p14:xfrm>
              <a:off x="3575349" y="5161585"/>
              <a:ext cx="239400" cy="27828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DF858921-EA48-44D6-B37C-1C857E82D08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557709" y="5125585"/>
                <a:ext cx="27504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A4417E6C-3DA1-4BA3-8D55-7D6909FD16B7}"/>
                  </a:ext>
                </a:extLst>
              </p14:cNvPr>
              <p14:cNvContentPartPr/>
              <p14:nvPr/>
            </p14:nvContentPartPr>
            <p14:xfrm>
              <a:off x="3996189" y="5192185"/>
              <a:ext cx="160920" cy="20304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A4417E6C-3DA1-4BA3-8D55-7D6909FD16B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978549" y="5156185"/>
                <a:ext cx="19656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3A745F49-716B-49EA-87AD-DA6F5EB5AC4D}"/>
                  </a:ext>
                </a:extLst>
              </p14:cNvPr>
              <p14:cNvContentPartPr/>
              <p14:nvPr/>
            </p14:nvContentPartPr>
            <p14:xfrm>
              <a:off x="4302549" y="5192545"/>
              <a:ext cx="28800" cy="20196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3A745F49-716B-49EA-87AD-DA6F5EB5AC4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284909" y="5156905"/>
                <a:ext cx="6444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6315F1ED-475E-4A9C-BF45-78DE29DCB8DA}"/>
                  </a:ext>
                </a:extLst>
              </p14:cNvPr>
              <p14:cNvContentPartPr/>
              <p14:nvPr/>
            </p14:nvContentPartPr>
            <p14:xfrm>
              <a:off x="4280949" y="5174545"/>
              <a:ext cx="201960" cy="28188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6315F1ED-475E-4A9C-BF45-78DE29DCB8D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263309" y="5138545"/>
                <a:ext cx="23760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95883F64-ABE3-4BE4-ACC6-AADF0BBB66EC}"/>
                  </a:ext>
                </a:extLst>
              </p14:cNvPr>
              <p14:cNvContentPartPr/>
              <p14:nvPr/>
            </p14:nvContentPartPr>
            <p14:xfrm>
              <a:off x="4561389" y="5062585"/>
              <a:ext cx="241560" cy="47952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95883F64-ABE3-4BE4-ACC6-AADF0BBB66E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543749" y="5026585"/>
                <a:ext cx="277200" cy="55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10FBA9BF-AC9A-41E5-BA85-8C1D0C59EBA4}"/>
                  </a:ext>
                </a:extLst>
              </p14:cNvPr>
              <p14:cNvContentPartPr/>
              <p14:nvPr/>
            </p14:nvContentPartPr>
            <p14:xfrm>
              <a:off x="4976109" y="5195065"/>
              <a:ext cx="246240" cy="27900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10FBA9BF-AC9A-41E5-BA85-8C1D0C59EBA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958109" y="5159425"/>
                <a:ext cx="28188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0D2C4728-C5A8-4AEC-97ED-246AB76BB871}"/>
                  </a:ext>
                </a:extLst>
              </p14:cNvPr>
              <p14:cNvContentPartPr/>
              <p14:nvPr/>
            </p14:nvContentPartPr>
            <p14:xfrm>
              <a:off x="4976109" y="5296225"/>
              <a:ext cx="254880" cy="2700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0D2C4728-C5A8-4AEC-97ED-246AB76BB87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958109" y="5260225"/>
                <a:ext cx="29052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796524D3-A82D-4646-AEA3-7AD33321795D}"/>
                  </a:ext>
                </a:extLst>
              </p14:cNvPr>
              <p14:cNvContentPartPr/>
              <p14:nvPr/>
            </p14:nvContentPartPr>
            <p14:xfrm>
              <a:off x="5676309" y="5168065"/>
              <a:ext cx="453240" cy="24588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796524D3-A82D-4646-AEA3-7AD33321795D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658309" y="5132425"/>
                <a:ext cx="48888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6C1A9754-ACEF-483E-BB46-7CFC362B037A}"/>
                  </a:ext>
                </a:extLst>
              </p14:cNvPr>
              <p14:cNvContentPartPr/>
              <p14:nvPr/>
            </p14:nvContentPartPr>
            <p14:xfrm>
              <a:off x="6197229" y="5240785"/>
              <a:ext cx="391320" cy="55872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6C1A9754-ACEF-483E-BB46-7CFC362B037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179229" y="5204785"/>
                <a:ext cx="426960" cy="63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CCA6E90E-F0FC-49F1-938E-BEDCA6BD4344}"/>
                  </a:ext>
                </a:extLst>
              </p14:cNvPr>
              <p14:cNvContentPartPr/>
              <p14:nvPr/>
            </p14:nvContentPartPr>
            <p14:xfrm>
              <a:off x="7262109" y="5322505"/>
              <a:ext cx="368280" cy="936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CCA6E90E-F0FC-49F1-938E-BEDCA6BD434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244109" y="5286865"/>
                <a:ext cx="40392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9DBD5F63-CE5A-41B2-8047-6DD627F8782E}"/>
                  </a:ext>
                </a:extLst>
              </p14:cNvPr>
              <p14:cNvContentPartPr/>
              <p14:nvPr/>
            </p14:nvContentPartPr>
            <p14:xfrm>
              <a:off x="7517709" y="5197585"/>
              <a:ext cx="192240" cy="25488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9DBD5F63-CE5A-41B2-8047-6DD627F8782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500069" y="5161585"/>
                <a:ext cx="22788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E43F4CBC-7BF8-427A-B736-EE934320DCD0}"/>
                  </a:ext>
                </a:extLst>
              </p14:cNvPr>
              <p14:cNvContentPartPr/>
              <p14:nvPr/>
            </p14:nvContentPartPr>
            <p14:xfrm>
              <a:off x="8087949" y="5240785"/>
              <a:ext cx="19800" cy="14148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E43F4CBC-7BF8-427A-B736-EE934320DCD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069949" y="5204785"/>
                <a:ext cx="5544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60C75BCD-8E6A-4BD7-ACF3-197C6C702A9E}"/>
                  </a:ext>
                </a:extLst>
              </p14:cNvPr>
              <p14:cNvContentPartPr/>
              <p14:nvPr/>
            </p14:nvContentPartPr>
            <p14:xfrm>
              <a:off x="8070309" y="5038465"/>
              <a:ext cx="54720" cy="6264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60C75BCD-8E6A-4BD7-ACF3-197C6C702A9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052669" y="5002825"/>
                <a:ext cx="9036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93880C5D-8A84-4237-9AF4-55F1BF82A399}"/>
                  </a:ext>
                </a:extLst>
              </p14:cNvPr>
              <p14:cNvContentPartPr/>
              <p14:nvPr/>
            </p14:nvContentPartPr>
            <p14:xfrm>
              <a:off x="8184069" y="5218825"/>
              <a:ext cx="140400" cy="14184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93880C5D-8A84-4237-9AF4-55F1BF82A399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166069" y="5183185"/>
                <a:ext cx="17604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89204117-825B-4E6E-BE6C-58238936B419}"/>
                  </a:ext>
                </a:extLst>
              </p14:cNvPr>
              <p14:cNvContentPartPr/>
              <p14:nvPr/>
            </p14:nvContentPartPr>
            <p14:xfrm>
              <a:off x="8409429" y="5194345"/>
              <a:ext cx="355320" cy="18252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89204117-825B-4E6E-BE6C-58238936B41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391429" y="5158345"/>
                <a:ext cx="39096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D862C927-F9BB-4260-AC6B-042C717D3E60}"/>
                  </a:ext>
                </a:extLst>
              </p14:cNvPr>
              <p14:cNvContentPartPr/>
              <p14:nvPr/>
            </p14:nvContentPartPr>
            <p14:xfrm>
              <a:off x="8740629" y="5079145"/>
              <a:ext cx="47160" cy="9432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D862C927-F9BB-4260-AC6B-042C717D3E60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722989" y="5043145"/>
                <a:ext cx="8280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A28363F6-B36C-46D5-AF30-6A02573E917D}"/>
                  </a:ext>
                </a:extLst>
              </p14:cNvPr>
              <p14:cNvContentPartPr/>
              <p14:nvPr/>
            </p14:nvContentPartPr>
            <p14:xfrm>
              <a:off x="8845389" y="5174545"/>
              <a:ext cx="414000" cy="19620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A28363F6-B36C-46D5-AF30-6A02573E917D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827389" y="5138905"/>
                <a:ext cx="44964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DA75FDA2-A34B-4488-A13E-BBB5AC4A07DC}"/>
                  </a:ext>
                </a:extLst>
              </p14:cNvPr>
              <p14:cNvContentPartPr/>
              <p14:nvPr/>
            </p14:nvContentPartPr>
            <p14:xfrm>
              <a:off x="9243909" y="5081665"/>
              <a:ext cx="39960" cy="3276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DA75FDA2-A34B-4488-A13E-BBB5AC4A07D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225909" y="5046025"/>
                <a:ext cx="7560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59712071-62F8-44E3-BB0D-6106CCA0E00A}"/>
                  </a:ext>
                </a:extLst>
              </p14:cNvPr>
              <p14:cNvContentPartPr/>
              <p14:nvPr/>
            </p14:nvContentPartPr>
            <p14:xfrm>
              <a:off x="9759429" y="5144305"/>
              <a:ext cx="77760" cy="51156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59712071-62F8-44E3-BB0D-6106CCA0E00A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741429" y="5108665"/>
                <a:ext cx="113400" cy="58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F4CA4967-9D9A-41D7-A84F-85B5C7576DD0}"/>
                  </a:ext>
                </a:extLst>
              </p14:cNvPr>
              <p14:cNvContentPartPr/>
              <p14:nvPr/>
            </p14:nvContentPartPr>
            <p14:xfrm>
              <a:off x="9774189" y="5182465"/>
              <a:ext cx="504720" cy="37620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F4CA4967-9D9A-41D7-A84F-85B5C7576DD0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756189" y="5146465"/>
                <a:ext cx="5403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52EB00D2-DA2C-457F-BE5C-ED292D56E13A}"/>
                  </a:ext>
                </a:extLst>
              </p14:cNvPr>
              <p14:cNvContentPartPr/>
              <p14:nvPr/>
            </p14:nvContentPartPr>
            <p14:xfrm>
              <a:off x="10854909" y="5120185"/>
              <a:ext cx="243720" cy="20412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52EB00D2-DA2C-457F-BE5C-ED292D56E13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0837269" y="5084545"/>
                <a:ext cx="27936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E0BCCED3-98E2-4FD4-BEE2-018450D2FC44}"/>
                  </a:ext>
                </a:extLst>
              </p14:cNvPr>
              <p14:cNvContentPartPr/>
              <p14:nvPr/>
            </p14:nvContentPartPr>
            <p14:xfrm>
              <a:off x="10825029" y="4783585"/>
              <a:ext cx="27720" cy="15516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E0BCCED3-98E2-4FD4-BEE2-018450D2FC44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0807029" y="4747585"/>
                <a:ext cx="6336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69871105-4236-4AFF-BE8D-B96818F5A6B1}"/>
                  </a:ext>
                </a:extLst>
              </p14:cNvPr>
              <p14:cNvContentPartPr/>
              <p14:nvPr/>
            </p14:nvContentPartPr>
            <p14:xfrm>
              <a:off x="11203389" y="4634185"/>
              <a:ext cx="53640" cy="18576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69871105-4236-4AFF-BE8D-B96818F5A6B1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1185749" y="4598545"/>
                <a:ext cx="8928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E8FFEA65-E84B-4B10-B65B-234458F61544}"/>
                  </a:ext>
                </a:extLst>
              </p14:cNvPr>
              <p14:cNvContentPartPr/>
              <p14:nvPr/>
            </p14:nvContentPartPr>
            <p14:xfrm>
              <a:off x="1073709" y="5856745"/>
              <a:ext cx="18360" cy="27144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E8FFEA65-E84B-4B10-B65B-234458F61544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056069" y="5820745"/>
                <a:ext cx="5400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5FE0A8F7-3DF7-4BAF-AA9F-2D3C19087400}"/>
                  </a:ext>
                </a:extLst>
              </p14:cNvPr>
              <p14:cNvContentPartPr/>
              <p14:nvPr/>
            </p14:nvContentPartPr>
            <p14:xfrm>
              <a:off x="1092429" y="5813185"/>
              <a:ext cx="314280" cy="29556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5FE0A8F7-3DF7-4BAF-AA9F-2D3C19087400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074789" y="5777545"/>
                <a:ext cx="349920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C2B9EF4A-B44D-420F-831F-26B3D6658988}"/>
                  </a:ext>
                </a:extLst>
              </p14:cNvPr>
              <p14:cNvContentPartPr/>
              <p14:nvPr/>
            </p14:nvContentPartPr>
            <p14:xfrm>
              <a:off x="1461789" y="5850985"/>
              <a:ext cx="329040" cy="24408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C2B9EF4A-B44D-420F-831F-26B3D6658988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443789" y="5815345"/>
                <a:ext cx="36468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48266B50-98F0-430A-9CE6-7A350310D63A}"/>
                  </a:ext>
                </a:extLst>
              </p14:cNvPr>
              <p14:cNvContentPartPr/>
              <p14:nvPr/>
            </p14:nvContentPartPr>
            <p14:xfrm>
              <a:off x="1436589" y="5233945"/>
              <a:ext cx="243360" cy="21996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48266B50-98F0-430A-9CE6-7A350310D63A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418949" y="5198305"/>
                <a:ext cx="27900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8326973C-861F-49C9-9324-6784C2577775}"/>
                  </a:ext>
                </a:extLst>
              </p14:cNvPr>
              <p14:cNvContentPartPr/>
              <p14:nvPr/>
            </p14:nvContentPartPr>
            <p14:xfrm>
              <a:off x="2362509" y="6048985"/>
              <a:ext cx="384840" cy="4032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8326973C-861F-49C9-9324-6784C2577775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344869" y="6013345"/>
                <a:ext cx="42048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13724327-7647-414F-AE83-650D20F02A32}"/>
                  </a:ext>
                </a:extLst>
              </p14:cNvPr>
              <p14:cNvContentPartPr/>
              <p14:nvPr/>
            </p14:nvContentPartPr>
            <p14:xfrm>
              <a:off x="2608029" y="5981665"/>
              <a:ext cx="236160" cy="25884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13724327-7647-414F-AE83-650D20F02A32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590389" y="5946025"/>
                <a:ext cx="27180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D66C5E2C-F83E-4843-ACFC-220EA87FDC2D}"/>
                  </a:ext>
                </a:extLst>
              </p14:cNvPr>
              <p14:cNvContentPartPr/>
              <p14:nvPr/>
            </p14:nvContentPartPr>
            <p14:xfrm>
              <a:off x="3488949" y="5923345"/>
              <a:ext cx="233280" cy="32616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D66C5E2C-F83E-4843-ACFC-220EA87FDC2D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471309" y="5887705"/>
                <a:ext cx="268920" cy="3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BD4101C3-03DE-4E3B-8393-69097EF461A1}"/>
                  </a:ext>
                </a:extLst>
              </p14:cNvPr>
              <p14:cNvContentPartPr/>
              <p14:nvPr/>
            </p14:nvContentPartPr>
            <p14:xfrm>
              <a:off x="3783789" y="5988865"/>
              <a:ext cx="242640" cy="19080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BD4101C3-03DE-4E3B-8393-69097EF461A1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3765789" y="5953225"/>
                <a:ext cx="27828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3978587D-7655-446C-9DD9-E83538BD24C5}"/>
                  </a:ext>
                </a:extLst>
              </p14:cNvPr>
              <p14:cNvContentPartPr/>
              <p14:nvPr/>
            </p14:nvContentPartPr>
            <p14:xfrm>
              <a:off x="4161069" y="5986705"/>
              <a:ext cx="74160" cy="19692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3978587D-7655-446C-9DD9-E83538BD24C5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4143429" y="5950705"/>
                <a:ext cx="10980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9B526A3D-2B96-421C-B77E-719A41D78477}"/>
                  </a:ext>
                </a:extLst>
              </p14:cNvPr>
              <p14:cNvContentPartPr/>
              <p14:nvPr/>
            </p14:nvContentPartPr>
            <p14:xfrm>
              <a:off x="4157469" y="5938465"/>
              <a:ext cx="223560" cy="29808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9B526A3D-2B96-421C-B77E-719A41D78477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139829" y="5902825"/>
                <a:ext cx="25920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ABD6309E-9573-4C29-8C86-D1F0A151D221}"/>
                  </a:ext>
                </a:extLst>
              </p14:cNvPr>
              <p14:cNvContentPartPr/>
              <p14:nvPr/>
            </p14:nvContentPartPr>
            <p14:xfrm>
              <a:off x="4523589" y="5842345"/>
              <a:ext cx="187920" cy="41688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ABD6309E-9573-4C29-8C86-D1F0A151D221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505949" y="5806705"/>
                <a:ext cx="223560" cy="48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3AC2E32E-624A-4561-86DE-7B965831DE58}"/>
                  </a:ext>
                </a:extLst>
              </p14:cNvPr>
              <p14:cNvContentPartPr/>
              <p14:nvPr/>
            </p14:nvContentPartPr>
            <p14:xfrm>
              <a:off x="4759389" y="5971585"/>
              <a:ext cx="235080" cy="30996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3AC2E32E-624A-4561-86DE-7B965831DE58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4741749" y="5935945"/>
                <a:ext cx="27072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4174D5A3-3466-4356-994E-94B9F9F46CA4}"/>
                  </a:ext>
                </a:extLst>
              </p14:cNvPr>
              <p14:cNvContentPartPr/>
              <p14:nvPr/>
            </p14:nvContentPartPr>
            <p14:xfrm>
              <a:off x="4783509" y="6066625"/>
              <a:ext cx="333000" cy="2664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4174D5A3-3466-4356-994E-94B9F9F46CA4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4765869" y="6030985"/>
                <a:ext cx="36864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E36AFFD8-0FC5-48E1-9B5A-B52B1A9019FD}"/>
                  </a:ext>
                </a:extLst>
              </p14:cNvPr>
              <p14:cNvContentPartPr/>
              <p14:nvPr/>
            </p14:nvContentPartPr>
            <p14:xfrm>
              <a:off x="5612949" y="5981665"/>
              <a:ext cx="861480" cy="58248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E36AFFD8-0FC5-48E1-9B5A-B52B1A9019FD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595309" y="5946025"/>
                <a:ext cx="897120" cy="65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4E6057B3-93A5-47E5-B2C9-122FFB06B32B}"/>
                  </a:ext>
                </a:extLst>
              </p14:cNvPr>
              <p14:cNvContentPartPr/>
              <p14:nvPr/>
            </p14:nvContentPartPr>
            <p14:xfrm>
              <a:off x="6973389" y="6136105"/>
              <a:ext cx="532800" cy="1008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4E6057B3-93A5-47E5-B2C9-122FFB06B32B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6955389" y="6100105"/>
                <a:ext cx="56844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551F714A-47DA-431D-A063-2F6B095BB9E3}"/>
                  </a:ext>
                </a:extLst>
              </p14:cNvPr>
              <p14:cNvContentPartPr/>
              <p14:nvPr/>
            </p14:nvContentPartPr>
            <p14:xfrm>
              <a:off x="7338789" y="6010825"/>
              <a:ext cx="290520" cy="28260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551F714A-47DA-431D-A063-2F6B095BB9E3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7321149" y="5975185"/>
                <a:ext cx="32616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FC624A2C-07CD-415B-A582-2813AB7FFAE2}"/>
                  </a:ext>
                </a:extLst>
              </p14:cNvPr>
              <p14:cNvContentPartPr/>
              <p14:nvPr/>
            </p14:nvContentPartPr>
            <p14:xfrm>
              <a:off x="8162109" y="6116665"/>
              <a:ext cx="13680" cy="14832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FC624A2C-07CD-415B-A582-2813AB7FFAE2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144109" y="6081025"/>
                <a:ext cx="4932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97C608CE-BFFF-41AF-9996-492D9897C64E}"/>
                  </a:ext>
                </a:extLst>
              </p14:cNvPr>
              <p14:cNvContentPartPr/>
              <p14:nvPr/>
            </p14:nvContentPartPr>
            <p14:xfrm>
              <a:off x="8120349" y="5909665"/>
              <a:ext cx="48600" cy="7020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97C608CE-BFFF-41AF-9996-492D9897C64E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8102709" y="5873665"/>
                <a:ext cx="8424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73766F7A-69F9-4D97-99B7-2092880A45AE}"/>
                  </a:ext>
                </a:extLst>
              </p14:cNvPr>
              <p14:cNvContentPartPr/>
              <p14:nvPr/>
            </p14:nvContentPartPr>
            <p14:xfrm>
              <a:off x="8298549" y="6072385"/>
              <a:ext cx="135360" cy="17208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73766F7A-69F9-4D97-99B7-2092880A45AE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8280909" y="6036385"/>
                <a:ext cx="17100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BDFA99E3-93E2-462A-A5C0-EE748A4E7428}"/>
                  </a:ext>
                </a:extLst>
              </p14:cNvPr>
              <p14:cNvContentPartPr/>
              <p14:nvPr/>
            </p14:nvContentPartPr>
            <p14:xfrm>
              <a:off x="8527869" y="6052945"/>
              <a:ext cx="275400" cy="20952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BDFA99E3-93E2-462A-A5C0-EE748A4E7428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8510229" y="6017305"/>
                <a:ext cx="31104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CF5AEFA1-628F-427C-BA1F-A406CC2097FC}"/>
                  </a:ext>
                </a:extLst>
              </p14:cNvPr>
              <p14:cNvContentPartPr/>
              <p14:nvPr/>
            </p14:nvContentPartPr>
            <p14:xfrm>
              <a:off x="8769789" y="5933785"/>
              <a:ext cx="23400" cy="7524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CF5AEFA1-628F-427C-BA1F-A406CC2097FC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8751789" y="5897785"/>
                <a:ext cx="5904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2C4CB1AF-DB2F-4B93-949C-2A5BAAE59104}"/>
                  </a:ext>
                </a:extLst>
              </p14:cNvPr>
              <p14:cNvContentPartPr/>
              <p14:nvPr/>
            </p14:nvContentPartPr>
            <p14:xfrm>
              <a:off x="8883909" y="6014065"/>
              <a:ext cx="448920" cy="21960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2C4CB1AF-DB2F-4B93-949C-2A5BAAE59104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8865909" y="5978065"/>
                <a:ext cx="48456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AFB51B46-336A-4F25-ABD0-EAE3312036A2}"/>
                  </a:ext>
                </a:extLst>
              </p14:cNvPr>
              <p14:cNvContentPartPr/>
              <p14:nvPr/>
            </p14:nvContentPartPr>
            <p14:xfrm>
              <a:off x="9307269" y="5943145"/>
              <a:ext cx="38160" cy="1512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AFB51B46-336A-4F25-ABD0-EAE3312036A2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9289629" y="5907505"/>
                <a:ext cx="7380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19DEF724-1D46-48E6-AB2F-D83E92A65E0A}"/>
                  </a:ext>
                </a:extLst>
              </p14:cNvPr>
              <p14:cNvContentPartPr/>
              <p14:nvPr/>
            </p14:nvContentPartPr>
            <p14:xfrm>
              <a:off x="9958869" y="6082825"/>
              <a:ext cx="32400" cy="32076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19DEF724-1D46-48E6-AB2F-D83E92A65E0A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9940869" y="6047185"/>
                <a:ext cx="68040" cy="3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39B32C35-8E9C-4B9D-BB44-E8FAEA4934BE}"/>
                  </a:ext>
                </a:extLst>
              </p14:cNvPr>
              <p14:cNvContentPartPr/>
              <p14:nvPr/>
            </p14:nvContentPartPr>
            <p14:xfrm>
              <a:off x="9887589" y="6034585"/>
              <a:ext cx="545760" cy="17244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39B32C35-8E9C-4B9D-BB44-E8FAEA4934BE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9869949" y="5998585"/>
                <a:ext cx="58140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FAA199C4-0D2C-43FF-90FA-811703C7B0C0}"/>
                  </a:ext>
                </a:extLst>
              </p14:cNvPr>
              <p14:cNvContentPartPr/>
              <p14:nvPr/>
            </p14:nvContentPartPr>
            <p14:xfrm>
              <a:off x="11092869" y="5993905"/>
              <a:ext cx="118440" cy="24516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FAA199C4-0D2C-43FF-90FA-811703C7B0C0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1074869" y="5958265"/>
                <a:ext cx="15408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C283530D-C598-47EE-ADEE-4CFEF7F68176}"/>
                  </a:ext>
                </a:extLst>
              </p14:cNvPr>
              <p14:cNvContentPartPr/>
              <p14:nvPr/>
            </p14:nvContentPartPr>
            <p14:xfrm>
              <a:off x="11140749" y="6240865"/>
              <a:ext cx="229320" cy="576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C283530D-C598-47EE-ADEE-4CFEF7F68176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11123109" y="6204865"/>
                <a:ext cx="26496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08420252-D075-44C6-9085-741DC04ADB73}"/>
                  </a:ext>
                </a:extLst>
              </p14:cNvPr>
              <p14:cNvContentPartPr/>
              <p14:nvPr/>
            </p14:nvContentPartPr>
            <p14:xfrm>
              <a:off x="10991709" y="5760625"/>
              <a:ext cx="76320" cy="15444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08420252-D075-44C6-9085-741DC04ADB73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10973709" y="5724625"/>
                <a:ext cx="11196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A7950D42-F5E9-4B31-A414-C77065D7A307}"/>
                  </a:ext>
                </a:extLst>
              </p14:cNvPr>
              <p14:cNvContentPartPr/>
              <p14:nvPr/>
            </p14:nvContentPartPr>
            <p14:xfrm>
              <a:off x="11332269" y="5780065"/>
              <a:ext cx="21240" cy="13788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A7950D42-F5E9-4B31-A414-C77065D7A307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11314629" y="5744065"/>
                <a:ext cx="5688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0552CF4D-E837-4950-98AB-1811D9BB4BE8}"/>
                  </a:ext>
                </a:extLst>
              </p14:cNvPr>
              <p14:cNvContentPartPr/>
              <p14:nvPr/>
            </p14:nvContentPartPr>
            <p14:xfrm>
              <a:off x="5263749" y="1683985"/>
              <a:ext cx="472680" cy="72108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0552CF4D-E837-4950-98AB-1811D9BB4BE8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5246109" y="1666345"/>
                <a:ext cx="508320" cy="75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93E6FD2D-A7C8-4DAC-8BC1-A989A72E1A06}"/>
                  </a:ext>
                </a:extLst>
              </p14:cNvPr>
              <p14:cNvContentPartPr/>
              <p14:nvPr/>
            </p14:nvContentPartPr>
            <p14:xfrm>
              <a:off x="8670664" y="1451183"/>
              <a:ext cx="275400" cy="36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93E6FD2D-A7C8-4DAC-8BC1-A989A72E1A06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8652664" y="1433183"/>
                <a:ext cx="3110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CC23B8C4-A542-4CA7-BE08-A254836E9D16}"/>
                  </a:ext>
                </a:extLst>
              </p14:cNvPr>
              <p14:cNvContentPartPr/>
              <p14:nvPr/>
            </p14:nvContentPartPr>
            <p14:xfrm>
              <a:off x="11050647" y="1958416"/>
              <a:ext cx="689040" cy="30852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CC23B8C4-A542-4CA7-BE08-A254836E9D16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11032647" y="1940395"/>
                <a:ext cx="724680" cy="3442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E34BE5BB-45FD-44ED-8D43-E6BC20D43AA1}"/>
                  </a:ext>
                </a:extLst>
              </p14:cNvPr>
              <p14:cNvContentPartPr/>
              <p14:nvPr/>
            </p14:nvContentPartPr>
            <p14:xfrm>
              <a:off x="10124367" y="2093416"/>
              <a:ext cx="448560" cy="13608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E34BE5BB-45FD-44ED-8D43-E6BC20D43AA1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10106353" y="2075416"/>
                <a:ext cx="484229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914DF847-3801-40F1-8E1F-74C7DD7E882F}"/>
                  </a:ext>
                </a:extLst>
              </p14:cNvPr>
              <p14:cNvContentPartPr/>
              <p14:nvPr/>
            </p14:nvContentPartPr>
            <p14:xfrm>
              <a:off x="9113487" y="1965976"/>
              <a:ext cx="662400" cy="34992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914DF847-3801-40F1-8E1F-74C7DD7E882F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9095477" y="1947976"/>
                <a:ext cx="698059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FACF70F5-A7ED-42D2-B49E-D4C977CA293B}"/>
                  </a:ext>
                </a:extLst>
              </p14:cNvPr>
              <p14:cNvContentPartPr/>
              <p14:nvPr/>
            </p14:nvContentPartPr>
            <p14:xfrm>
              <a:off x="11216584" y="1325903"/>
              <a:ext cx="558000" cy="45684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FACF70F5-A7ED-42D2-B49E-D4C977CA293B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1198572" y="1307917"/>
                <a:ext cx="593663" cy="4924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75C5C102-6C92-47D3-B676-4B359E802F42}"/>
                  </a:ext>
                </a:extLst>
              </p14:cNvPr>
              <p14:cNvContentPartPr/>
              <p14:nvPr/>
            </p14:nvContentPartPr>
            <p14:xfrm>
              <a:off x="9253144" y="1136543"/>
              <a:ext cx="1654200" cy="62280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75C5C102-6C92-47D3-B676-4B359E802F42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9235148" y="1118543"/>
                <a:ext cx="1689832" cy="65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3302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08FE3EFE-DEEC-42F4-B65A-EE68922A06FA}"/>
                  </a:ext>
                </a:extLst>
              </p14:cNvPr>
              <p14:cNvContentPartPr/>
              <p14:nvPr/>
            </p14:nvContentPartPr>
            <p14:xfrm>
              <a:off x="2689029" y="659065"/>
              <a:ext cx="492840" cy="12204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08FE3EFE-DEEC-42F4-B65A-EE68922A06F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71029" y="641425"/>
                <a:ext cx="52848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274E5F8D-CEA2-4660-A322-E1FEA139EF62}"/>
                  </a:ext>
                </a:extLst>
              </p14:cNvPr>
              <p14:cNvContentPartPr/>
              <p14:nvPr/>
            </p14:nvContentPartPr>
            <p14:xfrm>
              <a:off x="1284669" y="466465"/>
              <a:ext cx="1147680" cy="62748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274E5F8D-CEA2-4660-A322-E1FEA139EF6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66669" y="448815"/>
                <a:ext cx="1183320" cy="6631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7512D111-2BF4-4257-B907-E7354F8E2AB8}"/>
                  </a:ext>
                </a:extLst>
              </p14:cNvPr>
              <p14:cNvContentPartPr/>
              <p14:nvPr/>
            </p14:nvContentPartPr>
            <p14:xfrm>
              <a:off x="612189" y="503185"/>
              <a:ext cx="357120" cy="45900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7512D111-2BF4-4257-B907-E7354F8E2A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4207" y="485545"/>
                <a:ext cx="392724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BDAE1060-8D01-43C1-A665-711A76A40FB5}"/>
                  </a:ext>
                </a:extLst>
              </p14:cNvPr>
              <p14:cNvContentPartPr/>
              <p14:nvPr/>
            </p14:nvContentPartPr>
            <p14:xfrm>
              <a:off x="4669029" y="499225"/>
              <a:ext cx="840600" cy="28620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BDAE1060-8D01-43C1-A665-711A76A40FB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51029" y="481585"/>
                <a:ext cx="87624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8BF29F19-B1B8-4FA2-ADBE-DE7542FAA0B4}"/>
                  </a:ext>
                </a:extLst>
              </p14:cNvPr>
              <p14:cNvContentPartPr/>
              <p14:nvPr/>
            </p14:nvContentPartPr>
            <p14:xfrm>
              <a:off x="3580029" y="429025"/>
              <a:ext cx="884880" cy="3816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8BF29F19-B1B8-4FA2-ADBE-DE7542FAA0B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62389" y="411025"/>
                <a:ext cx="92052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52046AF4-38B7-427F-9BCD-C794F0F89D11}"/>
                  </a:ext>
                </a:extLst>
              </p14:cNvPr>
              <p14:cNvContentPartPr/>
              <p14:nvPr/>
            </p14:nvContentPartPr>
            <p14:xfrm>
              <a:off x="5493429" y="659065"/>
              <a:ext cx="26280" cy="12492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52046AF4-38B7-427F-9BCD-C794F0F89D1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475789" y="641425"/>
                <a:ext cx="6192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FF097FF9-F279-4B24-A275-4B8366F7EBB7}"/>
                  </a:ext>
                </a:extLst>
              </p14:cNvPr>
              <p14:cNvContentPartPr/>
              <p14:nvPr/>
            </p14:nvContentPartPr>
            <p14:xfrm>
              <a:off x="5596749" y="657625"/>
              <a:ext cx="306720" cy="11340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FF097FF9-F279-4B24-A275-4B8366F7EBB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578749" y="639625"/>
                <a:ext cx="34236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8DEF07B2-E103-4AF5-9D52-64B4E6AA5B13}"/>
                  </a:ext>
                </a:extLst>
              </p14:cNvPr>
              <p14:cNvContentPartPr/>
              <p14:nvPr/>
            </p14:nvContentPartPr>
            <p14:xfrm>
              <a:off x="6579909" y="367105"/>
              <a:ext cx="814680" cy="4932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8DEF07B2-E103-4AF5-9D52-64B4E6AA5B1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62261" y="349105"/>
                <a:ext cx="850336" cy="52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52D37D18-0686-41F7-8F3D-3C3A1C36498D}"/>
                  </a:ext>
                </a:extLst>
              </p14:cNvPr>
              <p14:cNvContentPartPr/>
              <p14:nvPr/>
            </p14:nvContentPartPr>
            <p14:xfrm>
              <a:off x="2327589" y="1115905"/>
              <a:ext cx="4568760" cy="168084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52D37D18-0686-41F7-8F3D-3C3A1C36498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309949" y="1079905"/>
                <a:ext cx="4604400" cy="175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E31CC966-B9E8-4859-B762-62AFE21BFAE0}"/>
                  </a:ext>
                </a:extLst>
              </p14:cNvPr>
              <p14:cNvContentPartPr/>
              <p14:nvPr/>
            </p14:nvContentPartPr>
            <p14:xfrm>
              <a:off x="1277469" y="1469425"/>
              <a:ext cx="193680" cy="45072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E31CC966-B9E8-4859-B762-62AFE21BFAE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259469" y="1433785"/>
                <a:ext cx="229320" cy="52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6E2DFA5E-CDDD-479B-9874-126114037B8D}"/>
                  </a:ext>
                </a:extLst>
              </p14:cNvPr>
              <p14:cNvContentPartPr/>
              <p14:nvPr/>
            </p14:nvContentPartPr>
            <p14:xfrm>
              <a:off x="1251189" y="1373305"/>
              <a:ext cx="547560" cy="82044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6E2DFA5E-CDDD-479B-9874-126114037B8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233189" y="1337305"/>
                <a:ext cx="583200" cy="89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4D8C1105-3F18-444D-90B3-2CD55CB64DC1}"/>
                  </a:ext>
                </a:extLst>
              </p14:cNvPr>
              <p14:cNvContentPartPr/>
              <p14:nvPr/>
            </p14:nvContentPartPr>
            <p14:xfrm>
              <a:off x="1506069" y="1768945"/>
              <a:ext cx="317880" cy="14652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4D8C1105-3F18-444D-90B3-2CD55CB64DC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88429" y="1733305"/>
                <a:ext cx="35352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6D4B266F-1903-4867-8200-BB9811C7F9F4}"/>
                  </a:ext>
                </a:extLst>
              </p14:cNvPr>
              <p14:cNvContentPartPr/>
              <p14:nvPr/>
            </p14:nvContentPartPr>
            <p14:xfrm>
              <a:off x="1851309" y="1597225"/>
              <a:ext cx="12960" cy="4644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6D4B266F-1903-4867-8200-BB9811C7F9F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833309" y="1561585"/>
                <a:ext cx="4860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1D4B5D45-C938-4571-9C92-E5CFC630F2E0}"/>
                  </a:ext>
                </a:extLst>
              </p14:cNvPr>
              <p14:cNvContentPartPr/>
              <p14:nvPr/>
            </p14:nvContentPartPr>
            <p14:xfrm>
              <a:off x="1872189" y="1679305"/>
              <a:ext cx="173160" cy="49104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1D4B5D45-C938-4571-9C92-E5CFC630F2E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854189" y="1643305"/>
                <a:ext cx="208800" cy="56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C2F10713-2FD7-451A-BEDA-3D84E6A24727}"/>
                  </a:ext>
                </a:extLst>
              </p14:cNvPr>
              <p14:cNvContentPartPr/>
              <p14:nvPr/>
            </p14:nvContentPartPr>
            <p14:xfrm>
              <a:off x="2030949" y="1681465"/>
              <a:ext cx="247680" cy="71568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C2F10713-2FD7-451A-BEDA-3D84E6A2472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012949" y="1645825"/>
                <a:ext cx="283320" cy="78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520D2392-55CD-41F2-AAD2-D9833E3F44B8}"/>
                  </a:ext>
                </a:extLst>
              </p14:cNvPr>
              <p14:cNvContentPartPr/>
              <p14:nvPr/>
            </p14:nvContentPartPr>
            <p14:xfrm>
              <a:off x="2273949" y="1461145"/>
              <a:ext cx="41040" cy="1152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520D2392-55CD-41F2-AAD2-D9833E3F44B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255949" y="1425505"/>
                <a:ext cx="7668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7C76C178-AD48-4F0B-9CF0-36899E6DF5D8}"/>
                  </a:ext>
                </a:extLst>
              </p14:cNvPr>
              <p14:cNvContentPartPr/>
              <p14:nvPr/>
            </p14:nvContentPartPr>
            <p14:xfrm>
              <a:off x="2165229" y="2092945"/>
              <a:ext cx="87480" cy="9216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7C76C178-AD48-4F0B-9CF0-36899E6DF5D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147589" y="2056945"/>
                <a:ext cx="12312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CBC13325-0975-412A-B8DA-12CA69DD29BA}"/>
                  </a:ext>
                </a:extLst>
              </p14:cNvPr>
              <p14:cNvContentPartPr/>
              <p14:nvPr/>
            </p14:nvContentPartPr>
            <p14:xfrm>
              <a:off x="9925029" y="1428745"/>
              <a:ext cx="676800" cy="133920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CBC13325-0975-412A-B8DA-12CA69DD29B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907389" y="1393105"/>
                <a:ext cx="712440" cy="141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0D4F77B5-40AC-459C-975E-E8276C4B45E9}"/>
                  </a:ext>
                </a:extLst>
              </p14:cNvPr>
              <p14:cNvContentPartPr/>
              <p14:nvPr/>
            </p14:nvContentPartPr>
            <p14:xfrm>
              <a:off x="10106109" y="1211665"/>
              <a:ext cx="804960" cy="149940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0D4F77B5-40AC-459C-975E-E8276C4B45E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088469" y="1175665"/>
                <a:ext cx="840600" cy="157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C879F497-D9B0-40E2-B385-557D49FF72AC}"/>
                  </a:ext>
                </a:extLst>
              </p14:cNvPr>
              <p14:cNvContentPartPr/>
              <p14:nvPr/>
            </p14:nvContentPartPr>
            <p14:xfrm>
              <a:off x="10158669" y="1614865"/>
              <a:ext cx="312480" cy="74412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C879F497-D9B0-40E2-B385-557D49FF72A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141029" y="1579225"/>
                <a:ext cx="348120" cy="81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3AFC472F-5528-48B3-ABEB-763D563DF9BE}"/>
                  </a:ext>
                </a:extLst>
              </p14:cNvPr>
              <p14:cNvContentPartPr/>
              <p14:nvPr/>
            </p14:nvContentPartPr>
            <p14:xfrm>
              <a:off x="10313109" y="1549345"/>
              <a:ext cx="277200" cy="77364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3AFC472F-5528-48B3-ABEB-763D563DF9B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295469" y="1513345"/>
                <a:ext cx="312840" cy="84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2755D1C7-8CC3-428F-8CE5-18459EB11BE5}"/>
                  </a:ext>
                </a:extLst>
              </p14:cNvPr>
              <p14:cNvContentPartPr/>
              <p14:nvPr/>
            </p14:nvContentPartPr>
            <p14:xfrm>
              <a:off x="10250469" y="1922305"/>
              <a:ext cx="331560" cy="2232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2755D1C7-8CC3-428F-8CE5-18459EB11BE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232829" y="1886305"/>
                <a:ext cx="36720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2F2E2501-C138-48F6-BC45-819B977D7010}"/>
                  </a:ext>
                </a:extLst>
              </p14:cNvPr>
              <p14:cNvContentPartPr/>
              <p14:nvPr/>
            </p14:nvContentPartPr>
            <p14:xfrm>
              <a:off x="10918989" y="1142545"/>
              <a:ext cx="148680" cy="8928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2F2E2501-C138-48F6-BC45-819B977D701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900989" y="1106905"/>
                <a:ext cx="18432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A7CC3D9C-B28A-451E-85C2-48BB68744C25}"/>
                  </a:ext>
                </a:extLst>
              </p14:cNvPr>
              <p14:cNvContentPartPr/>
              <p14:nvPr/>
            </p14:nvContentPartPr>
            <p14:xfrm>
              <a:off x="10197909" y="1016545"/>
              <a:ext cx="519840" cy="16272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A7CC3D9C-B28A-451E-85C2-48BB68744C2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179909" y="980905"/>
                <a:ext cx="55548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1D0D3642-304A-4A0D-B634-94C66E2AB2FB}"/>
                  </a:ext>
                </a:extLst>
              </p14:cNvPr>
              <p14:cNvContentPartPr/>
              <p14:nvPr/>
            </p14:nvContentPartPr>
            <p14:xfrm>
              <a:off x="10857429" y="1164505"/>
              <a:ext cx="250560" cy="145008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1D0D3642-304A-4A0D-B634-94C66E2AB2F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839429" y="1128505"/>
                <a:ext cx="286200" cy="152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CBD4844C-87D4-4C68-BC54-52B691D42023}"/>
                  </a:ext>
                </a:extLst>
              </p14:cNvPr>
              <p14:cNvContentPartPr/>
              <p14:nvPr/>
            </p14:nvContentPartPr>
            <p14:xfrm>
              <a:off x="10712709" y="2532505"/>
              <a:ext cx="170280" cy="9036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CBD4844C-87D4-4C68-BC54-52B691D4202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694709" y="2496505"/>
                <a:ext cx="20592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31C93F4C-38F0-49B0-BD47-2415C6949A8A}"/>
                  </a:ext>
                </a:extLst>
              </p14:cNvPr>
              <p14:cNvContentPartPr/>
              <p14:nvPr/>
            </p14:nvContentPartPr>
            <p14:xfrm>
              <a:off x="10658349" y="1034545"/>
              <a:ext cx="425880" cy="9180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31C93F4C-38F0-49B0-BD47-2415C6949A8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640709" y="998545"/>
                <a:ext cx="46152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2" name="Cerneală 291">
                <a:extLst>
                  <a:ext uri="{FF2B5EF4-FFF2-40B4-BE49-F238E27FC236}">
                    <a16:creationId xmlns:a16="http://schemas.microsoft.com/office/drawing/2014/main" id="{4F507C12-C7E3-49B5-81E4-CFF85AE1A605}"/>
                  </a:ext>
                </a:extLst>
              </p14:cNvPr>
              <p14:cNvContentPartPr/>
              <p14:nvPr/>
            </p14:nvContentPartPr>
            <p14:xfrm>
              <a:off x="169749" y="1224985"/>
              <a:ext cx="11900520" cy="5405040"/>
            </p14:xfrm>
          </p:contentPart>
        </mc:Choice>
        <mc:Fallback xmlns="">
          <p:pic>
            <p:nvPicPr>
              <p:cNvPr id="292" name="Cerneală 291">
                <a:extLst>
                  <a:ext uri="{FF2B5EF4-FFF2-40B4-BE49-F238E27FC236}">
                    <a16:creationId xmlns:a16="http://schemas.microsoft.com/office/drawing/2014/main" id="{4F507C12-C7E3-49B5-81E4-CFF85AE1A60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52109" y="1206985"/>
                <a:ext cx="11936160" cy="544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982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63502BCA-0488-4BD7-B4B7-8D26B7563520}"/>
                  </a:ext>
                </a:extLst>
              </p14:cNvPr>
              <p14:cNvContentPartPr/>
              <p14:nvPr/>
            </p14:nvContentPartPr>
            <p14:xfrm>
              <a:off x="8339949" y="319225"/>
              <a:ext cx="1056960" cy="3322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63502BCA-0488-4BD7-B4B7-8D26B75635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22315" y="301566"/>
                <a:ext cx="1092588" cy="3679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CFEF3838-178C-4844-B8A9-FB747973828E}"/>
                  </a:ext>
                </a:extLst>
              </p14:cNvPr>
              <p14:cNvContentPartPr/>
              <p14:nvPr/>
            </p14:nvContentPartPr>
            <p14:xfrm>
              <a:off x="976509" y="178105"/>
              <a:ext cx="7118640" cy="552924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CFEF3838-178C-4844-B8A9-FB74797382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8510" y="160106"/>
                <a:ext cx="7154278" cy="55648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675A291D-5AC1-4A9B-9D95-01ED7F769BA2}"/>
                  </a:ext>
                </a:extLst>
              </p14:cNvPr>
              <p14:cNvContentPartPr/>
              <p14:nvPr/>
            </p14:nvContentPartPr>
            <p14:xfrm>
              <a:off x="2481309" y="3142345"/>
              <a:ext cx="165960" cy="21636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675A291D-5AC1-4A9B-9D95-01ED7F769BA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63309" y="3106705"/>
                <a:ext cx="2016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A897994A-5024-48FA-8DEA-94D714426B85}"/>
                  </a:ext>
                </a:extLst>
              </p14:cNvPr>
              <p14:cNvContentPartPr/>
              <p14:nvPr/>
            </p14:nvContentPartPr>
            <p14:xfrm>
              <a:off x="2324349" y="3045865"/>
              <a:ext cx="81360" cy="9468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A897994A-5024-48FA-8DEA-94D714426B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06349" y="3010225"/>
                <a:ext cx="11700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3E85C71A-623E-4A5A-BE22-01C0D2F0DFD4}"/>
                  </a:ext>
                </a:extLst>
              </p14:cNvPr>
              <p14:cNvContentPartPr/>
              <p14:nvPr/>
            </p14:nvContentPartPr>
            <p14:xfrm>
              <a:off x="2723589" y="2993305"/>
              <a:ext cx="53280" cy="14796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3E85C71A-623E-4A5A-BE22-01C0D2F0DFD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05949" y="2957305"/>
                <a:ext cx="8892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4593E16C-14AE-4FBF-9184-A3C86A1765FF}"/>
                  </a:ext>
                </a:extLst>
              </p14:cNvPr>
              <p14:cNvContentPartPr/>
              <p14:nvPr/>
            </p14:nvContentPartPr>
            <p14:xfrm>
              <a:off x="2118069" y="3730585"/>
              <a:ext cx="137160" cy="21060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4593E16C-14AE-4FBF-9184-A3C86A1765F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100429" y="3694585"/>
                <a:ext cx="17280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107929CD-6E2B-4957-986E-E64CE53FC0B4}"/>
                  </a:ext>
                </a:extLst>
              </p14:cNvPr>
              <p14:cNvContentPartPr/>
              <p14:nvPr/>
            </p14:nvContentPartPr>
            <p14:xfrm>
              <a:off x="2304549" y="3897985"/>
              <a:ext cx="29880" cy="17100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107929CD-6E2B-4957-986E-E64CE53FC0B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86549" y="3861985"/>
                <a:ext cx="6552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7C08A79C-8F03-442B-BB9D-FD3E6DCF76E0}"/>
                  </a:ext>
                </a:extLst>
              </p14:cNvPr>
              <p14:cNvContentPartPr/>
              <p14:nvPr/>
            </p14:nvContentPartPr>
            <p14:xfrm>
              <a:off x="2391669" y="3725905"/>
              <a:ext cx="249840" cy="24552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7C08A79C-8F03-442B-BB9D-FD3E6DCF76E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373669" y="3689905"/>
                <a:ext cx="28548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8D34D6D0-A429-40F3-AF9D-767D8F24946B}"/>
                  </a:ext>
                </a:extLst>
              </p14:cNvPr>
              <p14:cNvContentPartPr/>
              <p14:nvPr/>
            </p14:nvContentPartPr>
            <p14:xfrm>
              <a:off x="2747709" y="3659305"/>
              <a:ext cx="208080" cy="26928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8D34D6D0-A429-40F3-AF9D-767D8F24946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730069" y="3623305"/>
                <a:ext cx="24372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13869ECF-3B17-490B-8BC4-D0D4E002A88F}"/>
                  </a:ext>
                </a:extLst>
              </p14:cNvPr>
              <p14:cNvContentPartPr/>
              <p14:nvPr/>
            </p14:nvContentPartPr>
            <p14:xfrm>
              <a:off x="2995389" y="3546625"/>
              <a:ext cx="268920" cy="60264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13869ECF-3B17-490B-8BC4-D0D4E002A88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977749" y="3510625"/>
                <a:ext cx="304560" cy="67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5BBAF785-6DFA-407D-B55D-E67B7E3A56E7}"/>
                  </a:ext>
                </a:extLst>
              </p14:cNvPr>
              <p14:cNvContentPartPr/>
              <p14:nvPr/>
            </p14:nvContentPartPr>
            <p14:xfrm>
              <a:off x="1914669" y="3618985"/>
              <a:ext cx="189720" cy="56268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5BBAF785-6DFA-407D-B55D-E67B7E3A56E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896669" y="3582985"/>
                <a:ext cx="225360" cy="63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06A0D10A-67A4-4684-8BCF-FDACC6712F40}"/>
                  </a:ext>
                </a:extLst>
              </p14:cNvPr>
              <p14:cNvContentPartPr/>
              <p14:nvPr/>
            </p14:nvContentPartPr>
            <p14:xfrm>
              <a:off x="1944909" y="2877025"/>
              <a:ext cx="222120" cy="46296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06A0D10A-67A4-4684-8BCF-FDACC6712F4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927269" y="2841385"/>
                <a:ext cx="257760" cy="53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51739187-6BEC-4CB7-B129-A8C699A87CFC}"/>
                  </a:ext>
                </a:extLst>
              </p14:cNvPr>
              <p14:cNvContentPartPr/>
              <p14:nvPr/>
            </p14:nvContentPartPr>
            <p14:xfrm>
              <a:off x="1982349" y="3017065"/>
              <a:ext cx="63000" cy="35352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51739187-6BEC-4CB7-B129-A8C699A87CF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964709" y="2981425"/>
                <a:ext cx="98640" cy="4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4E840B0E-3D7E-4FF9-BDE3-A72C9EA9EEE9}"/>
                  </a:ext>
                </a:extLst>
              </p14:cNvPr>
              <p14:cNvContentPartPr/>
              <p14:nvPr/>
            </p14:nvContentPartPr>
            <p14:xfrm>
              <a:off x="1208709" y="701545"/>
              <a:ext cx="5356080" cy="298224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4E840B0E-3D7E-4FF9-BDE3-A72C9EA9EEE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90709" y="665905"/>
                <a:ext cx="5391720" cy="30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22FC818F-CC89-4635-BE94-02113303699E}"/>
                  </a:ext>
                </a:extLst>
              </p14:cNvPr>
              <p14:cNvContentPartPr/>
              <p14:nvPr/>
            </p14:nvContentPartPr>
            <p14:xfrm>
              <a:off x="1482309" y="5534185"/>
              <a:ext cx="662760" cy="40032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22FC818F-CC89-4635-BE94-02113303699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464309" y="5498545"/>
                <a:ext cx="698400" cy="4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6496D62A-DE81-4999-8746-1D2ABA8F58D5}"/>
                  </a:ext>
                </a:extLst>
              </p14:cNvPr>
              <p14:cNvContentPartPr/>
              <p14:nvPr/>
            </p14:nvContentPartPr>
            <p14:xfrm>
              <a:off x="1890909" y="5914345"/>
              <a:ext cx="517680" cy="3924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6496D62A-DE81-4999-8746-1D2ABA8F58D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873269" y="5878345"/>
                <a:ext cx="55332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C2B8288D-0318-4387-B1E3-710631B7F05E}"/>
                  </a:ext>
                </a:extLst>
              </p14:cNvPr>
              <p14:cNvContentPartPr/>
              <p14:nvPr/>
            </p14:nvContentPartPr>
            <p14:xfrm>
              <a:off x="1954629" y="5938465"/>
              <a:ext cx="38160" cy="17640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C2B8288D-0318-4387-B1E3-710631B7F05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936629" y="5902825"/>
                <a:ext cx="7380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97AF0FED-12F5-4E93-9C90-536CF7EB03F9}"/>
                  </a:ext>
                </a:extLst>
              </p14:cNvPr>
              <p14:cNvContentPartPr/>
              <p14:nvPr/>
            </p14:nvContentPartPr>
            <p14:xfrm>
              <a:off x="2115909" y="5943145"/>
              <a:ext cx="59400" cy="13428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97AF0FED-12F5-4E93-9C90-536CF7EB03F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098269" y="5907505"/>
                <a:ext cx="9504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EF668C95-DD0E-405D-A7CF-87DC48791C9B}"/>
                  </a:ext>
                </a:extLst>
              </p14:cNvPr>
              <p14:cNvContentPartPr/>
              <p14:nvPr/>
            </p14:nvContentPartPr>
            <p14:xfrm>
              <a:off x="2248389" y="5953225"/>
              <a:ext cx="33120" cy="13788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EF668C95-DD0E-405D-A7CF-87DC48791C9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230749" y="5917225"/>
                <a:ext cx="6876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A741715E-F3C6-4995-9AEF-70D7950793B2}"/>
                  </a:ext>
                </a:extLst>
              </p14:cNvPr>
              <p14:cNvContentPartPr/>
              <p14:nvPr/>
            </p14:nvContentPartPr>
            <p14:xfrm>
              <a:off x="2335869" y="5967625"/>
              <a:ext cx="41760" cy="11448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A741715E-F3C6-4995-9AEF-70D7950793B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317869" y="5931625"/>
                <a:ext cx="7740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9D1EECEB-FC11-4161-BDD0-F61570F80BA9}"/>
                  </a:ext>
                </a:extLst>
              </p14:cNvPr>
              <p14:cNvContentPartPr/>
              <p14:nvPr/>
            </p14:nvContentPartPr>
            <p14:xfrm>
              <a:off x="2339109" y="6020185"/>
              <a:ext cx="62280" cy="8496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9D1EECEB-FC11-4161-BDD0-F61570F80BA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321469" y="5984545"/>
                <a:ext cx="9792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073B09B3-2640-4E78-AFBD-1430652B901F}"/>
                  </a:ext>
                </a:extLst>
              </p14:cNvPr>
              <p14:cNvContentPartPr/>
              <p14:nvPr/>
            </p14:nvContentPartPr>
            <p14:xfrm>
              <a:off x="1165869" y="3690985"/>
              <a:ext cx="617400" cy="194328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073B09B3-2640-4E78-AFBD-1430652B901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148229" y="3654985"/>
                <a:ext cx="653040" cy="20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E41E43DB-7378-499D-8B8A-9335E7F4B53A}"/>
                  </a:ext>
                </a:extLst>
              </p14:cNvPr>
              <p14:cNvContentPartPr/>
              <p14:nvPr/>
            </p14:nvContentPartPr>
            <p14:xfrm>
              <a:off x="6506469" y="1077745"/>
              <a:ext cx="558000" cy="114192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E41E43DB-7378-499D-8B8A-9335E7F4B53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488469" y="1042105"/>
                <a:ext cx="593640" cy="12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A0F9F679-A337-4F0D-81FC-35B5228727DF}"/>
                  </a:ext>
                </a:extLst>
              </p14:cNvPr>
              <p14:cNvContentPartPr/>
              <p14:nvPr/>
            </p14:nvContentPartPr>
            <p14:xfrm>
              <a:off x="7194429" y="1441345"/>
              <a:ext cx="180000" cy="24516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A0F9F679-A337-4F0D-81FC-35B5228727D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176789" y="1405345"/>
                <a:ext cx="21564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7110F3C8-D96D-4F1F-9700-03515B48793C}"/>
                  </a:ext>
                </a:extLst>
              </p14:cNvPr>
              <p14:cNvContentPartPr/>
              <p14:nvPr/>
            </p14:nvContentPartPr>
            <p14:xfrm>
              <a:off x="7421949" y="1607305"/>
              <a:ext cx="26280" cy="21276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7110F3C8-D96D-4F1F-9700-03515B48793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403949" y="1571305"/>
                <a:ext cx="6192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B35F6BAF-7DE7-48B1-A511-681A4ECCEBCF}"/>
                  </a:ext>
                </a:extLst>
              </p14:cNvPr>
              <p14:cNvContentPartPr/>
              <p14:nvPr/>
            </p14:nvContentPartPr>
            <p14:xfrm>
              <a:off x="7536429" y="1491385"/>
              <a:ext cx="148680" cy="20052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B35F6BAF-7DE7-48B1-A511-681A4ECCEBC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518789" y="1455745"/>
                <a:ext cx="18432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C668E656-D28E-48BE-AD9E-50E0F529030F}"/>
                  </a:ext>
                </a:extLst>
              </p14:cNvPr>
              <p14:cNvContentPartPr/>
              <p14:nvPr/>
            </p14:nvContentPartPr>
            <p14:xfrm>
              <a:off x="7641549" y="1597225"/>
              <a:ext cx="44280" cy="23472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C668E656-D28E-48BE-AD9E-50E0F529030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623549" y="1561585"/>
                <a:ext cx="7992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5C7DD89C-973B-4A9C-909A-78C94919A911}"/>
                  </a:ext>
                </a:extLst>
              </p14:cNvPr>
              <p14:cNvContentPartPr/>
              <p14:nvPr/>
            </p14:nvContentPartPr>
            <p14:xfrm>
              <a:off x="7887789" y="1611985"/>
              <a:ext cx="156600" cy="1044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5C7DD89C-973B-4A9C-909A-78C94919A91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870149" y="1575985"/>
                <a:ext cx="19224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BAF39EFC-1AF4-4F98-96A9-D9370117751E}"/>
                  </a:ext>
                </a:extLst>
              </p14:cNvPr>
              <p14:cNvContentPartPr/>
              <p14:nvPr/>
            </p14:nvContentPartPr>
            <p14:xfrm>
              <a:off x="7925229" y="1482025"/>
              <a:ext cx="11160" cy="2628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BAF39EFC-1AF4-4F98-96A9-D9370117751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907229" y="1446025"/>
                <a:ext cx="4680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4D5C5D39-2B8B-494C-9D3B-F63BF14797CD}"/>
                  </a:ext>
                </a:extLst>
              </p14:cNvPr>
              <p14:cNvContentPartPr/>
              <p14:nvPr/>
            </p14:nvContentPartPr>
            <p14:xfrm>
              <a:off x="7930989" y="1708105"/>
              <a:ext cx="5040" cy="6804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4D5C5D39-2B8B-494C-9D3B-F63BF14797C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913349" y="1672465"/>
                <a:ext cx="4068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09E2D2B9-E247-4246-B535-D652EAA47641}"/>
                  </a:ext>
                </a:extLst>
              </p14:cNvPr>
              <p14:cNvContentPartPr/>
              <p14:nvPr/>
            </p14:nvContentPartPr>
            <p14:xfrm>
              <a:off x="8142669" y="1464025"/>
              <a:ext cx="171720" cy="24660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09E2D2B9-E247-4246-B535-D652EAA4764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124669" y="1428385"/>
                <a:ext cx="20736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048DD60E-1A24-42E9-92DA-B29B2826A452}"/>
                  </a:ext>
                </a:extLst>
              </p14:cNvPr>
              <p14:cNvContentPartPr/>
              <p14:nvPr/>
            </p14:nvContentPartPr>
            <p14:xfrm>
              <a:off x="8408709" y="1659865"/>
              <a:ext cx="28080" cy="16920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048DD60E-1A24-42E9-92DA-B29B2826A45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390709" y="1624225"/>
                <a:ext cx="6372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D42BA44A-E558-4DA5-B7AA-B67C46BE814A}"/>
                  </a:ext>
                </a:extLst>
              </p14:cNvPr>
              <p14:cNvContentPartPr/>
              <p14:nvPr/>
            </p14:nvContentPartPr>
            <p14:xfrm>
              <a:off x="8465229" y="1404985"/>
              <a:ext cx="215280" cy="33588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D42BA44A-E558-4DA5-B7AA-B67C46BE814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447229" y="1368985"/>
                <a:ext cx="25092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DFFA911B-2710-4202-96D1-23F5A119EA82}"/>
                  </a:ext>
                </a:extLst>
              </p14:cNvPr>
              <p14:cNvContentPartPr/>
              <p14:nvPr/>
            </p14:nvContentPartPr>
            <p14:xfrm>
              <a:off x="8503749" y="1564105"/>
              <a:ext cx="271800" cy="468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DFFA911B-2710-4202-96D1-23F5A119EA8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485749" y="1528465"/>
                <a:ext cx="30744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3286FFC4-7A97-42B0-9044-EEBDA77081BD}"/>
                  </a:ext>
                </a:extLst>
              </p14:cNvPr>
              <p14:cNvContentPartPr/>
              <p14:nvPr/>
            </p14:nvContentPartPr>
            <p14:xfrm>
              <a:off x="8869149" y="1378705"/>
              <a:ext cx="252720" cy="31824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3286FFC4-7A97-42B0-9044-EEBDA77081B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851509" y="1342705"/>
                <a:ext cx="28836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D6BED82B-4E9D-4384-9AA1-19874F4CB09B}"/>
                  </a:ext>
                </a:extLst>
              </p14:cNvPr>
              <p14:cNvContentPartPr/>
              <p14:nvPr/>
            </p14:nvContentPartPr>
            <p14:xfrm>
              <a:off x="3510189" y="2415865"/>
              <a:ext cx="1190880" cy="31824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D6BED82B-4E9D-4384-9AA1-19874F4CB09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492189" y="2379865"/>
                <a:ext cx="122652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0582A761-7FDF-4A9C-B3F9-2988C2FDCA5C}"/>
                  </a:ext>
                </a:extLst>
              </p14:cNvPr>
              <p14:cNvContentPartPr/>
              <p14:nvPr/>
            </p14:nvContentPartPr>
            <p14:xfrm>
              <a:off x="3561309" y="2690185"/>
              <a:ext cx="337320" cy="468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0582A761-7FDF-4A9C-B3F9-2988C2FDCA5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543309" y="2654185"/>
                <a:ext cx="37296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E9D766A2-039B-4F38-8268-428817EC5F61}"/>
                  </a:ext>
                </a:extLst>
              </p14:cNvPr>
              <p14:cNvContentPartPr/>
              <p14:nvPr/>
            </p14:nvContentPartPr>
            <p14:xfrm>
              <a:off x="3979989" y="2040385"/>
              <a:ext cx="121680" cy="21780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E9D766A2-039B-4F38-8268-428817EC5F6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962349" y="2004745"/>
                <a:ext cx="15732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CA046440-9E84-4855-BB5A-7C5ED2787358}"/>
                  </a:ext>
                </a:extLst>
              </p14:cNvPr>
              <p14:cNvContentPartPr/>
              <p14:nvPr/>
            </p14:nvContentPartPr>
            <p14:xfrm>
              <a:off x="4130469" y="1972705"/>
              <a:ext cx="37080" cy="27972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CA046440-9E84-4855-BB5A-7C5ED278735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112829" y="1937065"/>
                <a:ext cx="7272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9BE54DE0-7220-4DE4-B64E-FCA02AF448BC}"/>
                  </a:ext>
                </a:extLst>
              </p14:cNvPr>
              <p14:cNvContentPartPr/>
              <p14:nvPr/>
            </p14:nvContentPartPr>
            <p14:xfrm>
              <a:off x="4216869" y="2150905"/>
              <a:ext cx="37800" cy="13860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9BE54DE0-7220-4DE4-B64E-FCA02AF448B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198869" y="2115265"/>
                <a:ext cx="7344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3CC3347B-1866-4069-88B6-057640CD698D}"/>
                  </a:ext>
                </a:extLst>
              </p14:cNvPr>
              <p14:cNvContentPartPr/>
              <p14:nvPr/>
            </p14:nvContentPartPr>
            <p14:xfrm>
              <a:off x="4234869" y="2068465"/>
              <a:ext cx="305280" cy="23652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3CC3347B-1866-4069-88B6-057640CD698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217229" y="2032825"/>
                <a:ext cx="34092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C6A25ACB-97AF-429D-A6AF-B4FCD2ACE64A}"/>
                  </a:ext>
                </a:extLst>
              </p14:cNvPr>
              <p14:cNvContentPartPr/>
              <p14:nvPr/>
            </p14:nvContentPartPr>
            <p14:xfrm>
              <a:off x="7030989" y="3132985"/>
              <a:ext cx="360" cy="36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C6A25ACB-97AF-429D-A6AF-B4FCD2ACE64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013349" y="30969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5F5B97B8-48FE-4C7D-A6F2-C3E3689130DC}"/>
                  </a:ext>
                </a:extLst>
              </p14:cNvPr>
              <p14:cNvContentPartPr/>
              <p14:nvPr/>
            </p14:nvContentPartPr>
            <p14:xfrm>
              <a:off x="7015869" y="2988625"/>
              <a:ext cx="230760" cy="42768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5F5B97B8-48FE-4C7D-A6F2-C3E3689130D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998229" y="2952985"/>
                <a:ext cx="266400" cy="49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8375DBD5-0290-4B90-BB99-A6A97920D5DA}"/>
                  </a:ext>
                </a:extLst>
              </p14:cNvPr>
              <p14:cNvContentPartPr/>
              <p14:nvPr/>
            </p14:nvContentPartPr>
            <p14:xfrm>
              <a:off x="7253109" y="3323785"/>
              <a:ext cx="223920" cy="12240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8375DBD5-0290-4B90-BB99-A6A97920D5D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235109" y="3288145"/>
                <a:ext cx="25956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D2011383-91A3-43FF-B655-AEA6BAA49B66}"/>
                  </a:ext>
                </a:extLst>
              </p14:cNvPr>
              <p14:cNvContentPartPr/>
              <p14:nvPr/>
            </p14:nvContentPartPr>
            <p14:xfrm>
              <a:off x="7448949" y="3320905"/>
              <a:ext cx="158040" cy="14256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D2011383-91A3-43FF-B655-AEA6BAA49B6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431309" y="3285265"/>
                <a:ext cx="19368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60897AF2-9BC5-417D-951A-2EEDD45B4046}"/>
                  </a:ext>
                </a:extLst>
              </p14:cNvPr>
              <p14:cNvContentPartPr/>
              <p14:nvPr/>
            </p14:nvContentPartPr>
            <p14:xfrm>
              <a:off x="7868349" y="3185545"/>
              <a:ext cx="215280" cy="216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60897AF2-9BC5-417D-951A-2EEDD45B404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850709" y="3149905"/>
                <a:ext cx="25092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0A208018-DACF-4CCC-A042-4CE64D79AF2B}"/>
                  </a:ext>
                </a:extLst>
              </p14:cNvPr>
              <p14:cNvContentPartPr/>
              <p14:nvPr/>
            </p14:nvContentPartPr>
            <p14:xfrm>
              <a:off x="7906869" y="3315505"/>
              <a:ext cx="256680" cy="1368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0A208018-DACF-4CCC-A042-4CE64D79AF2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888869" y="3279865"/>
                <a:ext cx="29232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52E3DE15-2EED-481C-987D-1749A179EDAA}"/>
                  </a:ext>
                </a:extLst>
              </p14:cNvPr>
              <p14:cNvContentPartPr/>
              <p14:nvPr/>
            </p14:nvContentPartPr>
            <p14:xfrm>
              <a:off x="8315829" y="3005185"/>
              <a:ext cx="215280" cy="39420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52E3DE15-2EED-481C-987D-1749A179EDAA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298189" y="2969185"/>
                <a:ext cx="250920" cy="46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6EC69B8E-CC8D-4D57-B507-27FA2D32DD7E}"/>
                  </a:ext>
                </a:extLst>
              </p14:cNvPr>
              <p14:cNvContentPartPr/>
              <p14:nvPr/>
            </p14:nvContentPartPr>
            <p14:xfrm>
              <a:off x="8612109" y="3252865"/>
              <a:ext cx="182880" cy="22860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6EC69B8E-CC8D-4D57-B507-27FA2D32DD7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594109" y="3217225"/>
                <a:ext cx="21852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D8BEC589-785F-4C87-B189-68303DDF559B}"/>
                  </a:ext>
                </a:extLst>
              </p14:cNvPr>
              <p14:cNvContentPartPr/>
              <p14:nvPr/>
            </p14:nvContentPartPr>
            <p14:xfrm>
              <a:off x="8784549" y="3301465"/>
              <a:ext cx="123480" cy="19764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D8BEC589-785F-4C87-B189-68303DDF559B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8766549" y="3265465"/>
                <a:ext cx="15912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B6230A27-018A-40A1-95D0-228B80CC918A}"/>
                  </a:ext>
                </a:extLst>
              </p14:cNvPr>
              <p14:cNvContentPartPr/>
              <p14:nvPr/>
            </p14:nvContentPartPr>
            <p14:xfrm>
              <a:off x="8763309" y="3392545"/>
              <a:ext cx="139680" cy="468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B6230A27-018A-40A1-95D0-228B80CC918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745669" y="3356905"/>
                <a:ext cx="17532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1E3EFC83-6153-4299-9120-DBADE0CD6EDE}"/>
                  </a:ext>
                </a:extLst>
              </p14:cNvPr>
              <p14:cNvContentPartPr/>
              <p14:nvPr/>
            </p14:nvContentPartPr>
            <p14:xfrm>
              <a:off x="8792469" y="3268345"/>
              <a:ext cx="216720" cy="2340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1E3EFC83-6153-4299-9120-DBADE0CD6EDE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774829" y="3232705"/>
                <a:ext cx="25236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23E33C2D-514D-4D05-B79A-DCB0BF0271A6}"/>
                  </a:ext>
                </a:extLst>
              </p14:cNvPr>
              <p14:cNvContentPartPr/>
              <p14:nvPr/>
            </p14:nvContentPartPr>
            <p14:xfrm>
              <a:off x="9066789" y="3301465"/>
              <a:ext cx="15120" cy="17820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23E33C2D-514D-4D05-B79A-DCB0BF0271A6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049149" y="3265465"/>
                <a:ext cx="5076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DA9C58B2-5A03-456C-979D-526EFB312A52}"/>
                  </a:ext>
                </a:extLst>
              </p14:cNvPr>
              <p14:cNvContentPartPr/>
              <p14:nvPr/>
            </p14:nvContentPartPr>
            <p14:xfrm>
              <a:off x="9080829" y="3248545"/>
              <a:ext cx="200880" cy="28980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DA9C58B2-5A03-456C-979D-526EFB312A52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062829" y="3212545"/>
                <a:ext cx="236520" cy="3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08F34871-5B0A-4794-801F-E6D1E9A6C2F0}"/>
                  </a:ext>
                </a:extLst>
              </p14:cNvPr>
              <p14:cNvContentPartPr/>
              <p14:nvPr/>
            </p14:nvContentPartPr>
            <p14:xfrm>
              <a:off x="9369909" y="3276985"/>
              <a:ext cx="254880" cy="576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08F34871-5B0A-4794-801F-E6D1E9A6C2F0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351909" y="3240985"/>
                <a:ext cx="29052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101C2282-526E-4892-83C9-23C17721EEFE}"/>
                  </a:ext>
                </a:extLst>
              </p14:cNvPr>
              <p14:cNvContentPartPr/>
              <p14:nvPr/>
            </p14:nvContentPartPr>
            <p14:xfrm>
              <a:off x="9485469" y="3176185"/>
              <a:ext cx="24480" cy="23652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101C2282-526E-4892-83C9-23C17721EEF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467829" y="3140545"/>
                <a:ext cx="6012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128AC93F-8849-4E4B-9E98-1EE47E8EBCC3}"/>
                  </a:ext>
                </a:extLst>
              </p14:cNvPr>
              <p14:cNvContentPartPr/>
              <p14:nvPr/>
            </p14:nvContentPartPr>
            <p14:xfrm>
              <a:off x="9868509" y="3041185"/>
              <a:ext cx="146520" cy="35316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128AC93F-8849-4E4B-9E98-1EE47E8EBCC3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9850509" y="3005545"/>
                <a:ext cx="18216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53CE8C7C-6EB2-4284-B0AE-DA33303FD1AB}"/>
                  </a:ext>
                </a:extLst>
              </p14:cNvPr>
              <p14:cNvContentPartPr/>
              <p14:nvPr/>
            </p14:nvContentPartPr>
            <p14:xfrm>
              <a:off x="10095669" y="3017065"/>
              <a:ext cx="64080" cy="40860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53CE8C7C-6EB2-4284-B0AE-DA33303FD1AB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077669" y="2981425"/>
                <a:ext cx="99720" cy="48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F724E72D-2DB2-4DD8-AD8B-8E7B52CC911C}"/>
                  </a:ext>
                </a:extLst>
              </p14:cNvPr>
              <p14:cNvContentPartPr/>
              <p14:nvPr/>
            </p14:nvContentPartPr>
            <p14:xfrm>
              <a:off x="10183869" y="3320545"/>
              <a:ext cx="23760" cy="15660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F724E72D-2DB2-4DD8-AD8B-8E7B52CC911C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166229" y="3284905"/>
                <a:ext cx="5940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60D8516B-C1ED-4D96-B7FE-EFADAC7E86C2}"/>
                  </a:ext>
                </a:extLst>
              </p14:cNvPr>
              <p14:cNvContentPartPr/>
              <p14:nvPr/>
            </p14:nvContentPartPr>
            <p14:xfrm>
              <a:off x="10188189" y="3237385"/>
              <a:ext cx="243000" cy="23400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60D8516B-C1ED-4D96-B7FE-EFADAC7E86C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170189" y="3201385"/>
                <a:ext cx="27864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9067503E-659A-4AB1-9202-3DD76B9D8EF8}"/>
                  </a:ext>
                </a:extLst>
              </p14:cNvPr>
              <p14:cNvContentPartPr/>
              <p14:nvPr/>
            </p14:nvContentPartPr>
            <p14:xfrm>
              <a:off x="10578069" y="3219385"/>
              <a:ext cx="253080" cy="1512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9067503E-659A-4AB1-9202-3DD76B9D8EF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0560069" y="3183745"/>
                <a:ext cx="28872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856C27A9-0300-41BF-97CC-42ABFB65509F}"/>
                  </a:ext>
                </a:extLst>
              </p14:cNvPr>
              <p14:cNvContentPartPr/>
              <p14:nvPr/>
            </p14:nvContentPartPr>
            <p14:xfrm>
              <a:off x="10696869" y="3079705"/>
              <a:ext cx="35280" cy="26676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856C27A9-0300-41BF-97CC-42ABFB65509F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679229" y="3044065"/>
                <a:ext cx="7092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CA7457D9-8B74-436A-A3C0-9E358CC7A7CB}"/>
                  </a:ext>
                </a:extLst>
              </p14:cNvPr>
              <p14:cNvContentPartPr/>
              <p14:nvPr/>
            </p14:nvContentPartPr>
            <p14:xfrm>
              <a:off x="11039949" y="2909065"/>
              <a:ext cx="283680" cy="47340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CA7457D9-8B74-436A-A3C0-9E358CC7A7CB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1022309" y="2873065"/>
                <a:ext cx="319320" cy="54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9EB711DD-6D23-47A7-9285-2EF9F352E9F0}"/>
                  </a:ext>
                </a:extLst>
              </p14:cNvPr>
              <p14:cNvContentPartPr/>
              <p14:nvPr/>
            </p14:nvContentPartPr>
            <p14:xfrm>
              <a:off x="11318589" y="3238825"/>
              <a:ext cx="188640" cy="19368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9EB711DD-6D23-47A7-9285-2EF9F352E9F0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1300949" y="3203185"/>
                <a:ext cx="22428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DB497131-2DE9-49F8-98FA-A462D9BB7CB5}"/>
                  </a:ext>
                </a:extLst>
              </p14:cNvPr>
              <p14:cNvContentPartPr/>
              <p14:nvPr/>
            </p14:nvContentPartPr>
            <p14:xfrm>
              <a:off x="11622069" y="3219385"/>
              <a:ext cx="208080" cy="23328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DB497131-2DE9-49F8-98FA-A462D9BB7CB5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1604429" y="3183745"/>
                <a:ext cx="24372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570A14B5-523B-483C-9D3A-C20E054F3E8E}"/>
                  </a:ext>
                </a:extLst>
              </p14:cNvPr>
              <p14:cNvContentPartPr/>
              <p14:nvPr/>
            </p14:nvContentPartPr>
            <p14:xfrm>
              <a:off x="11006109" y="2921305"/>
              <a:ext cx="48600" cy="16596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570A14B5-523B-483C-9D3A-C20E054F3E8E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0988469" y="2885305"/>
                <a:ext cx="8424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1E47AC45-419C-46B3-BB79-835B0492FBA0}"/>
                  </a:ext>
                </a:extLst>
              </p14:cNvPr>
              <p14:cNvContentPartPr/>
              <p14:nvPr/>
            </p14:nvContentPartPr>
            <p14:xfrm>
              <a:off x="7030989" y="3926425"/>
              <a:ext cx="207360" cy="576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1E47AC45-419C-46B3-BB79-835B0492FBA0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013349" y="3890785"/>
                <a:ext cx="24300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FE9EAC3B-9913-457A-994D-CCE58308D8F6}"/>
                  </a:ext>
                </a:extLst>
              </p14:cNvPr>
              <p14:cNvContentPartPr/>
              <p14:nvPr/>
            </p14:nvContentPartPr>
            <p14:xfrm>
              <a:off x="6987789" y="3936505"/>
              <a:ext cx="219600" cy="31320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FE9EAC3B-9913-457A-994D-CCE58308D8F6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6969789" y="3900865"/>
                <a:ext cx="255240" cy="38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45BACF99-8F3F-47B3-851A-92C8AFD75AA7}"/>
                  </a:ext>
                </a:extLst>
              </p14:cNvPr>
              <p14:cNvContentPartPr/>
              <p14:nvPr/>
            </p14:nvContentPartPr>
            <p14:xfrm>
              <a:off x="7671069" y="4013545"/>
              <a:ext cx="235080" cy="2232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45BACF99-8F3F-47B3-851A-92C8AFD75AA7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653069" y="3977905"/>
                <a:ext cx="27072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95F9C8B0-2A02-411A-9668-0317994C0054}"/>
                  </a:ext>
                </a:extLst>
              </p14:cNvPr>
              <p14:cNvContentPartPr/>
              <p14:nvPr/>
            </p14:nvContentPartPr>
            <p14:xfrm>
              <a:off x="7728669" y="4148185"/>
              <a:ext cx="197640" cy="1692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95F9C8B0-2A02-411A-9668-0317994C0054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711029" y="4112545"/>
                <a:ext cx="23328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78681DB9-8A9D-4F34-A559-370E6880B713}"/>
                  </a:ext>
                </a:extLst>
              </p14:cNvPr>
              <p14:cNvContentPartPr/>
              <p14:nvPr/>
            </p14:nvContentPartPr>
            <p14:xfrm>
              <a:off x="8220429" y="3917425"/>
              <a:ext cx="233640" cy="26604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78681DB9-8A9D-4F34-A559-370E6880B713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202789" y="3881785"/>
                <a:ext cx="26928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825664CF-FD53-401C-8333-D80920AEEAD7}"/>
                  </a:ext>
                </a:extLst>
              </p14:cNvPr>
              <p14:cNvContentPartPr/>
              <p14:nvPr/>
            </p14:nvContentPartPr>
            <p14:xfrm>
              <a:off x="8506269" y="4109665"/>
              <a:ext cx="7200" cy="20520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825664CF-FD53-401C-8333-D80920AEEAD7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488629" y="4074025"/>
                <a:ext cx="4284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B268E433-4B54-4F6A-8262-3113EC9CC21D}"/>
                  </a:ext>
                </a:extLst>
              </p14:cNvPr>
              <p14:cNvContentPartPr/>
              <p14:nvPr/>
            </p14:nvContentPartPr>
            <p14:xfrm>
              <a:off x="8625789" y="3917425"/>
              <a:ext cx="159480" cy="25920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B268E433-4B54-4F6A-8262-3113EC9CC21D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607789" y="3881425"/>
                <a:ext cx="19512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33E0FD55-6EC3-49EB-8BD5-4906958F97BC}"/>
                  </a:ext>
                </a:extLst>
              </p14:cNvPr>
              <p14:cNvContentPartPr/>
              <p14:nvPr/>
            </p14:nvContentPartPr>
            <p14:xfrm>
              <a:off x="8754309" y="4042345"/>
              <a:ext cx="19080" cy="27828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33E0FD55-6EC3-49EB-8BD5-4906958F97BC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736669" y="4006705"/>
                <a:ext cx="5472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FF84FB77-7072-4D01-8D63-975A0F88BA54}"/>
                  </a:ext>
                </a:extLst>
              </p14:cNvPr>
              <p14:cNvContentPartPr/>
              <p14:nvPr/>
            </p14:nvContentPartPr>
            <p14:xfrm>
              <a:off x="9162909" y="4066465"/>
              <a:ext cx="279720" cy="1548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FF84FB77-7072-4D01-8D63-975A0F88BA54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9144909" y="4030465"/>
                <a:ext cx="3153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AA0225BA-769A-4972-A1B2-AF2AC33C821A}"/>
                  </a:ext>
                </a:extLst>
              </p14:cNvPr>
              <p14:cNvContentPartPr/>
              <p14:nvPr/>
            </p14:nvContentPartPr>
            <p14:xfrm>
              <a:off x="9268389" y="3965305"/>
              <a:ext cx="34560" cy="24300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AA0225BA-769A-4972-A1B2-AF2AC33C821A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9250749" y="3929305"/>
                <a:ext cx="7020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3B1812FF-BF2A-4840-BC99-0C4AC6168A4E}"/>
                  </a:ext>
                </a:extLst>
              </p14:cNvPr>
              <p14:cNvContentPartPr/>
              <p14:nvPr/>
            </p14:nvContentPartPr>
            <p14:xfrm>
              <a:off x="9624789" y="3833185"/>
              <a:ext cx="186480" cy="35460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3B1812FF-BF2A-4840-BC99-0C4AC6168A4E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607149" y="3797185"/>
                <a:ext cx="222120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79C9B60D-286D-45EE-AE71-6002B23C966F}"/>
                  </a:ext>
                </a:extLst>
              </p14:cNvPr>
              <p14:cNvContentPartPr/>
              <p14:nvPr/>
            </p14:nvContentPartPr>
            <p14:xfrm>
              <a:off x="9832509" y="4013185"/>
              <a:ext cx="249480" cy="25740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79C9B60D-286D-45EE-AE71-6002B23C966F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9814509" y="3977545"/>
                <a:ext cx="28512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0C4998E5-38FF-4A0F-9D95-8889A03A472A}"/>
                  </a:ext>
                </a:extLst>
              </p14:cNvPr>
              <p14:cNvContentPartPr/>
              <p14:nvPr/>
            </p14:nvContentPartPr>
            <p14:xfrm>
              <a:off x="10303749" y="4066465"/>
              <a:ext cx="245880" cy="468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0C4998E5-38FF-4A0F-9D95-8889A03A472A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285749" y="4030465"/>
                <a:ext cx="28152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61F64E3E-2E3D-4226-8E3E-5CD55FB2202F}"/>
                  </a:ext>
                </a:extLst>
              </p14:cNvPr>
              <p14:cNvContentPartPr/>
              <p14:nvPr/>
            </p14:nvContentPartPr>
            <p14:xfrm>
              <a:off x="10409229" y="3945865"/>
              <a:ext cx="10080" cy="23508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61F64E3E-2E3D-4226-8E3E-5CD55FB2202F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0391589" y="3910225"/>
                <a:ext cx="4572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3EDA237A-5CBB-44DD-A241-83FBAABF9091}"/>
                  </a:ext>
                </a:extLst>
              </p14:cNvPr>
              <p14:cNvContentPartPr/>
              <p14:nvPr/>
            </p14:nvContentPartPr>
            <p14:xfrm>
              <a:off x="10658349" y="3953785"/>
              <a:ext cx="169560" cy="22824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3EDA237A-5CBB-44DD-A241-83FBAABF9091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0640709" y="3918145"/>
                <a:ext cx="20520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08FD8088-1C52-4405-9F20-2E868B09FA50}"/>
                  </a:ext>
                </a:extLst>
              </p14:cNvPr>
              <p14:cNvContentPartPr/>
              <p14:nvPr/>
            </p14:nvContentPartPr>
            <p14:xfrm>
              <a:off x="10895229" y="4133785"/>
              <a:ext cx="9000" cy="16668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08FD8088-1C52-4405-9F20-2E868B09FA50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0877589" y="4097785"/>
                <a:ext cx="4464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D8F5548A-E657-4E40-A786-9C2DCD678AFF}"/>
                  </a:ext>
                </a:extLst>
              </p14:cNvPr>
              <p14:cNvContentPartPr/>
              <p14:nvPr/>
            </p14:nvContentPartPr>
            <p14:xfrm>
              <a:off x="11001429" y="3950185"/>
              <a:ext cx="298080" cy="24768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D8F5548A-E657-4E40-A786-9C2DCD678AFF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0983789" y="3914185"/>
                <a:ext cx="33372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56E4FE0C-83B2-4949-8CF6-1EC4492F51BE}"/>
                  </a:ext>
                </a:extLst>
              </p14:cNvPr>
              <p14:cNvContentPartPr/>
              <p14:nvPr/>
            </p14:nvContentPartPr>
            <p14:xfrm>
              <a:off x="6029829" y="4745065"/>
              <a:ext cx="133920" cy="37692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56E4FE0C-83B2-4949-8CF6-1EC4492F51BE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6011829" y="4709065"/>
                <a:ext cx="169560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C3EF150C-031C-4179-8EF4-687451176C6D}"/>
                  </a:ext>
                </a:extLst>
              </p14:cNvPr>
              <p14:cNvContentPartPr/>
              <p14:nvPr/>
            </p14:nvContentPartPr>
            <p14:xfrm>
              <a:off x="6260949" y="4723105"/>
              <a:ext cx="96480" cy="33696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C3EF150C-031C-4179-8EF4-687451176C6D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243309" y="4687105"/>
                <a:ext cx="132120" cy="4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D3A846B5-1060-48D1-B7AA-D6586A236CFB}"/>
                  </a:ext>
                </a:extLst>
              </p14:cNvPr>
              <p14:cNvContentPartPr/>
              <p14:nvPr/>
            </p14:nvContentPartPr>
            <p14:xfrm>
              <a:off x="6338349" y="5019025"/>
              <a:ext cx="52920" cy="18216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D3A846B5-1060-48D1-B7AA-D6586A236CFB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6320349" y="4983385"/>
                <a:ext cx="8856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A25F69D2-9C23-4C7D-9BF9-765E15CCB09E}"/>
                  </a:ext>
                </a:extLst>
              </p14:cNvPr>
              <p14:cNvContentPartPr/>
              <p14:nvPr/>
            </p14:nvContentPartPr>
            <p14:xfrm>
              <a:off x="6374709" y="4928305"/>
              <a:ext cx="230400" cy="26712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A25F69D2-9C23-4C7D-9BF9-765E15CCB09E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357069" y="4892665"/>
                <a:ext cx="26604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F826AA99-14E0-4EDF-BA4B-5E6D6B0E679B}"/>
                  </a:ext>
                </a:extLst>
              </p14:cNvPr>
              <p14:cNvContentPartPr/>
              <p14:nvPr/>
            </p14:nvContentPartPr>
            <p14:xfrm>
              <a:off x="6732909" y="4923265"/>
              <a:ext cx="185760" cy="396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F826AA99-14E0-4EDF-BA4B-5E6D6B0E679B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6714909" y="4887265"/>
                <a:ext cx="2214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1C119543-C0B6-4CCC-B0E5-C38888C776F1}"/>
                  </a:ext>
                </a:extLst>
              </p14:cNvPr>
              <p14:cNvContentPartPr/>
              <p14:nvPr/>
            </p14:nvContentPartPr>
            <p14:xfrm>
              <a:off x="6746949" y="5089585"/>
              <a:ext cx="166320" cy="1044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1C119543-C0B6-4CCC-B0E5-C38888C776F1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728949" y="5053585"/>
                <a:ext cx="20196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6DAF6AF7-823E-4592-A6AF-A59567F83EDC}"/>
                  </a:ext>
                </a:extLst>
              </p14:cNvPr>
              <p14:cNvContentPartPr/>
              <p14:nvPr/>
            </p14:nvContentPartPr>
            <p14:xfrm>
              <a:off x="7207389" y="4779265"/>
              <a:ext cx="304920" cy="30924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6DAF6AF7-823E-4592-A6AF-A59567F83EDC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189749" y="4743265"/>
                <a:ext cx="340560" cy="3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84DBEA3C-CA3A-4E22-811A-D935800DC399}"/>
                  </a:ext>
                </a:extLst>
              </p14:cNvPr>
              <p14:cNvContentPartPr/>
              <p14:nvPr/>
            </p14:nvContentPartPr>
            <p14:xfrm>
              <a:off x="7568109" y="4990585"/>
              <a:ext cx="31320" cy="23148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84DBEA3C-CA3A-4E22-811A-D935800DC399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550469" y="4954585"/>
                <a:ext cx="6696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84CAA7B1-B6F7-4C70-9953-9DE8BAECC050}"/>
                  </a:ext>
                </a:extLst>
              </p14:cNvPr>
              <p14:cNvContentPartPr/>
              <p14:nvPr/>
            </p14:nvContentPartPr>
            <p14:xfrm>
              <a:off x="7677909" y="4807345"/>
              <a:ext cx="188280" cy="26280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84CAA7B1-B6F7-4C70-9953-9DE8BAECC050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659909" y="4771705"/>
                <a:ext cx="22392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93D54A3F-46AC-453D-B1CA-872F340607D2}"/>
                  </a:ext>
                </a:extLst>
              </p14:cNvPr>
              <p14:cNvContentPartPr/>
              <p14:nvPr/>
            </p14:nvContentPartPr>
            <p14:xfrm>
              <a:off x="7803549" y="4918585"/>
              <a:ext cx="36360" cy="27000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93D54A3F-46AC-453D-B1CA-872F340607D2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7785549" y="4882585"/>
                <a:ext cx="7200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A3F10676-0876-4446-A7F1-FB57F18E59D3}"/>
                  </a:ext>
                </a:extLst>
              </p14:cNvPr>
              <p14:cNvContentPartPr/>
              <p14:nvPr/>
            </p14:nvContentPartPr>
            <p14:xfrm>
              <a:off x="7995789" y="4670905"/>
              <a:ext cx="253440" cy="41004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A3F10676-0876-4446-A7F1-FB57F18E59D3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7978149" y="4635265"/>
                <a:ext cx="289080" cy="48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68A28C16-1293-4D0B-B022-E26C4AC650F1}"/>
                  </a:ext>
                </a:extLst>
              </p14:cNvPr>
              <p14:cNvContentPartPr/>
              <p14:nvPr/>
            </p14:nvContentPartPr>
            <p14:xfrm>
              <a:off x="5482269" y="4508185"/>
              <a:ext cx="3175200" cy="107460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68A28C16-1293-4D0B-B022-E26C4AC650F1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5464269" y="4472545"/>
                <a:ext cx="3210840" cy="11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7EF3856F-9186-494E-BF67-60031DB25D7C}"/>
                  </a:ext>
                </a:extLst>
              </p14:cNvPr>
              <p14:cNvContentPartPr/>
              <p14:nvPr/>
            </p14:nvContentPartPr>
            <p14:xfrm>
              <a:off x="3263949" y="5835865"/>
              <a:ext cx="12960" cy="24804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7EF3856F-9186-494E-BF67-60031DB25D7C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3245949" y="5800225"/>
                <a:ext cx="4860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876DE73A-6FD6-4B68-B712-E6461B18F8CC}"/>
                  </a:ext>
                </a:extLst>
              </p14:cNvPr>
              <p14:cNvContentPartPr/>
              <p14:nvPr/>
            </p14:nvContentPartPr>
            <p14:xfrm>
              <a:off x="3219309" y="6088945"/>
              <a:ext cx="142200" cy="1368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876DE73A-6FD6-4B68-B712-E6461B18F8CC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3201309" y="6053305"/>
                <a:ext cx="17784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EB95AC48-C60E-4D6C-AD4E-390B1892ED03}"/>
                  </a:ext>
                </a:extLst>
              </p14:cNvPr>
              <p14:cNvContentPartPr/>
              <p14:nvPr/>
            </p14:nvContentPartPr>
            <p14:xfrm>
              <a:off x="3176109" y="5799145"/>
              <a:ext cx="154800" cy="1188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EB95AC48-C60E-4D6C-AD4E-390B1892ED03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3158109" y="5763505"/>
                <a:ext cx="19044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78" name="Cerneală 177">
                <a:extLst>
                  <a:ext uri="{FF2B5EF4-FFF2-40B4-BE49-F238E27FC236}">
                    <a16:creationId xmlns:a16="http://schemas.microsoft.com/office/drawing/2014/main" id="{D6E837DF-15CB-4C39-8B4D-82CD784E7A73}"/>
                  </a:ext>
                </a:extLst>
              </p14:cNvPr>
              <p14:cNvContentPartPr/>
              <p14:nvPr/>
            </p14:nvContentPartPr>
            <p14:xfrm>
              <a:off x="3461229" y="6025225"/>
              <a:ext cx="172800" cy="190800"/>
            </p14:xfrm>
          </p:contentPart>
        </mc:Choice>
        <mc:Fallback xmlns="">
          <p:pic>
            <p:nvPicPr>
              <p:cNvPr id="178" name="Cerneală 177">
                <a:extLst>
                  <a:ext uri="{FF2B5EF4-FFF2-40B4-BE49-F238E27FC236}">
                    <a16:creationId xmlns:a16="http://schemas.microsoft.com/office/drawing/2014/main" id="{D6E837DF-15CB-4C39-8B4D-82CD784E7A73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3443589" y="5989225"/>
                <a:ext cx="20844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828B7B62-CA1F-4049-9391-6487D332991F}"/>
                  </a:ext>
                </a:extLst>
              </p14:cNvPr>
              <p14:cNvContentPartPr/>
              <p14:nvPr/>
            </p14:nvContentPartPr>
            <p14:xfrm>
              <a:off x="3659589" y="6059065"/>
              <a:ext cx="131760" cy="17064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828B7B62-CA1F-4049-9391-6487D332991F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3641949" y="6023065"/>
                <a:ext cx="16740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FAB6AD75-3F38-4AE5-92C2-1ADDD974A84B}"/>
                  </a:ext>
                </a:extLst>
              </p14:cNvPr>
              <p14:cNvContentPartPr/>
              <p14:nvPr/>
            </p14:nvContentPartPr>
            <p14:xfrm>
              <a:off x="3618549" y="6124585"/>
              <a:ext cx="215640" cy="1476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FAB6AD75-3F38-4AE5-92C2-1ADDD974A84B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3600909" y="6088585"/>
                <a:ext cx="25128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54464AE6-DC8A-43F1-9B5E-984552E3C1B6}"/>
                  </a:ext>
                </a:extLst>
              </p14:cNvPr>
              <p14:cNvContentPartPr/>
              <p14:nvPr/>
            </p14:nvContentPartPr>
            <p14:xfrm>
              <a:off x="3681189" y="5996785"/>
              <a:ext cx="442440" cy="26172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54464AE6-DC8A-43F1-9B5E-984552E3C1B6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3663549" y="5961145"/>
                <a:ext cx="47808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59EC3015-7F05-4B9A-9BD3-05C6D00C0BAF}"/>
                  </a:ext>
                </a:extLst>
              </p14:cNvPr>
              <p14:cNvContentPartPr/>
              <p14:nvPr/>
            </p14:nvContentPartPr>
            <p14:xfrm>
              <a:off x="4263669" y="6097585"/>
              <a:ext cx="149400" cy="1440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59EC3015-7F05-4B9A-9BD3-05C6D00C0BAF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4246029" y="6061585"/>
                <a:ext cx="18504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83" name="Cerneală 182">
                <a:extLst>
                  <a:ext uri="{FF2B5EF4-FFF2-40B4-BE49-F238E27FC236}">
                    <a16:creationId xmlns:a16="http://schemas.microsoft.com/office/drawing/2014/main" id="{E946D9A2-65FE-433B-B84A-A8F9FF0AF2F5}"/>
                  </a:ext>
                </a:extLst>
              </p14:cNvPr>
              <p14:cNvContentPartPr/>
              <p14:nvPr/>
            </p14:nvContentPartPr>
            <p14:xfrm>
              <a:off x="4292469" y="6182905"/>
              <a:ext cx="144720" cy="6480"/>
            </p14:xfrm>
          </p:contentPart>
        </mc:Choice>
        <mc:Fallback xmlns="">
          <p:pic>
            <p:nvPicPr>
              <p:cNvPr id="183" name="Cerneală 182">
                <a:extLst>
                  <a:ext uri="{FF2B5EF4-FFF2-40B4-BE49-F238E27FC236}">
                    <a16:creationId xmlns:a16="http://schemas.microsoft.com/office/drawing/2014/main" id="{E946D9A2-65FE-433B-B84A-A8F9FF0AF2F5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4274469" y="6146905"/>
                <a:ext cx="18036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024E6DCA-6FC4-49DE-90F4-DFA2565DAD6F}"/>
                  </a:ext>
                </a:extLst>
              </p14:cNvPr>
              <p14:cNvContentPartPr/>
              <p14:nvPr/>
            </p14:nvContentPartPr>
            <p14:xfrm>
              <a:off x="4682349" y="5930905"/>
              <a:ext cx="72720" cy="31320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024E6DCA-6FC4-49DE-90F4-DFA2565DAD6F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4664709" y="5895265"/>
                <a:ext cx="108360" cy="38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D92FE34E-019A-4EBF-A53A-70471346121A}"/>
                  </a:ext>
                </a:extLst>
              </p14:cNvPr>
              <p14:cNvContentPartPr/>
              <p14:nvPr/>
            </p14:nvContentPartPr>
            <p14:xfrm>
              <a:off x="4686309" y="6226825"/>
              <a:ext cx="215280" cy="1944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D92FE34E-019A-4EBF-A53A-70471346121A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4668669" y="6190825"/>
                <a:ext cx="25092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8926368F-8D85-4AA5-835B-1A02BAEA075E}"/>
                  </a:ext>
                </a:extLst>
              </p14:cNvPr>
              <p14:cNvContentPartPr/>
              <p14:nvPr/>
            </p14:nvContentPartPr>
            <p14:xfrm>
              <a:off x="4932909" y="6020545"/>
              <a:ext cx="176400" cy="21060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8926368F-8D85-4AA5-835B-1A02BAEA075E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4915269" y="5984545"/>
                <a:ext cx="21204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88" name="Cerneală 187">
                <a:extLst>
                  <a:ext uri="{FF2B5EF4-FFF2-40B4-BE49-F238E27FC236}">
                    <a16:creationId xmlns:a16="http://schemas.microsoft.com/office/drawing/2014/main" id="{A5C81E95-DB8A-4C5F-B07B-D8872AB8DFD8}"/>
                  </a:ext>
                </a:extLst>
              </p14:cNvPr>
              <p14:cNvContentPartPr/>
              <p14:nvPr/>
            </p14:nvContentPartPr>
            <p14:xfrm>
              <a:off x="5230989" y="6048265"/>
              <a:ext cx="247320" cy="186480"/>
            </p14:xfrm>
          </p:contentPart>
        </mc:Choice>
        <mc:Fallback xmlns="">
          <p:pic>
            <p:nvPicPr>
              <p:cNvPr id="188" name="Cerneală 187">
                <a:extLst>
                  <a:ext uri="{FF2B5EF4-FFF2-40B4-BE49-F238E27FC236}">
                    <a16:creationId xmlns:a16="http://schemas.microsoft.com/office/drawing/2014/main" id="{A5C81E95-DB8A-4C5F-B07B-D8872AB8DFD8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5213349" y="6012265"/>
                <a:ext cx="28296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0025D8CE-627E-4342-9276-FD6A35F020EC}"/>
                  </a:ext>
                </a:extLst>
              </p14:cNvPr>
              <p14:cNvContentPartPr/>
              <p14:nvPr/>
            </p14:nvContentPartPr>
            <p14:xfrm>
              <a:off x="5636349" y="5930905"/>
              <a:ext cx="222120" cy="34128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0025D8CE-627E-4342-9276-FD6A35F020EC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5618349" y="5894905"/>
                <a:ext cx="25776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8BF62E95-BC8B-463A-9EF6-60F569A581AD}"/>
                  </a:ext>
                </a:extLst>
              </p14:cNvPr>
              <p14:cNvContentPartPr/>
              <p14:nvPr/>
            </p14:nvContentPartPr>
            <p14:xfrm>
              <a:off x="5649669" y="6081745"/>
              <a:ext cx="324000" cy="2556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8BF62E95-BC8B-463A-9EF6-60F569A581AD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5632029" y="6046105"/>
                <a:ext cx="35964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91" name="Cerneală 190">
                <a:extLst>
                  <a:ext uri="{FF2B5EF4-FFF2-40B4-BE49-F238E27FC236}">
                    <a16:creationId xmlns:a16="http://schemas.microsoft.com/office/drawing/2014/main" id="{858310A7-1F33-4A0F-90CB-82DD490E814C}"/>
                  </a:ext>
                </a:extLst>
              </p14:cNvPr>
              <p14:cNvContentPartPr/>
              <p14:nvPr/>
            </p14:nvContentPartPr>
            <p14:xfrm>
              <a:off x="6823989" y="6097585"/>
              <a:ext cx="251640" cy="14400"/>
            </p14:xfrm>
          </p:contentPart>
        </mc:Choice>
        <mc:Fallback xmlns="">
          <p:pic>
            <p:nvPicPr>
              <p:cNvPr id="191" name="Cerneală 190">
                <a:extLst>
                  <a:ext uri="{FF2B5EF4-FFF2-40B4-BE49-F238E27FC236}">
                    <a16:creationId xmlns:a16="http://schemas.microsoft.com/office/drawing/2014/main" id="{858310A7-1F33-4A0F-90CB-82DD490E814C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6806349" y="6061585"/>
                <a:ext cx="28728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01432B4D-00E3-494A-B891-2756939F6BF8}"/>
                  </a:ext>
                </a:extLst>
              </p14:cNvPr>
              <p14:cNvContentPartPr/>
              <p14:nvPr/>
            </p14:nvContentPartPr>
            <p14:xfrm>
              <a:off x="6833349" y="6204505"/>
              <a:ext cx="264960" cy="1944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01432B4D-00E3-494A-B891-2756939F6BF8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6815709" y="6168505"/>
                <a:ext cx="30060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32EB0225-A793-4F2C-B687-C8873468BE6F}"/>
                  </a:ext>
                </a:extLst>
              </p14:cNvPr>
              <p14:cNvContentPartPr/>
              <p14:nvPr/>
            </p14:nvContentPartPr>
            <p14:xfrm>
              <a:off x="7074189" y="5957905"/>
              <a:ext cx="276480" cy="36396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32EB0225-A793-4F2C-B687-C8873468BE6F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7056549" y="5921905"/>
                <a:ext cx="312120" cy="43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94" name="Cerneală 193">
                <a:extLst>
                  <a:ext uri="{FF2B5EF4-FFF2-40B4-BE49-F238E27FC236}">
                    <a16:creationId xmlns:a16="http://schemas.microsoft.com/office/drawing/2014/main" id="{87C0AEE8-BBEF-4BCA-8E0F-9F56F8E76D16}"/>
                  </a:ext>
                </a:extLst>
              </p14:cNvPr>
              <p14:cNvContentPartPr/>
              <p14:nvPr/>
            </p14:nvContentPartPr>
            <p14:xfrm>
              <a:off x="7643709" y="5895265"/>
              <a:ext cx="61560" cy="284400"/>
            </p14:xfrm>
          </p:contentPart>
        </mc:Choice>
        <mc:Fallback xmlns="">
          <p:pic>
            <p:nvPicPr>
              <p:cNvPr id="194" name="Cerneală 193">
                <a:extLst>
                  <a:ext uri="{FF2B5EF4-FFF2-40B4-BE49-F238E27FC236}">
                    <a16:creationId xmlns:a16="http://schemas.microsoft.com/office/drawing/2014/main" id="{87C0AEE8-BBEF-4BCA-8E0F-9F56F8E76D16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7626069" y="5859265"/>
                <a:ext cx="9720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0FDCE3BB-2D42-4846-B7A3-F4F5844216A4}"/>
                  </a:ext>
                </a:extLst>
              </p14:cNvPr>
              <p14:cNvContentPartPr/>
              <p14:nvPr/>
            </p14:nvContentPartPr>
            <p14:xfrm>
              <a:off x="7632549" y="5840185"/>
              <a:ext cx="458640" cy="41940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0FDCE3BB-2D42-4846-B7A3-F4F5844216A4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7614909" y="5804545"/>
                <a:ext cx="494280" cy="49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9ACC068C-E51C-48B2-A087-3ECC87E21144}"/>
                  </a:ext>
                </a:extLst>
              </p14:cNvPr>
              <p14:cNvContentPartPr/>
              <p14:nvPr/>
            </p14:nvContentPartPr>
            <p14:xfrm>
              <a:off x="8171469" y="6001465"/>
              <a:ext cx="165240" cy="468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9ACC068C-E51C-48B2-A087-3ECC87E21144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8153829" y="5965825"/>
                <a:ext cx="20088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D8A5B8E1-EF7A-4A4B-AD9B-1F83620069B9}"/>
                  </a:ext>
                </a:extLst>
              </p14:cNvPr>
              <p14:cNvContentPartPr/>
              <p14:nvPr/>
            </p14:nvContentPartPr>
            <p14:xfrm>
              <a:off x="8195589" y="6111625"/>
              <a:ext cx="208800" cy="1512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D8A5B8E1-EF7A-4A4B-AD9B-1F83620069B9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8177589" y="6075985"/>
                <a:ext cx="24444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98" name="Cerneală 197">
                <a:extLst>
                  <a:ext uri="{FF2B5EF4-FFF2-40B4-BE49-F238E27FC236}">
                    <a16:creationId xmlns:a16="http://schemas.microsoft.com/office/drawing/2014/main" id="{2D4CF963-4328-4B52-86F6-5B7315BBE660}"/>
                  </a:ext>
                </a:extLst>
              </p14:cNvPr>
              <p14:cNvContentPartPr/>
              <p14:nvPr/>
            </p14:nvContentPartPr>
            <p14:xfrm>
              <a:off x="8686629" y="6015505"/>
              <a:ext cx="1328760" cy="53280"/>
            </p14:xfrm>
          </p:contentPart>
        </mc:Choice>
        <mc:Fallback xmlns="">
          <p:pic>
            <p:nvPicPr>
              <p:cNvPr id="198" name="Cerneală 197">
                <a:extLst>
                  <a:ext uri="{FF2B5EF4-FFF2-40B4-BE49-F238E27FC236}">
                    <a16:creationId xmlns:a16="http://schemas.microsoft.com/office/drawing/2014/main" id="{2D4CF963-4328-4B52-86F6-5B7315BBE660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8668989" y="5979505"/>
                <a:ext cx="136440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99" name="Cerneală 198">
                <a:extLst>
                  <a:ext uri="{FF2B5EF4-FFF2-40B4-BE49-F238E27FC236}">
                    <a16:creationId xmlns:a16="http://schemas.microsoft.com/office/drawing/2014/main" id="{01557494-715B-4C03-B264-3693B4C30789}"/>
                  </a:ext>
                </a:extLst>
              </p14:cNvPr>
              <p14:cNvContentPartPr/>
              <p14:nvPr/>
            </p14:nvContentPartPr>
            <p14:xfrm>
              <a:off x="9056349" y="5511865"/>
              <a:ext cx="263880" cy="367920"/>
            </p14:xfrm>
          </p:contentPart>
        </mc:Choice>
        <mc:Fallback xmlns="">
          <p:pic>
            <p:nvPicPr>
              <p:cNvPr id="199" name="Cerneală 198">
                <a:extLst>
                  <a:ext uri="{FF2B5EF4-FFF2-40B4-BE49-F238E27FC236}">
                    <a16:creationId xmlns:a16="http://schemas.microsoft.com/office/drawing/2014/main" id="{01557494-715B-4C03-B264-3693B4C30789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9038709" y="5476225"/>
                <a:ext cx="299520" cy="43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200" name="Cerneală 199">
                <a:extLst>
                  <a:ext uri="{FF2B5EF4-FFF2-40B4-BE49-F238E27FC236}">
                    <a16:creationId xmlns:a16="http://schemas.microsoft.com/office/drawing/2014/main" id="{B4E7C614-8A41-48C8-9805-02B9C3849DF4}"/>
                  </a:ext>
                </a:extLst>
              </p14:cNvPr>
              <p14:cNvContentPartPr/>
              <p14:nvPr/>
            </p14:nvContentPartPr>
            <p14:xfrm>
              <a:off x="9324909" y="5670985"/>
              <a:ext cx="273240" cy="229680"/>
            </p14:xfrm>
          </p:contentPart>
        </mc:Choice>
        <mc:Fallback xmlns="">
          <p:pic>
            <p:nvPicPr>
              <p:cNvPr id="200" name="Cerneală 199">
                <a:extLst>
                  <a:ext uri="{FF2B5EF4-FFF2-40B4-BE49-F238E27FC236}">
                    <a16:creationId xmlns:a16="http://schemas.microsoft.com/office/drawing/2014/main" id="{B4E7C614-8A41-48C8-9805-02B9C3849DF4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9307269" y="5635345"/>
                <a:ext cx="30888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201" name="Cerneală 200">
                <a:extLst>
                  <a:ext uri="{FF2B5EF4-FFF2-40B4-BE49-F238E27FC236}">
                    <a16:creationId xmlns:a16="http://schemas.microsoft.com/office/drawing/2014/main" id="{86398024-A0A2-4567-9AC3-C3B2FAF92D5B}"/>
                  </a:ext>
                </a:extLst>
              </p14:cNvPr>
              <p14:cNvContentPartPr/>
              <p14:nvPr/>
            </p14:nvContentPartPr>
            <p14:xfrm>
              <a:off x="9053829" y="6174265"/>
              <a:ext cx="42120" cy="210240"/>
            </p14:xfrm>
          </p:contentPart>
        </mc:Choice>
        <mc:Fallback xmlns="">
          <p:pic>
            <p:nvPicPr>
              <p:cNvPr id="201" name="Cerneală 200">
                <a:extLst>
                  <a:ext uri="{FF2B5EF4-FFF2-40B4-BE49-F238E27FC236}">
                    <a16:creationId xmlns:a16="http://schemas.microsoft.com/office/drawing/2014/main" id="{86398024-A0A2-4567-9AC3-C3B2FAF92D5B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9036189" y="6138265"/>
                <a:ext cx="7776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202" name="Cerneală 201">
                <a:extLst>
                  <a:ext uri="{FF2B5EF4-FFF2-40B4-BE49-F238E27FC236}">
                    <a16:creationId xmlns:a16="http://schemas.microsoft.com/office/drawing/2014/main" id="{574E57E7-F181-4DEC-97B1-214422A43726}"/>
                  </a:ext>
                </a:extLst>
              </p14:cNvPr>
              <p14:cNvContentPartPr/>
              <p14:nvPr/>
            </p14:nvContentPartPr>
            <p14:xfrm>
              <a:off x="9008829" y="6440305"/>
              <a:ext cx="138600" cy="14040"/>
            </p14:xfrm>
          </p:contentPart>
        </mc:Choice>
        <mc:Fallback xmlns="">
          <p:pic>
            <p:nvPicPr>
              <p:cNvPr id="202" name="Cerneală 201">
                <a:extLst>
                  <a:ext uri="{FF2B5EF4-FFF2-40B4-BE49-F238E27FC236}">
                    <a16:creationId xmlns:a16="http://schemas.microsoft.com/office/drawing/2014/main" id="{574E57E7-F181-4DEC-97B1-214422A43726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8991189" y="6404305"/>
                <a:ext cx="17424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203" name="Cerneală 202">
                <a:extLst>
                  <a:ext uri="{FF2B5EF4-FFF2-40B4-BE49-F238E27FC236}">
                    <a16:creationId xmlns:a16="http://schemas.microsoft.com/office/drawing/2014/main" id="{928710BA-D974-49B8-A1AD-A90DA3957713}"/>
                  </a:ext>
                </a:extLst>
              </p14:cNvPr>
              <p14:cNvContentPartPr/>
              <p14:nvPr/>
            </p14:nvContentPartPr>
            <p14:xfrm>
              <a:off x="9018549" y="6174265"/>
              <a:ext cx="131400" cy="10080"/>
            </p14:xfrm>
          </p:contentPart>
        </mc:Choice>
        <mc:Fallback xmlns="">
          <p:pic>
            <p:nvPicPr>
              <p:cNvPr id="203" name="Cerneală 202">
                <a:extLst>
                  <a:ext uri="{FF2B5EF4-FFF2-40B4-BE49-F238E27FC236}">
                    <a16:creationId xmlns:a16="http://schemas.microsoft.com/office/drawing/2014/main" id="{928710BA-D974-49B8-A1AD-A90DA3957713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9000549" y="6138625"/>
                <a:ext cx="16704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204" name="Cerneală 203">
                <a:extLst>
                  <a:ext uri="{FF2B5EF4-FFF2-40B4-BE49-F238E27FC236}">
                    <a16:creationId xmlns:a16="http://schemas.microsoft.com/office/drawing/2014/main" id="{938E5037-AF0C-4E90-96BF-4B5DF69E3C1A}"/>
                  </a:ext>
                </a:extLst>
              </p14:cNvPr>
              <p14:cNvContentPartPr/>
              <p14:nvPr/>
            </p14:nvContentPartPr>
            <p14:xfrm>
              <a:off x="9230229" y="6261025"/>
              <a:ext cx="210240" cy="198000"/>
            </p14:xfrm>
          </p:contentPart>
        </mc:Choice>
        <mc:Fallback xmlns="">
          <p:pic>
            <p:nvPicPr>
              <p:cNvPr id="204" name="Cerneală 203">
                <a:extLst>
                  <a:ext uri="{FF2B5EF4-FFF2-40B4-BE49-F238E27FC236}">
                    <a16:creationId xmlns:a16="http://schemas.microsoft.com/office/drawing/2014/main" id="{938E5037-AF0C-4E90-96BF-4B5DF69E3C1A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9212589" y="6225385"/>
                <a:ext cx="24588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205" name="Cerneală 204">
                <a:extLst>
                  <a:ext uri="{FF2B5EF4-FFF2-40B4-BE49-F238E27FC236}">
                    <a16:creationId xmlns:a16="http://schemas.microsoft.com/office/drawing/2014/main" id="{3BD1D7B0-888B-45D7-897E-145A953134F7}"/>
                  </a:ext>
                </a:extLst>
              </p14:cNvPr>
              <p14:cNvContentPartPr/>
              <p14:nvPr/>
            </p14:nvContentPartPr>
            <p14:xfrm>
              <a:off x="9486909" y="6266065"/>
              <a:ext cx="23040" cy="159480"/>
            </p14:xfrm>
          </p:contentPart>
        </mc:Choice>
        <mc:Fallback xmlns="">
          <p:pic>
            <p:nvPicPr>
              <p:cNvPr id="205" name="Cerneală 204">
                <a:extLst>
                  <a:ext uri="{FF2B5EF4-FFF2-40B4-BE49-F238E27FC236}">
                    <a16:creationId xmlns:a16="http://schemas.microsoft.com/office/drawing/2014/main" id="{3BD1D7B0-888B-45D7-897E-145A953134F7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9468909" y="6230065"/>
                <a:ext cx="5868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207" name="Cerneală 206">
                <a:extLst>
                  <a:ext uri="{FF2B5EF4-FFF2-40B4-BE49-F238E27FC236}">
                    <a16:creationId xmlns:a16="http://schemas.microsoft.com/office/drawing/2014/main" id="{134EA52A-F19A-441B-8AC5-53E4A7C8BF17}"/>
                  </a:ext>
                </a:extLst>
              </p14:cNvPr>
              <p14:cNvContentPartPr/>
              <p14:nvPr/>
            </p14:nvContentPartPr>
            <p14:xfrm>
              <a:off x="9504909" y="6443545"/>
              <a:ext cx="123840" cy="15120"/>
            </p14:xfrm>
          </p:contentPart>
        </mc:Choice>
        <mc:Fallback xmlns="">
          <p:pic>
            <p:nvPicPr>
              <p:cNvPr id="207" name="Cerneală 206">
                <a:extLst>
                  <a:ext uri="{FF2B5EF4-FFF2-40B4-BE49-F238E27FC236}">
                    <a16:creationId xmlns:a16="http://schemas.microsoft.com/office/drawing/2014/main" id="{134EA52A-F19A-441B-8AC5-53E4A7C8BF17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9486909" y="6407545"/>
                <a:ext cx="15948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208" name="Cerneală 207">
                <a:extLst>
                  <a:ext uri="{FF2B5EF4-FFF2-40B4-BE49-F238E27FC236}">
                    <a16:creationId xmlns:a16="http://schemas.microsoft.com/office/drawing/2014/main" id="{0B97CCA8-EF2F-4972-86E8-8442AC2466FD}"/>
                  </a:ext>
                </a:extLst>
              </p14:cNvPr>
              <p14:cNvContentPartPr/>
              <p14:nvPr/>
            </p14:nvContentPartPr>
            <p14:xfrm>
              <a:off x="9480429" y="6361825"/>
              <a:ext cx="148320" cy="5400"/>
            </p14:xfrm>
          </p:contentPart>
        </mc:Choice>
        <mc:Fallback xmlns="">
          <p:pic>
            <p:nvPicPr>
              <p:cNvPr id="208" name="Cerneală 207">
                <a:extLst>
                  <a:ext uri="{FF2B5EF4-FFF2-40B4-BE49-F238E27FC236}">
                    <a16:creationId xmlns:a16="http://schemas.microsoft.com/office/drawing/2014/main" id="{0B97CCA8-EF2F-4972-86E8-8442AC2466FD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9462789" y="6326185"/>
                <a:ext cx="18396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209" name="Cerneală 208">
                <a:extLst>
                  <a:ext uri="{FF2B5EF4-FFF2-40B4-BE49-F238E27FC236}">
                    <a16:creationId xmlns:a16="http://schemas.microsoft.com/office/drawing/2014/main" id="{C03377E4-BE46-4132-9381-481D676BE661}"/>
                  </a:ext>
                </a:extLst>
              </p14:cNvPr>
              <p14:cNvContentPartPr/>
              <p14:nvPr/>
            </p14:nvContentPartPr>
            <p14:xfrm>
              <a:off x="9518949" y="6236905"/>
              <a:ext cx="155880" cy="5040"/>
            </p14:xfrm>
          </p:contentPart>
        </mc:Choice>
        <mc:Fallback xmlns="">
          <p:pic>
            <p:nvPicPr>
              <p:cNvPr id="209" name="Cerneală 208">
                <a:extLst>
                  <a:ext uri="{FF2B5EF4-FFF2-40B4-BE49-F238E27FC236}">
                    <a16:creationId xmlns:a16="http://schemas.microsoft.com/office/drawing/2014/main" id="{C03377E4-BE46-4132-9381-481D676BE661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9501309" y="6200905"/>
                <a:ext cx="19152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210" name="Cerneală 209">
                <a:extLst>
                  <a:ext uri="{FF2B5EF4-FFF2-40B4-BE49-F238E27FC236}">
                    <a16:creationId xmlns:a16="http://schemas.microsoft.com/office/drawing/2014/main" id="{01B81282-2EA8-43C0-A77F-A231724457CE}"/>
                  </a:ext>
                </a:extLst>
              </p14:cNvPr>
              <p14:cNvContentPartPr/>
              <p14:nvPr/>
            </p14:nvContentPartPr>
            <p14:xfrm>
              <a:off x="9774189" y="6236905"/>
              <a:ext cx="26640" cy="170640"/>
            </p14:xfrm>
          </p:contentPart>
        </mc:Choice>
        <mc:Fallback xmlns="">
          <p:pic>
            <p:nvPicPr>
              <p:cNvPr id="210" name="Cerneală 209">
                <a:extLst>
                  <a:ext uri="{FF2B5EF4-FFF2-40B4-BE49-F238E27FC236}">
                    <a16:creationId xmlns:a16="http://schemas.microsoft.com/office/drawing/2014/main" id="{01B81282-2EA8-43C0-A77F-A231724457CE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9756189" y="6200905"/>
                <a:ext cx="6228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211" name="Cerneală 210">
                <a:extLst>
                  <a:ext uri="{FF2B5EF4-FFF2-40B4-BE49-F238E27FC236}">
                    <a16:creationId xmlns:a16="http://schemas.microsoft.com/office/drawing/2014/main" id="{E32B3316-3682-40D7-B4E9-8075DCE3D549}"/>
                  </a:ext>
                </a:extLst>
              </p14:cNvPr>
              <p14:cNvContentPartPr/>
              <p14:nvPr/>
            </p14:nvContentPartPr>
            <p14:xfrm>
              <a:off x="9788589" y="6212785"/>
              <a:ext cx="161640" cy="242280"/>
            </p14:xfrm>
          </p:contentPart>
        </mc:Choice>
        <mc:Fallback xmlns="">
          <p:pic>
            <p:nvPicPr>
              <p:cNvPr id="211" name="Cerneală 210">
                <a:extLst>
                  <a:ext uri="{FF2B5EF4-FFF2-40B4-BE49-F238E27FC236}">
                    <a16:creationId xmlns:a16="http://schemas.microsoft.com/office/drawing/2014/main" id="{E32B3316-3682-40D7-B4E9-8075DCE3D549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9770949" y="6177145"/>
                <a:ext cx="19728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212" name="Cerneală 211">
                <a:extLst>
                  <a:ext uri="{FF2B5EF4-FFF2-40B4-BE49-F238E27FC236}">
                    <a16:creationId xmlns:a16="http://schemas.microsoft.com/office/drawing/2014/main" id="{0ECDA24C-3EB8-4D5E-9A36-00DD6526E776}"/>
                  </a:ext>
                </a:extLst>
              </p14:cNvPr>
              <p14:cNvContentPartPr/>
              <p14:nvPr/>
            </p14:nvContentPartPr>
            <p14:xfrm>
              <a:off x="10159389" y="5986705"/>
              <a:ext cx="177480" cy="5760"/>
            </p14:xfrm>
          </p:contentPart>
        </mc:Choice>
        <mc:Fallback xmlns="">
          <p:pic>
            <p:nvPicPr>
              <p:cNvPr id="212" name="Cerneală 211">
                <a:extLst>
                  <a:ext uri="{FF2B5EF4-FFF2-40B4-BE49-F238E27FC236}">
                    <a16:creationId xmlns:a16="http://schemas.microsoft.com/office/drawing/2014/main" id="{0ECDA24C-3EB8-4D5E-9A36-00DD6526E776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10141389" y="5950705"/>
                <a:ext cx="21312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213" name="Cerneală 212">
                <a:extLst>
                  <a:ext uri="{FF2B5EF4-FFF2-40B4-BE49-F238E27FC236}">
                    <a16:creationId xmlns:a16="http://schemas.microsoft.com/office/drawing/2014/main" id="{46FFD8B9-05E6-478E-8709-5BE4797C2AC3}"/>
                  </a:ext>
                </a:extLst>
              </p14:cNvPr>
              <p14:cNvContentPartPr/>
              <p14:nvPr/>
            </p14:nvContentPartPr>
            <p14:xfrm>
              <a:off x="10178469" y="6102265"/>
              <a:ext cx="142200" cy="23040"/>
            </p14:xfrm>
          </p:contentPart>
        </mc:Choice>
        <mc:Fallback xmlns="">
          <p:pic>
            <p:nvPicPr>
              <p:cNvPr id="213" name="Cerneală 212">
                <a:extLst>
                  <a:ext uri="{FF2B5EF4-FFF2-40B4-BE49-F238E27FC236}">
                    <a16:creationId xmlns:a16="http://schemas.microsoft.com/office/drawing/2014/main" id="{46FFD8B9-05E6-478E-8709-5BE4797C2AC3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10160829" y="6066265"/>
                <a:ext cx="17784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214" name="Cerneală 213">
                <a:extLst>
                  <a:ext uri="{FF2B5EF4-FFF2-40B4-BE49-F238E27FC236}">
                    <a16:creationId xmlns:a16="http://schemas.microsoft.com/office/drawing/2014/main" id="{A34AE27E-D90E-410C-B924-A7948E205B7F}"/>
                  </a:ext>
                </a:extLst>
              </p14:cNvPr>
              <p14:cNvContentPartPr/>
              <p14:nvPr/>
            </p14:nvContentPartPr>
            <p14:xfrm>
              <a:off x="10587429" y="6038545"/>
              <a:ext cx="465480" cy="25560"/>
            </p14:xfrm>
          </p:contentPart>
        </mc:Choice>
        <mc:Fallback xmlns="">
          <p:pic>
            <p:nvPicPr>
              <p:cNvPr id="214" name="Cerneală 213">
                <a:extLst>
                  <a:ext uri="{FF2B5EF4-FFF2-40B4-BE49-F238E27FC236}">
                    <a16:creationId xmlns:a16="http://schemas.microsoft.com/office/drawing/2014/main" id="{A34AE27E-D90E-410C-B924-A7948E205B7F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0569789" y="6002905"/>
                <a:ext cx="50112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215" name="Cerneală 214">
                <a:extLst>
                  <a:ext uri="{FF2B5EF4-FFF2-40B4-BE49-F238E27FC236}">
                    <a16:creationId xmlns:a16="http://schemas.microsoft.com/office/drawing/2014/main" id="{D23929EF-CDB7-49A4-940E-51F4228CEC9F}"/>
                  </a:ext>
                </a:extLst>
              </p14:cNvPr>
              <p14:cNvContentPartPr/>
              <p14:nvPr/>
            </p14:nvContentPartPr>
            <p14:xfrm>
              <a:off x="10521549" y="5587105"/>
              <a:ext cx="177120" cy="180360"/>
            </p14:xfrm>
          </p:contentPart>
        </mc:Choice>
        <mc:Fallback xmlns="">
          <p:pic>
            <p:nvPicPr>
              <p:cNvPr id="215" name="Cerneală 214">
                <a:extLst>
                  <a:ext uri="{FF2B5EF4-FFF2-40B4-BE49-F238E27FC236}">
                    <a16:creationId xmlns:a16="http://schemas.microsoft.com/office/drawing/2014/main" id="{D23929EF-CDB7-49A4-940E-51F4228CEC9F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0503549" y="5551105"/>
                <a:ext cx="21276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216" name="Cerneală 215">
                <a:extLst>
                  <a:ext uri="{FF2B5EF4-FFF2-40B4-BE49-F238E27FC236}">
                    <a16:creationId xmlns:a16="http://schemas.microsoft.com/office/drawing/2014/main" id="{CA9AF297-AC9D-4C61-BE29-3C9D3E887F50}"/>
                  </a:ext>
                </a:extLst>
              </p14:cNvPr>
              <p14:cNvContentPartPr/>
              <p14:nvPr/>
            </p14:nvContentPartPr>
            <p14:xfrm>
              <a:off x="10727469" y="5736505"/>
              <a:ext cx="18360" cy="140760"/>
            </p14:xfrm>
          </p:contentPart>
        </mc:Choice>
        <mc:Fallback xmlns="">
          <p:pic>
            <p:nvPicPr>
              <p:cNvPr id="216" name="Cerneală 215">
                <a:extLst>
                  <a:ext uri="{FF2B5EF4-FFF2-40B4-BE49-F238E27FC236}">
                    <a16:creationId xmlns:a16="http://schemas.microsoft.com/office/drawing/2014/main" id="{CA9AF297-AC9D-4C61-BE29-3C9D3E887F50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10709469" y="5700865"/>
                <a:ext cx="5400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217" name="Cerneală 216">
                <a:extLst>
                  <a:ext uri="{FF2B5EF4-FFF2-40B4-BE49-F238E27FC236}">
                    <a16:creationId xmlns:a16="http://schemas.microsoft.com/office/drawing/2014/main" id="{5FC0711A-F246-41B8-9731-8B24F7AD4B7D}"/>
                  </a:ext>
                </a:extLst>
              </p14:cNvPr>
              <p14:cNvContentPartPr/>
              <p14:nvPr/>
            </p14:nvContentPartPr>
            <p14:xfrm>
              <a:off x="10865349" y="5562985"/>
              <a:ext cx="175320" cy="170640"/>
            </p14:xfrm>
          </p:contentPart>
        </mc:Choice>
        <mc:Fallback xmlns="">
          <p:pic>
            <p:nvPicPr>
              <p:cNvPr id="217" name="Cerneală 216">
                <a:extLst>
                  <a:ext uri="{FF2B5EF4-FFF2-40B4-BE49-F238E27FC236}">
                    <a16:creationId xmlns:a16="http://schemas.microsoft.com/office/drawing/2014/main" id="{5FC0711A-F246-41B8-9731-8B24F7AD4B7D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10847349" y="5527345"/>
                <a:ext cx="21096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218" name="Cerneală 217">
                <a:extLst>
                  <a:ext uri="{FF2B5EF4-FFF2-40B4-BE49-F238E27FC236}">
                    <a16:creationId xmlns:a16="http://schemas.microsoft.com/office/drawing/2014/main" id="{8D4E2B1B-C853-44F5-8DD2-44715A0C5D06}"/>
                  </a:ext>
                </a:extLst>
              </p14:cNvPr>
              <p14:cNvContentPartPr/>
              <p14:nvPr/>
            </p14:nvContentPartPr>
            <p14:xfrm>
              <a:off x="10978029" y="5673865"/>
              <a:ext cx="33480" cy="199440"/>
            </p14:xfrm>
          </p:contentPart>
        </mc:Choice>
        <mc:Fallback xmlns="">
          <p:pic>
            <p:nvPicPr>
              <p:cNvPr id="218" name="Cerneală 217">
                <a:extLst>
                  <a:ext uri="{FF2B5EF4-FFF2-40B4-BE49-F238E27FC236}">
                    <a16:creationId xmlns:a16="http://schemas.microsoft.com/office/drawing/2014/main" id="{8D4E2B1B-C853-44F5-8DD2-44715A0C5D06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10960029" y="5638225"/>
                <a:ext cx="6912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219" name="Cerneală 218">
                <a:extLst>
                  <a:ext uri="{FF2B5EF4-FFF2-40B4-BE49-F238E27FC236}">
                    <a16:creationId xmlns:a16="http://schemas.microsoft.com/office/drawing/2014/main" id="{BEA46AE9-C643-4A5C-B70A-7437483FA4AD}"/>
                  </a:ext>
                </a:extLst>
              </p14:cNvPr>
              <p14:cNvContentPartPr/>
              <p14:nvPr/>
            </p14:nvContentPartPr>
            <p14:xfrm>
              <a:off x="10727109" y="6213505"/>
              <a:ext cx="39240" cy="195840"/>
            </p14:xfrm>
          </p:contentPart>
        </mc:Choice>
        <mc:Fallback xmlns="">
          <p:pic>
            <p:nvPicPr>
              <p:cNvPr id="219" name="Cerneală 218">
                <a:extLst>
                  <a:ext uri="{FF2B5EF4-FFF2-40B4-BE49-F238E27FC236}">
                    <a16:creationId xmlns:a16="http://schemas.microsoft.com/office/drawing/2014/main" id="{BEA46AE9-C643-4A5C-B70A-7437483FA4AD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10709469" y="6177865"/>
                <a:ext cx="7488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220" name="Cerneală 219">
                <a:extLst>
                  <a:ext uri="{FF2B5EF4-FFF2-40B4-BE49-F238E27FC236}">
                    <a16:creationId xmlns:a16="http://schemas.microsoft.com/office/drawing/2014/main" id="{903141CB-B181-438E-8AD3-2B8E04389B21}"/>
                  </a:ext>
                </a:extLst>
              </p14:cNvPr>
              <p14:cNvContentPartPr/>
              <p14:nvPr/>
            </p14:nvContentPartPr>
            <p14:xfrm>
              <a:off x="10861749" y="6226465"/>
              <a:ext cx="136800" cy="173880"/>
            </p14:xfrm>
          </p:contentPart>
        </mc:Choice>
        <mc:Fallback xmlns="">
          <p:pic>
            <p:nvPicPr>
              <p:cNvPr id="220" name="Cerneală 219">
                <a:extLst>
                  <a:ext uri="{FF2B5EF4-FFF2-40B4-BE49-F238E27FC236}">
                    <a16:creationId xmlns:a16="http://schemas.microsoft.com/office/drawing/2014/main" id="{903141CB-B181-438E-8AD3-2B8E04389B21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10844109" y="6190465"/>
                <a:ext cx="17244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221" name="Cerneală 220">
                <a:extLst>
                  <a:ext uri="{FF2B5EF4-FFF2-40B4-BE49-F238E27FC236}">
                    <a16:creationId xmlns:a16="http://schemas.microsoft.com/office/drawing/2014/main" id="{CF9B31C1-E495-453C-A584-F123B4282EA0}"/>
                  </a:ext>
                </a:extLst>
              </p14:cNvPr>
              <p14:cNvContentPartPr/>
              <p14:nvPr/>
            </p14:nvContentPartPr>
            <p14:xfrm>
              <a:off x="11198709" y="6001105"/>
              <a:ext cx="109800" cy="10080"/>
            </p14:xfrm>
          </p:contentPart>
        </mc:Choice>
        <mc:Fallback xmlns="">
          <p:pic>
            <p:nvPicPr>
              <p:cNvPr id="221" name="Cerneală 220">
                <a:extLst>
                  <a:ext uri="{FF2B5EF4-FFF2-40B4-BE49-F238E27FC236}">
                    <a16:creationId xmlns:a16="http://schemas.microsoft.com/office/drawing/2014/main" id="{CF9B31C1-E495-453C-A584-F123B4282EA0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11180709" y="5965105"/>
                <a:ext cx="14544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222" name="Cerneală 221">
                <a:extLst>
                  <a:ext uri="{FF2B5EF4-FFF2-40B4-BE49-F238E27FC236}">
                    <a16:creationId xmlns:a16="http://schemas.microsoft.com/office/drawing/2014/main" id="{71084F17-067A-4B5B-B420-4D8A40C66000}"/>
                  </a:ext>
                </a:extLst>
              </p14:cNvPr>
              <p14:cNvContentPartPr/>
              <p14:nvPr/>
            </p14:nvContentPartPr>
            <p14:xfrm>
              <a:off x="11222829" y="6092905"/>
              <a:ext cx="102240" cy="28440"/>
            </p14:xfrm>
          </p:contentPart>
        </mc:Choice>
        <mc:Fallback xmlns="">
          <p:pic>
            <p:nvPicPr>
              <p:cNvPr id="222" name="Cerneală 221">
                <a:extLst>
                  <a:ext uri="{FF2B5EF4-FFF2-40B4-BE49-F238E27FC236}">
                    <a16:creationId xmlns:a16="http://schemas.microsoft.com/office/drawing/2014/main" id="{71084F17-067A-4B5B-B420-4D8A40C66000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11204829" y="6056905"/>
                <a:ext cx="13788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223" name="Cerneală 222">
                <a:extLst>
                  <a:ext uri="{FF2B5EF4-FFF2-40B4-BE49-F238E27FC236}">
                    <a16:creationId xmlns:a16="http://schemas.microsoft.com/office/drawing/2014/main" id="{494187BC-1022-4D09-8CE2-488154CF05BF}"/>
                  </a:ext>
                </a:extLst>
              </p14:cNvPr>
              <p14:cNvContentPartPr/>
              <p14:nvPr/>
            </p14:nvContentPartPr>
            <p14:xfrm>
              <a:off x="11064069" y="6294505"/>
              <a:ext cx="164880" cy="125280"/>
            </p14:xfrm>
          </p:contentPart>
        </mc:Choice>
        <mc:Fallback xmlns="">
          <p:pic>
            <p:nvPicPr>
              <p:cNvPr id="223" name="Cerneală 222">
                <a:extLst>
                  <a:ext uri="{FF2B5EF4-FFF2-40B4-BE49-F238E27FC236}">
                    <a16:creationId xmlns:a16="http://schemas.microsoft.com/office/drawing/2014/main" id="{494187BC-1022-4D09-8CE2-488154CF05BF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11046069" y="6258865"/>
                <a:ext cx="20052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224" name="Cerneală 223">
                <a:extLst>
                  <a:ext uri="{FF2B5EF4-FFF2-40B4-BE49-F238E27FC236}">
                    <a16:creationId xmlns:a16="http://schemas.microsoft.com/office/drawing/2014/main" id="{A1341F24-4B70-4974-8ABD-610E1122B452}"/>
                  </a:ext>
                </a:extLst>
              </p14:cNvPr>
              <p14:cNvContentPartPr/>
              <p14:nvPr/>
            </p14:nvContentPartPr>
            <p14:xfrm>
              <a:off x="11451789" y="5960425"/>
              <a:ext cx="100080" cy="166680"/>
            </p14:xfrm>
          </p:contentPart>
        </mc:Choice>
        <mc:Fallback xmlns="">
          <p:pic>
            <p:nvPicPr>
              <p:cNvPr id="224" name="Cerneală 223">
                <a:extLst>
                  <a:ext uri="{FF2B5EF4-FFF2-40B4-BE49-F238E27FC236}">
                    <a16:creationId xmlns:a16="http://schemas.microsoft.com/office/drawing/2014/main" id="{A1341F24-4B70-4974-8ABD-610E1122B452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11433789" y="5924785"/>
                <a:ext cx="13572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225" name="Cerneală 224">
                <a:extLst>
                  <a:ext uri="{FF2B5EF4-FFF2-40B4-BE49-F238E27FC236}">
                    <a16:creationId xmlns:a16="http://schemas.microsoft.com/office/drawing/2014/main" id="{15D7E2CA-BD7C-4E85-A0DB-8DD08CB61A4D}"/>
                  </a:ext>
                </a:extLst>
              </p14:cNvPr>
              <p14:cNvContentPartPr/>
              <p14:nvPr/>
            </p14:nvContentPartPr>
            <p14:xfrm>
              <a:off x="11554389" y="6102265"/>
              <a:ext cx="43920" cy="161280"/>
            </p14:xfrm>
          </p:contentPart>
        </mc:Choice>
        <mc:Fallback xmlns="">
          <p:pic>
            <p:nvPicPr>
              <p:cNvPr id="225" name="Cerneală 224">
                <a:extLst>
                  <a:ext uri="{FF2B5EF4-FFF2-40B4-BE49-F238E27FC236}">
                    <a16:creationId xmlns:a16="http://schemas.microsoft.com/office/drawing/2014/main" id="{15D7E2CA-BD7C-4E85-A0DB-8DD08CB61A4D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11536749" y="6066265"/>
                <a:ext cx="7956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226" name="Cerneală 225">
                <a:extLst>
                  <a:ext uri="{FF2B5EF4-FFF2-40B4-BE49-F238E27FC236}">
                    <a16:creationId xmlns:a16="http://schemas.microsoft.com/office/drawing/2014/main" id="{5AE8E34F-F0F7-4660-9540-CF8AA282E77D}"/>
                  </a:ext>
                </a:extLst>
              </p14:cNvPr>
              <p14:cNvContentPartPr/>
              <p14:nvPr/>
            </p14:nvContentPartPr>
            <p14:xfrm>
              <a:off x="11659509" y="5967625"/>
              <a:ext cx="146520" cy="187560"/>
            </p14:xfrm>
          </p:contentPart>
        </mc:Choice>
        <mc:Fallback xmlns="">
          <p:pic>
            <p:nvPicPr>
              <p:cNvPr id="226" name="Cerneală 225">
                <a:extLst>
                  <a:ext uri="{FF2B5EF4-FFF2-40B4-BE49-F238E27FC236}">
                    <a16:creationId xmlns:a16="http://schemas.microsoft.com/office/drawing/2014/main" id="{5AE8E34F-F0F7-4660-9540-CF8AA282E77D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11641509" y="5931625"/>
                <a:ext cx="18216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227" name="Cerneală 226">
                <a:extLst>
                  <a:ext uri="{FF2B5EF4-FFF2-40B4-BE49-F238E27FC236}">
                    <a16:creationId xmlns:a16="http://schemas.microsoft.com/office/drawing/2014/main" id="{9C074897-5BDB-4E17-9FA9-3C1237C1346E}"/>
                  </a:ext>
                </a:extLst>
              </p14:cNvPr>
              <p14:cNvContentPartPr/>
              <p14:nvPr/>
            </p14:nvContentPartPr>
            <p14:xfrm>
              <a:off x="11819349" y="6001105"/>
              <a:ext cx="81720" cy="141120"/>
            </p14:xfrm>
          </p:contentPart>
        </mc:Choice>
        <mc:Fallback xmlns="">
          <p:pic>
            <p:nvPicPr>
              <p:cNvPr id="227" name="Cerneală 226">
                <a:extLst>
                  <a:ext uri="{FF2B5EF4-FFF2-40B4-BE49-F238E27FC236}">
                    <a16:creationId xmlns:a16="http://schemas.microsoft.com/office/drawing/2014/main" id="{9C074897-5BDB-4E17-9FA9-3C1237C1346E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11801709" y="5965105"/>
                <a:ext cx="11736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228" name="Cerneală 227">
                <a:extLst>
                  <a:ext uri="{FF2B5EF4-FFF2-40B4-BE49-F238E27FC236}">
                    <a16:creationId xmlns:a16="http://schemas.microsoft.com/office/drawing/2014/main" id="{A44B1B68-C5EF-4096-8638-FEA03327AE28}"/>
                  </a:ext>
                </a:extLst>
              </p14:cNvPr>
              <p14:cNvContentPartPr/>
              <p14:nvPr/>
            </p14:nvContentPartPr>
            <p14:xfrm>
              <a:off x="11896029" y="6082825"/>
              <a:ext cx="39600" cy="147240"/>
            </p14:xfrm>
          </p:contentPart>
        </mc:Choice>
        <mc:Fallback xmlns="">
          <p:pic>
            <p:nvPicPr>
              <p:cNvPr id="228" name="Cerneală 227">
                <a:extLst>
                  <a:ext uri="{FF2B5EF4-FFF2-40B4-BE49-F238E27FC236}">
                    <a16:creationId xmlns:a16="http://schemas.microsoft.com/office/drawing/2014/main" id="{A44B1B68-C5EF-4096-8638-FEA03327AE28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11878029" y="6047185"/>
                <a:ext cx="7524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229" name="Cerneală 228">
                <a:extLst>
                  <a:ext uri="{FF2B5EF4-FFF2-40B4-BE49-F238E27FC236}">
                    <a16:creationId xmlns:a16="http://schemas.microsoft.com/office/drawing/2014/main" id="{7CCB4D09-F499-4EEB-9138-48F271BBDA5D}"/>
                  </a:ext>
                </a:extLst>
              </p14:cNvPr>
              <p14:cNvContentPartPr/>
              <p14:nvPr/>
            </p14:nvContentPartPr>
            <p14:xfrm>
              <a:off x="11742669" y="6371905"/>
              <a:ext cx="29160" cy="189360"/>
            </p14:xfrm>
          </p:contentPart>
        </mc:Choice>
        <mc:Fallback xmlns="">
          <p:pic>
            <p:nvPicPr>
              <p:cNvPr id="229" name="Cerneală 228">
                <a:extLst>
                  <a:ext uri="{FF2B5EF4-FFF2-40B4-BE49-F238E27FC236}">
                    <a16:creationId xmlns:a16="http://schemas.microsoft.com/office/drawing/2014/main" id="{7CCB4D09-F499-4EEB-9138-48F271BBDA5D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11724669" y="6335905"/>
                <a:ext cx="6480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230" name="Cerneală 229">
                <a:extLst>
                  <a:ext uri="{FF2B5EF4-FFF2-40B4-BE49-F238E27FC236}">
                    <a16:creationId xmlns:a16="http://schemas.microsoft.com/office/drawing/2014/main" id="{DF5E9B4D-4525-44FF-9F7C-A6082C2DAEC5}"/>
                  </a:ext>
                </a:extLst>
              </p14:cNvPr>
              <p14:cNvContentPartPr/>
              <p14:nvPr/>
            </p14:nvContentPartPr>
            <p14:xfrm>
              <a:off x="11764269" y="6405385"/>
              <a:ext cx="221760" cy="191880"/>
            </p14:xfrm>
          </p:contentPart>
        </mc:Choice>
        <mc:Fallback xmlns="">
          <p:pic>
            <p:nvPicPr>
              <p:cNvPr id="230" name="Cerneală 229">
                <a:extLst>
                  <a:ext uri="{FF2B5EF4-FFF2-40B4-BE49-F238E27FC236}">
                    <a16:creationId xmlns:a16="http://schemas.microsoft.com/office/drawing/2014/main" id="{DF5E9B4D-4525-44FF-9F7C-A6082C2DAEC5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11746629" y="6369385"/>
                <a:ext cx="25740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231" name="Cerneală 230">
                <a:extLst>
                  <a:ext uri="{FF2B5EF4-FFF2-40B4-BE49-F238E27FC236}">
                    <a16:creationId xmlns:a16="http://schemas.microsoft.com/office/drawing/2014/main" id="{C5390659-5AB3-4654-9457-1487BDD2F356}"/>
                  </a:ext>
                </a:extLst>
              </p14:cNvPr>
              <p14:cNvContentPartPr/>
              <p14:nvPr/>
            </p14:nvContentPartPr>
            <p14:xfrm>
              <a:off x="3878109" y="3678385"/>
              <a:ext cx="234360" cy="268200"/>
            </p14:xfrm>
          </p:contentPart>
        </mc:Choice>
        <mc:Fallback xmlns="">
          <p:pic>
            <p:nvPicPr>
              <p:cNvPr id="231" name="Cerneală 230">
                <a:extLst>
                  <a:ext uri="{FF2B5EF4-FFF2-40B4-BE49-F238E27FC236}">
                    <a16:creationId xmlns:a16="http://schemas.microsoft.com/office/drawing/2014/main" id="{C5390659-5AB3-4654-9457-1487BDD2F356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3860469" y="3642385"/>
                <a:ext cx="27000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232" name="Cerneală 231">
                <a:extLst>
                  <a:ext uri="{FF2B5EF4-FFF2-40B4-BE49-F238E27FC236}">
                    <a16:creationId xmlns:a16="http://schemas.microsoft.com/office/drawing/2014/main" id="{2FCA959C-A463-4EA3-ADB3-53A3BF781BF4}"/>
                  </a:ext>
                </a:extLst>
              </p14:cNvPr>
              <p14:cNvContentPartPr/>
              <p14:nvPr/>
            </p14:nvContentPartPr>
            <p14:xfrm>
              <a:off x="4167549" y="3657505"/>
              <a:ext cx="129600" cy="233640"/>
            </p14:xfrm>
          </p:contentPart>
        </mc:Choice>
        <mc:Fallback xmlns="">
          <p:pic>
            <p:nvPicPr>
              <p:cNvPr id="232" name="Cerneală 231">
                <a:extLst>
                  <a:ext uri="{FF2B5EF4-FFF2-40B4-BE49-F238E27FC236}">
                    <a16:creationId xmlns:a16="http://schemas.microsoft.com/office/drawing/2014/main" id="{2FCA959C-A463-4EA3-ADB3-53A3BF781BF4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4149549" y="3621505"/>
                <a:ext cx="16524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233" name="Cerneală 232">
                <a:extLst>
                  <a:ext uri="{FF2B5EF4-FFF2-40B4-BE49-F238E27FC236}">
                    <a16:creationId xmlns:a16="http://schemas.microsoft.com/office/drawing/2014/main" id="{C2CD4E15-3204-42FB-8307-5C61C735A9D2}"/>
                  </a:ext>
                </a:extLst>
              </p14:cNvPr>
              <p14:cNvContentPartPr/>
              <p14:nvPr/>
            </p14:nvContentPartPr>
            <p14:xfrm>
              <a:off x="4304349" y="3782785"/>
              <a:ext cx="17280" cy="193680"/>
            </p14:xfrm>
          </p:contentPart>
        </mc:Choice>
        <mc:Fallback xmlns="">
          <p:pic>
            <p:nvPicPr>
              <p:cNvPr id="233" name="Cerneală 232">
                <a:extLst>
                  <a:ext uri="{FF2B5EF4-FFF2-40B4-BE49-F238E27FC236}">
                    <a16:creationId xmlns:a16="http://schemas.microsoft.com/office/drawing/2014/main" id="{C2CD4E15-3204-42FB-8307-5C61C735A9D2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4286709" y="3746785"/>
                <a:ext cx="5292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234" name="Cerneală 233">
                <a:extLst>
                  <a:ext uri="{FF2B5EF4-FFF2-40B4-BE49-F238E27FC236}">
                    <a16:creationId xmlns:a16="http://schemas.microsoft.com/office/drawing/2014/main" id="{91201326-548F-45FA-AE5C-FB38210AA25B}"/>
                  </a:ext>
                </a:extLst>
              </p14:cNvPr>
              <p14:cNvContentPartPr/>
              <p14:nvPr/>
            </p14:nvContentPartPr>
            <p14:xfrm>
              <a:off x="4428549" y="3682705"/>
              <a:ext cx="153000" cy="186480"/>
            </p14:xfrm>
          </p:contentPart>
        </mc:Choice>
        <mc:Fallback xmlns="">
          <p:pic>
            <p:nvPicPr>
              <p:cNvPr id="234" name="Cerneală 233">
                <a:extLst>
                  <a:ext uri="{FF2B5EF4-FFF2-40B4-BE49-F238E27FC236}">
                    <a16:creationId xmlns:a16="http://schemas.microsoft.com/office/drawing/2014/main" id="{91201326-548F-45FA-AE5C-FB38210AA25B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4410909" y="3647065"/>
                <a:ext cx="18864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235" name="Cerneală 234">
                <a:extLst>
                  <a:ext uri="{FF2B5EF4-FFF2-40B4-BE49-F238E27FC236}">
                    <a16:creationId xmlns:a16="http://schemas.microsoft.com/office/drawing/2014/main" id="{5E841C92-A40D-4C85-9630-5E69B9A93C22}"/>
                  </a:ext>
                </a:extLst>
              </p14:cNvPr>
              <p14:cNvContentPartPr/>
              <p14:nvPr/>
            </p14:nvContentPartPr>
            <p14:xfrm>
              <a:off x="4691709" y="3629785"/>
              <a:ext cx="450360" cy="227160"/>
            </p14:xfrm>
          </p:contentPart>
        </mc:Choice>
        <mc:Fallback xmlns="">
          <p:pic>
            <p:nvPicPr>
              <p:cNvPr id="235" name="Cerneală 234">
                <a:extLst>
                  <a:ext uri="{FF2B5EF4-FFF2-40B4-BE49-F238E27FC236}">
                    <a16:creationId xmlns:a16="http://schemas.microsoft.com/office/drawing/2014/main" id="{5E841C92-A40D-4C85-9630-5E69B9A93C22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4674069" y="3594145"/>
                <a:ext cx="48600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236" name="Cerneală 235">
                <a:extLst>
                  <a:ext uri="{FF2B5EF4-FFF2-40B4-BE49-F238E27FC236}">
                    <a16:creationId xmlns:a16="http://schemas.microsoft.com/office/drawing/2014/main" id="{2C2AE5A0-6054-44DE-8C40-CE44815C4CFA}"/>
                  </a:ext>
                </a:extLst>
              </p14:cNvPr>
              <p14:cNvContentPartPr/>
              <p14:nvPr/>
            </p14:nvContentPartPr>
            <p14:xfrm>
              <a:off x="3570669" y="3484345"/>
              <a:ext cx="1749960" cy="752400"/>
            </p14:xfrm>
          </p:contentPart>
        </mc:Choice>
        <mc:Fallback xmlns="">
          <p:pic>
            <p:nvPicPr>
              <p:cNvPr id="236" name="Cerneală 235">
                <a:extLst>
                  <a:ext uri="{FF2B5EF4-FFF2-40B4-BE49-F238E27FC236}">
                    <a16:creationId xmlns:a16="http://schemas.microsoft.com/office/drawing/2014/main" id="{2C2AE5A0-6054-44DE-8C40-CE44815C4CFA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3553029" y="3448345"/>
                <a:ext cx="1785600" cy="82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698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5EB76F23-677C-49FF-9F03-6658A1319DDA}"/>
                  </a:ext>
                </a:extLst>
              </p14:cNvPr>
              <p14:cNvContentPartPr/>
              <p14:nvPr/>
            </p14:nvContentPartPr>
            <p14:xfrm>
              <a:off x="490509" y="335425"/>
              <a:ext cx="305280" cy="52128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5EB76F23-677C-49FF-9F03-6658A1319D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2509" y="317785"/>
                <a:ext cx="340920" cy="55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40478DCF-07AA-476E-9B34-EDEE28432C1E}"/>
                  </a:ext>
                </a:extLst>
              </p14:cNvPr>
              <p14:cNvContentPartPr/>
              <p14:nvPr/>
            </p14:nvContentPartPr>
            <p14:xfrm>
              <a:off x="9909189" y="4148185"/>
              <a:ext cx="760680" cy="46980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40478DCF-07AA-476E-9B34-EDEE28432C1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91189" y="4112545"/>
                <a:ext cx="796320" cy="5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889A95B6-1398-44CE-BFF1-980BEF2270AE}"/>
                  </a:ext>
                </a:extLst>
              </p14:cNvPr>
              <p14:cNvContentPartPr/>
              <p14:nvPr/>
            </p14:nvContentPartPr>
            <p14:xfrm>
              <a:off x="10447749" y="4637065"/>
              <a:ext cx="504720" cy="1980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889A95B6-1398-44CE-BFF1-980BEF2270A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429749" y="4601425"/>
                <a:ext cx="54036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F0AA641A-5CA4-492C-AAAA-1B80A7AE5A2F}"/>
                  </a:ext>
                </a:extLst>
              </p14:cNvPr>
              <p14:cNvContentPartPr/>
              <p14:nvPr/>
            </p14:nvContentPartPr>
            <p14:xfrm>
              <a:off x="10420029" y="4615105"/>
              <a:ext cx="86040" cy="18252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F0AA641A-5CA4-492C-AAAA-1B80A7AE5A2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02389" y="4579105"/>
                <a:ext cx="12168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AA837563-DDF7-449B-9B6B-59F06BAABF6B}"/>
                  </a:ext>
                </a:extLst>
              </p14:cNvPr>
              <p14:cNvContentPartPr/>
              <p14:nvPr/>
            </p14:nvContentPartPr>
            <p14:xfrm>
              <a:off x="10544949" y="4672705"/>
              <a:ext cx="52920" cy="12924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AA837563-DDF7-449B-9B6B-59F06BAABF6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526949" y="4637065"/>
                <a:ext cx="8856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AB013632-432E-4A98-8DE4-03D27FB122BC}"/>
                  </a:ext>
                </a:extLst>
              </p14:cNvPr>
              <p14:cNvContentPartPr/>
              <p14:nvPr/>
            </p14:nvContentPartPr>
            <p14:xfrm>
              <a:off x="10657629" y="4672705"/>
              <a:ext cx="79200" cy="10152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AB013632-432E-4A98-8DE4-03D27FB122B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639989" y="4637065"/>
                <a:ext cx="11484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CC1EF679-D816-4E4C-997D-5638E617EC9A}"/>
                  </a:ext>
                </a:extLst>
              </p14:cNvPr>
              <p14:cNvContentPartPr/>
              <p14:nvPr/>
            </p14:nvContentPartPr>
            <p14:xfrm>
              <a:off x="10776789" y="4638865"/>
              <a:ext cx="75960" cy="12348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CC1EF679-D816-4E4C-997D-5638E617EC9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759149" y="4603225"/>
                <a:ext cx="11160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0201BD95-830B-47AC-84EB-28B90621DC03}"/>
                  </a:ext>
                </a:extLst>
              </p14:cNvPr>
              <p14:cNvContentPartPr/>
              <p14:nvPr/>
            </p14:nvContentPartPr>
            <p14:xfrm>
              <a:off x="10875069" y="4668025"/>
              <a:ext cx="126720" cy="11412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0201BD95-830B-47AC-84EB-28B90621DC0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857069" y="4632385"/>
                <a:ext cx="16236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28A40335-A6A1-457E-BDB8-B1FF367A9446}"/>
                  </a:ext>
                </a:extLst>
              </p14:cNvPr>
              <p14:cNvContentPartPr/>
              <p14:nvPr/>
            </p14:nvContentPartPr>
            <p14:xfrm>
              <a:off x="5587389" y="2964865"/>
              <a:ext cx="4133520" cy="167976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28A40335-A6A1-457E-BDB8-B1FF367A944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569389" y="2929225"/>
                <a:ext cx="4169160" cy="175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FA2817BD-2EA1-4C67-A139-7347AB1FAB5A}"/>
                  </a:ext>
                </a:extLst>
              </p14:cNvPr>
              <p14:cNvContentPartPr/>
              <p14:nvPr/>
            </p14:nvContentPartPr>
            <p14:xfrm>
              <a:off x="9952389" y="3126145"/>
              <a:ext cx="147600" cy="29160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FA2817BD-2EA1-4C67-A139-7347AB1FAB5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934389" y="3090505"/>
                <a:ext cx="18324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61C671F5-D34A-43E3-918E-7EA5A611C6C4}"/>
                  </a:ext>
                </a:extLst>
              </p14:cNvPr>
              <p14:cNvContentPartPr/>
              <p14:nvPr/>
            </p14:nvContentPartPr>
            <p14:xfrm>
              <a:off x="9889749" y="3108145"/>
              <a:ext cx="452160" cy="54720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61C671F5-D34A-43E3-918E-7EA5A611C6C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871749" y="3072145"/>
                <a:ext cx="487800" cy="61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800DF933-ACE8-4618-AB2F-BF4FF03BEE93}"/>
                  </a:ext>
                </a:extLst>
              </p14:cNvPr>
              <p14:cNvContentPartPr/>
              <p14:nvPr/>
            </p14:nvContentPartPr>
            <p14:xfrm>
              <a:off x="10149669" y="3318745"/>
              <a:ext cx="273240" cy="14616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800DF933-ACE8-4618-AB2F-BF4FF03BEE9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131669" y="3282745"/>
                <a:ext cx="30888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1C308E95-3267-47F5-A5D9-6BA33627EEF7}"/>
                  </a:ext>
                </a:extLst>
              </p14:cNvPr>
              <p14:cNvContentPartPr/>
              <p14:nvPr/>
            </p14:nvContentPartPr>
            <p14:xfrm>
              <a:off x="10445949" y="3177985"/>
              <a:ext cx="45720" cy="1404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1C308E95-3267-47F5-A5D9-6BA33627EEF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428309" y="3141985"/>
                <a:ext cx="8136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E0F5314C-9595-446F-980F-F3A2477DFB66}"/>
                  </a:ext>
                </a:extLst>
              </p14:cNvPr>
              <p14:cNvContentPartPr/>
              <p14:nvPr/>
            </p14:nvContentPartPr>
            <p14:xfrm>
              <a:off x="10474029" y="3278785"/>
              <a:ext cx="181080" cy="38952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E0F5314C-9595-446F-980F-F3A2477DFB6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456389" y="3242785"/>
                <a:ext cx="216720" cy="46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EBBEC4E0-3001-453D-82F0-129D114144D0}"/>
                  </a:ext>
                </a:extLst>
              </p14:cNvPr>
              <p14:cNvContentPartPr/>
              <p14:nvPr/>
            </p14:nvContentPartPr>
            <p14:xfrm>
              <a:off x="10681389" y="3333865"/>
              <a:ext cx="390240" cy="40284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EBBEC4E0-3001-453D-82F0-129D114144D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663749" y="3297865"/>
                <a:ext cx="425880" cy="4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A9CCFE2E-17B4-4D67-B401-8CE27951729F}"/>
                  </a:ext>
                </a:extLst>
              </p14:cNvPr>
              <p14:cNvContentPartPr/>
              <p14:nvPr/>
            </p14:nvContentPartPr>
            <p14:xfrm>
              <a:off x="11049669" y="3090505"/>
              <a:ext cx="13680" cy="1368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A9CCFE2E-17B4-4D67-B401-8CE27951729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031669" y="3054865"/>
                <a:ext cx="4932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23263865-CC1C-4DD7-8BC8-8AAC012E6DEF}"/>
                  </a:ext>
                </a:extLst>
              </p14:cNvPr>
              <p14:cNvContentPartPr/>
              <p14:nvPr/>
            </p14:nvContentPartPr>
            <p14:xfrm>
              <a:off x="1222029" y="148945"/>
              <a:ext cx="8983080" cy="579672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23263865-CC1C-4DD7-8BC8-8AAC012E6DE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204029" y="131305"/>
                <a:ext cx="9018720" cy="583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C4170984-DE0E-4261-A5C8-EB438DB06A43}"/>
                  </a:ext>
                </a:extLst>
              </p14:cNvPr>
              <p14:cNvContentPartPr/>
              <p14:nvPr/>
            </p14:nvContentPartPr>
            <p14:xfrm>
              <a:off x="4711149" y="839065"/>
              <a:ext cx="137160" cy="28260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C4170984-DE0E-4261-A5C8-EB438DB06A4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693509" y="803425"/>
                <a:ext cx="17280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915ADE64-A195-4CFA-B920-347C7AA54A3B}"/>
                  </a:ext>
                </a:extLst>
              </p14:cNvPr>
              <p14:cNvContentPartPr/>
              <p14:nvPr/>
            </p14:nvContentPartPr>
            <p14:xfrm>
              <a:off x="4609989" y="731065"/>
              <a:ext cx="34200" cy="5616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915ADE64-A195-4CFA-B920-347C7AA54A3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592349" y="695425"/>
                <a:ext cx="6984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7AE68DBB-67AE-4438-A94E-D69915B21338}"/>
                  </a:ext>
                </a:extLst>
              </p14:cNvPr>
              <p14:cNvContentPartPr/>
              <p14:nvPr/>
            </p14:nvContentPartPr>
            <p14:xfrm>
              <a:off x="4932549" y="735745"/>
              <a:ext cx="38520" cy="8532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7AE68DBB-67AE-4438-A94E-D69915B2133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914909" y="700105"/>
                <a:ext cx="7416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10607769-D183-4F07-B226-1339744A11FC}"/>
                  </a:ext>
                </a:extLst>
              </p14:cNvPr>
              <p14:cNvContentPartPr/>
              <p14:nvPr/>
            </p14:nvContentPartPr>
            <p14:xfrm>
              <a:off x="5187789" y="962185"/>
              <a:ext cx="165600" cy="1548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10607769-D183-4F07-B226-1339744A11F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169789" y="926185"/>
                <a:ext cx="20124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8F0F8704-DCC8-4E51-B172-ADF8DA53E24A}"/>
                  </a:ext>
                </a:extLst>
              </p14:cNvPr>
              <p14:cNvContentPartPr/>
              <p14:nvPr/>
            </p14:nvContentPartPr>
            <p14:xfrm>
              <a:off x="5183109" y="1053625"/>
              <a:ext cx="183240" cy="2052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8F0F8704-DCC8-4E51-B172-ADF8DA53E24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165109" y="1017985"/>
                <a:ext cx="21888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C74160B0-F72B-4C88-B63E-2324A5D27AB6}"/>
                  </a:ext>
                </a:extLst>
              </p14:cNvPr>
              <p14:cNvContentPartPr/>
              <p14:nvPr/>
            </p14:nvContentPartPr>
            <p14:xfrm>
              <a:off x="5375349" y="875425"/>
              <a:ext cx="172080" cy="30672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C74160B0-F72B-4C88-B63E-2324A5D27AB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357709" y="839785"/>
                <a:ext cx="20772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78" name="Cerneală 177">
                <a:extLst>
                  <a:ext uri="{FF2B5EF4-FFF2-40B4-BE49-F238E27FC236}">
                    <a16:creationId xmlns:a16="http://schemas.microsoft.com/office/drawing/2014/main" id="{9FB2E6DC-215B-4A4F-A3B8-7CB3E6F8310F}"/>
                  </a:ext>
                </a:extLst>
              </p14:cNvPr>
              <p14:cNvContentPartPr/>
              <p14:nvPr/>
            </p14:nvContentPartPr>
            <p14:xfrm>
              <a:off x="5880789" y="898465"/>
              <a:ext cx="5040" cy="193680"/>
            </p14:xfrm>
          </p:contentPart>
        </mc:Choice>
        <mc:Fallback xmlns="">
          <p:pic>
            <p:nvPicPr>
              <p:cNvPr id="178" name="Cerneală 177">
                <a:extLst>
                  <a:ext uri="{FF2B5EF4-FFF2-40B4-BE49-F238E27FC236}">
                    <a16:creationId xmlns:a16="http://schemas.microsoft.com/office/drawing/2014/main" id="{9FB2E6DC-215B-4A4F-A3B8-7CB3E6F8310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862789" y="862825"/>
                <a:ext cx="4068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14724D0E-B25C-4839-BF4C-35044DD8A2A4}"/>
                  </a:ext>
                </a:extLst>
              </p14:cNvPr>
              <p14:cNvContentPartPr/>
              <p14:nvPr/>
            </p14:nvContentPartPr>
            <p14:xfrm>
              <a:off x="5755509" y="982705"/>
              <a:ext cx="260640" cy="2304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14724D0E-B25C-4839-BF4C-35044DD8A2A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737869" y="947065"/>
                <a:ext cx="29628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74BB291D-E28D-47CE-B874-D0F009549B62}"/>
                  </a:ext>
                </a:extLst>
              </p14:cNvPr>
              <p14:cNvContentPartPr/>
              <p14:nvPr/>
            </p14:nvContentPartPr>
            <p14:xfrm>
              <a:off x="6079869" y="844105"/>
              <a:ext cx="159840" cy="25488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74BB291D-E28D-47CE-B874-D0F009549B6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061869" y="808465"/>
                <a:ext cx="19548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96392A71-4437-4EA3-B523-164504C31523}"/>
                  </a:ext>
                </a:extLst>
              </p14:cNvPr>
              <p14:cNvContentPartPr/>
              <p14:nvPr/>
            </p14:nvContentPartPr>
            <p14:xfrm>
              <a:off x="6271749" y="1010425"/>
              <a:ext cx="47160" cy="13068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96392A71-4437-4EA3-B523-164504C3152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254109" y="974785"/>
                <a:ext cx="8280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8026CB53-B334-4ED1-85EF-37BE48E245F0}"/>
                  </a:ext>
                </a:extLst>
              </p14:cNvPr>
              <p14:cNvContentPartPr/>
              <p14:nvPr/>
            </p14:nvContentPartPr>
            <p14:xfrm>
              <a:off x="6387309" y="793705"/>
              <a:ext cx="133920" cy="27576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8026CB53-B334-4ED1-85EF-37BE48E245F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369309" y="757705"/>
                <a:ext cx="16956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83" name="Cerneală 182">
                <a:extLst>
                  <a:ext uri="{FF2B5EF4-FFF2-40B4-BE49-F238E27FC236}">
                    <a16:creationId xmlns:a16="http://schemas.microsoft.com/office/drawing/2014/main" id="{C3EF4E64-B9F9-4D45-91AF-4F7197520D3E}"/>
                  </a:ext>
                </a:extLst>
              </p14:cNvPr>
              <p14:cNvContentPartPr/>
              <p14:nvPr/>
            </p14:nvContentPartPr>
            <p14:xfrm>
              <a:off x="6626709" y="729985"/>
              <a:ext cx="241920" cy="327960"/>
            </p14:xfrm>
          </p:contentPart>
        </mc:Choice>
        <mc:Fallback xmlns="">
          <p:pic>
            <p:nvPicPr>
              <p:cNvPr id="183" name="Cerneală 182">
                <a:extLst>
                  <a:ext uri="{FF2B5EF4-FFF2-40B4-BE49-F238E27FC236}">
                    <a16:creationId xmlns:a16="http://schemas.microsoft.com/office/drawing/2014/main" id="{C3EF4E64-B9F9-4D45-91AF-4F7197520D3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609069" y="694345"/>
                <a:ext cx="277560" cy="39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84" name="Cerneală 183">
                <a:extLst>
                  <a:ext uri="{FF2B5EF4-FFF2-40B4-BE49-F238E27FC236}">
                    <a16:creationId xmlns:a16="http://schemas.microsoft.com/office/drawing/2014/main" id="{D2DC21AF-F837-41D0-968E-67F41E869F5F}"/>
                  </a:ext>
                </a:extLst>
              </p14:cNvPr>
              <p14:cNvContentPartPr/>
              <p14:nvPr/>
            </p14:nvContentPartPr>
            <p14:xfrm>
              <a:off x="5822829" y="1438465"/>
              <a:ext cx="4624920" cy="3670200"/>
            </p14:xfrm>
          </p:contentPart>
        </mc:Choice>
        <mc:Fallback xmlns="">
          <p:pic>
            <p:nvPicPr>
              <p:cNvPr id="184" name="Cerneală 183">
                <a:extLst>
                  <a:ext uri="{FF2B5EF4-FFF2-40B4-BE49-F238E27FC236}">
                    <a16:creationId xmlns:a16="http://schemas.microsoft.com/office/drawing/2014/main" id="{D2DC21AF-F837-41D0-968E-67F41E869F5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805189" y="1402825"/>
                <a:ext cx="4660560" cy="37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05C67D4C-BFBD-48E1-813F-90D6AB435155}"/>
                  </a:ext>
                </a:extLst>
              </p14:cNvPr>
              <p14:cNvContentPartPr/>
              <p14:nvPr/>
            </p14:nvContentPartPr>
            <p14:xfrm>
              <a:off x="8469909" y="2040025"/>
              <a:ext cx="378360" cy="33120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05C67D4C-BFBD-48E1-813F-90D6AB43515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451909" y="2004385"/>
                <a:ext cx="414000" cy="40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3828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 descr="afis2">
            <a:extLst>
              <a:ext uri="{FF2B5EF4-FFF2-40B4-BE49-F238E27FC236}">
                <a16:creationId xmlns:a16="http://schemas.microsoft.com/office/drawing/2014/main" id="{159CF77F-AD57-409E-87AE-1A5DC928101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55" y="1234464"/>
            <a:ext cx="8138071" cy="43890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8967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62222024-656F-4E3D-9E86-24B767BD9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411513"/>
            <a:ext cx="10734675" cy="4648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796F8EE0-25FC-456E-B31C-0AD1FBBCC9D6}"/>
                  </a:ext>
                </a:extLst>
              </p14:cNvPr>
              <p14:cNvContentPartPr/>
              <p14:nvPr/>
            </p14:nvContentPartPr>
            <p14:xfrm>
              <a:off x="7357509" y="2473105"/>
              <a:ext cx="2215080" cy="169488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796F8EE0-25FC-456E-B31C-0AD1FBBCC9D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39869" y="2455105"/>
                <a:ext cx="2250720" cy="173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80BB21F4-16C7-43FE-A389-D7B06AE5FD1E}"/>
                  </a:ext>
                </a:extLst>
              </p14:cNvPr>
              <p14:cNvContentPartPr/>
              <p14:nvPr/>
            </p14:nvContentPartPr>
            <p14:xfrm>
              <a:off x="7162389" y="232105"/>
              <a:ext cx="476280" cy="3301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80BB21F4-16C7-43FE-A389-D7B06AE5FD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44389" y="214446"/>
                <a:ext cx="511920" cy="3657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A65D26FA-0FB0-4831-BEF1-1D9C0966526D}"/>
                  </a:ext>
                </a:extLst>
              </p14:cNvPr>
              <p14:cNvContentPartPr/>
              <p14:nvPr/>
            </p14:nvContentPartPr>
            <p14:xfrm>
              <a:off x="7763589" y="237505"/>
              <a:ext cx="148320" cy="33840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A65D26FA-0FB0-4831-BEF1-1D9C0966526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45949" y="219865"/>
                <a:ext cx="18396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EB8379A3-844C-4163-9B48-E641B24FA9ED}"/>
                  </a:ext>
                </a:extLst>
              </p14:cNvPr>
              <p14:cNvContentPartPr/>
              <p14:nvPr/>
            </p14:nvContentPartPr>
            <p14:xfrm>
              <a:off x="6787629" y="182065"/>
              <a:ext cx="195480" cy="37872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EB8379A3-844C-4163-9B48-E641B24FA9E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769629" y="164425"/>
                <a:ext cx="231120" cy="41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51E4C083-FE1A-443D-9CE9-DB0296FCA0A7}"/>
                  </a:ext>
                </a:extLst>
              </p14:cNvPr>
              <p14:cNvContentPartPr/>
              <p14:nvPr/>
            </p14:nvContentPartPr>
            <p14:xfrm>
              <a:off x="6901029" y="711985"/>
              <a:ext cx="610200" cy="1540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51E4C083-FE1A-443D-9CE9-DB0296FCA0A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883389" y="693985"/>
                <a:ext cx="64584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8172F694-7A3A-436C-9A70-537C6792E5C4}"/>
                  </a:ext>
                </a:extLst>
              </p14:cNvPr>
              <p14:cNvContentPartPr/>
              <p14:nvPr/>
            </p14:nvContentPartPr>
            <p14:xfrm>
              <a:off x="7964469" y="5344465"/>
              <a:ext cx="257040" cy="1008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8172F694-7A3A-436C-9A70-537C6792E5C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946829" y="5326465"/>
                <a:ext cx="29268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4BE358E3-254D-4560-BBAD-5577BCED97ED}"/>
                  </a:ext>
                </a:extLst>
              </p14:cNvPr>
              <p14:cNvContentPartPr/>
              <p14:nvPr/>
            </p14:nvContentPartPr>
            <p14:xfrm>
              <a:off x="11776149" y="5068345"/>
              <a:ext cx="57960" cy="198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4BE358E3-254D-4560-BBAD-5577BCED97E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758509" y="5050345"/>
                <a:ext cx="936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C0E04279-7EF0-4A2B-B5E7-8BCAAFA6BBB3}"/>
                  </a:ext>
                </a:extLst>
              </p14:cNvPr>
              <p14:cNvContentPartPr/>
              <p14:nvPr/>
            </p14:nvContentPartPr>
            <p14:xfrm>
              <a:off x="8407269" y="5152945"/>
              <a:ext cx="1532520" cy="68688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C0E04279-7EF0-4A2B-B5E7-8BCAAFA6BBB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389629" y="5134945"/>
                <a:ext cx="1568160" cy="72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96339E84-7651-4836-9097-26D644ADA7F8}"/>
                  </a:ext>
                </a:extLst>
              </p14:cNvPr>
              <p14:cNvContentPartPr/>
              <p14:nvPr/>
            </p14:nvContentPartPr>
            <p14:xfrm>
              <a:off x="11192949" y="5192545"/>
              <a:ext cx="589320" cy="13428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96339E84-7651-4836-9097-26D644ADA7F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175298" y="5174905"/>
                <a:ext cx="624982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7D80897F-F21C-4EAC-A596-91724985E412}"/>
                  </a:ext>
                </a:extLst>
              </p14:cNvPr>
              <p14:cNvContentPartPr/>
              <p14:nvPr/>
            </p14:nvContentPartPr>
            <p14:xfrm>
              <a:off x="10310589" y="5250505"/>
              <a:ext cx="524160" cy="9828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7D80897F-F21C-4EAC-A596-91724985E41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292949" y="5232865"/>
                <a:ext cx="55980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A09DD8EB-70E4-493A-94A7-BA4A6404683C}"/>
                  </a:ext>
                </a:extLst>
              </p14:cNvPr>
              <p14:cNvContentPartPr/>
              <p14:nvPr/>
            </p14:nvContentPartPr>
            <p14:xfrm>
              <a:off x="7378389" y="5204065"/>
              <a:ext cx="257760" cy="28332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A09DD8EB-70E4-493A-94A7-BA4A6404683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360724" y="5186425"/>
                <a:ext cx="293450" cy="31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8098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8685E9FE-6C06-4ACB-B598-0BEF61035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137196"/>
            <a:ext cx="4686300" cy="476250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7A937E5A-8CE5-4C32-9055-D2402CB46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65" y="777269"/>
            <a:ext cx="6115050" cy="3924300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E7CCC5A1-BEEF-4C6A-8BBE-2A86B70C78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951" y="31254"/>
            <a:ext cx="3017487" cy="649485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D0BD6693-9476-44AC-A208-5609B7AB5F03}"/>
                  </a:ext>
                </a:extLst>
              </p14:cNvPr>
              <p14:cNvContentPartPr/>
              <p14:nvPr/>
            </p14:nvContentPartPr>
            <p14:xfrm>
              <a:off x="2251989" y="5048905"/>
              <a:ext cx="291240" cy="2880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D0BD6693-9476-44AC-A208-5609B7AB5F0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33989" y="5030905"/>
                <a:ext cx="32688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069A06CD-92E3-42A1-81E3-2D7DBC6CA649}"/>
                  </a:ext>
                </a:extLst>
              </p14:cNvPr>
              <p14:cNvContentPartPr/>
              <p14:nvPr/>
            </p14:nvContentPartPr>
            <p14:xfrm>
              <a:off x="3463029" y="5115505"/>
              <a:ext cx="11880" cy="396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069A06CD-92E3-42A1-81E3-2D7DBC6CA64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45029" y="5097865"/>
                <a:ext cx="475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06D3EDC1-9A28-4CB7-8B3C-17349FE6CCC7}"/>
                  </a:ext>
                </a:extLst>
              </p14:cNvPr>
              <p14:cNvContentPartPr/>
              <p14:nvPr/>
            </p14:nvContentPartPr>
            <p14:xfrm>
              <a:off x="2743029" y="4887625"/>
              <a:ext cx="540360" cy="2905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06D3EDC1-9A28-4CB7-8B3C-17349FE6CCC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25401" y="4869985"/>
                <a:ext cx="575976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CA906D92-4C26-4416-90AD-641C8E8943E6}"/>
                  </a:ext>
                </a:extLst>
              </p14:cNvPr>
              <p14:cNvContentPartPr/>
              <p14:nvPr/>
            </p14:nvContentPartPr>
            <p14:xfrm>
              <a:off x="1105749" y="4832905"/>
              <a:ext cx="939600" cy="5972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CA906D92-4C26-4416-90AD-641C8E8943E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87749" y="4814905"/>
                <a:ext cx="975240" cy="63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2F68F5C3-F706-429B-9022-2669BF1B52A0}"/>
                  </a:ext>
                </a:extLst>
              </p14:cNvPr>
              <p14:cNvContentPartPr/>
              <p14:nvPr/>
            </p14:nvContentPartPr>
            <p14:xfrm>
              <a:off x="5160069" y="5634985"/>
              <a:ext cx="657000" cy="52812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2F68F5C3-F706-429B-9022-2669BF1B52A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142069" y="5617345"/>
                <a:ext cx="692640" cy="56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E215659C-4483-44C2-9F3F-15020E8919F3}"/>
                  </a:ext>
                </a:extLst>
              </p14:cNvPr>
              <p14:cNvContentPartPr/>
              <p14:nvPr/>
            </p14:nvContentPartPr>
            <p14:xfrm>
              <a:off x="3902949" y="5433025"/>
              <a:ext cx="1126080" cy="45612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E215659C-4483-44C2-9F3F-15020E8919F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884949" y="5415371"/>
                <a:ext cx="1161720" cy="4917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00F7369A-1B7A-4FA7-84A2-82AB417000C6}"/>
                  </a:ext>
                </a:extLst>
              </p14:cNvPr>
              <p14:cNvContentPartPr/>
              <p14:nvPr/>
            </p14:nvContentPartPr>
            <p14:xfrm>
              <a:off x="2935629" y="5548225"/>
              <a:ext cx="586440" cy="27900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00F7369A-1B7A-4FA7-84A2-82AB417000C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917629" y="5530585"/>
                <a:ext cx="62208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136E4043-0556-4FBC-B61F-D33E8CD60D88}"/>
                  </a:ext>
                </a:extLst>
              </p14:cNvPr>
              <p14:cNvContentPartPr/>
              <p14:nvPr/>
            </p14:nvContentPartPr>
            <p14:xfrm>
              <a:off x="1082709" y="5559745"/>
              <a:ext cx="1327680" cy="32652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136E4043-0556-4FBC-B61F-D33E8CD60D8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65069" y="5542105"/>
                <a:ext cx="136332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B3B5F21F-A0FC-4B05-B813-122D9065675A}"/>
                  </a:ext>
                </a:extLst>
              </p14:cNvPr>
              <p14:cNvContentPartPr/>
              <p14:nvPr/>
            </p14:nvContentPartPr>
            <p14:xfrm>
              <a:off x="1080189" y="6099745"/>
              <a:ext cx="777240" cy="35424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B3B5F21F-A0FC-4B05-B813-122D9065675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62189" y="6082105"/>
                <a:ext cx="81288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5A8894BE-8754-4CEB-912E-140EAA846140}"/>
                  </a:ext>
                </a:extLst>
              </p14:cNvPr>
              <p14:cNvContentPartPr/>
              <p14:nvPr/>
            </p14:nvContentPartPr>
            <p14:xfrm>
              <a:off x="3775869" y="6209545"/>
              <a:ext cx="378000" cy="32112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5A8894BE-8754-4CEB-912E-140EAA84614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758229" y="6191545"/>
                <a:ext cx="41364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D3A656A2-691F-47C8-9DAA-EC4928EA5F4B}"/>
                  </a:ext>
                </a:extLst>
              </p14:cNvPr>
              <p14:cNvContentPartPr/>
              <p14:nvPr/>
            </p14:nvContentPartPr>
            <p14:xfrm>
              <a:off x="4571109" y="6025225"/>
              <a:ext cx="359280" cy="37440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D3A656A2-691F-47C8-9DAA-EC4928EA5F4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553469" y="6007225"/>
                <a:ext cx="39492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DCAF74D2-5E6F-49A4-882D-29B5CF170BC5}"/>
                  </a:ext>
                </a:extLst>
              </p14:cNvPr>
              <p14:cNvContentPartPr/>
              <p14:nvPr/>
            </p14:nvContentPartPr>
            <p14:xfrm>
              <a:off x="2226069" y="6069865"/>
              <a:ext cx="1130400" cy="33624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DCAF74D2-5E6F-49A4-882D-29B5CF170BC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208429" y="6052225"/>
                <a:ext cx="116604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7A7D1D96-D044-4519-A1B5-18931EA6CEB4}"/>
                  </a:ext>
                </a:extLst>
              </p14:cNvPr>
              <p14:cNvContentPartPr/>
              <p14:nvPr/>
            </p14:nvContentPartPr>
            <p14:xfrm>
              <a:off x="10273869" y="733585"/>
              <a:ext cx="154800" cy="22428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7A7D1D96-D044-4519-A1B5-18931EA6CEB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255869" y="715585"/>
                <a:ext cx="19044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AC9AC585-0C3D-4D08-9179-9E17E037CE71}"/>
                  </a:ext>
                </a:extLst>
              </p14:cNvPr>
              <p14:cNvContentPartPr/>
              <p14:nvPr/>
            </p14:nvContentPartPr>
            <p14:xfrm>
              <a:off x="11457549" y="755185"/>
              <a:ext cx="174600" cy="26244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AC9AC585-0C3D-4D08-9179-9E17E037CE7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1439909" y="737185"/>
                <a:ext cx="21024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FBE2E6E7-514E-4FB9-9656-41EF8C87FCE7}"/>
                  </a:ext>
                </a:extLst>
              </p14:cNvPr>
              <p14:cNvContentPartPr/>
              <p14:nvPr/>
            </p14:nvContentPartPr>
            <p14:xfrm>
              <a:off x="10970829" y="745825"/>
              <a:ext cx="349560" cy="22896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FBE2E6E7-514E-4FB9-9656-41EF8C87FCE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953189" y="727853"/>
                <a:ext cx="385200" cy="2645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B5A165AA-9CF1-4939-BE04-0D6C860BCB6C}"/>
                  </a:ext>
                </a:extLst>
              </p14:cNvPr>
              <p14:cNvContentPartPr/>
              <p14:nvPr/>
            </p14:nvContentPartPr>
            <p14:xfrm>
              <a:off x="10568349" y="798385"/>
              <a:ext cx="260640" cy="17208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B5A165AA-9CF1-4939-BE04-0D6C860BCB6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550349" y="780745"/>
                <a:ext cx="29628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DC135ED0-22DF-414C-85B8-7CFC9DAA3648}"/>
                  </a:ext>
                </a:extLst>
              </p14:cNvPr>
              <p14:cNvContentPartPr/>
              <p14:nvPr/>
            </p14:nvContentPartPr>
            <p14:xfrm>
              <a:off x="10971549" y="1178905"/>
              <a:ext cx="869040" cy="39924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DC135ED0-22DF-414C-85B8-7CFC9DAA364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953909" y="1161249"/>
                <a:ext cx="904680" cy="4349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56EAAD84-9154-44C3-8E3F-E5F88F9D34FE}"/>
                  </a:ext>
                </a:extLst>
              </p14:cNvPr>
              <p14:cNvContentPartPr/>
              <p14:nvPr/>
            </p14:nvContentPartPr>
            <p14:xfrm>
              <a:off x="10303749" y="2074945"/>
              <a:ext cx="102240" cy="21996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56EAAD84-9154-44C3-8E3F-E5F88F9D34F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0285749" y="2057305"/>
                <a:ext cx="13788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FCDFDB62-930C-41F0-9C1D-DBD76BCC9904}"/>
                  </a:ext>
                </a:extLst>
              </p14:cNvPr>
              <p14:cNvContentPartPr/>
              <p14:nvPr/>
            </p14:nvContentPartPr>
            <p14:xfrm>
              <a:off x="10323189" y="2365465"/>
              <a:ext cx="130680" cy="720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FCDFDB62-930C-41F0-9C1D-DBD76BCC9904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0305189" y="2347465"/>
                <a:ext cx="1663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C388722A-8753-4EB4-913B-78FF19C531C3}"/>
                  </a:ext>
                </a:extLst>
              </p14:cNvPr>
              <p14:cNvContentPartPr/>
              <p14:nvPr/>
            </p14:nvContentPartPr>
            <p14:xfrm>
              <a:off x="11002869" y="2459065"/>
              <a:ext cx="751320" cy="36252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C388722A-8753-4EB4-913B-78FF19C531C3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985229" y="2441425"/>
                <a:ext cx="78696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05544E11-09AC-4071-A3F3-7CCB659F2C30}"/>
                  </a:ext>
                </a:extLst>
              </p14:cNvPr>
              <p14:cNvContentPartPr/>
              <p14:nvPr/>
            </p14:nvContentPartPr>
            <p14:xfrm>
              <a:off x="11477349" y="2083585"/>
              <a:ext cx="153720" cy="27000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05544E11-09AC-4071-A3F3-7CCB659F2C30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1459750" y="2065921"/>
                <a:ext cx="189277" cy="3056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B91DEB88-7B64-4EE7-A8FA-AE4DAEAC45D0}"/>
                  </a:ext>
                </a:extLst>
              </p14:cNvPr>
              <p14:cNvContentPartPr/>
              <p14:nvPr/>
            </p14:nvContentPartPr>
            <p14:xfrm>
              <a:off x="11008269" y="2088265"/>
              <a:ext cx="346320" cy="20916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B91DEB88-7B64-4EE7-A8FA-AE4DAEAC45D0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0990269" y="2070625"/>
                <a:ext cx="38196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BC6242CD-678A-4D0B-B148-312F80DE1D4B}"/>
                  </a:ext>
                </a:extLst>
              </p14:cNvPr>
              <p14:cNvContentPartPr/>
              <p14:nvPr/>
            </p14:nvContentPartPr>
            <p14:xfrm>
              <a:off x="10587429" y="2121745"/>
              <a:ext cx="265320" cy="18900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BC6242CD-678A-4D0B-B148-312F80DE1D4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569789" y="2104105"/>
                <a:ext cx="30096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797A4DC1-BDE9-4A4E-BDE7-AA72FB93179D}"/>
                  </a:ext>
                </a:extLst>
              </p14:cNvPr>
              <p14:cNvContentPartPr/>
              <p14:nvPr/>
            </p14:nvContentPartPr>
            <p14:xfrm>
              <a:off x="6424749" y="4494145"/>
              <a:ext cx="4721040" cy="4500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797A4DC1-BDE9-4A4E-BDE7-AA72FB93179D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406749" y="4458505"/>
                <a:ext cx="475668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75908B9B-560D-4881-9C4E-C78412056206}"/>
                  </a:ext>
                </a:extLst>
              </p14:cNvPr>
              <p14:cNvContentPartPr/>
              <p14:nvPr/>
            </p14:nvContentPartPr>
            <p14:xfrm>
              <a:off x="6655509" y="572665"/>
              <a:ext cx="60480" cy="373644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75908B9B-560D-4881-9C4E-C78412056206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637509" y="536665"/>
                <a:ext cx="96120" cy="38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FBFB74E7-681F-4A4D-A689-7D97041A6FF2}"/>
                  </a:ext>
                </a:extLst>
              </p14:cNvPr>
              <p14:cNvContentPartPr/>
              <p14:nvPr/>
            </p14:nvContentPartPr>
            <p14:xfrm>
              <a:off x="6569109" y="4129105"/>
              <a:ext cx="143280" cy="21060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FBFB74E7-681F-4A4D-A689-7D97041A6FF2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551109" y="4093105"/>
                <a:ext cx="17892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95F7E9E8-B5E8-463F-B03E-D2A208180CF5}"/>
                  </a:ext>
                </a:extLst>
              </p14:cNvPr>
              <p14:cNvContentPartPr/>
              <p14:nvPr/>
            </p14:nvContentPartPr>
            <p14:xfrm>
              <a:off x="6511149" y="4118305"/>
              <a:ext cx="291960" cy="26064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95F7E9E8-B5E8-463F-B03E-D2A208180CF5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493509" y="4082305"/>
                <a:ext cx="327600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923466F8-1AC8-4CF3-8ED3-371254992E24}"/>
                  </a:ext>
                </a:extLst>
              </p14:cNvPr>
              <p14:cNvContentPartPr/>
              <p14:nvPr/>
            </p14:nvContentPartPr>
            <p14:xfrm>
              <a:off x="6517269" y="567265"/>
              <a:ext cx="292320" cy="24048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923466F8-1AC8-4CF3-8ED3-371254992E2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499629" y="531625"/>
                <a:ext cx="32796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D77E461C-6D1E-4637-9879-84913857DD13}"/>
                  </a:ext>
                </a:extLst>
              </p14:cNvPr>
              <p14:cNvContentPartPr/>
              <p14:nvPr/>
            </p14:nvContentPartPr>
            <p14:xfrm>
              <a:off x="4889349" y="731065"/>
              <a:ext cx="418320" cy="37296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D77E461C-6D1E-4637-9879-84913857DD13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871709" y="695425"/>
                <a:ext cx="453960" cy="44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CFEFE470-734A-42FB-B410-52BB427DB7AE}"/>
                  </a:ext>
                </a:extLst>
              </p14:cNvPr>
              <p14:cNvContentPartPr/>
              <p14:nvPr/>
            </p14:nvContentPartPr>
            <p14:xfrm>
              <a:off x="5358429" y="725305"/>
              <a:ext cx="862560" cy="53856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CFEFE470-734A-42FB-B410-52BB427DB7AE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5340429" y="689665"/>
                <a:ext cx="898200" cy="61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886F5CE6-C305-4F25-8A25-1F305CBBD634}"/>
                  </a:ext>
                </a:extLst>
              </p14:cNvPr>
              <p14:cNvContentPartPr/>
              <p14:nvPr/>
            </p14:nvContentPartPr>
            <p14:xfrm>
              <a:off x="6175989" y="885145"/>
              <a:ext cx="46800" cy="3888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886F5CE6-C305-4F25-8A25-1F305CBBD634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157989" y="849145"/>
                <a:ext cx="8244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310676D0-50F3-4274-B6AB-6D9F70125CA9}"/>
                  </a:ext>
                </a:extLst>
              </p14:cNvPr>
              <p14:cNvContentPartPr/>
              <p14:nvPr/>
            </p14:nvContentPartPr>
            <p14:xfrm>
              <a:off x="4989789" y="1510105"/>
              <a:ext cx="238680" cy="35784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310676D0-50F3-4274-B6AB-6D9F70125CA9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972149" y="1474105"/>
                <a:ext cx="274320" cy="42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B95C8360-243F-4E59-AEE9-2E6811AA746D}"/>
                  </a:ext>
                </a:extLst>
              </p14:cNvPr>
              <p14:cNvContentPartPr/>
              <p14:nvPr/>
            </p14:nvContentPartPr>
            <p14:xfrm>
              <a:off x="5315229" y="1583185"/>
              <a:ext cx="306720" cy="21852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B95C8360-243F-4E59-AEE9-2E6811AA746D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5297589" y="1547185"/>
                <a:ext cx="34236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1C8F5326-4A97-4E6F-9EE3-B2D061C00DD2}"/>
                  </a:ext>
                </a:extLst>
              </p14:cNvPr>
              <p14:cNvContentPartPr/>
              <p14:nvPr/>
            </p14:nvContentPartPr>
            <p14:xfrm>
              <a:off x="5717709" y="1549705"/>
              <a:ext cx="215640" cy="32040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1C8F5326-4A97-4E6F-9EE3-B2D061C00DD2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5700069" y="1513705"/>
                <a:ext cx="25128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0C1D1EA0-69D4-4056-B655-7D44A66EBCCC}"/>
                  </a:ext>
                </a:extLst>
              </p14:cNvPr>
              <p14:cNvContentPartPr/>
              <p14:nvPr/>
            </p14:nvContentPartPr>
            <p14:xfrm>
              <a:off x="6592509" y="4701505"/>
              <a:ext cx="110880" cy="161280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0C1D1EA0-69D4-4056-B655-7D44A66EBCCC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574869" y="4665865"/>
                <a:ext cx="146520" cy="168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AE02B6FE-296E-4B75-8C95-01CDAF4238E3}"/>
                  </a:ext>
                </a:extLst>
              </p14:cNvPr>
              <p14:cNvContentPartPr/>
              <p14:nvPr/>
            </p14:nvContentPartPr>
            <p14:xfrm>
              <a:off x="5853429" y="3618985"/>
              <a:ext cx="46800" cy="20520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AE02B6FE-296E-4B75-8C95-01CDAF4238E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5835789" y="3582985"/>
                <a:ext cx="8244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E5C404AC-90EB-4D8F-9927-3C17F241C905}"/>
                  </a:ext>
                </a:extLst>
              </p14:cNvPr>
              <p14:cNvContentPartPr/>
              <p14:nvPr/>
            </p14:nvContentPartPr>
            <p14:xfrm>
              <a:off x="5685669" y="3527905"/>
              <a:ext cx="416880" cy="7200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E5C404AC-90EB-4D8F-9927-3C17F241C905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668029" y="3491905"/>
                <a:ext cx="45252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87DA94AA-FDFE-4F61-91E9-415807552BCB}"/>
                  </a:ext>
                </a:extLst>
              </p14:cNvPr>
              <p14:cNvContentPartPr/>
              <p14:nvPr/>
            </p14:nvContentPartPr>
            <p14:xfrm>
              <a:off x="5750829" y="3835705"/>
              <a:ext cx="434160" cy="10800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87DA94AA-FDFE-4F61-91E9-415807552BCB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5733189" y="3800065"/>
                <a:ext cx="46980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A15F8AEC-1F05-45D2-9A7C-9520AC5FC0A8}"/>
                  </a:ext>
                </a:extLst>
              </p14:cNvPr>
              <p14:cNvContentPartPr/>
              <p14:nvPr/>
            </p14:nvContentPartPr>
            <p14:xfrm>
              <a:off x="5904909" y="5173465"/>
              <a:ext cx="6120" cy="16848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A15F8AEC-1F05-45D2-9A7C-9520AC5FC0A8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5886909" y="5137465"/>
                <a:ext cx="4176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7C4833E0-D084-4051-8530-D8F5C923E008}"/>
                  </a:ext>
                </a:extLst>
              </p14:cNvPr>
              <p14:cNvContentPartPr/>
              <p14:nvPr/>
            </p14:nvContentPartPr>
            <p14:xfrm>
              <a:off x="6008229" y="5144305"/>
              <a:ext cx="27720" cy="21636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7C4833E0-D084-4051-8530-D8F5C923E008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5990589" y="5108665"/>
                <a:ext cx="633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47B27EDA-2DE8-4BC9-8D0C-3B9CBAB99E90}"/>
                  </a:ext>
                </a:extLst>
              </p14:cNvPr>
              <p14:cNvContentPartPr/>
              <p14:nvPr/>
            </p14:nvContentPartPr>
            <p14:xfrm>
              <a:off x="5784309" y="5027305"/>
              <a:ext cx="353880" cy="8388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47B27EDA-2DE8-4BC9-8D0C-3B9CBAB99E90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766669" y="4991305"/>
                <a:ext cx="38952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A2849C72-CF8E-49E7-8265-53F28AEA688C}"/>
                  </a:ext>
                </a:extLst>
              </p14:cNvPr>
              <p14:cNvContentPartPr/>
              <p14:nvPr/>
            </p14:nvContentPartPr>
            <p14:xfrm>
              <a:off x="5890149" y="5440945"/>
              <a:ext cx="324000" cy="10404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A2849C72-CF8E-49E7-8265-53F28AEA688C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872509" y="5405305"/>
                <a:ext cx="35964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5E503616-0DBF-4A07-8B14-8F911C83FC44}"/>
                  </a:ext>
                </a:extLst>
              </p14:cNvPr>
              <p14:cNvContentPartPr/>
              <p14:nvPr/>
            </p14:nvContentPartPr>
            <p14:xfrm>
              <a:off x="10120869" y="5592145"/>
              <a:ext cx="300960" cy="2448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5E503616-0DBF-4A07-8B14-8F911C83FC44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0102869" y="5556505"/>
                <a:ext cx="33660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F7C1FE3F-F8D2-41DD-9DEA-EA2233FF5F2C}"/>
                  </a:ext>
                </a:extLst>
              </p14:cNvPr>
              <p14:cNvContentPartPr/>
              <p14:nvPr/>
            </p14:nvContentPartPr>
            <p14:xfrm>
              <a:off x="10538109" y="5263825"/>
              <a:ext cx="248760" cy="45504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F7C1FE3F-F8D2-41DD-9DEA-EA2233FF5F2C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0520109" y="5228185"/>
                <a:ext cx="284400" cy="52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26B6952D-DB02-4285-AFF4-303CC7CAD8BA}"/>
                  </a:ext>
                </a:extLst>
              </p14:cNvPr>
              <p14:cNvContentPartPr/>
              <p14:nvPr/>
            </p14:nvContentPartPr>
            <p14:xfrm>
              <a:off x="10799829" y="5540305"/>
              <a:ext cx="185760" cy="17352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26B6952D-DB02-4285-AFF4-303CC7CAD8BA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0781829" y="5504305"/>
                <a:ext cx="22140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029975DD-288F-4E4D-BC2C-0C2B3301A388}"/>
                  </a:ext>
                </a:extLst>
              </p14:cNvPr>
              <p14:cNvContentPartPr/>
              <p14:nvPr/>
            </p14:nvContentPartPr>
            <p14:xfrm>
              <a:off x="11034909" y="5534185"/>
              <a:ext cx="205560" cy="19296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029975DD-288F-4E4D-BC2C-0C2B3301A388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1017269" y="5498545"/>
                <a:ext cx="24120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6D535E43-610D-4F4E-950F-195A1D834F1E}"/>
                  </a:ext>
                </a:extLst>
              </p14:cNvPr>
              <p14:cNvContentPartPr/>
              <p14:nvPr/>
            </p14:nvContentPartPr>
            <p14:xfrm>
              <a:off x="11367549" y="5246905"/>
              <a:ext cx="76320" cy="33192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6D535E43-610D-4F4E-950F-195A1D834F1E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1349909" y="5211265"/>
                <a:ext cx="111960" cy="4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A0934AE5-7EC4-4B2C-B9B9-E827433338B3}"/>
                  </a:ext>
                </a:extLst>
              </p14:cNvPr>
              <p14:cNvContentPartPr/>
              <p14:nvPr/>
            </p14:nvContentPartPr>
            <p14:xfrm>
              <a:off x="11527749" y="5366065"/>
              <a:ext cx="127080" cy="44892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A0934AE5-7EC4-4B2C-B9B9-E827433338B3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1509749" y="5330065"/>
                <a:ext cx="162720" cy="52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0020E162-C61C-473B-A951-A46491811DA1}"/>
                  </a:ext>
                </a:extLst>
              </p14:cNvPr>
              <p14:cNvContentPartPr/>
              <p14:nvPr/>
            </p14:nvContentPartPr>
            <p14:xfrm>
              <a:off x="11469069" y="5596465"/>
              <a:ext cx="297360" cy="2016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0020E162-C61C-473B-A951-A46491811DA1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1451429" y="5560465"/>
                <a:ext cx="33300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22657D05-4741-48F4-8282-9D29F99A562B}"/>
                  </a:ext>
                </a:extLst>
              </p14:cNvPr>
              <p14:cNvContentPartPr/>
              <p14:nvPr/>
            </p14:nvContentPartPr>
            <p14:xfrm>
              <a:off x="10549629" y="6042505"/>
              <a:ext cx="963720" cy="19908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22657D05-4741-48F4-8282-9D29F99A562B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0531989" y="6006505"/>
                <a:ext cx="99936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417A727B-5AA9-477F-BDE2-2BAF170FC782}"/>
                  </a:ext>
                </a:extLst>
              </p14:cNvPr>
              <p14:cNvContentPartPr/>
              <p14:nvPr/>
            </p14:nvContentPartPr>
            <p14:xfrm>
              <a:off x="11862909" y="6275785"/>
              <a:ext cx="15480" cy="972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417A727B-5AA9-477F-BDE2-2BAF170FC782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11845269" y="6239785"/>
                <a:ext cx="51120" cy="8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2825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3D696EA4-43C8-456E-A5E2-893BB48624A9}"/>
                  </a:ext>
                </a:extLst>
              </p14:cNvPr>
              <p14:cNvContentPartPr/>
              <p14:nvPr/>
            </p14:nvContentPartPr>
            <p14:xfrm>
              <a:off x="11231351" y="204872"/>
              <a:ext cx="272880" cy="16884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3D696EA4-43C8-456E-A5E2-893BB48624A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13351" y="187232"/>
                <a:ext cx="30852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767F0CF8-CC96-4AF6-A8C5-C3B3D95D8483}"/>
                  </a:ext>
                </a:extLst>
              </p14:cNvPr>
              <p14:cNvContentPartPr/>
              <p14:nvPr/>
            </p14:nvContentPartPr>
            <p14:xfrm>
              <a:off x="10576511" y="502952"/>
              <a:ext cx="1233000" cy="122112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767F0CF8-CC96-4AF6-A8C5-C3B3D95D848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58871" y="485312"/>
                <a:ext cx="1268640" cy="12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AA953707-82AF-4B13-970D-18922F230909}"/>
                  </a:ext>
                </a:extLst>
              </p14:cNvPr>
              <p14:cNvContentPartPr/>
              <p14:nvPr/>
            </p14:nvContentPartPr>
            <p14:xfrm>
              <a:off x="9029349" y="2781625"/>
              <a:ext cx="2087280" cy="79560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AA953707-82AF-4B13-970D-18922F23090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11349" y="2763625"/>
                <a:ext cx="2122920" cy="83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03FF6668-FCA2-4A0D-86FD-057808247F86}"/>
                  </a:ext>
                </a:extLst>
              </p14:cNvPr>
              <p14:cNvContentPartPr/>
              <p14:nvPr/>
            </p14:nvContentPartPr>
            <p14:xfrm>
              <a:off x="8368029" y="3386785"/>
              <a:ext cx="93240" cy="34704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03FF6668-FCA2-4A0D-86FD-057808247F8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50029" y="3351145"/>
                <a:ext cx="128880" cy="4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51DF7385-CC89-4B6E-A796-BBFD2C768736}"/>
                  </a:ext>
                </a:extLst>
              </p14:cNvPr>
              <p14:cNvContentPartPr/>
              <p14:nvPr/>
            </p14:nvContentPartPr>
            <p14:xfrm>
              <a:off x="8359389" y="3949465"/>
              <a:ext cx="116640" cy="37548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51DF7385-CC89-4B6E-A796-BBFD2C76873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341749" y="3913465"/>
                <a:ext cx="152280" cy="4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B81DF4FE-2564-44F2-BC36-E9DDE8FBA76B}"/>
                  </a:ext>
                </a:extLst>
              </p14:cNvPr>
              <p14:cNvContentPartPr/>
              <p14:nvPr/>
            </p14:nvContentPartPr>
            <p14:xfrm>
              <a:off x="8401869" y="3431065"/>
              <a:ext cx="49680" cy="24948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B81DF4FE-2564-44F2-BC36-E9DDE8FBA76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384229" y="3395425"/>
                <a:ext cx="8532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32770AB6-3757-4B21-9843-B971E4421874}"/>
                  </a:ext>
                </a:extLst>
              </p14:cNvPr>
              <p14:cNvContentPartPr/>
              <p14:nvPr/>
            </p14:nvContentPartPr>
            <p14:xfrm>
              <a:off x="8625429" y="3402265"/>
              <a:ext cx="124200" cy="27468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32770AB6-3757-4B21-9843-B971E442187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07429" y="3366265"/>
                <a:ext cx="159840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3C4C1EA6-D3B4-4E64-A587-00A4C58904F6}"/>
                  </a:ext>
                </a:extLst>
              </p14:cNvPr>
              <p14:cNvContentPartPr/>
              <p14:nvPr/>
            </p14:nvContentPartPr>
            <p14:xfrm>
              <a:off x="8581509" y="4088425"/>
              <a:ext cx="199800" cy="20016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3C4C1EA6-D3B4-4E64-A587-00A4C58904F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563869" y="4052785"/>
                <a:ext cx="23544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1B95613A-F08B-460C-A05E-D284DBF89E2E}"/>
                  </a:ext>
                </a:extLst>
              </p14:cNvPr>
              <p14:cNvContentPartPr/>
              <p14:nvPr/>
            </p14:nvContentPartPr>
            <p14:xfrm>
              <a:off x="3821229" y="2148025"/>
              <a:ext cx="160200" cy="33336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1B95613A-F08B-460C-A05E-D284DBF89E2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803229" y="2112025"/>
                <a:ext cx="19584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8C361275-7FA2-47F9-B4F1-D96FA99E8F46}"/>
                  </a:ext>
                </a:extLst>
              </p14:cNvPr>
              <p14:cNvContentPartPr/>
              <p14:nvPr/>
            </p14:nvContentPartPr>
            <p14:xfrm>
              <a:off x="4243869" y="2140465"/>
              <a:ext cx="209520" cy="35064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8C361275-7FA2-47F9-B4F1-D96FA99E8F4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226229" y="2104465"/>
                <a:ext cx="245160" cy="42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8B4AEC3D-332A-4C6B-AB57-579925B54236}"/>
                  </a:ext>
                </a:extLst>
              </p14:cNvPr>
              <p14:cNvContentPartPr/>
              <p14:nvPr/>
            </p14:nvContentPartPr>
            <p14:xfrm>
              <a:off x="3808269" y="4855585"/>
              <a:ext cx="682200" cy="88092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8B4AEC3D-332A-4C6B-AB57-579925B5423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790269" y="4819945"/>
                <a:ext cx="717840" cy="9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F42028BA-F565-4742-A59F-54021B8E0793}"/>
                  </a:ext>
                </a:extLst>
              </p14:cNvPr>
              <p14:cNvContentPartPr/>
              <p14:nvPr/>
            </p14:nvContentPartPr>
            <p14:xfrm>
              <a:off x="4204989" y="4578385"/>
              <a:ext cx="267120" cy="15876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F42028BA-F565-4742-A59F-54021B8E079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186989" y="4542745"/>
                <a:ext cx="30276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0548760D-B62F-444B-AABA-53224CA9BD5B}"/>
                  </a:ext>
                </a:extLst>
              </p14:cNvPr>
              <p14:cNvContentPartPr/>
              <p14:nvPr/>
            </p14:nvContentPartPr>
            <p14:xfrm>
              <a:off x="4569309" y="4850905"/>
              <a:ext cx="147960" cy="30492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0548760D-B62F-444B-AABA-53224CA9BD5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551669" y="4814905"/>
                <a:ext cx="183600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616FDAC7-6204-490F-A430-9EEC7C92FB17}"/>
                  </a:ext>
                </a:extLst>
              </p14:cNvPr>
              <p14:cNvContentPartPr/>
              <p14:nvPr/>
            </p14:nvContentPartPr>
            <p14:xfrm>
              <a:off x="4118589" y="4994905"/>
              <a:ext cx="209880" cy="18432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616FDAC7-6204-490F-A430-9EEC7C92FB1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100589" y="4959265"/>
                <a:ext cx="24552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8F22BDE0-4A61-47ED-8E89-710289100A99}"/>
                  </a:ext>
                </a:extLst>
              </p14:cNvPr>
              <p14:cNvContentPartPr/>
              <p14:nvPr/>
            </p14:nvContentPartPr>
            <p14:xfrm>
              <a:off x="3594789" y="5356705"/>
              <a:ext cx="146160" cy="19368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8F22BDE0-4A61-47ED-8E89-710289100A9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576789" y="5321065"/>
                <a:ext cx="18180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90125254-DE4C-4576-AFEE-748956D87D0E}"/>
                  </a:ext>
                </a:extLst>
              </p14:cNvPr>
              <p14:cNvContentPartPr/>
              <p14:nvPr/>
            </p14:nvContentPartPr>
            <p14:xfrm>
              <a:off x="3984309" y="5777545"/>
              <a:ext cx="299880" cy="30996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90125254-DE4C-4576-AFEE-748956D87D0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966309" y="5741905"/>
                <a:ext cx="33552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DE7F8D5D-7D7E-4198-B1FB-B6C72BE21950}"/>
                  </a:ext>
                </a:extLst>
              </p14:cNvPr>
              <p14:cNvContentPartPr/>
              <p14:nvPr/>
            </p14:nvContentPartPr>
            <p14:xfrm>
              <a:off x="403749" y="404185"/>
              <a:ext cx="7988400" cy="547056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DE7F8D5D-7D7E-4198-B1FB-B6C72BE2195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86109" y="386185"/>
                <a:ext cx="8024040" cy="55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B453373A-1F2C-47DB-8000-3C3EEBADD531}"/>
                  </a:ext>
                </a:extLst>
              </p14:cNvPr>
              <p14:cNvContentPartPr/>
              <p14:nvPr/>
            </p14:nvContentPartPr>
            <p14:xfrm>
              <a:off x="3259989" y="3163225"/>
              <a:ext cx="217440" cy="32688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B453373A-1F2C-47DB-8000-3C3EEBADD53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242349" y="3127225"/>
                <a:ext cx="25308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5EB40910-64D2-40FA-915A-A458AB8C7645}"/>
                  </a:ext>
                </a:extLst>
              </p14:cNvPr>
              <p14:cNvContentPartPr/>
              <p14:nvPr/>
            </p14:nvContentPartPr>
            <p14:xfrm>
              <a:off x="3867309" y="3139825"/>
              <a:ext cx="245160" cy="30996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5EB40910-64D2-40FA-915A-A458AB8C764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849669" y="3103825"/>
                <a:ext cx="28080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F0B8A598-6E63-4635-B52B-B4BEA26B2254}"/>
                  </a:ext>
                </a:extLst>
              </p14:cNvPr>
              <p14:cNvContentPartPr/>
              <p14:nvPr/>
            </p14:nvContentPartPr>
            <p14:xfrm>
              <a:off x="4881069" y="3148825"/>
              <a:ext cx="270000" cy="32040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F0B8A598-6E63-4635-B52B-B4BEA26B225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863429" y="3113185"/>
                <a:ext cx="30564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43A967F1-F283-4CF6-9256-920748D49B17}"/>
                  </a:ext>
                </a:extLst>
              </p14:cNvPr>
              <p14:cNvContentPartPr/>
              <p14:nvPr/>
            </p14:nvContentPartPr>
            <p14:xfrm>
              <a:off x="5554629" y="3185545"/>
              <a:ext cx="288720" cy="27612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43A967F1-F283-4CF6-9256-920748D49B1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536989" y="3149545"/>
                <a:ext cx="32436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5FCC84BE-6886-4FBD-92D5-8270D9593AC3}"/>
                  </a:ext>
                </a:extLst>
              </p14:cNvPr>
              <p14:cNvContentPartPr/>
              <p14:nvPr/>
            </p14:nvContentPartPr>
            <p14:xfrm>
              <a:off x="6593229" y="3209665"/>
              <a:ext cx="245160" cy="32400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5FCC84BE-6886-4FBD-92D5-8270D9593AC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575229" y="3174025"/>
                <a:ext cx="280800" cy="39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0765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F7306AED-9738-4491-B028-49DB2DBC0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16" y="411513"/>
            <a:ext cx="2612072" cy="58520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F4E827F9-F7A6-4E50-A8E3-A049B4089234}"/>
                  </a:ext>
                </a:extLst>
              </p14:cNvPr>
              <p14:cNvContentPartPr/>
              <p14:nvPr/>
            </p14:nvContentPartPr>
            <p14:xfrm>
              <a:off x="384309" y="242545"/>
              <a:ext cx="15120" cy="10476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F4E827F9-F7A6-4E50-A8E3-A049B40892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6309" y="206545"/>
                <a:ext cx="5076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6E2D3419-6269-4FF0-9870-5AAEB988C62B}"/>
                  </a:ext>
                </a:extLst>
              </p14:cNvPr>
              <p14:cNvContentPartPr/>
              <p14:nvPr/>
            </p14:nvContentPartPr>
            <p14:xfrm>
              <a:off x="2301669" y="97105"/>
              <a:ext cx="312480" cy="21420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6E2D3419-6269-4FF0-9870-5AAEB988C62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84029" y="79465"/>
                <a:ext cx="34812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F5A0F585-E5BF-4558-B965-D8C71A84B029}"/>
                  </a:ext>
                </a:extLst>
              </p14:cNvPr>
              <p14:cNvContentPartPr/>
              <p14:nvPr/>
            </p14:nvContentPartPr>
            <p14:xfrm>
              <a:off x="2972709" y="78745"/>
              <a:ext cx="1358640" cy="27216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F5A0F585-E5BF-4558-B965-D8C71A84B02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55069" y="61105"/>
                <a:ext cx="139428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9FB7FD65-ADA1-45C8-AEF0-A7B55AD21C6C}"/>
                  </a:ext>
                </a:extLst>
              </p14:cNvPr>
              <p14:cNvContentPartPr/>
              <p14:nvPr/>
            </p14:nvContentPartPr>
            <p14:xfrm>
              <a:off x="297909" y="81985"/>
              <a:ext cx="1511280" cy="3236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9FB7FD65-ADA1-45C8-AEF0-A7B55AD21C6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80265" y="64325"/>
                <a:ext cx="1546928" cy="35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51D6F105-D8B3-4413-B274-E77AE931EDC2}"/>
                  </a:ext>
                </a:extLst>
              </p14:cNvPr>
              <p14:cNvContentPartPr/>
              <p14:nvPr/>
            </p14:nvContentPartPr>
            <p14:xfrm>
              <a:off x="5822829" y="163345"/>
              <a:ext cx="168840" cy="469152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51D6F105-D8B3-4413-B274-E77AE931EDC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04829" y="145345"/>
                <a:ext cx="204480" cy="47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226AA10F-3ABD-4281-98BC-27DBCA3F57B7}"/>
                  </a:ext>
                </a:extLst>
              </p14:cNvPr>
              <p14:cNvContentPartPr/>
              <p14:nvPr/>
            </p14:nvContentPartPr>
            <p14:xfrm>
              <a:off x="6159789" y="461425"/>
              <a:ext cx="222480" cy="1332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226AA10F-3ABD-4281-98BC-27DBCA3F57B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141789" y="443785"/>
                <a:ext cx="25812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62A0E3A0-850D-4937-B30F-1134701F58A0}"/>
                  </a:ext>
                </a:extLst>
              </p14:cNvPr>
              <p14:cNvContentPartPr/>
              <p14:nvPr/>
            </p14:nvContentPartPr>
            <p14:xfrm>
              <a:off x="8995869" y="370345"/>
              <a:ext cx="1055160" cy="38952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62A0E3A0-850D-4937-B30F-1134701F58A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977869" y="352345"/>
                <a:ext cx="1090800" cy="4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63AD051E-E51A-404C-A0C3-ECB05F868075}"/>
                  </a:ext>
                </a:extLst>
              </p14:cNvPr>
              <p14:cNvContentPartPr/>
              <p14:nvPr/>
            </p14:nvContentPartPr>
            <p14:xfrm>
              <a:off x="8019189" y="304465"/>
              <a:ext cx="632160" cy="25128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63AD051E-E51A-404C-A0C3-ECB05F86807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001189" y="286491"/>
                <a:ext cx="667800" cy="2868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B0A0DA03-8B76-459E-A2B3-D49F8A072D1F}"/>
                  </a:ext>
                </a:extLst>
              </p14:cNvPr>
              <p14:cNvContentPartPr/>
              <p14:nvPr/>
            </p14:nvContentPartPr>
            <p14:xfrm>
              <a:off x="7435269" y="360625"/>
              <a:ext cx="316800" cy="17316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B0A0DA03-8B76-459E-A2B3-D49F8A072D1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417249" y="342985"/>
                <a:ext cx="352481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694D62E3-5B10-4721-969D-B789533578BB}"/>
                  </a:ext>
                </a:extLst>
              </p14:cNvPr>
              <p14:cNvContentPartPr/>
              <p14:nvPr/>
            </p14:nvContentPartPr>
            <p14:xfrm>
              <a:off x="6776109" y="201865"/>
              <a:ext cx="282240" cy="31500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694D62E3-5B10-4721-969D-B789533578B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758109" y="183865"/>
                <a:ext cx="31788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1DCE29B5-EDD4-4DE9-8323-6F88BC7EB1DB}"/>
                  </a:ext>
                </a:extLst>
              </p14:cNvPr>
              <p14:cNvContentPartPr/>
              <p14:nvPr/>
            </p14:nvContentPartPr>
            <p14:xfrm>
              <a:off x="6140349" y="1041385"/>
              <a:ext cx="249120" cy="1764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1DCE29B5-EDD4-4DE9-8323-6F88BC7EB1D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122709" y="1023385"/>
                <a:ext cx="28476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D4CB2CDC-7635-45B7-87AE-7CC361AD37EC}"/>
                  </a:ext>
                </a:extLst>
              </p14:cNvPr>
              <p14:cNvContentPartPr/>
              <p14:nvPr/>
            </p14:nvContentPartPr>
            <p14:xfrm>
              <a:off x="10040229" y="878305"/>
              <a:ext cx="85680" cy="5004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D4CB2CDC-7635-45B7-87AE-7CC361AD37E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022589" y="860665"/>
                <a:ext cx="12132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AAEC27C2-66CF-4714-8515-0FD100736CA0}"/>
                  </a:ext>
                </a:extLst>
              </p14:cNvPr>
              <p14:cNvContentPartPr/>
              <p14:nvPr/>
            </p14:nvContentPartPr>
            <p14:xfrm>
              <a:off x="10727109" y="981265"/>
              <a:ext cx="537120" cy="12420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AAEC27C2-66CF-4714-8515-0FD100736CA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709469" y="963625"/>
                <a:ext cx="57276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9AED69EB-F897-4ABA-8F7B-5607B8A343EA}"/>
                  </a:ext>
                </a:extLst>
              </p14:cNvPr>
              <p14:cNvContentPartPr/>
              <p14:nvPr/>
            </p14:nvContentPartPr>
            <p14:xfrm>
              <a:off x="9768429" y="1008985"/>
              <a:ext cx="470880" cy="9648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9AED69EB-F897-4ABA-8F7B-5607B8A343E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750429" y="990985"/>
                <a:ext cx="50652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35027B57-C4A1-4F2E-84BB-4E7C8A9370B5}"/>
                  </a:ext>
                </a:extLst>
              </p14:cNvPr>
              <p14:cNvContentPartPr/>
              <p14:nvPr/>
            </p14:nvContentPartPr>
            <p14:xfrm>
              <a:off x="6856029" y="846985"/>
              <a:ext cx="2354040" cy="29844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35027B57-C4A1-4F2E-84BB-4E7C8A9370B5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838386" y="828985"/>
                <a:ext cx="2389685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8D911B80-6A56-46D0-AEC9-5EC9641D25A7}"/>
                  </a:ext>
                </a:extLst>
              </p14:cNvPr>
              <p14:cNvContentPartPr/>
              <p14:nvPr/>
            </p14:nvContentPartPr>
            <p14:xfrm>
              <a:off x="10746549" y="1457905"/>
              <a:ext cx="716760" cy="16524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8D911B80-6A56-46D0-AEC9-5EC9641D25A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728549" y="1440265"/>
                <a:ext cx="7524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904277D9-E548-49A5-9E0D-4901AD329CEB}"/>
                  </a:ext>
                </a:extLst>
              </p14:cNvPr>
              <p14:cNvContentPartPr/>
              <p14:nvPr/>
            </p14:nvContentPartPr>
            <p14:xfrm>
              <a:off x="11458629" y="1410025"/>
              <a:ext cx="360" cy="36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904277D9-E548-49A5-9E0D-4901AD329CE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1440989" y="139202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6A2E179E-1297-4BD0-9F27-114243325E8C}"/>
                  </a:ext>
                </a:extLst>
              </p14:cNvPr>
              <p14:cNvContentPartPr/>
              <p14:nvPr/>
            </p14:nvContentPartPr>
            <p14:xfrm>
              <a:off x="6802389" y="1318945"/>
              <a:ext cx="1969560" cy="76644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6A2E179E-1297-4BD0-9F27-114243325E8C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784392" y="1300945"/>
                <a:ext cx="2005193" cy="80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899C9BE2-B20D-4021-ABFD-ECF6C36C5541}"/>
                  </a:ext>
                </a:extLst>
              </p14:cNvPr>
              <p14:cNvContentPartPr/>
              <p14:nvPr/>
            </p14:nvContentPartPr>
            <p14:xfrm>
              <a:off x="9248949" y="1308865"/>
              <a:ext cx="1146240" cy="27792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899C9BE2-B20D-4021-ABFD-ECF6C36C5541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230949" y="1290865"/>
                <a:ext cx="118188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A55B76FC-186A-4A45-B2BC-237A40448A50}"/>
                  </a:ext>
                </a:extLst>
              </p14:cNvPr>
              <p14:cNvContentPartPr/>
              <p14:nvPr/>
            </p14:nvContentPartPr>
            <p14:xfrm>
              <a:off x="9003789" y="1885225"/>
              <a:ext cx="208440" cy="16704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A55B76FC-186A-4A45-B2BC-237A40448A50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985789" y="1867585"/>
                <a:ext cx="24408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D4AE3836-40EB-4823-A3A1-9E93BAD51968}"/>
                  </a:ext>
                </a:extLst>
              </p14:cNvPr>
              <p14:cNvContentPartPr/>
              <p14:nvPr/>
            </p14:nvContentPartPr>
            <p14:xfrm>
              <a:off x="6273549" y="2646625"/>
              <a:ext cx="232200" cy="1512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D4AE3836-40EB-4823-A3A1-9E93BAD5196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255909" y="2628625"/>
                <a:ext cx="26784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A247BB6C-ED94-431B-AA05-A2C92AD81622}"/>
                  </a:ext>
                </a:extLst>
              </p14:cNvPr>
              <p14:cNvContentPartPr/>
              <p14:nvPr/>
            </p14:nvContentPartPr>
            <p14:xfrm>
              <a:off x="121509" y="827545"/>
              <a:ext cx="899640" cy="367164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A247BB6C-ED94-431B-AA05-A2C92AD81622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3516" y="809545"/>
                <a:ext cx="935266" cy="37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6735FBAC-4577-4828-9ED9-334A66F520F9}"/>
                  </a:ext>
                </a:extLst>
              </p14:cNvPr>
              <p14:cNvContentPartPr/>
              <p14:nvPr/>
            </p14:nvContentPartPr>
            <p14:xfrm>
              <a:off x="6289749" y="3137665"/>
              <a:ext cx="636120" cy="27756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6735FBAC-4577-4828-9ED9-334A66F520F9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271759" y="3119665"/>
                <a:ext cx="67174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93051BDF-94C7-458D-A540-198C0152AC79}"/>
                  </a:ext>
                </a:extLst>
              </p14:cNvPr>
              <p14:cNvContentPartPr/>
              <p14:nvPr/>
            </p14:nvContentPartPr>
            <p14:xfrm>
              <a:off x="7266069" y="3240985"/>
              <a:ext cx="772560" cy="14724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93051BDF-94C7-458D-A540-198C0152AC79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248069" y="3223029"/>
                <a:ext cx="808200" cy="1827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7E16D1F2-B9EB-4E04-B11C-5CA0E2F769D6}"/>
                  </a:ext>
                </a:extLst>
              </p14:cNvPr>
              <p14:cNvContentPartPr/>
              <p14:nvPr/>
            </p14:nvContentPartPr>
            <p14:xfrm>
              <a:off x="9975069" y="2843545"/>
              <a:ext cx="675360" cy="47628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7E16D1F2-B9EB-4E04-B11C-5CA0E2F769D6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957429" y="2825545"/>
                <a:ext cx="711000" cy="51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2D8BFCE0-CAD6-46C0-9FAE-2F130D0C4340}"/>
                  </a:ext>
                </a:extLst>
              </p14:cNvPr>
              <p14:cNvContentPartPr/>
              <p14:nvPr/>
            </p14:nvContentPartPr>
            <p14:xfrm>
              <a:off x="10521549" y="3502705"/>
              <a:ext cx="47160" cy="35748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2D8BFCE0-CAD6-46C0-9FAE-2F130D0C4340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0503909" y="3485065"/>
                <a:ext cx="82800" cy="3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EB548672-FB80-4BF5-A96B-0B5BFABF9DCC}"/>
                  </a:ext>
                </a:extLst>
              </p14:cNvPr>
              <p14:cNvContentPartPr/>
              <p14:nvPr/>
            </p14:nvContentPartPr>
            <p14:xfrm>
              <a:off x="9838629" y="3431065"/>
              <a:ext cx="528840" cy="46692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EB548672-FB80-4BF5-A96B-0B5BFABF9DCC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820641" y="3413425"/>
                <a:ext cx="564456" cy="50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565442C0-5D41-410A-BE24-8633A7279331}"/>
                  </a:ext>
                </a:extLst>
              </p14:cNvPr>
              <p14:cNvContentPartPr/>
              <p14:nvPr/>
            </p14:nvContentPartPr>
            <p14:xfrm>
              <a:off x="10168749" y="2728345"/>
              <a:ext cx="534240" cy="1044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565442C0-5D41-410A-BE24-8633A7279331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0151109" y="2692345"/>
                <a:ext cx="56988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D7DFA597-58EE-496E-AAAD-C6249535CCCB}"/>
                  </a:ext>
                </a:extLst>
              </p14:cNvPr>
              <p14:cNvContentPartPr/>
              <p14:nvPr/>
            </p14:nvContentPartPr>
            <p14:xfrm>
              <a:off x="10624869" y="2824825"/>
              <a:ext cx="146880" cy="44928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D7DFA597-58EE-496E-AAAD-C6249535CCCB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0606869" y="2788825"/>
                <a:ext cx="182520" cy="52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01424D03-EA18-4169-88DC-0DE7C194F873}"/>
                  </a:ext>
                </a:extLst>
              </p14:cNvPr>
              <p14:cNvContentPartPr/>
              <p14:nvPr/>
            </p14:nvContentPartPr>
            <p14:xfrm>
              <a:off x="10603629" y="3460225"/>
              <a:ext cx="110880" cy="39420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01424D03-EA18-4169-88DC-0DE7C194F873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0585629" y="3424225"/>
                <a:ext cx="146520" cy="46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D3E8F7BC-5308-47CA-AB8A-EC9DF2798230}"/>
                  </a:ext>
                </a:extLst>
              </p14:cNvPr>
              <p14:cNvContentPartPr/>
              <p14:nvPr/>
            </p14:nvContentPartPr>
            <p14:xfrm>
              <a:off x="9984789" y="3979705"/>
              <a:ext cx="446400" cy="4788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D3E8F7BC-5308-47CA-AB8A-EC9DF2798230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9967149" y="3944065"/>
                <a:ext cx="48204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82BAE8DB-E753-48D9-97DE-5EA111E987BD}"/>
                  </a:ext>
                </a:extLst>
              </p14:cNvPr>
              <p14:cNvContentPartPr/>
              <p14:nvPr/>
            </p14:nvContentPartPr>
            <p14:xfrm>
              <a:off x="9681309" y="3399025"/>
              <a:ext cx="151920" cy="43668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82BAE8DB-E753-48D9-97DE-5EA111E987BD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9663669" y="3363385"/>
                <a:ext cx="187560" cy="50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57E997DF-5723-4A12-B465-D6DB6D167E38}"/>
                  </a:ext>
                </a:extLst>
              </p14:cNvPr>
              <p14:cNvContentPartPr/>
              <p14:nvPr/>
            </p14:nvContentPartPr>
            <p14:xfrm>
              <a:off x="9793629" y="2883865"/>
              <a:ext cx="105840" cy="34020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57E997DF-5723-4A12-B465-D6DB6D167E38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9775989" y="2848225"/>
                <a:ext cx="141480" cy="41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4A6EAD5C-CB6E-4D1C-9C3E-07765F372F44}"/>
                  </a:ext>
                </a:extLst>
              </p14:cNvPr>
              <p14:cNvContentPartPr/>
              <p14:nvPr/>
            </p14:nvContentPartPr>
            <p14:xfrm>
              <a:off x="10310949" y="2438905"/>
              <a:ext cx="287640" cy="12600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4A6EAD5C-CB6E-4D1C-9C3E-07765F372F44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0293309" y="2402905"/>
                <a:ext cx="32328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0EF0E0C5-7448-4A05-B865-44C9A40CB700}"/>
                  </a:ext>
                </a:extLst>
              </p14:cNvPr>
              <p14:cNvContentPartPr/>
              <p14:nvPr/>
            </p14:nvContentPartPr>
            <p14:xfrm>
              <a:off x="10919349" y="2877385"/>
              <a:ext cx="163080" cy="30240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0EF0E0C5-7448-4A05-B865-44C9A40CB70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0901709" y="2841745"/>
                <a:ext cx="19872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33F78B85-C4BC-43BF-A444-49423F79FC62}"/>
                  </a:ext>
                </a:extLst>
              </p14:cNvPr>
              <p14:cNvContentPartPr/>
              <p14:nvPr/>
            </p14:nvContentPartPr>
            <p14:xfrm>
              <a:off x="10779309" y="3589825"/>
              <a:ext cx="292320" cy="21852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33F78B85-C4BC-43BF-A444-49423F79FC62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0761669" y="3553825"/>
                <a:ext cx="32796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54061140-DA6E-4110-A929-ED4B9E28959F}"/>
                  </a:ext>
                </a:extLst>
              </p14:cNvPr>
              <p14:cNvContentPartPr/>
              <p14:nvPr/>
            </p14:nvContentPartPr>
            <p14:xfrm>
              <a:off x="10097109" y="4111825"/>
              <a:ext cx="332280" cy="28476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54061140-DA6E-4110-A929-ED4B9E28959F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0079109" y="4076185"/>
                <a:ext cx="36792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70DD2132-9A91-424D-B009-0F302FE4D20A}"/>
                  </a:ext>
                </a:extLst>
              </p14:cNvPr>
              <p14:cNvContentPartPr/>
              <p14:nvPr/>
            </p14:nvContentPartPr>
            <p14:xfrm>
              <a:off x="9322029" y="3532585"/>
              <a:ext cx="262800" cy="16488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70DD2132-9A91-424D-B009-0F302FE4D20A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9304029" y="3496585"/>
                <a:ext cx="29844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A395E3F0-0238-4489-A1C8-5CA0DA4C418D}"/>
                  </a:ext>
                </a:extLst>
              </p14:cNvPr>
              <p14:cNvContentPartPr/>
              <p14:nvPr/>
            </p14:nvContentPartPr>
            <p14:xfrm>
              <a:off x="9413109" y="2899705"/>
              <a:ext cx="144000" cy="42732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A395E3F0-0238-4489-A1C8-5CA0DA4C418D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9395469" y="2863705"/>
                <a:ext cx="179640" cy="49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CDBE1061-DBA6-4B43-9E2D-0CE15872978D}"/>
                  </a:ext>
                </a:extLst>
              </p14:cNvPr>
              <p14:cNvContentPartPr/>
              <p14:nvPr/>
            </p14:nvContentPartPr>
            <p14:xfrm>
              <a:off x="9331389" y="3105265"/>
              <a:ext cx="255960" cy="3276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CDBE1061-DBA6-4B43-9E2D-0CE15872978D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313389" y="3069265"/>
                <a:ext cx="29160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80BEFB3B-92B9-4AC1-B40B-E5FC794396A3}"/>
                  </a:ext>
                </a:extLst>
              </p14:cNvPr>
              <p14:cNvContentPartPr/>
              <p14:nvPr/>
            </p14:nvContentPartPr>
            <p14:xfrm>
              <a:off x="1047789" y="1640785"/>
              <a:ext cx="651960" cy="25056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80BEFB3B-92B9-4AC1-B40B-E5FC794396A3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029789" y="1622785"/>
                <a:ext cx="68760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8AC715E8-6CFC-4755-8553-E0098CED255E}"/>
                  </a:ext>
                </a:extLst>
              </p14:cNvPr>
              <p14:cNvContentPartPr/>
              <p14:nvPr/>
            </p14:nvContentPartPr>
            <p14:xfrm>
              <a:off x="7162749" y="4808785"/>
              <a:ext cx="758160" cy="22032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8AC715E8-6CFC-4755-8553-E0098CED255E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144749" y="4790785"/>
                <a:ext cx="79380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BE4C5766-1404-4EEF-8374-83BBC80C2A1F}"/>
                  </a:ext>
                </a:extLst>
              </p14:cNvPr>
              <p14:cNvContentPartPr/>
              <p14:nvPr/>
            </p14:nvContentPartPr>
            <p14:xfrm>
              <a:off x="6298749" y="4721305"/>
              <a:ext cx="331920" cy="35244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BE4C5766-1404-4EEF-8374-83BBC80C2A1F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6281109" y="4703323"/>
                <a:ext cx="367560" cy="3880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4E8D990C-A0A2-4C18-AD2D-B57EDFB4B368}"/>
                  </a:ext>
                </a:extLst>
              </p14:cNvPr>
              <p14:cNvContentPartPr/>
              <p14:nvPr/>
            </p14:nvContentPartPr>
            <p14:xfrm>
              <a:off x="8128269" y="4831105"/>
              <a:ext cx="532800" cy="17388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4E8D990C-A0A2-4C18-AD2D-B57EDFB4B368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8110269" y="4813465"/>
                <a:ext cx="56844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294BF967-056E-4B0C-A3B6-9199DE09C2DB}"/>
                  </a:ext>
                </a:extLst>
              </p14:cNvPr>
              <p14:cNvContentPartPr/>
              <p14:nvPr/>
            </p14:nvContentPartPr>
            <p14:xfrm>
              <a:off x="7207389" y="5351305"/>
              <a:ext cx="654480" cy="95400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294BF967-056E-4B0C-A3B6-9199DE09C2DB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7189749" y="5315665"/>
                <a:ext cx="690120" cy="10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417CA6F6-8091-40BF-94E6-FB1162A8F7C1}"/>
                  </a:ext>
                </a:extLst>
              </p14:cNvPr>
              <p14:cNvContentPartPr/>
              <p14:nvPr/>
            </p14:nvContentPartPr>
            <p14:xfrm>
              <a:off x="8590149" y="5428345"/>
              <a:ext cx="216720" cy="1404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417CA6F6-8091-40BF-94E6-FB1162A8F7C1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572509" y="5392705"/>
                <a:ext cx="25236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BA19E2B2-6DD7-4B83-BFE9-2807148299FE}"/>
                  </a:ext>
                </a:extLst>
              </p14:cNvPr>
              <p14:cNvContentPartPr/>
              <p14:nvPr/>
            </p14:nvContentPartPr>
            <p14:xfrm>
              <a:off x="8755389" y="5317825"/>
              <a:ext cx="140760" cy="28980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BA19E2B2-6DD7-4B83-BFE9-2807148299FE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8737389" y="5282185"/>
                <a:ext cx="176400" cy="3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9C6810AF-BBEB-4AB5-B7F0-7862DCF05353}"/>
                  </a:ext>
                </a:extLst>
              </p14:cNvPr>
              <p14:cNvContentPartPr/>
              <p14:nvPr/>
            </p14:nvContentPartPr>
            <p14:xfrm>
              <a:off x="9502749" y="5324305"/>
              <a:ext cx="204120" cy="16344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9C6810AF-BBEB-4AB5-B7F0-7862DCF05353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9485109" y="5288665"/>
                <a:ext cx="23976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F77D8A7B-3140-4461-927B-80783DB2D5C1}"/>
                  </a:ext>
                </a:extLst>
              </p14:cNvPr>
              <p14:cNvContentPartPr/>
              <p14:nvPr/>
            </p14:nvContentPartPr>
            <p14:xfrm>
              <a:off x="9873189" y="5447785"/>
              <a:ext cx="55440" cy="21060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F77D8A7B-3140-4461-927B-80783DB2D5C1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9855549" y="5411785"/>
                <a:ext cx="9108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A37932ED-2A51-4006-976C-DD07AA78131C}"/>
                  </a:ext>
                </a:extLst>
              </p14:cNvPr>
              <p14:cNvContentPartPr/>
              <p14:nvPr/>
            </p14:nvContentPartPr>
            <p14:xfrm>
              <a:off x="10039149" y="5206945"/>
              <a:ext cx="123480" cy="29592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A37932ED-2A51-4006-976C-DD07AA78131C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0021149" y="5170945"/>
                <a:ext cx="15912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A8ED53AF-702D-4540-96CF-C61898615B86}"/>
                  </a:ext>
                </a:extLst>
              </p14:cNvPr>
              <p14:cNvContentPartPr/>
              <p14:nvPr/>
            </p14:nvContentPartPr>
            <p14:xfrm>
              <a:off x="10256229" y="5457145"/>
              <a:ext cx="86400" cy="21600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A8ED53AF-702D-4540-96CF-C61898615B86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0238229" y="5421505"/>
                <a:ext cx="12204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AC722A27-5A8B-4FC4-B6AD-3E319C9B5A7B}"/>
                  </a:ext>
                </a:extLst>
              </p14:cNvPr>
              <p14:cNvContentPartPr/>
              <p14:nvPr/>
            </p14:nvContentPartPr>
            <p14:xfrm>
              <a:off x="9454869" y="6093985"/>
              <a:ext cx="218880" cy="17316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AC722A27-5A8B-4FC4-B6AD-3E319C9B5A7B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9437229" y="6057985"/>
                <a:ext cx="25452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6FF49219-BCB4-4175-963D-1D61B89127BB}"/>
                  </a:ext>
                </a:extLst>
              </p14:cNvPr>
              <p14:cNvContentPartPr/>
              <p14:nvPr/>
            </p14:nvContentPartPr>
            <p14:xfrm>
              <a:off x="10543869" y="5124505"/>
              <a:ext cx="371520" cy="35676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6FF49219-BCB4-4175-963D-1D61B89127BB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10525869" y="5088505"/>
                <a:ext cx="40716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BCFBFE77-8269-4158-97E2-216404173378}"/>
                  </a:ext>
                </a:extLst>
              </p14:cNvPr>
              <p14:cNvContentPartPr/>
              <p14:nvPr/>
            </p14:nvContentPartPr>
            <p14:xfrm>
              <a:off x="11105109" y="5438065"/>
              <a:ext cx="25560" cy="14652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BCFBFE77-8269-4158-97E2-216404173378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1087469" y="5402065"/>
                <a:ext cx="6120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3E5B7449-B61D-4404-AA2B-BDC2EBA40A51}"/>
                  </a:ext>
                </a:extLst>
              </p14:cNvPr>
              <p14:cNvContentPartPr/>
              <p14:nvPr/>
            </p14:nvContentPartPr>
            <p14:xfrm>
              <a:off x="11299869" y="5234305"/>
              <a:ext cx="214920" cy="20880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3E5B7449-B61D-4404-AA2B-BDC2EBA40A51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1281869" y="5198665"/>
                <a:ext cx="25056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31C76A16-FFE3-4F7B-B620-670ED2241C60}"/>
                  </a:ext>
                </a:extLst>
              </p14:cNvPr>
              <p14:cNvContentPartPr/>
              <p14:nvPr/>
            </p14:nvContentPartPr>
            <p14:xfrm>
              <a:off x="9774549" y="6246625"/>
              <a:ext cx="62640" cy="14652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31C76A16-FFE3-4F7B-B620-670ED2241C60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9756549" y="6210985"/>
                <a:ext cx="9828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EA8D7FF4-ABBB-43CB-8278-4E41C7F2BF25}"/>
                  </a:ext>
                </a:extLst>
              </p14:cNvPr>
              <p14:cNvContentPartPr/>
              <p14:nvPr/>
            </p14:nvContentPartPr>
            <p14:xfrm>
              <a:off x="10029429" y="5976985"/>
              <a:ext cx="108000" cy="45756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EA8D7FF4-ABBB-43CB-8278-4E41C7F2BF25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10011789" y="5940985"/>
                <a:ext cx="143640" cy="52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9F60B70A-8248-4080-AA83-4E473759A64C}"/>
                  </a:ext>
                </a:extLst>
              </p14:cNvPr>
              <p14:cNvContentPartPr/>
              <p14:nvPr/>
            </p14:nvContentPartPr>
            <p14:xfrm>
              <a:off x="9995589" y="6197665"/>
              <a:ext cx="348480" cy="5868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9F60B70A-8248-4080-AA83-4E473759A64C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9977949" y="6161665"/>
                <a:ext cx="38412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20904D05-0AEC-491F-85BA-65A0ABB7A2D2}"/>
                  </a:ext>
                </a:extLst>
              </p14:cNvPr>
              <p14:cNvContentPartPr/>
              <p14:nvPr/>
            </p14:nvContentPartPr>
            <p14:xfrm>
              <a:off x="11646189" y="5447785"/>
              <a:ext cx="68040" cy="14832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20904D05-0AEC-491F-85BA-65A0ABB7A2D2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11628549" y="5411785"/>
                <a:ext cx="10368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B1D1B487-31CD-4970-BFFA-12A9E45E3272}"/>
                  </a:ext>
                </a:extLst>
              </p14:cNvPr>
              <p14:cNvContentPartPr/>
              <p14:nvPr/>
            </p14:nvContentPartPr>
            <p14:xfrm>
              <a:off x="11828349" y="5283625"/>
              <a:ext cx="153000" cy="39816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B1D1B487-31CD-4970-BFFA-12A9E45E3272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1810349" y="5247985"/>
                <a:ext cx="188640" cy="46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8175181C-2741-4ABB-B92C-52DA93F0BB73}"/>
                  </a:ext>
                </a:extLst>
              </p14:cNvPr>
              <p14:cNvContentPartPr/>
              <p14:nvPr/>
            </p14:nvContentPartPr>
            <p14:xfrm>
              <a:off x="9273789" y="4941265"/>
              <a:ext cx="2773080" cy="30456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8175181C-2741-4ABB-B92C-52DA93F0BB73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9256149" y="4905265"/>
                <a:ext cx="280872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FA609572-F52F-46BB-96A8-0CA1F95AC343}"/>
                  </a:ext>
                </a:extLst>
              </p14:cNvPr>
              <p14:cNvContentPartPr/>
              <p14:nvPr/>
            </p14:nvContentPartPr>
            <p14:xfrm>
              <a:off x="9905589" y="4658665"/>
              <a:ext cx="445320" cy="33084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FA609572-F52F-46BB-96A8-0CA1F95AC343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9887589" y="4623025"/>
                <a:ext cx="480960" cy="4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F8BF391F-AB15-4340-A7B5-DF8FBC394D44}"/>
                  </a:ext>
                </a:extLst>
              </p14:cNvPr>
              <p14:cNvContentPartPr/>
              <p14:nvPr/>
            </p14:nvContentPartPr>
            <p14:xfrm>
              <a:off x="10380429" y="4622665"/>
              <a:ext cx="358560" cy="15624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F8BF391F-AB15-4340-A7B5-DF8FBC394D44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10362789" y="4587025"/>
                <a:ext cx="39420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27E038D5-FCA9-4809-8E8A-96655519CD4B}"/>
                  </a:ext>
                </a:extLst>
              </p14:cNvPr>
              <p14:cNvContentPartPr/>
              <p14:nvPr/>
            </p14:nvContentPartPr>
            <p14:xfrm>
              <a:off x="10706229" y="4518625"/>
              <a:ext cx="299880" cy="23724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27E038D5-FCA9-4809-8E8A-96655519CD4B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0688589" y="4482625"/>
                <a:ext cx="33552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A1894007-D6E0-4BA6-B480-01F0B168B254}"/>
                  </a:ext>
                </a:extLst>
              </p14:cNvPr>
              <p14:cNvContentPartPr/>
              <p14:nvPr/>
            </p14:nvContentPartPr>
            <p14:xfrm>
              <a:off x="11093949" y="4578025"/>
              <a:ext cx="130680" cy="20448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A1894007-D6E0-4BA6-B480-01F0B168B254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11075949" y="4542025"/>
                <a:ext cx="16632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8CC118C3-957E-4107-8AB9-B62C598FA876}"/>
                  </a:ext>
                </a:extLst>
              </p14:cNvPr>
              <p14:cNvContentPartPr/>
              <p14:nvPr/>
            </p14:nvContentPartPr>
            <p14:xfrm>
              <a:off x="11275749" y="4603945"/>
              <a:ext cx="134640" cy="17244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8CC118C3-957E-4107-8AB9-B62C598FA876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11258109" y="4568305"/>
                <a:ext cx="17028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15E6D8A1-906F-4536-95A8-AF701554F203}"/>
                  </a:ext>
                </a:extLst>
              </p14:cNvPr>
              <p14:cNvContentPartPr/>
              <p14:nvPr/>
            </p14:nvContentPartPr>
            <p14:xfrm>
              <a:off x="11574189" y="4610425"/>
              <a:ext cx="127800" cy="36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15E6D8A1-906F-4536-95A8-AF701554F203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11556189" y="4574425"/>
                <a:ext cx="1634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2D2F0A8E-4E17-4CD3-8317-5C308432646D}"/>
                  </a:ext>
                </a:extLst>
              </p14:cNvPr>
              <p14:cNvContentPartPr/>
              <p14:nvPr/>
            </p14:nvContentPartPr>
            <p14:xfrm>
              <a:off x="11569509" y="4706545"/>
              <a:ext cx="166680" cy="2124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2D2F0A8E-4E17-4CD3-8317-5C308432646D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11551509" y="4670905"/>
                <a:ext cx="20232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AD2ADAA8-CE70-4E66-B0F6-97E1257E8CD7}"/>
                  </a:ext>
                </a:extLst>
              </p14:cNvPr>
              <p14:cNvContentPartPr/>
              <p14:nvPr/>
            </p14:nvContentPartPr>
            <p14:xfrm>
              <a:off x="11825109" y="4603225"/>
              <a:ext cx="198720" cy="15804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AD2ADAA8-CE70-4E66-B0F6-97E1257E8CD7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11807469" y="4567225"/>
                <a:ext cx="23436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5139F230-6035-4320-BB0E-4534FB06BC3E}"/>
                  </a:ext>
                </a:extLst>
              </p14:cNvPr>
              <p14:cNvContentPartPr/>
              <p14:nvPr/>
            </p14:nvContentPartPr>
            <p14:xfrm>
              <a:off x="9273789" y="6395665"/>
              <a:ext cx="1171080" cy="21276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5139F230-6035-4320-BB0E-4534FB06BC3E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9256149" y="6360025"/>
                <a:ext cx="120672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E1FAE109-31F7-45BC-934A-9D94474674EF}"/>
                  </a:ext>
                </a:extLst>
              </p14:cNvPr>
              <p14:cNvContentPartPr/>
              <p14:nvPr/>
            </p14:nvContentPartPr>
            <p14:xfrm>
              <a:off x="10760589" y="6019825"/>
              <a:ext cx="416520" cy="38664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E1FAE109-31F7-45BC-934A-9D94474674EF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10742949" y="5984185"/>
                <a:ext cx="452160" cy="45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22CDE017-5996-485D-B1A8-07B3BE96500B}"/>
                  </a:ext>
                </a:extLst>
              </p14:cNvPr>
              <p14:cNvContentPartPr/>
              <p14:nvPr/>
            </p14:nvContentPartPr>
            <p14:xfrm>
              <a:off x="11096829" y="6216745"/>
              <a:ext cx="15480" cy="612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22CDE017-5996-485D-B1A8-07B3BE96500B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11078829" y="6181105"/>
                <a:ext cx="5112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B8A54ED0-BA5E-4609-ABEB-E811FAA6DC67}"/>
                  </a:ext>
                </a:extLst>
              </p14:cNvPr>
              <p14:cNvContentPartPr/>
              <p14:nvPr/>
            </p14:nvContentPartPr>
            <p14:xfrm>
              <a:off x="10929069" y="6126385"/>
              <a:ext cx="584640" cy="23652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B8A54ED0-BA5E-4609-ABEB-E811FAA6DC67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10911429" y="6090385"/>
                <a:ext cx="62028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E09BFB38-1F23-4D08-AC15-9453B2552523}"/>
                  </a:ext>
                </a:extLst>
              </p14:cNvPr>
              <p14:cNvContentPartPr/>
              <p14:nvPr/>
            </p14:nvContentPartPr>
            <p14:xfrm>
              <a:off x="11551149" y="6168865"/>
              <a:ext cx="312120" cy="19008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E09BFB38-1F23-4D08-AC15-9453B2552523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11533509" y="6132865"/>
                <a:ext cx="34776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38216B0C-6D2C-4025-93B1-B6A2F4B2CA72}"/>
                  </a:ext>
                </a:extLst>
              </p14:cNvPr>
              <p14:cNvContentPartPr/>
              <p14:nvPr/>
            </p14:nvContentPartPr>
            <p14:xfrm>
              <a:off x="11271069" y="6567025"/>
              <a:ext cx="305280" cy="19080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38216B0C-6D2C-4025-93B1-B6A2F4B2CA72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11253069" y="6531025"/>
                <a:ext cx="34092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8727B3A7-A6D1-42DA-952A-435CBBCB2E9E}"/>
                  </a:ext>
                </a:extLst>
              </p14:cNvPr>
              <p14:cNvContentPartPr/>
              <p14:nvPr/>
            </p14:nvContentPartPr>
            <p14:xfrm>
              <a:off x="11059389" y="6535345"/>
              <a:ext cx="72000" cy="4140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8727B3A7-A6D1-42DA-952A-435CBBCB2E9E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11041389" y="6499705"/>
                <a:ext cx="10764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949CEB08-92EF-4ED6-AC83-5249AF75E39C}"/>
                  </a:ext>
                </a:extLst>
              </p14:cNvPr>
              <p14:cNvContentPartPr/>
              <p14:nvPr/>
            </p14:nvContentPartPr>
            <p14:xfrm>
              <a:off x="11475909" y="6493945"/>
              <a:ext cx="64440" cy="4176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949CEB08-92EF-4ED6-AC83-5249AF75E39C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11457909" y="6457945"/>
                <a:ext cx="10008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78" name="Cerneală 177">
                <a:extLst>
                  <a:ext uri="{FF2B5EF4-FFF2-40B4-BE49-F238E27FC236}">
                    <a16:creationId xmlns:a16="http://schemas.microsoft.com/office/drawing/2014/main" id="{3CB1DA8F-1EB9-4D35-9CB2-8DE37897020A}"/>
                  </a:ext>
                </a:extLst>
              </p14:cNvPr>
              <p14:cNvContentPartPr/>
              <p14:nvPr/>
            </p14:nvContentPartPr>
            <p14:xfrm>
              <a:off x="2049309" y="1641505"/>
              <a:ext cx="88920" cy="222480"/>
            </p14:xfrm>
          </p:contentPart>
        </mc:Choice>
        <mc:Fallback xmlns="">
          <p:pic>
            <p:nvPicPr>
              <p:cNvPr id="178" name="Cerneală 177">
                <a:extLst>
                  <a:ext uri="{FF2B5EF4-FFF2-40B4-BE49-F238E27FC236}">
                    <a16:creationId xmlns:a16="http://schemas.microsoft.com/office/drawing/2014/main" id="{3CB1DA8F-1EB9-4D35-9CB2-8DE37897020A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2031669" y="1605865"/>
                <a:ext cx="12456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E04C1BD5-57F8-4AAF-9BE5-6084A08CCEF1}"/>
                  </a:ext>
                </a:extLst>
              </p14:cNvPr>
              <p14:cNvContentPartPr/>
              <p14:nvPr/>
            </p14:nvContentPartPr>
            <p14:xfrm>
              <a:off x="2404989" y="1634305"/>
              <a:ext cx="83520" cy="16884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E04C1BD5-57F8-4AAF-9BE5-6084A08CCEF1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2387349" y="1598665"/>
                <a:ext cx="11916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A80D7136-15D5-4DF4-80C2-44FCC6EA68C0}"/>
                  </a:ext>
                </a:extLst>
              </p14:cNvPr>
              <p14:cNvContentPartPr/>
              <p14:nvPr/>
            </p14:nvContentPartPr>
            <p14:xfrm>
              <a:off x="7700229" y="6045385"/>
              <a:ext cx="275400" cy="936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A80D7136-15D5-4DF4-80C2-44FCC6EA68C0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7682229" y="6009745"/>
                <a:ext cx="31104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7A84DD69-3028-41D7-BEAE-66A32C1FFEEA}"/>
                  </a:ext>
                </a:extLst>
              </p14:cNvPr>
              <p14:cNvContentPartPr/>
              <p14:nvPr/>
            </p14:nvContentPartPr>
            <p14:xfrm>
              <a:off x="7641189" y="5986345"/>
              <a:ext cx="169560" cy="12276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7A84DD69-3028-41D7-BEAE-66A32C1FFEEA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7623549" y="5950345"/>
                <a:ext cx="20520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AED8BE05-E9F2-433F-9E55-0CA2AD78257C}"/>
                  </a:ext>
                </a:extLst>
              </p14:cNvPr>
              <p14:cNvContentPartPr/>
              <p14:nvPr/>
            </p14:nvContentPartPr>
            <p14:xfrm>
              <a:off x="8114949" y="6003625"/>
              <a:ext cx="161280" cy="14760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AED8BE05-E9F2-433F-9E55-0CA2AD78257C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8096949" y="5967985"/>
                <a:ext cx="19692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83" name="Cerneală 182">
                <a:extLst>
                  <a:ext uri="{FF2B5EF4-FFF2-40B4-BE49-F238E27FC236}">
                    <a16:creationId xmlns:a16="http://schemas.microsoft.com/office/drawing/2014/main" id="{39F65D41-6C6C-4F23-A38B-FF337FBF85E1}"/>
                  </a:ext>
                </a:extLst>
              </p14:cNvPr>
              <p14:cNvContentPartPr/>
              <p14:nvPr/>
            </p14:nvContentPartPr>
            <p14:xfrm>
              <a:off x="7062669" y="5529505"/>
              <a:ext cx="250920" cy="42120"/>
            </p14:xfrm>
          </p:contentPart>
        </mc:Choice>
        <mc:Fallback xmlns="">
          <p:pic>
            <p:nvPicPr>
              <p:cNvPr id="183" name="Cerneală 182">
                <a:extLst>
                  <a:ext uri="{FF2B5EF4-FFF2-40B4-BE49-F238E27FC236}">
                    <a16:creationId xmlns:a16="http://schemas.microsoft.com/office/drawing/2014/main" id="{39F65D41-6C6C-4F23-A38B-FF337FBF85E1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7045029" y="5493865"/>
                <a:ext cx="28656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84" name="Cerneală 183">
                <a:extLst>
                  <a:ext uri="{FF2B5EF4-FFF2-40B4-BE49-F238E27FC236}">
                    <a16:creationId xmlns:a16="http://schemas.microsoft.com/office/drawing/2014/main" id="{F009CDA0-BC57-4602-AE1D-59A982F08184}"/>
                  </a:ext>
                </a:extLst>
              </p14:cNvPr>
              <p14:cNvContentPartPr/>
              <p14:nvPr/>
            </p14:nvContentPartPr>
            <p14:xfrm>
              <a:off x="7213149" y="5492065"/>
              <a:ext cx="119160" cy="177840"/>
            </p14:xfrm>
          </p:contentPart>
        </mc:Choice>
        <mc:Fallback xmlns="">
          <p:pic>
            <p:nvPicPr>
              <p:cNvPr id="184" name="Cerneală 183">
                <a:extLst>
                  <a:ext uri="{FF2B5EF4-FFF2-40B4-BE49-F238E27FC236}">
                    <a16:creationId xmlns:a16="http://schemas.microsoft.com/office/drawing/2014/main" id="{F009CDA0-BC57-4602-AE1D-59A982F08184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7195509" y="5456425"/>
                <a:ext cx="15480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167788D1-FF97-4D4A-A459-B1F9A243864F}"/>
                  </a:ext>
                </a:extLst>
              </p14:cNvPr>
              <p14:cNvContentPartPr/>
              <p14:nvPr/>
            </p14:nvContentPartPr>
            <p14:xfrm>
              <a:off x="6602589" y="5392705"/>
              <a:ext cx="181080" cy="39996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167788D1-FF97-4D4A-A459-B1F9A243864F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6584589" y="5357065"/>
                <a:ext cx="216720" cy="47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6BFA9F3C-9F7F-4227-B2C9-92AC1712B851}"/>
                  </a:ext>
                </a:extLst>
              </p14:cNvPr>
              <p14:cNvContentPartPr/>
              <p14:nvPr/>
            </p14:nvContentPartPr>
            <p14:xfrm>
              <a:off x="6626709" y="5644345"/>
              <a:ext cx="153360" cy="3456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6BFA9F3C-9F7F-4227-B2C9-92AC1712B851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6609069" y="5608705"/>
                <a:ext cx="189000" cy="10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4528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Imagine 88">
            <a:extLst>
              <a:ext uri="{FF2B5EF4-FFF2-40B4-BE49-F238E27FC236}">
                <a16:creationId xmlns:a16="http://schemas.microsoft.com/office/drawing/2014/main" id="{C7DCDD10-6A64-422D-A3B4-46CD183D1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38" y="594391"/>
            <a:ext cx="2612072" cy="58520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028AA9DC-04A4-4C19-9B03-CFB6BFD09B2F}"/>
                  </a:ext>
                </a:extLst>
              </p14:cNvPr>
              <p14:cNvContentPartPr/>
              <p14:nvPr/>
            </p14:nvContentPartPr>
            <p14:xfrm>
              <a:off x="3840309" y="904225"/>
              <a:ext cx="246600" cy="1044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028AA9DC-04A4-4C19-9B03-CFB6BFD09B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22309" y="868585"/>
                <a:ext cx="28224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30EB57A8-245A-4FA4-B36B-2F451B774104}"/>
                  </a:ext>
                </a:extLst>
              </p14:cNvPr>
              <p14:cNvContentPartPr/>
              <p14:nvPr/>
            </p14:nvContentPartPr>
            <p14:xfrm>
              <a:off x="4013469" y="793705"/>
              <a:ext cx="197280" cy="25308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30EB57A8-245A-4FA4-B36B-2F451B77410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95469" y="757705"/>
                <a:ext cx="232920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1B7BF438-122B-400A-B38A-0E6774787051}"/>
                  </a:ext>
                </a:extLst>
              </p14:cNvPr>
              <p14:cNvContentPartPr/>
              <p14:nvPr/>
            </p14:nvContentPartPr>
            <p14:xfrm>
              <a:off x="7132149" y="642865"/>
              <a:ext cx="383040" cy="31572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1B7BF438-122B-400A-B38A-0E677478705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14509" y="625225"/>
                <a:ext cx="41868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8B7E393C-4458-4637-BA4D-BFA4C875EB07}"/>
                  </a:ext>
                </a:extLst>
              </p14:cNvPr>
              <p14:cNvContentPartPr/>
              <p14:nvPr/>
            </p14:nvContentPartPr>
            <p14:xfrm>
              <a:off x="6749829" y="1000705"/>
              <a:ext cx="65160" cy="1731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8B7E393C-4458-4637-BA4D-BFA4C875EB0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731829" y="982705"/>
                <a:ext cx="10080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EA185DD0-22AD-4B61-96DF-E99BEC0F835A}"/>
                  </a:ext>
                </a:extLst>
              </p14:cNvPr>
              <p14:cNvContentPartPr/>
              <p14:nvPr/>
            </p14:nvContentPartPr>
            <p14:xfrm>
              <a:off x="9557469" y="880105"/>
              <a:ext cx="22320" cy="22572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EA185DD0-22AD-4B61-96DF-E99BEC0F835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539829" y="862465"/>
                <a:ext cx="5796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21F25F62-1476-476E-AA45-736DDE98C2E9}"/>
                  </a:ext>
                </a:extLst>
              </p14:cNvPr>
              <p14:cNvContentPartPr/>
              <p14:nvPr/>
            </p14:nvContentPartPr>
            <p14:xfrm>
              <a:off x="11439549" y="726385"/>
              <a:ext cx="570600" cy="28764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21F25F62-1476-476E-AA45-736DDE98C2E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421549" y="708385"/>
                <a:ext cx="60624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4342C519-6A55-4E78-A3F1-DCE313168C70}"/>
                  </a:ext>
                </a:extLst>
              </p14:cNvPr>
              <p14:cNvContentPartPr/>
              <p14:nvPr/>
            </p14:nvContentPartPr>
            <p14:xfrm>
              <a:off x="9995589" y="608665"/>
              <a:ext cx="1158840" cy="30132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4342C519-6A55-4E78-A3F1-DCE313168C7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977949" y="591025"/>
                <a:ext cx="119448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9D2B8705-B963-432A-B1EC-96591BDECEED}"/>
                  </a:ext>
                </a:extLst>
              </p14:cNvPr>
              <p14:cNvContentPartPr/>
              <p14:nvPr/>
            </p14:nvContentPartPr>
            <p14:xfrm>
              <a:off x="7945389" y="633145"/>
              <a:ext cx="1256760" cy="3150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9D2B8705-B963-432A-B1EC-96591BDECEE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927389" y="615505"/>
                <a:ext cx="129240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69CF327A-F566-4018-B13E-4E1632DAA232}"/>
                  </a:ext>
                </a:extLst>
              </p14:cNvPr>
              <p14:cNvContentPartPr/>
              <p14:nvPr/>
            </p14:nvContentPartPr>
            <p14:xfrm>
              <a:off x="5516469" y="840505"/>
              <a:ext cx="956520" cy="15984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69CF327A-F566-4018-B13E-4E1632DAA23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498476" y="822865"/>
                <a:ext cx="992147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123AF6CB-488B-4533-A36C-B59FEB22CF8A}"/>
                  </a:ext>
                </a:extLst>
              </p14:cNvPr>
              <p14:cNvContentPartPr/>
              <p14:nvPr/>
            </p14:nvContentPartPr>
            <p14:xfrm>
              <a:off x="4634469" y="720625"/>
              <a:ext cx="401040" cy="28908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123AF6CB-488B-4533-A36C-B59FEB22CF8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616485" y="702963"/>
                <a:ext cx="436648" cy="3247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9A15C73B-737B-4787-8E5B-FA6801F7C0E9}"/>
                  </a:ext>
                </a:extLst>
              </p14:cNvPr>
              <p14:cNvContentPartPr/>
              <p14:nvPr/>
            </p14:nvContentPartPr>
            <p14:xfrm>
              <a:off x="5868549" y="1216345"/>
              <a:ext cx="402120" cy="26820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9A15C73B-737B-4787-8E5B-FA6801F7C0E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850549" y="1198705"/>
                <a:ext cx="43776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DD1918E1-107D-4259-A62B-D37FFFD90B5F}"/>
                  </a:ext>
                </a:extLst>
              </p14:cNvPr>
              <p14:cNvContentPartPr/>
              <p14:nvPr/>
            </p14:nvContentPartPr>
            <p14:xfrm>
              <a:off x="6973389" y="1302745"/>
              <a:ext cx="167760" cy="22140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DD1918E1-107D-4259-A62B-D37FFFD90B5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955389" y="1284745"/>
                <a:ext cx="20340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137ECE83-5849-4C85-AF13-5CB8F86D3CAF}"/>
                  </a:ext>
                </a:extLst>
              </p14:cNvPr>
              <p14:cNvContentPartPr/>
              <p14:nvPr/>
            </p14:nvContentPartPr>
            <p14:xfrm>
              <a:off x="4677669" y="1250905"/>
              <a:ext cx="877320" cy="25884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137ECE83-5849-4C85-AF13-5CB8F86D3CA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660029" y="1233265"/>
                <a:ext cx="91296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0F95512F-81E6-47FC-8C1E-C562AF4F2476}"/>
                  </a:ext>
                </a:extLst>
              </p14:cNvPr>
              <p14:cNvContentPartPr/>
              <p14:nvPr/>
            </p14:nvContentPartPr>
            <p14:xfrm>
              <a:off x="658989" y="4723465"/>
              <a:ext cx="364680" cy="176472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0F95512F-81E6-47FC-8C1E-C562AF4F247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40989" y="4705825"/>
                <a:ext cx="400320" cy="180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73FB5ED5-A6C9-4E07-BA64-9D033423D6FB}"/>
                  </a:ext>
                </a:extLst>
              </p14:cNvPr>
              <p14:cNvContentPartPr/>
              <p14:nvPr/>
            </p14:nvContentPartPr>
            <p14:xfrm>
              <a:off x="7635789" y="1737625"/>
              <a:ext cx="1656720" cy="45468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73FB5ED5-A6C9-4E07-BA64-9D033423D6F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617793" y="1719625"/>
                <a:ext cx="1692352" cy="49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7398B4E6-8420-4EC5-8E06-4B8207CEAAE4}"/>
                  </a:ext>
                </a:extLst>
              </p14:cNvPr>
              <p14:cNvContentPartPr/>
              <p14:nvPr/>
            </p14:nvContentPartPr>
            <p14:xfrm>
              <a:off x="5432589" y="1800625"/>
              <a:ext cx="1571760" cy="66564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7398B4E6-8420-4EC5-8E06-4B8207CEAAE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414589" y="1782625"/>
                <a:ext cx="1607400" cy="70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5D7529F2-06AE-4E15-B14B-84192DF47798}"/>
                  </a:ext>
                </a:extLst>
              </p14:cNvPr>
              <p14:cNvContentPartPr/>
              <p14:nvPr/>
            </p14:nvContentPartPr>
            <p14:xfrm>
              <a:off x="4648509" y="1948585"/>
              <a:ext cx="351000" cy="29052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5D7529F2-06AE-4E15-B14B-84192DF47798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630887" y="1930945"/>
                <a:ext cx="386603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66FF1A67-3401-46F5-ACFF-F6E8F01E62C5}"/>
                  </a:ext>
                </a:extLst>
              </p14:cNvPr>
              <p14:cNvContentPartPr/>
              <p14:nvPr/>
            </p14:nvContentPartPr>
            <p14:xfrm>
              <a:off x="3811149" y="2049385"/>
              <a:ext cx="491760" cy="26244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66FF1A67-3401-46F5-ACFF-F6E8F01E62C5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793149" y="2031385"/>
                <a:ext cx="52740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DEBFF39A-5FF2-477D-89D9-9BDF11FF51A4}"/>
                  </a:ext>
                </a:extLst>
              </p14:cNvPr>
              <p14:cNvContentPartPr/>
              <p14:nvPr/>
            </p14:nvContentPartPr>
            <p14:xfrm>
              <a:off x="5663709" y="2887825"/>
              <a:ext cx="48600" cy="19296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DEBFF39A-5FF2-477D-89D9-9BDF11FF51A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645709" y="2870185"/>
                <a:ext cx="8424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534ACE86-8D23-4C65-B54D-50EC324D4EA8}"/>
                  </a:ext>
                </a:extLst>
              </p14:cNvPr>
              <p14:cNvContentPartPr/>
              <p14:nvPr/>
            </p14:nvContentPartPr>
            <p14:xfrm>
              <a:off x="5868549" y="2927425"/>
              <a:ext cx="128160" cy="12528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534ACE86-8D23-4C65-B54D-50EC324D4EA8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850909" y="2909785"/>
                <a:ext cx="16380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BB2B4CBF-6ECC-4F5D-A4A9-ED4FB3278985}"/>
                  </a:ext>
                </a:extLst>
              </p14:cNvPr>
              <p14:cNvContentPartPr/>
              <p14:nvPr/>
            </p14:nvContentPartPr>
            <p14:xfrm>
              <a:off x="6559389" y="2983585"/>
              <a:ext cx="328320" cy="540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BB2B4CBF-6ECC-4F5D-A4A9-ED4FB327898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541389" y="2965585"/>
                <a:ext cx="3639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838CA4D0-22F1-4D72-858B-F4B3D3CBF3E6}"/>
                  </a:ext>
                </a:extLst>
              </p14:cNvPr>
              <p14:cNvContentPartPr/>
              <p14:nvPr/>
            </p14:nvContentPartPr>
            <p14:xfrm>
              <a:off x="6720309" y="2840305"/>
              <a:ext cx="55800" cy="5148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838CA4D0-22F1-4D72-858B-F4B3D3CBF3E6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702669" y="2822305"/>
                <a:ext cx="9144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DC1C4E61-DF5B-470F-9EF0-340B319B08C0}"/>
                  </a:ext>
                </a:extLst>
              </p14:cNvPr>
              <p14:cNvContentPartPr/>
              <p14:nvPr/>
            </p14:nvContentPartPr>
            <p14:xfrm>
              <a:off x="6730389" y="3062065"/>
              <a:ext cx="82800" cy="8064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DC1C4E61-DF5B-470F-9EF0-340B319B08C0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712389" y="3044425"/>
                <a:ext cx="11844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96D68240-69F4-4AC2-B287-86FC2821003E}"/>
                  </a:ext>
                </a:extLst>
              </p14:cNvPr>
              <p14:cNvContentPartPr/>
              <p14:nvPr/>
            </p14:nvContentPartPr>
            <p14:xfrm>
              <a:off x="7924869" y="2874505"/>
              <a:ext cx="62280" cy="21312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96D68240-69F4-4AC2-B287-86FC2821003E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907229" y="2856505"/>
                <a:ext cx="9792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F18018AD-7BFD-4479-AA84-BF2E694DA584}"/>
                  </a:ext>
                </a:extLst>
              </p14:cNvPr>
              <p14:cNvContentPartPr/>
              <p14:nvPr/>
            </p14:nvContentPartPr>
            <p14:xfrm>
              <a:off x="11169909" y="2738065"/>
              <a:ext cx="447120" cy="21852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F18018AD-7BFD-4479-AA84-BF2E694DA584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1152269" y="2720425"/>
                <a:ext cx="48276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9C5C514D-D794-4A8E-83B0-DCD9821AAB72}"/>
                  </a:ext>
                </a:extLst>
              </p14:cNvPr>
              <p14:cNvContentPartPr/>
              <p14:nvPr/>
            </p14:nvContentPartPr>
            <p14:xfrm>
              <a:off x="7347069" y="2860825"/>
              <a:ext cx="421920" cy="23796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9C5C514D-D794-4A8E-83B0-DCD9821AAB72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329054" y="2842852"/>
                <a:ext cx="457590" cy="2735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658E55C3-EF2C-4FF5-B62A-00B61AE69861}"/>
                  </a:ext>
                </a:extLst>
              </p14:cNvPr>
              <p14:cNvContentPartPr/>
              <p14:nvPr/>
            </p14:nvContentPartPr>
            <p14:xfrm>
              <a:off x="5230989" y="2875945"/>
              <a:ext cx="299160" cy="25380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658E55C3-EF2C-4FF5-B62A-00B61AE69861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213328" y="2858305"/>
                <a:ext cx="334843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D737A2DF-7C66-4D67-B327-6E4B986B9C78}"/>
                  </a:ext>
                </a:extLst>
              </p14:cNvPr>
              <p14:cNvContentPartPr/>
              <p14:nvPr/>
            </p14:nvContentPartPr>
            <p14:xfrm>
              <a:off x="5298309" y="3299665"/>
              <a:ext cx="2803680" cy="62748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D737A2DF-7C66-4D67-B327-6E4B986B9C78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5280669" y="3282025"/>
                <a:ext cx="2839320" cy="66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80836F51-A6AD-4A9B-9FF2-313E34B142BF}"/>
                  </a:ext>
                </a:extLst>
              </p14:cNvPr>
              <p14:cNvContentPartPr/>
              <p14:nvPr/>
            </p14:nvContentPartPr>
            <p14:xfrm>
              <a:off x="8618949" y="2850745"/>
              <a:ext cx="2145600" cy="82152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80836F51-A6AD-4A9B-9FF2-313E34B142BF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8601309" y="2833097"/>
                <a:ext cx="2181240" cy="8571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285D9C12-1FD3-484B-8252-DEC5DB20BD52}"/>
                  </a:ext>
                </a:extLst>
              </p14:cNvPr>
              <p14:cNvContentPartPr/>
              <p14:nvPr/>
            </p14:nvContentPartPr>
            <p14:xfrm>
              <a:off x="3931389" y="4902025"/>
              <a:ext cx="505440" cy="2448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285D9C12-1FD3-484B-8252-DEC5DB20BD52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913749" y="4884025"/>
                <a:ext cx="5410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85285353-7E23-4B00-B8F2-7B6E3D6E889B}"/>
                  </a:ext>
                </a:extLst>
              </p14:cNvPr>
              <p14:cNvContentPartPr/>
              <p14:nvPr/>
            </p14:nvContentPartPr>
            <p14:xfrm>
              <a:off x="4521429" y="4610065"/>
              <a:ext cx="128520" cy="19476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85285353-7E23-4B00-B8F2-7B6E3D6E889B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503789" y="4592425"/>
                <a:ext cx="16416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431ADF74-08DB-4632-8003-0581C7B02F43}"/>
                  </a:ext>
                </a:extLst>
              </p14:cNvPr>
              <p14:cNvContentPartPr/>
              <p14:nvPr/>
            </p14:nvContentPartPr>
            <p14:xfrm>
              <a:off x="4820229" y="4605385"/>
              <a:ext cx="16560" cy="1800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431ADF74-08DB-4632-8003-0581C7B02F43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4802229" y="4587745"/>
                <a:ext cx="5220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8385210F-C37D-4043-85BC-C14180B921D0}"/>
                  </a:ext>
                </a:extLst>
              </p14:cNvPr>
              <p14:cNvContentPartPr/>
              <p14:nvPr/>
            </p14:nvContentPartPr>
            <p14:xfrm>
              <a:off x="4878909" y="4764145"/>
              <a:ext cx="18000" cy="1584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8385210F-C37D-4043-85BC-C14180B921D0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860909" y="4746505"/>
                <a:ext cx="5364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9039F7D4-B971-41F8-B228-A1FAEBE05E41}"/>
                  </a:ext>
                </a:extLst>
              </p14:cNvPr>
              <p14:cNvContentPartPr/>
              <p14:nvPr/>
            </p14:nvContentPartPr>
            <p14:xfrm>
              <a:off x="4009869" y="4518985"/>
              <a:ext cx="379080" cy="27864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9039F7D4-B971-41F8-B228-A1FAEBE05E41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991886" y="4500985"/>
                <a:ext cx="414686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257" name="Cerneală 256">
                <a:extLst>
                  <a:ext uri="{FF2B5EF4-FFF2-40B4-BE49-F238E27FC236}">
                    <a16:creationId xmlns:a16="http://schemas.microsoft.com/office/drawing/2014/main" id="{2BB57A6F-A2CA-49BC-BEA9-E260075A127F}"/>
                  </a:ext>
                </a:extLst>
              </p14:cNvPr>
              <p14:cNvContentPartPr/>
              <p14:nvPr/>
            </p14:nvContentPartPr>
            <p14:xfrm>
              <a:off x="5105709" y="4206145"/>
              <a:ext cx="6618960" cy="2468520"/>
            </p14:xfrm>
          </p:contentPart>
        </mc:Choice>
        <mc:Fallback xmlns="">
          <p:pic>
            <p:nvPicPr>
              <p:cNvPr id="257" name="Cerneală 256">
                <a:extLst>
                  <a:ext uri="{FF2B5EF4-FFF2-40B4-BE49-F238E27FC236}">
                    <a16:creationId xmlns:a16="http://schemas.microsoft.com/office/drawing/2014/main" id="{2BB57A6F-A2CA-49BC-BEA9-E260075A127F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5088068" y="4188145"/>
                <a:ext cx="6654602" cy="250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258" name="Cerneală 257">
                <a:extLst>
                  <a:ext uri="{FF2B5EF4-FFF2-40B4-BE49-F238E27FC236}">
                    <a16:creationId xmlns:a16="http://schemas.microsoft.com/office/drawing/2014/main" id="{ACBEFBB1-ABD7-464E-A795-863EB01C44EA}"/>
                  </a:ext>
                </a:extLst>
              </p14:cNvPr>
              <p14:cNvContentPartPr/>
              <p14:nvPr/>
            </p14:nvContentPartPr>
            <p14:xfrm>
              <a:off x="2901789" y="4801585"/>
              <a:ext cx="116280" cy="35640"/>
            </p14:xfrm>
          </p:contentPart>
        </mc:Choice>
        <mc:Fallback xmlns="">
          <p:pic>
            <p:nvPicPr>
              <p:cNvPr id="258" name="Cerneală 257">
                <a:extLst>
                  <a:ext uri="{FF2B5EF4-FFF2-40B4-BE49-F238E27FC236}">
                    <a16:creationId xmlns:a16="http://schemas.microsoft.com/office/drawing/2014/main" id="{ACBEFBB1-ABD7-464E-A795-863EB01C44EA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2883789" y="4783585"/>
                <a:ext cx="151920" cy="7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4794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962958E3-094E-4906-A719-01C98A11D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708" y="137196"/>
            <a:ext cx="6126413" cy="4305876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FF4014AA-CFAC-4769-97A4-BDD53CF0A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137196"/>
            <a:ext cx="2973790" cy="640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78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F7306AED-9738-4491-B028-49DB2DBC0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228635"/>
            <a:ext cx="2743170" cy="6145808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2C9C8FF9-D0F9-4FA7-8D37-99B462AC7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30" y="502952"/>
            <a:ext cx="3876675" cy="33242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EA4B5D9D-6C11-40A6-9A95-E685F7541B38}"/>
                  </a:ext>
                </a:extLst>
              </p14:cNvPr>
              <p14:cNvContentPartPr/>
              <p14:nvPr/>
            </p14:nvContentPartPr>
            <p14:xfrm>
              <a:off x="4714749" y="4687465"/>
              <a:ext cx="228240" cy="11664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EA4B5D9D-6C11-40A6-9A95-E685F7541B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96749" y="4669825"/>
                <a:ext cx="26388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271CF12D-2068-4E64-9C88-8E0D3404E025}"/>
                  </a:ext>
                </a:extLst>
              </p14:cNvPr>
              <p14:cNvContentPartPr/>
              <p14:nvPr/>
            </p14:nvContentPartPr>
            <p14:xfrm>
              <a:off x="5503509" y="4367425"/>
              <a:ext cx="807120" cy="39024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271CF12D-2068-4E64-9C88-8E0D3404E02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85509" y="4349785"/>
                <a:ext cx="842760" cy="42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1A375FB6-964D-4184-AE9F-230D8EFD7FAE}"/>
                  </a:ext>
                </a:extLst>
              </p14:cNvPr>
              <p14:cNvContentPartPr/>
              <p14:nvPr/>
            </p14:nvContentPartPr>
            <p14:xfrm>
              <a:off x="3185829" y="4369585"/>
              <a:ext cx="1302120" cy="43956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1A375FB6-964D-4184-AE9F-230D8EFD7FA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67834" y="4351585"/>
                <a:ext cx="1337750" cy="47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7E394A05-72D7-428B-A096-E22A3C952C51}"/>
                  </a:ext>
                </a:extLst>
              </p14:cNvPr>
              <p14:cNvContentPartPr/>
              <p14:nvPr/>
            </p14:nvContentPartPr>
            <p14:xfrm>
              <a:off x="10265229" y="4990585"/>
              <a:ext cx="356040" cy="13788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7E394A05-72D7-428B-A096-E22A3C952C5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247229" y="4972585"/>
                <a:ext cx="39168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BDEBC017-810C-4530-B4A9-4E2200E53711}"/>
                  </a:ext>
                </a:extLst>
              </p14:cNvPr>
              <p14:cNvContentPartPr/>
              <p14:nvPr/>
            </p14:nvContentPartPr>
            <p14:xfrm>
              <a:off x="10738629" y="4961785"/>
              <a:ext cx="29160" cy="15516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BDEBC017-810C-4530-B4A9-4E2200E5371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720629" y="4943785"/>
                <a:ext cx="6480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C718BBE9-E608-4B6A-9E1E-5B0B6AA3D257}"/>
                  </a:ext>
                </a:extLst>
              </p14:cNvPr>
              <p14:cNvContentPartPr/>
              <p14:nvPr/>
            </p14:nvContentPartPr>
            <p14:xfrm>
              <a:off x="3426309" y="5725705"/>
              <a:ext cx="250560" cy="1116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C718BBE9-E608-4B6A-9E1E-5B0B6AA3D25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08309" y="5708065"/>
                <a:ext cx="28620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E4189736-A13B-47E4-8568-8AB49D65A36D}"/>
                  </a:ext>
                </a:extLst>
              </p14:cNvPr>
              <p14:cNvContentPartPr/>
              <p14:nvPr/>
            </p14:nvContentPartPr>
            <p14:xfrm>
              <a:off x="3952269" y="5458945"/>
              <a:ext cx="1007280" cy="33444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E4189736-A13B-47E4-8568-8AB49D65A36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934269" y="5440945"/>
                <a:ext cx="104292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A7A28C19-25B0-4B00-8B87-2B66F9027B66}"/>
                  </a:ext>
                </a:extLst>
              </p14:cNvPr>
              <p14:cNvContentPartPr/>
              <p14:nvPr/>
            </p14:nvContentPartPr>
            <p14:xfrm>
              <a:off x="9095589" y="4237465"/>
              <a:ext cx="869040" cy="105912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A7A28C19-25B0-4B00-8B87-2B66F9027B6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077582" y="4219459"/>
                <a:ext cx="904695" cy="10947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C5BDDDC8-0C2C-4AB0-896B-FB4A8797CE1E}"/>
                  </a:ext>
                </a:extLst>
              </p14:cNvPr>
              <p14:cNvContentPartPr/>
              <p14:nvPr/>
            </p14:nvContentPartPr>
            <p14:xfrm>
              <a:off x="6580269" y="4383985"/>
              <a:ext cx="2208600" cy="84564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C5BDDDC8-0C2C-4AB0-896B-FB4A8797CE1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562269" y="4366353"/>
                <a:ext cx="2244240" cy="8812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23636A35-6E80-4D1F-83EC-8EEDB2287D13}"/>
                  </a:ext>
                </a:extLst>
              </p14:cNvPr>
              <p14:cNvContentPartPr/>
              <p14:nvPr/>
            </p14:nvContentPartPr>
            <p14:xfrm>
              <a:off x="5534109" y="4985545"/>
              <a:ext cx="626400" cy="22284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23636A35-6E80-4D1F-83EC-8EEDB2287D1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516109" y="4967876"/>
                <a:ext cx="662040" cy="2585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A4F01162-8B1A-4308-A792-7E56D06E48BD}"/>
                  </a:ext>
                </a:extLst>
              </p14:cNvPr>
              <p14:cNvContentPartPr/>
              <p14:nvPr/>
            </p14:nvContentPartPr>
            <p14:xfrm>
              <a:off x="4605309" y="4894825"/>
              <a:ext cx="568440" cy="32760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A4F01162-8B1A-4308-A792-7E56D06E48B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587309" y="4877185"/>
                <a:ext cx="60408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115BBDA4-FA6B-4F55-86EC-9A14068066A0}"/>
                  </a:ext>
                </a:extLst>
              </p14:cNvPr>
              <p14:cNvContentPartPr/>
              <p14:nvPr/>
            </p14:nvContentPartPr>
            <p14:xfrm>
              <a:off x="3280509" y="5100745"/>
              <a:ext cx="770400" cy="13392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115BBDA4-FA6B-4F55-86EC-9A14068066A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262517" y="5082745"/>
                <a:ext cx="806023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45ED8AF5-54E2-46AE-9A06-367F17D152DC}"/>
                  </a:ext>
                </a:extLst>
              </p14:cNvPr>
              <p14:cNvContentPartPr/>
              <p14:nvPr/>
            </p14:nvContentPartPr>
            <p14:xfrm>
              <a:off x="10727109" y="4236025"/>
              <a:ext cx="1446480" cy="60732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45ED8AF5-54E2-46AE-9A06-367F17D152D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709469" y="4218025"/>
                <a:ext cx="1482120" cy="64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A51F2D62-0A00-4309-B98E-2062AE175B6E}"/>
                  </a:ext>
                </a:extLst>
              </p14:cNvPr>
              <p14:cNvContentPartPr/>
              <p14:nvPr/>
            </p14:nvContentPartPr>
            <p14:xfrm>
              <a:off x="10245789" y="4290745"/>
              <a:ext cx="238680" cy="47592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A51F2D62-0A00-4309-B98E-2062AE175B6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228122" y="4272745"/>
                <a:ext cx="274374" cy="51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20865859-DD9E-4BA0-BFD4-0C164C0A0B44}"/>
                  </a:ext>
                </a:extLst>
              </p14:cNvPr>
              <p14:cNvContentPartPr/>
              <p14:nvPr/>
            </p14:nvContentPartPr>
            <p14:xfrm>
              <a:off x="7119549" y="5745505"/>
              <a:ext cx="297720" cy="4464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20865859-DD9E-4BA0-BFD4-0C164C0A0B4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101909" y="5727865"/>
                <a:ext cx="33336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941BCF77-6B36-413D-91A4-86219034BC1C}"/>
                  </a:ext>
                </a:extLst>
              </p14:cNvPr>
              <p14:cNvContentPartPr/>
              <p14:nvPr/>
            </p14:nvContentPartPr>
            <p14:xfrm>
              <a:off x="7062309" y="5510425"/>
              <a:ext cx="12600" cy="11088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941BCF77-6B36-413D-91A4-86219034BC1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044309" y="5492425"/>
                <a:ext cx="4824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66E7489E-DC84-40BC-88FE-CF70BF51ABC0}"/>
                  </a:ext>
                </a:extLst>
              </p14:cNvPr>
              <p14:cNvContentPartPr/>
              <p14:nvPr/>
            </p14:nvContentPartPr>
            <p14:xfrm>
              <a:off x="7565589" y="5558305"/>
              <a:ext cx="4680" cy="9000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66E7489E-DC84-40BC-88FE-CF70BF51ABC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547589" y="5540665"/>
                <a:ext cx="4032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A60A8A85-A74E-457C-B442-93B75AF46DDB}"/>
                  </a:ext>
                </a:extLst>
              </p14:cNvPr>
              <p14:cNvContentPartPr/>
              <p14:nvPr/>
            </p14:nvContentPartPr>
            <p14:xfrm>
              <a:off x="5499909" y="5471905"/>
              <a:ext cx="1088640" cy="32688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A60A8A85-A74E-457C-B442-93B75AF46DD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482269" y="5454265"/>
                <a:ext cx="112428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7B4C6486-DF24-4BB4-BE48-ABC5C9D8AA70}"/>
                  </a:ext>
                </a:extLst>
              </p14:cNvPr>
              <p14:cNvContentPartPr/>
              <p14:nvPr/>
            </p14:nvContentPartPr>
            <p14:xfrm>
              <a:off x="11711349" y="5433025"/>
              <a:ext cx="255960" cy="36288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7B4C6486-DF24-4BB4-BE48-ABC5C9D8AA7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693709" y="5415367"/>
                <a:ext cx="291600" cy="3985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EBB08BC2-5306-4A03-981C-C2665422CB9D}"/>
                  </a:ext>
                </a:extLst>
              </p14:cNvPr>
              <p14:cNvContentPartPr/>
              <p14:nvPr/>
            </p14:nvContentPartPr>
            <p14:xfrm>
              <a:off x="3967029" y="6059065"/>
              <a:ext cx="704880" cy="27540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EBB08BC2-5306-4A03-981C-C2665422CB9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949029" y="6041088"/>
                <a:ext cx="740520" cy="3109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A77BF391-5365-41E5-9FC3-D248ACDBFEF2}"/>
                  </a:ext>
                </a:extLst>
              </p14:cNvPr>
              <p14:cNvContentPartPr/>
              <p14:nvPr/>
            </p14:nvContentPartPr>
            <p14:xfrm>
              <a:off x="4993749" y="6020905"/>
              <a:ext cx="1021680" cy="33660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A77BF391-5365-41E5-9FC3-D248ACDBFEF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975755" y="6003265"/>
                <a:ext cx="1057307" cy="3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575D3D56-ACB0-42B6-B838-5B343F92D98D}"/>
                  </a:ext>
                </a:extLst>
              </p14:cNvPr>
              <p14:cNvContentPartPr/>
              <p14:nvPr/>
            </p14:nvContentPartPr>
            <p14:xfrm>
              <a:off x="8292069" y="5428345"/>
              <a:ext cx="3182400" cy="98424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575D3D56-ACB0-42B6-B838-5B343F92D98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274069" y="5410705"/>
                <a:ext cx="3218040" cy="10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D153C1DB-236C-4F9D-B021-CDEEA7AE9FF3}"/>
                  </a:ext>
                </a:extLst>
              </p14:cNvPr>
              <p14:cNvContentPartPr/>
              <p14:nvPr/>
            </p14:nvContentPartPr>
            <p14:xfrm>
              <a:off x="7435269" y="6096865"/>
              <a:ext cx="368280" cy="46296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D153C1DB-236C-4F9D-B021-CDEEA7AE9FF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417269" y="6078865"/>
                <a:ext cx="403920" cy="49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FEA1B6EC-47A2-414C-9217-726465B972A5}"/>
                  </a:ext>
                </a:extLst>
              </p14:cNvPr>
              <p14:cNvContentPartPr/>
              <p14:nvPr/>
            </p14:nvContentPartPr>
            <p14:xfrm>
              <a:off x="6513669" y="6115225"/>
              <a:ext cx="517680" cy="44100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FEA1B6EC-47A2-414C-9217-726465B972A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496029" y="6097585"/>
                <a:ext cx="553320" cy="47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9FCEAE4C-5598-4E5A-BDB8-E351078971D9}"/>
                  </a:ext>
                </a:extLst>
              </p14:cNvPr>
              <p14:cNvContentPartPr/>
              <p14:nvPr/>
            </p14:nvContentPartPr>
            <p14:xfrm>
              <a:off x="7772229" y="2800705"/>
              <a:ext cx="360" cy="36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9FCEAE4C-5598-4E5A-BDB8-E351078971D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754229" y="278306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BDAA457B-CAAF-4B58-B84F-E349F58D6858}"/>
                  </a:ext>
                </a:extLst>
              </p14:cNvPr>
              <p14:cNvContentPartPr/>
              <p14:nvPr/>
            </p14:nvContentPartPr>
            <p14:xfrm>
              <a:off x="956349" y="224185"/>
              <a:ext cx="1053000" cy="429948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BDAA457B-CAAF-4B58-B84F-E349F58D685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38709" y="206545"/>
                <a:ext cx="1088640" cy="433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5F6DDD28-1C38-423E-A250-72483B511507}"/>
                  </a:ext>
                </a:extLst>
              </p14:cNvPr>
              <p14:cNvContentPartPr/>
              <p14:nvPr/>
            </p14:nvContentPartPr>
            <p14:xfrm>
              <a:off x="148869" y="2194105"/>
              <a:ext cx="2835000" cy="684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5F6DDD28-1C38-423E-A250-72483B51150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30869" y="2158465"/>
                <a:ext cx="287064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5F921BF7-D97E-44BE-AD4C-B7821526FA2D}"/>
                  </a:ext>
                </a:extLst>
              </p14:cNvPr>
              <p14:cNvContentPartPr/>
              <p14:nvPr/>
            </p14:nvContentPartPr>
            <p14:xfrm>
              <a:off x="166149" y="3685585"/>
              <a:ext cx="2924280" cy="831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5F921BF7-D97E-44BE-AD4C-B7821526FA2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48509" y="3649945"/>
                <a:ext cx="295992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EFA8A8BA-7501-4410-AD8C-CD42B5B77972}"/>
                  </a:ext>
                </a:extLst>
              </p14:cNvPr>
              <p14:cNvContentPartPr/>
              <p14:nvPr/>
            </p14:nvContentPartPr>
            <p14:xfrm>
              <a:off x="721269" y="4023265"/>
              <a:ext cx="6120" cy="900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EFA8A8BA-7501-4410-AD8C-CD42B5B7797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03629" y="3987265"/>
                <a:ext cx="4176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40E2DEF4-3B19-4079-97D3-F0DD60C12324}"/>
                  </a:ext>
                </a:extLst>
              </p14:cNvPr>
              <p14:cNvContentPartPr/>
              <p14:nvPr/>
            </p14:nvContentPartPr>
            <p14:xfrm>
              <a:off x="798669" y="4345465"/>
              <a:ext cx="5040" cy="36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40E2DEF4-3B19-4079-97D3-F0DD60C1232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80669" y="4309465"/>
                <a:ext cx="406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7211CA1A-54FF-4E78-A6BF-AEA2B8371E34}"/>
                  </a:ext>
                </a:extLst>
              </p14:cNvPr>
              <p14:cNvContentPartPr/>
              <p14:nvPr/>
            </p14:nvContentPartPr>
            <p14:xfrm>
              <a:off x="148869" y="5076985"/>
              <a:ext cx="2911680" cy="630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7211CA1A-54FF-4E78-A6BF-AEA2B8371E3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30869" y="5041345"/>
                <a:ext cx="294732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D2B51E71-3599-4993-8CAD-E317DFFDACF7}"/>
                  </a:ext>
                </a:extLst>
              </p14:cNvPr>
              <p14:cNvContentPartPr/>
              <p14:nvPr/>
            </p14:nvContentPartPr>
            <p14:xfrm>
              <a:off x="61749" y="1320385"/>
              <a:ext cx="111600" cy="14724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D2B51E71-3599-4993-8CAD-E317DFFDACF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4109" y="1284385"/>
                <a:ext cx="14724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7E72977F-EEF3-4108-B792-F10BBCD42384}"/>
                  </a:ext>
                </a:extLst>
              </p14:cNvPr>
              <p14:cNvContentPartPr/>
              <p14:nvPr/>
            </p14:nvContentPartPr>
            <p14:xfrm>
              <a:off x="196749" y="1331185"/>
              <a:ext cx="110160" cy="1274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7E72977F-EEF3-4108-B792-F10BBCD4238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79109" y="1295185"/>
                <a:ext cx="14580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67E2AD01-A181-4567-8973-F8BDE35C7A77}"/>
                  </a:ext>
                </a:extLst>
              </p14:cNvPr>
              <p14:cNvContentPartPr/>
              <p14:nvPr/>
            </p14:nvContentPartPr>
            <p14:xfrm>
              <a:off x="99189" y="2735545"/>
              <a:ext cx="97560" cy="1288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67E2AD01-A181-4567-8973-F8BDE35C7A7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1549" y="2699905"/>
                <a:ext cx="13320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9CB173BE-C56E-4FBA-8BAF-75EF827F7198}"/>
                  </a:ext>
                </a:extLst>
              </p14:cNvPr>
              <p14:cNvContentPartPr/>
              <p14:nvPr/>
            </p14:nvContentPartPr>
            <p14:xfrm>
              <a:off x="250029" y="2716825"/>
              <a:ext cx="15480" cy="15300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9CB173BE-C56E-4FBA-8BAF-75EF827F719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32029" y="2680825"/>
                <a:ext cx="5112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A26EFCDB-DB55-4E81-9D4E-25E97AFAFF22}"/>
                  </a:ext>
                </a:extLst>
              </p14:cNvPr>
              <p14:cNvContentPartPr/>
              <p14:nvPr/>
            </p14:nvContentPartPr>
            <p14:xfrm>
              <a:off x="86229" y="4257625"/>
              <a:ext cx="38520" cy="13788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A26EFCDB-DB55-4E81-9D4E-25E97AFAFF2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8589" y="4221985"/>
                <a:ext cx="7416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916744C3-48B6-4264-9277-E9A982DE627A}"/>
                  </a:ext>
                </a:extLst>
              </p14:cNvPr>
              <p14:cNvContentPartPr/>
              <p14:nvPr/>
            </p14:nvContentPartPr>
            <p14:xfrm>
              <a:off x="187389" y="4271665"/>
              <a:ext cx="87120" cy="10908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916744C3-48B6-4264-9277-E9A982DE627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69389" y="4235665"/>
                <a:ext cx="12276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5435C4B6-E85D-40E9-98C2-8196008C73EB}"/>
                  </a:ext>
                </a:extLst>
              </p14:cNvPr>
              <p14:cNvContentPartPr/>
              <p14:nvPr/>
            </p14:nvContentPartPr>
            <p14:xfrm>
              <a:off x="124749" y="5489545"/>
              <a:ext cx="22320" cy="14148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5435C4B6-E85D-40E9-98C2-8196008C73E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7109" y="5453905"/>
                <a:ext cx="5796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D58362CD-AFC4-4396-BF51-98F2D88C4736}"/>
                  </a:ext>
                </a:extLst>
              </p14:cNvPr>
              <p14:cNvContentPartPr/>
              <p14:nvPr/>
            </p14:nvContentPartPr>
            <p14:xfrm>
              <a:off x="206829" y="5452465"/>
              <a:ext cx="32760" cy="15012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D58362CD-AFC4-4396-BF51-98F2D88C473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88829" y="5416465"/>
                <a:ext cx="6840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9C8360A3-D911-42AC-B712-D62F508E1ECE}"/>
                  </a:ext>
                </a:extLst>
              </p14:cNvPr>
              <p14:cNvContentPartPr/>
              <p14:nvPr/>
            </p14:nvContentPartPr>
            <p14:xfrm>
              <a:off x="4595949" y="519385"/>
              <a:ext cx="694440" cy="3528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9C8360A3-D911-42AC-B712-D62F508E1EC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577949" y="483385"/>
                <a:ext cx="73008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65DBAC96-1430-4FA2-9CED-A46269E9D10F}"/>
                  </a:ext>
                </a:extLst>
              </p14:cNvPr>
              <p14:cNvContentPartPr/>
              <p14:nvPr/>
            </p14:nvContentPartPr>
            <p14:xfrm>
              <a:off x="5180589" y="408865"/>
              <a:ext cx="184680" cy="26496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65DBAC96-1430-4FA2-9CED-A46269E9D10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162949" y="372865"/>
                <a:ext cx="22032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13462A17-780E-48DB-BE10-37CE626DDEA1}"/>
                  </a:ext>
                </a:extLst>
              </p14:cNvPr>
              <p14:cNvContentPartPr/>
              <p14:nvPr/>
            </p14:nvContentPartPr>
            <p14:xfrm>
              <a:off x="5604309" y="197185"/>
              <a:ext cx="20880" cy="10044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13462A17-780E-48DB-BE10-37CE626DDEA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586309" y="161185"/>
                <a:ext cx="5652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3B5EDB0B-CDAE-4AA3-A791-19AB30E262BA}"/>
                  </a:ext>
                </a:extLst>
              </p14:cNvPr>
              <p14:cNvContentPartPr/>
              <p14:nvPr/>
            </p14:nvContentPartPr>
            <p14:xfrm>
              <a:off x="5583429" y="447385"/>
              <a:ext cx="3960" cy="6444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3B5EDB0B-CDAE-4AA3-A791-19AB30E262B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565789" y="411385"/>
                <a:ext cx="3960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ED0AEAD9-DA6C-4937-8EFE-2B39EA0BE36B}"/>
                  </a:ext>
                </a:extLst>
              </p14:cNvPr>
              <p14:cNvContentPartPr/>
              <p14:nvPr/>
            </p14:nvContentPartPr>
            <p14:xfrm>
              <a:off x="5575509" y="615865"/>
              <a:ext cx="2880" cy="3960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ED0AEAD9-DA6C-4937-8EFE-2B39EA0BE36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557509" y="579865"/>
                <a:ext cx="3852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C6B87CEA-4A1E-4573-BE70-87C9CD869763}"/>
                  </a:ext>
                </a:extLst>
              </p14:cNvPr>
              <p14:cNvContentPartPr/>
              <p14:nvPr/>
            </p14:nvContentPartPr>
            <p14:xfrm>
              <a:off x="5595669" y="745825"/>
              <a:ext cx="4320" cy="2988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C6B87CEA-4A1E-4573-BE70-87C9CD86976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577669" y="709825"/>
                <a:ext cx="3996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91AEF278-F4D2-4B0B-89F6-099286F4DC6C}"/>
                  </a:ext>
                </a:extLst>
              </p14:cNvPr>
              <p14:cNvContentPartPr/>
              <p14:nvPr/>
            </p14:nvContentPartPr>
            <p14:xfrm>
              <a:off x="6183909" y="461425"/>
              <a:ext cx="759240" cy="3636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91AEF278-F4D2-4B0B-89F6-099286F4DC6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165909" y="425785"/>
                <a:ext cx="79488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894A6C37-B2B3-4F6F-B462-61AE00EA38B2}"/>
                  </a:ext>
                </a:extLst>
              </p14:cNvPr>
              <p14:cNvContentPartPr/>
              <p14:nvPr/>
            </p14:nvContentPartPr>
            <p14:xfrm>
              <a:off x="6107589" y="388705"/>
              <a:ext cx="192240" cy="17640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894A6C37-B2B3-4F6F-B462-61AE00EA38B2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089589" y="352705"/>
                <a:ext cx="22788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28421082-C78E-4FFB-B12B-C1169EDB83AB}"/>
                  </a:ext>
                </a:extLst>
              </p14:cNvPr>
              <p14:cNvContentPartPr/>
              <p14:nvPr/>
            </p14:nvContentPartPr>
            <p14:xfrm>
              <a:off x="937629" y="3744265"/>
              <a:ext cx="373320" cy="118764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28421082-C78E-4FFB-B12B-C1169EDB83AB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19989" y="3708265"/>
                <a:ext cx="408960" cy="12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683E4B3C-F2C6-46C0-B4EF-60F22B82E9D1}"/>
                  </a:ext>
                </a:extLst>
              </p14:cNvPr>
              <p14:cNvContentPartPr/>
              <p14:nvPr/>
            </p14:nvContentPartPr>
            <p14:xfrm>
              <a:off x="10491309" y="365665"/>
              <a:ext cx="258840" cy="2376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683E4B3C-F2C6-46C0-B4EF-60F22B82E9D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473669" y="329665"/>
                <a:ext cx="29448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F6CA8C40-9BC3-4ABE-8D57-89053EB627E4}"/>
                  </a:ext>
                </a:extLst>
              </p14:cNvPr>
              <p14:cNvContentPartPr/>
              <p14:nvPr/>
            </p14:nvContentPartPr>
            <p14:xfrm>
              <a:off x="11030589" y="264505"/>
              <a:ext cx="19080" cy="324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F6CA8C40-9BC3-4ABE-8D57-89053EB627E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1012949" y="228505"/>
                <a:ext cx="5472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DE8B64F5-9B2E-4A87-AE7E-F122FF4DF4A3}"/>
                  </a:ext>
                </a:extLst>
              </p14:cNvPr>
              <p14:cNvContentPartPr/>
              <p14:nvPr/>
            </p14:nvContentPartPr>
            <p14:xfrm>
              <a:off x="11006829" y="437665"/>
              <a:ext cx="109440" cy="19548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DE8B64F5-9B2E-4A87-AE7E-F122FF4DF4A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988829" y="401665"/>
                <a:ext cx="14508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E16B743D-8639-4894-986E-A883DDBAF642}"/>
                  </a:ext>
                </a:extLst>
              </p14:cNvPr>
              <p14:cNvContentPartPr/>
              <p14:nvPr/>
            </p14:nvContentPartPr>
            <p14:xfrm>
              <a:off x="11468349" y="249745"/>
              <a:ext cx="232200" cy="24264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E16B743D-8639-4894-986E-A883DDBAF642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1450349" y="214105"/>
                <a:ext cx="26784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70442356-D015-4855-879F-47F4ABE399EB}"/>
                  </a:ext>
                </a:extLst>
              </p14:cNvPr>
              <p14:cNvContentPartPr/>
              <p14:nvPr/>
            </p14:nvContentPartPr>
            <p14:xfrm>
              <a:off x="11437389" y="273865"/>
              <a:ext cx="262080" cy="22140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70442356-D015-4855-879F-47F4ABE399EB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1419749" y="237865"/>
                <a:ext cx="29772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3F3C0F90-ED0A-4B10-B84E-2566A35978B5}"/>
                  </a:ext>
                </a:extLst>
              </p14:cNvPr>
              <p14:cNvContentPartPr/>
              <p14:nvPr/>
            </p14:nvContentPartPr>
            <p14:xfrm>
              <a:off x="7484229" y="2125345"/>
              <a:ext cx="299880" cy="16704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3F3C0F90-ED0A-4B10-B84E-2566A35978B5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466229" y="2107345"/>
                <a:ext cx="33552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C2015587-A783-4D68-9644-5DBD0B216128}"/>
                  </a:ext>
                </a:extLst>
              </p14:cNvPr>
              <p14:cNvContentPartPr/>
              <p14:nvPr/>
            </p14:nvContentPartPr>
            <p14:xfrm>
              <a:off x="8359029" y="1645825"/>
              <a:ext cx="19440" cy="136584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C2015587-A783-4D68-9644-5DBD0B216128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341029" y="1627825"/>
                <a:ext cx="55080" cy="140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1ED1CD9D-8D74-43D2-87F7-211CFF39B801}"/>
                  </a:ext>
                </a:extLst>
              </p14:cNvPr>
              <p14:cNvContentPartPr/>
              <p14:nvPr/>
            </p14:nvContentPartPr>
            <p14:xfrm>
              <a:off x="7897149" y="2141545"/>
              <a:ext cx="231480" cy="11160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1ED1CD9D-8D74-43D2-87F7-211CFF39B801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879509" y="2123545"/>
                <a:ext cx="26712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8701D8D6-3D35-4262-9600-B222FB74F3A6}"/>
                  </a:ext>
                </a:extLst>
              </p14:cNvPr>
              <p14:cNvContentPartPr/>
              <p14:nvPr/>
            </p14:nvContentPartPr>
            <p14:xfrm>
              <a:off x="9371709" y="1806385"/>
              <a:ext cx="189720" cy="23004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8701D8D6-3D35-4262-9600-B222FB74F3A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354069" y="1788745"/>
                <a:ext cx="22536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D163DD00-B811-4C03-88CC-665591509E17}"/>
                  </a:ext>
                </a:extLst>
              </p14:cNvPr>
              <p14:cNvContentPartPr/>
              <p14:nvPr/>
            </p14:nvContentPartPr>
            <p14:xfrm>
              <a:off x="9326709" y="1669225"/>
              <a:ext cx="287280" cy="1368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D163DD00-B811-4C03-88CC-665591509E17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9308709" y="1651585"/>
                <a:ext cx="3229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63CB8E7B-1944-4B9C-AA8C-123C79686848}"/>
                  </a:ext>
                </a:extLst>
              </p14:cNvPr>
              <p14:cNvContentPartPr/>
              <p14:nvPr/>
            </p14:nvContentPartPr>
            <p14:xfrm>
              <a:off x="9759429" y="1939225"/>
              <a:ext cx="23760" cy="2844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63CB8E7B-1944-4B9C-AA8C-123C79686848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741429" y="1921585"/>
                <a:ext cx="5940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AA4B19F4-FCF8-420D-A4B3-1D08A4B526F1}"/>
                  </a:ext>
                </a:extLst>
              </p14:cNvPr>
              <p14:cNvContentPartPr/>
              <p14:nvPr/>
            </p14:nvContentPartPr>
            <p14:xfrm>
              <a:off x="8518149" y="1677505"/>
              <a:ext cx="688320" cy="36324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AA4B19F4-FCF8-420D-A4B3-1D08A4B526F1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500509" y="1659847"/>
                <a:ext cx="723960" cy="3989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6550AE27-98A7-41D6-B1FE-40895FD9F1B7}"/>
                  </a:ext>
                </a:extLst>
              </p14:cNvPr>
              <p14:cNvContentPartPr/>
              <p14:nvPr/>
            </p14:nvContentPartPr>
            <p14:xfrm>
              <a:off x="9917469" y="1713505"/>
              <a:ext cx="250200" cy="33120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6550AE27-98A7-41D6-B1FE-40895FD9F1B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9899804" y="1695865"/>
                <a:ext cx="285891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DB45C10E-E3D1-4FB0-9F03-FAA0A250AA82}"/>
                  </a:ext>
                </a:extLst>
              </p14:cNvPr>
              <p14:cNvContentPartPr/>
              <p14:nvPr/>
            </p14:nvContentPartPr>
            <p14:xfrm>
              <a:off x="8933949" y="2348185"/>
              <a:ext cx="181440" cy="21276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DB45C10E-E3D1-4FB0-9F03-FAA0A250AA82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915949" y="2330545"/>
                <a:ext cx="21708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DAA420C1-B1D5-4F63-843D-54B73395B12A}"/>
                  </a:ext>
                </a:extLst>
              </p14:cNvPr>
              <p14:cNvContentPartPr/>
              <p14:nvPr/>
            </p14:nvContentPartPr>
            <p14:xfrm>
              <a:off x="9383949" y="2338825"/>
              <a:ext cx="154800" cy="23112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DAA420C1-B1D5-4F63-843D-54B73395B12A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9365949" y="2320825"/>
                <a:ext cx="19044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4549BB66-205D-4336-9DB1-E4B5F436CF71}"/>
                  </a:ext>
                </a:extLst>
              </p14:cNvPr>
              <p14:cNvContentPartPr/>
              <p14:nvPr/>
            </p14:nvContentPartPr>
            <p14:xfrm>
              <a:off x="9331389" y="2249905"/>
              <a:ext cx="262080" cy="252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4549BB66-205D-4336-9DB1-E4B5F436CF71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313389" y="2231905"/>
                <a:ext cx="2977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AB65C1F1-92DE-405E-AF95-36F8B21C1CF1}"/>
                  </a:ext>
                </a:extLst>
              </p14:cNvPr>
              <p14:cNvContentPartPr/>
              <p14:nvPr/>
            </p14:nvContentPartPr>
            <p14:xfrm>
              <a:off x="9893709" y="2208865"/>
              <a:ext cx="275400" cy="1404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AB65C1F1-92DE-405E-AF95-36F8B21C1CF1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875709" y="2190865"/>
                <a:ext cx="3110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0C776F58-5EE6-4719-9B09-B20ED30F709C}"/>
                  </a:ext>
                </a:extLst>
              </p14:cNvPr>
              <p14:cNvContentPartPr/>
              <p14:nvPr/>
            </p14:nvContentPartPr>
            <p14:xfrm>
              <a:off x="10288989" y="1597225"/>
              <a:ext cx="53640" cy="122868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0C776F58-5EE6-4719-9B09-B20ED30F709C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270989" y="1579585"/>
                <a:ext cx="89280" cy="12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79EB8C73-8B45-4EBD-8D11-CC2D419BB357}"/>
                  </a:ext>
                </a:extLst>
              </p14:cNvPr>
              <p14:cNvContentPartPr/>
              <p14:nvPr/>
            </p14:nvContentPartPr>
            <p14:xfrm>
              <a:off x="9874629" y="2330545"/>
              <a:ext cx="208440" cy="24948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79EB8C73-8B45-4EBD-8D11-CC2D419BB357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856660" y="2312545"/>
                <a:ext cx="244019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B9B0A8A4-DCAF-433A-AD72-85675E3DD313}"/>
                  </a:ext>
                </a:extLst>
              </p14:cNvPr>
              <p14:cNvContentPartPr/>
              <p14:nvPr/>
            </p14:nvContentPartPr>
            <p14:xfrm>
              <a:off x="10505709" y="2210665"/>
              <a:ext cx="168120" cy="828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B9B0A8A4-DCAF-433A-AD72-85675E3DD313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0487709" y="2192665"/>
                <a:ext cx="2037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23C56C4D-7C4C-4B50-A823-7453E9164B90}"/>
                  </a:ext>
                </a:extLst>
              </p14:cNvPr>
              <p14:cNvContentPartPr/>
              <p14:nvPr/>
            </p14:nvContentPartPr>
            <p14:xfrm>
              <a:off x="10544229" y="2295265"/>
              <a:ext cx="155880" cy="504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23C56C4D-7C4C-4B50-A823-7453E9164B90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0526229" y="2277625"/>
                <a:ext cx="1915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9DD64FDF-4D33-402D-9B49-A567E31D1C13}"/>
                  </a:ext>
                </a:extLst>
              </p14:cNvPr>
              <p14:cNvContentPartPr/>
              <p14:nvPr/>
            </p14:nvContentPartPr>
            <p14:xfrm>
              <a:off x="7097229" y="3074665"/>
              <a:ext cx="3216600" cy="107964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9DD64FDF-4D33-402D-9B49-A567E31D1C13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079589" y="3056665"/>
                <a:ext cx="3252240" cy="111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5837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F7306AED-9738-4491-B028-49DB2DBC0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137196"/>
            <a:ext cx="2612072" cy="5852096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A1E0B687-BDC7-44D7-98FC-CC1ADB27B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513" y="137196"/>
            <a:ext cx="3781425" cy="33623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8E76051E-8AB5-4124-933F-539C91500768}"/>
                  </a:ext>
                </a:extLst>
              </p14:cNvPr>
              <p14:cNvContentPartPr/>
              <p14:nvPr/>
            </p14:nvContentPartPr>
            <p14:xfrm>
              <a:off x="1631349" y="6439225"/>
              <a:ext cx="360" cy="36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8E76051E-8AB5-4124-933F-539C9150076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613349" y="640322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785FC5FF-55E1-4B57-A1E3-D471CC8F6256}"/>
                  </a:ext>
                </a:extLst>
              </p14:cNvPr>
              <p14:cNvContentPartPr/>
              <p14:nvPr/>
            </p14:nvContentPartPr>
            <p14:xfrm>
              <a:off x="5211909" y="3229105"/>
              <a:ext cx="360" cy="36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785FC5FF-55E1-4B57-A1E3-D471CC8F625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193909" y="319310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1D64CFE2-7ED4-47F4-9697-AE971E09DB8A}"/>
                  </a:ext>
                </a:extLst>
              </p14:cNvPr>
              <p14:cNvContentPartPr/>
              <p14:nvPr/>
            </p14:nvContentPartPr>
            <p14:xfrm>
              <a:off x="1062189" y="545665"/>
              <a:ext cx="862920" cy="36507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1D64CFE2-7ED4-47F4-9697-AE971E09DB8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44189" y="528025"/>
                <a:ext cx="898560" cy="36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3DDE306A-A563-4EC0-84C8-EE5E3EA7A906}"/>
                  </a:ext>
                </a:extLst>
              </p14:cNvPr>
              <p14:cNvContentPartPr/>
              <p14:nvPr/>
            </p14:nvContentPartPr>
            <p14:xfrm>
              <a:off x="793989" y="6246625"/>
              <a:ext cx="360" cy="3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3DDE306A-A563-4EC0-84C8-EE5E3EA7A90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75989" y="62109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C4EE859C-6883-4A05-91F1-6EDAA8889BEB}"/>
                  </a:ext>
                </a:extLst>
              </p14:cNvPr>
              <p14:cNvContentPartPr/>
              <p14:nvPr/>
            </p14:nvContentPartPr>
            <p14:xfrm>
              <a:off x="206829" y="2001865"/>
              <a:ext cx="2477160" cy="7272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C4EE859C-6883-4A05-91F1-6EDAA8889BE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88829" y="1965865"/>
                <a:ext cx="251280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FFB071C4-CB06-41AA-B7D4-1470C1FF090F}"/>
                  </a:ext>
                </a:extLst>
              </p14:cNvPr>
              <p14:cNvContentPartPr/>
              <p14:nvPr/>
            </p14:nvContentPartPr>
            <p14:xfrm>
              <a:off x="1275309" y="791905"/>
              <a:ext cx="360" cy="216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FFB071C4-CB06-41AA-B7D4-1470C1FF090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257309" y="755905"/>
                <a:ext cx="3600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ED0F24DE-A683-4BEC-9934-C51C7166FE13}"/>
                  </a:ext>
                </a:extLst>
              </p14:cNvPr>
              <p14:cNvContentPartPr/>
              <p14:nvPr/>
            </p14:nvContentPartPr>
            <p14:xfrm>
              <a:off x="1222029" y="1202665"/>
              <a:ext cx="6120" cy="540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ED0F24DE-A683-4BEC-9934-C51C7166FE1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204029" y="1167025"/>
                <a:ext cx="4176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94291727-1F0C-4F19-8D3F-4B2368EB1397}"/>
                  </a:ext>
                </a:extLst>
              </p14:cNvPr>
              <p14:cNvContentPartPr/>
              <p14:nvPr/>
            </p14:nvContentPartPr>
            <p14:xfrm>
              <a:off x="1241469" y="1563745"/>
              <a:ext cx="2160" cy="3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94291727-1F0C-4F19-8D3F-4B2368EB1397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223469" y="1528105"/>
                <a:ext cx="378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6C994A70-249C-4C02-B5AB-8E93D27B1A9A}"/>
                  </a:ext>
                </a:extLst>
              </p14:cNvPr>
              <p14:cNvContentPartPr/>
              <p14:nvPr/>
            </p14:nvContentPartPr>
            <p14:xfrm>
              <a:off x="1223109" y="1876585"/>
              <a:ext cx="3960" cy="3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6C994A70-249C-4C02-B5AB-8E93D27B1A9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205109" y="1840945"/>
                <a:ext cx="396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BE006F84-092C-4306-BFFA-E4B134DB6508}"/>
                  </a:ext>
                </a:extLst>
              </p14:cNvPr>
              <p14:cNvContentPartPr/>
              <p14:nvPr/>
            </p14:nvContentPartPr>
            <p14:xfrm>
              <a:off x="192069" y="3455185"/>
              <a:ext cx="2623320" cy="676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BE006F84-092C-4306-BFFA-E4B134DB650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74429" y="3419545"/>
                <a:ext cx="265896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9ED035A2-5FBA-49E5-842E-36684FBFC954}"/>
                  </a:ext>
                </a:extLst>
              </p14:cNvPr>
              <p14:cNvContentPartPr/>
              <p14:nvPr/>
            </p14:nvContentPartPr>
            <p14:xfrm>
              <a:off x="4436829" y="200785"/>
              <a:ext cx="564480" cy="612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9ED035A2-5FBA-49E5-842E-36684FBFC95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419189" y="165145"/>
                <a:ext cx="60012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368100DD-53F7-47DA-A0A5-4E2D14983AB5}"/>
                  </a:ext>
                </a:extLst>
              </p14:cNvPr>
              <p14:cNvContentPartPr/>
              <p14:nvPr/>
            </p14:nvContentPartPr>
            <p14:xfrm>
              <a:off x="4860189" y="111145"/>
              <a:ext cx="316080" cy="22428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368100DD-53F7-47DA-A0A5-4E2D14983AB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842549" y="75145"/>
                <a:ext cx="35172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0BAE5C65-4D09-4FEF-AF51-600EEB951C05}"/>
                  </a:ext>
                </a:extLst>
              </p14:cNvPr>
              <p14:cNvContentPartPr/>
              <p14:nvPr/>
            </p14:nvContentPartPr>
            <p14:xfrm>
              <a:off x="5760189" y="191425"/>
              <a:ext cx="840600" cy="2520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0BAE5C65-4D09-4FEF-AF51-600EEB951C0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742549" y="155785"/>
                <a:ext cx="87624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144C6610-29F7-4DA2-BF8F-8E34B93E4F74}"/>
                  </a:ext>
                </a:extLst>
              </p14:cNvPr>
              <p14:cNvContentPartPr/>
              <p14:nvPr/>
            </p14:nvContentPartPr>
            <p14:xfrm>
              <a:off x="5768109" y="104665"/>
              <a:ext cx="289080" cy="15300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144C6610-29F7-4DA2-BF8F-8E34B93E4F7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750109" y="69025"/>
                <a:ext cx="32472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70448C08-CA9A-4DA2-9C86-624123D8704C}"/>
                  </a:ext>
                </a:extLst>
              </p14:cNvPr>
              <p14:cNvContentPartPr/>
              <p14:nvPr/>
            </p14:nvContentPartPr>
            <p14:xfrm>
              <a:off x="144189" y="4716985"/>
              <a:ext cx="3076560" cy="6948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70448C08-CA9A-4DA2-9C86-624123D8704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26189" y="4680985"/>
                <a:ext cx="311220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A1B5088E-ACEE-4B38-974A-BBEBC22C3D25}"/>
                  </a:ext>
                </a:extLst>
              </p14:cNvPr>
              <p14:cNvContentPartPr/>
              <p14:nvPr/>
            </p14:nvContentPartPr>
            <p14:xfrm>
              <a:off x="5270589" y="4239625"/>
              <a:ext cx="133560" cy="47880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A1B5088E-ACEE-4B38-974A-BBEBC22C3D2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252949" y="4221625"/>
                <a:ext cx="169200" cy="51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B8DBDD4E-8882-431E-BF2B-D747976F7C83}"/>
                  </a:ext>
                </a:extLst>
              </p14:cNvPr>
              <p14:cNvContentPartPr/>
              <p14:nvPr/>
            </p14:nvContentPartPr>
            <p14:xfrm>
              <a:off x="6072309" y="3969985"/>
              <a:ext cx="84960" cy="148284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B8DBDD4E-8882-431E-BF2B-D747976F7C8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054669" y="3952345"/>
                <a:ext cx="120600" cy="151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A1EE50FC-4A7B-40BF-8679-2E972DC530F8}"/>
                  </a:ext>
                </a:extLst>
              </p14:cNvPr>
              <p14:cNvContentPartPr/>
              <p14:nvPr/>
            </p14:nvContentPartPr>
            <p14:xfrm>
              <a:off x="5548509" y="4581625"/>
              <a:ext cx="240120" cy="11088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A1EE50FC-4A7B-40BF-8679-2E972DC530F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530843" y="4563625"/>
                <a:ext cx="275814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6376E206-FE42-49A1-BF33-FFDB56061F64}"/>
                  </a:ext>
                </a:extLst>
              </p14:cNvPr>
              <p14:cNvContentPartPr/>
              <p14:nvPr/>
            </p14:nvContentPartPr>
            <p14:xfrm>
              <a:off x="4725189" y="1454665"/>
              <a:ext cx="644400" cy="114336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6376E206-FE42-49A1-BF33-FFDB56061F6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707549" y="1419025"/>
                <a:ext cx="680040" cy="12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21542B8F-419E-4D8F-BF0B-B52DE7E0E540}"/>
                  </a:ext>
                </a:extLst>
              </p14:cNvPr>
              <p14:cNvContentPartPr/>
              <p14:nvPr/>
            </p14:nvContentPartPr>
            <p14:xfrm>
              <a:off x="6289749" y="3853705"/>
              <a:ext cx="1746720" cy="65016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21542B8F-419E-4D8F-BF0B-B52DE7E0E54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272109" y="3817705"/>
                <a:ext cx="1782360" cy="72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7B17D354-F8F4-45BE-A520-086B5C497BE6}"/>
                  </a:ext>
                </a:extLst>
              </p14:cNvPr>
              <p14:cNvContentPartPr/>
              <p14:nvPr/>
            </p14:nvContentPartPr>
            <p14:xfrm>
              <a:off x="6450669" y="3801505"/>
              <a:ext cx="1085760" cy="180072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7B17D354-F8F4-45BE-A520-086B5C497BE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433023" y="3783865"/>
                <a:ext cx="1121412" cy="18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D7F27A72-DCB8-4CAC-919F-3F99E71F4CCE}"/>
                  </a:ext>
                </a:extLst>
              </p14:cNvPr>
              <p14:cNvContentPartPr/>
              <p14:nvPr/>
            </p14:nvContentPartPr>
            <p14:xfrm>
              <a:off x="7786629" y="4649305"/>
              <a:ext cx="178560" cy="828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D7F27A72-DCB8-4CAC-919F-3F99E71F4CC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768989" y="4631305"/>
                <a:ext cx="21420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3ADAE209-504E-4DA2-984E-851DCC1CD607}"/>
                  </a:ext>
                </a:extLst>
              </p14:cNvPr>
              <p14:cNvContentPartPr/>
              <p14:nvPr/>
            </p14:nvContentPartPr>
            <p14:xfrm>
              <a:off x="7776909" y="4745065"/>
              <a:ext cx="194400" cy="1296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3ADAE209-504E-4DA2-984E-851DCC1CD60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758909" y="4727065"/>
                <a:ext cx="23004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9795EE33-B708-4E18-BDBC-9888C753062F}"/>
                  </a:ext>
                </a:extLst>
              </p14:cNvPr>
              <p14:cNvContentPartPr/>
              <p14:nvPr/>
            </p14:nvContentPartPr>
            <p14:xfrm>
              <a:off x="8280189" y="4568305"/>
              <a:ext cx="252000" cy="20700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9795EE33-B708-4E18-BDBC-9888C753062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262549" y="4550665"/>
                <a:ext cx="28764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0F0A3BD6-2582-43D0-9FBC-311A0F6049DC}"/>
                  </a:ext>
                </a:extLst>
              </p14:cNvPr>
              <p14:cNvContentPartPr/>
              <p14:nvPr/>
            </p14:nvContentPartPr>
            <p14:xfrm>
              <a:off x="8676189" y="4129105"/>
              <a:ext cx="47520" cy="126180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0F0A3BD6-2582-43D0-9FBC-311A0F6049D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658549" y="4111105"/>
                <a:ext cx="83160" cy="12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F7ED7A41-AE1F-444D-8FF2-903C9430CA01}"/>
                  </a:ext>
                </a:extLst>
              </p14:cNvPr>
              <p14:cNvContentPartPr/>
              <p14:nvPr/>
            </p14:nvContentPartPr>
            <p14:xfrm>
              <a:off x="8912709" y="4244665"/>
              <a:ext cx="190800" cy="29556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F7ED7A41-AE1F-444D-8FF2-903C9430CA0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894709" y="4226643"/>
                <a:ext cx="226440" cy="3312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7DFD13B9-F143-455E-A840-A68C14CB3C05}"/>
                  </a:ext>
                </a:extLst>
              </p14:cNvPr>
              <p14:cNvContentPartPr/>
              <p14:nvPr/>
            </p14:nvContentPartPr>
            <p14:xfrm>
              <a:off x="8900109" y="4785745"/>
              <a:ext cx="167040" cy="21816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7DFD13B9-F143-455E-A840-A68C14CB3C0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882109" y="4767745"/>
                <a:ext cx="20268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C9C30334-41A4-455E-B03F-EC456774A23E}"/>
                  </a:ext>
                </a:extLst>
              </p14:cNvPr>
              <p14:cNvContentPartPr/>
              <p14:nvPr/>
            </p14:nvContentPartPr>
            <p14:xfrm>
              <a:off x="9595989" y="4104985"/>
              <a:ext cx="24120" cy="102312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C9C30334-41A4-455E-B03F-EC456774A23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578349" y="4086985"/>
                <a:ext cx="59760" cy="10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EE356B78-7885-41E6-8303-134F8725B1F8}"/>
                  </a:ext>
                </a:extLst>
              </p14:cNvPr>
              <p14:cNvContentPartPr/>
              <p14:nvPr/>
            </p14:nvContentPartPr>
            <p14:xfrm>
              <a:off x="9191349" y="4731025"/>
              <a:ext cx="162360" cy="32904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EE356B78-7885-41E6-8303-134F8725B1F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173349" y="4713385"/>
                <a:ext cx="19800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4D025AB6-E4AC-4021-90E2-9D3B9B7A4E28}"/>
                  </a:ext>
                </a:extLst>
              </p14:cNvPr>
              <p14:cNvContentPartPr/>
              <p14:nvPr/>
            </p14:nvContentPartPr>
            <p14:xfrm>
              <a:off x="9254709" y="4272025"/>
              <a:ext cx="197280" cy="25596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4D025AB6-E4AC-4021-90E2-9D3B9B7A4E2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236709" y="4254385"/>
                <a:ext cx="23292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07A20260-6839-4D93-908C-03B181A539EF}"/>
                  </a:ext>
                </a:extLst>
              </p14:cNvPr>
              <p14:cNvContentPartPr/>
              <p14:nvPr/>
            </p14:nvContentPartPr>
            <p14:xfrm>
              <a:off x="5072949" y="5823265"/>
              <a:ext cx="143640" cy="39060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07A20260-6839-4D93-908C-03B181A539E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055309" y="5805265"/>
                <a:ext cx="179280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BE0C75AE-BBB8-438E-AFAE-3C7FC27B1E97}"/>
                  </a:ext>
                </a:extLst>
              </p14:cNvPr>
              <p14:cNvContentPartPr/>
              <p14:nvPr/>
            </p14:nvContentPartPr>
            <p14:xfrm>
              <a:off x="5980869" y="5984905"/>
              <a:ext cx="254160" cy="24048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BE0C75AE-BBB8-438E-AFAE-3C7FC27B1E9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962869" y="5967265"/>
                <a:ext cx="28980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A26979B3-2497-4B3A-9C6C-4F150E78563F}"/>
                  </a:ext>
                </a:extLst>
              </p14:cNvPr>
              <p14:cNvContentPartPr/>
              <p14:nvPr/>
            </p14:nvContentPartPr>
            <p14:xfrm>
              <a:off x="6378669" y="6097225"/>
              <a:ext cx="36360" cy="3060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A26979B3-2497-4B3A-9C6C-4F150E78563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361029" y="6079585"/>
                <a:ext cx="7200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C94BBC3B-0930-4C83-81AD-8901C3364A63}"/>
                  </a:ext>
                </a:extLst>
              </p14:cNvPr>
              <p14:cNvContentPartPr/>
              <p14:nvPr/>
            </p14:nvContentPartPr>
            <p14:xfrm>
              <a:off x="6631749" y="5967265"/>
              <a:ext cx="687960" cy="24984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C94BBC3B-0930-4C83-81AD-8901C3364A6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613749" y="5949265"/>
                <a:ext cx="72360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2945C852-B48E-43B4-B80E-CFC7CDC47011}"/>
                  </a:ext>
                </a:extLst>
              </p14:cNvPr>
              <p14:cNvContentPartPr/>
              <p14:nvPr/>
            </p14:nvContentPartPr>
            <p14:xfrm>
              <a:off x="5505309" y="6068425"/>
              <a:ext cx="211320" cy="9576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2945C852-B48E-43B4-B80E-CFC7CDC4701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487639" y="6050425"/>
                <a:ext cx="247021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9BE84378-EC86-4C22-9FB8-3DD5BAA82B80}"/>
                  </a:ext>
                </a:extLst>
              </p14:cNvPr>
              <p14:cNvContentPartPr/>
              <p14:nvPr/>
            </p14:nvContentPartPr>
            <p14:xfrm>
              <a:off x="8031069" y="6174265"/>
              <a:ext cx="35280" cy="15444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9BE84378-EC86-4C22-9FB8-3DD5BAA82B80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013429" y="6156265"/>
                <a:ext cx="7092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6091FC69-B4C2-4255-9A5C-5B80EE5C571B}"/>
                  </a:ext>
                </a:extLst>
              </p14:cNvPr>
              <p14:cNvContentPartPr/>
              <p14:nvPr/>
            </p14:nvContentPartPr>
            <p14:xfrm>
              <a:off x="8266509" y="5994985"/>
              <a:ext cx="218880" cy="24264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6091FC69-B4C2-4255-9A5C-5B80EE5C571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248509" y="5976985"/>
                <a:ext cx="25452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4F591C5A-A2FB-4482-B64A-8F53CC633DC3}"/>
                  </a:ext>
                </a:extLst>
              </p14:cNvPr>
              <p14:cNvContentPartPr/>
              <p14:nvPr/>
            </p14:nvContentPartPr>
            <p14:xfrm>
              <a:off x="8585469" y="5924425"/>
              <a:ext cx="100800" cy="38160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4F591C5A-A2FB-4482-B64A-8F53CC633DC3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567829" y="5906425"/>
                <a:ext cx="13644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B9FC7504-BEC9-43EA-857A-24F65A7C3BE9}"/>
                  </a:ext>
                </a:extLst>
              </p14:cNvPr>
              <p14:cNvContentPartPr/>
              <p14:nvPr/>
            </p14:nvContentPartPr>
            <p14:xfrm>
              <a:off x="7470549" y="5866465"/>
              <a:ext cx="370800" cy="45756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B9FC7504-BEC9-43EA-857A-24F65A7C3BE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452549" y="5848825"/>
                <a:ext cx="406440" cy="49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5A009975-CC45-4ADF-86C7-73660E716A1A}"/>
                  </a:ext>
                </a:extLst>
              </p14:cNvPr>
              <p14:cNvContentPartPr/>
              <p14:nvPr/>
            </p14:nvContentPartPr>
            <p14:xfrm>
              <a:off x="7840989" y="841945"/>
              <a:ext cx="4297680" cy="140580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5A009975-CC45-4ADF-86C7-73660E716A1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822989" y="823945"/>
                <a:ext cx="4333320" cy="14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BBE9C868-02E8-4309-9894-9FB340A85CBA}"/>
                  </a:ext>
                </a:extLst>
              </p14:cNvPr>
              <p14:cNvContentPartPr/>
              <p14:nvPr/>
            </p14:nvContentPartPr>
            <p14:xfrm>
              <a:off x="11874069" y="1000705"/>
              <a:ext cx="133560" cy="35424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BBE9C868-02E8-4309-9894-9FB340A85CB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1856429" y="982687"/>
                <a:ext cx="169200" cy="38991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4768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F7306AED-9738-4491-B028-49DB2DBC0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137196"/>
            <a:ext cx="2612072" cy="5852096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1B34086D-9A1C-49AC-BF17-F71E9D755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952" y="960147"/>
            <a:ext cx="3743325" cy="33051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9B8E08E0-869C-4394-8986-CE4DD05CDFF2}"/>
                  </a:ext>
                </a:extLst>
              </p14:cNvPr>
              <p14:cNvContentPartPr/>
              <p14:nvPr/>
            </p14:nvContentPartPr>
            <p14:xfrm>
              <a:off x="5062509" y="179905"/>
              <a:ext cx="573120" cy="29340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9B8E08E0-869C-4394-8986-CE4DD05CDF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44869" y="162265"/>
                <a:ext cx="60876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09D796FA-7139-4270-936C-1BCDF15BE249}"/>
                  </a:ext>
                </a:extLst>
              </p14:cNvPr>
              <p14:cNvContentPartPr/>
              <p14:nvPr/>
            </p14:nvContentPartPr>
            <p14:xfrm>
              <a:off x="4041909" y="264505"/>
              <a:ext cx="597600" cy="21564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09D796FA-7139-4270-936C-1BCDF15BE24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23920" y="246535"/>
                <a:ext cx="633219" cy="2512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AD1272CC-1E85-4807-B363-DF9DBC5B3281}"/>
                  </a:ext>
                </a:extLst>
              </p14:cNvPr>
              <p14:cNvContentPartPr/>
              <p14:nvPr/>
            </p14:nvContentPartPr>
            <p14:xfrm>
              <a:off x="3094029" y="164065"/>
              <a:ext cx="822960" cy="48024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AD1272CC-1E85-4807-B363-DF9DBC5B328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76389" y="146425"/>
                <a:ext cx="858600" cy="51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0BE4A972-D69F-4BCD-9A69-9FD1043986F5}"/>
                  </a:ext>
                </a:extLst>
              </p14:cNvPr>
              <p14:cNvContentPartPr/>
              <p14:nvPr/>
            </p14:nvContentPartPr>
            <p14:xfrm>
              <a:off x="5896989" y="284665"/>
              <a:ext cx="295920" cy="16164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0BE4A972-D69F-4BCD-9A69-9FD1043986F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78989" y="267025"/>
                <a:ext cx="33156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064CAA46-AF94-4DD5-908B-4BA526CCC898}"/>
                  </a:ext>
                </a:extLst>
              </p14:cNvPr>
              <p14:cNvContentPartPr/>
              <p14:nvPr/>
            </p14:nvContentPartPr>
            <p14:xfrm>
              <a:off x="774549" y="6313945"/>
              <a:ext cx="360" cy="3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064CAA46-AF94-4DD5-908B-4BA526CCC89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56909" y="627794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6A076EC2-4AA7-4EDA-BE20-EB4835BC1FB3}"/>
                  </a:ext>
                </a:extLst>
              </p14:cNvPr>
              <p14:cNvContentPartPr/>
              <p14:nvPr/>
            </p14:nvContentPartPr>
            <p14:xfrm>
              <a:off x="235269" y="2006185"/>
              <a:ext cx="2661480" cy="5400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6A076EC2-4AA7-4EDA-BE20-EB4835BC1FB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7629" y="1970185"/>
                <a:ext cx="269712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D98E4D31-FF13-4F00-B884-06BE8E2CF705}"/>
                  </a:ext>
                </a:extLst>
              </p14:cNvPr>
              <p14:cNvContentPartPr/>
              <p14:nvPr/>
            </p14:nvContentPartPr>
            <p14:xfrm>
              <a:off x="187389" y="3464905"/>
              <a:ext cx="2764440" cy="6300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D98E4D31-FF13-4F00-B884-06BE8E2CF70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9749" y="3428905"/>
                <a:ext cx="280008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A84FDB33-840C-4FE7-A46D-3F2AE6E5A6F5}"/>
                  </a:ext>
                </a:extLst>
              </p14:cNvPr>
              <p14:cNvContentPartPr/>
              <p14:nvPr/>
            </p14:nvContentPartPr>
            <p14:xfrm>
              <a:off x="206829" y="4745065"/>
              <a:ext cx="2783160" cy="5292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A84FDB33-840C-4FE7-A46D-3F2AE6E5A6F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8829" y="4709065"/>
                <a:ext cx="281880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A4EFE426-B79B-41F2-9968-DFEACFEB7587}"/>
                  </a:ext>
                </a:extLst>
              </p14:cNvPr>
              <p14:cNvContentPartPr/>
              <p14:nvPr/>
            </p14:nvContentPartPr>
            <p14:xfrm>
              <a:off x="1664829" y="6318625"/>
              <a:ext cx="360" cy="3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A4EFE426-B79B-41F2-9968-DFEACFEB758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646829" y="630098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4F804C17-304A-4EE3-978E-826CDC7BE889}"/>
                  </a:ext>
                </a:extLst>
              </p14:cNvPr>
              <p14:cNvContentPartPr/>
              <p14:nvPr/>
            </p14:nvContentPartPr>
            <p14:xfrm>
              <a:off x="1221669" y="520105"/>
              <a:ext cx="285840" cy="363744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4F804C17-304A-4EE3-978E-826CDC7BE88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203669" y="502105"/>
                <a:ext cx="321480" cy="36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4D85631D-ADEB-48B1-B3CA-17485030DCD0}"/>
                  </a:ext>
                </a:extLst>
              </p14:cNvPr>
              <p14:cNvContentPartPr/>
              <p14:nvPr/>
            </p14:nvContentPartPr>
            <p14:xfrm>
              <a:off x="4983309" y="1625665"/>
              <a:ext cx="288360" cy="45396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4D85631D-ADEB-48B1-B3CA-17485030DCD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965309" y="1608025"/>
                <a:ext cx="324000" cy="48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F073773B-2BC6-4168-9E56-C1BAB4F603B9}"/>
                  </a:ext>
                </a:extLst>
              </p14:cNvPr>
              <p14:cNvContentPartPr/>
              <p14:nvPr/>
            </p14:nvContentPartPr>
            <p14:xfrm>
              <a:off x="6202989" y="1612705"/>
              <a:ext cx="291960" cy="42804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F073773B-2BC6-4168-9E56-C1BAB4F603B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185349" y="1595065"/>
                <a:ext cx="327600" cy="46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4B387404-0C4E-41C4-8BAA-BEC67BA8D522}"/>
                  </a:ext>
                </a:extLst>
              </p14:cNvPr>
              <p14:cNvContentPartPr/>
              <p14:nvPr/>
            </p14:nvContentPartPr>
            <p14:xfrm>
              <a:off x="5682429" y="1654825"/>
              <a:ext cx="244440" cy="39528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4B387404-0C4E-41C4-8BAA-BEC67BA8D52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664429" y="1637185"/>
                <a:ext cx="28008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703B2AEB-8AAE-4EAA-AFF3-5CFCC88141D7}"/>
                  </a:ext>
                </a:extLst>
              </p14:cNvPr>
              <p14:cNvContentPartPr/>
              <p14:nvPr/>
            </p14:nvContentPartPr>
            <p14:xfrm>
              <a:off x="4990149" y="2253145"/>
              <a:ext cx="265320" cy="41292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703B2AEB-8AAE-4EAA-AFF3-5CFCC88141D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972149" y="2235145"/>
                <a:ext cx="300960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58246392-C4B0-4886-B761-9B20395D22A5}"/>
                  </a:ext>
                </a:extLst>
              </p14:cNvPr>
              <p14:cNvContentPartPr/>
              <p14:nvPr/>
            </p14:nvContentPartPr>
            <p14:xfrm>
              <a:off x="5698989" y="2311465"/>
              <a:ext cx="269640" cy="3888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58246392-C4B0-4886-B761-9B20395D22A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680989" y="2293825"/>
                <a:ext cx="305280" cy="4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26040925-5933-409D-B1ED-CEABEF72ED38}"/>
                  </a:ext>
                </a:extLst>
              </p14:cNvPr>
              <p14:cNvContentPartPr/>
              <p14:nvPr/>
            </p14:nvContentPartPr>
            <p14:xfrm>
              <a:off x="6207309" y="2261065"/>
              <a:ext cx="358560" cy="41688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26040925-5933-409D-B1ED-CEABEF72ED3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189669" y="2243425"/>
                <a:ext cx="394200" cy="45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3CA0B376-7D7E-42B0-B2EC-949293113464}"/>
                  </a:ext>
                </a:extLst>
              </p14:cNvPr>
              <p14:cNvContentPartPr/>
              <p14:nvPr/>
            </p14:nvContentPartPr>
            <p14:xfrm>
              <a:off x="4301469" y="1677145"/>
              <a:ext cx="292680" cy="97596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3CA0B376-7D7E-42B0-B2EC-94929311346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283807" y="1659505"/>
                <a:ext cx="328364" cy="10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CE3C2CFB-E2A1-40E0-A341-F6B4F38362E0}"/>
                  </a:ext>
                </a:extLst>
              </p14:cNvPr>
              <p14:cNvContentPartPr/>
              <p14:nvPr/>
            </p14:nvContentPartPr>
            <p14:xfrm>
              <a:off x="4343229" y="3590905"/>
              <a:ext cx="234000" cy="30240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CE3C2CFB-E2A1-40E0-A341-F6B4F38362E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25229" y="3572905"/>
                <a:ext cx="269640" cy="3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8A2BD4CD-8B7C-41DF-B8B5-DAF2390D120C}"/>
                  </a:ext>
                </a:extLst>
              </p14:cNvPr>
              <p14:cNvContentPartPr/>
              <p14:nvPr/>
            </p14:nvContentPartPr>
            <p14:xfrm>
              <a:off x="4895829" y="3546625"/>
              <a:ext cx="284400" cy="37656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8A2BD4CD-8B7C-41DF-B8B5-DAF2390D120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877829" y="3528985"/>
                <a:ext cx="320040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16F6AC74-9A7A-4D1F-9403-F4BCD52F11B4}"/>
                  </a:ext>
                </a:extLst>
              </p14:cNvPr>
              <p14:cNvContentPartPr/>
              <p14:nvPr/>
            </p14:nvContentPartPr>
            <p14:xfrm>
              <a:off x="7304229" y="2428825"/>
              <a:ext cx="323640" cy="2617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16F6AC74-9A7A-4D1F-9403-F4BCD52F11B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286229" y="2411185"/>
                <a:ext cx="35928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49AEF313-72E2-489C-AB29-4D8D37F6AB37}"/>
                  </a:ext>
                </a:extLst>
              </p14:cNvPr>
              <p14:cNvContentPartPr/>
              <p14:nvPr/>
            </p14:nvContentPartPr>
            <p14:xfrm>
              <a:off x="7930989" y="2503345"/>
              <a:ext cx="138240" cy="864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49AEF313-72E2-489C-AB29-4D8D37F6AB3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913349" y="2485705"/>
                <a:ext cx="1738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6F15ED72-CF39-4C8C-8A55-6BBC528E7D1C}"/>
                  </a:ext>
                </a:extLst>
              </p14:cNvPr>
              <p14:cNvContentPartPr/>
              <p14:nvPr/>
            </p14:nvContentPartPr>
            <p14:xfrm>
              <a:off x="7974549" y="2608465"/>
              <a:ext cx="145080" cy="504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6F15ED72-CF39-4C8C-8A55-6BBC528E7D1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956549" y="2590465"/>
                <a:ext cx="1807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802A9DDB-5691-435B-BCCC-C1A8E63DB613}"/>
                  </a:ext>
                </a:extLst>
              </p14:cNvPr>
              <p14:cNvContentPartPr/>
              <p14:nvPr/>
            </p14:nvContentPartPr>
            <p14:xfrm>
              <a:off x="6036309" y="1236865"/>
              <a:ext cx="66240" cy="2916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802A9DDB-5691-435B-BCCC-C1A8E63DB61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018309" y="1200865"/>
                <a:ext cx="10188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F54F5592-E51A-481E-90FE-9100DD8A7149}"/>
                  </a:ext>
                </a:extLst>
              </p14:cNvPr>
              <p14:cNvContentPartPr/>
              <p14:nvPr/>
            </p14:nvContentPartPr>
            <p14:xfrm>
              <a:off x="5990949" y="1062265"/>
              <a:ext cx="884160" cy="106056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F54F5592-E51A-481E-90FE-9100DD8A714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973309" y="1026265"/>
                <a:ext cx="919800" cy="11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17477453-A04C-4247-A2E9-74AA6BFE5AAD}"/>
                  </a:ext>
                </a:extLst>
              </p14:cNvPr>
              <p14:cNvContentPartPr/>
              <p14:nvPr/>
            </p14:nvContentPartPr>
            <p14:xfrm>
              <a:off x="6001029" y="3555625"/>
              <a:ext cx="766080" cy="97416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17477453-A04C-4247-A2E9-74AA6BFE5AA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983029" y="3519625"/>
                <a:ext cx="801720" cy="10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8779DEBA-BB2E-44EA-8843-17D1B916250D}"/>
                  </a:ext>
                </a:extLst>
              </p14:cNvPr>
              <p14:cNvContentPartPr/>
              <p14:nvPr/>
            </p14:nvContentPartPr>
            <p14:xfrm>
              <a:off x="6006069" y="4249345"/>
              <a:ext cx="9720" cy="20412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8779DEBA-BB2E-44EA-8843-17D1B916250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988069" y="4213705"/>
                <a:ext cx="4536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9735DE5D-CE7E-4A1D-A21F-E20F210BC1E5}"/>
                  </a:ext>
                </a:extLst>
              </p14:cNvPr>
              <p14:cNvContentPartPr/>
              <p14:nvPr/>
            </p14:nvContentPartPr>
            <p14:xfrm>
              <a:off x="3437109" y="1587505"/>
              <a:ext cx="590400" cy="48852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9735DE5D-CE7E-4A1D-A21F-E20F210BC1E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419469" y="1569865"/>
                <a:ext cx="626040" cy="52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F01EC173-6A21-43E4-8982-94EDC27A6C3A}"/>
                  </a:ext>
                </a:extLst>
              </p14:cNvPr>
              <p14:cNvContentPartPr/>
              <p14:nvPr/>
            </p14:nvContentPartPr>
            <p14:xfrm>
              <a:off x="3517029" y="3570745"/>
              <a:ext cx="518400" cy="47052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F01EC173-6A21-43E4-8982-94EDC27A6C3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499029" y="3552745"/>
                <a:ext cx="554040" cy="50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75F02BD7-DBED-46FD-AC32-59A76694CD38}"/>
                  </a:ext>
                </a:extLst>
              </p14:cNvPr>
              <p14:cNvContentPartPr/>
              <p14:nvPr/>
            </p14:nvContentPartPr>
            <p14:xfrm>
              <a:off x="8345349" y="2411185"/>
              <a:ext cx="221760" cy="21744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75F02BD7-DBED-46FD-AC32-59A76694CD3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327709" y="2393545"/>
                <a:ext cx="25740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0C9E25DF-7A06-4648-BDB0-C54CE3A490BB}"/>
                  </a:ext>
                </a:extLst>
              </p14:cNvPr>
              <p14:cNvContentPartPr/>
              <p14:nvPr/>
            </p14:nvContentPartPr>
            <p14:xfrm>
              <a:off x="8330589" y="2271505"/>
              <a:ext cx="264600" cy="540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0C9E25DF-7A06-4648-BDB0-C54CE3A490B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312589" y="2253505"/>
                <a:ext cx="3002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23166AB0-308F-4719-B6CC-D0C5FD13948B}"/>
                  </a:ext>
                </a:extLst>
              </p14:cNvPr>
              <p14:cNvContentPartPr/>
              <p14:nvPr/>
            </p14:nvContentPartPr>
            <p14:xfrm>
              <a:off x="8724789" y="2502265"/>
              <a:ext cx="8640" cy="1224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23166AB0-308F-4719-B6CC-D0C5FD13948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707149" y="2484625"/>
                <a:ext cx="4428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24776A1B-4B28-49BE-A31A-3BD63718FAD1}"/>
                  </a:ext>
                </a:extLst>
              </p14:cNvPr>
              <p14:cNvContentPartPr/>
              <p14:nvPr/>
            </p14:nvContentPartPr>
            <p14:xfrm>
              <a:off x="9403749" y="2228305"/>
              <a:ext cx="268200" cy="2664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24776A1B-4B28-49BE-A31A-3BD63718FAD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385749" y="2210305"/>
                <a:ext cx="30384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8CAA47B9-F79C-4CB7-AF2E-41F47DDEC299}"/>
                  </a:ext>
                </a:extLst>
              </p14:cNvPr>
              <p14:cNvContentPartPr/>
              <p14:nvPr/>
            </p14:nvContentPartPr>
            <p14:xfrm>
              <a:off x="9391509" y="2359705"/>
              <a:ext cx="192600" cy="28692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8CAA47B9-F79C-4CB7-AF2E-41F47DDEC29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373509" y="2342065"/>
                <a:ext cx="22824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2D0A4599-5A20-42A3-BD66-27F1CAD6BF33}"/>
                  </a:ext>
                </a:extLst>
              </p14:cNvPr>
              <p14:cNvContentPartPr/>
              <p14:nvPr/>
            </p14:nvContentPartPr>
            <p14:xfrm>
              <a:off x="8950509" y="2370505"/>
              <a:ext cx="294480" cy="24840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2D0A4599-5A20-42A3-BD66-27F1CAD6BF3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932869" y="2352865"/>
                <a:ext cx="330120" cy="28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0349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F7306AED-9738-4491-B028-49DB2DBC0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137196"/>
            <a:ext cx="2612072" cy="5852096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1B34086D-9A1C-49AC-BF17-F71E9D755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30" y="1143025"/>
            <a:ext cx="3743325" cy="33051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85C7EF8F-DFBB-4623-96D5-57AB30E3EC0C}"/>
                  </a:ext>
                </a:extLst>
              </p14:cNvPr>
              <p14:cNvContentPartPr/>
              <p14:nvPr/>
            </p14:nvContentPartPr>
            <p14:xfrm>
              <a:off x="6213789" y="93145"/>
              <a:ext cx="276120" cy="2901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85C7EF8F-DFBB-4623-96D5-57AB30E3EC0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95789" y="75505"/>
                <a:ext cx="31176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523931AF-0EF0-44C0-A94D-FA7593B0F8A1}"/>
                  </a:ext>
                </a:extLst>
              </p14:cNvPr>
              <p14:cNvContentPartPr/>
              <p14:nvPr/>
            </p14:nvContentPartPr>
            <p14:xfrm>
              <a:off x="6632469" y="370345"/>
              <a:ext cx="3960" cy="3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523931AF-0EF0-44C0-A94D-FA7593B0F8A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14829" y="352345"/>
                <a:ext cx="396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44A71C36-F0B2-4C25-90E2-43B60E281441}"/>
                  </a:ext>
                </a:extLst>
              </p14:cNvPr>
              <p14:cNvContentPartPr/>
              <p14:nvPr/>
            </p14:nvContentPartPr>
            <p14:xfrm>
              <a:off x="5227029" y="52105"/>
              <a:ext cx="568800" cy="53064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44A71C36-F0B2-4C25-90E2-43B60E28144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09029" y="34465"/>
                <a:ext cx="604440" cy="56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87E27EC6-587C-4E25-8502-A91B4A516F4F}"/>
                  </a:ext>
                </a:extLst>
              </p14:cNvPr>
              <p14:cNvContentPartPr/>
              <p14:nvPr/>
            </p14:nvContentPartPr>
            <p14:xfrm>
              <a:off x="3368349" y="88825"/>
              <a:ext cx="1234440" cy="39708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87E27EC6-587C-4E25-8502-A91B4A516F4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50709" y="70825"/>
                <a:ext cx="1270080" cy="43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0FAAAA2E-2CE2-492A-A661-7EEDA91C4727}"/>
                  </a:ext>
                </a:extLst>
              </p14:cNvPr>
              <p14:cNvContentPartPr/>
              <p14:nvPr/>
            </p14:nvContentPartPr>
            <p14:xfrm>
              <a:off x="1174149" y="6309265"/>
              <a:ext cx="360" cy="36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0FAAAA2E-2CE2-492A-A661-7EEDA91C472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56149" y="62732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747F3A38-4409-4DDD-AED3-D1AF9EE6703A}"/>
                  </a:ext>
                </a:extLst>
              </p14:cNvPr>
              <p14:cNvContentPartPr/>
              <p14:nvPr/>
            </p14:nvContentPartPr>
            <p14:xfrm>
              <a:off x="3243429" y="909265"/>
              <a:ext cx="360" cy="36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747F3A38-4409-4DDD-AED3-D1AF9EE6703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225429" y="87362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43E2371B-1389-4E9D-B32C-864BE174A430}"/>
                  </a:ext>
                </a:extLst>
              </p14:cNvPr>
              <p14:cNvContentPartPr/>
              <p14:nvPr/>
            </p14:nvContentPartPr>
            <p14:xfrm>
              <a:off x="1260549" y="6193705"/>
              <a:ext cx="360" cy="36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43E2371B-1389-4E9D-B32C-864BE174A43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242909" y="615770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2EF6B6F4-9EA6-4060-B9B8-0AD4F32756EE}"/>
                  </a:ext>
                </a:extLst>
              </p14:cNvPr>
              <p14:cNvContentPartPr/>
              <p14:nvPr/>
            </p14:nvContentPartPr>
            <p14:xfrm>
              <a:off x="1322829" y="678505"/>
              <a:ext cx="63720" cy="333936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2EF6B6F4-9EA6-4060-B9B8-0AD4F32756E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304829" y="642505"/>
                <a:ext cx="99360" cy="341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D2E0A28E-1C53-4C0E-9B95-1EC0743938D5}"/>
                  </a:ext>
                </a:extLst>
              </p14:cNvPr>
              <p14:cNvContentPartPr/>
              <p14:nvPr/>
            </p14:nvContentPartPr>
            <p14:xfrm>
              <a:off x="1563309" y="649345"/>
              <a:ext cx="84240" cy="349704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D2E0A28E-1C53-4C0E-9B95-1EC0743938D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545309" y="613345"/>
                <a:ext cx="119880" cy="356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1AC82F20-6817-4C08-BE7E-3D274E587724}"/>
                  </a:ext>
                </a:extLst>
              </p14:cNvPr>
              <p14:cNvContentPartPr/>
              <p14:nvPr/>
            </p14:nvContentPartPr>
            <p14:xfrm>
              <a:off x="163269" y="2007625"/>
              <a:ext cx="2788560" cy="5220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1AC82F20-6817-4C08-BE7E-3D274E58772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45629" y="1971625"/>
                <a:ext cx="282420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5A28DD82-3F09-49C5-BBCF-775BDC02FDE3}"/>
                  </a:ext>
                </a:extLst>
              </p14:cNvPr>
              <p14:cNvContentPartPr/>
              <p14:nvPr/>
            </p14:nvContentPartPr>
            <p14:xfrm>
              <a:off x="240669" y="3454825"/>
              <a:ext cx="2496240" cy="3456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5A28DD82-3F09-49C5-BBCF-775BDC02FDE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23029" y="3419185"/>
                <a:ext cx="253188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8488F79B-60EB-481D-BC54-99673741D169}"/>
                  </a:ext>
                </a:extLst>
              </p14:cNvPr>
              <p14:cNvContentPartPr/>
              <p14:nvPr/>
            </p14:nvContentPartPr>
            <p14:xfrm>
              <a:off x="4500189" y="1817905"/>
              <a:ext cx="249120" cy="32796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8488F79B-60EB-481D-BC54-99673741D16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482549" y="1782265"/>
                <a:ext cx="284760" cy="39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4560A030-8672-4583-9B80-FBFBEF10CE08}"/>
                  </a:ext>
                </a:extLst>
              </p14:cNvPr>
              <p14:cNvContentPartPr/>
              <p14:nvPr/>
            </p14:nvContentPartPr>
            <p14:xfrm>
              <a:off x="5115789" y="1767865"/>
              <a:ext cx="169200" cy="40572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4560A030-8672-4583-9B80-FBFBEF10CE0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097789" y="1731865"/>
                <a:ext cx="204840" cy="47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3524AEE3-EBF7-4F1A-8408-F803545D3323}"/>
                  </a:ext>
                </a:extLst>
              </p14:cNvPr>
              <p14:cNvContentPartPr/>
              <p14:nvPr/>
            </p14:nvContentPartPr>
            <p14:xfrm>
              <a:off x="6532389" y="1828345"/>
              <a:ext cx="273600" cy="3225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3524AEE3-EBF7-4F1A-8408-F803545D332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514749" y="1792705"/>
                <a:ext cx="309240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200BC580-35A7-41A4-98F2-13E25BE4F6DF}"/>
                  </a:ext>
                </a:extLst>
              </p14:cNvPr>
              <p14:cNvContentPartPr/>
              <p14:nvPr/>
            </p14:nvContentPartPr>
            <p14:xfrm>
              <a:off x="5926869" y="1837705"/>
              <a:ext cx="289440" cy="3297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200BC580-35A7-41A4-98F2-13E25BE4F6D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908869" y="1802065"/>
                <a:ext cx="325080" cy="4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C4EA9DB8-BE96-4ABB-8FAC-FB42FA00A843}"/>
                  </a:ext>
                </a:extLst>
              </p14:cNvPr>
              <p14:cNvContentPartPr/>
              <p14:nvPr/>
            </p14:nvContentPartPr>
            <p14:xfrm>
              <a:off x="4490109" y="2489305"/>
              <a:ext cx="127440" cy="3888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C4EA9DB8-BE96-4ABB-8FAC-FB42FA00A84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472109" y="2453305"/>
                <a:ext cx="163080" cy="46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4B064E49-71EB-4398-845D-773D2800ED46}"/>
                  </a:ext>
                </a:extLst>
              </p14:cNvPr>
              <p14:cNvContentPartPr/>
              <p14:nvPr/>
            </p14:nvContentPartPr>
            <p14:xfrm>
              <a:off x="5161149" y="2517745"/>
              <a:ext cx="282240" cy="36000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4B064E49-71EB-4398-845D-773D2800ED4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143509" y="2481745"/>
                <a:ext cx="31788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EB1C54AE-AAF9-4FEF-909B-FC1792E8A5BA}"/>
                  </a:ext>
                </a:extLst>
              </p14:cNvPr>
              <p14:cNvContentPartPr/>
              <p14:nvPr/>
            </p14:nvContentPartPr>
            <p14:xfrm>
              <a:off x="6463629" y="2496505"/>
              <a:ext cx="296640" cy="29988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EB1C54AE-AAF9-4FEF-909B-FC1792E8A5B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445989" y="2460865"/>
                <a:ext cx="33228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AC0BD557-4FEB-4D56-BBD0-6124ED6B4D21}"/>
                  </a:ext>
                </a:extLst>
              </p14:cNvPr>
              <p14:cNvContentPartPr/>
              <p14:nvPr/>
            </p14:nvContentPartPr>
            <p14:xfrm>
              <a:off x="5943429" y="2504065"/>
              <a:ext cx="114840" cy="3387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AC0BD557-4FEB-4D56-BBD0-6124ED6B4D2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925429" y="2468065"/>
                <a:ext cx="15048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9A0740D6-C05B-49FE-9FB6-8AA1D3177232}"/>
                  </a:ext>
                </a:extLst>
              </p14:cNvPr>
              <p14:cNvContentPartPr/>
              <p14:nvPr/>
            </p14:nvContentPartPr>
            <p14:xfrm>
              <a:off x="4531869" y="3825625"/>
              <a:ext cx="250200" cy="3380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9A0740D6-C05B-49FE-9FB6-8AA1D317723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514229" y="3789625"/>
                <a:ext cx="28584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812D95BA-3F8D-47DC-8DDB-529426A23A48}"/>
                  </a:ext>
                </a:extLst>
              </p14:cNvPr>
              <p14:cNvContentPartPr/>
              <p14:nvPr/>
            </p14:nvContentPartPr>
            <p14:xfrm>
              <a:off x="5058189" y="3766225"/>
              <a:ext cx="309600" cy="35460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812D95BA-3F8D-47DC-8DDB-529426A23A4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040549" y="3730225"/>
                <a:ext cx="345240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E618F72C-DF77-47AD-BFFC-A53478E145DF}"/>
                  </a:ext>
                </a:extLst>
              </p14:cNvPr>
              <p14:cNvContentPartPr/>
              <p14:nvPr/>
            </p14:nvContentPartPr>
            <p14:xfrm>
              <a:off x="5630949" y="2382025"/>
              <a:ext cx="605880" cy="128592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E618F72C-DF77-47AD-BFFC-A53478E145D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612949" y="2346025"/>
                <a:ext cx="641520" cy="135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BBBF539F-502C-4C96-8B29-E4774D00DE2D}"/>
                  </a:ext>
                </a:extLst>
              </p14:cNvPr>
              <p14:cNvContentPartPr/>
              <p14:nvPr/>
            </p14:nvContentPartPr>
            <p14:xfrm>
              <a:off x="4257909" y="1567705"/>
              <a:ext cx="1358640" cy="206388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BBBF539F-502C-4C96-8B29-E4774D00DE2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240269" y="1550068"/>
                <a:ext cx="1394280" cy="20995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757FC715-66FC-4CA0-B35E-E517CBBFD642}"/>
                  </a:ext>
                </a:extLst>
              </p14:cNvPr>
              <p14:cNvContentPartPr/>
              <p14:nvPr/>
            </p14:nvContentPartPr>
            <p14:xfrm>
              <a:off x="7536429" y="2946865"/>
              <a:ext cx="635400" cy="45684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757FC715-66FC-4CA0-B35E-E517CBBFD64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518789" y="2928865"/>
                <a:ext cx="671040" cy="49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A309EF2E-1696-4DD1-B373-087423778154}"/>
                  </a:ext>
                </a:extLst>
              </p14:cNvPr>
              <p14:cNvContentPartPr/>
              <p14:nvPr/>
            </p14:nvContentPartPr>
            <p14:xfrm>
              <a:off x="8334549" y="2723665"/>
              <a:ext cx="39600" cy="155412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A309EF2E-1696-4DD1-B373-08742377815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316909" y="2705665"/>
                <a:ext cx="75240" cy="158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0A036901-940A-4170-A090-621127EF3EBD}"/>
                  </a:ext>
                </a:extLst>
              </p14:cNvPr>
              <p14:cNvContentPartPr/>
              <p14:nvPr/>
            </p14:nvContentPartPr>
            <p14:xfrm>
              <a:off x="8580789" y="2738065"/>
              <a:ext cx="245880" cy="3780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0A036901-940A-4170-A090-621127EF3EB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563149" y="2720425"/>
                <a:ext cx="28152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AA4FD449-364D-4165-91E5-B96120C57AC6}"/>
                  </a:ext>
                </a:extLst>
              </p14:cNvPr>
              <p14:cNvContentPartPr/>
              <p14:nvPr/>
            </p14:nvContentPartPr>
            <p14:xfrm>
              <a:off x="9006309" y="2944345"/>
              <a:ext cx="26280" cy="2952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AA4FD449-364D-4165-91E5-B96120C57AC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988309" y="2926705"/>
                <a:ext cx="6192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A26EE14E-D89B-41A3-9C35-92755511D1AE}"/>
                  </a:ext>
                </a:extLst>
              </p14:cNvPr>
              <p14:cNvContentPartPr/>
              <p14:nvPr/>
            </p14:nvContentPartPr>
            <p14:xfrm>
              <a:off x="9158589" y="2868025"/>
              <a:ext cx="205920" cy="18360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A26EE14E-D89B-41A3-9C35-92755511D1A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140589" y="2850385"/>
                <a:ext cx="24156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036FEF2A-B5F4-4A69-A9FF-1CBF2820EE15}"/>
                  </a:ext>
                </a:extLst>
              </p14:cNvPr>
              <p14:cNvContentPartPr/>
              <p14:nvPr/>
            </p14:nvContentPartPr>
            <p14:xfrm>
              <a:off x="9134109" y="2695585"/>
              <a:ext cx="243720" cy="190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036FEF2A-B5F4-4A69-A9FF-1CBF2820EE1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116469" y="2677945"/>
                <a:ext cx="27936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DBAB7A80-4F7C-49D8-A2CD-E4667E4C0A61}"/>
                  </a:ext>
                </a:extLst>
              </p14:cNvPr>
              <p14:cNvContentPartPr/>
              <p14:nvPr/>
            </p14:nvContentPartPr>
            <p14:xfrm>
              <a:off x="8615349" y="2853625"/>
              <a:ext cx="126000" cy="23868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DBAB7A80-4F7C-49D8-A2CD-E4667E4C0A6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597349" y="2835625"/>
                <a:ext cx="16164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DF349245-2F1F-45BC-B127-E3A5C0BC4B75}"/>
                  </a:ext>
                </a:extLst>
              </p14:cNvPr>
              <p14:cNvContentPartPr/>
              <p14:nvPr/>
            </p14:nvContentPartPr>
            <p14:xfrm>
              <a:off x="9647829" y="2949745"/>
              <a:ext cx="20880" cy="1836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DF349245-2F1F-45BC-B127-E3A5C0BC4B7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629829" y="2932105"/>
                <a:ext cx="5652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07F21641-572E-4A8B-9FD5-56A1F0218839}"/>
                  </a:ext>
                </a:extLst>
              </p14:cNvPr>
              <p14:cNvContentPartPr/>
              <p14:nvPr/>
            </p14:nvContentPartPr>
            <p14:xfrm>
              <a:off x="9871749" y="2837785"/>
              <a:ext cx="162720" cy="22788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07F21641-572E-4A8B-9FD5-56A1F021883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853749" y="2820145"/>
                <a:ext cx="19836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1BE5B9BF-61FC-4945-A7F0-3042F06F3E72}"/>
                  </a:ext>
                </a:extLst>
              </p14:cNvPr>
              <p14:cNvContentPartPr/>
              <p14:nvPr/>
            </p14:nvContentPartPr>
            <p14:xfrm>
              <a:off x="9831789" y="2713585"/>
              <a:ext cx="283320" cy="248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1BE5B9BF-61FC-4945-A7F0-3042F06F3E7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814149" y="2695585"/>
                <a:ext cx="31896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69D74016-ADDD-420C-BD0B-56D17875C7C2}"/>
                  </a:ext>
                </a:extLst>
              </p14:cNvPr>
              <p14:cNvContentPartPr/>
              <p14:nvPr/>
            </p14:nvContentPartPr>
            <p14:xfrm>
              <a:off x="10287189" y="2945425"/>
              <a:ext cx="34920" cy="2484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69D74016-ADDD-420C-BD0B-56D17875C7C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269189" y="2927785"/>
                <a:ext cx="7056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087B4854-8668-4C92-940D-EC936D46B42B}"/>
                  </a:ext>
                </a:extLst>
              </p14:cNvPr>
              <p14:cNvContentPartPr/>
              <p14:nvPr/>
            </p14:nvContentPartPr>
            <p14:xfrm>
              <a:off x="10943469" y="2589025"/>
              <a:ext cx="96480" cy="214164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087B4854-8668-4C92-940D-EC936D46B42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0925829" y="2571025"/>
                <a:ext cx="132120" cy="21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C369EC4F-D562-43D1-8740-994DB01D4CD6}"/>
                  </a:ext>
                </a:extLst>
              </p14:cNvPr>
              <p14:cNvContentPartPr/>
              <p14:nvPr/>
            </p14:nvContentPartPr>
            <p14:xfrm>
              <a:off x="10496349" y="2750665"/>
              <a:ext cx="209520" cy="29268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C369EC4F-D562-43D1-8740-994DB01D4CD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478349" y="2732665"/>
                <a:ext cx="24516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DCB77382-B50F-4F85-95C2-82BE971AC727}"/>
                  </a:ext>
                </a:extLst>
              </p14:cNvPr>
              <p14:cNvContentPartPr/>
              <p14:nvPr/>
            </p14:nvContentPartPr>
            <p14:xfrm>
              <a:off x="9102429" y="3460225"/>
              <a:ext cx="225360" cy="22068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DCB77382-B50F-4F85-95C2-82BE971AC72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084789" y="3442585"/>
                <a:ext cx="26100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4B3626CB-E716-45F6-A649-0107F7BCBA62}"/>
                  </a:ext>
                </a:extLst>
              </p14:cNvPr>
              <p14:cNvContentPartPr/>
              <p14:nvPr/>
            </p14:nvContentPartPr>
            <p14:xfrm>
              <a:off x="10177749" y="3508105"/>
              <a:ext cx="34200" cy="3528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4B3626CB-E716-45F6-A649-0107F7BCBA6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159749" y="3490465"/>
                <a:ext cx="6984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95724E42-C309-4860-8E2A-1BA94A426075}"/>
                  </a:ext>
                </a:extLst>
              </p14:cNvPr>
              <p14:cNvContentPartPr/>
              <p14:nvPr/>
            </p14:nvContentPartPr>
            <p14:xfrm>
              <a:off x="9480789" y="3546265"/>
              <a:ext cx="19800" cy="2736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95724E42-C309-4860-8E2A-1BA94A426075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462789" y="3528625"/>
                <a:ext cx="5544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F3ADD270-942F-4A59-8B63-9D616F4EF09D}"/>
                  </a:ext>
                </a:extLst>
              </p14:cNvPr>
              <p14:cNvContentPartPr/>
              <p14:nvPr/>
            </p14:nvContentPartPr>
            <p14:xfrm>
              <a:off x="10380429" y="3243505"/>
              <a:ext cx="244440" cy="39456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F3ADD270-942F-4A59-8B63-9D616F4EF09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362815" y="3225489"/>
                <a:ext cx="280028" cy="4302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EB2E3D6B-D84E-4702-B595-74A3654215B2}"/>
                  </a:ext>
                </a:extLst>
              </p14:cNvPr>
              <p14:cNvContentPartPr/>
              <p14:nvPr/>
            </p14:nvContentPartPr>
            <p14:xfrm>
              <a:off x="9759789" y="3366625"/>
              <a:ext cx="297360" cy="29160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EB2E3D6B-D84E-4702-B595-74A3654215B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742128" y="3348625"/>
                <a:ext cx="333043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A2B8B1C1-31A4-42AB-ABC2-C122298C980C}"/>
                  </a:ext>
                </a:extLst>
              </p14:cNvPr>
              <p14:cNvContentPartPr/>
              <p14:nvPr/>
            </p14:nvContentPartPr>
            <p14:xfrm>
              <a:off x="9035109" y="3981145"/>
              <a:ext cx="212400" cy="29700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A2B8B1C1-31A4-42AB-ABC2-C122298C980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017109" y="3963505"/>
                <a:ext cx="24804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B7ACF6F7-2C6A-4838-B518-4934077E592C}"/>
                  </a:ext>
                </a:extLst>
              </p14:cNvPr>
              <p14:cNvContentPartPr/>
              <p14:nvPr/>
            </p14:nvContentPartPr>
            <p14:xfrm>
              <a:off x="9737469" y="3957385"/>
              <a:ext cx="227160" cy="28296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B7ACF6F7-2C6A-4838-B518-4934077E592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719469" y="3939745"/>
                <a:ext cx="26280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76F026E7-F124-484F-89BB-E29AD8BADCDB}"/>
                  </a:ext>
                </a:extLst>
              </p14:cNvPr>
              <p14:cNvContentPartPr/>
              <p14:nvPr/>
            </p14:nvContentPartPr>
            <p14:xfrm>
              <a:off x="9513189" y="4059985"/>
              <a:ext cx="42840" cy="7776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76F026E7-F124-484F-89BB-E29AD8BADCD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495549" y="4042345"/>
                <a:ext cx="7848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3908BE51-818A-4309-ADD9-26B72AF53EAF}"/>
                  </a:ext>
                </a:extLst>
              </p14:cNvPr>
              <p14:cNvContentPartPr/>
              <p14:nvPr/>
            </p14:nvContentPartPr>
            <p14:xfrm>
              <a:off x="10170909" y="4077265"/>
              <a:ext cx="51120" cy="3240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3908BE51-818A-4309-ADD9-26B72AF53EA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153269" y="4059265"/>
                <a:ext cx="8676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9A9C9414-97D7-4101-AAD1-AEE2DFD667D5}"/>
                  </a:ext>
                </a:extLst>
              </p14:cNvPr>
              <p14:cNvContentPartPr/>
              <p14:nvPr/>
            </p14:nvContentPartPr>
            <p14:xfrm>
              <a:off x="10381869" y="3912025"/>
              <a:ext cx="227520" cy="31788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9A9C9414-97D7-4101-AAD1-AEE2DFD667D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364229" y="3894385"/>
                <a:ext cx="263160" cy="35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8308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F7306AED-9738-4491-B028-49DB2DBC0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137196"/>
            <a:ext cx="2612072" cy="5852096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1B34086D-9A1C-49AC-BF17-F71E9D755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391" y="685830"/>
            <a:ext cx="3743325" cy="33051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E373DC27-8033-4CEA-BA56-1DF2652AF54A}"/>
                  </a:ext>
                </a:extLst>
              </p14:cNvPr>
              <p14:cNvContentPartPr/>
              <p14:nvPr/>
            </p14:nvContentPartPr>
            <p14:xfrm>
              <a:off x="3232989" y="220945"/>
              <a:ext cx="10800" cy="15156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E373DC27-8033-4CEA-BA56-1DF2652AF5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14989" y="185305"/>
                <a:ext cx="4644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A0927BCA-46FF-4002-860E-46A7409AF471}"/>
                  </a:ext>
                </a:extLst>
              </p14:cNvPr>
              <p14:cNvContentPartPr/>
              <p14:nvPr/>
            </p14:nvContentPartPr>
            <p14:xfrm>
              <a:off x="4485069" y="182425"/>
              <a:ext cx="7920" cy="1548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A0927BCA-46FF-4002-860E-46A7409AF47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67429" y="164785"/>
                <a:ext cx="4356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305711A7-01F0-4DF6-8C70-B72DA305A3B0}"/>
                  </a:ext>
                </a:extLst>
              </p14:cNvPr>
              <p14:cNvContentPartPr/>
              <p14:nvPr/>
            </p14:nvContentPartPr>
            <p14:xfrm>
              <a:off x="7717149" y="224905"/>
              <a:ext cx="222840" cy="14112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305711A7-01F0-4DF6-8C70-B72DA305A3B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99149" y="206905"/>
                <a:ext cx="25848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E58E3D66-73E6-4C31-9456-37C1E648E162}"/>
                  </a:ext>
                </a:extLst>
              </p14:cNvPr>
              <p14:cNvContentPartPr/>
              <p14:nvPr/>
            </p14:nvContentPartPr>
            <p14:xfrm>
              <a:off x="6030549" y="195025"/>
              <a:ext cx="1235520" cy="21384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E58E3D66-73E6-4C31-9456-37C1E648E16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012549" y="177385"/>
                <a:ext cx="127116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C9787D64-EE06-4853-A1E3-625E87EF7CB8}"/>
                  </a:ext>
                </a:extLst>
              </p14:cNvPr>
              <p14:cNvContentPartPr/>
              <p14:nvPr/>
            </p14:nvContentPartPr>
            <p14:xfrm>
              <a:off x="5312709" y="138865"/>
              <a:ext cx="393840" cy="41004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C9787D64-EE06-4853-A1E3-625E87EF7CB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295069" y="121209"/>
                <a:ext cx="429480" cy="4457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D98443A3-0D72-4F93-BBC6-3E2C62C964A1}"/>
                  </a:ext>
                </a:extLst>
              </p14:cNvPr>
              <p14:cNvContentPartPr/>
              <p14:nvPr/>
            </p14:nvContentPartPr>
            <p14:xfrm>
              <a:off x="3691989" y="279625"/>
              <a:ext cx="1102320" cy="30420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D98443A3-0D72-4F93-BBC6-3E2C62C964A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73989" y="261964"/>
                <a:ext cx="1137960" cy="3398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35CC6446-7725-4380-963C-237A2DF9C779}"/>
                  </a:ext>
                </a:extLst>
              </p14:cNvPr>
              <p14:cNvContentPartPr/>
              <p14:nvPr/>
            </p14:nvContentPartPr>
            <p14:xfrm>
              <a:off x="3161709" y="194305"/>
              <a:ext cx="414720" cy="2718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35CC6446-7725-4380-963C-237A2DF9C77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144069" y="176665"/>
                <a:ext cx="45036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A3FF5088-62B9-40F8-A201-1702AA8A909A}"/>
                  </a:ext>
                </a:extLst>
              </p14:cNvPr>
              <p14:cNvContentPartPr/>
              <p14:nvPr/>
            </p14:nvContentPartPr>
            <p14:xfrm>
              <a:off x="7579269" y="1759585"/>
              <a:ext cx="170640" cy="25164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A3FF5088-62B9-40F8-A201-1702AA8A909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561269" y="1741945"/>
                <a:ext cx="20628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BFA6A4C4-FB0C-421C-B224-748F563396E2}"/>
                  </a:ext>
                </a:extLst>
              </p14:cNvPr>
              <p14:cNvContentPartPr/>
              <p14:nvPr/>
            </p14:nvContentPartPr>
            <p14:xfrm>
              <a:off x="7878069" y="1866865"/>
              <a:ext cx="149760" cy="1548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BFA6A4C4-FB0C-421C-B224-748F563396E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860069" y="1849225"/>
                <a:ext cx="18540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069556F5-25D7-42E0-A7A0-EA9284EFAC1E}"/>
                  </a:ext>
                </a:extLst>
              </p14:cNvPr>
              <p14:cNvContentPartPr/>
              <p14:nvPr/>
            </p14:nvContentPartPr>
            <p14:xfrm>
              <a:off x="7901829" y="1967305"/>
              <a:ext cx="189360" cy="612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069556F5-25D7-42E0-A7A0-EA9284EFAC1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884189" y="1949305"/>
                <a:ext cx="22500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8D7C6984-22F9-44CB-94D0-51449617214D}"/>
                  </a:ext>
                </a:extLst>
              </p14:cNvPr>
              <p14:cNvContentPartPr/>
              <p14:nvPr/>
            </p14:nvContentPartPr>
            <p14:xfrm>
              <a:off x="8426709" y="1404985"/>
              <a:ext cx="29520" cy="150192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8D7C6984-22F9-44CB-94D0-51449617214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408709" y="1386985"/>
                <a:ext cx="65160" cy="153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7DC5A4D3-7F12-4983-905B-2704B6184CB8}"/>
                  </a:ext>
                </a:extLst>
              </p14:cNvPr>
              <p14:cNvContentPartPr/>
              <p14:nvPr/>
            </p14:nvContentPartPr>
            <p14:xfrm>
              <a:off x="8604189" y="1459705"/>
              <a:ext cx="158400" cy="28332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7DC5A4D3-7F12-4983-905B-2704B6184CB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586189" y="1442065"/>
                <a:ext cx="19404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F05310A2-B5B2-430D-863F-E4E63399F7FA}"/>
                  </a:ext>
                </a:extLst>
              </p14:cNvPr>
              <p14:cNvContentPartPr/>
              <p14:nvPr/>
            </p14:nvContentPartPr>
            <p14:xfrm>
              <a:off x="8579709" y="2090065"/>
              <a:ext cx="195840" cy="24588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F05310A2-B5B2-430D-863F-E4E63399F7F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561709" y="2072425"/>
                <a:ext cx="23148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72725317-A3BA-4676-981A-C0F015B21145}"/>
                  </a:ext>
                </a:extLst>
              </p14:cNvPr>
              <p14:cNvContentPartPr/>
              <p14:nvPr/>
            </p14:nvContentPartPr>
            <p14:xfrm>
              <a:off x="8924229" y="2026345"/>
              <a:ext cx="214920" cy="468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72725317-A3BA-4676-981A-C0F015B2114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906229" y="2008345"/>
                <a:ext cx="2505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E0AED2FC-123C-416F-B8E1-330D89BEB107}"/>
                  </a:ext>
                </a:extLst>
              </p14:cNvPr>
              <p14:cNvContentPartPr/>
              <p14:nvPr/>
            </p14:nvContentPartPr>
            <p14:xfrm>
              <a:off x="8883549" y="2099785"/>
              <a:ext cx="263160" cy="24984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E0AED2FC-123C-416F-B8E1-330D89BEB10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865909" y="2081785"/>
                <a:ext cx="29880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25AFE9B9-109F-4B28-A74C-89888C2391F3}"/>
                  </a:ext>
                </a:extLst>
              </p14:cNvPr>
              <p14:cNvContentPartPr/>
              <p14:nvPr/>
            </p14:nvContentPartPr>
            <p14:xfrm>
              <a:off x="9273789" y="1400305"/>
              <a:ext cx="60120" cy="109548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25AFE9B9-109F-4B28-A74C-89888C2391F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256149" y="1382305"/>
                <a:ext cx="95760" cy="11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FF8D75E8-BA57-40E0-8992-EAD6E6CCBFD1}"/>
                  </a:ext>
                </a:extLst>
              </p14:cNvPr>
              <p14:cNvContentPartPr/>
              <p14:nvPr/>
            </p14:nvContentPartPr>
            <p14:xfrm>
              <a:off x="9711549" y="1862185"/>
              <a:ext cx="106920" cy="720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FF8D75E8-BA57-40E0-8992-EAD6E6CCBFD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693549" y="1844185"/>
                <a:ext cx="1425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64B7D9B6-7D2E-4252-A0E2-EEC9E786FEF9}"/>
                  </a:ext>
                </a:extLst>
              </p14:cNvPr>
              <p14:cNvContentPartPr/>
              <p14:nvPr/>
            </p14:nvContentPartPr>
            <p14:xfrm>
              <a:off x="9702189" y="1955065"/>
              <a:ext cx="162360" cy="1800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64B7D9B6-7D2E-4252-A0E2-EEC9E786FEF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684189" y="1937425"/>
                <a:ext cx="19800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227F93E7-3D84-48F3-9B04-F32816561FEE}"/>
                  </a:ext>
                </a:extLst>
              </p14:cNvPr>
              <p14:cNvContentPartPr/>
              <p14:nvPr/>
            </p14:nvContentPartPr>
            <p14:xfrm>
              <a:off x="9995589" y="1724305"/>
              <a:ext cx="452880" cy="28368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227F93E7-3D84-48F3-9B04-F32816561FE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977935" y="1706665"/>
                <a:ext cx="488548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D4CDC823-5DEC-4E61-8D49-4F90CBAA7D13}"/>
                  </a:ext>
                </a:extLst>
              </p14:cNvPr>
              <p14:cNvContentPartPr/>
              <p14:nvPr/>
            </p14:nvContentPartPr>
            <p14:xfrm>
              <a:off x="10871469" y="1716025"/>
              <a:ext cx="173880" cy="684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D4CDC823-5DEC-4E61-8D49-4F90CBAA7D1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853829" y="1698025"/>
                <a:ext cx="20952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A9FCC751-5282-450E-BFC7-EB7C33516C1A}"/>
                  </a:ext>
                </a:extLst>
              </p14:cNvPr>
              <p14:cNvContentPartPr/>
              <p14:nvPr/>
            </p14:nvContentPartPr>
            <p14:xfrm>
              <a:off x="10655469" y="1796665"/>
              <a:ext cx="413280" cy="22248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A9FCC751-5282-450E-BFC7-EB7C33516C1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637469" y="1779025"/>
                <a:ext cx="448920" cy="25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1888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F7306AED-9738-4491-B028-49DB2DBC0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137196"/>
            <a:ext cx="2612072" cy="5852096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1B34086D-9A1C-49AC-BF17-F71E9D755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30" y="960147"/>
            <a:ext cx="3743325" cy="33051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04B197C3-74E6-4FC8-B117-12431FC9A671}"/>
                  </a:ext>
                </a:extLst>
              </p14:cNvPr>
              <p14:cNvContentPartPr/>
              <p14:nvPr/>
            </p14:nvContentPartPr>
            <p14:xfrm>
              <a:off x="6164829" y="217345"/>
              <a:ext cx="430200" cy="46728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04B197C3-74E6-4FC8-B117-12431FC9A67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47189" y="199705"/>
                <a:ext cx="465840" cy="50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1C771552-D9FC-4FCE-9FE5-5890E6023418}"/>
                  </a:ext>
                </a:extLst>
              </p14:cNvPr>
              <p14:cNvContentPartPr/>
              <p14:nvPr/>
            </p14:nvContentPartPr>
            <p14:xfrm>
              <a:off x="5197149" y="182425"/>
              <a:ext cx="481320" cy="51372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1C771552-D9FC-4FCE-9FE5-5890E60234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79509" y="164773"/>
                <a:ext cx="516960" cy="5493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7DB28ADD-8446-4F28-BA2E-78A9BAB7AE6B}"/>
                  </a:ext>
                </a:extLst>
              </p14:cNvPr>
              <p14:cNvContentPartPr/>
              <p14:nvPr/>
            </p14:nvContentPartPr>
            <p14:xfrm>
              <a:off x="3296349" y="198265"/>
              <a:ext cx="1366200" cy="54072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7DB28ADD-8446-4F28-BA2E-78A9BAB7AE6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78709" y="180277"/>
                <a:ext cx="1401840" cy="5763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D52BD42E-247D-4C56-891D-CAB8249BD8F4}"/>
                  </a:ext>
                </a:extLst>
              </p14:cNvPr>
              <p14:cNvContentPartPr/>
              <p14:nvPr/>
            </p14:nvContentPartPr>
            <p14:xfrm>
              <a:off x="6492069" y="1632145"/>
              <a:ext cx="115200" cy="40860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D52BD42E-247D-4C56-891D-CAB8249BD8F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474069" y="1614505"/>
                <a:ext cx="150840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59CD58C9-282B-43A3-AF85-624F2EA68D23}"/>
                  </a:ext>
                </a:extLst>
              </p14:cNvPr>
              <p14:cNvContentPartPr/>
              <p14:nvPr/>
            </p14:nvContentPartPr>
            <p14:xfrm>
              <a:off x="293229" y="2025985"/>
              <a:ext cx="1802520" cy="5760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59CD58C9-282B-43A3-AF85-624F2EA68D2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75589" y="1989985"/>
                <a:ext cx="183816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3F3C819F-4607-4B66-99B1-CE2774141AC4}"/>
                  </a:ext>
                </a:extLst>
              </p14:cNvPr>
              <p14:cNvContentPartPr/>
              <p14:nvPr/>
            </p14:nvContentPartPr>
            <p14:xfrm>
              <a:off x="317349" y="3383185"/>
              <a:ext cx="1830960" cy="9180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3F3C819F-4607-4B66-99B1-CE2774141AC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99349" y="3347545"/>
                <a:ext cx="186660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8CB3E0B9-3F4C-4975-BF48-01986EDCD4F6}"/>
                  </a:ext>
                </a:extLst>
              </p14:cNvPr>
              <p14:cNvContentPartPr/>
              <p14:nvPr/>
            </p14:nvContentPartPr>
            <p14:xfrm>
              <a:off x="240309" y="4742905"/>
              <a:ext cx="1881000" cy="8424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8CB3E0B9-3F4C-4975-BF48-01986EDCD4F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2309" y="4707265"/>
                <a:ext cx="191664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5A5A3848-A805-4D3F-93E1-DF2A70544B75}"/>
                  </a:ext>
                </a:extLst>
              </p14:cNvPr>
              <p14:cNvContentPartPr/>
              <p14:nvPr/>
            </p14:nvContentPartPr>
            <p14:xfrm>
              <a:off x="312669" y="533065"/>
              <a:ext cx="1670760" cy="2808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5A5A3848-A805-4D3F-93E1-DF2A70544B7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94669" y="497425"/>
                <a:ext cx="170640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CB8F3C98-4697-4053-872B-09952D524189}"/>
                  </a:ext>
                </a:extLst>
              </p14:cNvPr>
              <p14:cNvContentPartPr/>
              <p14:nvPr/>
            </p14:nvContentPartPr>
            <p14:xfrm>
              <a:off x="7588989" y="1669945"/>
              <a:ext cx="424800" cy="43632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CB8F3C98-4697-4053-872B-09952D52418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571334" y="1652305"/>
                <a:ext cx="460470" cy="4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1BCCE434-E879-4E56-B169-C18C1CDA5024}"/>
                  </a:ext>
                </a:extLst>
              </p14:cNvPr>
              <p14:cNvContentPartPr/>
              <p14:nvPr/>
            </p14:nvContentPartPr>
            <p14:xfrm>
              <a:off x="10144629" y="1669585"/>
              <a:ext cx="72000" cy="135792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1BCCE434-E879-4E56-B169-C18C1CDA502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126989" y="1651945"/>
                <a:ext cx="107640" cy="139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5C0EA41F-AB97-448B-8F41-44F28BB4F3AD}"/>
                  </a:ext>
                </a:extLst>
              </p14:cNvPr>
              <p14:cNvContentPartPr/>
              <p14:nvPr/>
            </p14:nvContentPartPr>
            <p14:xfrm>
              <a:off x="10375749" y="1763905"/>
              <a:ext cx="155160" cy="21492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5C0EA41F-AB97-448B-8F41-44F28BB4F3A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358109" y="1745905"/>
                <a:ext cx="19080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92C35494-951C-4C75-8617-0EF7810C8D17}"/>
                  </a:ext>
                </a:extLst>
              </p14:cNvPr>
              <p14:cNvContentPartPr/>
              <p14:nvPr/>
            </p14:nvContentPartPr>
            <p14:xfrm>
              <a:off x="10663029" y="1811065"/>
              <a:ext cx="206280" cy="17280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92C35494-951C-4C75-8617-0EF7810C8D1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645029" y="1793425"/>
                <a:ext cx="24192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8211F7E0-B42D-4FA7-A5EB-3056B96BA869}"/>
                  </a:ext>
                </a:extLst>
              </p14:cNvPr>
              <p14:cNvContentPartPr/>
              <p14:nvPr/>
            </p14:nvContentPartPr>
            <p14:xfrm>
              <a:off x="10871109" y="2343145"/>
              <a:ext cx="178920" cy="23220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8211F7E0-B42D-4FA7-A5EB-3056B96BA86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853109" y="2325505"/>
                <a:ext cx="21456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ECBD86DC-0BC8-48A8-A362-8C6DEC2D6FE8}"/>
                  </a:ext>
                </a:extLst>
              </p14:cNvPr>
              <p14:cNvContentPartPr/>
              <p14:nvPr/>
            </p14:nvContentPartPr>
            <p14:xfrm>
              <a:off x="10717389" y="2271505"/>
              <a:ext cx="22680" cy="79452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ECBD86DC-0BC8-48A8-A362-8C6DEC2D6FE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699389" y="2253505"/>
                <a:ext cx="58320" cy="83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5A69EEA6-5E6B-47E0-96B1-6729329145F7}"/>
                  </a:ext>
                </a:extLst>
              </p14:cNvPr>
              <p14:cNvContentPartPr/>
              <p14:nvPr/>
            </p14:nvContentPartPr>
            <p14:xfrm>
              <a:off x="11149749" y="1554025"/>
              <a:ext cx="450000" cy="169884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5A69EEA6-5E6B-47E0-96B1-6729329145F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1131763" y="1536025"/>
                <a:ext cx="485612" cy="173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0ACE71C2-B85C-4BCF-83FE-FECDDD9EB936}"/>
                  </a:ext>
                </a:extLst>
              </p14:cNvPr>
              <p14:cNvContentPartPr/>
              <p14:nvPr/>
            </p14:nvContentPartPr>
            <p14:xfrm>
              <a:off x="10890909" y="2770465"/>
              <a:ext cx="154800" cy="23796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0ACE71C2-B85C-4BCF-83FE-FECDDD9EB93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872909" y="2752798"/>
                <a:ext cx="190440" cy="2736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EB21E399-4F30-4CA9-9198-EA8277E316A5}"/>
                  </a:ext>
                </a:extLst>
              </p14:cNvPr>
              <p14:cNvContentPartPr/>
              <p14:nvPr/>
            </p14:nvContentPartPr>
            <p14:xfrm>
              <a:off x="10306629" y="2375545"/>
              <a:ext cx="213120" cy="24228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EB21E399-4F30-4CA9-9198-EA8277E316A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288659" y="2357905"/>
                <a:ext cx="24870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31ECAF48-BEDD-4F73-AAA5-993BF614B18A}"/>
                  </a:ext>
                </a:extLst>
              </p14:cNvPr>
              <p14:cNvContentPartPr/>
              <p14:nvPr/>
            </p14:nvContentPartPr>
            <p14:xfrm>
              <a:off x="8266149" y="1472665"/>
              <a:ext cx="1525320" cy="182412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31ECAF48-BEDD-4F73-AAA5-993BF614B18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248153" y="1454669"/>
                <a:ext cx="1560952" cy="185975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1572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F7306AED-9738-4491-B028-49DB2DBC0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137196"/>
            <a:ext cx="2612072" cy="5852096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1B34086D-9A1C-49AC-BF17-F71E9D755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269" y="1325903"/>
            <a:ext cx="3743325" cy="33051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9A13AA33-0CB2-4D4D-9B50-02345F5E0FD8}"/>
                  </a:ext>
                </a:extLst>
              </p14:cNvPr>
              <p14:cNvContentPartPr/>
              <p14:nvPr/>
            </p14:nvContentPartPr>
            <p14:xfrm>
              <a:off x="4587669" y="454585"/>
              <a:ext cx="194400" cy="43380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9A13AA33-0CB2-4D4D-9B50-02345F5E0FD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70029" y="436585"/>
                <a:ext cx="230040" cy="46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5EE2AC9B-4525-43ED-889B-8F20FAE38FC8}"/>
                  </a:ext>
                </a:extLst>
              </p14:cNvPr>
              <p14:cNvContentPartPr/>
              <p14:nvPr/>
            </p14:nvContentPartPr>
            <p14:xfrm>
              <a:off x="5144589" y="654385"/>
              <a:ext cx="360" cy="36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5EE2AC9B-4525-43ED-889B-8F20FAE38FC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26589" y="63638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B8087054-75C0-424F-9FFA-95CF056ABA39}"/>
                  </a:ext>
                </a:extLst>
              </p14:cNvPr>
              <p14:cNvContentPartPr/>
              <p14:nvPr/>
            </p14:nvContentPartPr>
            <p14:xfrm>
              <a:off x="3355749" y="312385"/>
              <a:ext cx="703800" cy="34236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B8087054-75C0-424F-9FFA-95CF056ABA3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37758" y="294385"/>
                <a:ext cx="739422" cy="3780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Imagine 6">
            <a:extLst>
              <a:ext uri="{FF2B5EF4-FFF2-40B4-BE49-F238E27FC236}">
                <a16:creationId xmlns:a16="http://schemas.microsoft.com/office/drawing/2014/main" id="{15A30E98-1B60-4A1A-BBA9-A6BABA89C6A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3904" y="137196"/>
            <a:ext cx="3063743" cy="644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70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8727E010-5279-454B-B0B9-930AE7732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594391"/>
            <a:ext cx="9204926" cy="517777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5F12E103-18B4-42BF-9B7E-E4FFBA5E13DB}"/>
                  </a:ext>
                </a:extLst>
              </p14:cNvPr>
              <p14:cNvContentPartPr/>
              <p14:nvPr/>
            </p14:nvContentPartPr>
            <p14:xfrm>
              <a:off x="1601829" y="3547345"/>
              <a:ext cx="5554440" cy="327456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5F12E103-18B4-42BF-9B7E-E4FFBA5E13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3829" y="3529703"/>
                <a:ext cx="5590080" cy="33102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00FC9CEC-8B50-482E-94D7-D931727EC90B}"/>
                  </a:ext>
                </a:extLst>
              </p14:cNvPr>
              <p14:cNvContentPartPr/>
              <p14:nvPr/>
            </p14:nvContentPartPr>
            <p14:xfrm>
              <a:off x="1854189" y="1577558"/>
              <a:ext cx="15840" cy="612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00FC9CEC-8B50-482E-94D7-D931727EC90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36549" y="1541558"/>
                <a:ext cx="5148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B1863C87-8DA3-413E-A8E9-F07E00982AE6}"/>
                  </a:ext>
                </a:extLst>
              </p14:cNvPr>
              <p14:cNvContentPartPr/>
              <p14:nvPr/>
            </p14:nvContentPartPr>
            <p14:xfrm>
              <a:off x="6785469" y="432758"/>
              <a:ext cx="418320" cy="864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B1863C87-8DA3-413E-A8E9-F07E00982AE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767829" y="397118"/>
                <a:ext cx="45396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2A011ABD-5289-4DA0-9E02-3953D257D78C}"/>
                  </a:ext>
                </a:extLst>
              </p14:cNvPr>
              <p14:cNvContentPartPr/>
              <p14:nvPr/>
            </p14:nvContentPartPr>
            <p14:xfrm>
              <a:off x="7093629" y="269318"/>
              <a:ext cx="277560" cy="28332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2A011ABD-5289-4DA0-9E02-3953D257D78C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075989" y="233318"/>
                <a:ext cx="31320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C0623B45-4391-4197-92B0-64A425CBA6EB}"/>
                  </a:ext>
                </a:extLst>
              </p14:cNvPr>
              <p14:cNvContentPartPr/>
              <p14:nvPr/>
            </p14:nvContentPartPr>
            <p14:xfrm>
              <a:off x="8049069" y="119198"/>
              <a:ext cx="551520" cy="38916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C0623B45-4391-4197-92B0-64A425CBA6E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031429" y="83198"/>
                <a:ext cx="587160" cy="46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FD2B5752-3A3B-4A04-A8AB-04A37B067EB2}"/>
                  </a:ext>
                </a:extLst>
              </p14:cNvPr>
              <p14:cNvContentPartPr/>
              <p14:nvPr/>
            </p14:nvContentPartPr>
            <p14:xfrm>
              <a:off x="8992269" y="294518"/>
              <a:ext cx="1194120" cy="5155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FD2B5752-3A3B-4A04-A8AB-04A37B067EB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974269" y="258878"/>
                <a:ext cx="1229760" cy="58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5BFD48CE-552D-496E-893C-9CF954A485AE}"/>
                  </a:ext>
                </a:extLst>
              </p14:cNvPr>
              <p14:cNvContentPartPr/>
              <p14:nvPr/>
            </p14:nvContentPartPr>
            <p14:xfrm>
              <a:off x="10034109" y="118118"/>
              <a:ext cx="751680" cy="43920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5BFD48CE-552D-496E-893C-9CF954A485A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0016469" y="82478"/>
                <a:ext cx="787320" cy="51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8B301C3E-090C-43F0-A70D-AE60FC7D99BE}"/>
                  </a:ext>
                </a:extLst>
              </p14:cNvPr>
              <p14:cNvContentPartPr/>
              <p14:nvPr/>
            </p14:nvContentPartPr>
            <p14:xfrm>
              <a:off x="10659069" y="186878"/>
              <a:ext cx="726840" cy="42192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8B301C3E-090C-43F0-A70D-AE60FC7D99BE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0641069" y="150878"/>
                <a:ext cx="762480" cy="49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B76251D6-4D5C-42FD-A4CF-E4931BB5B3A5}"/>
                  </a:ext>
                </a:extLst>
              </p14:cNvPr>
              <p14:cNvContentPartPr/>
              <p14:nvPr/>
            </p14:nvContentPartPr>
            <p14:xfrm>
              <a:off x="11145789" y="346358"/>
              <a:ext cx="337320" cy="6840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B76251D6-4D5C-42FD-A4CF-E4931BB5B3A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1128149" y="310358"/>
                <a:ext cx="37296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B8AA96EF-FBA3-47BC-BDFF-4676D5C0DD6E}"/>
                  </a:ext>
                </a:extLst>
              </p14:cNvPr>
              <p14:cNvContentPartPr/>
              <p14:nvPr/>
            </p14:nvContentPartPr>
            <p14:xfrm>
              <a:off x="7704909" y="1035398"/>
              <a:ext cx="219960" cy="25920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B8AA96EF-FBA3-47BC-BDFF-4676D5C0DD6E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686909" y="999758"/>
                <a:ext cx="25560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E898A151-EFD7-47D2-A1B7-E451DA8AAC2F}"/>
                  </a:ext>
                </a:extLst>
              </p14:cNvPr>
              <p14:cNvContentPartPr/>
              <p14:nvPr/>
            </p14:nvContentPartPr>
            <p14:xfrm>
              <a:off x="8072109" y="690878"/>
              <a:ext cx="886320" cy="48888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E898A151-EFD7-47D2-A1B7-E451DA8AAC2F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054109" y="654878"/>
                <a:ext cx="921960" cy="56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5DC2255E-5996-4C21-A4BD-B196ADA64D14}"/>
                  </a:ext>
                </a:extLst>
              </p14:cNvPr>
              <p14:cNvContentPartPr/>
              <p14:nvPr/>
            </p14:nvContentPartPr>
            <p14:xfrm>
              <a:off x="9059949" y="1005518"/>
              <a:ext cx="766800" cy="14724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5DC2255E-5996-4C21-A4BD-B196ADA64D14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041949" y="969518"/>
                <a:ext cx="80244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C2102086-B639-4ABF-805F-45BB5D2221F7}"/>
                  </a:ext>
                </a:extLst>
              </p14:cNvPr>
              <p14:cNvContentPartPr/>
              <p14:nvPr/>
            </p14:nvContentPartPr>
            <p14:xfrm>
              <a:off x="10276749" y="795638"/>
              <a:ext cx="337680" cy="33840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C2102086-B639-4ABF-805F-45BB5D2221F7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0259109" y="759998"/>
                <a:ext cx="37332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0D918B79-374D-450D-904E-17F5AA979172}"/>
                  </a:ext>
                </a:extLst>
              </p14:cNvPr>
              <p14:cNvContentPartPr/>
              <p14:nvPr/>
            </p14:nvContentPartPr>
            <p14:xfrm>
              <a:off x="11049669" y="888518"/>
              <a:ext cx="757440" cy="18000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0D918B79-374D-450D-904E-17F5AA979172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1031669" y="852878"/>
                <a:ext cx="79308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1559B995-2193-492B-A58D-44E45E666D67}"/>
                  </a:ext>
                </a:extLst>
              </p14:cNvPr>
              <p14:cNvContentPartPr/>
              <p14:nvPr/>
            </p14:nvContentPartPr>
            <p14:xfrm>
              <a:off x="11794149" y="734438"/>
              <a:ext cx="73800" cy="4536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1559B995-2193-492B-A58D-44E45E666D6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1776509" y="698438"/>
                <a:ext cx="10944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2D261744-8363-402F-800D-50A24D9F07A1}"/>
                  </a:ext>
                </a:extLst>
              </p14:cNvPr>
              <p14:cNvContentPartPr/>
              <p14:nvPr/>
            </p14:nvContentPartPr>
            <p14:xfrm>
              <a:off x="7685469" y="1542278"/>
              <a:ext cx="447840" cy="52884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2D261744-8363-402F-800D-50A24D9F07A1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667829" y="1506638"/>
                <a:ext cx="483480" cy="60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3B2FB0E9-7259-448B-A063-E60A3BCE35A1}"/>
                  </a:ext>
                </a:extLst>
              </p14:cNvPr>
              <p14:cNvContentPartPr/>
              <p14:nvPr/>
            </p14:nvContentPartPr>
            <p14:xfrm>
              <a:off x="8209989" y="1550198"/>
              <a:ext cx="211320" cy="26532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3B2FB0E9-7259-448B-A063-E60A3BCE35A1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8191989" y="1514198"/>
                <a:ext cx="24696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FD6844C3-816E-4375-842F-CFFC526D0EC2}"/>
                  </a:ext>
                </a:extLst>
              </p14:cNvPr>
              <p14:cNvContentPartPr/>
              <p14:nvPr/>
            </p14:nvContentPartPr>
            <p14:xfrm>
              <a:off x="8770869" y="1590518"/>
              <a:ext cx="691200" cy="15300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FD6844C3-816E-4375-842F-CFFC526D0EC2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752869" y="1554878"/>
                <a:ext cx="7268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A4C1C196-269B-407A-9F18-2CE9A030F8D5}"/>
                  </a:ext>
                </a:extLst>
              </p14:cNvPr>
              <p14:cNvContentPartPr/>
              <p14:nvPr/>
            </p14:nvContentPartPr>
            <p14:xfrm>
              <a:off x="9908829" y="1546598"/>
              <a:ext cx="390600" cy="25272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A4C1C196-269B-407A-9F18-2CE9A030F8D5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9890829" y="1510958"/>
                <a:ext cx="42624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0BDE01AF-68B3-4B17-A7CC-E5AFBAE0F607}"/>
                  </a:ext>
                </a:extLst>
              </p14:cNvPr>
              <p14:cNvContentPartPr/>
              <p14:nvPr/>
            </p14:nvContentPartPr>
            <p14:xfrm>
              <a:off x="10366389" y="1271198"/>
              <a:ext cx="1043640" cy="55332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0BDE01AF-68B3-4B17-A7CC-E5AFBAE0F607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0348749" y="1235198"/>
                <a:ext cx="1079280" cy="62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AE2B4E40-4FF4-4504-A49C-42C8C0187857}"/>
                  </a:ext>
                </a:extLst>
              </p14:cNvPr>
              <p14:cNvContentPartPr/>
              <p14:nvPr/>
            </p14:nvContentPartPr>
            <p14:xfrm>
              <a:off x="10551069" y="1442918"/>
              <a:ext cx="405720" cy="3960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AE2B4E40-4FF4-4504-A49C-42C8C0187857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0533069" y="1407278"/>
                <a:ext cx="44136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B17ED81E-59CD-416A-94D8-6735683D3866}"/>
                  </a:ext>
                </a:extLst>
              </p14:cNvPr>
              <p14:cNvContentPartPr/>
              <p14:nvPr/>
            </p14:nvContentPartPr>
            <p14:xfrm>
              <a:off x="8152389" y="2210438"/>
              <a:ext cx="523080" cy="29232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B17ED81E-59CD-416A-94D8-6735683D3866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8134389" y="2174438"/>
                <a:ext cx="55872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4D1C09C5-53FF-4568-8070-E6DE89BF4C9C}"/>
                  </a:ext>
                </a:extLst>
              </p14:cNvPr>
              <p14:cNvContentPartPr/>
              <p14:nvPr/>
            </p14:nvContentPartPr>
            <p14:xfrm>
              <a:off x="8654949" y="2228438"/>
              <a:ext cx="993600" cy="65232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4D1C09C5-53FF-4568-8070-E6DE89BF4C9C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637309" y="2192438"/>
                <a:ext cx="1029240" cy="72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A111DACD-5496-4B7C-B45D-48E89B970DEC}"/>
                  </a:ext>
                </a:extLst>
              </p14:cNvPr>
              <p14:cNvContentPartPr/>
              <p14:nvPr/>
            </p14:nvContentPartPr>
            <p14:xfrm>
              <a:off x="9709029" y="1979318"/>
              <a:ext cx="630720" cy="44676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A111DACD-5496-4B7C-B45D-48E89B970DEC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9691389" y="1943678"/>
                <a:ext cx="666360" cy="51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3A4A9A59-3217-426D-A977-2D93D4AA52BF}"/>
                  </a:ext>
                </a:extLst>
              </p14:cNvPr>
              <p14:cNvContentPartPr/>
              <p14:nvPr/>
            </p14:nvContentPartPr>
            <p14:xfrm>
              <a:off x="9865629" y="1977878"/>
              <a:ext cx="817920" cy="43452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3A4A9A59-3217-426D-A977-2D93D4AA52BF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9847989" y="1942238"/>
                <a:ext cx="853560" cy="50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DADD1662-6916-45D1-AD07-137EF0BCBCA5}"/>
                  </a:ext>
                </a:extLst>
              </p14:cNvPr>
              <p14:cNvContentPartPr/>
              <p14:nvPr/>
            </p14:nvContentPartPr>
            <p14:xfrm>
              <a:off x="10760589" y="2190998"/>
              <a:ext cx="422640" cy="26388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DADD1662-6916-45D1-AD07-137EF0BCBCA5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0742949" y="2155358"/>
                <a:ext cx="45828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45FFB170-0BC2-4CF2-8CCC-805596E2EA89}"/>
                  </a:ext>
                </a:extLst>
              </p14:cNvPr>
              <p14:cNvContentPartPr/>
              <p14:nvPr/>
            </p14:nvContentPartPr>
            <p14:xfrm>
              <a:off x="8660349" y="3143918"/>
              <a:ext cx="247680" cy="20232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45FFB170-0BC2-4CF2-8CCC-805596E2EA89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8642709" y="3108278"/>
                <a:ext cx="28332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AFDDBD7A-0A29-4AE2-B928-808474D8EBC7}"/>
                  </a:ext>
                </a:extLst>
              </p14:cNvPr>
              <p14:cNvContentPartPr/>
              <p14:nvPr/>
            </p14:nvContentPartPr>
            <p14:xfrm>
              <a:off x="9048429" y="3334718"/>
              <a:ext cx="44280" cy="16344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AFDDBD7A-0A29-4AE2-B928-808474D8EBC7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030429" y="3299078"/>
                <a:ext cx="7992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DE5704ED-4959-4DD4-B714-95FC52BDDB2C}"/>
                  </a:ext>
                </a:extLst>
              </p14:cNvPr>
              <p14:cNvContentPartPr/>
              <p14:nvPr/>
            </p14:nvContentPartPr>
            <p14:xfrm>
              <a:off x="9333189" y="3024038"/>
              <a:ext cx="233640" cy="37152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DE5704ED-4959-4DD4-B714-95FC52BDDB2C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9315189" y="2988038"/>
                <a:ext cx="269280" cy="44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283F43B5-B6FC-4318-B756-F9790E74BCF1}"/>
                  </a:ext>
                </a:extLst>
              </p14:cNvPr>
              <p14:cNvContentPartPr/>
              <p14:nvPr/>
            </p14:nvContentPartPr>
            <p14:xfrm>
              <a:off x="9658629" y="3354158"/>
              <a:ext cx="68400" cy="21348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283F43B5-B6FC-4318-B756-F9790E74BCF1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9640629" y="3318518"/>
                <a:ext cx="10404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56AC2DE3-6207-4C6D-97DC-6FACD64DD78E}"/>
                  </a:ext>
                </a:extLst>
              </p14:cNvPr>
              <p14:cNvContentPartPr/>
              <p14:nvPr/>
            </p14:nvContentPartPr>
            <p14:xfrm>
              <a:off x="9966789" y="3178838"/>
              <a:ext cx="181080" cy="19620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56AC2DE3-6207-4C6D-97DC-6FACD64DD78E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9949149" y="3143198"/>
                <a:ext cx="21672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81F6086E-D28B-4ED5-A4BA-239F7DAEF253}"/>
                  </a:ext>
                </a:extLst>
              </p14:cNvPr>
              <p14:cNvContentPartPr/>
              <p14:nvPr/>
            </p14:nvContentPartPr>
            <p14:xfrm>
              <a:off x="10327149" y="3325358"/>
              <a:ext cx="62280" cy="20304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81F6086E-D28B-4ED5-A4BA-239F7DAEF253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0309509" y="3289718"/>
                <a:ext cx="9792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DEA6EE49-A192-4A7A-B9FA-FE435606FBCC}"/>
                  </a:ext>
                </a:extLst>
              </p14:cNvPr>
              <p14:cNvContentPartPr/>
              <p14:nvPr/>
            </p14:nvContentPartPr>
            <p14:xfrm>
              <a:off x="10630629" y="2931878"/>
              <a:ext cx="342360" cy="62352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DEA6EE49-A192-4A7A-B9FA-FE435606FBCC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0612989" y="2896238"/>
                <a:ext cx="378000" cy="69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DBB5CC37-06F9-4B5D-9AC5-68A7F00FBA8E}"/>
                  </a:ext>
                </a:extLst>
              </p14:cNvPr>
              <p14:cNvContentPartPr/>
              <p14:nvPr/>
            </p14:nvContentPartPr>
            <p14:xfrm>
              <a:off x="10664469" y="3242918"/>
              <a:ext cx="206280" cy="2952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DBB5CC37-06F9-4B5D-9AC5-68A7F00FBA8E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0646829" y="3207278"/>
                <a:ext cx="24192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8D379856-2BDE-4641-9F92-568E43027CCD}"/>
                  </a:ext>
                </a:extLst>
              </p14:cNvPr>
              <p14:cNvContentPartPr/>
              <p14:nvPr/>
            </p14:nvContentPartPr>
            <p14:xfrm>
              <a:off x="11052189" y="3382958"/>
              <a:ext cx="63360" cy="23796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8D379856-2BDE-4641-9F92-568E43027CCD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1034189" y="3346958"/>
                <a:ext cx="9900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43232DDF-6FF4-4D7B-A45F-5BC242D7086C}"/>
                  </a:ext>
                </a:extLst>
              </p14:cNvPr>
              <p14:cNvContentPartPr/>
              <p14:nvPr/>
            </p14:nvContentPartPr>
            <p14:xfrm>
              <a:off x="11387709" y="3158318"/>
              <a:ext cx="292320" cy="45648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43232DDF-6FF4-4D7B-A45F-5BC242D7086C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1369709" y="3122318"/>
                <a:ext cx="327960" cy="52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6820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ine 6">
            <a:extLst>
              <a:ext uri="{FF2B5EF4-FFF2-40B4-BE49-F238E27FC236}">
                <a16:creationId xmlns:a16="http://schemas.microsoft.com/office/drawing/2014/main" id="{15A30E98-1B60-4A1A-BBA9-A6BABA89C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244" y="320074"/>
            <a:ext cx="3063743" cy="644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579129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4086</TotalTime>
  <Words>0</Words>
  <Application>Microsoft Office PowerPoint</Application>
  <PresentationFormat>Ecran lat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Temă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218</cp:revision>
  <dcterms:created xsi:type="dcterms:W3CDTF">2020-09-24T15:20:51Z</dcterms:created>
  <dcterms:modified xsi:type="dcterms:W3CDTF">2024-10-07T13:14:50Z</dcterms:modified>
</cp:coreProperties>
</file>