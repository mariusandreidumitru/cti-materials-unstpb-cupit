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1" r:id="rId2"/>
    <p:sldId id="282" r:id="rId3"/>
    <p:sldId id="287" r:id="rId4"/>
    <p:sldId id="288" r:id="rId5"/>
    <p:sldId id="289" r:id="rId6"/>
    <p:sldId id="294" r:id="rId7"/>
    <p:sldId id="290" r:id="rId8"/>
    <p:sldId id="295" r:id="rId9"/>
    <p:sldId id="296" r:id="rId10"/>
    <p:sldId id="291" r:id="rId11"/>
    <p:sldId id="292" r:id="rId12"/>
    <p:sldId id="285" r:id="rId13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5" autoAdjust="0"/>
  </p:normalViewPr>
  <p:slideViewPr>
    <p:cSldViewPr>
      <p:cViewPr varScale="1">
        <p:scale>
          <a:sx n="99" d="100"/>
          <a:sy n="99" d="100"/>
        </p:scale>
        <p:origin x="126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0:18.5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54,'11'20,"14"17,10 10,9 6,9 7,4 0,3 1,2-2,0-4,-2-6,-6-12,-11-13</inkml:trace>
  <inkml:trace contextRef="#ctx0" brushRef="#br0" timeOffset="340.409">842 0,'-51'100,"-14"29,-44 121,98-218,1 1,1 1,2-1,2 1,1 0,1 1,2-1,2 0,0 1,3 1,37 268,-36-240,-2-42</inkml:trace>
  <inkml:trace contextRef="#ctx0" brushRef="#br0" timeOffset="1105.681">1016 1043,'1'-7,"0"0,0-1,1 1,0 0,0 0,1 0,0 1,0-1,1 1,0-1,0 1,0 0,1 0,0 1,0 0,0 0,1 0,-1 0,2 1,-5 3,0 1,1 0,-1 1,0-1,0 0,1 1,-1-1,0 1,0 0,0 0,1-1,-1 1,0 1,0-1,-1 0,1 1,0-1,0 0,-1 1,1 0,0 0,-1-1,0 1,1 0,-1 0,0 0,0 0,0 0,0 0,-1 1,1-1,0 0,-1 0,0 1,1-1,-1 0,0 1,0 0,23 108,-20-86,1 0,2 0,0-1,2 0,0 0,2 0,6 10,-15-33,-1 1,0-1,1 0,-1 1,1-1,-1 0,1 1,0-1,0 0,-1 0,1 0,0 0,0 1,0-1,0 0,0-1,0 1,1 0,-1 0,0 0,0-1,1 1,-1-1,0 1,1-1,-1 1,0-1,1 0,-1 0,1 1,-1-1,0 0,1 0,-1 0,1-1,-1 1,0 0,1-1,-1 1,1-1,-1 1,0-1,0 1,1-1,-1 0,0 0,0 1,1-2,6-12,0-1,0 0,-2 0,1-1,-2 0,0 0,-1-1,-1 1,-1-1,1-10,7-123,-3 178,-6-19,0 17,2 0,1-1,1 0,1 0,1 0,1-1,7 15,-14-36,1-1,-1 1,0-1,1 1,0-1,0 1,-1-1,1 0,1 0,-1 0,0 0,0 0,1 0,-1-1,1 1,0-1,-1 0,1 0,0 0,0 0,-1 0,1 0,0-1,0 1,0-1,0 0,0 0,0 0,0 0,0-1,0 1,0-1,0 0,-1 0,1 0,0 0,0 0,-1-1,2 0,7-7,-1 0,0-1,0-1,-1 1,-1-2,1 1,-2-1,0 0,0 0,-1-1,-1 0,0 0,-1-1,0 1,-1-1,-1 0,0 0,0-12,-6-29,3 55,1-1,-1 1,1 0,-1-1,0 1,1 0,-1-1,0 1,0 0,1 0,-1 0,0-1,1 1,-1 0,0 0,0 0,1 0,-1 0,0 0,0 1,1-1,-1 0,0 0,1 0,-1 1,0-1,1 0,-1 1,0-1,1 1,-1-1,1 1,-1-1,1 1,-1-1,1 1,-1-1,1 1,-1-1,1 1,0 0,-1-1,1 1,0 0,0 0,-1-1,1 1,0 0,0-1,0 1,0 0,0 0,0-1,0 1,0 0,0 0,1-1,-1 1,0 0,-4 7,1 0,0 0,0 0,1 1,0-1,1 0,0 1,0 0,0-1,1 1,1-1,-1 1,2 0,-1-1,1 1,0-1,1 0,0 0,0 0,0 0,1 0,1-1,-1 1,1-1,1 0,-1-1,1 1,0-1,0 0,1-1,0 0,0 1,10 1,0-1,0-1,0 0,0-1,1-1,-1 0,1-2,0 0,0-1,43 1</inkml:trace>
  <inkml:trace contextRef="#ctx0" brushRef="#br0" timeOffset="1507.687">2205 1097,'-18'-12,"-1"1,0 1,0 1,-1 1,-1 1,1 0,-1 1,0 2,-7-1,25 5,0 0,0 0,0 0,0 1,0-1,0 1,0 0,0-1,0 2,1-1,-1 0,0 0,1 1,-1-1,1 1,-1 0,1 0,0 0,0 0,0 0,0 1,0-1,0 0,1 1,-1 0,1-1,-1 1,1 0,0 0,0 0,1-1,-1 1,0 2,-1 5,1-1,0 1,0-1,1 1,0-1,1 1,0-1,0 1,1-1,1 3,-1-8,-1 0,1 0,-1 0,1 0,0 0,1-1,-1 1,1 0,0-1,-1 0,1 0,1 0,-1 0,0 0,1-1,0 1,-1-1,1 0,0 0,0 0,0-1,0 1,1-1,-1 0,0 0,0-1,1 1,-1-1,0 0,1 0,-1 0,0-1,1 1,-1-1,0 0,0-1,1 1,-1-1,0 1,0-1,-1-1,1 1,2-2,2-2,-1-1,0-1,0 1,-1-1,0 0,0 0,-1-1,0 0,0 0,-1 0,0 0,-1-1,0 1,-1-1,0 0,0 0,-1 0,0 0,-1 0,0-6,0 17,-1-1,1 1,0-1,-1 1,1-1,0 1,-1-1,1 0,0 1,-1-1,1 0,-1 1,1-1,-1 0,1 0,-1 0,1 1,-1-1,1 0,-1 0,1 0,-1 0,0 0,1 0,-1 0,1 0,-1 0,1 0,-1 0,1 0,-1 0,1-1,-1 1,1 0,-1 0,1-1,-1 1,1 0,-1 0,1-1,0 1,-1-1,1 1,-1 0,1-1,0 1,-1-1,0 11,-1-1,2 1,-1-1,1 1,1 0,0-1,0 1,1-1,0 1,1-1,-1 0,2 0,0 0,0 0,0-1,1 1,0-1,1 0,0-1,0 1,1-1,0-1,0 1,0-1,1 0,0-1,0 1,0-2,1 1,2 0,23 9</inkml:trace>
  <inkml:trace contextRef="#ctx0" brushRef="#br0" timeOffset="1771.982">2499 1003,'0'11,"7"11,9 11,11 6,10 4,5 1,5 0,2-3,-2-4,-4-6,-6-8,-11-8</inkml:trace>
  <inkml:trace contextRef="#ctx0" brushRef="#br0" timeOffset="2039.27">2861 1069,'-16'-4,"-14"-2,-10 7,-6 10,-4 13,-6 15,-5 16,-2 13,-3 9,11-8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0:16.3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1,'16'25,"15"22,10 14,11 11,6 8,6 5,1 2,-2-1,-4-1,-6-4,-7-6,-7-10,-5-11,-7-14,-5-15,-7-11</inkml:trace>
  <inkml:trace contextRef="#ctx0" brushRef="#br0" timeOffset="263.393">575 122,'-13'11,"-10"14,-7 12,-3 13,-3 13,-2 9,-2 9,0 4,-1 1,3-5,7-6,9-13,13-16,8-16</inkml:trace>
  <inkml:trace contextRef="#ctx0" brushRef="#br0" timeOffset="544.78">923 576,'18'0,"18"0,16 0,15 0,10 0,5 0,3 0,-4 2,-8 1,-10 0,-17 0</inkml:trace>
  <inkml:trace contextRef="#ctx0" brushRef="#br0" timeOffset="805.377">1352 242,'-5'23,"-1"21,0 18,1 16,2 7,3 4,6-3,5-7,3-7,-2-16</inkml:trace>
  <inkml:trace contextRef="#ctx0" brushRef="#br0" timeOffset="1237.655">1819 95,'28'-13,"0"2,1 1,0 1,0 1,0 2,1 1,30-1,64 3,-118 3,-1 1,0 0,0 0,0 0,0 1,0-1,0 1,-1 0,1 1,-1-1,1 1,-1 0,0 0,0 0,0 0,0 1,0 0,-1 0,0 0,0 0,0 0,2 5,0 6,-2 1,0 0,0-1,-2 1,0 0,0 0,-2 0,0 0,-1 0,0 0,-2 4,1-1,-3 27,-8 44,4 1,4 0,4 1,5 14,1-76,-1-7</inkml:trace>
  <inkml:trace contextRef="#ctx0" brushRef="#br0" timeOffset="1488.057">2033 563,'25'0,"29"0,27-3,26-2,17-3,3-3,-19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0:14.9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1 135,'0'-5,"0"4,2 6,6 6,5 9,6 10,6 6,5 5,5 3,4 2,1 0,1-4,-2-4,-1-4,-2-3,-3-7,-5-8,-6-6</inkml:trace>
  <inkml:trace contextRef="#ctx0" brushRef="#br0" timeOffset="408.917">857 1,'-6'0,"0"1,0 0,1 0,-1 0,0 1,1 0,-1 0,1 0,0 1,0 0,0 0,0 0,0 1,1-1,-1 1,1 0,0 0,0 1,1-1,-1 2,-57 104,40-62,3 1,2 0,2 2,2 0,2 0,3 1,0 30,18 418,-8-440,-2-37,0-4</inkml:trace>
  <inkml:trace contextRef="#ctx0" brushRef="#br0" timeOffset="692.087">1110 496,'12'-5,"12"-1,14 0,11 1,10 2,3 1,0 1,-3 5,-10 4,-13 8,-13 6,-10-2</inkml:trace>
  <inkml:trace contextRef="#ctx0" brushRef="#br0" timeOffset="937.43">1164 897,'18'7,"20"2,21-1,24-1,22-2,21-4,-11-3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0:21.9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14,'2'0,"8"-3,11 0,11 1,9-1,10 2,4 0,2 5,-1 3,-6 7,-12-1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0:22.1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1,'4'9,"16"5,20 1,19-3,18-3,11-3,5-3,-13-2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0:22.4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1 120,'14'20,"13"17,13 12,14 8,10 5,4 4,2 1,-1 2,-4-3,-3-3,-4-8,-4-8,-5-11,-11-10</inkml:trace>
  <inkml:trace contextRef="#ctx0" brushRef="#br0" timeOffset="269.805">602 27,'-16'-2,"-7"1,-3 8,0 11,0 20,0 20,-4 24,-6 20,-7 16,-9 11,-4 3,8-20</inkml:trace>
  <inkml:trace contextRef="#ctx0" brushRef="#br0" timeOffset="1067.178">963 641,'23'96,"19"115,-28-173,-14-37,1 0,-1 0,0-1,1 1,-1 0,1-1,-1 1,1 0,-1-1,1 1,0 0,-1-1,1 1,0-1,-1 1,1-1,0 0,0 1,-1-1,1 0,0 1,0-1,0 0,-1 0,1 0,0 0,0 0,0 0,0 0,-1 0,1 0,0 0,0 0,0 0,0-1,-1 1,1 0,0-1,0 1,-1-1,1 1,0 0,0-1,6-8,1 1,-1-2,-1 1,0-1,0 0,0 0,-2 0,1-1,-1 0,-1 0,3-11,-6 20,38-184,-42 222,0-24,1 1,1 0,1 0,-1-1,2 1,0 0,1 0,0 0,0 0,2 0,0 0,0-1,1 0,0 1,1-1,5 7,-9-17,1 0,0 0,0 0,0 0,0 0,0 0,1 0,-1-1,0 1,1-1,-1 0,1 0,-1 0,1 0,0 0,0 0,-1-1,1 1,0-1,0 0,-1 0,1 0,0 0,0 0,0-1,-1 1,1-1,0 0,-1 0,1 0,2-1,0-1,1 0,-1 0,0 0,-1-1,1 0,0 0,-1 0,0-1,0 1,0-1,-1 0,0 0,0 0,2-4,0-3,-1-1,0 0,-1 0,-1 0,0 0,0-1,-1 1,-1 0,0-1,-1 1,-1 0,0-2,-15-23,16 37,0 0,1 1,-1-1,0 1,1-1,-1 1,0 0,0-1,0 1,1 0,-1 0,0-1,0 1,0 0,0 0,0 0,0 0,1 0,-1 0,0 0,0 0,0 1,0-1,0 0,1 0,-1 1,0-1,0 0,0 1,1-1,-1 1,0-1,1 1,-1 0,0-1,1 1,-1-1,1 1,-1 0,1 0,-1-1,1 1,0 0,-1 0,1 0,-6 9,1-1,0 1,1-1,0 1,0 1,1-1,1 0,0 1,0 0,1-1,0 1,1 0,0-1,1 1,0 0,1 2,0-5,1-1,-1 0,1 1,1-1,0 0,0-1,0 1,0-1,1 0,0 0,1 0,-1 0,1-1,0 0,0-1,1 1,-1-1,1 0,0-1,0 1,1-1,4 1,10 3,-1-2,1 0,0-1,0-1,0-1,0-1,9-1,18-3</inkml:trace>
  <inkml:trace contextRef="#ctx0" brushRef="#br0" timeOffset="1465.11">1832 856,'0'-7,"0"0,-1 1,0-1,0 1,0-1,-1 1,0-1,0 1,-1 0,0 0,0 0,0 0,-1 1,0-1,0 1,0 0,-1 0,1 0,-1 1,0-1,-1 1,1 1,-1-1,1 1,-1 0,0 0,-1 0,-5-1,6 3,1 0,-1 1,0-1,1 1,-1 0,1 1,-1-1,0 1,1 0,-1 1,1-1,0 1,-1 0,1 1,0-1,0 1,1 0,-1 0,0 0,1 1,0 0,0 0,0 0,0 0,1 0,-1 1,1 0,0-1,1 1,-1 0,1 1,0-1,0 0,1 1,-1 3,0-4,1 1,0-1,1 1,-1 0,1-1,0 1,1 0,-1-1,1 1,0 0,1-1,-1 0,1 1,0-1,0 0,1 0,0 0,0 0,0 0,0 0,1-1,-1 0,1 0,0 0,1 0,-1 0,1-1,-1 0,1 0,0 0,0-1,0 1,1-1,-1-1,1 1,-1-1,1 0,-1 0,1 0,0-1,-1 0,1 0,2 0,-3-2,0 1,0-1,0 0,0-1,0 1,-1-1,1 0,-1 0,0 0,0 0,0-1,0 0,0 0,-1 0,0 0,0-1,0 1,0-1,-1 0,1 1,-1-1,-1 0,1-1,0 0,2-11,-1 0,0 0,-1 0,-1 0,0 0,-1 0,-1-1,-6-19,7 36,0 1,0-1,0 0,0 1,0-1,0 1,0-1,-1 0,1 1,0-1,0 1,-1-1,1 0,0 1,-1-1,1 1,0-1,-1 1,1-1,-1 1,1 0,-1-1,1 1,-1-1,1 1,-1 0,1-1,-1 1,1 0,-1 0,0 0,1-1,-1 1,1 0,-1 0,0 0,1 0,-1 0,0 0,1 0,-1 0,1 0,-1 1,0-1,1 0,-1 0,1 0,-1 1,0-1,1 0,-1 1,1-1,-5 6,1 1,0-1,0 1,1 0,-1 0,2 0,-1 0,1 1,0-1,0 1,1-1,0 1,1 0,-1 6,1-6,1 1,-1 0,1-1,0 1,1-1,0 1,1-1,-1 0,1 0,1 0,0 0,0 0,0-1,1 0,0 0,1 0,0-1,0 1,0-1,0-1,1 1,0-1,0 0,1-1,-1 0,1 0,0 0,0-1,0 0,2-1,31 10</inkml:trace>
  <inkml:trace contextRef="#ctx0" brushRef="#br0" timeOffset="1731.389">2100 615,'-3'16,"7"14,9 9,9 7,8 5,8 2,1 2,2-4,0-4,-4-7,-4-12,-6-9,-6-9</inkml:trace>
  <inkml:trace contextRef="#ctx0" brushRef="#br0" timeOffset="1981.721">2433 708,'-13'-2,"-14"1,-12 10,-10 13,-6 16,-5 16,-1 11,0 9,2 3,11-11</inkml:trace>
  <inkml:trace contextRef="#ctx0" brushRef="#br0" timeOffset="4956.884">2794 321,'5'5,"8"1,11-1,10 0,12-2,6-1,6-1,2 0,0-1,-1-1,-4 1,-7 0,-11 0</inkml:trace>
  <inkml:trace contextRef="#ctx0" brushRef="#br0" timeOffset="5251.492">3129 134,'-7'14,"0"13,4 14,4 13,2 9,1 7,-1 6,0 1,-1-4,1-7,3-10,0-15</inkml:trace>
  <inkml:trace contextRef="#ctx0" brushRef="#br0" timeOffset="5637.6">3596 94,'7'-8,"-1"0,2 0,-1 1,1 0,-1 1,2 0,-1 0,1 1,0 0,0 0,0 1,1 0,0 1,-1 0,1 0,0 1,0 0,1 1,-1 0,0 1,0 0,6 1,-3 0,0 1,0 0,0 0,-1 2,1-1,-1 2,0-1,0 2,-1-1,1 2,-1-1,-1 2,1-1,-1 2,-1-1,1 1,5 8,-5 1,0 0,-1 1,-2 0,1 1,-2 0,-1 0,0 1,-2-1,0 1,-1 0,-1-1,-1 1,-1 0,-1 0,-4 18,-21 171,14-121,3 1,3 24,8-68,-1-45</inkml:trace>
  <inkml:trace contextRef="#ctx0" brushRef="#br0" timeOffset="6055.051">3757 548,'-7'-6,"7"-4,15 0,18 0,22-1,20 3,15 2,11 2,4-1,0 1,-7 1,-11-1,-12-1,-18 2,-16-2,-18 1,-16 0,-10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0:32.4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0,'21'7,"15"4,14 3,6-1,6-2,4-2,-1-1,-7-3,-10 0,-15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0:32.7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0,'21'9,"19"3,20 0,18-7,-5-5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0:33.4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0,'22'21,"1"-2,1-1,0 0,1-2,1-1,0-1,1-1,1-2,0 0,0-2,1-1,0-2,1 0,-1-2,4-1,-24-3,0-1,-1 1,1-2,0 1,-1-1,0-1,1 1,-1-1,0-1,1 0,-6 3,0-1,-1 1,1-1,-1 0,1 1,-1-1,0 0,0-1,0 1,0 0,0 0,0-1,0 1,-1-1,1 0,-1 1,0-1,0 0,0 0,0 0,0 0,-1 0,1 0,-1 0,0 0,0 0,0 0,0 0,-1 0,1-1,-1 3,1 0,0 0,0 0,-1 0,1 0,-1 0,1 0,-1 0,1 0,-1 0,1 0,-1 1,0-1,0 0,1 0,-1 1,0-1,0 0,0 1,0-1,0 1,0-1,1 1,-1 0,0-1,0 1,-1 0,1 0,0-1,0 1,0 0,0 0,0 0,0 0,0 0,0 1,0-1,0 0,0 0,0 1,0-1,0 1,0-1,0 1,0-1,0 1,1-1,-1 1,0 0,0 0,0-1,1 1,-1 0,1 0,-1 0,0 0,-7 12,0 1,0 0,2 0,-1 1,2 0,0 0,1 0,0 1,2 0,-2 14,2-20,-20 160,8 0,6 120,11-212,0-56</inkml:trace>
  <inkml:trace contextRef="#ctx0" brushRef="#br0" timeOffset="247.337">93 562,'21'2,"20"3,23 1,20-1,13-1,9-3,-3-5,-10-3,-20-1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0:30.3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0 134,'5'13,"3"12,3 9,4 6,6 5,9 0,9 0,5-3,8-6,7-6,1-7,3-7,-3-7,-12-5</inkml:trace>
  <inkml:trace contextRef="#ctx0" brushRef="#br0" timeOffset="345.122">802 0,'-137'211,"4"18,120-204,0 0,2 1,1 1,1-1,1 1,2 1,0 0,2 1,-37 398,33-335,6-56</inkml:trace>
  <inkml:trace contextRef="#ctx0" brushRef="#br0" timeOffset="1073.877">735 949,'9'-5,"1"0,-1 0,1 1,0 0,0 1,1 0,-1 0,7 0,-13 3,0 0,0 0,0 0,-1 0,1 1,0-1,0 1,0 0,-1 0,1 0,-1 1,1-1,-1 1,1 0,-1 0,0 0,0 0,0 1,0-1,0 1,0 0,-1 0,1 0,-1 0,1 1,3 10,1 1,-2-1,0 1,-1 0,0 0,-1 1,-1-1,0 1,-2 0,0 13,5 41,-4-66,-2 0,2 1,-1-1,0 1,1 0,0-1,0 1,0-1,0 0,1 1,0-1,0 0,0 0,0 0,1 0,0 0,0-1,0 1,0-1,0 0,1 1,-1-4,0-1,0 0,0 1,0-1,0 0,0 0,0-1,0 1,0-1,0 1,-1-1,1 0,-1 0,1 0,-1 0,0 0,0-1,0 1,0-1,0 1,-1-1,1 0,-1 0,1 0,-1 1,0-1,0-1,-1 1,11-25,-1 0,-2 0,-1-1,-1 0,-2 0,-1 0,-1-1,-1 1,-3-28,7 173,27-4,-31-108,0-1,1 0,0 0,0 0,0 0,0 0,0 0,0 0,1-1,-1 1,1-1,0 1,0-1,0 0,0 0,0-1,0 1,0-1,1 1,-1-1,1 0,-1 0,1-1,-1 1,1-1,-1 1,1-1,0 0,-1-1,4 0,2-2,0-1,-1 0,0-1,0 0,0-1,0 1,-1-1,0-1,0 0,0 0,-1 0,0 0,-1-1,0 0,0 0,0-1,-1 1,2-9,1 1,0-1,-1 0,-1 0,-1-1,0 0,-2 1,1-13,-6 9,-10 25,6 9,2 1,-1-1,2 1,0 0,0 0,1 0,1 1,1-1,0 0,0 1,2 13,0-21,1 1,-1-1,1 0,0 1,1-1,-1 0,1 0,1-1,-1 1,1-1,1 1,-1-1,1-1,0 1,0 0,1-1,-1 0,1-1,0 1,1-1,-1 0,1-1,0 1,0-1,0-1,5 2,18 5,0-1,0-2,1-1,0-1,26-1,2 0</inkml:trace>
  <inkml:trace contextRef="#ctx0" brushRef="#br0" timeOffset="1461.331">1979 1176,'-7'-9,"0"-1,0 1,-1 1,0-1,-1 1,0 1,0 0,0 0,-1 0,0 2,-1-1,1 1,-1 0,0 1,0 1,0 0,-7-1,14 3,-1 1,0 0,0 1,0-1,0 1,1 0,-1 0,0 1,1-1,-1 1,1 0,-1 0,1 0,0 1,0 0,0-1,0 1,1 1,-1-1,1 0,0 1,0 0,0 0,0 0,1 0,-1 0,1 1,0-1,0 1,1-1,0 1,-1 0,1-1,1 1,-1 0,1 2,-2-1,1 0,1 1,-1-1,1 0,0 1,0-1,1 1,0-1,0 0,0 1,1-1,0 0,0 0,1 0,-1 0,1 0,1-1,-1 1,1-1,0 0,0 0,0 0,1-1,0 1,0-1,0 0,2 1,-1-3,0-1,0 1,0-1,0 0,0-1,0 1,0-1,0 0,0-1,0 1,0-1,0-1,0 1,0-1,0 0,0 0,-1-1,1 1,-1-1,0 0,0-1,0 1,0-1,-1 0,1-1,-1 1,0-1,0 1,-1-1,1 0,-1-1,0 1,0-1,-1 1,0-1,0 0,0 1,-1-1,1-4,9-100,-14 136,3-14,0-1,2 1,-1-1,1 0,1 1,0-1,0 0,1 0,1-1,0 1,0-1,1 0,0 0,1-1,0 0,1 0,0-1,0 0,0 0,1 0,0-1,1-1,9 5,11 1</inkml:trace>
  <inkml:trace contextRef="#ctx0" brushRef="#br0" timeOffset="1707.676">2205 1030,'3'20,"6"17,10 10,11 4,8 3,10-4,6-3,2-5,2-5,-1-7,-5-8,-12-8</inkml:trace>
  <inkml:trace contextRef="#ctx0" brushRef="#br0" timeOffset="1874.226">2634 1069,'-16'3,"-12"4,-9 9,-3 13,-1 12,5 9,6 7,8 3,10-2,12-8,10-11,4-12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0:41.6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0,'16'0,"14"0,12 2,9 1,8 2,3 1,0-2,-4 2,-5-1,-7-1,-11-1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0:41.9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0,'18'14,"20"4,16-1,16-3,9-4,3-6,-13-4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0:42.1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0 546,'44'-158,"-14"62,-16 44,-2 1,-3-2,-2 1,-1-32,-13 129,4 67,6 1,5-1,6 11,1 23,-5-42,-6-66</inkml:trace>
  <inkml:trace contextRef="#ctx0" brushRef="#br0" timeOffset="282.907">335 51,'10'14,"-5"19,-2-1,-1 0,-1 1,-2-1,-1 1,-2-1,-1 0,-9 29,12-50,-45 250,47-259,-1 0,1-1,-1 1,1 0,0 0,0 0,0-1,0 1,0 0,0 0,0 0,1 0,-1-1,1 1,-1 0,1 0,0-1,-1 1,1 0,0-1,0 1,0-1,0 1,1-1,-1 0,0 1,1-1,-1 0,0 0,1 0,0 0,-1 0,1 0,-1 0,1-1,0 1,0 0,0-1,-1 0,3 1,17-1,0-1,0 0,0-2,0 0,0-2,0 0,17-3,182-33,-198 37</inkml:trace>
  <inkml:trace contextRef="#ctx0" brushRef="#br0" timeOffset="528.253">723 386,'-9'9,"-3"14,-2 15,1 15,4 13,3 13,2 5,0 5,-2-1,0-16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0:40.51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0 482,'18'3,"15"0,11-1,12 1,8-6,4-5,2 0,-4-1,-7 0,-11 2,-13 3</inkml:trace>
  <inkml:trace contextRef="#ctx0" brushRef="#br0" timeOffset="251.196">320 201,'-4'16,"-2"15,3 10,3 10,5 8,3 5,3 3,2 2,1 0,0-5,0-8,-2-14</inkml:trace>
  <inkml:trace contextRef="#ctx0" brushRef="#br0" timeOffset="601.295">735 55,'11'-7,"0"0,1 0,0 2,0-1,1 1,-1 1,1 1,0 0,0 0,0 1,1 1,-1 0,0 1,1 0,-1 1,0 0,0 2,0-1,0 1,0 1,3 2,-6-2,0 1,-1 0,0 1,0 0,0 0,-1 1,0 0,0 0,-1 1,0 0,0 1,-1-1,0 1,0 0,-1 1,0-1,-1 1,0 0,-1 0,0 1,0-1,-1 1,0-1,-1 1,-1 0,1-1,-2 1,1 1,-3 48,-2-1,-2 1,-6 15,-10 75,21-131,-3 19,2 1,2-1,1 1,3 12,0-35,1-8</inkml:trace>
  <inkml:trace contextRef="#ctx0" brushRef="#br0" timeOffset="867.709">788 388,'23'7,"21"2,19 0,14-2,11-4,2-5,-16-3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0:51.5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1 242,'23'2,"16"1,16 2,9 0,5 0,3-2,0-1,-5 0,-12 0,-16 4,-13-1</inkml:trace>
  <inkml:trace contextRef="#ctx0" brushRef="#br0" timeOffset="248.375">121 468,'9'3,"12"2,14 1,13-1,13 0,8-5,4-4,-2-1,-5-2,-15-1</inkml:trace>
  <inkml:trace contextRef="#ctx0" brushRef="#br0" timeOffset="633.343">683 0,'0'9,"1"0,0 0,1-1,0 1,0-1,1 0,0 1,0-1,1 0,0-1,0 1,1-1,0 0,0 0,1 0,0-1,4 4,12 10,1-2,1-1,0 0,17 7,136 83,-174-105,1 0,-1 0,0 0,1 1,-1-1,0 1,-1 0,1 0,0 0,-1 0,0 0,0 0,0 1,0-1,0 1,0 0,-1-1,0 1,0 0,0 0,0 0,-1 0,1 0,-1 0,0 0,0 0,-1-1,1 1,-1 0,0 0,0 0,0 0,0 0,-1-1,0 1,1-1,-2 3,-11 13,-1-1,0-1,-1 0,-1 0,-1-2,0 0,-4 1,-83 61,-1-5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0:54.3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24 131,'6'26,"-1"1,0 0,-2 0,-2 0,0 0,-3 27,1-24,-9 179,-22 103,50-347,-12 19,-3 5,1 1,-1 0,2 0,-1 0,2 0,-1 1,1 0,0 0,1 1,0-1,1 2,0-1,0 1,0 0,1 0,8-4,-15 10,0 1,1-1,-1 0,1 1,-1 0,1-1,-1 1,1 0,-1 0,0 1,1-1,-1 0,1 1,-1 0,0-1,1 1,-1 0,0 0,0 0,1 1,-1-1,0 0,0 1,0-1,-1 1,1 0,0 0,-1-1,1 1,-1 0,1 1,-1-1,27 76,-26-72,0 1,-1 0,0 0,0 0,-1 0,0 0,0-1,-1 1,1 0,-2 0,1 0,-1 0,0-1,0 1,-1-1,1 1,-2-1,1 0,-1 0,0-1,0 1,0-1,-1 1,0-1,0-1,0 1,0-1,-1 0,0 0,0 0,0-1,0 0,0 0,-7 1,11-4,-1 1,1-1,-1 1,0-1,1 0,-1 0,0 0,1-1,-1 1,0-1,1 1,-1-1,1 0,-1 0,1 0,-1 0,1-1,0 1,-1-1,1 1,0-1,0 0,0 0,0 0,1 0,-1 0,0 0,1 0,0-1,-1 1,1 0,0-1,0 1,0-1,1 1,-1-1,0 0,1 1,0-1,0 0,0 1,0-1,0 0,0 1,1-1,-1 0,4-10,-1 1,2 0,0 0,0 0,1 1,0 0,1 0,1 0,-1 1,2 0,-1 0,1 1,1 0,0 1,0 0,1 1,-1 0,2 0,10-4,-4 1,0 2,0 0,1 0,0 2,1 0,-1 2,6-1,-22 4,0 1,-1 0,1 0,0 0,-1 0,1 0,0 0,-1 0,1 1,0 0,-1-1,1 1,-1 0,1 0,-1 1,1-1,-1 0,0 1,0-1,0 1,0 0,0 0,0 0,0 0,0 0,-1 0,1 0,-1 0,0 1,1-1,-1 1,0-1,0 1,-1-1,1 1,-1-1,1 1,-1 0,0 0,0-1,0 3,4 175,-4-179,0 0,-1 0,1 0,0 0,0 0,0 0,0 0,0 0,0 0,0 0,1 0,-1 0,0 0,0 0,1 0,-1 0,1 0,-1 0,1-1,-1 1,1 0,-1 0,1 0,0-1,-1 1,1 0,0-1,0 1,0-1,-1 1,1-1,0 1,0-1,0 1,0-1,0 0,0 0,0 1,0-1,0 0,0 0,0 0,0 0,0 0,0 0,0 0,0-1,0 1,0 0,0 0,-1-1,1 1,1-1,8-9</inkml:trace>
  <inkml:trace contextRef="#ctx0" brushRef="#br0" timeOffset="267.469">397 358,'-6'7,"4"4,11 1,5-2</inkml:trace>
  <inkml:trace contextRef="#ctx0" brushRef="#br0" timeOffset="641.563">706 103,'0'-103,"10"127,11 75,-4 1,-5 1,-4 0,-5 1,-4-1,-8 50,3-16,6-119,-2-10,1 0,1 0,-1 0,1 0,0 0,0-1,1 1,-1 0,1 0,1 0,-1-1,1 1,0 0,0-1,1 0,-1 1,1-1,0 0,1 0,-1-1,2 2,-1-5,1-1,-1 1,1-1,-1 0,1 0,0 0,-1 0,1-1,-1 0,1 0,-1 0,0 0,1-1,-1 1,0-1,0-1,0 1,0 0,0-1,-1 0,1 0,-1 0,1 0,1-4,11-9,-2 0,0-2,-1 0,-1 0,0-1,-2 0,0-1,5-14,-6 13,-9 22,0-1,0 0,0 0,0 1,-1-1,1 0,0 0,0 1,0-1,0 0,0 0,0 1,1-1,-1 0,0 0,0 1,0-1,0 0,0 0,0 1,0-1,0 0,1 0,-1 0,0 1,0-1,0 0,0 0,1 0,-1 1,0-1,0 0,0 0,1 0,-1 0,0 0,0 0,1 0,-1 1,0-1,0 0,1 0,-1 0,0 0,0 0,1 0,-1 0,0 0,0 0,1 0,-1-1,0 1,1 35,-1-31,0 4,0 0,0-1,0 1,1 0,0-1,1 1,0-1,0 1,0-1,1 0,0 0,1 0,-1 0,1-1,1 1,-1-1,1 0,0 0,0-1,1 1,0-1,0 0,0-1,0 0,1 0,-1 0,1 0,0-1,1-1,-1 1,0-1,3 0,14-1</inkml:trace>
  <inkml:trace contextRef="#ctx0" brushRef="#br0" timeOffset="902.92">1281 612,'-16'0,"-8"0,-1-2,3-1</inkml:trace>
  <inkml:trace contextRef="#ctx0" brushRef="#br0" timeOffset="1181.169">719 277,'16'-4,"23"-2,26 0,22 2,12 0,1 2,-15 1,-23 3,-23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0:53.4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133 1,'-1'20,"-2"1,-1-1,0 0,-2 0,0-1,-1 0,-7 13,-9 28,-1 0,17-46,0 0,1 1,1 0,1 0,0 0,1 0,1 1,0 2,1-17,1 0,0-1,0 1,1 0,-1 0,0-1,0 1,0 0,0 0,1-1,-1 1,0 0,1 0,-1-1,1 1,-1 0,1-1,-1 1,1-1,-1 1,1-1,-1 1,1-1,0 1,-1-1,1 1,0-1,0 0,-1 1,1-1,0 0,0 0,-1 1,1-1,0 0,0 0,-1 0,1 0,0 0,0 0,0 0,-1-1,1 1,0 0,0 0,-1 0,1-1,0 1,43-18,-36 15,2-2,1 1,0 0,0 1,0 0,1 1,-1 0,0 1,1 0,-1 1,2 0,58 1,-56-1</inkml:trace>
  <inkml:trace contextRef="#ctx0" brushRef="#br0" timeOffset="248.478">294 295,'-7'11,"-4"13,-3 14,-1 12,1 9,4 5,4 4,2-1,2-3,1-8,4-8,1-13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09:34.9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3991 263,'52'448,"-34"239,-14-357,14 482,-16-686</inkml:trace>
  <inkml:trace contextRef="#ctx0" brushRef="#br0" timeOffset="1439.658">3977 183,'392'-17,"-200"-2,2 8,-1 8,79 13,48 17,51-13,581-29,-167 31,-115-5,-576-11,83 12,239 16,-368-26,-46-6,-5-2</inkml:trace>
  <inkml:trace contextRef="#ctx0" brushRef="#br0" timeOffset="3202.104">4031 2522,'12'50,"-12"-42,3 206,-17 107,0-12,13-78,1-230,0 0,0 1,-1-1,1 0,0 0,0 1,0-1,1 0,-1 0,0 1,0-1,1 0,-1 0,1 0,-1 0,1 1,-1-1,1 0,0 0,-1 0,1 0,0 0,0 0,0-1,0 1,0 0,0 0,0-1,0 1,0 0,0-1,0 1,0-1,1 1,-1-1,0 0,0 0,0 1,1-1,-1 0,0 0,0 0,1 0,-1 0,0-1,1 1,119-41,-39 22,0 3,1 4,0 3,0 4,1 4,7 4,606 9,-313-21,30-1,28 20,-91 18,-58-4,94-11,575-26,-337 13,-624 0,0 0,0 0,0 0,1 0,-1 0,0 0,0 0,0 0,1-1,-1 1,0-1,0 1,0-1,0 1,0-1,0 1,0-1,0 0,0 0,0 1,0-1,0 0,0 0,-1 0,1 0,0 0,-1 0,1 0,-1 0,1-1,4-12</inkml:trace>
  <inkml:trace contextRef="#ctx0" brushRef="#br0" timeOffset="4676.452">9178 329,'-22'3,"20"-2,0 0,-1 0,1-1,0 1,-1-1,1 0,-1 0,1 0,0 0,-1 0,1 0,0-1,-1 1,1-1,0 1,-1-1,1 0,0 0,0 0,0 0,0-1,-1 1,3 1,1 0,-1 1,0-1,1 0,-1 1,0-1,1 0,-1 1,0-1,1 0,-1 0,0 0,1 1,-1-1,1 0,-1 0,0 0,1 0,-1 0,1 0,-1 0,1 0,-1 0,0 0,1 0,-1 0,1 0,-1 0,1 0,-1 0,0-1,1 1,-1 0,0 0,1 0,-1-1,1 1,-1 0,0 0,0-1,1 1,-1 0,0-1,1 1,-1 0,0-1,0 1,0-1,1 1,-1 0,0-1,0 1,0-1,0 1,0 0,0-1,0 1,0-1,0 1,0-1,0 1,0 0,7 9,-1 1,1 0,-2 1,0-1,0 1,-1 0,0 0,-1 1,0-1,-1 3,2 1,20 110,-6 1,-6 0,-5 1,-6-1,-12 102,-3 22,0-17,15 221,18-227,-1 12,-9 13,-23-29,27-106,-13-113,0 11,0-1,2 1,-1-1,1 0,1 1,1-1,0-1,3 7,13 71,-14-77,-12-24,-2 1</inkml:trace>
  <inkml:trace contextRef="#ctx0" brushRef="#br0" timeOffset="8136.519">5034 1680,'0'9,"7"14,9 13,10 13,13 11,9 8,3 6,1 2,0-1,-3-3,-5-6,-6-9,-6-12,-10-14</inkml:trace>
  <inkml:trace contextRef="#ctx0" brushRef="#br0" timeOffset="8401.809">5368 1720,'-14'16,"-9"19,-7 17,-5 17,-4 17,-5 10,-3 6,-1-2,8-17</inkml:trace>
  <inkml:trace contextRef="#ctx0" brushRef="#br0" timeOffset="9331.393">5728 2108,'5'2,"8"1,11 0,11-1,10 0,12-1,7 0,4-1,2 0,-2 0,-4-1,-5 1,-6 0,-12 0</inkml:trace>
  <inkml:trace contextRef="#ctx0" brushRef="#br0" timeOffset="9643.135">6103 1894,'0'18,"0"18,0 13,0 10,0 7,0 1,0 0,5-4,3-6,5-11,1-12</inkml:trace>
  <inkml:trace contextRef="#ctx0" brushRef="#br0" timeOffset="15580.679">6745 1572,'4'8,"1"-1,-1-1,2 1,-1-1,1 0,0 0,0 0,0-1,1 0,0 0,0-1,0 0,0 0,1-1,0 0,1 1,130 25,-106-27,0-2,0 0,-1-2,1-2,-1-1,4-2,-15 2,-20 6,-1 0,0 0,1 0,-1 0,0 0,1 0,-1 0,0 0,0 0,0 0,0 0,0 0,0 0,0 0,0 0,0 0,0 0,-1 0,1-1,0 1,-1 0,1 0,-1 0,1 0,-1 0,1 0,-1-1,1 1,-1 0,0 0,1-1,-1 1,0-1,0 1,0 0,0-1,-3 6,-24 48,3 1,2 1,2 2,3-1,2 2,3 4,-5 16,4 0,4 2,3 0,3-1,5 34,0-103</inkml:trace>
  <inkml:trace contextRef="#ctx0" brushRef="#br0" timeOffset="15830.015">6825 2147,'-14'0,"-2"0,9 3,19 0,23-1,28 1,27-4,18-3,14-6,1-1,-6-1,-22 2</inkml:trace>
  <inkml:trace contextRef="#ctx0" brushRef="#br0" timeOffset="17937.492">1116 851,'91'13,"0"-5,0-3,27-5,-67 0,87 1,233 2,241 38,-284 8,-106-14,62-4,-97-28,-195-15,-2 3</inkml:trace>
  <inkml:trace contextRef="#ctx0" brushRef="#br0" timeOffset="18230.697">3002 744,'2'9,"8"8,11 5,11 1,12-1,7-1,4-1,2-1,-5-1,-6-2,-8 1,-12 2,-14 3,-18 6,-22 8,-27 9,-26 8,0-5</inkml:trace>
  <inkml:trace contextRef="#ctx0" brushRef="#br0" timeOffset="19150.283">1397 2001,'141'0,"1130"-17,-1077 9,131-6,171 19,-440-3,-46-3</inkml:trace>
  <inkml:trace contextRef="#ctx0" brushRef="#br0" timeOffset="19505.368">2467 1653,'7'14,"7"9,9 4,14 4,10-3,12-2,9-5,2-3,-4 0,-11-1,-14 4,-22 7,-30 10,-33 13,-36 15,-35 13,2-8</inkml:trace>
  <inkml:trace contextRef="#ctx0" brushRef="#br0" timeOffset="20111.078">1464 2883,'94'12,"1"-4,0-5,-1-3,88-12,-75 5,1241-51,-841 44,-455 19,-61 1,-33-10,41 4,1 0,-1 0,0-1,1 1,-1 0,0-1,1 1,-1 0,1-1,-1 1,1-1,-1 1,1-1,-1 1,1-1,-1 1,1-1,0 0,-1 1,1-1,0 0,0 1,-1-1,1 0,0 1,0-1,0 0,0 1,0-1,0 0,0 0,0 1,0-1,0 0,0 1,1-1,-1 0,0 1,0-1,1 0,-1 1,0-1,1 1,-1-1,1 0,-1 1,0-1,1 1,-1-1,1 1,0 0,-1-1,1 1,-1 0,1-1,0 1,6-7</inkml:trace>
  <inkml:trace contextRef="#ctx0" brushRef="#br0" timeOffset="20488.052">2667 2628,'-69'-28,"69"29,1-1,-1 0,0 1,0-1,1 0,-1 1,0-1,0 0,0 1,0-1,0 0,0 1,1-1,-1 0,0 1,0-1,0 1,0-1,0 0,0 1,-1-1,1 0,0 1,0-1,0 1,0-1,0 0,0 1,-1-1,1 0,0 0,0 1,0-1,-1 0,1 1,0-1,-1 0,1 0,0 1,0-1,-1 0,1 0,0 0,-1 0,1 1,0-1,-1 0,1 0,-1 0,1 0,13 14,1-1,1 0,0-1,1-1,0 0,1-1,0-1,2 0,0 1,1 1,-1 0,-1 2,0 0,-1 1,0 1,-14-13,-1 1,0-1,1 1,-1 0,0 0,0 0,0 1,-1-1,1 0,-1 1,0-1,0 1,0-1,0 1,-1 0,1-1,-1 1,0 0,0-1,0 1,-1-1,1 1,-1 0,-2 5,0 0,-1-1,1 0,-2 0,1 0,-1 0,0-1,-1 1,-4 3,-85 84,-17 2</inkml:trace>
  <inkml:trace contextRef="#ctx0" brushRef="#br0" timeOffset="21683.749">21 531,'0'13,"2"14,5 12,7 10,7 8,4 6,3 1,2-1,-1-5,-2-4,-4-9,-6-8,-5-11</inkml:trace>
  <inkml:trace contextRef="#ctx0" brushRef="#br0" timeOffset="21942.058">288 570,'-16'2,"-10"10,-7 12,-5 16,-3 14,2 15,4 6,8 4,10-2,6-5,6-15</inkml:trace>
  <inkml:trace contextRef="#ctx0" brushRef="#br0" timeOffset="22217.324">368 984,'9'-6,"0"-1,1 1,0 1,0 0,0 0,0 1,0 0,1 1,0 0,0 1,0 0,7 0,-16 2,0 0,0 0,0 0,0 0,0 0,0 1,0-1,0 1,0-1,0 1,0 0,-1 0,1 0,0 0,0 0,-1 0,1 1,-1-1,1 0,-1 1,0-1,1 1,-1-1,0 1,0 0,0 0,0 0,0-1,-1 1,1 0,0 0,-1 0,1 0,-1 0,0 0,0 0,0 1,-16 76,-121 166,134-240,1-3,1 0,-1 0,1 0,0 0,-1 0,1 0,0 1,0-1,1 0,-1 1,0-1,1 1,0-1,-1 1,1-1,0 1,0-1,0 0,1 1,-1-1,0 1,1-1,0 1,-1-1,1 0,0 1,0-1,1 0,-1 0,3 0,0 0,0 0,0-1,0 0,0 0,0 0,0 0,1 0,-1-1,0 0,1 0,-1 0,0 0,0-1,1 0,32-5,0-1,-1-2,0-1,6-5,-35 13,56-20</inkml:trace>
  <inkml:trace contextRef="#ctx0" brushRef="#br0" timeOffset="22562.398">127 1760,'2'16,"8"12,9 8,10 5,12 2,10 1,5-1,5 0,1-2,-3-2,-7-1,-13-5,-12-8</inkml:trace>
  <inkml:trace contextRef="#ctx0" brushRef="#br0" timeOffset="22813.255">569 1787,'-14'9,"-11"14,-8 15,-6 15,0 11,0 9,3 6,6 0,7-3,6-11,6-17</inkml:trace>
  <inkml:trace contextRef="#ctx0" brushRef="#br0" timeOffset="23001.755">903 2054,'-5'3,"-3"9,-5 14,-3 14,1 14,4 14,1 11,2 10,3 6,2-13</inkml:trace>
  <inkml:trace contextRef="#ctx0" brushRef="#br0" timeOffset="23370.768">274 2750,'5'13,"6"17,7 13,9 12,7 7,11 5,5 0,5-4,-1-9,-5-9,-9-10,-10-10</inkml:trace>
  <inkml:trace contextRef="#ctx0" brushRef="#br0" timeOffset="23573.227">515 2856,'-20'9,"-15"14,-6 16,-5 13,2 13,4 8,3 3,10-2,7-7,11-12,7-16</inkml:trace>
  <inkml:trace contextRef="#ctx0" brushRef="#br0" timeOffset="23887.12">769 3284,'1'6,"0"0,1 0,0 0,0-1,0 1,1-1,0 1,0-1,0 0,1 0,-1-1,1 1,0-1,1 1,-1-1,1 0,0-1,0 1,0-1,0 0,0-1,1 1,-1-1,1 0,0 0,0-1,0 1,5-1,-3 0,0 0,0-1,0 0,0 0,1-1,-1 0,-1 0,1-1,0 0,0-1,0 1,-1-1,0-1,0 0,0 0,0 0,0-1,-1 0,1 0,-2 0,3-3,-3 3,-1 0,-1 0,1 0,0-1,-1 1,0-1,-1 0,1 0,-1 0,0 0,-1 0,1 0,-1-1,-1 1,1 0,-1-1,0 1,0-1,-1 1,0 0,0-1,0 1,-1 0,0 0,0 0,-1 0,1 0,-1 0,-1 1,1 0,-1-1,0 1,-3-3,1 1,1 1,-2 0,1 0,0 1,-1-1,0 1,-1 1,1 0,-1 0,0 0,1 1,-2 0,1 0,0 1,-1 0,1 1,-1 0,1 0,-1 0,1 1,-1 1,1 0,-1 0,0 0,1 1,0 0,-7 3,-4 6,0 2,1-1,0 2,1 1,0 0,1 1,1 0,1 1,-2 4,-38 46</inkml:trace>
  <inkml:trace contextRef="#ctx0" brushRef="#br0" timeOffset="27342.148">9271 637,'274'24,"1041"60,-1087-73,-199-6,-29-5,0 0,-1 0,1 0,0 0,0 1,-1-1,1 0,0 0,0 0,-1 0,1 0,0 0,0 1,0-1,-1 0,1 0,0 0,0 0,0 1,0-1,0 0,-1 0,1 0,0 1,0-1,0 0,0 0,0 1,0-1,0 0,0 0,0 1,0-1,0 0,0 0,0 1,0-1,0 0,0 0,0 1,0-1,0 0,0 0,0 1,0-1,1 0,-1 0,0 0,0 1,0-1,0 0,0 0,1 0,-1 1,0-1,0 0,1 0,-25 6,-2-2</inkml:trace>
  <inkml:trace contextRef="#ctx0" brushRef="#br0" timeOffset="27648.636">10394 503,'16'2,"12"4,11 4,7 6,7 4,5 4,0 4,-2 2,-6 3,-12 3,-15 1,-22 2,-27 1,-30 3,-28 3,-25 3,6-7</inkml:trace>
  <inkml:trace contextRef="#ctx0" brushRef="#br0" timeOffset="28515.765">9352 1613,'-2'-1,"0"0,0 1,-1-1,1 1,0 0,0-1,-1 1,1 0,0 0,-1 1,1-1,0 0,0 1,0-1,-1 1,1 0,0 0,0 0,0 0,0 0,-1 1,3-1,1 0,-1 0,0 0,1 0,-1 0,1 0,-1 0,1-1,0 1,-1 0,1 0,0 0,-1 0,1-1,0 1,0 0,0-1,0 1,0-1,0 1,0-1,0 1,0-1,0 0,0 0,0 1,0-1,0 0,0 0,0 0,26 7,0-2,0 0,0-2,1-1,14-1,-10 0,852 26,-697-17,470 13,-783-27,81 1</inkml:trace>
  <inkml:trace contextRef="#ctx0" brushRef="#br0" timeOffset="28844.417">10381 1332,'3'9,"1"0,0-1,1 1,0-1,0 0,1 0,0-1,0 0,0 0,1 0,1-1,-1 0,1 0,0 0,0-1,0-1,1 0,-1 0,5 1,351 134,-293-91,-69-46,-1-1,0 1,1 0,-1 0,0 0,0 0,0 0,0 0,0 0,0 0,-1 1,1-1,-1 0,1 0,-1 1,0-1,0 0,0 1,0-1,-1 0,1 0,0 1,-1-1,0 0,1 0,-1 0,0 0,0 0,0 0,-1 0,1 0,0 0,-1 0,1-1,-2 2,-9 9,0-1,-1 0,-1-1,0-1,0 0,-1 0,-2-1,-94 46,-2-5,-16 0,102-39,-59 23</inkml:trace>
  <inkml:trace contextRef="#ctx0" brushRef="#br0" timeOffset="29129.681">10100 2147,'2'12,"4"5,2 3,0-2</inkml:trace>
  <inkml:trace contextRef="#ctx0" brushRef="#br0" timeOffset="29406.678">10074 2682,'6'14,"6"6,0 1</inkml:trace>
  <inkml:trace contextRef="#ctx0" brushRef="#br0" timeOffset="29670.044">9994 3124,'6'9,"3"3</inkml:trace>
  <inkml:trace contextRef="#ctx0" brushRef="#br0" timeOffset="29968.245">9499 3565,'20'0,"21"-2,24-1,21 0,18 0,18 1,14 1,9 3,6 3,-4 4,-5 1,-11 2,-15 2,-13-3,-15-2,-17-3,-17-3,-18-1</inkml:trace>
  <inkml:trace contextRef="#ctx0" brushRef="#br0" timeOffset="30338.256">10608 3391,'23'12,"21"5,19 3,12 2,5 2,-4 1,-11 4,-16 3,-26 8,-32 8,-40 8,-44 9,-46 11,0-8</inkml:trace>
  <inkml:trace contextRef="#ctx0" brushRef="#br0" timeOffset="95290.668">11677 76,'-1'1,"-1"0,1 0,0 0,-1 0,1 1,0-1,0 0,0 1,0-1,0 1,0 0,0-1,0 1,1-1,-1 1,0 0,1 0,0-1,-1 1,1 0,0 0,0 0,0-1,0 1,0 0,1 0,-1 0,0-1,1 1,-1 0,1-1,0 2,2 3,0 0,1 0,-1 0,1 0,0 0,1-1,0 0,-1 0,2 0,-1 0,0-1,1 0,0 0,0-1,0 1,1-1,-1-1,1 1,-1-1,1 0,0-1,0 1,0-1,0-1,0 1,0-1,0-1,-1 1,1-1,0 0,0-1,0 1,0-1,-1-1,4-1,-1 1,0 0,0-1,-1 0,0 0,0-1,0 0,0-1,-1 1,0-1,0-1,-1 0,1 0,-1 0,-1 0,1-1,-2 0,1 0,-1 0,0-1,0 0,-1 1,-1-1,1 0,-1 0,0-7,-2 15,0 0,0 0,0-1,0 1,0 0,0 0,0 0,0 0,-1 0,1 0,0 0,-1 0,1 0,-1 0,1 0,-1 0,1 0,-1 0,0 0,0 0,1 0,-1 1,0-1,0 0,0 1,0-1,0 0,0 1,0-1,0 1,0 0,0-1,0 1,0 0,0-1,0 1,0 0,0 0,0 0,-1 0,1 0,0 0,0 1,0-1,0 0,0 0,0 1,0-1,0 1,0-1,0 1,0-1,0 1,0 0,0-1,0 1,1 0,-1 0,0-1,0 1,1 0,-1 0,1 0,-1 0,1 0,-1 0,0 1,-5 13,1 0,0 1,1-1,1 1,0 0,2 0,-1 0,2 0,0 0,1 2,3 55,4 1,10 40,-7-49,-2-1,-3 1,-3 39,-2-94,-1 0,-1 1,0-1,0 0,-1 1,0-1,-1 0,0 0,-1-1,0 1,0-1,-1 1,0-2,-1 1,0 0,0-1,-1 0,0-1,0 1,-2 0,7-7,0 0,0 0,0 0,0 0,0 0,0 0,0-1,0 1,0-1,0 1,-1-1,1 0,0 0,0 0,0 0,-1 0,1 0,0-1,0 1,0-1,0 0,0 1,0-1,0 0,0 0,0 0,0-1,0 1,0 0,1-1,-1 1,1-1,-1 1,1-1,-1 0,1 0,0 0,0 1,0-2,-34-81,29 64,2 0,0 0,2 0,0-1,1 1,1-1,1 1,1-1,2-7,-3 23,0 0,1 0,0 1,0-1,1 0,-1 1,1 0,0 0,0 0,0 0,1 0,-1 0,1 1,0 0,0-1,0 2,0-1,1 0,-1 1,1 0,0 0,-1 0,1 1,3-1,128-14,-115 16,242 0,-260 0,-1-1,0 1,0-1,0 1,0-1,0 1,0 0,0 0,0 0,0 0,0 1,0-1,0 0,0 1,0-1,0 1,0 0,0 0,0 0,0 0,-1 0,1 0,0 0,-1 0,1 1,-1-1,1 1,-1-1,0 1,1-1,-1 1,0 0,0 0,0 0,-1-1,1 1,0 0,0 1,-2-1,0 0,1-1,-1 1,1 0,0-1,0 1,-1 0,1 0,0-1,1 1,-1 0,0 0,0-1,1 1,-1 0,1-1,-1 1,1 0,0-1,0 1,-1-1,1 1,0-1,0 0,1 1,-1-1,0 0,0 0,1 0,-1 0,0 0,1 0,-1 0,1 0,0 0,-1-1,1 1,0 0,43 13,-40-13,0 0,0 0,1 0,-1 1,0 0,0 0,0 0,-1 0,1 1,0 0,-1 0,0 0,1 0,-1 1,-1-1,1 1,0 0,-1 1,3 3,-6-2,0 1,-1-1,0 0,0 0,-1 0,1 0,-1 0,0 0,-1 0,0-1,0 1,0-1,0 0,-1 0,0 0,0 0,0-1,0 1,-1-1,0 0,0-1,0 1,-3 1,-109 71,117-76,0 0,0 0,1 0,-1 0,0 0,0 0,0 0,1 1,-1-1,0 0,0 0,0 0,0 0,0 0,1 0,-1 1,0-1,0 0,0 0,0 0,0 1,0-1,0 0,0 0,0 0,1 1,-1-1,0 0,0 0,0 0,0 1,0-1,0 0,0 0,0 0,-1 1,1-1,0 0,0 0,0 0,0 0,0 1,0-1,0 0,0 0,0 0,-1 0,1 1,0-1,0 0,0 0,0 0,-1 0,1 0,0 0,0 1,0-1,0 0,-1 0,1 0,0 0,0 0,0 0,20 0,-16 0,46-3,-35 0,1 1,0 0,0 1,0 1,0 1,0 0,-1 1,1 1,0 0,-1 1,0 1,0 0,0 2,-1-1,4 3,-16-7,1 0,-1 0,1 0,-1 0,0 0,0 1,0-1,0 1,0-1,-1 1,1 0,-1 0,1 0,-1-1,0 1,0 0,-1 1,1-1,0 0,-1 0,0 0,0 0,0 0,0 1,0-1,-1 0,0 0,1 0,-1 0,0 0,0 0,-1 0,1 0,-1-1,1 1,-1 0,0-1,0 1,0-1,0 0,-2 2,-12 10,0-1,-1-1,0-1,-1 0,0-1,-1-1,0-1,0-1,-1 0,0-2,0 0,0-1,0-1,-4-1,-23-6,33-2</inkml:trace>
  <inkml:trace contextRef="#ctx0" brushRef="#br0" timeOffset="96579.107">11677 1252,'-2'7,"0"0,0 0,0 0,1 0,0 1,1-1,0 0,0 1,0-1,1 0,0 0,0 0,1 1,0-1,0 0,1-1,-1 1,2 0,-1-1,1 0,4 6,7 9,0-1,2-1,0 0,2-1,11 9,-15-13,1 0,0-1,1 0,1-1,0-1,0-1,1-1,0 0,5 0,-21-9,-1 1,1-1,-1 0,1 0,-1 0,1 0,-1 0,1 0,-1-1,1 1,-1-1,1 0,-1 0,1 0,-1 0,0 0,0 0,0-1,1 1,-1-1,0 1,-1-1,1 0,0 0,0 0,-1 0,1 0,-1 0,0 0,0 0,0-1,1-1,21-81,-11-39,3 161,69 392,-77-389,-2 0,-2 0,-1 1,-3 10,2-48,-1 0,1 0,-1 0,0 0,0 0,-1 0,1 0,0 0,-1 0,0 0,0 0,0 0,0 0,0-1,0 1,-1 0,0-1,1 1,-1-1,0 1,0-1,0 0,0 0,-1 0,1 0,0 0,-1-1,0 1,1-1,-1 0,0 1,0-1,1 0,-1-1,0 1,0 0,0-1,0 0,0 0,-1 0,-7-5,1-1,0 0,0-1,1 0,-1-1,1 0,1 0,0-1,0 0,1-1,0 1,0-1,1-1,-1-4,-2 1,1 0,0-1,1 0,1-1,1 0,0 0,1 0,0 0,1-8,3 22,0 0,0-1,0 1,1 0,-1 0,1-1,-1 1,1 0,0 0,0 0,0 0,0 0,1 0,-1 0,0 0,1 0,0 0,-1 1,1-1,0 1,0-1,-1 1,1 0,0 0,1 0,-1 0,0-1,68-20,-52 18,64-19,2 5,0 3,33 0,-5 24,-108-8,0 0,0 0,0 1,-1-1,1 1,0 0,-1 0,1 0,-1 0,0 1,0-1,0 1,0 0,0 0,-1 0,1 0,-1 1,0-1,0 1,0-1,-1 1,1 0,-1-1,1 1,-1 0,0 2,-2 3,-1 0,0 0,0 0,-1-1,0 1,0-1,-1 0,0 0,-1 0,0 0,0-1,-1 1,1-1,-1-1,-1 1,0-1,1 0,-2-1,1 1,-3 0,6-3,-96 85,99-87,1 0,-1 0,0 0,0 0,1 0,-1 0,1 0,-1 0,1 0,-1 0,1 1,0-1,0 0,-1 0,1 0,0 1,0-1,0 0,0 0,1 1,-1-1,0 0,0 0,1 0,-1 0,1 1,-1-1,1 0,-1 0,1 0,0 0,-1 0,1 0,0 0,0 0,0-1,0 1,-1 0,1 0,0-1,1 1,-1 0,0-1,0 1,0-1,0 0,0 1,1-1,-1 0,0 0,0 0,0 1,1-1,-1 0,0-1,0 1,1 0,28 4,0-1,0-2,0-1,19-3,-44 3,218-16,-115 17,-101-1</inkml:trace>
  <inkml:trace contextRef="#ctx0" brushRef="#br0" timeOffset="97973.522">9739 2576,'-52'118,"13"-85,39-33,-1 0,1 0,-1 1,1-1,-1 0,1 1,-1-1,1 0,0 1,-1-1,1 1,0-1,-1 1,1-1,0 0,0 1,-1-1,1 1,0-1,0 1,0-1,0 1,0 0,0-1,0 1,0-1,0 1,0-1,0 1,0-1,0 1,0-1,0 1,0-1,1 1,-1-1,0 1,0-1,1 1,-1-1,0 1,0-1,1 0,-1 1,1-1,-1 1,0-1,1 0,-1 1,1-1,-1 0,1 0,-1 0,1 1,-1-1,1 0,-1 0,1 0,0 0,34 14,0-8,0-1,1-2,0-2,21-2,9 1,232 18,-1 13,48 22,-329-51,129 15,91-4,45 4,-141 11,-139-27,-1-1,1 1,0-1,0 1,-1-1,1 0,0 1,0-1,-1 0,1 0,0 1,0-1,0 0,0 0,-1 0,1 0,0 0,0 0,0 0,0 0,0 0,-1 0,1-1,0 1,0 0,0-1,-1 1,1 0,0-1,0 1,-1-1,1 1,0-1,-1 0,1 1,-1-1,1 1,-1-1,1 0,-1 0,1 1,-1-1,0 0,1 0,-1 1,0-1,0 0,1-1,-6-12,-4-2</inkml:trace>
  <inkml:trace contextRef="#ctx0" brushRef="#br0" timeOffset="98271.006">11518 2736,'4'4,"0"0,0 1,1-2,-1 1,1 0,0-1,0 0,1 0,-1 0,0-1,1 0,0 0,5 1,-6-1,162 41,-130-36,-1 1,0 2,0 1,-1 2,-1 1,11 8,-41-21,-1 1,1 0,0 0,-1 0,1 0,-1 0,1 1,-1-1,0 1,0 0,-1 0,1 0,0 0,-1 1,0-1,0 1,0-1,0 1,-1 0,1 0,-1 0,0 0,0 0,0 0,-1 0,1 0,-1 0,0 0,0 0,-1 0,1 1,-1-1,0 0,0 0,0-1,0 2,-10 7,0 1,0-2,-1 1,-1-2,0 0,0 0,-1-1,0-1,-1 0,1-1,-2 0,-7 1,20-7,-131 47,120-48,12-6</inkml:trace>
  <inkml:trace contextRef="#ctx0" brushRef="#br0" timeOffset="98890.088">12346 2669,'11'17,"0"-1,1 0,1-1,0 0,1-1,1-1,0 0,1-1,0 0,1-2,0 0,0 0,1-2,1 0,-1-1,1-1,0-1,6 0,-18-4,0-1,0 0,0 0,0-1,0 1,0-2,0 1,0-1,0 0,0-1,-1 1,1-1,-1 0,0-1,0 0,0 0,-1 0,1-1,-1 1,0-1,0-1,0 1,-1-1,0 1,0-1,-1-1,1 1,-1 0,-1-1,1 1,1-7,1-8,0 0,-1 0,-1-1,-1 1,-1-1,-1 1,-2-10,-1 84,7 45,5 0,4 0,4-1,12 30,-10-43,-18-78,6 27,0 0,-3 0,0 1,-3 5,0-35,-1-1,0 0,0 0,0 0,0 1,-1-1,1 0,-1 0,0 0,0 0,0 0,0 0,-1 0,1 0,-1 0,1-1,-1 1,0 0,0-1,0 0,-1 1,1-1,-1 0,1 0,-1 0,0-1,1 1,-1-1,0 1,0-1,0 0,0 0,0 0,0-1,-1 1,1-1,0 1,0-1,0 0,-1 0,1-1,-1 1,-11-5,1 0,0 0,1-2,-1 1,1-2,1 0,-1 0,1-1,1-1,-1 0,2 0,0-1,0 0,1-1,0 0,1-1,0 0,-1-4,4 10,1 0,0 0,0 0,1-1,-1 1,2-1,-1 0,1 0,0 0,1 0,0 0,0-1,1 1,0 0,0 0,1-1,0 1,1 0,-1 0,2 0,-1 0,1 0,0 1,1-1,0 1,0 0,0 0,1 0,2-2,3 0,0 1,1 0,0 1,0 0,0 0,1 1,0 1,1 0,-1 1,1 0,0 1,0 0,11 0,175-4,-198 8,68 1,-42-1</inkml:trace>
  <inkml:trace contextRef="#ctx0" brushRef="#br0" timeOffset="99137.428">13456 2963,'-9'16,"-6"16,1 13,2 9,3 7,5 3,6 1,7 1,5 1,-1-2,-2-12</inkml:trace>
  <inkml:trace contextRef="#ctx0" brushRef="#br0" timeOffset="100324.031">11611 3484,'-1'21,"2"0,1 0,0-1,2 1,0-1,1 0,1 0,1-1,1 1,1-2,0 1,1-1,1 0,1-1,1-1,0 0,1 0,0-2,11 9,-21-19,0 0,1-1,0 0,-1 1,1-2,0 1,0 0,0-1,1 0,-1 0,1-1,-1 1,1-1,-1-1,1 1,0-1,-1 0,1 0,0 0,-1-1,1 0,-1 0,1 0,-1-1,1 0,-1 0,0 0,0-1,3-1,0-7,-1 0,0 0,0-1,-1 0,0 0,-1-1,-1 1,0-1,-1 0,0-1,-1 1,0 0,-1-1,-1 1,0 0,-1-9,0 11,0 32,32 366,-17-179,-10 143,-5-303,-3-1,-2-1,-2 1,-2-1,-2 0,-4 5,-31 32,45-81,1 0,0 0,-1-1,0 1,1-1,-1 1,0-1,0 1,0-1,0 0,0 0,0 0,0 0,0-1,-1 1,1-1,0 1,0-1,-1 1,1-1,0 0,-1 0,1-1,0 1,0 0,-1-1,1 1,0-1,0 0,0 1,-1-1,1 0,0 0,0-1,0 1,1 0,-1-1,-1-1,-8-10,0 0,2-1,0 0,0 0,2-1,-1-1,2 1,0-1,1 0,1 0,0-1,0-6,-2 3,1 0,1 0,1-1,0 1,2-1,0 0,1 1,1-1,2 0,-1 1,2 0,1-1,1 1,4-9,-7 23,1 1,-1 0,1 0,0 0,1 1,-1-1,1 1,0 0,0 0,0 1,1-1,-1 1,1 0,0 1,0 0,0 0,0 0,6-1,115-7,-86 11,0 1,0 2,0 2,0 2,-1 1,0 2,-1 2,8 5,-40-15,-1 0,1 0,-1 0,0 1,0 0,0 0,0 1,-1 0,0 0,0 0,0 0,-1 1,0 0,0 0,0 0,0 0,-1 1,0-1,-1 1,0 0,0 0,0 0,-1 0,0 0,0 2,4 187,-4-192,-1 0,1 0,1 0,-1 0,0-1,1 1,0 0,0-1,0 1,0-1,1 0,-1 0,1 0,0 0,0 0,0 0,0-1,0 1,1-1,-1 0,1 0,-1 0,1-1,0 1,0-1,0 0,-1 0,1 0,0-1,0 1,1-1,-1 0,0 0,0 0,0-1,0 0,0 1,0-1,1-1,5-3,0-1,-1 0,1-1,-1 0,0 0,-1-1,0 0,0 0,-1-1,0 0,0 0,-1-1,-1 0,1 0,-2 0,1-1,-1 1,-1-1,0 0,-1 0,0-1,0 1,-1 0,-1-1,0 1,0 0,-1-1,-1 1,0 0,-3-10,4 15,-1 1,0 0,-1 0,1 0,-1 0,0 0,0 1,0-1,-1 1,0 0,0 0,0 0,0 0,0 1,-1 0,0-1,1 2,-1-1,0 1,-1-1,1 1,0 1,0-1,-1 1,1 0,-1 0,1 1,-1-1,0 1,1 1,-1-1,-2 1,-3 1,0 0,0 1,1 1,-1 0,1 0,0 1,0 0,0 1,1 0,-1 0,2 1,-1 0,1 1,0 0,0 0,1 1,0-1,1 2,0-1,0 1,1 0,0 0,1 0,0 1,1 0,0-1,0 1,2 0,-1 1,1 5,5 29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2:31.3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11,'0'-4,"0"-2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3:39.6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139 8,'-7'2,"1"0,-1 0,1 1,0 0,-1 0,1 0,1 1,-1 0,0 0,1 0,0 1,0 0,0 0,1 0,-1 0,1 1,1 0,-1 0,1 0,0 0,0 0,1 1,-1-1,2 1,-2 4,-2 6,1 1,0-1,2 1,0 0,0-1,2 1,0 0,2 0,-1-1,2 1,1-1,0 1,1-1,0 0,2-1,0 1,1-1,0-1,11 14,-16-25,0 1,1-1,-1 0,1 0,0-1,0 1,0-1,1 0,-1 0,1-1,0 1,0-1,0 0,0 0,0 0,0-1,0 0,1 0,-1 0,0-1,1 0,-1 0,0 0,1 0,-1-1,0 0,1 0,-1-1,0 1,0-1,0 0,0-1,0 1,-1-1,1 0,3-3,5-8,-1-1,0 0,-1-1,-1 0,0-1,-1 0,-1 0,-1-1,0 0,-2-1,0 1,0-1,0-18,-2 29,-1-1,0 1,0-1,-1 0,0 0,-1 0,0 0,0 0,-1 0,0 1,0-1,-1 0,-1 0,1 1,-1 0,-1-1,1 1,-1 0,-1 0,0 1,0 0,0-1,-1 2,0-1,-1 1,1 1,-1-1,0 2,0-1,0 1,-1 0,0 1,0-1,1 2,-2-1,1 1,0 0,0 1,-1 0,1 0,-1 1,1 0,-1 0,1 1,-1 0,1 1,0 0,0 0,0 0,0 1,0 1,0-1,-2 3,2 1,0 1,1 0,0 0,0 0,1 1,0 0,0 1,1-1,1 1,-1 0,2 1,-1-1,1 0,1 1,0 0,0 0,1 0,1-1,0 1,0 0,1 0,0 0,1 0,0-1,1 1,0-1,2 4,12 17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3:40.5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1 387,'83'-209,"-4"41,-79 167,0 1,0 0,0-1,0 1,0-1,0 1,0 0,0-1,1 1,-1-1,0 1,0 0,0-1,1 1,-1 0,0-1,1 1,-1 0,0 0,0-1,1 1,-1 0,0 0,1-1,-1 1,1 0,-1 0,0 0,1 0,-1 0,1 0,-1 0,0-1,1 1,-1 0,1 0,-1 1,1-1,-1 0,0 0,1 0,-1 0,1 0,-1 0,0 0,1 1,-1-1,0 0,1 0,-1 1,0-1,1 0,-1 0,0 1,1-1,-1 0,0 1,0-1,0 0,1 1,-1-1,0 0,0 1,0-1,0 1,0-1,1 0,-1 1,0-1,0 1,7 33,-7-31,6 73,-3 0,-4 0,-10 74,7-95,-4 95,13-129,-1-22</inkml:trace>
  <inkml:trace contextRef="#ctx0" brushRef="#br0" timeOffset="4542.759">28 600,'0'3,"2"2,4 1,2-1,2-1,3-1,2-1,4 1,3 0,3 0,0-4,2-2,-4-2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3:41.3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1 407,'16'-40,"168"-275,-178 305,30-31,-35 41,1 1,-1 0,0-1,0 1,0 0,0 0,0-1,0 1,0 0,0 0,0 0,0 0,-1 1,1-1,0 0,-1 0,1 0,-1 1,1-1,-1 0,0 0,1 1,-1-1,0 0,0 1,0-1,0 0,0 2,0-2,5 54,-2 1,-2-1,-3 0,-7 37,7-68,-13 188,15-210,-1 1,0 0,1 1,0-1,-1 1,2-1,-1 0,0 1,1-1,-1 1,1-1,0 0,0 1,0-1,0 0,1 0,0 0,-1 0,1 0,0 0,0-1,0 1,1 0,0 0,7-1</inkml:trace>
  <inkml:trace contextRef="#ctx0" brushRef="#br0" timeOffset="2735.335">121 648,'0'2,"0"4,2 0,3-1,6-1,5-1,4-2,6 0,3-1,1 0,-3 2,-2 1,-5 2,-5 2,-7 1,-5-2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46.9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0 493,'1'-8,"1"-1,0 1,0 0,0 0,1 0,0 0,1 1,0-1,0 1,1-1,6-12,17-31,-3-1,-2-1,-2-1,-2-1,-3-1,-1-8,-16 167,14 386,-13-480,-1-6,1 0,-1-1,1 1,0-1,-1 1,1 0,1-1,-1 1,0 0,1-1,-1 1,1 0,0-1,0 1,0-1,0 1,0-1,1 0,-1 0,1 1,-1-1,1 0,0 0,0 0,0-1,0 1,2 1,6-1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47.9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161 172,'-7'0,"1"-1,0 2,-1-1,1 1,0-1,-1 2,1-1,0 1,0 0,0 0,0 1,0-1,1 1,-1 1,1-1,0 1,0 0,0 0,0 0,1 1,0 0,-1-1,2 2,-1-1,1 0,0 1,0 0,0-1,1 1,0 0,0 0,0 1,1-1,0 3,0 2,1 1,0 0,1 0,0-1,1 1,1-1,0 1,0-1,1 0,0 0,1-1,0 1,1-1,0 0,1 0,0-1,0 0,1 0,0-1,1 0,0 0,0-1,0 0,1-1,0 0,1 0,-1-1,1 0,0-1,0-1,0 1,1-2,-1 0,1 0,-1-1,1 0,0-1,0 0,1-1,-3-1,-1-1,0 1,1-2,-2 1,1-1,0 0,-1-1,1 0,-1-1,-1 1,1-1,-1-1,0 0,0 0,-1 0,0 0,0-1,-1 0,0-1,-1 1,1-1,2-8,-1 0,0 0,-1-1,-1 1,0-1,-1 0,-2 0,1-1,-2 1,0 0,-2 0,-2-15,3 23,0 0,0 0,-1 1,-1-1,1 1,-2-1,1 1,-1 0,-1 0,1 0,-2 1,1-1,-1 1,0 1,-1-1,0 1,0 0,0 1,-1-1,0 1,-1 1,1 0,-1 0,0 1,0 0,0 0,0 1,-1 0,0 1,-5-1,3 3,1 2,-1-1,1 1,0 1,-1 0,1 1,1 0,-1 0,1 1,-1 1,2 0,-1 0,0 1,1 0,1 0,-1 1,1 0,0 1,-5 8,7-9,-1 0,2 0,-1 1,1-1,1 1,0 1,0-1,0 0,1 1,1 0,0 0,0 0,1 0,0 0,1 0,0 0,0 0,1 0,0 0,1 0,0 0,4 7,22 33,6-9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48.4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129 226,'-7'6,"0"1,0-1,1 1,0 0,0 1,1-1,0 1,0 0,1 1,0-1,0 1,1 0,0-1,1 1,0 1,0-1,1 0,0 0,1 1,0-1,0 0,1 1,1-1,-1 0,1 0,1 0,-1 0,2 0,-1-1,1 1,1-1,2 4,-1-3,1 0,1-1,0 0,0-1,1 1,-1-2,2 1,-1-1,1 0,-1-1,2 0,-1-1,0 0,1-1,0 0,0 0,0-1,0-1,0 0,0 0,0-1,0-1,1 0,-1 0,0-1,0 0,-1-1,1-1,0 1,-1-2,0 1,0-1,0-1,-1 0,0 0,0-1,5-5,-5 1,0 0,-1-1,0 0,-1 0,0-1,-1 0,-1 0,0-1,-1 1,0-1,-1 0,0 0,-2 0,1 0,-2-1,0 1,0 0,-2-1,1 1,-2 0,0 0,-1 0,0 1,-5-10,5 11,-1 0,0 0,-1 1,-1 0,1 0,-2 0,0 1,0 0,-1 1,0-1,0 2,-1-1,0 1,-1 1,0 0,0 1,0 0,-1 0,0 1,0 1,0 0,0 0,-1 1,0 1,0 0,1 1,-6 1,6 0,0 2,1 0,-1 0,0 1,1 0,0 1,0 1,0-1,0 2,1 0,0 0,0 0,0 1,1 1,0 0,-1 1,5-4,-1 1,1 0,0 0,1 0,-1 0,1 1,1 0,-1 0,1 0,0 0,1 0,-1 1,1-1,1 1,0-1,0 1,0 0,1-1,0 1,0 0,1-1,0 1,1 0,0-1,0 2,2-1,-1 0,1-1,0 1,1-1,0 0,0 0,1-1,0 0,0 0,0 0,1 0,2 1,38 25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59.1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1 554,'100'-301,"-24"67,-69 215,-6 59,-9 31,-4 32,3 1,5 0,9 88,3-130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59.9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111 230,'-9'5,"1"1,1 0,-1 0,1 0,0 1,0 0,1 0,0 1,0 0,1 0,0 0,0 0,1 1,0 0,0 0,1 0,1 1,-1-1,2 0,-1 1,1 0,1-1,-1 1,2 0,-1-1,1 1,1 0,0-1,0 0,1 1,0-1,1 0,-1 0,2-1,-1 1,2-1,-1 0,2 1,2-1,1 0,0-1,1 0,0-1,0 0,0 0,1-1,0-1,0 0,0-1,0 0,0-1,1 0,-1-1,1 0,0-1,-1-1,1 0,-1 0,1-1,-1-1,0 0,0-1,0 0,0-1,-1 0,0-1,0 0,0-1,0 1,-2-1,1-1,-1 1,0-1,0-1,-1 0,-1 0,1-1,-1 1,-1-2,0 1,0-1,-1 0,-1 0,1 0,-2-1,0 1,0-1,-1 0,0 0,-1 0,-1 0,0 0,0 0,-1 0,-1 0,0 0,-1 1,0-1,0 0,-1 1,-3-5,-2-2,-1 1,0 0,-1 1,-1 0,0 0,-2 1,1 1,-2 0,0 1,0 1,-2 0,1 1,-1 1,-17-8,28 16,0 0,1 0,-1 0,0 1,0 0,1 0,-1 0,0 1,0 0,0 0,0 0,0 1,0 0,0 0,1 1,-1-1,0 1,1 0,-1 1,1 0,0-1,0 2,0-1,0 0,0 1,1 0,0 0,0 1,0-1,0 1,0 1,-4 7,1 0,0 1,1-1,1 2,0-1,1 1,1-1,0 1,1 0,0 0,1 1,1-1,0 0,2 0,-1 0,2 0,0 0,12 52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0.7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149 228,'-10'7,"0"1,1 1,0-1,1 1,0 1,0-1,1 2,0-1,1 1,0 0,1 0,0 0,0 1,2 0,-1 0,2 0,-1 0,1 1,1-4,0-1,1 1,0-1,0 0,0 1,1-1,0 0,1 1,0-1,1 0,-1 0,1 0,1-1,-1 1,1-1,1 0,-1 0,1 0,1 0,-1-1,1 0,0 0,1-1,-1 1,1-1,5 2,-3-1,1-1,-1-1,1 0,0 0,0-1,1 0,-1-1,1 0,-1 0,1-1,0-1,-1 0,1 0,0-1,-1-1,1 0,-1 0,0-1,1 0,-1 0,-1-1,1-1,0 0,-1 0,0-1,0 0,-1-1,3-2,2-7,-1 0,-1 0,0-1,-2-1,0 0,0 0,-2-1,0 1,-2-2,0 1,-1-1,0 1,-2-1,-1 0,0 0,-1 0,-1 0,-2 0,1 0,-3-3,3 12,0 1,-1 0,0 0,0 1,-1-1,-1 1,1 0,-1 0,-1 0,0 0,0 1,-1 0,0 1,0-1,-1 1,0 1,0-1,0 1,-1 1,0 0,0 0,-1 0,1 1,-1 1,0 0,0 0,0 1,0 0,-6 0,2 3,1 0,-1 1,1 0,0 1,0 1,0 0,1 1,-1 0,1 1,0 0,1 1,-1 0,2 1,-1 1,1-1,0 1,0 1,1 0,1 0,0 1,0 0,1 1,0-1,1 1,1 1,0-1,0 1,1 0,1 0,0 0,1 0,0 1,1-1,1 0,0 8,1-10,0 0,0 1,1-1,0 0,1 0,1 0,-1-1,2 1,3 6,19 29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2.7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0 554,'3'-37,"1"0,1 0,3 0,10-31,5-28,-11 42,-3 1,-2-2,-2-12,-10 55,-4 32,0 22,2 0,3 1,1-1,2 1,1-1,5 23,14 101,-6-96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3.3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176 168,'-7'0,"0"-1,0 1,0 0,1 1,-1 0,0 0,0 0,0 1,1 0,-1 0,1 1,-1-1,1 2,0-1,0 1,0-1,1 2,-1-1,1 1,0-1,1 1,-1 1,1-1,0 1,-2 2,3 0,-1 1,1 0,1 0,0 0,0 0,0 0,1 1,1-1,0 0,0 1,1-1,0 0,0 0,1 1,0-1,1 0,0-1,0 1,1 0,0-1,1 0,0 0,0 0,0-1,1 1,0-1,1-1,0 1,3 1,-1 1,2 0,-1-1,1-1,0 0,0 0,1-1,0 0,0-1,1-1,-1 0,1-1,0 0,0 0,0-2,0 0,0 0,0-1,0-1,1 0,10-2,-14-1,1 1,-1-2,0 1,0-1,-1-1,1 0,-1 0,-1-1,1 0,-1 0,0-1,-1 0,0 0,0-1,-1 0,0 0,0-1,0-2,2-4,-1 0,0-1,-1 0,-1 0,-1 0,0 0,-1-1,-1 1,-1-1,-1 0,0 0,0 8,-1-1,0 1,0-1,-1 1,-1 0,1-1,-2 1,1 1,-2-1,1 0,-1 1,-1 0,1 0,-2 1,1-1,-1 1,0 1,-1-1,0 1,0 1,0-1,-1 1,0 1,0 0,-1 0,1 1,-1 0,0 0,-10-1,7 4,-1 0,1 1,0 0,0 1,-1 1,1 0,0 1,0 1,1-1,-1 2,1 0,0 0,0 2,0-1,1 1,0 1,1 0,-1 0,2 1,-1 1,-1 2,8-8,-1 0,1 0,0 1,0-1,1 1,-1 0,1 0,0 0,1 0,-1 0,1 1,0-1,0 0,1 1,-1-1,1 0,0 1,1-1,-1 0,1 1,0-1,1 0,-1 1,1-1,1 1,17 33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3.9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0 534,'9'-50,"3"1,1 0,20-46,-6 16,35-112,-53 171,-9 20,0 0,0 0,-1 0,1 1,0-1,0 0,0 0,0 1,-1-1,1 0,0 1,0-1,0 0,0 0,0 1,0-1,0 0,0 1,0-1,0 0,0 0,0 1,0-1,0 0,0 1,0-1,0 0,0 0,1 1,-1-1,0 0,0 1,0-1,0 0,1 0,-1 0,0 1,0-1,0 0,1 0,-1 0,0 1,0-1,1 0,-1 0,0 0,1 0,-1 0,0 0,0 0,1 1,-1-1,0 0,1 0,-1 0,0 0,0 0,1 0,-1-1,0 1,-44 210,31-150,2 0,3 0,3 1,2 54,7-67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4.4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85 300,'-11'12,"1"1,0 1,0 0,2 0,0 1,0 0,-1 4,7-13,0-1,1 1,-1-1,1 1,0 0,0 0,1 0,-1 0,2-1,-1 1,0 0,1 0,0 0,1-1,-1 1,1 0,0-1,0 1,1-1,0 0,0 0,0 0,6 5,1-1,1-1,0 0,0 0,0-1,1-1,0 0,0 0,0-1,1-1,0 0,0-1,0 0,0-1,0 0,1-1,-1-1,0 0,1-1,-1 0,0-1,9-3,-6 3,0-2,0 0,-1-1,1-1,-1 0,0-1,-1 0,0-2,0 1,0-2,-1 0,-1 0,0-1,0-1,-1 0,-1 0,0-1,0-1,-2 0,1 0,-2 0,0-1,-1 0,0-1,-1 1,-1-1,0 0,-2 0,1 0,-2-1,0 1,-2-9,1 14,-2 0,0 0,0 0,-1 1,0-1,-1 1,0 0,0 0,-1 0,-1 0,1 1,-2 0,1 0,-1 1,-1 0,1 0,-1 0,-1 1,1 0,-1 1,0 0,-1 0,0 1,1 1,-2-1,1 2,0-1,-3 1,-1-1,1 2,0 0,0 1,-1 0,1 1,-1 0,1 1,-1 1,1 0,0 1,0 0,0 1,1 1,-1 0,1 0,0 1,0 1,1 0,0 1,0 0,0 0,1 1,1 1,0-1,0 2,1-1,0 1,0 0,2 1,-1 0,-3 11,1 1,1 1,1-1,1 1,1 1,1 0,-3 41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5.5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1 572,'-1'-19,"1"0,1 0,0 0,1-1,2 1,0 1,0-1,2 1,4-9,-1-2,20-69,-3-2,-1-25,-20 102,-18 212,4-88,5 0,7 70,2-119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6.6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172 308,'-6'-1,"1"1,-1-1,0 1,1 0,-1 0,1 1,-1-1,0 1,1 1,-1-1,1 1,0 0,0 0,0 0,0 1,0 0,0 0,0 0,1 0,-1 1,1 0,0 0,1 0,-1 0,1 1,-1-1,1 1,-1 4,-1-2,1 0,0 0,1 1,0 0,0 0,0-1,1 2,1-1,-1 0,1 0,0 1,1-1,0 0,1 1,-1-1,2 0,-1 0,1 0,0 0,1 0,0 0,0 0,0-1,1 1,0-1,1 0,0 0,0-1,0 1,1-1,1 1,5 1,0-1,0 0,1-1,-1 0,2-1,-1-1,0 0,1 0,0-1,0-1,0-1,0 0,0 0,0-1,0-1,0-1,0 0,0-1,-1 0,1-1,-1 0,0-1,0-1,0 0,-1-1,0 0,0-1,0 0,-1-1,-1 0,0-1,0 0,0-1,-2 1,1-2,-1 1,-1-2,0 1,0-3,-1-3,-1 0,-1 0,-1-1,0 1,-2-1,0 1,-1-1,0 0,-2 1,0-1,-2 1,0 0,0 0,-2 0,0 0,-1 1,-1 0,-1 0,0 1,-1 0,-1 1,0 0,-1 1,-12-12,19 21,-1 1,1-1,0 1,-1 0,0 1,0 0,0-1,-1 2,1-1,-1 1,1 0,-1 0,0 1,0 0,1 0,-1 0,0 1,0 0,0 1,0-1,0 1,0 1,1-1,-1 1,1 1,-1-1,1 1,0 0,-1 0,-4 4,0 0,1 1,0 0,0 1,1 0,0 1,0 0,1 0,1 1,-1 0,2 0,0 0,0 1,1 0,0 0,1 1,1-1,0 1,0 0,1 0,1 0,0 0,1 0,1 0,0 0,0 0,1 0,3 10,15 29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7.1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0 535,'8'-38,"1"0,1 1,2 0,15-30,16-47,-2-78,-40 181,-1 17,-3 22,-7 100,6 0,6 16,13-33,-4-72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9.2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0 473,'35'-88,"-4"-3,-5 0,15-91,-39 162,-5 28,-8 36,-7 47,4 1,4 1,2 52,9-80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9.8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81 515,'-16'-61,"3"0,3-1,2 0,0-62,11-13,2 129,-3 27,-28 267,17-82,8-154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0.5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13 124,'0'2,"-5"29,1 1,1-1,2 1,2-1,1 1,1-1,1 1,2-1,2 2,-6-26,0-1,1 0,0 0,0-1,0 1,1-1,0 1,0-1,0 0,0 0,1-1,0 0,0 1,0-1,1-1,-1 1,1-1,0 0,0-1,0 1,0-1,0 0,0-1,1 1,-1-1,1 0,-1-1,1 0,-1 0,1 0,5-2,4-2,1-2,-1 0,0-1,0-1,-1 0,0-1,-1 0,0-2,0 1,-1-2,0 0,-1 0,-1-1,0-1,-1 0,3-4,-6 10,-1-1,0 1,-1-1,0 0,0 0,-1 0,0-1,-1 1,0-1,0 0,-1 0,0 0,-1-1,0 1,-1 0,0 0,0-1,-1 1,-1 0,0 0,0 0,-1 0,0 0,0 0,-1 1,-1 0,0 0,0 0,0 0,-1 1,-1 0,1 0,-4-3,2 5,-1 0,1 1,-1 0,0 0,-1 1,1 0,-1 1,1-1,-1 2,0 0,0 0,0 1,0 0,-1 0,1 1,0 1,0 0,0 0,0 1,0 0,0 1,0 0,1 0,-1 1,1 1,0-1,0 1,1 1,-1 0,1 0,0 1,1 0,0 0,0 0,0 1,1 0,0 1,1-1,0 1,0 0,1 0,0 1,1-1,-1 1,2 0,-1 4,1-1,2 0,-1-1,2 1,-1 0,2 0,0-1,0 1,1-1,1 0,0 0,0 0,1 0,1 0,6 8,21 32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0.9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210 267,'-5'14,"1"0,0 0,1 1,1-1,0 1,1 0,1 0,0-1,1 1,0 0,1-1,1 1,3 7,-4-14,0 0,1-1,0 1,1-1,0 0,0 0,0 0,1-1,0 1,0-1,1 0,-1-1,1 1,0-1,1 0,0-1,-1 0,1 0,1 0,-1-1,0 0,1 0,0-1,0 0,3 1,-4-3,1 1,0-1,-1 0,1 0,0-1,-1 0,1-1,-1 0,1 0,-1 0,0-1,0 0,0-1,0 1,-1-1,1 0,-1-1,0 0,-1 0,2-1,6-7,0 0,-2-1,1-1,-2 1,0-2,0 1,-2-2,0 1,-1 0,0-1,-2 0,0 0,0 0,-2-1,0 1,-1-1,-1 1,-1-1,0 0,-3-16,2 24,-1 0,0 0,-1 1,0-1,0 1,-1 0,0 0,-1 0,0 0,0 1,-1-1,0 2,0-1,-1 1,0-1,-1 2,1-1,-1 1,0 1,-1-1,-6-2,3 3,1 0,-1 1,0 0,1 2,-1-1,-1 1,1 1,0 0,0 1,-1 0,1 0,0 2,0 0,0 0,0 1,0 0,0 1,1 0,-1 1,1 1,1 0,-3 1,-7 6,0 0,1 2,0 0,1 1,1 1,0 1,2 0,0 1,1 1,-10 17,-9 26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1.8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0 498,'3'-42,"1"0,2 1,2-1,3-3,15-86,-15-23,-17 168,-7 72,3 1,4 0,4 0,5 15,2-43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2.3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1 461,'5'-69,"4"0,3 1,2 0,4 1,16-36,-29 87,-21 77,4 1,2 0,-1 62,6-75,3 0,2 0,3 0,1 0,3 6,4-5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3.0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181 103,'-5'-2,"-1"1,0 0,0 1,0-1,0 1,-1 0,1 1,0 0,0 0,1 0,-1 0,0 1,0 0,1 0,-1 1,1 0,-1 0,1 0,0 0,1 1,-1 0,0 0,1 0,0 0,0 1,0 0,1-1,-1 2,-1 7,0 1,0 0,1 0,1 0,0 0,1 1,1-1,0 1,1 0,1-1,0 1,1-1,0 1,1-1,1 0,0 0,1 0,1 0,0-1,0 0,2 0,-1-1,2 0,0 0,0-1,1 0,0-1,1 0,0 0,0-1,1-1,9 5,-15-9,1 0,0-1,1 1,-1-2,0 1,1-1,0 0,-1 0,1-1,0 0,0 0,0-1,0 0,0-1,0 0,0 0,-1 0,1-1,0 0,-1-1,1 0,-1 0,0 0,0-1,0 0,-1 0,6-5,3-7,-1 0,-1 0,-1-1,0-1,-1 0,-1 0,-1-1,-1-1,0 1,-2-1,0-1,-1 1,-1-1,-1 0,-1 0,-1 0,0 0,-2 0,-1-6,1 14,0-1,0 1,-2-1,0 1,0 0,-1 0,-1 0,-3-5,6 14,0-1,0 2,0-1,-1 0,0 0,0 1,0-1,0 1,0 0,-1 0,1 0,-1 1,0-1,0 1,0 0,0 0,0 0,-1 0,1 1,0 0,-1 0,1 0,-1 0,1 1,-1 0,-4 0,-5 2,0 2,0 0,0 0,1 2,-1-1,1 2,1 0,-1 0,1 1,0 1,1 0,0 0,0 1,1 1,1 0,0 0,-5 7,6-8,1 0,-1 0,2 1,-1-1,2 2,-1-1,2 1,-1-1,2 1,-1 0,2 1,-1-1,2 0,0 1,0-1,1 1,1-1,0 1,0-1,2 1,1 7,18 32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4.8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1 484,'48'-170,"-24"89,-3 0,6-51,-24 112,-16 360,12-118,4-167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5.3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1 526,'2'-27,"2"1,1 0,1 0,1 0,1 1,2 0,0 1,8-14,12-30,44-146,-95 287,3 1,3 1,4 1,-2 74,15-91,2-10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6.8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272 57,'-10'-1,"-1"1,1 1,-1-1,1 2,-1-1,1 1,0 1,0 0,0 0,0 1,0 1,1-1,0 2,0-1,0 1,1 0,-6 6,5-3,0 1,0 0,1 1,0-1,1 2,0-1,1 1,1 0,-1 0,2 1,-1 3,3-9,0 0,1 0,0 0,0 0,0 0,1 0,0 0,1 0,0-1,0 1,0 0,1 0,0 0,0-1,1 1,0-1,0 1,0-1,1 0,0-1,0 1,1 1,7 3,0-1,0 0,1 0,0-1,0-1,1 0,0-1,0 0,1-1,-1-1,1 0,0-1,0-1,1 0,-1-1,2-1,32 3</inkml:trace>
  <inkml:trace contextRef="#ctx0" brushRef="#br0" timeOffset="310.241">285 3,'16'-2,"15"1,8 4,5 5,1 9,-2 7,-6 8,-10 6,-8 5,-9 0,-12 1,-13 0,-10-4,-11-4,-7-3,-7-7,6-9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6.1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213 485,'2'-20,"2"-1,0 1,1 1,1-1,0 1,2 0,0 0,2 1,2-5,0 0,55-134,-66 141,-13 29,-2 16,2-1,1 2,1-1,2 1,0 1,2 0,2 0,1 0,1 30,1-40,2 0,0 1,1-1,2 0,0 0,6 18,4-1</inkml:trace>
  <inkml:trace contextRef="#ctx0" brushRef="#br0" timeOffset="1846.989">266 4,'0'-2,"0"1,-4 6,-7 8,-10 7,-10 7,-7 5,-4 5,-2 0,2-4,9-8</inkml:trace>
  <inkml:trace contextRef="#ctx0" brushRef="#br0" timeOffset="2266.732">387 17,'-3'0,"0"2,-2 6,0 8,1 8,-2 9,1 10,1 12,1 8,1 4,1 2,1-1,2-6,2-13</inkml:trace>
  <inkml:trace contextRef="#ctx0" brushRef="#br0" timeOffset="3166.145">401 44,'-5'-7,"-5"-2,-9 3,-10 9,-13 10,0 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52.4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1 160,'1'-8,"0"0,1 1,0-1,1 1,-1-1,1 1,1 0,-1 0,1 0,1 1,-1-1,1 1,0 0,0 0,1 1,0 0,0 0,0 0,0 0,1 1,0 0,0 1,0-1,0 1,1 1,-1 0,1 0,-1 0,1 1,0 0,0 0,0 1,0 0,-1 0,1 1,0 0,0 0,-1 1,1 0,-1 1,1-1,-1 1,0 1,0-1,2 3,0 1,1 0,-1 1,-1 0,1 0,-1 1,-1 0,0 1,0 0,-1 0,0 0,-1 1,0 0,-1 0,0 0,0 0,-1 1,1 8,3 26,-2 0,-2 1,-3 39,0-85,-4 91,-4-1,-8 22,3-16,10-74</inkml:trace>
  <inkml:trace contextRef="#ctx0" brushRef="#br0" timeOffset="268.32">135 480,'-2'-2,"6"-1,11 0,14 1,19-2,17-2,15-3,11-1,4-3,-1 0,-8 2,-14 2,-17 4,-18 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51.8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1 160,'9'9,"12"6,12-1,11-1,12-4,8-3,4-6,0-1,-3-4,-7-1,-10 1,-12 1</inkml:trace>
  <inkml:trace contextRef="#ctx0" brushRef="#br0" timeOffset="246.342">295 0,'0'21,"2"15,1 11,2 9,0 4,0 1,0-4,3-4,4-8,0-13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49.8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 66,'-9'-7,"-3"0,3 6,5 10,5 10,8 8,6 8,8 3,6 5,6 0,3-1,3-3,0-6,-2-6,-3-8,-5-7,-8-5</inkml:trace>
  <inkml:trace contextRef="#ctx0" brushRef="#br0" timeOffset="402.048">597 25,'9'-21,"-10"21,1 0,0 1,0-1,0 0,-1 0,1 0,0 0,0 0,0 1,-1-1,1 0,0 0,0 0,-1 0,1 0,0 0,0 0,-1 0,1 0,0 0,0 0,-1 0,1 0,0 0,0 0,-1 0,1 0,0 0,0 0,0-1,-1 1,1 0,0 0,0 0,0 0,-1 0,1-1,0 1,0 0,0 0,0 0,-1-1,1 1,0 0,0 0,0 0,0-1,0 1,0 0,0 0,0-1,0 1,-11 12,1 0,1 1,0 0,1 0,0 1,1 0,1 1,-3 8,5-15,-17 46,2 0,2 2,3 0,3 0,1 1,2 20,-7 199,19-215,1-51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50.5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0 214,'7'0,"12"0,10-2,14-3,9-1,8-2,4 1,2 2,-7 1,-9 6,-12 3</inkml:trace>
  <inkml:trace contextRef="#ctx0" brushRef="#br0" timeOffset="257.31">94 508,'19'7,"16"2,15-2,9-6,-5-2</inkml:trace>
  <inkml:trace contextRef="#ctx0" brushRef="#br0" timeOffset="630.858">869 0,'10'18,"9"13,10 11,10 6,7 5,5 2,3 1,2-2,-5-4,-4-3,-8-5,-8-8,-9-7,-8-5,-8-8</inkml:trace>
  <inkml:trace contextRef="#ctx0" brushRef="#br0" timeOffset="887.176">1284 13,'-14'16,"-11"17,-6 16,-4 14,-6 9,-4 6,-3 2,2-4,5-8,10-12,13-14,9-15</inkml:trace>
  <inkml:trace contextRef="#ctx0" brushRef="#br0" timeOffset="2990.652">121 442,'9'6,"8"3,7 2,9-1,8-2,6-2,5-3,4-1,-1-2,0 0,-5 0,-6 0,-11 1,-11 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7:57.1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1,'18'42,"2"1,3-2,0-1,10 10,-21-35,0 1,1-2,0 1,1-2,1 0,0 0,0-2,2 0,-1 0,1-2,9 4,-21-10,1 0,0-1,-1 0,1 0,0 0,0-1,0 1,0-2,0 1,1 0,-1-1,0-1,0 1,0-1,0 0,0 0,0 0,0-1,0 0,0 0,0-1,-1 1,1-1,-1-1,0 1,0-1,0 0,-1 0,1 0,-1-1,0 1,0-1,1-2,1-3,-1 1,-1-1,0-1,0 1,-1 0,0-1,0 0,-1 0,-1 0,0 0,-1 1,0-1,0 0,-1 0,-1 0,0 0,0 0,-1 1,-3-9,6 18,0 1,0-1,0 0,0 0,0 0,-1 0,1 0,0 1,0-1,-1 0,1 0,-1 0,1 1,-1-1,1 0,-1 0,1 1,-1-1,1 1,-1-1,0 0,1 1,-1-1,0 1,0-1,1 1,-1 0,0-1,0 1,0 0,0 0,1-1,-1 1,0 0,0 0,0 0,0 0,0 0,0 0,1 0,-1 0,0 1,0-1,0 0,0 1,1-1,-1 0,0 1,0-1,0 1,1-1,-1 1,0-1,-15 76,9 72,12 136,-2-206,5 104,0-5,-12 135,3-296,1 2,-1-1,-1 1,-1-1,0 0,-2 0,1 0,-2 0,-2 2,8-17,-1 0,0-1,1 1,-1 0,0 0,0-1,0 1,-1-1,1 1,0-1,0 1,-1-1,1 0,-1 1,1-1,-1 0,0 0,1 0,-1-1,0 1,0 0,0-1,0 1,1-1,-1 1,0-1,0 0,0 0,0 0,0 0,0 0,0 0,0 0,0-1,0 1,1-1,-1 0,0 1,0-1,0 0,1 0,-1 0,-10-8,2 0,-1 0,1-1,1-1,0 1,0-2,1 1,1-1,0 0,0-1,2 3,-61-108,-41-106,64 101,43 121,-1 0,1 1,0-1,0 0,0 0,1 1,-1-1,0 0,0 1,1-1,-1 0,1 1,0-1,-1 1,1-1,0 1,0-1,0 1,0 0,0-1,0 1,1 0,-1 0,0 0,1 0,-1 0,0 0,1 0,-1 0,1 1,0-1,-1 0,1 1,-1 0,1-1,1 1,69-5,-58 5,338 6,-284-5</inkml:trace>
  <inkml:trace contextRef="#ctx0" brushRef="#br0" timeOffset="327.125">923 1083,'-10'21,"0"0,2 1,0 0,1 0,2 1,0-1,1 1,2 1,0 4,2-23,0-1,1 1,0 0,0-1,0 1,0 0,1-1,0 1,0-1,0 0,0 0,1 1,0-2,-1 1,2 0,-1 0,0-1,1 0,-1 0,1 0,0 0,0 0,0-1,0 0,1 0,-1 0,1 0,-1-1,1 1,1-1,6 2,0-1,1-1,-1 0,1 0,-1-1,0-1,1 0,-1-1,0 0,1-1,1-1,-4 1,1-1,-1-1,0 0,0 0,0-1,-1 0,0-1,0 0,0 0,-1-1,0 0,2-3,-7 7,0 0,0 0,0 0,-1-1,1 1,-1-1,0 1,0-1,0 0,-1 0,0 0,0 0,0 0,-1 0,1 0,-1 0,-1-1,1 1,-1 0,1 0,-1 0,-1 0,1 0,-1 0,0 1,0-1,-2-3,-3 0,1 1,-1 0,0 1,-1 0,0 0,0 0,0 1,-1 0,1 1,-1 0,0 0,0 1,-1 0,1 1,-1 0,1 0,-1 1,1 0,-1 1,0 0,0 1,1 0,-1 0,1 1,-1 0,1 1,-1 0,1 0,0 1,-1 1,0 0,0 0,1 1,-1 1,1-1,0 2,1-1,0 1,0 0,0 1,1 0,1 0,-1 1,1-1,1 1,0 1,1-1,-1 1,2-1,-1 3,-7 33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7:54.6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145 321,'4'16,"2"17,0 16,-2 13,-1 13,-1 4,0 0,-2-6,0-9,0-10,-3-13,-2-15,-1-13</inkml:trace>
  <inkml:trace contextRef="#ctx0" brushRef="#br0" timeOffset="294.212">10 175,'-1'-11,"-1"9,1-1,0 1,0-1,0 1,0-1,1 0,-1 1,1-1,-1 0,1 0,0 1,0-1,0 0,1 0,-1 1,1-1,-1 0,1 1,0-1,0 1,0-1,0 1,0-1,1 1,-1 0,1-1,0 1,-1 0,1 0,0 0,0 0,1 1,-1-1,0 1,0-1,1 1,-1 0,2-1,7 3,-1 1,0 0,1 0,-1 1,-1 1,1-1,0 2,-1-1,0 1,0 1,0 0,-1 0,0 1,0-1,0 2,0 1,7 5,-1 1,0 0,-2 1,1 1,-2 0,-1 0,0 1,1 5,-6-14,-2 0,1 0,-1 1,-1-1,1 1,-2 0,1-1,-1 1,-1 0,0 0,0-1,-1 1,0 0,-1 0,0-1,-1 1,1-1,-2 2,0-4,0 0,0 0,-1 0,1-1,-1 1,-1-1,1-1,-1 1,0-1,0 0,-1 0,1-1,-1 0,0 0,-1 0,1-1,0 0,-1 0,0-1,0 0,1-1,-1 0,-1 0,-14-12,22 1</inkml:trace>
  <inkml:trace contextRef="#ctx0" brushRef="#br0" timeOffset="556.105">598 1,'0'14,"0"15,0 15,0 15,0 14,0 10,0 5,0 3,0-2,0-5,0-8,3-10,2-12,1-10,-1-12</inkml:trace>
  <inkml:trace contextRef="#ctx0" brushRef="#br0" timeOffset="772.045">358 522,'16'7,"16"2,20 0,15-3,14-1,3-2,-2-1,-10 3,-16 1</inkml:trace>
  <inkml:trace contextRef="#ctx0" brushRef="#br0" timeOffset="1257.747">946 950,'7'-18,"-1"-1,0 0,-2 0,0 0,-1-1,-1 1,0-1,-2 0,0 1,-2-1,0 0,-1 1,-1 0,-3-12,-28-22,44 57,0 0,0-1,0 0,1 0,-1-1,1 0,-1-1,1 0,5-1,1 2,186-1,-200-1,1-1,1 1,-1-1,1 1,-1-1,1 1,-1 0,1 0,-1 1,1-1,-1 1,1-1,-1 1,0 0,1 1,-1-1,0 1,0-1,0 1,0 0,0 0,0 0,0 0,-1 1,1-1,-1 1,1 0,-1-1,0 1,0 1,-1 6,1 0,-2 0,1 1,-2-1,1 0,-1 0,-1 0,0 1,0-2,-1 1,0 0,-1 0,-6 24,9-29,-18 115,19-116,0 0,0 1,0-1,1 0,0 0,-1 0,1 0,1 0,-1 0,1 0,-1 0,1 0,0 0,1-1,-1 1,0-1,1 0,0 1,0-1,0 0,0-1,0 1,1-1,-1 1,1-1,3 1,8 2,0-2,0 0,0 0,0-2,0 0,0 0,1-2,-1 0,0 0,0-2,0 0,3-1,25-6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8:15.39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253 68,'-2'-1,"0"0,0 1,0-1,0 0,0 1,0-1,-1 1,1-1,0 1,0 0,0 0,-1 0,1 0,0 1,0-1,0 1,0-1,-1 1,1-1,0 1,0 0,0 0,0 0,1 1,-1-1,0 0,0 1,1-1,-1 1,1-1,-1 1,1 0,0 0,-1-1,1 1,0 1,-7 20,1 1,0 1,2 0,1-1,1 1,2 1,0 0,-3 21,-3 28,2 0,4 1,3-1,3 1,4-1,5 9,-14-78,1 0,0 0,1 0,-1 0,1-1,0 1,1-1,-1 1,1-1,0 0,1 0,-1 0,1 0,0-1,0 1,0-1,1 0,0 0,-1-1,1 1,1-1,-1 0,0-1,1 1,160 20,-110 0,55 13,153-29,-196-1,7 2,-1-3,1-3,0-4,2-3,7-5,0 4,1 4,-1 3,9 5,286-1,-114-33,-97 29,-48 13,17-1,-131-13,13 2,0-1,0-1,0-1,0 0,-1-2,1 0,0-1,-1-1,0-1,0 0,8-5,-15 5,-1 0,1 0,-1-1,0-1,-1 0,0 0,0-1,-1 0,0 0,-1-1,1 0,-2 0,0-1,0 0,1-3,0-12,0 1,-2-2,0 1,-2-1,-1 1,-1-1,-2 0,-2-16,2-21,-5-180,5 238,0 0,0 1,-1-1,0 0,0 1,-1-1,1 1,-1 0,0 0,-1 0,1 0,-1 0,0 1,0 0,0 0,-1 0,0 0,-2-1,-11-10,0-1,-1 0,-1 1,0 1,-1 1,0 0,-1 2,0 0,-1 2,0 1,0 0,-17-2,-267-7,-63-30,159 36,41 6,25-4,-88 9,109 1,43 3,2 4,-1 3,-5 5,-27 3,-138 17,10 14,218-46,1 1,-1 2,1 0,0 1,0 1,1 1,0 1,-8 6,15-8,1 1,0 0,0 1,1 0,0 1,1 0,1 1,0 0,-4 8,-1 2,-1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3:42.460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187 776,'62'-115,"59"-82,-32 56,-54 89,-34 52,0 0,-1-1,1 1,0 0,-1 0,1 0,0 0,-1 0,1 0,0 0,-1 0,1 0,0 0,-1 0,1 0,-1 1,1-1,0 0,-1 0,1 1,-1-1,1 0,0 1,-1-1,1 1,-1-1,1 0,-1 1,0-1,1 1,-1 0,1-1,-1 1,0-1,0 1,1-1,-1 1,0 0,0-1,0 1,1 0,-1-1,0 1,0 0,0-1,0 1,0 0,0-1,-1 1,1 0,0-1,0 1,0 0,-1-1,1 1,0-1,0 1,-1-1,1 1,-1 0,1 0,-4 315,3 29,2-344,-1 0,0 0,0 1,0-1,0 0,0 1,0-1,0 0,-1 1,1-1,0 0,-1 0,1 1,-1-1,1 0,-1 0,0 0,1 0,-1 0,0 0,0 0,0 0,0 0,0 0,0 0,0 0,0-1,0 1,0 0,0-1,-1 1,1-1,0 1,-1-1,21-9,34 4,-1 2,1 2,13 3,55 14,-121-15,-6-1</inkml:trace>
  <inkml:trace contextRef="#ctx0" brushRef="#br0" timeOffset="126545.25">241 1551,'-4'12,"0"0,1 1,1-1,0 0,0 1,1-1,1 1,0-1,1 1,0-1,1 1,1-1,-1 0,2 1,0-2,0 1,1 0,1-1,0 0,0 0,1-1,1 1,4 4,-5-8,1 1,0-1,0 0,1 0,0-1,0 0,1-1,-1 0,1-1,0 0,0 0,1-1,-1 0,1-1,-1 0,1-1,0 0,0-1,0 0,-1 0,1-1,0-1,0 0,-1 0,1-1,-1 0,0-1,0-1,0 1,-1-1,1-1,-1 0,-1 0,1-1,-1 0,0 0,0-1,0-1,-2 0,0 0,-1 0,0 0,-1-1,0 0,0 0,-1 0,0 0,-1 0,0-1,-1 1,0-1,-1 1,0-1,0 1,-2-10,-1 2,0 0,-1 0,-1 0,-1 1,0-1,-1 2,-1-1,-1 1,-3-4,7 11,0 1,0 0,-1 0,0 0,-1 1,0 0,0 0,0 1,-1 0,0 0,0 1,-1 0,1 0,-1 1,0 0,0 1,0 0,-1 0,1 1,-1 0,0 1,1 0,-1 0,0 1,0 0,1 1,-1 0,0 1,1 0,-1 0,-4 3,-2 2,0 2,1-1,0 2,1 0,0 0,1 2,0 0,1 0,0 1,1 0,0 1,1 1,1-1,0 1,1 1,0 0,2 0,0 1,1-1,0 1,0 8,1 7</inkml:trace>
  <inkml:trace contextRef="#ctx0" brushRef="#br1" timeOffset="-159732.345">869 148,'-13'-10,"1"1,-1 0,0 1,-1 1,0 0,0 1,-1 0,-8-1,20 5,-91-16,66 15,0 0,0 3,0 0,0 1,0 2,0 1,-18 5,26-3,1 1,-1 1,1 0,0 1,1 2,0 0,1 0,0 2,0 0,-3 6,-68 73,82-86,-4 3,1 1,0 0,0 0,1 1,0 0,1 0,0 1,1 0,0 0,1 1,0-1,1 1,1 0,-2 9,6 187,3-169,1-2,2 1,2-1,2 0,1 0,1-2,3 1,2 1,-9-22,1 0,1-1,0 0,1-1,1 0,0-1,0 0,1-1,1-1,0 0,1-1,0-1,1 0,-4-3,-1 0,1-1,0 0,1-1,-1 0,1-1,0-1,-1 0,1-1,0 0,5-2,-8 1,15 1,0-1,0-2,0 0,-1-2,1 0,-1-2,0-1,1-2,-6 2,1 0,-1-2,-1-1,0 0,0-1,-1-1,0-1,-1-1,-1 0,0-1,-1-1,0 0,-1-1,5-14,0-1,-2 0,-1-1,-2-1,-2-1,-1 0,-1 0,2-21,-5 9,-1-1,-2-1,-3 1,-2-15,-3 42,0-1,-2 1,-1 0,0 0,-1 1,-2 0,-6-11,7 12,-87-156,92 169,0 0,-1 1,1-1,-1 1,0 0,-1 0,1 0,-1 1,0 0,0 0,0 0,-1 1,0 0,1 0,-1 1,0 0,0 0,0 0,0 1,0 0,-1 1,1-1,-1 2,-14-1,1 1,-1 1,1 2,-1 0,1 1,-12 5,-13 2,23-6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1.649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288 612,'149'-274,"-110"170,-32 89,0 43,-14 192,2-132,3 1,5-1,5 24,1-57</inkml:trace>
  <inkml:trace contextRef="#ctx0" brushRef="#br1" timeOffset="135654.433">554 157,'-13'-8,"-2"1,1 0,-1 1,0 0,0 2,0-1,-1 2,1 0,-1 1,0 1,0 0,0 1,0 1,0 0,0 1,1 1,-1 0,1 2,0-1,0 2,-6 2,7 0,-1 0,2 1,-1 1,1 0,0 1,1 0,1 1,-1 0,2 1,0 0,0 1,2 0,-1 1,2-1,0 1,1 1,0-1,-2 13,4-8,0 0,2 0,0 0,1 0,1 1,1-1,0 0,2 1,0-1,2 0,0-1,1 1,1-1,1 0,0-1,2 0,3 6,-7-17,0 0,1-1,0 1,0-1,0-1,0 1,1-1,0 0,0-1,1 0,-1-1,1 1,0-1,-1-1,1 0,1 0,149 5,-126-7,-14 1,-1-1,1 0,-1-2,0 0,0 0,0-2,0 0,0-2,-1 0,1 0,-2-2,1 0,-1-1,0-1,-1 0,1-1,-4-3,0 0,-1 0,0-1,-1 0,-1-1,0 0,-1 0,-1-1,-1 0,0 0,-1-1,-1 1,-1-1,0 0,-1 0,-1-1,-1 1,-1 0,0 0,-1 0,-1 0,-1 0,0 0,-2 1,0 0,0 0,-2 0,0 1,-1 0,-1 1,-6-8,1 5,-1 1,-1 0,-1 1,0 1,-1 1,-1 1,0 0,0 2,-1 0,-1 1,0 1,0 2,-1 0,0 1,0 1,0 1,-1 1,0 2,1 0,-1 1,1 1,-9 3,-67 10,9 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8:21.38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388 14,'-13'8,"1"0,0 1,1 1,0 0,1 0,0 1,0 0,1 1,1 0,0 1,1-1,0 2,1-1,0 1,1-1,1 1,0 1,1-1,-1 7,3 307,0-321,0 0,0 1,0-1,1 0,1 1,-1-1,1 1,0-1,1 0,0 0,0 1,0-1,1 0,0-1,0 1,1-1,0 1,0-1,1 0,-1-1,1 1,1-1,-1 0,1 0,4 3,7-2,-1-1,2 0,-1-2,0 0,1-1,0 0,7-1,35 3,111 34,-142-32,1-1,0-1,0-2,1-1,20-3,120 11,-97 1,-1-4,2-3,-1-3,4-3,27-3,130 4,102 11,-94 18,-44-4,-34-10,17 17,-163-28,0 0,0 1,0 0,-1 2,1 0,4 3,3 0,0-2,1-1,0-2,0 0,0-1,23-3,-39 0,-1-1,0-1,0 0,0 0,0-1,0 0,-1-1,1 0,-1 0,-1-1,1 0,-1 0,0-1,0 0,-1-1,0 0,0 0,-1 0,0-1,-1 0,1 0,-2-1,2-2,-3 0,0 0,0-1,-1 0,0 1,-1-1,-1 0,0 0,-1 0,0 1,-1-1,-1-5,-1-13,-17-116,17 134,-2 0,1 0,-1 1,-1 0,0 0,-1 1,0-1,-1 2,0-1,-10-7,10 8,-4-2,-1 0,-1 1,0 0,-1 2,0-1,0 2,-15-6,1 0,2 1,0 2,0 0,-1 2,-1 2,1 0,-1 2,-13 0,-468-51,87 1,323 46,1-3,-8-7,-252-21,292 29,0 2,-1 4,-9 2,-147 18,30 12,3 2,85-9,-142 43,218-57,18-4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7.636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476 639,'-1'-29,"2"-1,1 1,1 0,2 0,1 1,1-1,1 1,2 1,0-1,3 0,29-93,-37 86,-13 42,-4 16,1 0,0 1,2 0,1 1,0 0,0 10,-1-5,1-1,2 2,1-1,1 0,2 1,0 0,3 0,0 0,2-1,1 1,2-1,1 0,9 25,3-17</inkml:trace>
  <inkml:trace contextRef="#ctx0" brushRef="#br1" timeOffset="134930.731">796 158,'-25'-11,"0"1,-1 1,0 1,0 1,-1 1,0 2,0 1,0 1,0 1,0 1,0 1,0 2,0 1,0 1,-9 4,11 1,1 2,0 1,1 1,0 1,1 1,0 1,2 1,0 1,1 0,1 2,1 0,0 1,2 0,1 1,1 1,0 1,8-15,0 0,1 0,0 1,0-1,2 1,-1 0,1 0,0 0,1 0,1 1,0-1,0 0,1 0,0 0,1 0,1 0,-1 0,2 0,-1-1,2 1,-1-1,1 0,1 0,0-1,0 0,1 0,0 0,1-1,0 0,0 0,6 3,3 0,0-2,1 0,0-1,1-1,-1-1,2 0,-1-1,0-1,1-1,0-1,6-1,20 0,-1-2,1-2,-1-2,18-5,-44 9,0-1,0-1,0-1,-1 0,1-1,-1-1,-1-1,1-1,-1 0,0-1,-1-1,0-1,0 0,-1-1,-1 0,0-1,9-13,-12 11,-2-2,0 1,-1-1,0-1,-2 1,0-1,-1 0,0-1,-2 1,0-1,-1 0,-1 1,-1-1,-1 0,0 0,-2 0,0 1,-1-1,0 1,-2 0,0 0,-1 1,-1-1,0 2,-1-1,-1 1,-1 1,0 0,-1 0,-1 1,0 0,-1 2,0-1,-1 2,-1-1,2 4,-2 0,1 0,-1 2,0 0,0 1,0 0,-1 1,0 1,0 1,0 0,0 1,0 1,-7 1,-20 4,-1 1,2 3,-1 1,-19 8,-17 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8:25.42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2 134,'0'571,"-1"-565,1 0,-1 0,1 0,1 0,-1 1,1-1,0 0,1 0,-1 0,1-1,0 1,0 0,1-1,0 1,0-1,0 0,1 0,0 0,0 0,0-1,0 0,1 1,-1-1,1-1,3 3,15 2,0-1,0-1,1-1,0-1,0-1,0-1,14-1,-37-1,361 10,106 3,127 20,-55 8,-490-41,0 2,0 2,43 11,-26-5,0-3,0-3,1-3,17-4,27 1,-78 3,-21 0,0 0,1-1,-1-1,0 0,0 0,0-1,0-1,0 0,0-1,-1-1,0 1,9-6,5-6,-19 14,-1-1,0 0,0 0,0 0,-1-1,1 0,-1 0,0 0,0-1,0 0,-1 0,1 0,-1-1,0 1,-1-1,0 0,0 0,0 0,0 0,0-5,-3-8,-2 0,0 0,-1 0,-1 0,-1 1,0-1,-1 1,-1 0,-1 1,-1 0,0 0,-8-10,1-3,-7-11,12 24,1 0,1-1,1 0,0 0,1-1,1 0,1 0,1-1,1 0,0-1,4-99,-1 118,0 0,0 0,-1 0,1 0,-1 0,0 0,0 0,1 0,-1 0,0 0,-1 0,1 1,0-1,0 0,-1 1,1-1,-1 1,1 0,-1-1,0 1,0 0,1 0,-1 0,0 0,0 0,0 1,0-1,0 0,0 1,0 0,0-1,0 1,-1 0,1 0,0 0,0 0,0 1,0-1,0 1,0-1,0 1,0-1,0 1,0 0,-345 41,-93-47,366 2,-75 1,83 4,1-4,-1-2,1-3,-61-14,65 4,-11-4,-1 4,-1 2,0 4,-23 1,90 10,-65-1,-1-3,0-3,1-4,-66-18,108 21,1 1,-2 2,1 0,0 3,-1 0,-4 2,-137-6,80 0,81 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8:28.44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25 53,'-1'0,"1"-1,-1 1,1 0,-1 0,0 0,1 0,-1 0,0 0,1 0,-1 0,0 0,1 0,-1 0,0 1,1-1,-1 0,1 0,-1 1,0-1,1 0,-1 1,1-1,-1 0,1 1,-1-1,1 1,-1-1,1 1,0-1,-1 1,1-1,0 1,-1 0,1-1,0 1,0-1,-1 1,1 0,0-1,0 1,0 0,0-1,0 1,0 0,0 0,-4 37,4-34,9 359,-9-308,-1-22,2 0,1-1,1 1,5 14,-7-42,0-1,1 1,0-1,0 0,1 0,-1 1,1-2,0 1,0 0,0 0,0-1,0 0,1 0,0 0,0 0,0 0,0-1,0 1,0-1,1 0,-1-1,1 1,107 21,-101-22,257 16,304-12,-137 36,116-2,-544-39,20-1,-1 1,1 2,-1 0,0 1,0 2,20 6,-23-5,-1-1,1-1,-1-1,1-2,0 0,2-1,57 4,160 3,-150 6,-28-5,-62-9,0-1,0 0,0 1,0-1,-1 0,1 0,0 0,-1-1,1 1,-1 0,0 0,0-1,0 1,0-1,0 1,-1-1,1 1,-1-1,0 0,1 1,-1-1,0 1,-1-3,2 0,2-270,-44-239,42 493,-1 19,1 0,0-1,-1 1,1 0,-1-1,0 1,0-1,0 1,0-1,0 1,-1 0,1-1,-1 1,1 0,-1-1,0 1,0 0,0 0,0-1,0 1,0 0,-1 0,1 0,-1 1,0-1,1 0,-1 0,0 1,0-1,0 1,0 0,0 0,0-1,0 1,-1 1,1-1,-2 0,-146 2,-185 12,-201-40,361 27,-230-10,280 0,-1 5,0 5,0 7,-35 8,55-4,-1-5,-71-6,77 0,89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3.514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326 551,'-1'-82,"-1"22,3-1,2 1,11-57,1 66,-10 53,-7 65,-10 50,3-36,2 1,5-1,6 59,3-91,1-11</inkml:trace>
  <inkml:trace contextRef="#ctx0" brushRef="#br1" timeOffset="137172.067">780 163,'-5'-8,"-2"0,1 0,-1 0,0 1,-1 0,0 0,0 0,0 1,-1 1,0 0,0 0,0 0,-1 1,1 1,-1-1,-9 0,-11-3,-1 2,0 1,0 2,0 1,0 1,5-1,0 2,1 0,-1 2,1 1,0 1,0 1,1 1,-1 1,1 1,1 1,-13 8,27-11,0 0,0 0,0 0,1 1,0 1,1-1,0 1,0 1,1-1,0 1,1 0,0 1,1-1,0 1,0 0,1 2,-4 10,1 1,1 0,2 0,0 0,1 0,2 1,0-1,2 1,1-1,0 0,4 6,-3-18,0-1,1 1,1-1,0 0,1 0,0-1,0 0,1 0,0-1,1 1,0-2,1 0,0 0,0 0,3 1,0-4,1-1,-1 0,1 0,0-1,0-1,0 0,0-1,5-1,33 5,102 6,-144-13,0-1,-1 0,1 0,-1-1,0-1,0 1,0-1,-1-1,0 1,2-3,17-9,39-19,-55 32,0-1,0 0,0-1,0 0,-1-1,0 0,-1-1,1 0,-2 0,1-1,-1 0,0 0,-1-1,0 0,1-2,-1-4,0 1,-1-1,-1 1,0-2,-1 1,-1 0,-1-1,0 0,-1 1,-1-1,0 0,-1 0,-1 1,-1-1,0 1,-1 0,-1-1,-4-8,3 9,-1 2,0-1,-1 1,-1 0,0 0,-1 1,-1 1,0-1,0 2,-1 0,-1 0,1 1,-2 0,0 1,-5-2,-117-8,122 14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8:48.1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1,'24'29,"1"0,1-1,1-2,1-1,1-1,2-1,0-2,22 12,-40-25,-1-1,2 0,-1-1,0 0,1-1,0 0,1-1,-1-1,1 0,-1-1,1-1,0 0,-1-1,1-1,2 0,-12-1,-1 1,0-1,0 0,1 0,-1 0,-1 0,1-1,0 0,-1 0,1 0,-1 0,0 0,0-1,0 1,0-1,-1 0,0 0,1 0,-1 0,-1 0,1-1,-1 1,1 0,-1-1,0 0,1-5,-1-1,1 1,-2-1,0 0,0 1,0-1,-2 1,1-1,-1 1,-2-5,4 15,0 1,0-1,-1 0,1 0,0 0,0 1,0-1,-1 0,1 0,0 0,0 0,-1 0,1 0,0 0,0 1,-1-1,1 0,0 0,0 0,-1 0,1 0,0 0,0 0,-1 0,1 0,0 0,0-1,-1 1,1 0,0 0,0 0,-1 0,1 0,0 0,0 0,0-1,-1 1,1 0,0 0,0 0,0-1,-1 1,1 0,0 0,0 0,0-1,0 1,0 0,0 0,-1-1,1 1,0 0,0 0,0-1,0 1,0 0,0 0,0-1,0 1,0 0,0 0,0-1,0 1,1 0,-1-1,-7 24,1 56,3 0,4 0,7 42,24 221,-10-146,-9 1,-9 20,-4-215,0 22,0-1,-2 0,-1 0,-1-1,-1 1,-4 12,9-33,-1 0,1 0,-1 0,1 0,-1 0,0 0,0-1,1 1,-2 0,1 0,0 0,0-1,0 1,-1-1,1 1,-1-1,1 1,-1-1,1 0,-1 0,0 0,0 0,0 0,0 0,0 0,1-1,-1 1,-1 0,1-1,0 0,0 0,0 1,0-1,0 0,-1-1,-5-3,1 0,0 0,0-1,0 0,0 0,1-1,0 0,0 0,0 0,1-1,0 0,-1-2,4 6,-37-52,2-1,2-2,3-1,-9-28,38 78,-1 5,1-2,0 1,1 0,-1-1,1 1,0-1,0 1,1-1,-1 0,1 0,1 0,-1 0,1 0,0 0,0 0,1 0,0 0,0 0,0 1,1-1,0 0,0 1,3-6,6 2,1 0,1 1,-1 1,1 0,1 1,-1 0,1 1,0 0,0 1,10-1,22-6,1 3,1 1,21 1,-27 4</inkml:trace>
  <inkml:trace contextRef="#ctx0" brushRef="#br0" timeOffset="346.741">870 1136,'-9'22,"1"0,2 0,0 1,2-1,0 1,0 14,4-30,0-1,0 1,0-1,1 0,0 1,0-1,1 0,-1 0,2 0,-1 0,0 0,1 0,0 0,1-1,-1 0,1 1,0-1,0-1,1 1,-1 0,1-1,0 0,0 0,1-1,4 3,0-1,-1-1,1 0,0-1,0 0,0 0,0-1,1-1,-1 0,1 0,-1-1,8 0,-14-1,0 1,0 0,0-1,-1 0,1 0,0 0,-1 0,1 0,0-1,-1 0,0 0,1 0,-1 0,0 0,0-1,0 1,0-1,-1 0,1 0,-1 0,0 0,1 0,-1 0,-1-1,1 1,0-1,-1 1,0-1,0 0,0 1,0-1,0-2,-1-3,-1 1,0 0,0 0,0 0,-1 0,0 1,0-1,-1 0,0 1,-1-1,0 1,0 0,0 0,-1 1,0-1,0 1,0 0,-1 0,0 1,0 0,-1 0,0 0,1 1,-1 0,-1 0,1 1,0 0,-1 0,0 0,0 1,0 1,0-1,0 1,-2 1,3-1,0 0,-1 1,1 0,-1 1,1 0,-1 0,1 0,0 1,0 0,0 1,0-1,0 1,0 1,1-1,-1 1,1 0,0 1,0 0,1-1,0 2,-1-1,2 1,-1 0,0 0,1 0,1 0,-3 5,5-8,0 0,0 0,0 0,1 0,-1 0,1 0,0 0,-1 0,2 1,-1-1,0 0,1 0,-1 0,1 0,0 0,0 0,1 3,11 16</inkml:trace>
  <inkml:trace contextRef="#ctx0" brushRef="#br0" timeOffset="668.848">1097 415,'-2'-5,"3"-1,9 0,12-1,11 1,11-1,10 0,6 3,6 0,-3 2,-5 1,-7 1,-13 2,-13 2</inkml:trace>
  <inkml:trace contextRef="#ctx0" brushRef="#br0" timeOffset="930.864">1364 602,'16'7,"16"2,15-3,12-4,-3-3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8:49.8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94,'4'-4,"0"1,0-1,1 1,-1 0,1 0,0 0,0 0,0 1,0 0,1 0,-1 1,0-1,1 1,-1 0,1 1,0-1,-1 1,1 0,-1 0,1 1,-1 0,1 0,-1 0,1 1,-1 0,0 0,0 0,1 0,-2 1,1 0,0 0,-1 0,1 1,-1-1,0 1,0 0,6 14,-1 0,-1 0,0 1,-2 0,0 1,-1-1,-1 1,-1 0,0 0,-2 0,0 0,-3 20,6 36,12-13,-16-62,1 0,-1 0,1 1,-1-1,1 0,0 0,0 0,-1 0,1 0,0 0,0 0,0 0,0 0,0 0,0-1,0 1,0 0,1-1,-1 1,0-1,0 1,0-1,1 1,-1-1,0 0,1 0,-1 0,0 0,1 0,-1 0,0 0,0 0,1 0,-1 0,0-1,1 1,-1-1,0 1,0-1,0 1,1-1,-1 0,0 1,0-1,0 0,0-1,6-5,-1-1,0 0,0-1,-1 1,0-1,-1 0,0-1,0 1,-1 0,0-1,-1 0,0 0,0 0,-1-4,3-9,0 0,-2 0,0 0,-2 0,-1 0,0-1,-2 1,0 0,-3 52,6-5,2 0,1-1,0 0,2 1,1-2,1 1,0-1,2 0,7 14,30 20,-45-54,1-1,-1 0,1 0,0 0,-1 0,1 0,0 0,0 0,0 0,0-1,0 1,0-1,0 1,0-1,0 0,0 0,0 0,0 0,0 0,0 0,0-1,0 1,0-1,-1 1,1-1,0 0,0 1,0-1,0 0,-1 0,1-1,0 1,1-1,2-6,1-1,-1 1,0-1,-1 1,0-1,-1-1,0 1,0 0,-1-1,0 0,0 1,-1-1,-1 0,0 0,0-5,0-7,-1 1,0 0,-2 0,0 0,-2 0,-2-5,0 8,6 18,0 1,0-1,0 1,1-1,-1 1,0 0,0-1,1 1,-1 0,0-1,1 1,-1 0,0 0,1 0,-1-1,1 1,0 0,-1 0,1 0,0 0,-1 0,1 0,0 0,0 0,0 0,0 0,0 0,0 0,0 0,0 0,0 0,0 0,1 0,-1 0,0 23,0 0,2 1,1-1,1 0,0-1,2 1,1-1,1 0,9 18,-14-35,0 1,0-1,1 1,0-1,0 0,0-1,1 1,0-1,0 0,0 0,1 0,-1-1,1 0,0 0,1 0,-1-1,1 0,-1 0,1-1,0 0,0 0,0 0,0-1,0 0,0 0,1-1,-1 0,1-1,15-1</inkml:trace>
  <inkml:trace contextRef="#ctx0" brushRef="#br0" timeOffset="2665.951">896 562,'-2'7,"0"0,1-1,0 1,0 0,1 0,0 0,0 0,0 0,1 0,0 0,0 0,1 0,0 0,0-1,1 1,0-1,0 1,0-1,1 0,0 0,0-1,0 1,1-1,0 0,0 0,0-1,1 1,-1-1,6 3,-7-5,0 0,0 0,0-1,0 1,1-1,-1 0,0 0,0-1,1 1,-1-1,1 0,-1 0,0 0,1-1,-1 1,0-1,1 0,-1-1,0 1,0-1,0 1,0-1,0-1,0 1,-1 0,1-1,-1 0,0 0,1 0,-1 0,0 0,-1-1,1 1,-1-1,1 0,-1 1,0-1,-1 0,1 0,-1-1,1-3,1-1,-1 0,-1-1,0 1,0-1,-1 1,0-1,-1 1,0-1,0 1,-1 0,0-1,-1 1,0 0,0 0,1 4,0 0,0 1,-1 0,1 0,-1-1,0 1,0 1,0-1,0 0,-1 1,0 0,0 0,1 0,-2 0,1 0,0 1,0 0,-1 0,0 0,1 0,-1 1,0 0,1 0,-1 0,0 1,0-1,-4 1,0 2,0 0,0 0,0 1,0 0,1 1,-1 0,1 0,0 1,0 0,0 0,1 0,0 1,0 1,0-1,1 1,0 0,0 1,1-1,0 1,0 0,1 1,0-1,0 1,1-1,0 1,1 0,0 0,-1 4,1 15</inkml:trace>
  <inkml:trace contextRef="#ctx0" brushRef="#br0" timeOffset="3462.522">1351 255,'20'2,"16"1,12 0,8-1,3-2,2-2,-1-1,-4 1,-6 1,-11 0,-8-2,-11-1</inkml:trace>
  <inkml:trace contextRef="#ctx0" brushRef="#br0" timeOffset="3695.449">1578 0,'-5'21,"-1"15,5 16,5 10,3 6,4 3,2-2,-2-6,-1-13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8:58.6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1,'4'47,"6"177,-10-217,0-3,0 0,0 0,0 0,0 0,0 0,1 1,0-1,0 0,0 0,0-1,1 1,0 0,0 0,0-1,0 1,0-1,2 3,-2-6,-1 0,1 1,-1-1,1 0,-1 0,1 0,0-1,-1 1,1 0,-1-1,0 1,1 0,-1-1,1 0,-1 1,0-1,1 0,-1 0,0 0,0 0,1 0,-1 0,0 0,0 0,0 0,0 0,-1-1,1 1,0 0,0-1,-1 1,1 0,-1-1,1-1,8-18,-1 0,-1 0,-1-1,-1 0,0-1,-2 1,-1-1,-1 0,0 1,-2-6,6 55,1 0,2 0,0-1,2 0,3 4,26 24,-37-52,0-1,-1 1,1-1,0 0,-1 1,1-1,0 0,0 0,0 0,0-1,0 1,0 0,0-1,0 1,0-1,0 0,1 0,-1 0,0 0,0 0,0 0,0 0,0-1,0 1,0-1,0 0,0 1,0-1,2-1,4-5,-1 0,0 0,0-1,0 0,-1 0,-1-1,1 0,-1 0,-1 0,1 0,-2-1,1 1,-1-1,-1 0,1-6,17-116,-25 186,1-26,1 1,2-1,0 1,2-1,1 1,5 20,-6-44,0 0,0 0,1-1,0 1,0-1,0 1,0-1,1 0,-1 0,1 0,0 0,0 0,1-1,-1 1,1-1,-1 0,1 0,0 0,1-1,-1 0,0 1,1-1,-1-1,1 1,-1-1,1 1,2-1,13 1</inkml:trace>
  <inkml:trace contextRef="#ctx0" brushRef="#br0" timeOffset="388.517">615 308,'6'-2,"0"0,1 0,-1 1,1 0,-1 1,1-1,0 1,-1 1,1-1,0 1,-1 0,1 0,-1 1,0 0,1 0,-1 1,0-1,0 2,-3-3,0 1,0 0,-1 0,1 0,0 1,-1-1,0 1,0-1,0 1,0 0,0-1,0 1,-1 0,1 0,-1 0,0 1,0-1,0 0,0 0,-1 1,1-1,-1 0,0 1,0-1,0 0,0 1,-1-1,1 0,-1 1,0 0,-2 8,-1 1,0-1,-1-1,0 1,-1 0,0-1,-4 4,-133 162,143-177,-1 1,-1 0,1 0,-1 1,1-1,0 0,-1 1,1-1,0 0,0 1,0 0,0-1,0 1,0 0,0-1,1 1,-1 0,1 0,-1 0,1-1,0 1,-1 0,1 0,0 0,0 0,1 0,-1 0,0-1,0 1,1 0,0 0,-1 0,1-1,0 1,0 0,-1-1,1 1,1 0,-1-1,0 1,11 2,-1-1,1 0,0 0,1-1,-1-1,0 0,0-1,1 0,3-1,9 1,213-12,-210 10</inkml:trace>
  <inkml:trace contextRef="#ctx0" brushRef="#br0" timeOffset="5052.857">1204 334,'22'0,"15"2,10 2,6 1,3 0,1 2,-2 0,-3 0,-5-1,-5-1,-9-1</inkml:trace>
  <inkml:trace contextRef="#ctx0" brushRef="#br0" timeOffset="5323.134">1498 94,'-5'18,"1"15,4 14,3 7,4 6,1 3,1-4,2-4,0-8,0-11</inkml:trace>
  <inkml:trace contextRef="#ctx0" brushRef="#br0" timeOffset="5997.843">1872 108,'7'1,"1"1,-1 0,0 0,0 1,0 0,0 0,0 1,-1 0,1 0,-1 0,0 1,-1 0,1 0,-1 0,0 1,0 0,3 5,55 119,-40-73,-22-56,0 1,-1 0,1 0,0 0,0-1,0 1,0 0,0-1,1 1,-1-1,0 0,1 1,-1-1,1 0,-1 0,1 0,0 0,-1 0,1 0,0 0,0-1,0 1,0 0,-1-1,1 0,0 1,0-1,0 0,0 0,0 0,0 0,0-1,0 1,0 0,0-1,-1 1,1-1,0 0,0 0,0 0,-1 1,1-2,0 1,-1 0,1 0,-1 0,0-1,1 1,-1-1,0 1,0-1,1-1,6-9,-1 0,-1 0,0-1,0 0,-1 0,-1-1,0 1,-1-1,-1 0,0 0,-1 0,0 0,-1 0,-1 0,0-3,14 150,-12-124,1-1,0 0,0 0,0 0,1 0,0-1,1 1,0-1,0 0,0 0,1 0,0 0,1-1,-1 0,1 0,0 0,2 0,-6-5,1 0,0 0,-1 0,1-1,0 1,0-1,0 1,-1-1,1 0,0 0,0 0,0 0,0-1,-1 1,1-1,0 0,0 0,-1 0,1 0,-1 0,1 0,-1-1,1 0,-1 1,0-1,1 0,0-1,50-61,-43 46,0-1,-2 0,0 0,-1-1,-1 0,-1 0,-1-1,0 1,0-16,-9 11,-10 37,9 5,2 1,0-1,1 1,0 0,2 0,0 0,1 1,3 17,-3-26,0 1,2 0,-1 0,1-1,1 1,0-1,0 1,1-1,1 0,-1 0,2-1,-1 0,1 0,1 0,-1 0,2-1,-1 0,1-1,0 0,1 0,-1 0,6 2,8 0</inkml:trace>
  <inkml:trace contextRef="#ctx0" brushRef="#br0" timeOffset="6294.317">2767 254,'-43'227,"36"-196,4-23,1 0,0 0,0 0,1 0,0 0,0 1,1-1,0 0,0 0,1 1,2 5,-2-11,1 0,-1 0,1-1,-1 1,1-1,0 0,0 0,1 1,-1-1,0 0,1-1,-1 1,1 0,-1-1,1 1,0-1,0 0,-1 0,1 0,0 0,0-1,0 1,0-1,0 0,0 0,0 0,3 0,82-15,-25-8,-38 11</inkml:trace>
  <inkml:trace contextRef="#ctx0" brushRef="#br0" timeOffset="6547.717">2968 468,'-14'-6,"-6"-1,-1 8,5 11,3 12,5 11,4 12,5 10,1 8,4 3,0 5,0-11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9:09.6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19,'19'17,"-1"0,-1 1,0 1,-2 1,0 0,-1 1,-1 0,-1 1,-1 0,5 16,-16-37,0 1,0-1,0 1,1-1,-1 0,1 1,-1-1,1 0,-1 0,1 1,0-1,0 0,0 0,-1 0,1 0,0 0,0 0,1 0,-1 0,0 0,0 0,0-1,0 1,1 0,-1-1,0 1,1-1,-1 0,0 1,1-1,-1 0,1 0,-1 0,0 0,1 0,-1 0,1 0,-1 0,0 0,1-1,-1 1,1-1,-1 1,0-1,0 1,1-1,-1 0,0 0,0 0,0 1,0-1,0 0,1-1,4-6,0-1,-1 1,1-1,-2 0,1-1,-1 1,-1-1,0 0,0 0,-1 0,0 0,-1 0,1-8,11-49,-5 86,-7-15,0 12,1 1,0-1,2 0,0 0,1 0,0 0,1 0,1-1,1 0,0-1,1 0,6 7,-14-19,0 0,1-1,-1 0,1 1,0-1,0 0,-1 0,1 0,0 0,0 0,0 0,0 0,0-1,0 1,0-1,0 1,0-1,0 0,1 0,-1 0,0 0,0 0,0-1,0 1,0 0,0-1,0 0,0 1,0-1,0 0,0 0,0 0,-1 0,1-1,0 1,-1 0,1-1,-1 1,1-1,-1 0,0 1,1-1,-1 0,0 0,0 0,0 0,10-15,-1 0,-1 0,0 0,-1-1,-1-1,-1 1,-1-1,0 0,-1 0,-1-1,-1 1,-1-1,-1-9,-1 12,-14 47,12-17,-1 0,2 0,0 0,1 1,0-1,1 0,0 1,1-1,0 0,2 0,-1 1,1-1,1-1,1 1,0-1,0 1,1-1,0-1,1 1,1-1,0-1,0 1,1-1,0-1,7 5,66 22,-44-27</inkml:trace>
  <inkml:trace contextRef="#ctx0" brushRef="#br0" timeOffset="419.289">1136 59,'-6'-1,"-103"-7,104 8,1 1,-1-1,1 1,-1 1,1-1,-1 1,1-1,0 1,0 0,0 1,0-1,0 1,0 0,1 0,-1 0,1 0,0 0,0 1,0 0,0-1,1 1,-1 1,-5 13,1 1,1-1,1 1,0 1,2-1,0 0,1 1,1 0,1-1,0 1,2 0,0-1,1 1,0-6,0 0,0 1,2-1,0 0,0-1,1 1,1-1,0-1,7 9,-10-16,-1 0,1 0,0 0,0-1,1 1,0-1,-1 0,2-1,-1 1,0-1,0 0,1 0,0-1,-1 0,1 0,0 0,0 0,0-1,1 0,-1-1,0 1,0-1,0 0,1-1,-2 0,0 0,-1-1,1 0,-1 0,1 0,-1 0,1-1,-1 0,0 0,-1 0,1 0,0-1,-1 1,0-1,1 0,-1 0,-1 0,1 0,-1 0,0-1,0 1,0-1,0 0,-1 0,0 1,0-1,0 0,0 0,-1 0,0 0,0 0,-1 0,1 0,-2-3,3 4,-1 0,-1 0,1 0,-1 0,1 1,-1-1,0 0,-1 1,1-1,-1 0,1 1,-1-1,0 1,0 0,-1 0,1 0,-1 0,1 0,-1 0,0 1,0-1,0 1,0 0,-1 0,1 0,-1 0,1 1,-1-1,1 1,-1 0,0 0,0 0,1 1,-1-1,0 1,0 0,0 0,0 0,0 1,1-1,-1 1,0 0,0 0,-1 1,-85 53,43-16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9:08.6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0 241,'16'3,"10"0,7-1,5 1,3-2,1 0,0 0,1-1,-4 2,-3 1,-4 0,-6-1</inkml:trace>
  <inkml:trace contextRef="#ctx0" brushRef="#br0" timeOffset="264.919">202 1,'6'20,"6"17,2 10,-2 6,1 2,-3 0,-3-3,0-3,1-5,-2-10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9:17.2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 1,'-7'0,"0"0,4 0,9 0,12 0,15 0,15 0,14 0,6 0,0 2,-5 4,-10 2,-10 2,-13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9:17.54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0,'11'5,"16"3,16 1,17-1,17-2,10-3,-8-1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9:18.2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383 1,'11'198,"-10"391,-25-1,-36 90,-55 301,38-138,70-741,-5-1,-5-1,-3 0,-5-1,-6 5,25-92,13-38,2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9:19.5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0 295,'16'20,"-6"4,-2 1,-1 0,-1 1,0 0,-3 0,2 23,-2 13,12 64,-15-125,0 0,0-1,0 1,0 0,0 0,0-1,0 1,0 0,1-1,-1 1,0 0,0-1,1 1,-1 0,0-1,1 1,-1-1,0 1,1-1,-1 1,1-1,-1 1,1-1,-1 1,1-1,0 1,-1-1,1 0,0 1,-1-1,1 0,-1 0,1 1,0-1,0 0,-1 0,1 0,0 0,-1 0,1 0,0 0,-1 0,1 0,0 0,0-1,-1 1,1 0,0 0,-1-1,1 1,-1 0,1-1,0 1,-1 0,1-1,-1 1,1-1,-1 1,1-1,23-37,-14 8,-1 0,-2-1,0-1,-3 1,0-1,-2-22,-1 42,-7 70,3-44,0 0,1 0,1 0,0 1,1-1,1 0,0 0,1 1,0-1,2 0,-1 0,1-1,1 1,5 8,-9-20,1 1,-1-1,1 0,0 0,0 0,0 0,0-1,0 1,1 0,-1-1,0 1,1-1,-1 0,1 0,-1 0,1 0,0 0,-1-1,1 1,0-1,0 0,-1 0,1 0,0 0,0 0,-1 0,1-1,0 1,-1-1,1 0,0 0,-1 0,1 0,-1 0,0-1,1 1,-1-1,0 1,0-1,0 0,0 0,0 0,0 0,0 0,-1-1,1 1,-1 0,0-1,1 1,6-14,0-1,-2 0,1 0,-2 0,0-1,-1 0,-1 0,-1 0,0 0,-2 0,0 0,-1 0,-1-9,-5-19,-1 70,6 5,2 0,1-1,1 1,1 0,2-1,1 0,1 0,1-1,11 25,-7-27</inkml:trace>
  <inkml:trace contextRef="#ctx0" brushRef="#br0" timeOffset="3182.858">722 764,'-5'-1,"0"0,0 0,1 0,-1 1,0 0,0 0,1 0,-1 1,0-1,0 1,1 0,-1 1,1-1,-1 1,1 0,-1 0,1 0,0 1,0-1,0 1,0 0,1 0,-1 0,1 1,0-1,0 1,0 0,0 0,1 0,-1 0,1 0,0 1,0-1,1 1,-1-1,1 1,0 0,0 3,-1-2,0 0,1 0,0 1,0-1,0 1,1-1,0 1,0-1,0 1,1-1,0 1,0-1,1 0,0 1,0-1,1 0,-1 0,1 0,0-1,1 1,0-1,-1 0,2 0,-1 0,1 0,-1-1,1 1,0-1,1-1,-1 1,1-1,0 0,-1 0,1 0,1-1,-1 0,0 0,0-1,7 1,-4-1,1-2,-1 0,0 0,1 0,-1-1,0 0,0-1,-1 0,1-1,0 0,-1 0,0 0,0-1,0-1,-1 1,0-1,0 0,0-1,-1 0,0 0,0 0,0-1,-1 0,-1 0,1 0,-1 0,0-1,-1 0,0 0,-1 0,0 0,0 0,-1 0,0 0,0-1,-1 1,0 0,-1-1,0 1,-1 0,0 0,-1-5,0 8,0 1,-1-1,1 1,-1 0,0 0,0 0,0 1,-1-1,1 1,-1 0,0 0,-1 1,1-1,-1 1,1 1,-1-1,0 1,0 0,0 0,0 0,0 1,0 0,-1 0,1 1,0 0,-1 0,1 0,0 1,0 0,-1 0,1 1,0-1,0 1,-5 3,-2 1,0 1,1 0,0 1,1 1,0-1,0 2,0 0,2 0,-1 1,1 0,1 0,-6 10,-19 35</inkml:trace>
  <inkml:trace contextRef="#ctx0" brushRef="#br0" timeOffset="3943.854">133 1552,'0'-8,"0"0,1 0,-1-1,1 1,1 0,0 0,0 0,0 0,1 1,1-1,-1 1,1-1,0 1,1 0,-1 1,1-1,1 1,-1 0,2-1,-5 6,-1 0,1 0,0 0,-1 0,1 0,0 0,-1 1,1-1,0 1,0-1,0 1,-1 0,1-1,0 1,0 0,0 0,0 0,0 1,-1-1,1 0,0 1,0-1,0 1,-1 0,1-1,0 1,-1 0,1 0,-1 0,1 0,-1 0,1 1,-1-1,0 0,1 1,-1-1,0 1,0-1,0 2,32 68,-27-39,-1 0,-1 0,-2 1,-2 22,7 72,-7-126,-1 1,1-1,0 0,0 0,0 0,-1 0,1 0,0 0,1 0,-1 0,0 0,0 0,0 0,1 0,-1 0,0 0,1 0,-1 0,1 0,-1 0,1 0,-1 0,1 0,0 0,0-1,-1 1,1 0,0 0,0-1,0 1,0-1,0 1,0-1,0 1,0-1,0 1,0-1,0 0,0 0,0 1,0-1,0 0,0 0,0 0,0 0,0 0,0 0,0-1,0 1,0 0,0-1,0 1,0 0,0-1,0 1,0-1,1 0,7-8,0-1,-1 0,0 0,0-1,-1 0,0-1,-1 0,-1 0,0 0,0 0,-1-1,-1 0,0 0,3-16,-1 0,-1 0,-1-1,-2 0,-2-8,4 127,-3-73,1 1,1-1,1 0,0 0,2 0,-1 0,2-1,0 0,1 0,0 0,1-1,10 13,-17-25,0-1,1 1,-1-1,1 0,0 1,0-1,-1 0,1 0,0 0,0 0,0 0,0-1,0 1,0-1,0 1,0-1,0 0,1 1,-1-1,0 0,0-1,0 1,0 0,0-1,0 1,0-1,0 1,0-1,0 0,0 0,0 0,0 0,0 0,-1 0,1-1,-1 1,1 0,-1-1,1 0,-1 1,0-1,1 0,-1 0,0 1,0-1,0 0,-1 0,2-2,6-15,0 0,-2-1,0 0,-1 0,-1 0,0-1,-2 1,-1-1,0 0,-1 1,-3-12,-4 19,-3 32,3 9,2 0,0 0,2 0,1 1,1-1,1 0,2 1,1 3,-1-17,1 0,0-1,1 1,0-1,1 0,1 0,0 0,4 5,7 7</inkml:trace>
  <inkml:trace contextRef="#ctx0" brushRef="#br0" timeOffset="4270.981">882 1713,'5'-2,"0"0,1 0,-1 1,0-1,0 1,1 0,-1 1,1 0,-1-1,1 2,-1-1,0 1,1-1,-1 2,0-1,1 0,-1 1,0 0,0 0,0 1,4 2,-7-3,0 1,0-1,0 0,0 1,-1-1,1 1,-1-1,1 1,-1 0,0 0,0 0,0 0,0-1,-1 1,1 0,-1 0,0 0,0 1,0-1,0 0,0 0,-1 0,1 0,-1-1,0 2,-31 71,-88 112,119-186,1 0,-1 1,0-1,0 0,1 1,-1-1,1 0,-1 1,1-1,0 1,0-1,-1 0,1 1,0-1,0 1,0-1,1 1,-1-1,0 1,0-1,1 1,-1-1,1 0,-1 1,1-1,0 0,0 0,-1 1,1-1,0 0,0 0,0 0,0 0,0 0,1 0,-1 0,0 0,0-1,0 1,1 0,-1-1,1 1,-1-1,0 1,1-1,-1 0,1 1,-1-1,1 0,0 0,19 2,0 0,0-1,1-2,-1 0,0-1,20-5,-2 1,58-7,-6-1</inkml:trace>
  <inkml:trace contextRef="#ctx0" brushRef="#br0" timeOffset="5156.147">107 2528,'79'-47,"-76"46,0 0,0 0,0 1,0-1,0 1,0 0,0-1,0 1,0 1,1-1,-1 0,0 1,0 0,0-1,0 1,0 0,0 1,-1-1,1 1,0-1,-1 1,1 0,0 0,-1 0,0 0,0 0,2 2,3 9,0-1,-2 1,1 0,-2 1,0-1,0 1,-1 0,-1-1,0 1,-1 1,-1-1,0 11,0-17,1 166,-1-173,-1 0,1 0,0 1,0-1,0 0,0 0,0 0,0 1,0-1,0 0,1 0,-1 0,0 1,1-1,-1 0,1 0,-1 0,1 0,0 0,-1 0,1 0,0 0,0 0,0 0,-1-1,1 1,0 0,0 0,0-1,0 1,0-1,1 1,-1-1,0 1,0-1,0 0,0 1,1-1,-1 0,0 0,0 0,0 0,1 0,-1 0,0 0,0 0,0-1,1 1,-1 0,0-1,0 1,0-1,1 0,9-8,-1-1,0 0,0 0,-1-1,-1 0,0-1,0 0,-1 0,-1 0,0-1,0 0,-2-1,2-5,2-4,-1-1,-1 0,-1 0,-1 0,-1-1,-1-5,-3 56,5 102,-3-122,0 0,0 1,1-1,-1 0,1 0,1-1,-1 1,1 0,0-1,1 1,-1-1,1 0,0 0,0-1,0 1,1-1,0 0,0 0,4 2,-6-4,0 0,0-1,0 0,1 1,-1-1,1 0,-1-1,1 1,-1-1,1 1,-1-1,1 0,-1 0,1-1,0 1,-1-1,1 0,-1 0,0 0,1 0,-1 0,0-1,0 0,1 1,-1-1,-1 0,1-1,0 1,0 0,-1-1,1 1,-1-1,0 0,0 0,5-7,0 0,-1 0,0 0,-1-1,0 0,-1 0,0 0,0-1,1-9,3-119,-11 124,-6 28,3 14,1 0,2 1,1-1,1 1,1 0,2 10,-3-30,1 0,1 0,-1-1,1 1,0 0,1 0,0 0,0-1,0 1,1-1,0 1,0-1,1 0,-1 0,1-1,1 1,-1-1,1 0,0 0,0 0,0-1,1 1,-1-1,1-1,3 2,18 5</inkml:trace>
  <inkml:trace contextRef="#ctx0" brushRef="#br0" timeOffset="5578.076">1043 2528,'-8'31,"2"0,1 1,1-1,2 1,1-1,1 1,2 0,4 20,-6-48,1-1,-1 1,0-1,1 1,0-1,0 1,0-1,0 1,0-1,1 0,0 0,-1 0,1 0,0 0,1 0,-1 0,0 0,1-1,0 0,-1 1,1-1,0 0,0 0,0 0,1-1,-1 1,0-1,0 0,1 0,-1 0,1 0,-1 0,1-1,2 1,5-4,-1 1,1-1,-1-1,0 0,0 0,0-1,-1 0,0-1,0 0,0 0,-1-1,1 0,-2-1,1 0,-1 0,0 0,-1-1,0 0,0 0,-1-1,0 0,-1 3,-1 0,0 0,0 0,0 0,-1-1,0 1,0-1,-1 0,0 1,0-7,-1 13,0 0,-1 1,1-1,0 0,0 1,0-1,0 1,-1-1,1 0,0 1,-1-1,1 1,0-1,-1 1,1-1,-1 1,1 0,-1-1,1 1,-1-1,1 1,-1 0,1-1,-1 1,0 0,1 0,-1 0,1-1,-1 1,0 0,1 0,-1 0,0 0,1 0,-1 0,1 0,-1 0,0 0,1 0,-1 1,0-1,1 0,-1 0,1 1,-1-1,1 0,-1 0,1 1,-1-1,1 1,-1-1,1 1,-1-1,1 1,-1-1,1 1,0-1,-1 1,1-1,0 1,0-1,-1 1,1 0,0-1,0 1,0-1,0 1,0 0,0-1,0 1,-11 19,0 0,2 0,1 1,0 0,1 0,2 1,0-1,1 1,0 17,-6 90,8-71</inkml:trace>
  <inkml:trace contextRef="#ctx0" brushRef="#br0" timeOffset="6349.719">174 3571,'-2'-5,"-1"0,2 0,-1-1,1 1,-1-1,1 1,1-1,-1 1,1-1,0 0,0 1,1-1,0 1,0-1,0 1,1-1,-1 1,1 0,0 0,1 0,-1 0,1 0,0 0,1 0,-1 1,1 0,0 0,0 0,0 0,1-1,-1 3,0 0,-1 1,1-1,0 0,-1 1,1 0,0 0,0 0,0 1,0-1,0 1,0 0,0 0,0 1,0-1,0 1,0-1,0 1,0 1,0-1,0 0,-1 1,1 0,-1 0,1 0,-1 0,2 1,1 3,0 0,0 0,0 0,-1 1,1 0,-2 0,1 0,-1 0,0 1,-1 0,1 0,0 5,4 18,-2-1,-2 1,0 0,-3 1,-1 27,3 38,9-45,-11-51,-1 0,1 0,-1 0,1 0,0 0,-1 0,1 0,0 0,0 0,0 0,0-1,-1 1,1 0,0-1,0 1,1-1,-1 1,0-1,0 1,0-1,0 0,0 1,0-1,1 0,-1 0,0 0,0 0,0 0,0 0,1 0,-1 0,0-1,0 1,0 0,0-1,0 1,0-1,0 1,0-1,0 1,0-1,1 0,5-6,1 0,-2-1,1 1,-1-1,0-1,-1 1,0-1,0 0,-1 0,0 0,-1-1,0 1,0-1,-1 0,0 0,-1-2,10-123,-16 123,-3 39,4-12,1 1,0-1,1 1,0 0,1 0,1 0,1-1,0 1,1 0,1-1,0 1,3 5,-5-19,0 0,0 0,0 0,1 0,-1 0,0 0,1 0,0 0,-1-1,1 1,0 0,0-1,0 0,0 1,0-1,0 0,0 0,1 0,-1 0,0-1,1 1,-1-1,0 1,1-1,-1 0,0 0,1 0,-1 0,1 0,-1 0,0-1,1 1,-1-1,0 0,1 0,-1 0,0 0,0 0,0 0,0 0,0-1,0 1,0-1,0 1,-1-1,1 0,0-1,7-6,-1 0,-1 0,1-1,-2 0,1-1,-2 1,1-1,-1 0,-1-1,0 1,0-1,-2 0,2-5,8-157,-13 162,-3 28,4-15,-1 5,-6 25,2 0,1 0,1 0,2 0,1 0,1 0,5 23,-4-48,-1 0,1 0,0-1,1 1,-1 0,1-1,0 1,1-1,-1 0,1 0,0-1,0 1,1-1,-1 0,1 0,0 0,0 0,4 1,24 11</inkml:trace>
  <inkml:trace contextRef="#ctx0" brushRef="#br0" timeOffset="6716.356">1310 3557,'-9'-3,"1"0,-1 0,0 1,0 0,0 1,0-1,0 2,0-1,0 2,0-1,0 1,0 0,0 1,0 0,0 1,0-1,1 2,-1-1,1 1,0 1,0-1,1 1,-1 1,1-1,0 1,1 0,-1 1,1 0,0 0,1 0,0 1,0-1,-2 6,0 1,0 1,1-1,1 1,0 0,1 0,1 1,0 0,1-1,1 1,1 0,0 0,1-1,0 1,1 0,1-1,1 1,0-1,1 0,0 0,1-1,1 1,1-1,7 10,-12-19,0 0,0-1,1 1,-1-1,1 0,0 0,1-1,-1 1,1-1,-1 0,1 0,0 0,0-1,0 0,0 0,1 0,-1 0,1-1,-1 0,1 0,-1-1,1 1,0-1,-1 0,1-1,-1 1,1-1,-1 0,1-1,-1 1,0-1,1 0,-1-1,0 1,0-1,0 0,3-3,-3 0,-1-1,0 0,0 1,0-1,-1-1,0 1,-1 0,0-1,0 0,0 1,-1-1,0 0,0 0,-1 0,0 0,-1 0,0 1,0-1,0 0,-1 0,0 1,-1-1,0 1,0 0,0 0,-2-1,4 6,0-1,-1 1,1 0,-1 0,0 0,0 0,0 0,0 0,0 1,0-1,0 0,-1 1,1 0,-1 0,1 0,-1 0,1 0,-1 0,1 0,-1 1,0 0,1-1,-1 1,0 0,1 0,-1 0,0 1,1-1,-1 1,0-1,1 1,-1 0,1 0,-1 0,0 1,-3 1,0 1,1-1,-1 2,1-1,0 0,0 1,0 0,1 0,0 1,0-1,0 1,1 0,-3 4,-9 31,4-2</inkml:trace>
  <inkml:trace contextRef="#ctx0" brushRef="#br0" timeOffset="8394.107">1537 1,'8'27,"-1"0,-2 1,0 0,-2 0,-1 0,-1 0,-3 23,1-6,21 534,-12 197,1-643,-3-78,-2-1,-3 1,-2 0,-3 0,-4 12,6-55,-16 81,3 2,5-1,4 10,-3 54,-26 146,22-215,6-9,4 1,4 33,-6 121,-3 143,8-255,14 89,-14-202,-1-7,0-1,1 1,0-1,0 1,-1 0,2-1,-1 1,0-1,0 1,1-1,-1 1,1-1,0 1,0-1,0 0,0 1,0-1,1 2,0-5,-1 1,1-1,-1 0,0 1,1-1,-1 0,0 0,1 0,-1 1,0-1,0-1,0 1,0 0,0 0,0 0,0 0,-1-1,1 1,0 0,-1-1,1 1,-1-1,1 1,-1 0,0-1,1 1,-1-2,2-11,-3 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9:35.0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0,'4'22,"0"-1,1 0,1 0,1-1,1 1,1-2,1 1,0-1,1 0,1-1,1-1,1 0,7 7,-14-17,0 0,1-1,0 0,0 0,0-1,1 0,-1 0,1-1,1 0,-1 0,0-1,1-1,-1 1,1-2,0 1,0-1,0-1,0 0,0 0,0-1,-1 0,1-1,0 0,-1 0,1-1,-1 0,0-1,0 0,0-1,0 0,-1 0,0-1,0 0,0 0,-1-1,0 1,0-2,0 1,-1-1,4-6,-8 9,1 1,-1-1,0 0,0 0,0 0,-1 1,0-2,0 1,0 0,-1 0,1 0,-1 0,0 0,-1 0,1-1,-1 1,0 0,0 0,-1 0,1 0,-1 1,0-1,-1 0,1 1,-1-1,0 1,0 0,0 0,0 0,-1 0,0 1,0-1,0 1,-2-2,4 5,0-1,1 1,-1-1,0 1,1-1,-1 1,0 0,1 0,-1 0,0 0,0 0,1 0,-1 0,0 0,0 1,1-1,-1 1,1 0,-1-1,0 1,1 0,-1 0,1 0,-1 0,1 0,0 0,0 0,-1 0,1 1,0-1,0 0,0 1,0-1,0 1,-24 58,19-16,2 0,1 1,3-1,1 1,3-1,1 0,3 0,8 30,34 136,-23-103,-4 1,3 65,-24-148,-1 0,-1 0,-1 0,-1 0,-2 4,3-21,0-1,-1 1,0-1,0 1,-1-1,0 0,0 0,-1 0,0-1,0 1,0-1,-1 0,0 0,0 0,-1-1,1 0,-1 0,-5 3,8-6,-1 0,1 0,0-1,-1 0,1 1,-1-1,1-1,-1 1,0 0,1-1,-1 0,0 0,1 0,-1 0,1 0,-1-1,0 0,1 1,-1-1,1-1,-1 1,1 0,0-1,-1 0,1 0,0 0,0 0,0 0,1-1,-2 0,-4-5,1 0,0-1,0 0,0 0,1 0,1-1,0 0,0 0,-1-5,-3-11,1 0,1-1,1 0,2-1,1 1,1-1,1 0,1 1,2-1,0 1,3-7,-3 25,0 0,0 0,1 0,0 1,0-1,1 1,1-1,-1 1,1 1,0-1,1 1,0-1,0 2,1-1,-1 1,1 0,1 0,-1 1,1 0,0 0,0 1,1 0,-1 0,1 1,0 0,5 0,96-11,-60 13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9:36.6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 0,'-6'18,"0"-1,1 1,1 0,1 1,1-1,0 0,1 1,1-1,1 1,0-1,1 1,1-1,1 0,1 0,1 0,6 14,-9-27,0 0,0 0,1 0,0-1,-1 0,2 0,-1 0,0 0,1 0,0-1,0 0,0 0,0 0,0-1,0 0,1 0,-1 0,1-1,0 1,-1-1,1 0,0-1,0 0,-1 0,1 0,0 0,0-1,-1 0,1-1,0 1,-1-1,1 0,-1 0,0 0,0-1,0 0,0 0,0 0,0-1,-1 0,0 0,0 0,0 0,1-1,1-4,-1 0,0-1,0 1,-1-1,0 0,-1 0,0-1,-1 1,0-1,0 1,-1-1,0 0,-1 1,-1-1,1 0,-2 1,1-1,-3-6,2 10,0 0,0 0,0 0,-1 1,0-1,0 1,-1-1,0 1,0 0,0 0,-1 1,0-1,0 1,0 0,-1 0,0 1,0 0,0 0,0 0,0 1,-1 0,0 0,0 0,1 1,-2 0,1 1,-3-1,4 1,-1 2,1-1,-1 0,1 1,0 0,0 1,0 0,-1-1,2 2,-1-1,0 1,0 0,1 0,-1 1,1-1,0 1,0 0,1 1,-1-1,1 1,0 0,0 0,0 0,1 0,0 1,0 0,0-1,1 1,0 0,0 0,0 1,1-1,0 0,0 0,0 1,1-1,0 0,1 1,-1-1,1 0,0 1,7 34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9:37.0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1,'18'2,"15"1,12 0,8 0,7-2,1 1,-4-2,-9 5,-13 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9:37.2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0,'23'7,"18"2,19 0,15-2,11-4,-10-3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0:47.9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 14,'-2'-2,"1"-1,6 0,8 1,10 0,11 1,12 1,9-1,9 1,8 1,4-1,4 2,-1 1,-14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0:46.8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 1,'2'20,"6"12,7 7,11 1,10 1,9 1,6-1,3-3,-1 0,-6 0,-6-3,-7 1,-10-2,-9-5,-7-6</inkml:trace>
  <inkml:trace contextRef="#ctx0" brushRef="#br0" timeOffset="261.301">343 14,'-13'0,"-8"2,1 6,1 8,3 8,3 12,-1 10,-3 10,-5 5,-8 5,-6 0,-1-2,3-8,8-11,10-12,8-13</inkml:trace>
  <inkml:trace contextRef="#ctx0" brushRef="#br0" timeOffset="687.314">677 550,'1'8,"1"0,0 0,0 0,1-1,0 1,1-1,-1 1,2-1,-1 0,1 0,0-1,0 1,0-1,1-1,0 1,0-1,1 0,0 0,-1 0,2-1,-1 0,0-1,1 0,0 0,-1 0,1-1,0 0,0-1,1 0,1 0,-4-2,-1 0,0 0,0-1,0 1,0-1,0-1,0 1,0-1,-1 0,1 0,-1 0,0 0,0-1,0 0,-1 1,1-2,-1 1,0 0,0-1,0 1,-1-1,1 0,-1 0,0 0,-1 0,1 0,-1 0,0-1,0 1,-1 0,1-1,-1 1,-1 0,1-1,-1 1,1 0,-2-1,1 1,-1 0,1 0,-1 0,-1 0,-1-7,-1 0,0 0,-1 0,-1 1,0 0,0 0,-1 0,-1 1,1 1,-2-1,-4-2,9 7,0 1,0 0,-1 1,0-1,0 1,0 1,0-1,0 1,0 0,-1 0,1 0,-1 1,1 0,-1 1,0-1,1 1,-1 0,0 1,1 0,-1 0,1 0,-1 1,-1 0,-5 5,0-1,0 1,1 1,0 0,0 1,1 0,0 1,1 0,0 1,-8 11,-4 4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1:06.6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0,'15'0,"16"0,12 0,9 0,4 0,0 0,-7 0,-11 5,-10 3,-12 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1:06.8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0,'18'0,"15"0,16 0,11 0,8 0,1 0,-8 0,-15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0:52.7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94 269,'14'0,"13"0,16 0,14 0,14 0,8 0,4 0,0 0,-15 0</inkml:trace>
  <inkml:trace contextRef="#ctx0" brushRef="#br0" timeOffset="-848.889">1 629,'16'16,"12"15,8 10,7 8,5 5,2 2,-4 0,-5-2,-7-3,-9-6,-9-9,-8-8,-4-8</inkml:trace>
  <inkml:trace contextRef="#ctx0" brushRef="#br0" timeOffset="-646.383">335 616,'-16'3,"-9"9,-6 14,-2 14,3 12,3 8,5 6,6 0,6-2,4-7,3-13</inkml:trace>
  <inkml:trace contextRef="#ctx0" brushRef="#br0" timeOffset="-324.248">522 951,'20'-6,"-1"1,1 0,0 2,1 0,-1 2,3 0,-20 0,0 1,1-1,-1 1,0 0,0 0,0 0,0 0,0 1,0-1,0 1,0 0,0 0,0 0,0 0,-1 0,1 1,0-1,-1 1,1 0,-1-1,1 1,-1 0,0 1,0-1,0 0,0 1,0-1,0 1,-1-1,0 1,1 0,-1 0,0 0,0 0,0 0,-1 0,1 0,-1 0,1 0,-1 0,0 0,0 0,-1 0,1 2,-6 11,0 0,-1-1,0 0,-1-1,-1 0,0 0,-1-1,0 0,-5 3,2 0,0 0,1 1,0 1,2-1,-6 14,15-30,0 1,1 0,-1 0,0-1,1 1,0 0,-1 0,1 0,0 0,0 0,0-1,0 1,0 0,0 0,0 0,1 0,-1 0,1-1,-1 1,1 0,0 0,0-1,0 1,0 0,0-1,0 1,0-1,0 1,1-1,-1 0,1 1,-1-1,1 0,-1 0,1 0,-1 0,1 0,0-1,0 1,-1 0,1-1,0 0,0 1,1-1,88 9,-87-9,95-8,-58 2</inkml:trace>
  <inkml:trace contextRef="#ctx0" brushRef="#br0" timeOffset="1434.24">1980 1191,'11'-27,"-1"0,-1-1,-1 0,-1-1,2-21,-1 178,40 84,-42-189</inkml:trace>
  <inkml:trace contextRef="#ctx0" brushRef="#br0" timeOffset="1724.848">1391 189,'14'7,"15"4,20 1,16-2,16-3,12-2,4-3,-5 0,-19-2</inkml:trace>
  <inkml:trace contextRef="#ctx0" brushRef="#br0" timeOffset="876.57">1284 603,'14'9,"13"13,11 13,9 12,5 12,1 7,-3 4,-6 1,-7-2,-10-4,-9-6,-7-11,-7-13</inkml:trace>
  <inkml:trace contextRef="#ctx0" brushRef="#br0" timeOffset="1153.9">1632 603,'-14'9,"-9"15,-5 16,0 15,0 15,3 8,6 3,5-1,6-5,4-9,3-15</inkml:trace>
  <inkml:trace contextRef="#ctx0" brushRef="#br0" timeOffset="3793.153">134 1766,'16'5,"15"5,15 4,11 2,12 0,10-2,6-4,3-4,-1-2,-16-3</inkml:trace>
  <inkml:trace contextRef="#ctx0" brushRef="#br0" timeOffset="2994.281">188 2074,'9'20,"8"16,5 9,6 6,5 3,3-1,3 0,2-2,-2-4,-3-4,-6-6,-5-6,-4-9,-7-8</inkml:trace>
  <inkml:trace contextRef="#ctx0" brushRef="#br0" timeOffset="3269.552">615 2153,'-18'3,"-13"7,-7 13,-6 15,2 11,5 10,6 7,7 5,7 1,7-2,4-7,4-13</inkml:trace>
  <inkml:trace contextRef="#ctx0" brushRef="#br0" timeOffset="3530.854">843 2462,'71'-13,"-69"13,0 0,0 1,0-1,0 1,0-1,0 1,0 0,0-1,-1 1,1 0,0 0,0 1,-1-1,1 0,-1 0,1 1,-1-1,0 1,0-1,1 1,-1 0,0-1,0 1,0 0,-1 0,1 0,0 0,-1 0,1-1,-1 1,0 0,0 0,1 0,-1 2,-2 10,0 1,0 0,-1-1,-1 1,0-1,-2 0,1 0,-1-1,-1 1,-1-1,0-1,-3 4,-1 5,-11 15,15-25,1 0,0 1,0 0,1 1,1-1,0 1,0 0,1 2,4-13,0 0,0 0,0 0,0 1,0-1,1 0,-1 0,1 0,-1 0,1 0,0 0,0 0,0 0,0 0,0 0,0 0,0 0,1-1,-1 1,1 0,-1-1,1 1,0-1,-1 0,1 0,0 1,0-1,0 0,0-1,0 1,0 0,2 0,71 10,-61-12,-1-1,1-1,-1 0,0-1,0 0,0-1,0 0,3-3,15-8</inkml:trace>
  <inkml:trace contextRef="#ctx0" brushRef="#br0" timeOffset="5066.779">2207 2354,'0'-6,"0"3,0 11,-3 14,0 15,0 13,1 11,0 7,1 3,0-11</inkml:trace>
  <inkml:trace contextRef="#ctx0" brushRef="#br0" timeOffset="6704.708">883 3865,'111'-19,"-106"19,0 0,0 0,0 0,0 1,0 0,0 0,0 0,0 1,0-1,0 1,-1 0,1 1,0-1,-1 1,0 0,0 0,0 0,0 0,0 1,1 2,-3-3,0 0,0 0,0 1,-1-1,0 1,1-1,-1 1,-1 0,1-1,0 1,-1 0,0-1,0 1,0 0,0 0,-1-1,1 1,-1 0,0-1,0 1,0-1,-1 3,-41 72,-66 68,85-104,24-41,-1 0,1 0,-1 0,1 0,0 0,0 1,0-1,-1 0,1 0,0 0,1 0,-1 0,0 1,0-1,0 0,1 0,-1 0,0 0,1 0,-1 0,1 0,-1 0,1 0,0 0,-1 0,1 0,0 0,0-1,0 1,-1 0,1 0,0-1,0 1,0-1,0 1,0-1,0 1,0-1,1 1,7 0,0 1,-1-2,1 1,0-1,-1 0,1-1,0 0,-1-1,1 1,-1-2,1 1,0-1,5-1,45-12,-2-1</inkml:trace>
  <inkml:trace contextRef="#ctx0" brushRef="#br0" timeOffset="7546.728">2381 3892,'-5'16,"-1"11,0 12,1 7,2 5,3 3,4 2,4-3,3-4,1-5,-1-8,-2-7,-3-8</inkml:trace>
  <inkml:trace contextRef="#ctx0" brushRef="#br0" timeOffset="7747.192">1712 3370,'9'-2,"19"1,23 1,21 1,18-1,10 1,0 2,-13 0,-21 0</inkml:trace>
  <inkml:trace contextRef="#ctx0" brushRef="#br0" timeOffset="10049.964">2514 4921,'2'5,"1"10,0 12,-1 12,0 12,-1 8,0 5,1 1,1-5,0-14</inkml:trace>
  <inkml:trace contextRef="#ctx0" brushRef="#br0" timeOffset="9502.174">1832 4720,'5'16,"7"12,10 11,10 5,10 4,8 1,6-1,1-4,-3-3,-8-6,-11-9</inkml:trace>
  <inkml:trace contextRef="#ctx0" brushRef="#br0" timeOffset="9783.421">2233 4694,'-18'20,"-11"19,-7 16,-4 10,-2 7,1 3,3-2,9-6,8-15</inkml:trace>
  <inkml:trace contextRef="#ctx0" brushRef="#br0" timeOffset="8521.198">456 4774,'9'16,"5"12,7 8,5 5,4 4,5 2,0-1,1-1,-1-1,-1-4,-6-7,-6-8</inkml:trace>
  <inkml:trace contextRef="#ctx0" brushRef="#br0" timeOffset="8799.452">830 4694,'-14'7,"-13"9,-9 10,-6 13,-2 11,2 9,6 5,7 1,5-2,8-2,6-7,5-13</inkml:trace>
  <inkml:trace contextRef="#ctx0" brushRef="#br0" timeOffset="9060.176">1057 5068,'14'-6,"-5"1,0 1,1 0,-1 1,1 0,0 1,0 0,0 0,7 0,-15 3,-1 0,1 0,0 0,-1 0,1 0,-1 0,1 0,-1 0,0 0,0 1,1-1,-1 1,0-1,0 1,0-1,0 1,-1-1,1 1,0 0,-1 0,1-1,-1 1,1 0,-1 0,0 0,0-1,0 1,0 0,0 0,0 0,-1 0,1-1,0 1,-1 0,0 0,1-1,-1 1,0 0,0-1,0 1,0-1,-9 26,-2-2,0 1,-2-2,-1 0,-1 0,-11 12,-45 71,71-106,0 0,0 0,0 0,0 0,0 0,0 1,0-1,0 0,1 1,-1-1,0 0,1 1,-1-1,1 1,-1-1,1 1,0-1,-1 1,1-1,0 1,0-1,0 1,1-1,-1 1,0-1,0 1,1-1,-1 1,1-1,-1 0,1 1,0-1,-1 0,1 1,0-1,0 0,0 0,0 0,0 0,0 0,0 0,1 0,-1 0,0 0,1 0,-1-1,0 1,1 0,15 0,0 0,0-1,0-1,0-1,0 0,-1-1,1-1,-1-1,4-1,3 0,45-13,-5 2</inkml:trace>
  <inkml:trace contextRef="#ctx0" brushRef="#br0" timeOffset="7013.967">1619 3651,'13'14,"12"11,11 10,7 9,7 3,3 3,2 0,0-2,-4-4,-6-6,-11-6,-11-10</inkml:trace>
  <inkml:trace contextRef="#ctx0" brushRef="#br0" timeOffset="7284.282">1952 3625,'-18'22,"-13"18,-6 12,0 11,0 9,3 4,5-1,4-1,7-6,7-15</inkml:trace>
  <inkml:trace contextRef="#ctx0" brushRef="#br0" timeOffset="6145.575">255 3571,'6'16,"10"14,9 11,7 8,4 5,6 2,2-2,1-3,-3-3,-4-6,-9-9</inkml:trace>
  <inkml:trace contextRef="#ctx0" brushRef="#br0" timeOffset="6396.886">629 3571,'-18'14,"-13"15,-6 15,-3 13,3 8,5 5,6 2,7-3,8-6,4-7,5-12</inkml:trace>
  <inkml:trace contextRef="#ctx0" brushRef="#br0" timeOffset="4598.446">1471 2127,'5'14,"5"13,11 9,9 8,7 5,5 1,3 1,-3-1,-4-2,-5-5,-9-5,-9-7,-6-9</inkml:trace>
  <inkml:trace contextRef="#ctx0" brushRef="#br0" timeOffset="4815.936">1778 2127,'-18'11,"-8"11,-5 13,-1 10,3 8,1 9,3 5,4 0,3-1,5-6,4-9,4-12</inkml:trace>
  <inkml:trace contextRef="#ctx0" brushRef="#br0" timeOffset="12929.178">2728 1,'11'27,"-8"386,-4-315,3 288,19 34,11 146,-32-482,0 83,21 161,11-40,-30-244,6 89,18 79,-15-113,-3 0,-5 0,-6 36,1-4,-6 187,-12 8,21-240,-3 0,-5 0,-7 31,0-34,5 1,3 1,4 38,-11 117,13 41,5-250,2-57,-6 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0:49.2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0 420,'3'100,"5"-1,19 94,-1-37,-7 1,-7 1,-7 0,-13 119,-10-80,-3 23,9 1,11 35,13-67,-3-45,-7 128,-12 337,11-437,12 195,-12-291,1 56,-6-1,-7 18,7-134,4-15,1 0,-1 0,0 0,0-1,0 1,0 0,0 0,0 0,0-1,0 1,0 0,0 0,0-1,0 1,-1 0,1 0,0 0,0-1,0 1,0 0,0 0,0 0,0-1,-1 1,1 0,0 0,0 0,0 0,0 0,-1-1,1 1,0 0,0 0,0 0,-1 0,1 0,0 0,0 0,0 0,-1 0,1 0,0 0,0 0,-1 0,1 0,0 0,0 0,0 0,-1 0,1 0,1-75,1 24</inkml:trace>
  <inkml:trace contextRef="#ctx0" brushRef="#br0" timeOffset="948.819">13 86,'0'-12,"0"-5,0-3,0 0,0 6,0 12,3 17,-1 23,4 25,-1 25,-1 24,0 18,-2-12</inkml:trace>
  <inkml:trace contextRef="#ctx0" brushRef="#br0" timeOffset="14417.256">67 4738,'0'9,"0"10,0 13,0 17,2 14,6 14,3 10,0 9,-2 5,-2 3,-3-18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1:08.7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0,'-2'2,"4"4,10 0,15-1,12-1,10-1,7-1,2 1,0 0,-4 2,-10 2,-12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1:08.9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 2,'-4'4,"7"2,15 0,18-4,16-1,15-4,10-2,6-1,-12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1:10.3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1,'9'11,"10"6,11 3,11 0,13-4,15-4,12-4,10-4,3-2,-13-1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1:11.6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81 0,'-6'68,"2"-1,4 1,3-1,2 0,15 67,9 126,-28-79,-18 128,-1 36,18 101,-5-373,-3-2,-3 1,-11 28,6-22,6-5,3 1,3-1,5 68,-4 93,-5 169,8-294,1-94,2 1,0-1,0 1,1-1,1 0,1 0,0-1,1 0,4 15,-10-29,-1-1,0 1,0 0,0 0,0-1,0 1,1 0,-1 0,0-1,0 1,0 0,1 0,-1 0,0-1,0 1,0 0,1 0,-1 0,0 0,1 0,-1-1,0 1,0 0,1 0,-1 0,0 0,1 0,-1 0,0 0,0 0,1 0,-1 0,0 0,1 0,-1 0,0 0,0 1,1-1,-1 0,0 0,0 0,1 0,-1 0,0 1,0-1,1 0,-1 0,0 0,0 1,0-1,0 0,1 0,-1 1,0-1,0 0,0 0,0 1,0-1,0 0,0 1,1-1,-1 0,0 0,0 1,0-1,7-24,-7 24,5-23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1:09.4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1,'5'16,"7"14,10 9,10 7,8 5,4 5,4 2,1 0,-4 2,-5-3,-7-4,-6-4,-9-8,-6-12</inkml:trace>
  <inkml:trace contextRef="#ctx0" brushRef="#br0" timeOffset="217.417">348 82,'-18'22,"-14"22,-4 17,-4 13,0 9,3 3,5-4,8-6,9-13,6-16</inkml:trace>
  <inkml:trace contextRef="#ctx0" brushRef="#br0" timeOffset="541.889">615 657,'2'6,"1"1,0 0,0-1,0 1,1-1,0 0,1 0,-1-1,1 1,0-1,0 0,1 0,0-1,-1 1,2-1,-1-1,0 1,1-1,-1 0,1-1,0 1,0-1,0-1,0 1,1-1,-1 0,0-1,0 0,1 0,3-1,-6 0,0 0,0 0,-1-1,1 1,-1-1,1 0,-1 0,0-1,1 1,-1-1,0 0,-1 0,1 0,-1-1,1 1,-1-1,0 0,0 0,-1 0,1 0,-1 0,0-1,0 1,0-1,-1 1,1-1,-1 0,0 0,-1 1,1-1,-1 0,0 0,0 0,0 0,-1 1,0-1,0 0,0 0,0 1,-1-1,0 0,0 1,0 0,0-1,-1 1,0 0,-2-3,-1 3,-1-1,0 1,1 0,-1 0,0 1,-1 0,1 1,-1-1,1 1,-1 1,0-1,1 1,-1 1,0 0,0 0,0 0,1 1,-1 0,-4 1,-5 2,0 0,1 1,0 0,0 2,0 0,1 0,0 2,-6 4,-14 14,8-4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1:39.3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1 446,'0'-427,"2"408,4 42,94 602,-87-538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1:37.5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0,'40'297,"-1"260,-9 492,-30-1049,2 164,8 0,17 74,-11-162,-2-21</inkml:trace>
  <inkml:trace contextRef="#ctx0" brushRef="#br0" timeOffset="1349.918">335 1271,'19'0,"14"0,13 0,11-3,4 0,1-2,-3-1,-5 2,-9 3,-11 4,-10 6,-9 2</inkml:trace>
  <inkml:trace contextRef="#ctx0" brushRef="#br0" timeOffset="1594.764">415 1511,'14'5,"15"1,13-3,10-4,8-6,4-4,1-3,-1-1,-5 2,-13 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1:34.2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549 95,'-1'69,"-3"0,-3-1,-3 1,-3-2,-17 50,18-87,13-30,-1-1,0 1,0 0,0-1,0 1,0-1,0 1,0 0,0-1,0 1,0-1,0 1,0 0,0-1,0 1,0-1,0 1,0 0,0-1,0 1,-1 0,1-1,0 1,0 0,-1-1,1 1,0 0,0-1,-1 1,1 0,0 0,-1-1,1 1,0 0,-1 0,1 0,0-1,-1 1,1 0,0 0,-1 0,1 0,-1 0,1 0,0 0,-1 0,1 0,-1 0,1 0,0 0,-1 0,1 0,-1 0,1 0,0 1,-1-1,1 0,0 0,-1 0,1 1,-1-32,1 0,2 0,1 0,7-29,-4 22,1-11,-4 18,2-1,0 1,3 1,0-1,2 1,7-13,-16 40,0 1,0-1,1 0,-1 1,1-1,0 1,0 0,-1-1,2 1,-1 0,0 0,0 0,1 1,-1-1,1 0,-1 1,1 0,0-1,-1 1,1 0,0 1,0-1,0 0,0 1,0-1,0 1,-1 0,1 0,0 0,0 1,0-1,0 1,0-1,0 1,0 0,0 0,-1 0,1 1,0-1,-1 1,1 0,9 5,1 2,-2 0,1 0,-1 1,-1 0,0 1,0 0,-1 1,0 0,-1 0,-1 1,0 0,-1 0,2 5,4 13,-2-1,-1 2,-1-1,-2 1,-1 1,-1-1,1 27,-3 1,-2-1,-5 27,4-82</inkml:trace>
  <inkml:trace contextRef="#ctx0" brushRef="#br0" timeOffset="265.36">456 455,'18'-6,"22"-6,20-2,16 1,8 3,2 3,-8 7,-16 4</inkml:trace>
  <inkml:trace contextRef="#ctx0" brushRef="#br0" timeOffset="2247.155">415 1258,'0'694,"-5"-603,0-103,3-46,2-1,3 1,7-41,-8 86,0-21,3-1,0 1,2 0,2 1,1 0,2 0,1 1,2-2,-13 30,-1 1,1-1,0 0,0 1,0 0,0-1,1 1,-1 0,1 0,0 0,0 0,0 1,0-1,0 1,1 0,-1 0,1 0,0 0,-1 1,1-1,0 1,0 0,0 0,0 0,0 1,0 0,0-1,0 1,0 1,0-1,4 1,0 5,0 0,0 0,0 1,-1 0,1 0,-2 1,1-1,-1 2,-1-1,1 1,-1 0,-1 0,0 0,0 1,2 8,7 22,-3 2,-1 0,-2 0,-1 0,-3 1,-2 27,8 70,-5-116,0-8</inkml:trace>
  <inkml:trace contextRef="#ctx0" brushRef="#br0" timeOffset="2448.618">415 1739,'21'-2,"19"-1,18 0,12-2,8-2,-1-2,-5 0,-12 0,-15 1</inkml:trace>
  <inkml:trace contextRef="#ctx0" brushRef="#br0" timeOffset="2740.852">321 1030,'18'5,"20"1,17-5,17-7,11-5,6-2,0-3,-6 3,-18 3</inkml:trace>
  <inkml:trace contextRef="#ctx0" brushRef="#br0" timeOffset="3874.392">1 1,'0'16,"0"23,0 28,0 28,2 31,1 33,0 33,-1 32,0 22,1 11,1-6,-1-47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1:43.8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1 643,'128'-399,"-121"385,-3 31,30 146,16 115,-44-155,-5-75</inkml:trace>
  <inkml:trace contextRef="#ctx0" brushRef="#br0" timeOffset="252.49">148 952,'-4'-5,"0"-1,3 0,9 1,12 2,10 1,10-2,11-1,7-1,6-1,3 0,-1 1,-2 3,-12 0</inkml:trace>
  <inkml:trace contextRef="#ctx0" brushRef="#br0" timeOffset="521.808">763 416,'18'5,"15"1,12 0,8 1,5-1,5-1,-1 1,-1-1,-4 1,-5 2,-9 2,-12-1</inkml:trace>
  <inkml:trace contextRef="#ctx0" brushRef="#br0" timeOffset="810.054">1044 724,'16'12,"16"3,15-1,10-2,9-6,5-4,2-5,-1-3,-11-2</inkml:trace>
  <inkml:trace contextRef="#ctx0" brushRef="#br0" timeOffset="1364.527">2475 149,'0'128,"-1"-140,1 0,-2 0,1 0,-2 0,1 1,-2-1,0 1,0 0,-1 0,0 0,-1 0,0 1,0 0,-1 0,-1 1,0 0,0 0,0 1,-1 0,-1 0,1 1,-1 1,0-1,-1 2,0-1,0 1,0 1,0 0,-1 1,1 0,-1 0,0 2,0-1,0 1,1 1,-10 1,1 3,0 2,0 0,1 1,0 1,0 1,1 1,0 0,1 1,0 1,1 1,0 0,1 1,1 1,0 0,1 1,0 0,1 1,1 1,1 0,1 0,0 1,1 0,1 0,1 1,1 0,1 0,0 1,2-1,0 1,1 15,2-19,1 1,0 0,1-1,1 0,0 0,2 0,0 0,0-1,2 0,0 0,1-1,0 0,1 0,1-1,1 0,-1-1,2-1,0 0,1 0,0-2,0 1,1-2,0 0,1-1,0 0,0-1,15 3,-3-2,1-1,0-2,0-1,0-1,1-1,-1-2,1-1,-1-2,1 0,-1-2,0-1,-1-2,0 0,24-11,-11-6,-34 17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1:42.8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520 288,'10'9,"-9"-34,-4 11,1 1,-2-1,0 1,-1 0,0 0,-1 0,0 1,-1 0,0 0,-1 1,0-1,-1 2,-1-1,1 2,-2-1,1 1,-1 0,0 1,-1 1,0 0,0 0,-1 1,0 1,0 0,0 1,0 0,-1 1,1 0,-10 1,14 2,0 1,0 1,0 0,0 0,0 0,0 1,1 1,0 0,-1 0,1 0,1 1,-1 0,1 1,0-1,0 1,0 1,1-1,0 1,0 1,1-1,0 1,0-1,0 3,-6 10,2 1,0 0,1 0,1 1,1-1,1 2,1-1,-1 22,3-17,2 0,0 0,2 0,1 0,1 0,1 0,1-1,2 0,2 4,-5-16,1 0,0-1,1 0,1 0,0-1,0 0,2-1,-1 1,1-2,1 1,0-2,0 1,1-1,0-1,1 0,0-1,9 3,-2-2,0-2,0-1,1 0,0-2,0 0,0-1,0-1,1-1,-1-1,0-1,0-1,0-1,0-1,11-4,25-10,0-2,-1-3,-1-3,22-15,-9 3</inkml:trace>
  <inkml:trace contextRef="#ctx0" brushRef="#br0" timeOffset="575.459">1082 381,'-1'2,"-24"76,25-76,-1 0,1 0,0 0,0 0,0-1,0 1,0 0,0 0,0 0,0 0,1 0,-1 0,1-1,0 1,-1 0,1 0,0-1,0 1,0-1,0 1,0 0,1-1,-1 0,0 1,1-1,-1 0,1 0,-1 0,1 0,0 0,-1 0,1 0,0 0,0-1,-1 1,1-1,0 1,0-1,0 0,0 0,1 0,0 0,0-1,0 1,0-1,0 0,0 0,-1 0,1 0,0 0,0-1,-1 1,1-1,-1 0,1 0,-1 0,0 0,0 0,0 0,0-1,0 1,0 0,-1-1,1 0,-1 1,0-1,0 0,0 0,0 0,0 0,0 0,-1 0,0 0,1 0,-1 0,0 0,-1 0,1 0,0 0,-1 0,0 0,1 0,-1 1,-1-1,1 0,0 0,0 1,-1-1,0 0,1 1,-1 0,0-1,0 1,-1 0,1 0,0 0,-1 0,1 1,-1-1,1 0,-1 1,0 0,2 1,-1 0,1 0,0 0,-1 0,1 0,0 1,0-1,0 0,-1 1,1-1,0 1,0-1,0 1,0 0,0 0,0-1,0 1,0 0,0 0,0 0,0 0,1 0,-1 0,0 0,1 0,-1 0,0 0,1 1,-1-1,1 0,0 0,0 0,-1 1,1-1,0 0,0 0,0 1,0-1,0 0,0 1,1-1,-1 0,0 0,1 0,-1 1,1-1,-1 0,6 17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1:50.3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55 0,'20'545,"-14"17,-43 286,10-569,13 0,12 1,31 242,-6-377,-23-142,-1-8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9:53.621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5415 94,'-11'19,"0"1,1 1,1 0,0 1,2-1,1 1,1 1,0-1,2 1,0 10,0 37,3 0,7 55,37 436,-41-215,-21 94,6-250,8 1,14 98,12-72,1-7,-10 1,-9 74,-19 17,-7 293,49 16,1-200,-28 215,-13-544,11-108,2 6</inkml:trace>
  <inkml:trace contextRef="#ctx0" brushRef="#br0" timeOffset="45421.076">5896 2675,'16'0,"13"0,9 0,8 0,6 0,2 0,-1 0,0 0,-5 2,-6 3,-5 3,-8 0,-5 1,-7-1</inkml:trace>
  <inkml:trace contextRef="#ctx0" brushRef="#br0" timeOffset="45681.381">5964 2995,'18'0,"15"0,14 0,7 0,6 0,2 0,-2 0,-8 2,-9 3,-13 6,-11 0</inkml:trace>
  <inkml:trace contextRef="#ctx0" brushRef="#br0" timeOffset="115747.563">5362 7781,'11'7,"13"2,14 0,14-2,14-2,10-2,5-2,-2 2,-14 0</inkml:trace>
  <inkml:trace contextRef="#ctx0" brushRef="#br0" timeOffset="114065.314">5295 8128,'16'19,"14"12,12 10,7 8,4 1,1 2,-5 1,-6 1,-6 0,-9-2,-7-3,-7-8,-6-11</inkml:trace>
  <inkml:trace contextRef="#ctx0" brushRef="#br0" timeOffset="114353.735">5670 8075,'-14'5,"-11"7,-8 15,-6 15,-4 14,-1 14,2 11,2 5,4 2,8-3,9-9,7-18</inkml:trace>
  <inkml:trace contextRef="#ctx0" brushRef="#br0" timeOffset="115236.658">5924 8663,'-3'7,"0"1,1-1,0 1,1-1,0 1,0 0,0-1,1 1,0 0,1 0,0-1,0 1,0 0,1-1,0 1,1-1,0 0,0 0,0 0,1 0,0 0,0-1,1 0,0 0,0 0,0 0,5 3,-5-5,0 0,1-1,-1 1,1-1,-1 0,1 0,0-1,0 0,0 0,1 0,-1-1,0 0,1 0,-1-1,0 1,1-1,-1-1,1 1,-1-1,0 0,1-1,-1 0,0 1,0-2,0 1,0-1,-1 0,1 0,-1-1,1 0,-1 1,0-2,1-1,3-5,-1 0,-1 0,0-1,0 0,-1 0,-1-1,0 1,0-1,-2-1,1 1,-2 0,0-1,0 0,-2 1,1-1,-2 0,0 1,0-1,-3-9,3 19,0 0,0 0,0 0,0 0,0 0,-1 0,0 0,0 1,0-1,0 1,-1-1,1 1,-1 0,0 0,0 0,0 0,0 1,0-1,-1 1,1 0,-1-1,0 2,0-1,1 0,-1 1,0 0,0 0,0 0,-1 0,1 1,0-1,0 1,-1 0,-6 4,-1 0,1 1,0 0,0 1,1 0,0 1,0 0,0 0,1 1,0 1,0-1,1 1,0 1,1 0,-5 7,-21 27</inkml:trace>
  <inkml:trace contextRef="#ctx0" brushRef="#br0" timeOffset="-13209.653">2795 829,'0'3,"0"9,-2 12,-1 11,0 8,1 7,0 1,1-1,5-3,4-4,1-9</inkml:trace>
  <inkml:trace contextRef="#ctx0" brushRef="#br0" timeOffset="-9653.268">3450 2086,'5'18,"5"18,7 13,6 13,9 5,8-1,6-1,4-4,1-5,1-5,-4-6,-6-10,-7-7,-11-9</inkml:trace>
  <inkml:trace contextRef="#ctx0" brushRef="#br0" timeOffset="-9402.945">3798 2166,'-14'9,"-11"10,-6 11,-4 11,-6 9,-2 6,-1 5,2 4,7 0,8-4,10-8,7-14</inkml:trace>
  <inkml:trace contextRef="#ctx0" brushRef="#br0" timeOffset="-9140.174">3986 2688,'7'6,"1"-1,0 1,0-1,0-1,1 1,0-2,0 1,0-1,0 0,0-1,1 0,-1-1,9 1,-13-2,1 0,0 0,-1 0,1-1,-1 0,1 0,-1 0,0-1,0 1,1-1,-1-1,0 1,0-1,-1 0,1 0,-1 0,1 0,-1-1,0 0,0 0,-1 0,1-1,-1 1,2-3,-3 2,1-1,-1 1,0-1,0 0,-1 1,0-1,0 0,0 0,0 0,-1 0,0 0,-1 1,1-1,-1 0,0 0,-1 0,1 0,-1 1,0-1,0 1,-1 0,0-1,0 1,0 0,-1 0,1 1,-1-1,0 1,0 0,-1 0,1 0,-1 1,0-1,0 1,0 0,-1 1,1-1,0 1,-1 0,0 0,1 1,-1 0,0 0,-1 0,-3 1,0 0,-1 0,1 1,0 1,0 0,0 0,0 1,0 0,0 1,1 0,0 1,0 0,0 0,0 1,1 0,0 0,0 1,0 0,1 0,0 1,1 0,0 0,-5 9,-20 24</inkml:trace>
  <inkml:trace contextRef="#ctx0" brushRef="#br0" timeOffset="-10430.105">2288 2153,'7'11,"6"14,8 10,8 10,7 5,7 3,6 0,0-4,0-5,-5-6,-5-8,-6-7,-8-12,-7-8</inkml:trace>
  <inkml:trace contextRef="#ctx0" brushRef="#br0" timeOffset="-10187.88">2688 2166,'-16'-2,"-9"4,-8 5,-3 9,1 14,1 9,4 11,3 10,4 6,1 3,2 2,4-3,6-13</inkml:trace>
  <inkml:trace contextRef="#ctx0" brushRef="#br0" timeOffset="-9983.431">2876 2473,'2'14,"1"11,0 8,-1 8,0 6,-1 1,2 0,2-1,6-5,4-7,1-9</inkml:trace>
  <inkml:trace contextRef="#ctx0" brushRef="#br0" timeOffset="-11432.081">844 2100,'9'18,"10"15,10 14,10 7,5 4,4 1,1 0,-1-4,-5-2,-6-5,-8-6,-7-9,-7-9</inkml:trace>
  <inkml:trace contextRef="#ctx0" brushRef="#br0" timeOffset="-11243.589">1284 2126,'-13'-5,"-12"4,-6 8,-4 12,-4 15,1 12,0 12,2 8,2 6,5 0,7-3,8-6,6-15</inkml:trace>
  <inkml:trace contextRef="#ctx0" brushRef="#br0" timeOffset="-10806.101">1472 2473,'4'-4,"0"-1,1 1,-1 0,1 0,0 1,0-1,0 1,0 0,0 0,1 1,-1 0,1 0,0 0,0 0,0 1,0 0,0 0,0 1,0 0,0 0,0 0,0 0,5 2,-8-1,0 0,-1 1,1-1,0 0,-1 1,1 0,-1-1,1 1,-1 0,0 0,0 1,0-1,0 0,0 1,0-1,-1 1,1-1,-1 1,0 0,0 0,0 0,0-1,0 1,0 0,-1 3,-2 76,-6-55,-1 0,-1-1,-1 0,-1 0,-2-2,0 1,-16 18,7-8,20-30,2-5,0 1,0-1,0 1,0-1,0 1,0 0,1 0,-1-1,0 1,0 0,1 0,-1 0,0 0,1 0,-1 0,1 0,-1 0,1 0,-1 0,1 0,0 0,0 0,0 0,-1 0,1 0,0 0,0 1,0-1,1 0,-1 0,0 0,0 0,0 0,1 0,-1 0,1 0,-1 0,1 0,-1 0,1 0,0 0,-1 0,1 0,0-1,0 1,-1 0,1 0,0-1,0 1,0 0,0-1,0 1,0-1,1 1,9-1,1-1,-1 0,0-1,0 0,0 0,0-1,10-4,-6 2,33-10</inkml:trace>
  <inkml:trace contextRef="#ctx0" brushRef="#br0" timeOffset="-12757.862">3437 576,'11'15,"11"13,8 11,7 4,2 8,5 3,2 3,-1-1,-1 0,-3-3,-5-5,-5-8,-9-7,-7-9</inkml:trace>
  <inkml:trace contextRef="#ctx0" brushRef="#br0" timeOffset="-12467.918">3825 561,'-16'7,"-12"12,-8 11,-7 12,-6 12,0 11,-2 8,1 3,5-2,7-8,11-14</inkml:trace>
  <inkml:trace contextRef="#ctx0" brushRef="#br0" timeOffset="-12201.908">4025 1044,'1'7,"1"1,0-1,1 1,0-1,0 0,0 0,1 0,0 0,0-1,1 0,-1 0,1 0,1 0,-1-1,1 1,0-2,0 1,1-1,-1 1,1-2,0 1,0-1,1 0,-1-1,6 2,-7-3,0 1,1-1,-1-1,1 1,-1-1,0-1,1 1,-1-1,1 0,-1 0,0-1,0 0,0 0,0 0,0-1,0 0,-1 0,1 0,-1-1,0 0,0 0,0 0,0-1,-1 1,0-1,0 0,0-1,-1 1,1-1,-1 1,-1-1,1 0,-1 0,0 0,0 0,-1-1,0 1,0 0,0-1,-1-4,0 4,-1 0,0 1,0-1,-1 1,0-1,0 1,-1 0,0 0,0 0,0 0,-1 0,1 1,-1-1,-1 1,1 0,-1 0,0 1,0 0,0-1,-1 1,1 1,-1-1,0 1,0 0,0 1,0-1,-1 1,1 1,-1-1,1 1,-1 0,0 0,1 1,-1 0,0 0,0 1,1 0,-1 0,-12 5,0 2,0 1,1 0,0 1,0 1,2 0,-1 2,1 0,1 1,0 0,1 1,-6 10,-29 29</inkml:trace>
  <inkml:trace contextRef="#ctx0" brushRef="#br0" timeOffset="-13688.374">2060 508,'5'21,"8"13,11 10,10 4,9 2,6 0,4-1,-1-2,-2-2,-4-4,-9-5,-10-6,-10-8</inkml:trace>
  <inkml:trace contextRef="#ctx0" brushRef="#br0" timeOffset="-13456.991">2434 508,'-16'5,"-7"8,-5 11,-2 13,0 11,0 9,1 6,1 4,2 2,7-4,5-14</inkml:trace>
  <inkml:trace contextRef="#ctx0" brushRef="#br0" timeOffset="-14688.117">883 508,'-4'-5,"-2"4,0 6,4 9,6 9,10 10,11 6,8 5,6 5,3 0,-2 1,-2 0,-6-6,-6-6,-7-11</inkml:trace>
  <inkml:trace contextRef="#ctx0" brushRef="#br0" timeOffset="-14418.839">1151 455,'-18'5,"-11"8,-7 11,-2 12,3 10,8 8,8 7,7 6,6 0,4 1,3-11</inkml:trace>
  <inkml:trace contextRef="#ctx0" brushRef="#br0" timeOffset="-14123.805">1351 803,'12'-3,"-5"-1,1 1,-1 1,1 0,-1 0,1 0,0 1,0 0,0 1,0 0,0 0,0 0,0 1,0 0,-1 1,1 0,4 1,-10-1,0 0,0 0,0 0,0 0,0 1,-1-1,1 0,-1 1,1-1,-1 1,0-1,0 1,0 0,0 0,-1-1,1 1,-1 0,0 0,1 0,-1-1,0 1,-1 0,1 0,0 0,-1-1,0 2,-24 72,-103 146,126-218,1-3,0 1,-1-1,1 0,0 1,0-1,0 1,0-1,0 1,1 0,-1-1,0 1,1 0,-1 0,1-1,0 1,-1 0,1 0,0 0,0-1,0 1,0 0,1 0,-1 0,0-1,1 1,-1 0,1 0,0-1,-1 1,1-1,0 1,0 0,0-1,0 0,1 1,-1-1,1 2,7-1,-1-1,1 1,-1-1,1-1,-1 0,1 0,-1 0,1-1,-1-1,1 1,0-2,2 2,47-11,-1 0</inkml:trace>
  <inkml:trace contextRef="#ctx0" brushRef="#br0" timeOffset="-2130.745">3971 5040,'0'16,"0"15,3 12,4 12,9 4,8 4,9 3,6-3,5-4,5-4,-2-5,-4-7,-6-5,-8-10</inkml:trace>
  <inkml:trace contextRef="#ctx0" brushRef="#br0" timeOffset="-1912.243">4359 5081,'-20'2,"-14"8,-8 8,-3 14,-2 12,2 12,2 10,6 6,5 1,9-4,8-8,9-9,6-14</inkml:trace>
  <inkml:trace contextRef="#ctx0" brushRef="#br0" timeOffset="-1589.107">4587 5535,'-2'6,"0"1,0-1,1 0,0 0,0 1,1-1,0 0,0 1,0-1,1 1,0-1,0 0,1 0,0 1,0-1,0 0,1-1,-1 1,1 0,1-1,-1 0,1 1,2 1,3-1,-1-1,1 0,0-1,0 0,0 0,1-1,-1 0,1-1,0 0,-1-1,1 0,0 0,0-1,0 0,0-1,0 0,0 0,-1-1,1-1,-1 1,1-2,-1 1,0-1,0-1,0 0,-1 2,-1-1,0 0,0-1,-1 0,0 0,1 0,-2 0,1-1,-1 0,1-1,-2 1,1-1,-1 0,0 0,0 0,-1 0,0-1,0 0,-1 1,0-1,0 0,-1 0,0 0,-1 0,1 0,-2 0,1-1,-1 1,0 0,-1 0,1 1,-2-1,1 0,-1 1,0-1,-1 1,0 0,0-1,-2 2,1 0,-2 0,1 0,0 1,-1-1,0 2,0-1,-1 1,1 0,-1 1,0-1,0 2,0-1,0 1,-1 0,1 1,-1 0,1 0,-1 1,1 0,-3 1,-8 0,0 1,1 1,-1 1,1 1,-1 0,1 1,1 1,-1 1,1 1,-2 1,1 1,1 0,0 2,0 0,1 1,1 1,0 0,1 1,-10 16</inkml:trace>
  <inkml:trace contextRef="#ctx0" brushRef="#br0" timeOffset="-3019.67">2528 5094,'9'9,"10"12,9 10,5 8,8 9,5 8,1 3,3 1,-2-3,-3-5,-5-6,-7-7,-8-7,-7-9</inkml:trace>
  <inkml:trace contextRef="#ctx0" brushRef="#br0" timeOffset="-2817.396">3036 5134,'-18'5,"-11"5,-2 9,-1 9,0 12,5 11,0 7,4 6,4 3,2-1,4-7,4-13</inkml:trace>
  <inkml:trace contextRef="#ctx0" brushRef="#br0" timeOffset="-2552.813">3317 5495,'-5'9,"-3"10,-3 11,-2 9,1 7,3 5,3 1,3 0,3-4,5-5,1-11</inkml:trace>
  <inkml:trace contextRef="#ctx0" brushRef="#br0" timeOffset="-3987.252">1018 5160,'4'-2,"7"4,7 5,11 10,11 10,8 10,4 7,2 6,-5 3,-6 2,-6-2,-7-5,-8-6,-8-11</inkml:trace>
  <inkml:trace contextRef="#ctx0" brushRef="#br0" timeOffset="-3720.712">1485 5081,'-18'11,"-13"13,-8 14,-2 14,0 9,1 9,4 0,5-1,8-7,8-8,7-12,8-13,6-11</inkml:trace>
  <inkml:trace contextRef="#ctx0" brushRef="#br0" timeOffset="-3406.236">1659 5469,'5'-6,"0"1,0 0,1 0,-1 0,1 1,0 0,0 0,1 1,-1-1,1 1,0 1,0-1,0 1,3 0,-7 1,0 0,1 1,-1-1,1 1,-1 0,1 0,0 0,-1 1,0-1,1 1,-1 0,1 0,-1 0,0 0,1 1,-1-1,0 1,0 0,0 0,0 0,-1 0,1 0,0 1,-1-1,0 1,1 0,-1-1,0 1,-1 0,2 2,0 2,0 1,-1-1,1 1,-1 0,-1 0,0 0,0 0,0 1,-1-1,-1 0,1 0,-1 0,0 0,-1 0,0 0,0 0,-2 1,-61 124,3-41,62-91,-1-1,1 0,0 0,0 1,-1-1,1 0,0 1,0-1,0 0,-1 1,1-1,0 0,0 1,0-1,0 0,0 1,0-1,0 1,0-1,0 0,0 1,0-1,0 1,0-1,0 0,0 1,0-1,0 0,1 1,-1-1,0 0,0 1,0-1,1 0,-1 1,0-1,0 0,1 0,-1 1,0-1,0 0,1 0,-1 1,0-1,1 0,-1 0,0 0,1 0,-1 0,1 1,-1-1,0 0,1 0,-1 0,0 0,1 0,-1 0,1 0,-1 0,0 0,1-1,-1 1,0 0,1 0,29-7,-27 7,367-99,-285 82</inkml:trace>
  <inkml:trace contextRef="#ctx0" brushRef="#br0" timeOffset="-15528.941">415 1,'16'367,"10"-6,-16 0,-25 175,-15 63,36 406,5-773,-15 118,6-76,2-236,-2-1,-1 0,-1 0,-3 1,-3 17,-8-20,9-45,4 0</inkml:trace>
  <inkml:trace contextRef="#ctx0" brushRef="#br0" timeOffset="-4522.518">522 4212,'0'0,"0"0,0 0,0 0,0 1,0-1,0 0,0 0,0 0,0 1,0-1,0 0,0 0,0 0,-1 1,1-1,0 0,0 0,0 0,0 0,0 0,-1 1,1-1,0 0,0 0,0 0,-1 0,1 0,0 0,0 0,0 0,-1 0,1 0,0 0,0 0,0 0,-1 0,1 0,0 0,0 0,0 0,-1 0,1 0,0 0,0 0,0 0,-1 0,1 0,0 0,0 0,0 0,-1-1,-4 174,2 93,-28 179,3-244,7-59,5 1,5 52,13-162,1-11</inkml:trace>
  <inkml:trace contextRef="#ctx0" brushRef="#br0" timeOffset="-6271.059">3718 3610,'0'12,"2"9,3 10,6 7,7 5,8 4,5 3,8-1,6 2,4 0,0-1,2-3,-2-2,-1-2,-6-4,-4-6,-7-7,-9-7</inkml:trace>
  <inkml:trace contextRef="#ctx0" brushRef="#br0" timeOffset="-6021.721">4186 3650,'-19'11,"-12"13,-7 14,-6 14,-3 12,0 9,2 5,8-1,7-5,8-8,9-14</inkml:trace>
  <inkml:trace contextRef="#ctx0" brushRef="#br0" timeOffset="-5683.63">4400 4051,'0'8,"1"0,0 0,1 1,-1-1,2-1,-1 1,1 0,0 0,1-1,-1 0,2 0,-1 0,1 0,0-1,0 1,1-1,0 0,0-1,0 0,1 0,-1 0,1-1,0 0,1 0,-1 0,1-1,-1-1,1 1,0-1,0 0,0-1,1 0,1 0,0-2,1-1,-1 0,0-1,-1 0,1 0,0-1,-1 0,0-1,0 0,0 0,-1-1,1 0,-2-1,1 0,-1 0,0 0,6-8,-9 10,0 0,0 0,-1-1,1 1,-1-1,0 0,-1 0,1 0,-1 0,0 0,-1-1,0 1,0-1,0 1,-1 0,1-1,-2 1,1-1,-1 1,0-1,0 1,-1 0,0-1,0 1,0 0,-1 0,0 0,-1-2,0 3,0-1,-1 1,0 0,1 1,-2-1,1 1,0 0,-1 0,0 1,0 0,0 0,0 0,0 0,-1 1,1 0,-1 1,1-1,-1 1,-5 0,-2 0,0 1,0 0,0 1,1 1,-1 0,0 1,1 0,0 1,-4 2,-10 6,1 0,1 3,0 0,1 1,1 1,-15 15,-11 11</inkml:trace>
  <inkml:trace contextRef="#ctx0" brushRef="#br0" timeOffset="-7074.434">2421 3744,'18'4,"16"9,10 11,9 13,8 11,2 9,-1 6,-4 2,-4-4,-6-7,-8-9,-9-11,-9-13</inkml:trace>
  <inkml:trace contextRef="#ctx0" brushRef="#br0" timeOffset="-6800.143">2902 3770,'-13'11,"-10"11,-7 11,-6 11,-3 9,1 7,1 5,3 3,8-4,7-5,8-9,5-12</inkml:trace>
  <inkml:trace contextRef="#ctx0" brushRef="#br0" timeOffset="-6537.346">3209 4064,'0'14,"3"13,0 12,0 8,0 5,1 0,2-1,0-3,2-5,1-8,-1-9</inkml:trace>
  <inkml:trace contextRef="#ctx0" brushRef="#br0" timeOffset="-8191.117">977 3637,'7'18,"9"15,8 14,10 7,8 6,3 5,4 2,0-1,-4-6,-5-7,-7-11,-6-12,-9-12</inkml:trace>
  <inkml:trace contextRef="#ctx0" brushRef="#br0" timeOffset="-7939.786">1419 3757,'-14'-7,"-11"5,-6 13,-7 20,-3 19,-2 18,1 13,4 7,7 1,7-7,9-18</inkml:trace>
  <inkml:trace contextRef="#ctx0" brushRef="#br0" timeOffset="-7432.067">1646 4171,'12'-3,"-1"0,1 1,-1 0,1 1,0 0,0 1,0 0,5 1,-14 0,1-1,-1 1,1 0,-1 0,1 0,-1 0,0 1,0-1,0 1,0 0,0-1,0 2,0-1,0 0,-1 0,1 1,-1 0,0-1,0 1,0 0,0 0,0 0,-1 0,1 1,-1-1,0 0,0 1,0-1,1 4,-3 6,0 0,0-1,-1 1,0 0,-1-1,-1 0,0 1,0-1,-2-1,1 1,-1-1,-1 0,0 0,-6 6,10-12,-66 102,69-106,-1 0,1-1,0 1,-1 0,1 0,0 0,-1 0,1 0,0 0,0 0,0 0,0 0,0 0,0 0,0 0,0 0,0 0,1 0,-1 0,0-1,1 1,-1 0,0 0,1 0,-1 0,1 0,-1-1,1 1,0 0,-1 0,1-1,0 1,0-1,-1 1,1 0,0-1,0 1,0-1,0 0,-1 1,1-1,0 0,0 1,0-1,0 0,0 0,0 0,0 0,1 0,52-1,-53 1,173-39,-109 23</inkml:trace>
  <inkml:trace contextRef="#ctx0" brushRef="#br0" timeOffset="5737.057">750 201,'4'2,"7"1,8 0,9-1,8 0,6-1,3-1,-2 3,-1 0,-6 0,-6-1,-6 2,-8 0</inkml:trace>
  <inkml:trace contextRef="#ctx0" brushRef="#br0" timeOffset="6580.311">2100 201,'4'0,"9"0,11 0,11 0,8 0,6-3,4 1,-1-1,-4 0,-6 2,-7 0,-13 0,-9 1</inkml:trace>
  <inkml:trace contextRef="#ctx0" brushRef="#br0" timeOffset="7327.157">3503 228,'455'0,"-393"-11,-62 10,0 1,-1-1,1 1,0-1,0 0,0 1,0-1,-1 1,1-1,0 0,-1 1,1-1,0 1,-1-1,1 1,-1-1,1 1,-1 0,1-1,-1 1,1 0,-1-1,1 1,-1 0,0-1,1 1,-1 0,1 0,-1 0,0 0,1 0,-1-1,0 1,1 0,-1 0,1 1,-1-1,0 0,0 0,1 0,-17-2</inkml:trace>
  <inkml:trace contextRef="#ctx0" brushRef="#br0" timeOffset="21472.905">870 1765,'-8'-6,"23"2,96-6,0 5,88 9,-179-3,0 1,0 1,0 0,-1 2,0 0,6 3,-21 0,-23-9,-250-35,-62 32,701 5,-233 9,-136-10,0 0,-1-1,1 1,0 0,-1 0,1 0,0-1,0 1,-1 0,1 0,0 0,0 0,-1 0,1 0,0 0,0 1,-1-1,1 0,0 0,0 0,-1 1,1-1,0 1,-1-1,1 0,0 1,-1-1,1 1,-1-1,1 1,-1-1,1 1,-1 0,1-1,-1 1,0 0,1-1,-1 1,0 0,1-1,-1 1,0 0,0 0,0-1,0 1,0 0,0 0,0-1,0 1,0 0,0 0,0-1,0 1,-1 0,1 0,0-1,0 1,-1 0,1-1,0 1,-1 0,-15 7</inkml:trace>
  <inkml:trace contextRef="#ctx0" brushRef="#br0" timeOffset="22827.933">3437 1805,'205'-7,"-105"1,0 4,6 5,-55 5,-316-58,215 43,-1 3,0 2,1 2,-1 3,0 1,-5 4,36-3,36 1,192-11,-157 0,1 3,0 2,38 5,-34 9,-74-12,-1-4</inkml:trace>
  <inkml:trace contextRef="#ctx0" brushRef="#br0" timeOffset="33350.721">2434 3529,'60'-1,"0"2,0 2,-1 3,0 3,0 2,44 16,-70-12,-33-15,0 1,0 0,-1-1,1 1,0-1,0 1,0-1,0 1,-1-1,1 1,0-1,-1 1,1-1,0 1,-1-1,1 0,0 1,-1-1,1 1,-1-1,1 0,-1 1,1-1,-1 0,1 0,-1 1,1-1,-1 0,1 0,-1 0,1 0,-1 0,1 0,-1 0,0 0,1 0,-1 0,1 0,-1 0,1 0,-1 0,1 0,-1-1,1 1,-1 0,0 0,-255-1,233 0,1 0,-1-2,1-1,0 0,0-2,0 0,1-2,-3-1,-7 0,46 16,32-4,0-1,0-3,-1-1,3-3,-3 1,0 1,0 3,0 1,12 4,-19 4,-94-18,-10-1,0 4,0 2,0 3,-4 3,5-1,76-1,0 1,-1 0,1 1,-1 0,1 1,-1 0,0 1,0 0,-1 1,1 0,3 2,3 4</inkml:trace>
  <inkml:trace contextRef="#ctx0" brushRef="#br0" timeOffset="35356.915">3745 3343,'574'0,"-732"-3,-136-20,176 8,286 31,205-3,-309-6,-64-6,1-1,-1 0,1 0,-1 0,0 1,1-1,-1 0,1 0,-1 1,0-1,1 0,-1 1,1-1,-1 1,0-1,0 0,1 1,-1-1,0 1,0-1,1 1,-1-1,0 1,0-1,0 1,0-1,0 1,0-1,0 1,0-1,0 1,0-1,0 1,0-1,0 1,0-1,0 1,0-1,-1 1,1-1,0 1,0-1,-1 0,1 1,0-1,-1 1,1-1,0 0,-1 1,1-1,-1 0,1 1,0-1,-1 0,1 0,-1 1,0-1,-15 13</inkml:trace>
  <inkml:trace contextRef="#ctx0" brushRef="#br0" timeOffset="41846.71">4012 4787,'0'-1,"1"0,0 0,-1 0,1 0,0 0,0 0,-1 1,1-1,0 0,0 0,0 1,0-1,0 1,0-1,0 1,0-1,0 1,1 0,-1 0,0-1,0 1,0 0,0 0,0 0,0 0,1 0,-1 0,0 1,0-1,0 0,1 1,-1-1,336 1,-184 16,-131-19,-34-9,-9 5,0 1,1 1,-2 1,1 1,0 1,-22 1,16 0,-314 0,315-4,40-2,300-7,-288 12,-8 0,0 0,1 2,-1 0,1 0,-1 2,0 0,0 1,0 1,0 1,-39-7,21 1,-80-17,-1 3,0 3,-59 2,113 7,-81 9,139 2,18 2,-31-2</inkml:trace>
  <inkml:trace contextRef="#ctx0" brushRef="#br0" timeOffset="83928.619">1552 6699,'-10'200,"12"900,19-562,-20-503</inkml:trace>
  <inkml:trace contextRef="#ctx0" brushRef="#br0" timeOffset="81881.154">95 7420,'16'11,"12"7,10 4,8 3,5 4,1 4,-1 6,-4 2,-4 7,-7 3,-8 2,-9-3,-7-9</inkml:trace>
  <inkml:trace contextRef="#ctx0" brushRef="#br0" timeOffset="82156.487">376 7273,'-14'16,"-9"14,-2 14,0 8,2 6,3 6,5 0,4-1,5-5,4-8,1-12</inkml:trace>
  <inkml:trace contextRef="#ctx0" brushRef="#br0" timeOffset="82521.561">709 7701,'51'10,"-46"-10,0 0,0 0,-1 0,1 1,0-1,-1 1,1 0,-1 0,1 1,-1 0,0-1,1 1,-1 1,0-1,0 1,0-1,-1 1,1 0,-1 1,1-1,-1 0,0 1,0 0,-1 0,1 0,-1 0,0 0,1 3,-2 5,-1 0,0-1,0 1,-1 0,-1 0,0 0,-1 0,0-1,-1 0,0 1,0-1,-2-1,1 1,-1-1,-6 8,-102 183,113-200,-1 1,1-1,-1 1,1-1,0 1,0 0,-1-1,1 1,0 0,1 0,-1 0,0-1,0 1,1 0,-1 0,1 0,0 0,-1 0,1 1,0-1,0 0,1 0,-1 0,0 0,1 0,-1 0,1 0,-1 0,1-1,0 1,0 0,0 0,0 0,0-1,0 1,1 0,-1-1,0 1,1-1,0 0,-1 1,1-1,0 0,-1 0,1 0,2 1,14-1,0 0,1 0,-1-2,0 0,1-2,-1 0,0 0,0-2,-1 0,1-1,7-5,22-7,-8 1</inkml:trace>
  <inkml:trace contextRef="#ctx0" brushRef="#br0" timeOffset="83095.669">55 7072,'4'3,"7"2,10 1,13-1,11-1,13-2,8 0,5-1,5-1,1 0,-3 0,-15-1</inkml:trace>
  <inkml:trace contextRef="#ctx0" brushRef="#br0" timeOffset="85968.373">1913 6805,'18'0,"20"-3,19 0,16-2,12 0,2 1,-5 0,-13 7,-19 1</inkml:trace>
  <inkml:trace contextRef="#ctx0" brushRef="#br0" timeOffset="85252.275">1900 7166,'13'18,"12"13,8 8,8 4,4 2,0 0,0-4,-5-3,-8-4,-6-6,-9-7</inkml:trace>
  <inkml:trace contextRef="#ctx0" brushRef="#br0" timeOffset="85514.074">2220 7072,'-18'16,"-11"15,-4 13,-2 8,3 6,5 4,7-1,6-6,7-8,3-12</inkml:trace>
  <inkml:trace contextRef="#ctx0" brushRef="#br0" timeOffset="85762.411">2528 7353,'7'-16,"2"-7,-1-3,-5 9,-6 11,-6 15,-2 17,-2 11,1 10,3 5,3 1,4-2,5-5,5-8,3-11,-1-9</inkml:trace>
  <inkml:trace contextRef="#ctx0" brushRef="#br0" timeOffset="88459.561">3050 6752,'12'212,"-6"1017,-8-1135,-1-15,4 0,3 0,3 0,8 22,-9-81,1-31,-6-8</inkml:trace>
  <inkml:trace contextRef="#ctx0" brushRef="#br0" timeOffset="89712.802">3638 6699,'-7'384,"22"-176,12 19,-8-83,-6 1,-6 0,-7 46,-15-50,-27 113,18-128,5 1,3 51,18 422,-3-176,-12-136,14-261,1 1,1-1,1 0,8 25,-12-52,0 0,0 0,0 0,0-1,0 1,1 0,-1 0,0 0,0-1,0 1,1 0,-1 0,0 0,0 0,0-1,1 1,-1 0,0 0,0 0,1 0,-1 0,0 0,0 0,1 0,-1 0,0 0,0 0,1 0,-1 0,0 0,0 0,1 0,-1 0,0 0,0 0,1 0,-1 0,0 0,0 1,0-1,1 0,-1 0,0 0,0 0,0 0,1 1,-1-1,0 0,0 0,0 1,0-1,0 0,1 0,-1 0,0 1,0-1,0 0,8-25,-1-5,1-2</inkml:trace>
  <inkml:trace contextRef="#ctx0" brushRef="#br0" timeOffset="87296.791">1887 8169,'4'0,"9"4,8 7,11 7,8 9,6 5,5 5,1 3,-2-2,-5 1,-6-2,-6-6,-10-5,-8-7</inkml:trace>
  <inkml:trace contextRef="#ctx0" brushRef="#br0" timeOffset="87546.205">2247 8115,'-16'19,"-9"14,-6 13,-2 11,3 4,6 1,7-3,7-7,5-9,3-10</inkml:trace>
  <inkml:trace contextRef="#ctx0" brushRef="#br0" timeOffset="87760.455">2555 8463,'10'-23,"-1"0,-1 0,-1-1,-1 0,-1 0,-1 0,0-14,-5 19,1 19,0 0,-1 1,1-1,0 0,0 0,0 0,0 0,0 0,-1 0,1 0,0 0,0 0,0 0,0 0,-1 0,1 0,0-1,0 1,0 0,0 0,0 0,0 0,-1 0,1 0,0 0,0 0,0 0,0 0,0-1,0 1,0 0,0 0,-1 0,1 0,0 0,0 0,-7 154,8-113,1 0,2 0,2-1,9 30,-2-26</inkml:trace>
  <inkml:trace contextRef="#ctx0" brushRef="#br0" timeOffset="93245.78">1485 9265,'1'-2,"-1"-5,1-1,0 0,1 0,0 1,0-1,0 1,1 0,0-1,1 1,3-5,2 31,-5 246,-23 489,10-222,7-477,-1-40</inkml:trace>
  <inkml:trace contextRef="#ctx0" brushRef="#br0" timeOffset="94445.87">2301 9532,'0'-9,"0"-1,0 6,0 8,0 11,0 9,0 9,0 5,2 1,1-2,2-4,0-7</inkml:trace>
  <inkml:trace contextRef="#ctx0" brushRef="#br0" timeOffset="94738.261">1872 9118,'7'-2,"9"-4,11 1,15-3,13-1,11 0,9 2,-1 2,-7 7,-15 3</inkml:trace>
  <inkml:trace contextRef="#ctx0" brushRef="#br0" timeOffset="94009.935">1752 9332,'7'9,"4"10,6 11,1 9,5 5,3 1,2 1,0-3,0-7,0-6,0-6,-3-6,-3-6,-3-8,-5-3</inkml:trace>
  <inkml:trace contextRef="#ctx0" brushRef="#br0" timeOffset="94266.253">1980 9386,'-14'15,"-6"16,-3 10,-1 8,0 4,1 3,3-1,6-7,7-10,5-12</inkml:trace>
  <inkml:trace contextRef="#ctx0" brushRef="#br0" timeOffset="91891.738">1 9759,'2'16,"8"12,7 11,9 7,7 5,5 3,3 0,1-2,-2-1,-3-4,-6-4,-5-8,-8-10</inkml:trace>
  <inkml:trace contextRef="#ctx0" brushRef="#br0" timeOffset="92093.199">269 9773,'-14'0,"-6"7,-5 13,0 15,-1 15,0 13,0 9,-1 4,3 0,2-6,6-14</inkml:trace>
  <inkml:trace contextRef="#ctx0" brushRef="#br0" timeOffset="92482.779">443 10094,'8'-5,"1"0,-1 0,1 1,0 0,1 1,-1 0,1 0,-1 1,1 0,0 1,0 0,0 1,0 0,0 0,-1 1,1 0,0 1,-7 0,1-1,-1 1,-1 0,1 0,0 0,0 1,-1-1,1 1,-1-1,0 1,0 0,0 0,0 0,0 0,-1 0,1 0,-1 0,0 0,0 1,0-1,0 1,-1-1,1 1,-1-1,0 2,-12 88,-1-58,-2 0,-2-2,-1 0,-1-1,-1-1,-22 24,15-17,26-38,0 1,0-1,0 1,0-1,0 1,0 0,1-1,-1 1,0 0,0 0,1-1,-1 1,0 0,1 0,-1 0,1 0,-1 0,1 0,0 0,-1 0,1 0,0 0,0 0,0 0,0 0,-1 0,1 0,1 0,-1 0,0 0,0 0,0 0,0 0,1 0,-1 0,1 0,-1 0,0 0,1 0,0 0,-1 0,1 0,0-1,-1 1,1 0,0 0,0-1,-1 1,1 0,0-1,0 1,0-1,0 1,0-1,0 0,0 1,0-1,0 0,0 0,0 1,0-1,1 0,19 0,0-1,0 0,0-1,0-2,-1 0,4-2,12-2,31-5,-4 0</inkml:trace>
  <inkml:trace contextRef="#ctx0" brushRef="#br0" timeOffset="96134.685">2381 10255,'-2'20,"-1"14,-2 10,-1 4,2-1,0-4,5-7,5-8,7-8,1-8</inkml:trace>
  <inkml:trace contextRef="#ctx0" brushRef="#br0" timeOffset="95687.317">1820 10148,'16'11,"9"8,8 9,3 7,-1 6,-3 1,-6 0,-4-2,-4-5,-3-6,-1-5,-1-10,-3-7</inkml:trace>
  <inkml:trace contextRef="#ctx0" brushRef="#br0" timeOffset="95911.745">2074 10133,'-12'14,"-7"11,-9 13,-3 9,-1 3,0 1,6-5,5-6,6-8</inkml:trace>
  <inkml:trace contextRef="#ctx0" brushRef="#br0" timeOffset="96640.332">2702 9145,'-2'21,"1"17,6 19,6 15,8 14,6 15,2 13,0 10,-3 6,-5 4,-7-2,-4-24</inkml:trace>
  <inkml:trace contextRef="#ctx0" brushRef="#br0" timeOffset="97599.795">2876 10161,'0'16,"2"12,3 10,3 8,1 5,0 1,-1-4,-2-10</inkml:trace>
  <inkml:trace contextRef="#ctx0" brushRef="#br0" timeOffset="113219.435">4119 8436,'18'-7,"15"-4,12-3,6-1,4 1,0 5,-3 2,-6 5,-9 8,-7 7,-10 6,-8 0</inkml:trace>
  <inkml:trace contextRef="#ctx0" brushRef="#br0" timeOffset="113406.449">4199 8637,'16'0,"14"0,14 2,10 1,12 2,11 0,-8 0</inkml:trace>
  <inkml:trace contextRef="#ctx0" brushRef="#br1" timeOffset="126546.484">1231 6712,'0'70,"-1"72,18 137,51 236,-59-436,-6-39,2 1,2-2,1 1,2-1,2 0,5 7,1-3,3 0,2-1,1-2,2 0,2-2,2 0,10 8,-13-24,0-2,1 0,1-2,1-1,0-1,1-2,1-1,0-1,1-2,0-1,1-2,20 2,21-1,1-2,-1-4,1-3,16-4,-10-1,0-3,0-4,-2-4,4-4,-53 11,0-2,-1-1,0-1,-1-2,-1-1,-1-1,0-1,4-6,-13 13,-1-1,0-1,-1 0,0-1,-2-1,0-1,0 0,-1 0,-2-1,1-1,-2 0,-1 0,0-1,-2-1,3-8,-2-34,-2-1,-3 1,-3-1,-4-16,-4-51,-5-1,-6 2,-6 0,-5 2,-6 1,-26-54,49 146,-2 0,-1 2,-2 0,-1 1,-2 0,-1 2,-1 0,-14-11,-145-137,154 148,-1 2,-1 0,-1 2,-1 1,-2 2,0 1,-2 1,-10-2,-16-1,-2 2,0 4,-1 2,-3 3,3 5,0 4,0 2,-32 5,80-4,0 1,0 0,0 2,0 0,0 0,1 2,-1 0,1 1,0 1,0 0,1 1,-1 1,2 0,-1 1,1 1,1 0,0 1,0 0,1 1,0 1,1 0,1 0,-2 4,7-10,1 0,0 1,1-1,0 1,0 0,1 0,0 0,0 0,1 0,0 0,0 1,1-1,0 0,1 1,-1-1,2 0,-1 0,1 0,0 0,1 2,9 9</inkml:trace>
  <inkml:trace contextRef="#ctx0" brushRef="#br1" timeOffset="127480.972">3156 6551,'16'0,"14"-2,14-3,12-4,12-1,8-2,7-1,-1-1,-2 2,-4 1,-8 2,-10 3,-12 2,-10 2,-14 2,-11 2,-7 1</inkml:trace>
  <inkml:trace contextRef="#ctx0" brushRef="#br1" timeOffset="129659.601">3437 6203,'-29'25,"-178"181,207-206,-1 0,0 1,0-1,0 0,0 1,1-1,-1 1,0-1,0 1,1-1,-1 1,0-1,1 1,-1 0,1-1,-1 1,1 0,-1 0,1-1,-1 1,1 0,0 0,0 0,-1 0,1-1,0 1,0 0,0 0,0 0,0 0,0 0,0 0,0 0,0-1,0 1,0 0,1 0,-1 0,0 0,1-1,-1 1,0 0,1 0,-1 0,1-1,-1 1,1 0,0-1,-1 1,1-1,0 1,-1-1,1 1,132 53,-100-37,-18-7,1-1,1-1,-1-1,1 0,1-1,-1-1,1 0,0-2,9 1,-22-3,-3 0,0-1,0 1,0 0,0-1,0 1,0-1,0 0,0 1,0-1,0 0,0 0,0-1,0 1,0 0,0-1,0 1,-1-1,1 1,0-1,0 0,0 0,0 0,-1 0,1 0,0 0,-1-1,1 1,-1 0,0-1,1 1,-1-1,0 0,0 1,0-1,0 0,0 0,0 1,-1-1,1 0,0 0,-1-2,-28-98,7 44,-14-101,30 128</inkml:trace>
  <inkml:trace contextRef="#ctx0" brushRef="#br1" timeOffset="130409.336">4387 6618,'50'-249,"-48"228,11 62,6 51,-1-11,-4 1,-4 0,-1 18,-9-76</inkml:trace>
  <inkml:trace contextRef="#ctx0" brushRef="#br1" timeOffset="130680.764">4493 6885,'-2'0,"3"0,9 0,12-2,11-3,11-3,7-3,5-1,-1 1,-8 3,-11 2</inkml:trace>
  <inkml:trace contextRef="#ctx0" brushRef="#br1" timeOffset="133007.225">1378 9051,'-7'6,"-1"-1,1 1,0 1,1-1,-1 1,1 0,1 1,0 0,0 0,0 0,1 0,0 0,0 1,1 0,-2 9,-21 139,23-121,2 0,1 1,2-1,2 0,1 0,8 26,74 405,-83-438,1 0,1 0,2 0,0-1,2 0,1 0,2-1,0-1,9 12,110 126,-119-149,1-1,0 0,1-1,0-1,1 0,1-2,0 1,0-2,1 0,0-2,0 1,1-2,0-1,0 0,9 0,122 16,-97-16,-1 3,0 2,50 17,-41-8,0-2,0-3,2-2,0-3,0-3,10-3,-57-2,0-2,0 0,-1-1,1-1,0 0,-1-1,0 0,0-2,0 1,-1-2,0 0,8-6,-4 1,3-1,-1 0,0-2,-1 0,0-1,-1-1,-1-1,-1 0,6-10,-14 11,0 1,-1-2,-1 1,-1-1,-1 1,3-17,6-24,25-63,-22 74,-1-1,-3 0,3-26,-9-6,-4-1,-2 0,-7-29,-1-67,8 155,0-2,0 0,-2 1,0-1,-2 1,-1-1,0 1,-84-253,84 267,0 0,-1 0,0 0,-1 1,1 0,-2 0,1 0,-1 1,0 0,-1 1,1 0,-1 0,-1 1,1 0,-2-1,-10-6,-21-14,24 14,-1 0,0 1,0 1,-1 1,0 1,-1 0,0 2,-198-51,188 46,-1-2,0 2,0 1,-1 2,-1 1,-21-1,11 8,-1 1,0 3,-41 8,19-2,-14 2,0 4,-65 22,-1 3,-121 43,250-77,0 2,0 1,1 0,0 1,0 0,2 2,-1 0,2 1,-1 0,2 1,0 0,1 1,1 1,0 0,1 1,-4 10,-7 27,12-29</inkml:trace>
  <inkml:trace contextRef="#ctx0" brushRef="#br1" timeOffset="133960.713">3250 9759,'98'49,"-3"-4,-2 4,79 57,25 53,-142-110,2-3,3-2,1-2,1-4,30 12,-23-26,-67-24,-9-1</inkml:trace>
  <inkml:trace contextRef="#ctx0" brushRef="#br1" timeOffset="135018.412">3477 9880,'6'27,"118"278,-119-295,-6-23,-6-23,-1 1,-1 0,-3 0,0 1,-2 0,-2 1,-1 1,-1 0,-2 2,-11-13,25 26,30 13,366 8,-383-4,-6-1,0 1,0-1,0 1,1-1,-1 1,0 0,1-1,-1 1,0 0,1 0,-1 0,0 0,1 0,-1 0,1 0,-1 0,0 1,1-1,-1 0,0 1,0-1,1 1,-1 0,0-1,0 1,0 0,0 0,0 0,0 0,0 0,0 0,0 0,0 0,0 0,-1 0,1 0,0 0,-1 1,1-1,-1 0,1 0,-1 1,0-1,1 0,-1 1,0-1,0 0,0 1,0 0,-60 89,32-52,6-9,0 1,3 0,0 2,-3 11,16-22,6-8</inkml:trace>
  <inkml:trace contextRef="#ctx0" brushRef="#br1" timeOffset="135942.578">4681 10629,'1'-15,"1"0,1 1,0-1,1 1,1 0,0 0,5-9,3-8,41-111,-53 142,-2-1,1 1,0-1,0 0,0 1,0-1,0 1,0-1,0 0,0 1,0-1,0 1,0-1,0 1,1-1,-1 0,0 1,0-1,1 1,-1-1,0 1,1-1,-1 1,0-1,1 1,-1 0,1-1,-1 1,1-1,-1 1,1 0,-1-1,1 1,-1 0,1 0,-1 0,1-1,-1 1,1 0,0 0,-1 0,1 0,-1 0,1 0,-1 0,1 0,0 0,-1 0,1 0,-1 0,1 1,0-1,0 0,13 140,-6-67,-4 0,-3 56,-9-101,2-21</inkml:trace>
  <inkml:trace contextRef="#ctx0" brushRef="#br1" timeOffset="136192.028">4774 10749,'2'0,"6"0,5 0,8 0,5 0,4 0,7-2,4-1,-1-2,-3-1,-5 4,-10 6,-9 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1:52.2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77 242,'7'4,"9"5,10-1,11 2,10-2,6-1,6-3,1-1,-2-2,-5-3,-6-3,-6-1,-11 0</inkml:trace>
  <inkml:trace contextRef="#ctx0" brushRef="#br0" timeOffset="-1331.129">51 509,'0'20,"4"17,7 10,7 6,11 4,6-1,5-4,2-3,1-6,-3-8,-5-7,-7-9,-8-7</inkml:trace>
  <inkml:trace contextRef="#ctx0" brushRef="#br0" timeOffset="-1063.107">331 536,'-16'9,"-7"10,-5 10,1 13,-1 9,4 8,0 6,2 0,3-1,2-6,4-7,5-12</inkml:trace>
  <inkml:trace contextRef="#ctx0" brushRef="#br0" timeOffset="-769.468">478 856,'10'-3,"0"0,0 0,1 1,-1 1,0 0,1 0,-1 1,1 0,-1 0,0 1,1 1,-1 0,0 0,0 1,0 1,2 0,-9-2,0 0,0 1,0 0,0-1,0 1,0 0,-1 0,0 0,1 1,-1-1,0 0,-1 1,1 0,0-1,-1 1,0 0,0 0,0-1,-1 1,1 0,-1 0,0 0,0 0,0 0,0 0,-1 2,-1 7,-1 0,0 0,-1 0,0 0,-1-1,-1 0,-2 4,-84 135,91-149,-1 0,1-1,0 1,-1-1,1 1,0-1,0 1,0 0,1 0,-1 0,0-1,1 1,-1 0,1 0,-1 0,1 0,0 0,0 0,0 0,0 0,0 0,0 0,1 0,-1 0,1 0,-1 0,1 0,0-1,-1 1,1 0,0 0,1 0,4 1,0 0,1-1,-1 0,0 0,1 0,-1-1,1 0,0 0,-1-1,1 0,0 0,-1 0,1-1,2-1,25-2,1-2,-1-1,-1-2,32-12,-28 7</inkml:trace>
  <inkml:trace contextRef="#ctx0" brushRef="#br0" timeOffset="30252.546">23 2099,'-9'-6,"-1"-1,7 8,9 14,12 12,10 13,9 10,7 9,4 4,4 2,0 0,-3-5,-2-8,-5-8,-10-9,-9-9,-10-8</inkml:trace>
  <inkml:trace contextRef="#ctx0" brushRef="#br0" timeOffset="30512.875">318 2046,'-12'11,"-5"16,-3 16,-2 17,-6 15,-9 7,-3 4,-5-1,3-7,9-16</inkml:trace>
  <inkml:trace contextRef="#ctx0" brushRef="#br0" timeOffset="30856.521">572 2447,'11'-6,"-1"1,1 0,0 1,1 0,-1 1,1 0,-1 1,1 0,0 1,0 0,0 1,3 0,-12 1,1-1,-1 0,0 1,0 0,0-1,0 1,-1 0,1 1,0-1,0 0,-1 1,1 0,0-1,-1 1,0 0,1 0,-1 1,0-1,0 0,0 1,-1-1,1 1,-1 0,1-1,-1 1,0 0,0 0,0 0,0 0,0 0,-1 0,1 0,-1 0,0 0,0 0,-1 3,-3 13,0-1,-2-1,0 1,-1-1,-1 0,-1-1,0 1,-1-2,0 1,-2-2,0 1,-4 3,-148 182,163-200,0 1,0 0,0-1,0 1,0 0,0 0,1 0,-1 0,0 0,0 0,1 0,-1 0,1 0,-1 0,1 0,0 0,-1 1,1-1,0 0,0 0,-1 0,1 1,0-1,0 0,1 0,-1 0,0 1,0-1,1 0,-1 0,0 0,1 0,-1 1,1-1,-1 0,1 0,0 0,0 0,-1 0,1-1,0 1,0 0,0 0,0 0,0-1,0 1,0 0,0-1,0 1,0-1,0 1,0-1,1 0,-1 0,0 1,0-1,0 0,1 0,-1 0,0 0,0 0,2-1,22 1,1-2,0-2,-1 0,1-1,1-2,11-2,254-51,-203 45</inkml:trace>
  <inkml:trace contextRef="#ctx0" brushRef="#br0" timeOffset="32220.846">1347 0,'-21'690,"2"178,11-629,0 3,-14 29,12-195,2-30,3 1,2 0,1 0,5 45,5 16,-4 0,-6 7,1-5,15-6,-9-75,-16-40,-2 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2:30.2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0,'16'3,"15"0,12 0,12 0,6-2,6 0,-1 0,-2-1,-5 2,-7 4,-12 4,-12 3,-10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2:30.5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0,'13'2,"17"1,16 0,14-3,10-1,8-1,1 0,1 1,-13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2:32.3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 9,'-2'-2,"1"-1,6-1,11 4,16 2,19 0,16 0,16-1,9 0,2 2,-3 1,-10-1,-14 1,-17 1,-19-2,-19 0,-18-3,-9-2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2:31.1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1,'9'20,"10"14,8 10,9 7,10 3,8 2,4 1,1-1,-2 0,-6-1,-11-3,-8-3,-9-8,-7-11</inkml:trace>
  <inkml:trace contextRef="#ctx0" brushRef="#br0" timeOffset="248.952">454 67,'-21'-2,"-13"4,-7 8,-5 11,2 14,4 15,4 9,3 10,5 3,6 1,3-2,4-5,4-9,3-14</inkml:trace>
  <inkml:trace contextRef="#ctx0" brushRef="#br0" timeOffset="717.398">801 669,'-2'7,"0"1,1 0,0 0,0 0,1 0,-1 0,2 0,-1 0,1 0,1 0,-1 0,1-1,0 1,1 0,0-1,0 0,1 0,0 0,0 0,1 0,0-1,0 0,0 0,1 0,-1 0,1-1,3 2,-2-3,1-1,-1 1,1-1,0 0,-1-1,1 0,1 0,-1 0,0-1,0-1,0 1,1-2,-1 1,0-1,0 0,0 0,0-1,0 0,0-1,0 0,0 0,-1 0,0-1,1 0,-2-1,1 0,0 0,-1 0,0-1,0 0,-1 0,1 0,-1-1,-1 1,1-1,-1-1,0 1,1-5,-2 4,0 0,-1 0,1 0,-2 0,1 0,-1 0,-1 0,1-1,-1 1,-1 0,1-1,-2 1,1 0,-1 0,0 0,-1 0,0 0,0 1,0-1,-1 1,0 0,-1 0,0 0,0 0,0 1,-1 0,0 0,0 0,0 1,-1 0,0 0,0 1,0 0,0 0,-1 0,0 1,1 1,-1-1,-5 0,-1 2,-1 1,0 0,0 1,0 0,0 1,1 1,-1 1,1 0,0 0,0 2,0-1,1 2,0 0,0 1,0 0,1 1,0 0,1 1,0 0,1 0,0 2,-3 4,-12 16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2:40.95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 0,'-4'0,"2"2,7 1,11 2,12 1,13-2,11-1,5 0,0-2,-7-1,-13 3,-12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2:41.20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1,'18'5,"15"1,14 0,12-2,7 0,2-2,-2-1,-5-1,-6 0,-12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2:41.51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62 0,'27'27,"117"70,-119-85,0 2,-1 0,-1 2,0 1,-2 0,1 2,-2 0,-1 2,0 0,-2 1,0 0,-2 2,0 0,0 5,-10-17,-1 1,-1 0,-1 0,0 0,0 0,-1 0,-1 0,0 1,-1-1,0 0,-1 0,-1 0,0 0,0-1,-2 1,1-1,-2 0,1 0,-2 0,1-1,-3 2,-11 15,-1-1,-1-1,-2-1,0-1,-2-1,0-1,-19 10,-27 17,-3-4,-27 11,63-36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2:41.84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0,'14'18,"11"16,8 12,6 9,4 3,5 1,1 0,1-4,-1-6,-5-10,-4-8,-6-11,-5-10,-8-7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2:42.41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708 0,'-7'5,"0"0,0 0,1 1,0-1,0 1,1 1,0-1,0 1,0 0,1 0,0 0,0 0,0 1,1 0,1 0,-1 0,1 0,0 6,-15 61,4 2,3-1,3 1,4 1,3 7,0-73,0 603,-1-553,-3-1,-3 1,-2-1,-12 37,14-70,-1-1,-2 0,-1 0,-1-1,-1 0,-1-1,-2-1,0 0,-1-1,-20 19,33-37,1 0,-1-1,0 1,-1-1,1 0,-1 0,1 0,-1-1,0 0,-1 0,1 0,0 0,-1-1,0 0,1 0,-1-1,0 1,0-1,0-1,0 1,0-1,0 0,0 0,0-1,0 1,0-1,0-1,0 1,1-1,-1 0,-5-3,0-6,0-1,1 0,0 0,0-1,2-1,0 0,0 0,1 0,1-1,0 0,-1-9,-4-4,-9-20,5 16,2-2,2 1,1-2,0-2,10 35,1 0,-1 0,0 0,0 1,1-1,-1 0,1 0,-1 0,1 0,0 1,0-1,0 0,0 0,0 1,0-1,0 1,1-1,-1 1,0 0,1-1,-1 1,1 0,-1 0,1 0,0 0,0 0,-1 1,1-1,0 0,0 1,0-1,0 1,0 0,0 0,-1 0,1 0,0 0,0 0,0 0,0 0,0 1,0-1,6 0,35-5,0 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2:42.80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191 36,'-5'4,"-1"-1,0 1,1 0,0 0,-1 1,2-1,-1 1,1 1,-1-1,1 0,1 1,-1 0,1 0,0 0,0 0,1 0,0 1,0-1,0 1,1 0,0-1,0 1,1 0,0 0,0-1,1 1,-1 0,1 0,1-1,-1 1,1-1,1 1,-1-1,1 0,0 0,0 0,1 0,1 2,1 1,1-1,0 0,0 0,0 0,1-1,0 0,1 0,0-1,0 0,0-1,0 0,1 0,7 2,-12-5,1 0,0-1,0 1,-1-1,1 0,0-1,0 1,0-1,1 0,-1-1,0 1,0-1,-1-1,1 1,0-1,0 0,-1 0,1 0,-1-1,1 0,-1 0,0-1,0 1,3-4,-2 1,0 0,-1 0,0-1,0 0,0 0,-1 0,0-1,0 1,-1-1,0 0,0 0,-1 0,0 0,0 0,-1-1,0 1,0 0,-1-1,0 1,-1-1,0 1,0-1,-1 1,0 0,0 0,-1 0,0 0,-1 0,1 1,-1-1,-1 1,0 0,0 0,0 1,0 0,-1-1,0 2,-1-1,1 1,-1 0,0 0,-7-3,2 4,-1 0,1 0,-1 1,0 1,0 0,-1 1,1 0,0 1,0 0,-1 1,1 1,0 0,0 1,0 0,1 1,-1 0,1 1,0 1,0 0,1 0,-1 1,1 1,1 0,0 0,-8 9,14-14,1 1,-1-1,1 1,0 0,1 0,-1 0,1 1,-1-1,1 1,1-1,-1 1,0 0,1 1,0 18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2:43.13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0,'16'0,"14"0,16 0,12 0,8 0,6 3,-3 2,-9 3,-14 5,-16-1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2:43.37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0,'22'12,"20"3,18-1,14-2,12-4,6-3,1-4,-15-3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2:43.62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0,'14'20,"15"17,15 12,15 10,12 8,9 7,5 4,-3 0,-6-1,-7-5,-11-6,-13-7,-12-7,-11-10,-10-10,-6-10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2:43.89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501 5,'-18'-4,"-11"4,-9 10,-10 17,-6 17,-5 17,-1 15,2 11,7 8,10 1,11-4,16-11,22-13,9-18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2:44.23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68 186,'1'11,"1"0,1 0,-1 0,2 0,-1-1,2 1,-1-1,2 0,-1 0,1 0,1-1,-1 0,2 0,-1-1,1 0,0 0,1-1,0 0,0 0,1-1,-1 0,1-1,1 0,-1-1,1 0,-1 0,1-1,0-1,0 0,1 0,-1-1,0 0,1-1,-1-1,0 0,0 0,3-1,-8 0,1 1,-1-1,0 0,0-1,0 1,0-1,0-1,0 1,-1-1,1 0,-1 0,0 0,-1-1,1 0,-1 0,0 0,0 0,0-1,-1 1,0-1,0 0,0 0,-1 0,0-1,2-5,-2 1,0 0,0 0,-2 1,1-2,-1 1,0 0,-1 0,-1 1,0-1,0 0,-1 0,0 1,-1-1,0 1,-2-2,1 3,0 1,0-1,-1 1,0 1,-1-1,0 1,0 0,0 1,-1 0,0 0,0 0,-1 1,1 0,-1 1,0 0,-1 0,1 1,-1 1,1-1,-1 1,0 1,1 0,-1 0,0 1,0 0,0 1,0 0,0 0,1 1,-1 1,1-1,-5 3,-1 2,0 0,0 1,0 0,1 1,0 1,1 0,0 1,1 1,0 0,1 0,0 1,-1 4,-11 16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2:44.52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 36,'-9'-10,"0"-2,7 3,16 5,21 5,24 6,25 3,25 2,20 2,19 0,8 1,-22-3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2:47.65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4934 560,'-14'30,"3"1,0 0,2 1,1-1,1 2,2-1,2 1,0 19,-11 420,10-143,-58 444,53-581,9 40,-1 45,-15-141,14-129,0 0,0-1,0 1,-1-1,0 0,-1 0,1 0,-1 0,0-1,0 1,-1-1,0 0,0-1,0 1,0-1,-1 0,0 0,-3 2,-142 45,87-33,-43 9,-1-5,-71 5,-144 6,-165-12,-638-17,572 20,364-23,-395 17,544-15,-65 5,1 6,-1 4,-152 55,132-38,124-35,0 1,0-1,1 1,-1-1,0 0,0 0,0 0,0 0,1 0,-1 0,0 0,0-1,0 1,1 0,-1-1,0 0,1 1,-1-1,0 0,1 0,-1 0,1 0,-1 0,1 0,0-1,-1 1,1 0,0-1,0 1,0-1,0 1,0-1,0 1,0-1,1 0,-1 1,1-1,-1 0,1 0,-1 0,1 1,0-1,0 0,0-1,-2-23,0 0,2 0,1 0,1 0,1 0,3-4,0-15,29-317,-12 114,22-73,-19 180,-7-2,-5 0,-5-86,-23 61,8 120,2-1,2 1,2-1,5-30,4 20,-3 0,-2 0,-2-1,-4 1,-4-28,1 53,-5-20,3-1,2 0,2 0,3 0,6-45,12-48,-8 58,3 1,4 0,17-46,-8 40,-25 93,0 0,0-1,1 1,-1 0,0 0,1-1,0 1,-1 0,1 1,0-1,0 0,0 0,0 1,0-1,0 1,1 0,-1 0,0 0,1 0,-1 0,1 0,-1 0,1 1,-1 0,1-1,-1 1,1 0,0 0,75 17,-57-11,143 30,1-6,2-8,0-7,15-8,-147-5,1568 61,-391-36,-1169-27,37-1,0 4,1 3,6 4,101-1,-64-8,-122-2,-1 1,1 0,0 0,0 0,-1 0,1 1,0-1,0 0,-1 1,1 0,0-1,-1 1,1 0,-1 0,1-1,-1 1,1 0,-1 1,0-1,1 0,-1 0,0 0,0 1,0-1,0 1,0-1,0 1,0-1,-1 1,1 0,0-1,-1 1,1 0,-1-1,0 1,0 0,0 0,1-1,-2 1,1 1,0 48,0-22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2:52.02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400 15,'-15'1,"-1"1,1 0,0 1,0 1,0 0,0 1,0 0,1 1,0 1,1 1,-1-1,1 2,1 0,0 1,0 0,1 0,0 2,1-1,0 1,1 1,0-1,1 2,-1 1,-8 34,1 0,3 1,2 1,2 6,3-27,2-10,-3 11,2-1,0 1,2 1,2-1,0 0,2 0,4 20,-2-41,0-1,0 1,1-1,1 1,-1-1,2 0,-1-1,1 0,0 1,1-2,0 1,0-1,1 0,-1-1,7 4,135 74,-125-73,0-1,1-1,0-1,0-1,0-2,1 0,0-2,7 0,6-1,0-2,-1-1,1-2,0-2,36-9,-68 12,0-1,0 1,-1-1,1 0,-1-1,1 0,-1 0,0 0,-1-1,1 0,-1 0,0 0,0-1,0 0,-1 0,0 0,0 0,-1-1,1 1,-1-1,-1 0,1 0,-1 0,-1 0,2-7,4-24,-1 0,-2 0,-2 0,-1-1,-2 1,-1-1,-3 1,-1 0,-1 0,-3 1,-13-35,6 22,-2 0,-2 2,-13-18,26 52,0 1,-1 0,0 1,-1 0,0 0,-1 1,-1 0,1 1,-2 0,1 1,-1 1,-1 0,-11-5,13 7,-1 0,0 1,0 0,0 1,-1 1,1 0,-1 1,0 0,0 1,1 0,-1 2,0-1,0 2,0 0,1 0,-1 1,1 1,0 0,0 1,0 1,0 0,-7 5,-12 18,3 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2:55.69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883 155,'-1'-3,"-1"0,1 1,-1-1,0 1,1 0,-1 0,0-1,-1 1,1 0,0 1,-1-1,1 0,-1 1,1-1,-1 1,1 0,-1 0,-3-2,-4-2,-1 0,0 1,0 1,-1 0,1 0,-1 1,1 0,-1 1,0 1,-3 0,-13-2,-53-10,-12-3,-1 2,-120 14,205 1,1 0,0 0,-1 1,1 0,0 0,1 1,-1 0,1 1,-1 0,1 0,1 0,-1 1,1 0,0 0,0 1,-3 5,5-8,-33 75,29-55,2-9,2 1,0-1,0 1,1 0,1 0,1 0,0 10,10 117,23 79,-23-158,-9-47,2-1,0 1,0-1,2 1,0-1,1 0,1 0,0-1,1 0,1 0,6 10,-2-6,2-1,0 0,0 0,2-2,0 0,1 0,0-2,2 0,-1-1,2-1,-1-1,2 0,-1-2,14 4,-16-8,1 0,-1-2,1 0,-1-2,1 0,0 0,0-2,-1-1,1 0,0-1,-1-1,0-1,18-6,-7-2,0-2,-1 0,-1-2,0-1,-1-1,-1-1,6-8,-11 11,-1 0,-1-1,0-1,-1-1,-2 0,0-2,-1 1,-1-2,-1 1,-1-2,6-19,-6 11,-2 0,-2 0,-1-1,-1 1,-2-1,-1 0,-2-16,-4 33,0 0,-2 1,0 0,0 0,-1 0,-1 1,0 0,-1 1,-1 0,0 0,-1 1,0 0,-1 1,0 0,-8-4,13 8,-46-41,-3 3,-1 2,-3 3,-1 2,-23-8,76 41,-1 0,0 1,0 0,0 0,-1 1,0 0,1 1,-1 0,0 1,0 0,0 0,0 1,0 0,0 1,0 0,-8 3,-21 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2:58.70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711 218,'1'-1,"0"1,0-1,0 0,-1 0,1 0,0 0,-1 0,1 1,0-1,-1 0,1 0,-1-1,0 1,1 0,-1 0,0 0,0 0,1 0,-1 0,0 0,0-1,0 1,0 0,-1 0,1 0,0 0,0 0,-1 0,1 0,-1 0,1 0,-1 0,-2-7,-2 1,1 1,-1-1,0 1,0 0,-1 0,0 0,0 1,0-1,-1 2,0-1,0 1,0 0,0 0,0 1,-1 0,-3-1,-29-16,25 13,1 1,-1 0,0 1,0 0,0 1,-1 1,0 1,1 0,-1 1,0 0,0 2,-3 0,-3 2,0 1,1 2,0 0,0 1,-19 8,-52 43,15 44,69-86,1 2,1-1,1 1,0 0,2 0,0 0,1 1,0-1,2 10,-1-15,-1 3,0 0,2 0,0 0,1 0,0 1,1-1,1-1,1 1,0 0,1-1,0 0,2 0,3 8,185 238,-180-241,-9-9,0 0,1-1,0 0,1 0,0-1,0 0,1-1,0 1,1-2,0 1,0-1,1-1,-1 0,1 0,1-1,-1-1,1 0,8 2,-4-3,1-1,0-1,-1 0,1-1,0-1,0 0,0-1,-1-1,1-1,-1 0,0-1,0-1,-1 0,1-1,-1-1,-1-1,1 0,-2 0,1-2,-1 1,-1-2,0 0,3-4,4-15,-2-1,-2 0,0-1,-2 0,-2-1,-1-1,-2 0,0-3,4-12,-8 39,-1 0,0-1,-1 1,0 0,-1-1,0 0,-1 1,0-1,-1 0,0 1,-1-1,0 1,-1 0,-3-9,-97-146,82 133,-2 0,-1 1,-2 1,0 1,-3 2,-9-7,-21 3,33 25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3:00.89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929 165,'-33'-15,"14"6,-1 0,1 1,-2 2,1 0,-1 0,1 2,-14-1,-38 1,7-1,-1 3,-48 5,93-1,1 1,-1 0,1 2,0 0,0 2,1 0,0 1,0 0,1 2,-14 9,19-10,0-1,1 2,0 0,1 0,-1 1,2 0,0 1,0 0,1 1,1 0,0 0,1 1,0 0,1 0,1 1,0-1,1 1,1 0,-1 6,0 18,2 1,2 0,1-1,2 1,2-1,2 0,9 32,-5-45,1-1,1 0,1-1,1-1,1 0,1-1,1-1,1 0,1-2,1 0,0-1,1-1,1-1,1-2,16 9,-16-11,1 0,1-1,0-2,0 0,1-2,0-1,0-1,0-1,1-2,0 0,-1-2,1-1,-1-2,1 0,-1-2,0-1,0-1,-1-1,0-1,0-2,-1 0,-1-2,0-1,0-1,-1 0,-1-2,11-11,-6 1,-2-1,0-2,-2 0,-2-1,0-1,-2-1,-2-1,-1 0,-1-2,-2 1,-2-2,-1 1,-2-2,-2 1,1-14,-5 33,-1 0,0 1,-1-1,-1 0,-1 0,0 0,-1 1,-1 0,-1-1,0 1,-2 1,0-1,0 1,-2 0,0 1,0 0,-2 0,-8-9,4 10,-1 1,0 0,-1 2,0 0,0 1,-1 0,-1 2,1 0,-7-1,-76-23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2:31.3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11,'0'-4,"0"-2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3:39.6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139 8,'-7'2,"1"0,-1 0,1 1,0 0,-1 0,1 0,1 1,-1 0,0 0,1 0,0 1,0 0,0 0,1 0,-1 0,1 1,1 0,-1 0,1 0,0 0,0 0,1 1,-1-1,2 1,-2 4,-2 6,1 1,0-1,2 1,0 0,0-1,2 1,0 0,2 0,-1-1,2 1,1-1,0 1,1-1,0 0,2-1,0 1,1-1,0-1,11 14,-16-25,0 1,1-1,-1 0,1 0,0-1,0 1,0-1,1 0,-1 0,1-1,0 1,0-1,0 0,0 0,0 0,0-1,0 0,1 0,-1 0,0-1,1 0,-1 0,0 0,1 0,-1-1,0 0,1 0,-1-1,0 1,0-1,0 0,0-1,0 1,-1-1,1 0,3-3,5-8,-1-1,0 0,-1-1,-1 0,0-1,-1 0,-1 0,-1-1,0 0,-2-1,0 1,0-1,0-18,-2 29,-1-1,0 1,0-1,-1 0,0 0,-1 0,0 0,0 0,-1 0,0 1,0-1,-1 0,-1 0,1 1,-1 0,-1-1,1 1,-1 0,-1 0,0 1,0 0,0-1,-1 2,0-1,-1 1,1 1,-1-1,0 2,0-1,0 1,-1 0,0 1,0-1,1 2,-2-1,1 1,0 0,0 1,-1 0,1 0,-1 1,1 0,-1 0,1 1,-1 0,1 1,0 0,0 0,0 0,0 1,0 1,0-1,-2 3,2 1,0 1,1 0,0 0,0 0,1 1,0 0,0 1,1-1,1 1,-1 0,2 1,-1-1,1 0,1 1,0 0,0 0,1 0,1-1,0 1,0 0,1 0,0 0,1 0,0-1,1 1,0-1,2 4,12 17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3:42.4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0 507,'62'-115,"59"-82,-32 56,-54 89,-34 52,0 0,-1-1,1 1,0 0,-1 0,1 0,0 0,-1 0,1 0,0 0,-1 0,1 0,0 0,-1 0,1 0,-1 1,1-1,0 0,-1 0,1 1,-1-1,1 0,0 1,-1-1,1 1,-1-1,1 0,-1 1,0-1,1 1,-1 0,1-1,-1 1,0-1,0 1,1-1,-1 1,0 0,0-1,0 1,1 0,-1-1,0 1,0 0,0-1,0 1,0 0,0-1,-1 1,1 0,0-1,0 1,0 0,-1-1,1 1,0-1,0 1,-1-1,1 1,-1 0,1 0,-4 315,3 29,2-344,-1 0,0 0,0 1,0-1,0 0,0 1,0-1,0 0,-1 1,1-1,0 0,-1 0,1 1,-1-1,1 0,-1 0,0 0,1 0,-1 0,0 0,0 0,0 0,0 0,0 0,0 0,0 0,0-1,0 1,0 0,0-1,-1 1,1-1,0 1,-1-1,21-9,34 4,-1 2,1 2,13 3,55 14,-121-15,-6-1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3:40.5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1 387,'83'-209,"-4"41,-79 167,0 1,0 0,0-1,0 1,0-1,0 1,0 0,0-1,1 1,-1-1,0 1,0 0,0-1,1 1,-1 0,0-1,1 1,-1 0,0 0,0-1,1 1,-1 0,0 0,1-1,-1 1,1 0,-1 0,0 0,1 0,-1 0,1 0,-1 0,0-1,1 1,-1 0,1 0,-1 1,1-1,-1 0,0 0,1 0,-1 0,1 0,-1 0,0 0,1 1,-1-1,0 0,1 0,-1 1,0-1,1 0,-1 0,0 1,1-1,-1 0,0 1,0-1,0 0,1 1,-1-1,0 0,0 1,0-1,0 1,0-1,1 0,-1 1,0-1,0 1,7 33,-7-31,6 73,-3 0,-4 0,-10 74,7-95,-4 95,13-129,-1-22</inkml:trace>
  <inkml:trace contextRef="#ctx0" brushRef="#br0" timeOffset="4542.759">28 600,'0'3,"2"2,4 1,2-1,2-1,3-1,2-1,4 1,3 0,3 0,0-4,2-2,-4-2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3:41.3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1 407,'16'-40,"168"-275,-178 305,30-31,-35 41,1 1,-1 0,0-1,0 1,0 0,0 0,0-1,0 1,0 0,0 0,0 0,0 0,-1 1,1-1,0 0,-1 0,1 0,-1 1,1-1,-1 0,0 0,1 1,-1-1,0 0,0 1,0-1,0 0,0 2,0-2,5 54,-2 1,-2-1,-3 0,-7 37,7-68,-13 188,15-210,-1 1,0 0,1 1,0-1,-1 1,2-1,-1 0,0 1,1-1,-1 1,1-1,0 0,0 1,0-1,0 0,1 0,0 0,-1 0,1 0,0 0,0-1,0 1,1 0,0 0,7-1</inkml:trace>
  <inkml:trace contextRef="#ctx0" brushRef="#br0" timeOffset="2735.335">121 648,'0'2,"0"4,2 0,3-1,6-1,5-1,4-2,6 0,3-1,1 0,-3 2,-2 1,-5 2,-5 2,-7 1,-5-2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46.9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0 493,'1'-8,"1"-1,0 1,0 0,0 0,1 0,0 0,1 1,0-1,0 1,1-1,6-12,17-31,-3-1,-2-1,-2-1,-2-1,-3-1,-1-8,-16 167,14 386,-13-480,-1-6,1 0,-1-1,1 1,0-1,-1 1,1 0,1-1,-1 1,0 0,1-1,-1 1,1 0,0-1,0 1,0-1,0 1,0-1,1 0,-1 0,1 1,-1-1,1 0,0 0,0 0,0-1,0 1,2 1,6-1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47.9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161 172,'-7'0,"1"-1,0 2,-1-1,1 1,0-1,-1 2,1-1,0 1,0 0,0 0,0 1,0-1,1 1,-1 1,1-1,0 1,0 0,0 0,0 0,1 1,0 0,-1-1,2 2,-1-1,1 0,0 1,0 0,0-1,1 1,0 0,0 0,0 1,1-1,0 3,0 2,1 1,0 0,1 0,0-1,1 1,1-1,0 1,0-1,1 0,0 0,1-1,0 1,1-1,0 0,1 0,0-1,0 0,1 0,0-1,1 0,0 0,0-1,0 0,1-1,0 0,1 0,-1-1,1 0,0-1,0-1,0 1,1-2,-1 0,1 0,-1-1,1 0,0-1,0 0,1-1,-3-1,-1-1,0 1,1-2,-2 1,1-1,0 0,-1-1,1 0,-1-1,-1 1,1-1,-1-1,0 0,0 0,-1 0,0 0,0-1,-1 0,0-1,-1 1,1-1,2-8,-1 0,0 0,-1-1,-1 1,0-1,-1 0,-2 0,1-1,-2 1,0 0,-2 0,-2-15,3 23,0 0,0 0,-1 1,-1-1,1 1,-2-1,1 1,-1 0,-1 0,1 0,-2 1,1-1,-1 1,0 1,-1-1,0 1,0 0,0 1,-1-1,0 1,-1 1,1 0,-1 0,0 1,0 0,0 0,0 1,-1 0,0 1,-5-1,3 3,1 2,-1-1,1 1,0 1,-1 0,1 1,1 0,-1 0,1 1,-1 1,2 0,-1 0,0 1,1 0,1 0,-1 1,1 0,0 1,-5 8,7-9,-1 0,2 0,-1 1,1-1,1 1,0 1,0-1,0 0,1 1,1 0,0 0,0 0,1 0,0 0,1 0,0 0,0 0,1 0,0 0,1 0,0 0,4 7,22 33,6-9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48.4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129 226,'-7'6,"0"1,0-1,1 1,0 0,0 1,1-1,0 1,0 0,1 1,0-1,0 1,1 0,0-1,1 1,0 1,0-1,1 0,0 0,1 1,0-1,0 0,1 1,1-1,-1 0,1 0,1 0,-1 0,2 0,-1-1,1 1,1-1,2 4,-1-3,1 0,1-1,0 0,0-1,1 1,-1-2,2 1,-1-1,1 0,-1-1,2 0,-1-1,0 0,1-1,0 0,0 0,0-1,0-1,0 0,0 0,0-1,0-1,1 0,-1 0,0-1,0 0,-1-1,1-1,0 1,-1-2,0 1,0-1,0-1,-1 0,0 0,0-1,5-5,-5 1,0 0,-1-1,0 0,-1 0,0-1,-1 0,-1 0,0-1,-1 1,0-1,-1 0,0 0,-2 0,1 0,-2-1,0 1,0 0,-2-1,1 1,-2 0,0 0,-1 0,0 1,-5-10,5 11,-1 0,0 0,-1 1,-1 0,1 0,-2 0,0 1,0 0,-1 1,0-1,0 2,-1-1,0 1,-1 1,0 0,0 1,0 0,-1 0,0 1,0 1,0 0,0 0,-1 1,0 1,0 0,1 1,-6 1,6 0,0 2,1 0,-1 0,0 1,1 0,0 1,0 1,0-1,0 2,1 0,0 0,0 0,0 1,1 1,0 0,-1 1,5-4,-1 1,1 0,0 0,1 0,-1 0,1 1,1 0,-1 0,1 0,0 0,1 0,-1 1,1-1,1 1,0-1,0 1,0 0,1-1,0 1,0 0,1-1,0 1,1 0,0-1,0 2,2-1,-1 0,1-1,0 1,1-1,0 0,0 0,1-1,0 0,0 0,0 0,1 0,2 1,38 25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49.0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101 189,'-4'12,"0"0,1 1,1-1,0 0,0 1,1-1,1 1,0-1,1 1,0-1,1 1,1-1,-1 0,2 1,0-2,0 1,1 0,1-1,0 0,0 0,1-1,1 1,4 4,-5-8,1 1,0-1,0 0,1 0,0-1,0 0,1-1,-1 0,1-1,0 0,0 0,1-1,-1 0,1-1,-1 0,1-1,0 0,0-1,0 0,-1 0,1-1,0-1,0 0,-1 0,1-1,-1 0,0-1,0-1,0 1,-1-1,1-1,-1 0,-1 0,1-1,-1 0,0 0,0-1,0-1,-2 0,0 0,-1 0,0 0,-1-1,0 0,0 0,-1 0,0 0,-1 0,0-1,-1 1,0-1,-1 1,0-1,0 1,-2-10,-1 2,0 0,-1 0,-1 0,-1 1,0-1,-1 2,-1-1,-1 1,-3-4,7 11,0 1,0 0,-1 0,0 0,-1 1,0 0,0 0,0 1,-1 0,0 0,0 1,-1 0,1 0,-1 1,0 0,0 1,0 0,-1 0,1 1,-1 0,0 1,1 0,-1 0,0 1,0 0,1 1,-1 0,0 1,1 0,-1 0,-4 3,-2 2,0 2,1-1,0 2,1 0,0 0,1 2,0 0,1 0,0 1,1 0,0 1,1 1,1-1,0 1,1 1,0 0,2 0,0 1,1-1,0 1,0 8,1 7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59.1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1 554,'100'-301,"-24"67,-69 215,-6 59,-9 31,-4 32,3 1,5 0,9 88,3-130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59.9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111 230,'-9'5,"1"1,1 0,-1 0,1 0,0 1,0 0,1 0,0 1,0 0,1 0,0 0,0 0,1 1,0 0,0 0,1 0,1 1,-1-1,2 0,-1 1,1 0,1-1,-1 1,2 0,-1-1,1 1,1 0,0-1,0 0,1 1,0-1,1 0,-1 0,2-1,-1 1,2-1,-1 0,2 1,2-1,1 0,0-1,1 0,0-1,0 0,0 0,1-1,0-1,0 0,0-1,0 0,0-1,1 0,-1-1,1 0,0-1,-1-1,1 0,-1 0,1-1,-1-1,0 0,0-1,0 0,0-1,-1 0,0-1,0 0,0-1,0 1,-2-1,1-1,-1 1,0-1,0-1,-1 0,-1 0,1-1,-1 1,-1-2,0 1,0-1,-1 0,-1 0,1 0,-2-1,0 1,0-1,-1 0,0 0,-1 0,-1 0,0 0,0 0,-1 0,-1 0,0 0,-1 1,0-1,0 0,-1 1,-3-5,-2-2,-1 1,0 0,-1 1,-1 0,0 0,-2 1,1 1,-2 0,0 1,0 1,-2 0,1 1,-1 1,-17-8,28 16,0 0,1 0,-1 0,0 1,0 0,1 0,-1 0,0 1,0 0,0 0,0 0,0 1,0 0,0 0,1 1,-1-1,0 1,1 0,-1 1,1 0,0-1,0 2,0-1,0 0,0 1,1 0,0 0,0 1,0-1,0 1,0 1,-4 7,1 0,0 1,1-1,1 2,0-1,1 1,1-1,0 1,1 0,0 0,1 1,1-1,0 0,2 0,-1 0,2 0,0 0,12 52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0.7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149 228,'-10'7,"0"1,1 1,0-1,1 1,0 1,0-1,1 2,0-1,1 1,0 0,1 0,0 0,0 1,2 0,-1 0,2 0,-1 0,1 1,1-4,0-1,1 1,0-1,0 0,0 1,1-1,0 0,1 1,0-1,1 0,-1 0,1 0,1-1,-1 1,1-1,1 0,-1 0,1 0,1 0,-1-1,1 0,0 0,1-1,-1 1,1-1,5 2,-3-1,1-1,-1-1,1 0,0 0,0-1,1 0,-1-1,1 0,-1 0,1-1,0-1,-1 0,1 0,0-1,-1-1,1 0,-1 0,0-1,1 0,-1 0,-1-1,1-1,0 0,-1 0,0-1,0 0,-1-1,3-2,2-7,-1 0,-1 0,0-1,-2-1,0 0,0 0,-2-1,0 1,-2-2,0 1,-1-1,0 1,-2-1,-1 0,0 0,-1 0,-1 0,-2 0,1 0,-3-3,3 12,0 1,-1 0,0 0,0 1,-1-1,-1 1,1 0,-1 0,-1 0,0 0,0 1,-1 0,0 1,0-1,-1 1,0 1,0-1,0 1,-1 1,0 0,0 0,-1 0,1 1,-1 1,0 0,0 0,0 1,0 0,-6 0,2 3,1 0,-1 1,1 0,0 1,0 1,0 0,1 1,-1 0,1 1,0 0,1 1,-1 0,2 1,-1 1,1-1,0 1,0 1,1 0,1 0,0 1,0 0,1 1,0-1,1 1,1 1,0-1,0 1,1 0,1 0,0 0,1 0,0 1,1-1,1 0,0 8,1-10,0 0,0 1,1-1,0 0,1 0,1 0,-1-1,2 1,3 6,19 29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1.6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1 394,'149'-274,"-110"170,-32 89,0 43,-14 192,2-132,3 1,5-1,5 24,1-57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2.7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0 554,'3'-37,"1"0,1 0,3 0,10-31,5-28,-11 42,-3 1,-2-2,-2-12,-10 55,-4 32,0 22,2 0,3 1,1-1,2 1,1-1,5 23,14 101,-6-96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3.3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176 168,'-7'0,"0"-1,0 1,0 0,1 1,-1 0,0 0,0 0,0 1,1 0,-1 0,1 1,-1-1,1 2,0-1,0 1,0-1,1 2,-1-1,1 1,0-1,1 1,-1 1,1-1,0 1,-2 2,3 0,-1 1,1 0,1 0,0 0,0 0,0 0,1 1,1-1,0 0,0 1,1-1,0 0,0 0,1 1,0-1,1 0,0-1,0 1,1 0,0-1,1 0,0 0,0 0,0-1,1 1,0-1,1-1,0 1,3 1,-1 1,2 0,-1-1,1-1,0 0,0 0,1-1,0 0,0-1,1-1,-1 0,1-1,0 0,0 0,0-2,0 0,0 0,0-1,0-1,1 0,10-2,-14-1,1 1,-1-2,0 1,0-1,-1-1,1 0,-1 0,-1-1,1 0,-1 0,0-1,-1 0,0 0,0-1,-1 0,0 0,0-1,0-2,2-4,-1 0,0-1,-1 0,-1 0,-1 0,0 0,-1-1,-1 1,-1-1,-1 0,0 0,0 8,-1-1,0 1,0-1,-1 1,-1 0,1-1,-2 1,1 1,-2-1,1 0,-1 1,-1 0,1 0,-2 1,1-1,-1 1,0 1,-1-1,0 1,0 1,0-1,-1 1,0 1,0 0,-1 0,1 1,-1 0,0 0,-10-1,7 4,-1 0,1 1,0 0,0 1,-1 1,1 0,0 1,0 1,1-1,-1 2,1 0,0 0,0 2,0-1,1 1,0 1,1 0,-1 0,2 1,-1 1,-1 2,8-8,-1 0,1 0,0 1,0-1,1 1,-1 0,1 0,0 0,1 0,-1 0,1 1,0-1,0 0,1 1,-1-1,1 0,0 1,1-1,-1 0,1 1,0-1,1 0,-1 1,1-1,1 1,17 33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3.9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0 534,'9'-50,"3"1,1 0,20-46,-6 16,35-112,-53 171,-9 20,0 0,0 0,-1 0,1 1,0-1,0 0,0 0,0 1,-1-1,1 0,0 1,0-1,0 0,0 0,0 1,0-1,0 0,0 1,0-1,0 0,0 0,0 1,0-1,0 0,0 1,0-1,0 0,0 0,1 1,-1-1,0 0,0 1,0-1,0 0,1 0,-1 0,0 1,0-1,0 0,1 0,-1 0,0 1,0-1,1 0,-1 0,0 0,1 0,-1 0,0 0,0 0,1 1,-1-1,0 0,1 0,-1 0,0 0,0 0,1 0,-1-1,0 1,-44 210,31-150,2 0,3 0,3 1,2 54,7-67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4.4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85 300,'-11'12,"1"1,0 1,0 0,2 0,0 1,0 0,-1 4,7-13,0-1,1 1,-1-1,1 1,0 0,0 0,1 0,-1 0,2-1,-1 1,0 0,1 0,0 0,1-1,-1 1,1 0,0-1,0 1,1-1,0 0,0 0,0 0,6 5,1-1,1-1,0 0,0 0,0-1,1-1,0 0,0 0,0-1,1-1,0 0,0-1,0 0,0-1,0 0,1-1,-1-1,0 0,1-1,-1 0,0-1,9-3,-6 3,0-2,0 0,-1-1,1-1,-1 0,0-1,-1 0,0-2,0 1,0-2,-1 0,-1 0,0-1,0-1,-1 0,-1 0,0-1,0-1,-2 0,1 0,-2 0,0-1,-1 0,0-1,-1 1,-1-1,0 0,-2 0,1 0,-2-1,0 1,-2-9,1 14,-2 0,0 0,0 0,-1 1,0-1,-1 1,0 0,0 0,-1 0,-1 0,1 1,-2 0,1 0,-1 1,-1 0,1 0,-1 0,-1 1,1 0,-1 1,0 0,-1 0,0 1,1 1,-2-1,1 2,0-1,-3 1,-1-1,1 2,0 0,0 1,-1 0,1 1,-1 0,1 1,-1 1,1 0,0 1,0 0,0 1,1 1,-1 0,1 0,0 1,0 1,1 0,0 1,0 0,0 0,1 1,1 1,0-1,0 2,1-1,0 1,0 0,2 1,-1 0,-3 11,1 1,1 1,1-1,1 1,1 1,1 0,-3 41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5.5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1 572,'-1'-19,"1"0,1 0,0 0,1-1,2 1,0 1,0-1,2 1,4-9,-1-2,20-69,-3-2,-1-25,-20 102,-18 212,4-88,5 0,7 70,2-119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6.6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172 308,'-6'-1,"1"1,-1-1,0 1,1 0,-1 0,1 1,-1-1,0 1,1 1,-1-1,1 1,0 0,0 0,0 0,0 1,0 0,0 0,0 0,1 0,-1 1,1 0,0 0,1 0,-1 0,1 1,-1-1,1 1,-1 4,-1-2,1 0,0 0,1 1,0 0,0 0,0-1,1 2,1-1,-1 0,1 0,0 1,1-1,0 0,1 1,-1-1,2 0,-1 0,1 0,0 0,1 0,0 0,0 0,0-1,1 1,0-1,1 0,0 0,0-1,0 1,1-1,1 1,5 1,0-1,0 0,1-1,-1 0,2-1,-1-1,0 0,1 0,0-1,0-1,0-1,0 0,0 0,0-1,0-1,0-1,0 0,0-1,-1 0,1-1,-1 0,0-1,0-1,0 0,-1-1,0 0,0-1,0 0,-1-1,-1 0,0-1,0 0,0-1,-2 1,1-2,-1 1,-1-2,0 1,0-3,-1-3,-1 0,-1 0,-1-1,0 1,-2-1,0 1,-1-1,0 0,-2 1,0-1,-2 1,0 0,0 0,-2 0,0 0,-1 1,-1 0,-1 0,0 1,-1 0,-1 1,0 0,-1 1,-12-12,19 21,-1 1,1-1,0 1,-1 0,0 1,0 0,0-1,-1 2,1-1,-1 1,1 0,-1 0,0 1,0 0,1 0,-1 0,0 1,0 0,0 1,0-1,0 1,0 1,1-1,-1 1,1 1,-1-1,1 1,0 0,-1 0,-4 4,0 0,1 1,0 0,0 1,1 0,0 1,0 0,1 0,1 1,-1 0,2 0,0 0,0 1,1 0,0 0,1 1,1-1,0 1,0 0,1 0,1 0,0 0,1 0,1 0,0 0,0 0,1 0,3 10,15 29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7.1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0 535,'8'-38,"1"0,1 1,2 0,15-30,16-47,-2-78,-40 181,-1 17,-3 22,-7 100,6 0,6 16,13-33,-4-72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7.6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1 470,'-1'-29,"2"-1,1 1,1 0,2 0,1 1,1-1,1 1,2 1,0-1,3 0,29-93,-37 86,-13 42,-4 16,1 0,0 1,2 0,1 1,0 0,0 10,-1-5,1-1,2 2,1-1,1 0,2 1,0 0,3 0,0 0,2-1,1 1,2-1,1 0,9 25,3-17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9.2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0 473,'35'-88,"-4"-3,-5 0,15-91,-39 162,-5 28,-8 36,-7 47,4 1,4 1,2 52,9-80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9.8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81 515,'-16'-61,"3"0,3-1,2 0,0-62,11-13,2 129,-3 27,-28 267,17-82,8-154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0.5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13 124,'0'2,"-5"29,1 1,1-1,2 1,2-1,1 1,1-1,1 1,2-1,2 2,-6-26,0-1,1 0,0 0,0-1,0 1,1-1,0 1,0-1,0 0,0 0,1-1,0 0,0 1,0-1,1-1,-1 1,1-1,0 0,0-1,0 1,0-1,0 0,0-1,1 1,-1-1,1 0,-1-1,1 0,-1 0,1 0,5-2,4-2,1-2,-1 0,0-1,0-1,-1 0,0-1,-1 0,0-2,0 1,-1-2,0 0,-1 0,-1-1,0-1,-1 0,3-4,-6 10,-1-1,0 1,-1-1,0 0,0 0,-1 0,0-1,-1 1,0-1,0 0,-1 0,0 0,-1-1,0 1,-1 0,0 0,0-1,-1 1,-1 0,0 0,0 0,-1 0,0 0,0 0,-1 1,-1 0,0 0,0 0,0 0,-1 1,-1 0,1 0,-4-3,2 5,-1 0,1 1,-1 0,0 0,-1 1,1 0,-1 1,1-1,-1 2,0 0,0 0,0 1,0 0,-1 0,1 1,0 1,0 0,0 0,0 1,0 0,0 1,0 0,1 0,-1 1,1 1,0-1,0 1,1 1,-1 0,1 0,0 1,1 0,0 0,0 0,0 1,1 0,0 1,1-1,0 1,0 0,1 0,0 1,1-1,-1 1,2 0,-1 4,1-1,2 0,-1-1,2 1,-1 0,2 0,0-1,0 1,1-1,1 0,0 0,0 0,1 0,1 0,6 8,21 32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0.9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210 267,'-5'14,"1"0,0 0,1 1,1-1,0 1,1 0,1 0,0-1,1 1,0 0,1-1,1 1,3 7,-4-14,0 0,1-1,0 1,1-1,0 0,0 0,0 0,1-1,0 1,0-1,1 0,-1-1,1 1,0-1,1 0,0-1,-1 0,1 0,1 0,-1-1,0 0,1 0,0-1,0 0,3 1,-4-3,1 1,0-1,-1 0,1 0,0-1,-1 0,1-1,-1 0,1 0,-1 0,0-1,0 0,0-1,0 1,-1-1,1 0,-1-1,0 0,-1 0,2-1,6-7,0 0,-2-1,1-1,-2 1,0-2,0 1,-2-2,0 1,-1 0,0-1,-2 0,0 0,0 0,-2-1,0 1,-1-1,-1 1,-1-1,0 0,-3-16,2 24,-1 0,0 0,-1 1,0-1,0 1,-1 0,0 0,-1 0,0 0,0 1,-1-1,0 2,0-1,-1 1,0-1,-1 2,1-1,-1 1,0 1,-1-1,-6-2,3 3,1 0,-1 1,0 0,1 2,-1-1,-1 1,1 1,0 0,0 1,-1 0,1 0,0 2,0 0,0 0,0 1,0 0,0 1,1 0,-1 1,1 1,1 0,-3 1,-7 6,0 0,1 2,0 0,1 1,1 1,0 1,2 0,0 1,1 1,-10 17,-9 26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1.8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0 498,'3'-42,"1"0,2 1,2-1,3-3,15-86,-15-23,-17 168,-7 72,3 1,4 0,4 0,5 15,2-43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2.3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1 461,'5'-69,"4"0,3 1,2 0,4 1,16-36,-29 87,-21 77,4 1,2 0,-1 62,6-75,3 0,2 0,3 0,1 0,3 6,4-5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3.0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181 103,'-5'-2,"-1"1,0 0,0 1,0-1,0 1,-1 0,1 1,0 0,0 0,1 0,-1 0,0 1,0 0,1 0,-1 1,1 0,-1 0,1 0,0 0,1 1,-1 0,0 0,1 0,0 0,0 1,0 0,1-1,-1 2,-1 7,0 1,0 0,1 0,1 0,0 0,1 1,1-1,0 1,1 0,1-1,0 1,1-1,0 1,1-1,1 0,0 0,1 0,1 0,0-1,0 0,2 0,-1-1,2 0,0 0,0-1,1 0,0-1,1 0,0 0,0-1,1-1,9 5,-15-9,1 0,0-1,1 1,-1-2,0 1,1-1,0 0,-1 0,1-1,0 0,0 0,0-1,0 0,0-1,0 0,0 0,-1 0,1-1,0 0,-1-1,1 0,-1 0,0 0,0-1,0 0,-1 0,6-5,3-7,-1 0,-1 0,-1-1,0-1,-1 0,-1 0,-1-1,-1-1,0 1,-2-1,0-1,-1 1,-1-1,-1 0,-1 0,-1 0,0 0,-2 0,-1-6,1 14,0-1,0 1,-2-1,0 1,0 0,-1 0,-1 0,-3-5,6 14,0-1,0 2,0-1,-1 0,0 0,0 1,0-1,0 1,0 0,-1 0,1 0,-1 1,0-1,0 1,0 0,0 0,0 0,-1 0,1 1,0 0,-1 0,1 0,-1 0,1 1,-1 0,-4 0,-5 2,0 2,0 0,0 0,1 2,-1-1,1 2,1 0,-1 0,1 1,0 1,1 0,0 0,0 1,1 1,1 0,0 0,-5 7,6-8,1 0,-1 0,2 1,-1-1,2 2,-1-1,2 1,-1-1,2 1,-1 0,2 1,-1-1,2 0,0 1,0-1,1 1,1-1,0 1,0-1,2 1,1 7,18 32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3.5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4 431,'-1'-82,"-1"22,3-1,2 1,11-57,1 66,-10 53,-7 65,-10 50,3-36,2 1,5-1,6 59,3-91,1-11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4.8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1 484,'48'-170,"-24"89,-3 0,6-51,-24 112,-16 360,12-118,4-167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5.3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1 526,'2'-27,"2"1,1 0,1 0,1 0,1 1,2 0,0 1,8-14,12-30,44-146,-95 287,3 1,3 1,4 1,-2 74,15-91,2-10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6.8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272 57,'-10'-1,"-1"1,1 1,-1-1,1 2,-1-1,1 1,0 1,0 0,0 0,0 1,0 1,1-1,0 2,0-1,0 1,1 0,-6 6,5-3,0 1,0 0,1 1,0-1,1 2,0-1,1 1,1 0,-1 0,2 1,-1 3,3-9,0 0,1 0,0 0,0 0,0 0,1 0,0 0,1 0,0-1,0 1,0 0,1 0,0 0,0-1,1 1,0-1,0 1,0-1,1 0,0-1,0 1,1 1,7 3,0-1,0 0,1 0,0-1,0-1,1 0,0-1,0 0,1-1,-1-1,1 0,0-1,0-1,1 0,-1-1,2-1,32 3</inkml:trace>
  <inkml:trace contextRef="#ctx0" brushRef="#br0" timeOffset="310.241">285 3,'16'-2,"15"1,8 4,5 5,1 9,-2 7,-6 8,-10 6,-8 5,-9 0,-12 1,-13 0,-10-4,-11-4,-7-3,-7-7,6-9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6.1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213 485,'2'-20,"2"-1,0 1,1 1,1-1,0 1,2 0,0 0,2 1,2-5,0 0,55-134,-66 141,-13 29,-2 16,2-1,1 2,1-1,2 1,0 1,2 0,2 0,1 0,1 30,1-40,2 0,0 1,1-1,2 0,0 0,6 18,4-1</inkml:trace>
  <inkml:trace contextRef="#ctx0" brushRef="#br0" timeOffset="1846.989">266 4,'0'-2,"0"1,-4 6,-7 8,-10 7,-10 7,-7 5,-4 5,-2 0,2-4,9-8</inkml:trace>
  <inkml:trace contextRef="#ctx0" brushRef="#br0" timeOffset="2266.732">387 17,'-3'0,"0"2,-2 6,0 8,1 8,-2 9,1 10,1 12,1 8,1 4,1 2,1-1,2-6,2-13</inkml:trace>
  <inkml:trace contextRef="#ctx0" brushRef="#br0" timeOffset="3166.145">401 44,'-5'-7,"-5"-2,-9 3,-10 9,-13 10,0 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52.4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1 160,'1'-8,"0"0,1 1,0-1,1 1,-1-1,1 1,1 0,-1 0,1 0,1 1,-1-1,1 1,0 0,0 0,1 1,0 0,0 0,0 0,0 0,1 1,0 0,0 1,0-1,0 1,1 1,-1 0,1 0,-1 0,1 1,0 0,0 0,0 1,0 0,-1 0,1 1,0 0,0 0,-1 1,1 0,-1 1,1-1,-1 1,0 1,0-1,2 3,0 1,1 0,-1 1,-1 0,1 0,-1 1,-1 0,0 1,0 0,-1 0,0 0,-1 1,0 0,-1 0,0 0,0 0,-1 1,1 8,3 26,-2 0,-2 1,-3 39,0-85,-4 91,-4-1,-8 22,3-16,10-74</inkml:trace>
  <inkml:trace contextRef="#ctx0" brushRef="#br0" timeOffset="268.32">135 480,'-2'-2,"6"-1,11 0,14 1,19-2,17-2,15-3,11-1,4-3,-1 0,-8 2,-14 2,-17 4,-18 2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51.8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1 160,'9'9,"12"6,12-1,11-1,12-4,8-3,4-6,0-1,-3-4,-7-1,-10 1,-12 1</inkml:trace>
  <inkml:trace contextRef="#ctx0" brushRef="#br0" timeOffset="246.342">295 0,'0'21,"2"15,1 11,2 9,0 4,0 1,0-4,3-4,4-8,0-13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49.8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 66,'-9'-7,"-3"0,3 6,5 10,5 10,8 8,6 8,8 3,6 5,6 0,3-1,3-3,0-6,-2-6,-3-8,-5-7,-8-5</inkml:trace>
  <inkml:trace contextRef="#ctx0" brushRef="#br0" timeOffset="402.048">597 25,'9'-21,"-10"21,1 0,0 1,0-1,0 0,-1 0,1 0,0 0,0 0,0 1,-1-1,1 0,0 0,0 0,-1 0,1 0,0 0,0 0,-1 0,1 0,0 0,0 0,-1 0,1 0,0 0,0 0,-1 0,1 0,0 0,0 0,0-1,-1 1,1 0,0 0,0 0,0 0,-1 0,1-1,0 1,0 0,0 0,0 0,-1-1,1 1,0 0,0 0,0 0,0-1,0 1,0 0,0 0,0-1,0 1,-11 12,1 0,1 1,0 0,1 0,0 1,1 0,1 1,-3 8,5-15,-17 46,2 0,2 2,3 0,3 0,1 1,2 20,-7 199,19-215,1-51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50.5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0 214,'7'0,"12"0,10-2,14-3,9-1,8-2,4 1,2 2,-7 1,-9 6,-12 3</inkml:trace>
  <inkml:trace contextRef="#ctx0" brushRef="#br0" timeOffset="257.31">94 508,'19'7,"16"2,15-2,9-6,-5-2</inkml:trace>
  <inkml:trace contextRef="#ctx0" brushRef="#br0" timeOffset="630.858">869 0,'10'18,"9"13,10 11,10 6,7 5,5 2,3 1,2-2,-5-4,-4-3,-8-5,-8-8,-9-7,-8-5,-8-8</inkml:trace>
  <inkml:trace contextRef="#ctx0" brushRef="#br0" timeOffset="887.176">1284 13,'-14'16,"-11"17,-6 16,-4 14,-6 9,-4 6,-3 2,2-4,5-8,10-12,13-14,9-15</inkml:trace>
  <inkml:trace contextRef="#ctx0" brushRef="#br0" timeOffset="2990.652">121 442,'9'6,"8"3,7 2,9-1,8-2,6-2,5-3,4-1,-1-2,0 0,-5 0,-6 0,-11 1,-11 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3:31.4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0 300,'16'122,"6"-1,4 0,6-2,20 41,-42-130,1-1,2 0,0 0,2-1,2-1,0-1,1 0,2-1,8 7,-26-30,0 1,0-1,0 0,0 0,0 0,1 0,-1 0,1-1,0 1,-1-1,1 1,0-1,0 0,0 0,0 0,0-1,0 1,0-1,0 0,0 1,0-1,0-1,0 1,0 0,0-1,0 1,0-1,0 0,0 0,0 0,0-1,0 1,1-2,3-4,-1-1,1 0,-2 0,1-1,-1 0,0 0,-1 0,0 0,-1-1,0 1,0-1,-1 0,1-7,-1 10,16-91,-4 0,-4-1,-5-7,0 31,2-32,37-398,-41 492,-2 23</inkml:trace>
  <inkml:trace contextRef="#ctx0" brushRef="#br0" timeOffset="261.812">923 166,'-2'25,"-1"24,0 25,1 19,2 15,4 7,6 3,6-6,4-8,2-13,-2-17,-3-16,-5-19</inkml:trace>
  <inkml:trace contextRef="#ctx0" brushRef="#br0" timeOffset="646.792">1404 274,'-27'47,"-2"-2,-1 0,-3-2,-1-1,-38 34,1-6,-2-4,-21 10,52-37,49-32,101-2,-90-2,-1 1,0 1,0 1,0 0,0 1,-1 1,-1 0,1 1,-1 1,-1 1,0 0,0 1,150 158,-148-153,0 2,-4-2,2-2,0 0,0 0,1-2,1 1,0-2,1 0,2-1,-13-8,1-1,-1-1,1 1,0-1,-1 0,1-1,0 0,0 0,-1 0,1-1,0 0,-1 0,1-1,0 1,-1-1,0-1,1 1,-1-1,0-1,-1 1,4-2,19-13</inkml:trace>
  <inkml:trace contextRef="#ctx0" brushRef="#br0" timeOffset="847.248">2113 1115,'0'3,"-4"2,-9 1,-12-1,0-1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5:07.8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22 493,'0'0,"0"1,-1-1,1 0,-1 1,1-1,-1 0,1 1,-1-1,1 0,-1 0,1 0,-1 1,1-1,-1 0,1 0,-1 0,1 0,-1 0,1 0,-1 0,0 0,1 0,-1 0,1 0,-1-1,1 1,-1 0,1 0,-1 0,1-1,-1 1,1 0,-1-1,1 1,0 0,-1-1,1 1,0-1,-1 1,1 0,0-1,-1 1,1-1,0 1,0-1,-1 1,1-1,0 1,0-1,0 1,0-1,0 0,0 1,16-31,150-193,-32 13,-133 209,-1 2,0-1,0 0,0 1,0-1,0 0,0 1,0-1,0 1,0-1,1 0,-1 1,0-1,0 1,1-1,-1 0,0 1,1-1,-1 1,1-1,-1 1,0-1,1 1,-1 0,1-1,-1 1,1-1,0 1,-1 0,1 0,-1-1,1 1,0 0,-1 0,1 0,0-1,-1 1,1 0,-1 0,1 0,0 0,-1 0,1 0,0 1,-1-1,1 0,0 0,-1 0,1 1,-1-1,1 0,0 0,-1 1,1-1,-1 1,1-1,-1 0,1 1,-1-1,1 1,-1 121,-20 92,-10-2,-28 87,24-127,32-158,1-9,1 0,-1-1,0 1,0 0,-1-1,1 1,-1 0,0-1,0 0,-1 1,1-1,-4 3,4-6,0 0,0-1,-1 1,1-1,0 1,-1-1,1 0,-1 0,1 0,0-1,-1 1,1 0,0-1,-1 0,1 1,0-1,0 0,-1 0,1 0,0-1,0 1,0 0,0-1,1 1,-2-2,-7-3,10 6,0 0,1-1,-1 1,0 0,0 0,1-1,-1 1,0 0,0 0,0-1,0 1,1 0,-1-1,0 1,0 0,0-1,0 1,0 0,0-1,0 1,0 0,0-1,0 1,0 0,0-1,0 1,0 0,0-1,0 1,0 0,0-1,-1 1,1 0,0-1,0 1,0 0,0 0,-1-1,1 1,0 0,0 0,-1-1,1 1,0 0,0 0,-1 0,1-1,0 1,-1 0,1 0,0 0,-1 0,1 0,0 0,-1 0,1 0,-1 0,36-2,-27 2,17 0,18-2,1 2,-1 2,0 2,-1 2,1 2,13 5,-17 2,-31-31,-8 6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5:08.9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473 25,'-7'-4,"0"1,0-1,-1 1,0 1,0 0,1 0,-1 0,0 1,0 0,-1 1,1 0,0 0,0 1,0 0,0 0,0 0,0 1,1 1,-1-1,0 1,-4 3,-9 9,-1 1,2 0,0 2,1 1,1 0,1 1,0 1,2 0,0 1,2 1,0 0,2 1,0 1,1 2,0-6,1 0,1 1,1 0,1 0,1 1,1-1,1 1,1 0,1 0,1 0,1 0,1 0,1 0,1-1,1 1,1-1,1 0,1 0,1-1,0 0,2-1,2 3,-1-7,1 0,0-1,1-1,0 0,1-1,0-1,2 0,-1-1,1-1,1 0,-1-2,2 0,-1-1,1 0,0-2,1 0,-1-1,1-1,-1-1,1-1,0 0,0-2,0 0,5-2,-13 0,0 0,-1 0,1-1,-1 0,0-1,0 0,0-1,-1 0,0-1,0 0,-1-1,0 0,0 0,-1-1,0 0,0 0,5-10,-2 1,-1-1,0 0,-2 0,0-1,-1 0,-1-1,-1 1,-1-1,2-18,-3 7,-1 0,-1-1,-1 1,-3-1,0 1,-2 0,-1 0,-2 1,-1 0,-1 0,-2 1,-1 0,-10-16,18 36,-1 0,0 1,-1-1,0 1,0 0,-1 1,0 0,0 0,-1 1,0 0,0 0,-1 1,0 0,0 1,-1 0,1 1,-1 0,0 0,0 1,0 1,0 0,-1 0,1 1,-1 1,1 0,0 0,-1 1,1 0,0 1,-6 2,3 1,1 1,-1 0,1 1,0 0,1 1,0 1,0-1,1 2,0 0,0 0,1 1,1 0,0 1,0 0,1 1,1-1,-1 4,-5 9,2 0,1 1,1 0,1 1,1 0,2 0,0 0,1 22,7 38,2-74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5:11.17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1 531,'1'0,"0"0,0 0,0 0,0 0,0 0,0 0,0 0,0 0,0 0,0 0,0-1,0 1,0 0,0-1,0 1,0-1,0 1,0-1,0 1,0-1,0 0,-1 1,1-1,0 0,0 0,-1 0,1 1,-1-1,1 0,0-1,-1 2,94-143,-84 125,42-83,-34 62,3 0,1 1,1 1,24-27,-2 27,-44 37,0 1,0-1,0 1,0 0,0 0,0-1,0 1,0 0,0 0,0 0,-1 0,1 0,0 0,-1 0,1 0,-1 1,1-1,-1 0,1 0,-1 0,0 1,0-1,1 0,-1 0,0 1,0-1,0 0,0 0,-1 1,1-1,0 0,0 2,-1 30,-1-1,-1 1,-2-1,-1 0,-2 0,-4 9,-10 47,-1 47,-5 119,-6 45,35-297,-1 0,0 0,0 0,1 0,-1 0,0 0,-1 0,1 0,0 0,0 0,-1 0,0 0,1 0,-1 0,0 0,0 0,0-1,0 1,0 0,0-1,0 1,-1-1,1 1,0-1,-1 1,0-1,1 0,-1 0,0 0,1 0,-1 0,0 0,0 0,0-1,0 1,0-1,0 1,0-1,0 0,0 0,0 1,0-2,0 1,0 0,0 0,0-1,-1 1,-32-27,36 26,-1 0,1 0,-1 0,1 0,-1 0,1 1,0-1,-1 0,1 0,0 1,0-1,0 1,-1-1,1 0,0 1,0 0,0-1,0 1,0 0,0-1,0 1,0 0,0 0,0 0,0 0,0 0,0 0,0 0,0 0,0 0,0 0,0 1,0-1,1 0,330 0,-241 5,-84-4,-12-4,-5-1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5:11.98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271 61,'-9'0,"0"1,-1 1,1-1,0 2,0-1,0 1,1 0,-1 1,1 0,-1 1,1-1,1 2,-1-1,1 1,0 0,0 0,0 1,-1 2,-3 5,0 0,0 1,1 0,1 1,1 0,0 0,1 0,1 1,0 2,-1 8,1 1,0 0,2 0,2 0,0 0,2 0,1 1,1-1,4 13,-3-24,1 0,0 0,2-1,-1 1,2-1,0-1,1 1,1-1,0-1,1 0,1 0,0-1,1 0,0-1,1 0,0-1,4 2,1-2,0 0,1-1,0 0,0-2,1 0,0-2,0 0,1-1,13 1,-22-4,-1-1,1 0,-1 0,1-2,-1 1,1-2,-1 1,0-1,1-1,-1 0,0-1,-1 0,1-1,-1 0,0 0,0-1,0 0,-1-1,0 0,2-3,3-8,-1-1,-1-1,-1 1,-1-2,0 1,-2-2,0 1,-1-1,-2 0,0 0,-1-1,-2 1,0-1,-1 0,-1 0,-1 1,-2-1,-4-21,4 17,-1 1,-2 0,0 0,-2 0,-1 1,-1 0,-1 0,-1 1,-1 1,-1 0,-1 1,-1 0,-1 1,-1 1,-9-6,21 20,0 1,-1 0,0 1,0-1,0 1,0 1,-1 0,1 0,-1 0,0 1,1 0,-1 0,-1 1,1 0,0 0,0 1,0 0,0 1,0 0,0 0,0 1,0-1,0 2,0-1,1 1,-1 0,1 1,0 0,0 0,-6 5,-7 8,2 2,-1 0,2 1,1 0,0 2,2 0,0 0,2 1,-3 8,-26 53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5:18.55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0 205,'16'41,"-3"4,-6-20,0-1,1 0,2-1,0 0,4 4,-12-23,-1-1,1-1,0 1,0 0,1 0,-1-1,1 1,-1-1,1 0,0 1,0-1,0-1,0 1,0 0,0-1,0 1,0-1,1 0,-1 0,1-1,-1 1,1-1,-1 1,1-1,-1 0,1 0,-1-1,1 1,-1-1,0 0,1 0,-1 0,0 0,1 0,-1-1,21-11,-1-1,0-1,-1-1,0-1,-2-1,0-1,9-12,-4 6,46-46,-7 6,3 2,57-40,-117 101,-18 13,4-7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5:19.73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98,'7'29,"0"1,-3-1,0 1,-2 0,-1 0,-3 26,1-47,0-7,1 1,-1-1,0 1,1 0,0-1,-1 1,1 0,0 0,0-1,1 1,-1 0,1-1,-1 1,1 0,0-1,0 1,0-1,0 1,0-1,1 0,-1 1,1-1,0 0,-1 0,1 0,0 0,0 0,0 0,0-1,1 1,0 0,5-2,0 0,0 0,-1 0,1-1,-1-1,1 1,-1-1,1-1,-1 1,0-1,0 0,0-1,0 0,2-1,-5 2,37-21,-2-2,0-1,-2-2,-1-2,-1-2,-2 0,-1-3,-2-1,46-70,-67 111,-7-1,2 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5:27.53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16 43,'0'0,"0"1,0-1,1 1,-1-1,0 0,0 1,0-1,0 1,0-1,0 1,0-1,0 0,0 1,0-1,-1 1,1-1,0 1,0-1,0 0,0 1,-1-1,1 0,0 1,0-1,-1 1,1-1,0 0,-1 0,1 1,0-1,-1 0,1 0,0 1,-1-1,1 0,-1 0,1 0,0 0,-1 1,1-1,-1 0,1 0,0 0,-1 0,1 0,-1 0,1 0,-1 0,1 0,0 0,-1-1,1 1,-1 0,1 0,-1 0,1 0,0-1,-1 1,1 0,4 32,1-1,2 1,1-1,1 0,12 25,-21-54,0 0,1 0,-1 0,1 0,0 0,-1 0,1 0,0 0,0 0,0 0,0 0,0-1,1 1,-1 0,1-1,-1 1,1-1,-1 0,1 1,0-1,-1 0,1 0,0 0,0 0,0 0,0-1,0 1,0-1,0 1,0-1,0 0,0 1,0-1,1 0,-1 0,0-1,0 1,0 0,0-1,0 1,0-1,0 0,0 0,0 1,1-2,12-13,0 0,-1-1,-1-1,-1 0,10-17,-3 5,87-115,-106 143,1 0,-1-1,1 1,0 0,0 0,-1 0,1 0,0 0,0 0,0 1,0-1,0 0,0 0,0 1,1-1,-1 0,0 1,0-1,0 1,1 0,-1-1,0 1,1 0,-1 0,0 0,0 0,1 0,-1 0,0 0,1 0,-1 0,0 1,0-1,1 1,-1-1,0 1,1-1,4 12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5:36.448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0,'3'221,"-3"-217,0-1,0 1,0-1,1 1,0-1,-1 0,1 1,0-1,0 0,1 1,-1-1,1 0,0 0,-1 0,1 0,1-1,-1 1,0 0,1-1,-1 0,1 1,0-1,-1 0,1 0,0-1,1 1,-1-1,0 1,0-1,0 0,1 0,-1 0,1-1,-1 1,1-1,-1 0,1 0,-1 0,3-1,12-6,1-2,-2 0,1-1,-1-1,0-1,-1 0,-1-1,0-1,13-15,-18 19,91-90,-85 84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5:51.6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0,'0'0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5:53.86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0 124,'10'-12,"-3"36,1 26,-7-31,2 0,0-1,2 1,0-1,7 17,-12-34,0 0,0-1,1 1,-1 0,1 0,-1 0,0 0,1 0,-1 0,1 0,0-1,-1 1,1 0,0-1,-1 1,1 0,0-1,0 1,0-1,0 1,-1-1,1 1,0-1,0 1,0-1,0 0,0 0,0 0,0 1,0-1,0 0,0 0,0 0,0-1,0 1,0 0,0 0,0 0,0-1,0 1,0 0,0-1,0 1,-1-1,1 1,0-1,0 0,0 1,-1-1,2 0,35-45,-32 38,31-45,-12 17,1 1,1 1,2 1,23-21,-31 39,-5 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6:06.0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1 473,'19'-34,"144"-300,-109 231,-54 103,0 0,1 0,-1-1,0 1,1 0,-1 0,1 0,-1 0,0-1,1 1,-1 0,1 0,-1 0,0 0,1 0,-1 0,1 0,-1 0,1 0,-1 0,0 0,1 1,-1-1,1 0,-1 0,0 0,1 0,-1 1,0-1,1 0,-1 0,0 1,1-1,-1 0,0 1,0-1,1 0,-1 1,0-1,0 0,0 1,1-1,-1 1,0-1,0 0,0 1,0-1,0 1,0-1,0 0,0 1,0-1,0 1,0-1,0 0,0 1,0-1,0 1,0-1,3 30,-3-30,0 337,-5-265,-4 0,-3 0,-2-1,-7 11,18-73,3-6,0 0,0 0,0 0,-1 0,1-1,-1 1,0 0,0 0,0 0,0-1,0 1,-1 0,1-1,-1 1,0-1,0 0,0 0,0 1,0-1,0 0,-1-1,1 1,0 0,-1-1,0 1,1-1,-1 0,0 0,0 0,1 0,-1 0,-1-1,-28-3,32 3,1 0,-1 0,0-1,0 1,0 0,0 0,0-1,0 1,0 0,0 0,0-1,0 1,0 0,0-1,287-14,-143 3,-108-4,-31 8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6:06.81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309 174,'-11'-2,"0"2,0 0,-1 0,1 1,0 1,0-1,0 2,1 0,-1 0,1 1,-1 0,1 0,0 1,1 1,-1 0,1 0,0 1,-2 2,-2 8,0 1,2 0,0 1,1 0,1 0,0 1,2 1,0-1,2 1,0 0,1 0,1 1,1-1,1 1,1-1,1 1,1-1,1 1,1-1,0 0,6 13,-7-21,2 1,0-1,0 0,1 0,1-1,0 0,1 0,0-1,1 0,0 0,0-1,1 0,1 0,0-1,0-1,0 0,1 0,1-2,-1 1,1-1,0-1,0 0,1-1,-1-1,1 0,0-1,0 0,0-1,11 0,-13-2,0-1,-1 0,1 0,0-1,-1-1,0 0,0 0,0-1,0 0,-1-1,0-1,0 1,-1-2,1 1,-2-1,1 0,-1-1,0 0,4-8,3-3,-2-2,0 1,-1-2,-2 0,0 0,-1-1,-2 0,5-22,-5 12,-1 0,-1 0,-2-1,-2 0,-1 1,-1-1,-2 0,-2 1,-1 0,-1 0,-2 0,-5-9,11 35,1 0,-1 0,0 1,-1-1,0 1,0 0,-1 0,0 0,0 1,0 0,-1 0,0 0,0 1,-1-1,1 1,-1 1,0-1,-1 1,1 1,-1-1,1 1,-1 1,0-1,0 1,0 1,0-1,-1 2,1-1,0 1,0 0,-1 0,-4 2,-8 6,0 0,1 2,1 0,-1 1,2 1,-1 1,2 1,0 0,0 1,1 1,1 1,-11 15,-84 101,65-77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6:16.36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1 437,'26'-82,"-17"62,13-31,3 1,1 0,3 2,2 1,37-42,-68 90,0 0,0 0,0-1,0 1,1 0,-1 0,0 0,0-1,0 1,1 0,-1-1,1 1,-1 0,0-1,1 1,-1 0,1-1,0 1,-1-1,1 1,-1-1,1 1,0-1,-1 1,1-1,0 0,-1 1,1-1,0 0,0 0,-1 0,1 1,0-1,0 0,0 0,-1 0,1 0,0 0,0 0,-1-1,1 1,0 0,0 0,-1 0,1-1,0 1,0 0,-1-1,1 1,0-1,-1 1,1-1,-1 1,1-1,-1 1,1-1,-1 1,1-1,-1 0,1 1,-1-1,0 0,1 0,-1 1,0-1,1 55,-2 0,-3 0,-2 0,-4 6,6-30,-78 490,81-511,-20 52,20-61,0 1,0 0,0-1,0 1,0-1,0 0,0 1,0-1,0 0,0 0,-1 1,1-1,0 0,0 0,0 0,0 0,-1-1,1 1,0 0,0 0,0-1,0 1,0-1,0 1,0-1,0 1,0-1,0 1,0-1,0 0,0 0,0 0,0 1,0-2,1 1,0 1,0-1,-1 0,1 1,0-1,0 0,0 0,0 1,0-1,0 0,0 1,1-1,-1 0,0 1,0-1,0 0,1 1,-1-1,0 0,1 1,-1-1,0 1,1-1,-1 0,1 1,-1-1,1 1,-1 0,1-1,0 1,-1-1,1 1,-1 0,1-1,0 1,-1 0,1 0,0 0,0-1,-1 1,1 0,0 0,-1 0,1 0,0 0,-1 0,1 0,0 1,0-1,0 0,51-10,0 3,0 2,1 2,51 4,-103-1,180 15,-159-10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6:17.15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174 157,'-7'14,"0"1,1-1,0 1,1 1,1-1,1 1,0 0,1 0,1 0,0 0,1 0,1 0,0 0,1-1,1 1,1 0,0-1,1 1,0-1,1-1,1 1,1-1,0 0,9 13,-8-16,1-1,0 0,0 0,1 0,0-2,1 1,0-1,0-1,1 0,0-1,0-1,0 1,1-2,-1 0,8 1,-11-3,1-1,-1 0,0 0,1-1,-1 0,0-1,1 0,-1-1,0 0,0-1,0 1,0-2,-1 0,1 0,-1 0,0-2,0 1,-1-1,1 0,-1 0,4-6,-3 2,0 0,-1 0,-1-1,0 0,0-1,-1 0,-1 1,0-2,0 1,-2-1,1 1,-1-1,-1 0,-1 0,1 0,-2 0,0-1,-1 1,0 0,-1 0,0 0,-1 0,-2-5,-1-1,0-1,-1 2,-1-1,-1 1,-1 0,0 1,-1 0,-1 1,-1 0,0 0,-1 2,-1 0,0 0,0 2,-2-1,9 7,0 1,-1 0,0 0,0 0,-1 1,1 0,-1 1,0 0,0 1,0 0,0 0,0 1,0 0,0 1,0 1,-1-1,1 1,0 1,0 0,0 0,0 1,1 0,-1 1,1 0,0 1,0 0,0 0,-2 3,-10 11,0 1,1 0,1 2,1 1,2 0,0 1,1 0,1 2,-5 14,-24 53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6:46.05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39 1598,'61'-27,"-42"15,350-204,-151 104,200-111,-257 120,-74 45,3 4,30-10,268-116,240-110,-178 105,-263 113,-169 71,-16 2</inkml:trace>
  <inkml:trace contextRef="#ctx0" brushRef="#br0" timeOffset="1440.036">80 2868,'82'-49,"1438"-752,-654 375,-341 178,-147 81,-276 133,-95 32</inkml:trace>
  <inkml:trace contextRef="#ctx0" brushRef="#br0" timeOffset="2735.473">0 4245,'34'-12,"0"-1,-1-2,0-2,21-14,419-233,197-71,-282 119,-189 101,136-54,249-112,-209 104,-361 169,332-168,-172 88,-157 84,-24 11,-38 19,30-18</inkml:trace>
  <inkml:trace contextRef="#ctx0" brushRef="#br0" timeOffset="4114.229">120 5502,'0'-1,"0"-1,0 1,0 0,0-1,1 1,-1 0,0 0,1-1,-1 1,0 0,1 0,-1 0,1-1,0 1,-1 0,1 0,0 0,0 0,0 0,0 0,0 0,0 1,0-1,0 0,0 0,0 1,0-1,0 1,1-1,-1 1,0-1,0 1,2 0,-1-2,219-108,689-350,10 21,-558 232,-228 131,98-40,117-42,-25 15,-145 49,-165 91,-30 14,-2-3</inkml:trace>
  <inkml:trace contextRef="#ctx0" brushRef="#br0" timeOffset="5774.739">160 6638,'41'-16,"543"-194,182-120,-52 30,-434 182,29 3,-100 38,-129 49,-46 8,1 1,1 2,1 1,0 2,1 2,3 0,-22 8,-3 1</inkml:trace>
  <inkml:trace contextRef="#ctx0" brushRef="#br0" timeOffset="7706.48">133 7908,'243'-93,"-81"18,56-40,19-9,36 4,254-72,-494 181,541-218,-226 83,107-19,-221 109,-76 14,-80 24,-86 28,0-5</inkml:trace>
  <inkml:trace contextRef="#ctx0" brushRef="#br0" timeOffset="8748.638">387 9245,'-10'-2,"25"-4,397-147,852-290,-494 164,-375 134,-204 73,-229 103,25-25</inkml:trace>
  <inkml:trace contextRef="#ctx0" brushRef="#br0" timeOffset="10098.13">775 10355,'46'-3,"0"-1,0-3,-1-1,0-3,0-1,35-16,443-158,-488 175,935-320,-533 177,-78 43,-268 81,29-9,-101 47,-18-3</inkml:trace>
  <inkml:trace contextRef="#ctx0" brushRef="#br0" timeOffset="10986.181">2633 10662,'115'-22,"-63"8,464-87,-451 85,0-2,-1-4,25-13,-75 29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7:34.03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769 27,'341'-14,"43"1,-365 13,90 11,-84-5,0-1,0-2,1 0,23-1,73 9,-84-5,1-2,0-2,33-2,77 6,25 13,-38-4,-96-3,1-3,0-1,1-2,0-2,12-1,-14-2,0 3,-1 0,0 3,23 7,121 31,-163-34,-1 0,0 1,0 0,-1 2,-1 0,0 1,-1 1,9 12,-8-9,0-3,-1 1,-1 0,-1 1,0 1,-1 1,5 12,5 25,-3 0,-2 2,-3 0,0 11,-3 4,-3 0,-3 1,-4 0,-3 4,1 872,-41-384,15-263,11-116,-15 43,22-204,0-1,-2-1,0 1,-2-2,-1 1,-1-2,-1 0,0 0,-2-2,-1 0,-1-1,0-1,-1 0,-1-2,-1 0,-1-2,0 0,-1-2,-9 4,-3-2,-1-1,-1-2,0-2,0-1,-15 0,-66 17,-10 3,-1-6,-1-5,-69-2,-271 38,380-41,-554 49,176 38,-31-4,498-96,1 0,-1 1,0-1,0 0,1 1,-1-1,0 1,1 0,-1-1,1 1,-1 0,1 0,-1 0,1 0,0 0,-1 0,1 1,0-1,0 0,0 1,0-1,0 1,-2 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7:36.88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3329 14,'-355'-14,"245"19,0 5,-42 11,-1 0,-247 3,326-18,-87 7,0 7,-88 25,-124 45,303-69,21-8,1 3,0 1,1 3,-38 22,57-26,1 2,1 1,0 1,2 2,0 0,2 1,0 2,2 0,-5 9,-42 77,5 3,5 2,1 15,29-66,2 2,4 1,-3 27,12-45,-17 71,5 2,5 0,3 38,16 244,34-70,3 179,-4-164,82 206,-110-532,2-1,0 1,1-1,2-1,0 1,1-2,1 1,2-2,4 6,26 27,3-2,3-2,51 40,-85-77,0-1,1 0,0-1,1-1,0-1,1-1,0 0,0-1,0-2,0 1,1-2,0-1,0 0,3-2,485 0,-193 6,160-4,73-24,-227 3,-320 20,-1-1,1 0,0 0,0 0,0 0,-1 1,1-1,0 0,0-1,0 1,0 0,0 0,-1 0,1 0,0-1,0 1,0 0,-1-1,1 1,0 0,-1-1,1 1,0-1,-1 0,1 1,0-1,-1 1,1-1,-1 0,1 1,-1-1,1 0,-1 0,0 1,1-1,-1 0,0 0,0 0,0 0,1 1,-1-1,0 0,0 0,0 0,0 0,0 1,-1-1,1 0,0 0,0 0,0 0,-1 1,1-1,0 0,-1 0,0 0,-7-14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8:20.3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161 176,'-11'130,"5"-53,-3 0,-11 40,-28 36,31-136,9-42,4-40,4 1,3-1,2 0,3 1,4-4,-9 49,7-54,4 1,21-66,-35 137,0 0,0 1,0-1,0 0,-1 0,1 0,0 0,1 0,-1 0,0 0,0 0,0 0,1 0,-1 0,0 0,1 0,-1 0,1 1,-1-1,1 0,-1 0,1 0,0 1,-1-1,1 0,0 1,-1-1,1 1,0-1,0 1,0-1,0 1,0-1,-1 1,1 0,0-1,0 1,0 0,0 0,0 0,0 0,0 0,0 0,0 0,0 0,0 0,0 0,0 1,0-1,0 0,0 1,-1-1,1 0,0 1,0-1,0 1,6 11,0 0,-1 1,-1 0,0-1,-1 1,0 1,0 4,3 7,37 164,13 139,-44-245,-8-52</inkml:trace>
  <inkml:trace contextRef="#ctx0" brushRef="#br0" timeOffset="1003.875">0 457,'86'18,"1"-3,0-5,0-3,42-4,196 19,-307-18,-26-2,-30-1,37-1,-6-1,-1 1,1 0,-1 0,1 1,0-1,-1 2,1-1,0 1,0 0,-1 1,2-1,-1 1,0 1,1-1,-1 1,1 1,0-1,0 1,1 0,-1 0,1 0,0 1,1 0,-1 1,-1 3,1-1,1 1,-1 0,2 0,-1 1,2-1,-1 1,1 0,1 0,0-1,1 1,0 0,0 0,1 0,0 0,1-1,1 4,-2-11,0 0,0-1,0 1,1 0,-1-1,1 1,-1-1,1 0,0 1,0-1,0 0,0 0,0 0,0 0,1-1,-1 1,1-1,-1 1,1-1,-1 0,1 0,0 0,0 0,-1 0,1-1,0 1,0-1,0 0,0 0,0 0,0 0,0-1,-1 1,1-1,0 1,2-2,4-1,0 0,0-1,0 0,0-1,0 0,-1 0,0-1,0 0,-1-1,3-1,6-10,0-1,-1 0,-1-1,-1-1,-1 0,-1-1,-1 0,0 0,-2-1,-1-1,0 1,-2-1,0-3,3-35,-2-1,-2 0,-4 1,-4-33,-10-26,14 121,0 0,0 0,0 1,1-1,-1 0,0 1,0-1,0 0,0 1,0-1,1 0,-1 1,0-1,0 0,0 1,0-1,0 0,0 1,0-1,0 0,0 1,0-1,-1 0,1 1,0-1,0 0,0 1,0-1,0 0,-1 0,1 1,0-1,0 0,0 0,-1 1,1-1,0 0,0 0,-1 1,1-1,0 0,-1 0,1 0,0 0,-1 0,1 1,0-1,-1 0,1 0,0 0,-1 0,1 0,0 0,-1 0,1 0,0 0,-1 0,1 0,0-1,-1 1,1 0,0 0,0 0,-1 0,1 0,0-1,-5 54,3 0,2 0,2 0,9 46,-4-30,3 0,4 0,2-2,3 0,13 29,13-13,-44-83,-1 1,0 0,1-1,-1 1,1-1,-1 1,1-1,-1 1,1-1,0 1,-1-1,1 1,0-1,-1 0,1 1,0-1,-1 0,1 1,0-1,0 0,-1 0,1 0,0 0,0 0,-1 0,1 0,0 0,0 0,-1 0,1 0,0-1,-1 1,1 0,0 0,0-1,-1 1,1-1,0 1,-1 0,1-1,-1 1,1-1,-1 1,1-1,-1 0,1 1,-1-1,1 1,-1-1,0 0,1 0,-1 1,0-1,0 0,1 1,13-44,0-175,-14 217,0 1,0-1,0 0,0 1,0-1,0 1,0-1,1 0,-1 1,1-1,-1 1,1-1,0 1,-1 0,1-1,0 1,0 0,0-1,0 1,0 0,0 0,0 0,1 0,-1 0,0 0,0 0,1 0,-1 1,1-1,-1 0,1 1,-1-1,1 1,-1-1,1 1,-1 0,1 0,0 0,-1 0,1 0,-1 0,1 0,-1 1,1-1,0 0,-1 1,2 0,235 47,-234-47,0-1,0 1,0 0,0 0,0 1,0-1,0 1,-1 0,1 0,0 0,-1 1,1-1,-1 1,0-1,0 1,0 0,0 1,-1-1,1 0,-1 1,0-1,0 1,0 0,0 0,-1 0,0 0,1 0,-1 0,-1 0,1 0,0 3,-3 5,0 1,-1-1,0 1,-1-1,-1 0,0 0,-5 9,-22 68,31-86,1-1,0 1,0-1,0 1,0 0,0-1,0 1,1 0,-1-1,1 1,0-1,0 1,0-1,0 1,0-1,1 0,-1 0,1 1,-1-1,1 0,0 0,0-1,0 1,0 0,0-1,0 1,0-1,1 1,-1-1,0 0,1 0,-1 0,1 0,-1-1,1 1,-1-1,1 1,0-1,-1 0,1 0,0 0,0-1,18 0,0-1,0 0,0-2,-1-1,0 0,0-2,12-5,0 1,103-33,-76 26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3:25.486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3878 456,'3'7,"-1"0,1 0,1-1,-1 1,1-1,0 1,1-1,0-1,-1 1,2-1,-1 1,1-1,0-1,0 1,0-1,0 0,1-1,-1 1,3-1,7 4,2-1,-1-1,0 0,1-1,0-1,0-1,7 0,-9 0,0-2,0 1,1-2,-1 0,0-1,0-1,0 0,0-1,-1-1,1 0,-1-2,-1 1,1-2,9-6,-21 13,-1-1,1 0,-1 0,1 0,-1 0,0 0,0 0,0-1,0 1,0-1,0 1,-1-1,1 0,-1 1,0-1,0 0,0 0,0 0,0 0,-1 0,0 0,1 0,-1 0,0-1,0 1,0 0,-1 0,1 0,-1 0,0 0,0 0,-1-1,2 3,0 0,-1 1,1-1,-1 1,1-1,-1 1,0 0,1-1,-1 1,1-1,-1 1,0 0,1 0,-1-1,0 1,1 0,-1 0,0 0,1 0,-1 0,0-1,0 1,1 1,-1-1,0 0,1 0,-1 0,0 0,1 0,-1 1,0-1,1 0,-1 1,0-1,1 0,-1 1,1-1,-1 1,1-1,-1 1,1-1,-1 1,1-1,-1 1,1-1,0 1,-1 0,1-1,0 1,-17 37,6 10,2 1,2 0,3 0,1 50,22 580,-18-652,-1-1,-1 1,-2 0,-1-1,-1 1,-1-1,-1 0,-2-1,0 0,-8 14,15-35,0 0,0-1,0 1,-1-1,1 0,-1 0,0 0,0 0,0 0,0 0,0-1,-1 1,1-1,-1 0,0 0,1-1,-1 1,0-1,0 0,0 0,0 0,0 0,0-1,0 1,0-1,0 0,-1-1,1 1,0-1,0 1,0-1,0 0,0-1,0 1,1-1,-1 0,-1 0,-12-11,2 0,0-1,0-1,1 0,1 0,0-2,2 1,0-2,0 0,2 0,-3-7,-6-10,2 0,0-1,3 0,1-2,2 1,1-1,2-1,0-18,6 52,1-1,-1 1,1 0,0 0,1 0,-1 0,1 0,0 0,0 0,1 0,-1 0,1 1,0-1,1 0,-1 1,1-1,-1 1,2 0,-1 0,0 0,1 1,-1-1,1 1,0 0,0 0,1 0,-1 0,0 1,1-1,0 1,2 0,133-19,-98 18,31-3,390-45,-387 43,-75 8,0 0,0 0,0 0,0 0,1 1,-1-1,0 0,0 1,-1-1,1 1,0-1,0 1,0 0,0-1,0 1,0 0,-1-1,1 1,0 0,-1 0,1 0,0 0,-1 0,1-1,-1 1,0 0,1 0,-1 0,0 1,1-1,-1 0,0 0,0 0,0 0,0 0,0 0,0 0,0 0,-1 1,-13 46,9-33,1-7,1 0,0 0,1 1,-1-1,2 1,-1 0,1-1,0 1,1 0,0 0,1-1,0 1,0 0,0-1,1 1,1-1,-1 1,2-1,-1 0,1 0,0 0,0-1,1 1,0-1,1 0,-1-1,1 1,1-1,-1 0,2 0,0-1,1-1,0 0,-1-1,2 0,-1 0,0-1,0 0,1-1,-1 0,1 0,-1-1,1 0,-1-1,1 0,-1 0,1-1,-1 0,0-1,0 0,0-1,0 1,-1-2,1 1,-1-1,0-1,-1 1,1-1,-1 0,0-1,0 0,-1 0,0-1,-1 1,1-1,-1 0,-1-1,0 1,0-1,0 0,-1 0,-1 0,1-1,-1 1,0-4,-3 5,0 0,0 0,0 0,-1 0,0 1,0-1,-1 1,0-1,0 1,-1 0,0 0,0 0,-1 1,0 0,0 0,0 0,-1 0,0 1,0 0,0 0,-1 0,0 1,1 0,-2 0,1 1,0 0,-1 0,1 1,-1 0,0 0,0 1,1 0,-1 0,0 1,0 0,0 0,0 1,0 0,0 0,-4 2,-8 7,0 0,1 1,0 1,1 1,1 1,0 0,1 2,0-1,1 2,1 0,1 1,0 0,1 1,1 0,-2 8,-35 57</inkml:trace>
  <inkml:trace contextRef="#ctx0" brushRef="#br0" timeOffset="-2430.767">977 268,'2'16,"1"17,0 13,-1 16,0 10,-1 10,0 3,-3 0,-1-6,-3-10,1-14,0-17</inkml:trace>
  <inkml:trace contextRef="#ctx0" brushRef="#br0" timeOffset="-2121.625">709 135,'37'-6,"0"2,1 2,-1 1,0 2,1 2,-1 1,0 2,-1 2,0 1,0 2,24 10,-45-14,-2 0,1 0,-1 2,0-1,0 2,-1 0,5 6,-13-13,-1 0,0 0,0 1,0-1,0 1,-1 0,1 0,-1 0,0 0,0 0,0 0,-1 1,0-1,0 0,0 1,0-1,0 1,-1 0,0-1,0 1,0-1,-1 1,0-1,1 1,-1-1,-1 1,0 1,-7 6,0 0,-1 0,0-1,-1 0,0-1,-1 0,0-1,0 0,-1-1,0 0,-1-1,1-1,-1 0,-1-1,1 0,-7 0,-58 15,62-22,12-4</inkml:trace>
  <inkml:trace contextRef="#ctx0" brushRef="#br0" timeOffset="-1870.781">1552 42,'-7'18,"-4"15,-1 15,2 14,3 14,2 11,5 7,2 5,0 1,3-2,0-8,2-11,2-15,-1-18</inkml:trace>
  <inkml:trace contextRef="#ctx0" brushRef="#br0" timeOffset="-1621.824">1191 563,'-13'4,"-6"7,2 3,7 4,16 1,17 0,21-4,23-8,24-11,15-8,12-6,-2 2,-20 2</inkml:trace>
  <inkml:trace contextRef="#ctx0" brushRef="#br0" timeOffset="-1088.202">1993 990,'5'-122,"-1"91,-2 0,-1 0,-2-1,0 1,-3 0,0 0,-8-25,10 50,1 1,-1-1,0 1,0 0,0-1,-1 1,0 1,0-1,0 0,-1 1,1-1,-1 1,0 0,0 0,-1 1,1-1,-1 1,-4-3,8 6,-1 0,1 0,0 0,0 0,0 0,-1 1,1-1,0 0,0 0,0 1,0-1,-1 1,1-1,0 1,0 0,0-1,0 1,0 0,0 0,1-1,-1 1,0 0,0 0,1 0,-1 0,0 0,1 0,-1 0,1 1,-1-1,1 0,0 0,-1 0,1 0,0 1,0-1,0 0,0 0,0 0,0 1,0-1,0 0,0 0,1 0,-1 1,1-1,-1 0,0 0,1 0,0 0,-1 0,1 0,0 0,-1 0,1 0,0 0,0 0,0-1,6 7,1-2,0 1,0-1,0 0,0-1,1 0,0 0,0-1,0 0,0 0,0-1,9 1,-5 0,39 8,-34-9,1 2,-1 0,0 1,0 1,-1 0,1 1,-2 1,1 1,-1 1,2 1,-14-7,0-1,0 1,-1 0,1 0,-1 1,0-1,-1 1,1-1,-1 1,0 0,0 0,0 0,-1 0,0 0,0 0,0 1,0-1,-1 0,0 0,0 1,0-1,-1 0,-32 118,12-62,21-60,-2 3,0-1,1 0,-1 1,1-1,0 1,0 0,1-1,-1 1,1 0,-1-1,1 1,0 0,1-1,-1 1,1 0,-1-1,1 1,0 0,1-1,-1 1,0-1,1 0,0 1,0-1,0 0,0 0,0 0,1-1,0 1,1 1,6 0,1-1,-1 0,1 0,0-1,0-1,0 0,0 0,0-1,0-1,0 0,0 0,7-3,-9 3,302-59,-202 35</inkml:trace>
  <inkml:trace contextRef="#ctx0" brushRef="#br0" timeOffset="2203.558">9119 536,'-26'-9,"-1"1,0 1,0 1,-1 2,0 1,-15 0,33 3,-1 0,0 1,1 1,-1 0,0 0,1 1,0 0,0 0,0 2,0-1,0 1,1 0,0 1,0 0,0 1,1 0,0 0,-1 2,3-2,0-1,1 1,0 1,1-1,0 0,0 1,0 0,1 0,-2 6,4-11,0 0,1 0,-1 0,1-1,-1 1,1 0,0 0,0 0,0 0,1 0,-1 0,1 0,-1-1,1 1,0 0,0 0,0-1,1 1,-1 0,0-1,1 1,0-1,0 0,0 0,0 1,0-1,0-1,0 1,0 0,1 0,2 1,1-1,-1 0,1 0,-1 0,1 0,-1-1,1 0,0 0,0-1,0 1,0-1,-1 0,1-1,0 0,0 0,-1 0,1 0,0-1,2-1,6-2,-1-1,0-1,0 0,0 0,-1-1,0-1,3-3,1-3,-2 0,0 0,-1-1,0-1,-1-1,-1 1,-1-2,-1 1,0-1,-2-1,0 0,-1 0,-1 0,2-14,-1-7,-1 0,-3 0,-1 0,-2 0,-1 0,-9-39,-9 15,20 64,0 1,-1-1,1 1,-1 0,1-1,-1 1,1 0,-1-1,1 1,-1 0,0 0,1 0,-1-1,1 1,-1 0,0 0,1 0,-1 0,1 0,-1 0,0 0,1 0,-1 0,1 0,-1 1,1-1,-1 0,0 0,1 1,-1-1,1 0,-1 0,1 1,-1-1,1 1,-1-1,1 0,0 1,-1-1,1 1,-1-1,1 1,0-1,0 1,-1-1,1 1,0 0,0-1,0 1,-1-1,1 1,0 0,0-1,0 1,0-1,0 1,0 0,-5 16,0 0,1 0,0 1,2-1,0 1,1 0,1 4,-1 3,-4 30,3 1,2 0,3-1,2 0,2 0,15 52,-20-97,0-1,1 1,0-1,1 0,0 0,0 0,1-1,0 1,1-1,0 0,0-1,0 1,1-1,0-1,1 1,0-1,0 0,0-1,0 0,1 0,0-1,0 0,0-1,0 0,1 0,-1-1,1 0,-1 0,4-1,-3-2,0 0,-1 0,1-1,0 0,0-1,-1 0,0 0,0-1,0 0,0-1,0 0,-1 0,0-1,0 0,0-1,-1 1,0-1,0-1,-1 1,0-1,0-1,2-4,1 0,-2-1,0 0,-1 0,0 0,-1-1,-1 0,0 0,-1 0,0-1,-2 1,1-16,-4 19,-1 16,-3 20,4-7,1 0,0 1,1-1,1 0,1 1,0-1,4 13,-4-23,0 1,0-1,1 0,0 0,0 0,1 0,0-1,0 0,1 1,-1-1,1-1,1 1,-1-1,1 0,0 0,0 0,0-1,7 3,-9-5,0 0,1 0,-1-1,1 1,-1-1,1 0,0-1,-1 1,1-1,0 0,-1 0,1-1,0 1,-1-1,26-7</inkml:trace>
  <inkml:trace contextRef="#ctx0" brushRef="#br0" timeOffset="2448.902">9680 201,'-14'3,"-4"4,1 9,10 8,15 7,16 3,3-5</inkml:trace>
  <inkml:trace contextRef="#ctx0" brushRef="#br0" timeOffset="3178.898">10135 643,'-73'-45,"50"29,-1 1,-1 1,0 1,-1 1,-21-6,44 16,-1 1,1 0,0 1,-1-1,1 1,0-1,-1 1,1 0,-1 0,1 0,0 1,-1-1,1 1,0 0,-1 0,1 0,0 1,0-1,0 0,0 1,0 0,0 0,0 0,1 0,-1 0,1 1,0-1,-1 1,1 0,0-1,0 1,1 0,-1 0,1 0,-1 1,0 1,0 5,0 0,1 0,0 0,1 0,0 0,0 0,1 0,1 0,-1-1,2 1,-1 0,1-1,1 1,0-1,0 0,0 0,1-1,1 1,0-1,0 0,0-1,1 1,0-1,0-1,1 1,0-1,0 0,0-1,1 0,0-1,0 1,0-2,1 1,-1-1,1-1,0 1,-1-2,1 1,0-2,7 1,-11-2,0 1,-1-1,1-1,0 1,0-1,-1 0,1 0,-1-1,1 1,-1-1,0-1,0 1,0-1,-1 1,1-1,-1-1,0 1,0 0,-1-1,1 0,-1 0,0 0,0 0,-1-1,1 1,-1-1,1-5,2-7,-1 0,0-1,-1 0,-2 1,0-1,0 0,-2 0,-1-5,-6-11,1 45,6-3,1 0,0 1,0-1,0 1,1-1,0 0,0 1,1-1,0 0,0 0,1 0,0 0,0 0,1-1,-1 0,1 1,1-1,-1 0,1-1,0 1,1-1,-1 0,1-1,0 1,0-1,12 8,-1-1,2 0,-1-2,1 0,1-1,-1-1,2 0,8 0,-12-2,0-1,1-1,-1 0,1-2,0 0,-1 0,1-2,0 0,0-1,-1-1,0-1,1 0,12-6,-26 9,0-1,-1 0,1 0,-1 0,0 0,1 0,-1-1,0 1,0-1,-1 0,1 0,-1 0,1 0,-1-1,0 1,0-1,0 1,-1-1,1 1,-1-1,0 0,0 0,0 0,-1 0,1 0,-1 0,0 0,0 1,0-1,-1 0,1 0,-1 0,0 0,0 0,-1 0,1 1,-1-1,1 1,-1-1,0 1,-1-1,1 1,0 0,-1 0,-3-2,0 0,0 0,0 1,-1 0,0 1,0-1,0 1,0 0,0 1,0 0,-1 0,1 0,-1 1,1 0,-1 1,0 0,1 0,-1 0,0 1,1 0,-1 1,1 0,-1 0,1 0,0 1,0 0,0 1,0-1,1 1,0 0,-1 1,1 0,1 0,-1 0,1 1,-1 0,4-3,1-1,0 1,0-1,0 1,0-1,0 1,0 0,0-1,1 1,0 0,-1 0,1-1,0 1,0 0,1 0,-1-1,0 1,1 0,0 0,0-1,0 1,0-1,0 1,0-1,0 1,1-1,0 0,-1 1,1-1,0 0,0 0,0 0,0-1,0 1,1 0,-1-1,0 0,1 1,0-1,9 5,-1-2,1 1,0-1,0-1,0 0,1-1,-1 0,1-1,-1-1,1 0,-1 0,1-1,-1-1,1 0,-1-1,0 0,0-1,0 0,-1-1,1 0,-1-1,6-4,-14 8,0 0,1 0,-1-1,0 1,0-1,-1 0,1 0,0 0,-1 0,0 0,0 0,0-1,0 1,0-1,-1 0,1 1,-1-1,0 0,0 0,-1 0,1 0,-1 0,0 1,0-1,0 0,0 0,-1 0,0-3,0 6,1 1,-1-1,0 0,1 1,-1-1,0 1,1-1,-1 1,0-1,0 1,0 0,1-1,-1 1,0 0,0 0,0 0,0-1,0 1,0 0,1 0,-1 0,0 0,0 0,0 1,0-1,0 0,0 0,0 1,1-1,-1 0,0 1,0-1,1 1,-1-1,0 1,0-1,1 1,-1-1,0 1,1 0,-1-1,1 1,-1 0,1 0,-1 0,1-1,0 1,-1 0,1 0,0 0,0 0,-1 0,-5 13,-1 0,2 1,0-1,0 1,2 0,0 1,0-1,2 1,0 1,-1-7,-4 117,5 0,5 1,7-2,4 1,7 0,22 221,-39-291</inkml:trace>
  <inkml:trace contextRef="#ctx0" brushRef="#br0" timeOffset="3727.005">11017 883,'10'-47,"-2"-1,-2 0,-2-1,-2 1,-3-1,-2-13,2 60,1 1,0 0,-1-1,1 1,0-1,0 1,0 0,0-1,0 1,0-1,0 1,1 0,-1-1,0 1,1 0,-1-1,1 1,0 0,-1 0,1-1,0 1,-1 0,1 0,0 0,0 0,0 0,0 0,0 0,0 0,1 1,-1-1,0 0,0 1,1-1,-1 1,0-1,0 1,1-1,-1 1,1 0,-1 0,0 0,1 0,-1 0,1 0,0 0,35 0,0 1,0 2,0 1,8 4,-40-8,0 0,0 1,0-1,0 1,0 1,0-1,-1 0,1 1,-1 0,1 0,-1 1,1-1,-1 1,0 0,0 0,0 0,-1 0,1 1,-1 0,0 0,0 0,0 0,0 0,-1 0,0 1,0-1,0 1,0-1,0 4,-2 175,1-180,0 0,0 1,1-1,-1 0,1 0,0 0,0 0,0 0,0 0,1-1,-1 1,1-1,-1 0,1 1,0-1,0 0,0-1,0 1,0 0,0-1,1 0,-1 0,1 0,1 1,87 10,-39-11,-4-4</inkml:trace>
  <inkml:trace contextRef="#ctx0" brushRef="#br0" timeOffset="5128.353">11980 723,'-3'-8,"-1"0,1 0,-1 0,-1 1,0-1,0 1,0 1,-1-1,0 1,0 0,0 0,-1 0,0 1,0 0,0 1,-1-1,0 2,1-1,-1 1,-1 0,-6-2,8 4,1-1,0 1,-1-1,1 2,0-1,-1 1,1 0,-1 0,1 1,0 0,-1 0,1 0,0 1,0 0,0 0,0 1,0 0,0 0,0 0,1 0,0 1,0 0,0 0,0 1,1-1,-1 1,1 0,0 0,-1 3,3-4,-1 1,1 0,0-1,1 1,-1 0,1 0,0 0,0 0,1 0,-1 0,1 1,0-1,0 0,1 0,0 0,0 0,0 0,0 0,1 0,0-1,0 1,0 0,0-1,1 1,0-1,0 0,0 0,0 0,1 0,0-1,0 1,-1-1,2 0,-1 0,0-1,1 1,-1-1,1 0,0 0,-1 0,4 0,-1 1,1 0,-1-1,1 0,0 0,0 0,0-1,0 0,0-1,0 0,0 0,0 0,0-1,0-1,0 1,0-1,-1-1,1 1,-1-1,1-1,-1 1,0-1,0 0,0-1,-1 0,0 0,0 0,0-1,0 0,-1 0,0 0,0-1,-1 1,0-1,0 0,-1-1,1 1,-1-2,-1 2,-1 0,1 1,-1-1,-1 0,1 0,-1-1,-1 1,1 0,-1 0,0 1,-1-1,0 0,0 0,0 1,-3-7,5 13,0-1,-1 1,1-1,0 1,0-1,-1 1,1-1,0 1,0-1,-1 1,1-1,-1 1,1-1,0 1,-1 0,1-1,-1 1,1 0,-1-1,1 1,-1 0,1 0,-1-1,1 1,-1 0,1 0,-1 0,0 0,1 0,-1 0,1 0,-1 0,1 0,-1 0,0 0,1 0,-1 0,1 0,-1 1,1-1,-1 0,1 0,-1 1,1-1,-1 0,1 1,-1-1,1 0,-1 1,1-1,0 1,-1-1,1 1,0-1,-1 0,1 1,0 0,0-1,-1 1,1-1,-11 37,11-29,0 0,0 0,1 0,1 0,-1-1,1 1,0 0,1-1,0 1,0-1,1 0,0 0,0 0,0 0,1-1,0 1,0-1,1-1,0 1,0-1,0 0,0 0,1-1,0 0,0 0,0 0,5 1,-4-1,0-1,0 1,1-2,-1 1,1-1,0 0,0-1,0 0,0 0,0-1,0 0,0-1,0 0,0 0,0-1,-1 0,1-1,0 1,-1-2,0 1,0-1,0-1,0 1,3-4,-5 1,0 0,-1 0,0 0,0-1,-1 1,0-1,0 0,-1 0,0-1,0 1,-1-1,0 1,-1-1,0 0,0 0,-1 0,0 1,0-1,-1 0,0 0,-1 0,0 1,0-1,-1 1,0 0,-1-2,-12-13,4 42,11-8,0 0,1 0,1 0,0 0,0 0,2 0,-1 0,1-1,0 1,1-1,1 1,-1-1,1-1,4 5,-5-7,0-1,0 1,1-1,0-1,0 1,0-1,1 1,0-1,0-1,0 1,1-1,-1 0,1-1,0 0,0 0,0 0,0-1,1 0,-1 0,1-1,2 0,-6-1,0 0,0 0,0 0,0-1,0 0,0 1,0-2,0 1,0 0,-1-1,1 0,-1 0,1 0,-1 0,1 0,-1-1,0 1,0-1,-1 0,1 0,0 0,-1 0,0-1,1 1,-2-1,1 1,0-1,0-2,25-114,-26 111,14-95,-23 167,8-59,-2 2,0 0,0 0,1 1,0-1,0 0,0 1,1-1,0 1,1-1,-1 1,1-1,0 0,1 1,-1-1,1 0,1 0,-1 0,1 0,0 0,0-1,1 1,0-1,0 0,0 0,0 0,1-1,0 1,0-1,2 0,0-1,0 0,1 0,-1-1,1 0,-1 0,1-1,0 0,0 0,0-1,0 0,-1 0,1-1,0 0,0 0,-1-1,1 0,0 0,-1-1,0 0,0 0,0-1,0 0,0 0,-1-1,0 1,0-1,0-1,0 1,-1-1,0 0,0 0,0-1,-1 1,2-6,-1-6,0 0,-2-1,0 0,-1 1,0-1,-2 0,-1-12,0 12,-8 30,5 5,0 0,1-1,0 1,2 1,-1-1,2 0,1 0,0 0,0 1,2-1,1 5,-1-15,-1 0,1 0,0 0,1 0,-1 0,1-1,0 0,0 0,1 0,-1 0,1-1,0 0,1 0,-1 0,1 0,-1-1,1 0,0 0,0-1,1 0,-1 0,0 0,1-1,5 1,3 0,1 0,0-1,-1-1,1-1,0 0,-1-1,1-1,-1 0,15-6,-18 5,0 0,-1-1,1-1,-1 0,0-1,-1 0,1 0,-2-1,1-1,-1 1,0-1,-1-1,0 0,5-8,-14 101,3-78,-1 0,1 0,1-1,-1 1,1-1,0 1,0-1,0 0,0 0,1-1,0 1,-1-1,1 1,1-1,-1 0,0-1,1 1,-1-1,1 0,0 0,0 0,0-1,0 0,0 0,0 0,0 0,4-1,2 1,0 0,0-1,1-1,-1 0,0 0,0-1,0-1,0 0,0 0,-1-1,1 0,3-3,-8 3,1-1,0 0,-1-1,0 1,0-1,-1 0,1 0,-1-1,-1 0,1 0,-1 0,0 0,-1-1,0 1,0-1,0 0,-1 0,-1 0,1 0,-1 0,0 0,-1-1,0 1,-1 0,1 0,-1-1,-1 1,0 0,0 0,0 0,-1 1,0-1,-1 1,0-1,0 1,0 0,-1 1,0-1,0 1,-1 0,0 0,0 0,0 1,-1 0,-5-3,6 5,0 0,0 1,-1-1,1 1,-1 1,1-1,-1 1,1 0,-1 1,0 0,0 0,1 0,-1 1,0 0,1 0,-1 0,1 1,0 0,-1 1,1-1,0 1,0 0,0 1,1-1,-1 1,-3 4,0-1,1 0,0 1,1 0,-1 0,2 1,-1 0,1 0,0 0,1 1,0 0,1 0,0 0,0 0,1 1,1 0,-1 1,3-8,0 1,-1-1,1 1,1-1,-1 0,1 1,-1-1,1 1,1-1,-1 0,0 0,1 1,0-1,0 0,0 0,1-1,-1 1,1-1,0 1,0-1,0 0,1 0,-1 0,1 0,-1 0,1-1,0 0,0 0,0 0,0 0,0-1,1 1,-1-1,0 0,1-1,-1 1,1-1,3 1,83-11,-49-2</inkml:trace>
  <inkml:trace contextRef="#ctx0" brushRef="#br0" timeOffset="5441.049">13744 148,'-7'-8,"-1"1,0 1,0-1,-1 1,1 1,-2 0,1 0,0 0,-1 2,0-1,0 1,0 0,0 1,0 0,0 1,-1 0,1 1,-1 0,1 0,0 1,-1 0,1 1,0 0,-9 4,16-5,1 1,-1 0,0 0,1-1,-1 1,1 1,0-1,0 0,0 1,0-1,0 1,0-1,1 1,-1 0,1 0,0-1,0 1,0 0,0 0,0 1,1-1,-1 0,1 0,0 0,0 0,0 0,0 0,1 1,-1-1,1 0,0 0,0 0,0 0,0 0,2 2,104 154,-85-123,-2 1,-2 1,-2 0,-1 1,-2 2,-11-33,1-1,-1 1,2-1,-1 0,1 0,0 0,0 0,1-1,0 0,0 1,0-2,1 1,0-1,0 0,0 0,1 0,-1-1,1 0,0-1,5 2,17 5,0-2,1-1,0-2,0-1,1-1,-1-1,3-2,-14 1,104 2,-4-1</inkml:trace>
  <inkml:trace contextRef="#ctx0" brushRef="#br0" timeOffset="1115.562">6512 549,'16'0,"16"0,17 0,16 0,12 0,12 0,7 0,2-2,1-4,-5 1,-7-3,-14 1,-17 2,-19 1</inkml:trace>
  <inkml:trace contextRef="#ctx0" brushRef="#br0" timeOffset="1443.376">7167 215,'8'10,"1"-1,0-1,0 0,1 0,0-1,0 0,1-1,0 0,0 0,0-1,1-1,9 2,-17-4,417 127,-335-86,-84-42,0 1,0-1,0 1,-1 0,1-1,0 1,-1 0,0 0,1 1,-1-1,0 0,0 0,0 0,0 1,0-1,-1 1,1-1,-1 0,1 1,-1-1,0 1,0-1,0 1,0-1,-1 1,1-1,-1 1,1-1,-1 1,0-1,0 0,0 0,0 1,0-1,-2 1,-7 11,-2 0,0-1,0 0,-1-1,-1-1,0 0,-1 0,0-2,-8 4,6-2,-64 39,34-22,0 2,2 2,-24 23,51-37</inkml:trace>
  <inkml:trace contextRef="#ctx0" brushRef="#br0" timeOffset="8118.315">2568 4266,'7'-16,"7"37,-3 12,-2 1,-2 0,-1 0,1 27,-5-47,15 170,-8 1,-9 0,-8 9,-62 557,19-265,35-318,8 1,7 0,7 0,8 9,6-45,-14-88</inkml:trace>
  <inkml:trace contextRef="#ctx0" brushRef="#br0" timeOffset="9709.893">2634 4506,'-15'-108,"-5"1,-4 1,-34-87,37 128,21 63,1 0,-1 0,1 0,0 0,0 0,0 1,0-1,0 0,0 1,0-1,1 1,-1-1,0 1,1 0,0-1,-1 1,1 0,-1 0,1 0,0 0,0 0,0 1,0-1,-1 0,1 1,0 0,0-1,0 1,0 0,0 0,0 0,0 0,0 0,0 1,0-1,0 1,0-1,0 1,0-1,0 1,6 0,342 0,566-14,347 1,141 8,-1350 4,1317-9,-863 2,462-17,338 5,-895 21,-6-2,-402 0,-4-1,1 1,-1 0,1-1,-1 1,1 0,-1 0,1 0,-1 0,1 0,0 0,-1 0,1 1,-1-1,1 0,-1 1,0-1,1 1,-1 0,1-1,-1 1,0 0,0 0,1 0,-1 0,0 0,0 0,0 0,0 0,0 1,0-1,0 0,-1 1,1-1,0 0,-1 1,1-1,-1 1,0-1,1 1,-5 180,-1 93,3 405,64 277,-57-884,10 174,12-1,37 148,-36-283</inkml:trace>
  <inkml:trace contextRef="#ctx0" brushRef="#br0" timeOffset="11881.563">2621 7367,'17'67,"-3"0,-4 1,2 49,-11-46,-1-40,1 0,1 0,2 0,3 14,-6-40,1-1,-1 1,1-1,-1 0,1 1,0-1,1 0,-1 0,1 0,0-1,0 1,0-1,0 1,1-1,-1 0,1 0,0-1,0 1,0-1,0 0,0 0,1 0,-1 0,1-1,-1 0,1 0,-1 0,1 0,0-1,-1 0,3 0,20 0,0-2,-1-1,1-2,-1 0,0-2,19-7,34-7,65-3,1 6,1 6,0 7,1 7,17 7,89-2,1851-5,-1109-11,149 4,-791 16,187 0,66-12,163 8,-478-8,15 9,-167 8,87-14,-134 6,-83-6,-11-6,-6-2</inkml:trace>
  <inkml:trace contextRef="#ctx0" brushRef="#br0" timeOffset="12309.418">11766 6873,'2'9,"1"5,0 5,-1 6,-1 10,0 11,0 13,-1 15,0 15,0 11,0 6,0 1,0-3,2-9,6-13,1-21</inkml:trace>
  <inkml:trace contextRef="#ctx0" brushRef="#br0" timeOffset="13805.763">2621 5776,'30'6,"0"-2,0-1,0-2,21-2,-5 1,960 32,669-8,-1206-26,1141 16,-904 12,-540-12,492 26,150-11,-499-10,300-22,-466-1,-120 13,-30-4,-5-7</inkml:trace>
  <inkml:trace contextRef="#ctx0" brushRef="#br0" timeOffset="14548.592">6859 3811,'9'93,"-4"0,-5 27,0-49,5 251,14-1,14 3,14 1,6 30,5 348,-58-482,-22 163,-7-74,26-274</inkml:trace>
  <inkml:trace contextRef="#ctx0" brushRef="#br0" timeOffset="15358.428">4854 3864,'-4'10,"0"-1,1 1,0 0,0 0,1 0,0 0,1 0,0 0,0 0,1 1,1 0,-2 12,-4 529,7-336,-1 853,16-668,20 15,-29-334,26 565,-34-608,2 70,4 0,7 15,-12-114,0 0,1 0,1-1,-1 1,2 0,-1-1,1 1,1-1,-1 0,4 3,5 2</inkml:trace>
  <inkml:trace contextRef="#ctx0" brushRef="#br0" timeOffset="16224.115">9252 4079,'23'340,"-4"-117,-14 596,-10-503,-3 11,-30 157,31-421,-6 21,3 1,4 0,4 0,3 0,4 0,4-1,6 13,62 206,-76-301,-1 0,1 1,0-1,-1 0,0 0,1 1,-1-1,0 0,0 0,0 1,0-1,-1 0,1 0,-1 1,1-1,-1 0,0 0,0 0,0 0,0 0,0 0,0 0,0 0,-1 0,0 1,-10 3</inkml:trace>
  <inkml:trace contextRef="#ctx0" brushRef="#br0" timeOffset="16933.636">7059 7421,'0'18,"-2"13,-1 10,0 8,3 3,4 4,3-5,3-5,0-12</inkml:trace>
  <inkml:trace contextRef="#ctx0" brushRef="#br0" timeOffset="18439.876">28 2448,'26'30,"1"0,1-2,2-1,0-1,2-2,1-1,5 2,124 71,3-7,70 22,-31-14,4 6,-5 8,48 44,130 125,-332-251,1-3,1-2,1-2,13 3,5 2,-52-21,0 2,-1 0,-1 2,0-1,0 2,0 0,-2 1,1 1,-2 0,1 0,-2 2,0-1,8 14,12 16,-32-44,-1 0,1 0,0 1,0-1,0 0,-1 0,1 0,0 0,0 0,0 0,0 0,-1 0,1 0,0 1,0-1,0 0,0 0,-1 0,1 0,0 1,0-1,0 0,0 0,0 0,0 0,0 1,0-1,0 0,0 0,-1 0,1 1,0-1,0 0,0 0,0 1,0-1,0 0,1 0,-1 0,0 1,0-1,0 0,0 0,0 0,0 0,0 1,0-1,0 0,0 0,1 0,-1 1,0-1,0 0,0 0,0 0,1 0,-1 0,0 0,-13-1</inkml:trace>
  <inkml:trace contextRef="#ctx0" brushRef="#br0" timeOffset="26399.235">1 3383,'16'0,"14"7,12 11,9 12,6 12,4 10,-2 11,-3 2,-7 3,-10-4,-9-9,-7-8,-8-13</inkml:trace>
  <inkml:trace contextRef="#ctx0" brushRef="#br0" timeOffset="29571.713">496 3182,'5'-13,"-4"2,-10 14,-14 20,-15 25,-16 22,-10 18,-5 9,0 4,4-1,12-6,15-20</inkml:trace>
  <inkml:trace contextRef="#ctx0" brushRef="#br0" timeOffset="30369.141">589 3824,'33'-11,"1"2,0 1,1 2,19-1,-51 6,0 1,0-1,-1 1,1-1,0 1,0 0,0 0,0 0,0 0,-1 1,1-1,0 1,0-1,0 1,-1 0,1 0,0 1,-1-1,1 0,-1 1,0-1,1 1,-1 0,0 0,0 0,0 0,0 0,0 1,-1-1,1 0,-1 1,1-1,-1 1,0 0,0-1,0 1,0 0,-1 0,1-1,-1 3,-3 8,0 0,-2 0,1-1,-1 1,-1-1,-1-1,1 1,-2-1,1 0,-2 0,1-1,-1-1,-5 4,-118 123,131-136,0 1,0-1,0 1,0-1,0 1,0 0,0 0,0-1,1 1,-1 0,0 0,0 0,1 0,-1 0,1 0,-1 0,1 0,-1 0,1 0,0 0,-1 1,1-1,0 0,0 0,0 0,0 0,0 0,0 1,0-1,0 0,0 0,1 0,-1 0,0 0,1 0,-1 1,1-1,-1 0,1 0,0 0,-1-1,1 1,0 0,0 0,-1 0,1 0,1 0,8 2,0 0,0-1,1-1,-1 1,0-2,1 1,-1-2,0 1,1-1,-1-1,4-1,-4 2,146-27,-82 12</inkml:trace>
  <inkml:trace contextRef="#ctx0" brushRef="#br0" timeOffset="33103.663">10950 5923,'42'11,"0"-1,1-3,0-1,0-2,30-2,-14 0,363 23,-414-24,-18-1,-24 0,31 0,-15 0</inkml:trace>
  <inkml:trace contextRef="#ctx0" brushRef="#br0" timeOffset="35217.826">1872 4841,'1'-2,"-1"0,1 0,-1 0,0 0,0 0,0-1,0 1,0 0,0 0,-1 0,1 0,-1 0,1 0,-1 1,0-1,0 0,0 0,0 0,0 0,0 1,0-1,-1 1,1-1,-1 1,1-1,-1 1,1 0,-1 0,0 0,1 0,-1 0,0 0,0 0,0 0,0 1,0-1,0 1,0-1,0 1,0 0,0 0,0 0,0 0,0 0,0 0,0 1,0-1,0 1,0-1,0 1,-1 0,-6 8,1 1,0-1,0 1,1 1,0 0,1-1,0 2,1-1,0 1,1 0,0 0,1 0,0 0,1 1,0 2,0-6,0 1,0-1,1 1,0 0,1-1,0 1,0 0,1-1,0 1,1-1,0 1,1-1,0 0,0 1,1-2,0 1,1 0,-1-1,2 0,-1 0,1 0,1-1,-1 0,4 3,-1-4,1 1,0-1,0-1,0 0,1 0,0-1,0 0,0-1,0 0,1-1,-1 0,1-1,0 0,-6-1,0 0,-1 0,1 0,0-1,0 0,-1 0,1 0,0-1,-1 0,1 0,-1 0,0 0,0-1,0 0,0 0,0-1,0 1,-1-1,0 0,0 0,0-1,0 1,-1-1,0 0,1 0,0-3,2-8,-1 1,-1-1,-1 0,0 0,-1 0,-1 0,0 0,-1 0,-1 0,0-1,-1 1,-1 0,-1 1,0-1,-1 0,-1 1,2 3,-1 0,-1 1,0 0,-1 0,0 0,-1 1,0 0,0 0,-4-2,9 9,-1 0,1 0,-1 0,0 0,0 0,0 1,0 0,0 0,-1 0,1 0,0 1,-1-1,0 1,1 0,-1 1,0-1,1 1,-1 0,0 0,1 0,-1 1,0 0,1 0,-1 0,1 0,-4 2,-4 5,0 1,1 0,0 1,0 1,1-1,0 2,1-1,1 1,0 1,0-1,1 1,1 1,0-1,0 1,2 0,-2 7,-18 50</inkml:trace>
  <inkml:trace contextRef="#ctx0" brushRef="#br0" timeOffset="37341.808">1820 6980,'-1'0,"1"-1,-1 1,0-1,1 1,-1-1,1 1,-1-1,1 1,-1-1,1 0,0 1,-1-1,1 0,0 1,-1-1,1 0,0 1,0-1,0 0,-1 0,1 1,0-1,0 0,0 0,0 1,0-1,1 0,-1 0,0 1,0-1,0 0,1 0,-1 1,0-1,1 0,-1 1,1-1,64-118,35-48,-100 166,0 1,0-1,0 1,0-1,0 0,0 1,1-1,-1 1,0-1,0 1,1-1,-1 1,0-1,0 1,1-1,-1 1,1-1,-1 1,0 0,1-1,-1 1,1 0,-1-1,1 1,-1 0,1-1,-1 1,1 0,0 0,-1 0,1 0,-1 0,1-1,-1 1,1 0,0 0,-1 0,1 0,-1 1,1-1,-1 0,1 0,0 0,-1 0,1 1,-1-1,1 0,-1 0,1 1,-1-1,1 0,-1 1,0-1,1 1,-1-1,1 0,-1 1,0-1,1 1,-1-1,0 1,1 0,3 40,-3-34,0 18,4 56,-4-1,-2 0,-5 1,-8 32,-14-4,27-107,0-1,-1 0,1 1,-1-1,1 0,-1 0,0 0,1 0,-1 0,0-1,0 1,1 0,-1-1,0 0,0 1,0-1,0 0,0 0,0 0,0 0,0 0,0 0,1-1,-1 1,0 0,0-1,0 0,0 1,1-1,-1 0,0 0,1 0,-1 0,1 0,-1-1,1 1,-1 0,1-1,0 1,0-1,-1 1,1-1,0-1,-7-3,-1-8,30 9,40 2,0 3,0 3,24 5,-82-8,-1 0,-1 0,1 0,0-1,-1 1,1 0,0 1,-1-1,1 0,-1 0,1 1,0-1,-1 1,1 0,-1-1,1 1,-1 0,1 0,-1 0,0 0,1 0,-1 0,0 0,0 0,0 0,0 1,0-1,1 1,-9 7</inkml:trace>
  <inkml:trace contextRef="#ctx0" brushRef="#br0" timeOffset="44069.498">9279 3972,'-3'-9,"0"-6,1-2,-1 5,2 5,0 9,0 12,1 7,0 0</inkml:trace>
  <inkml:trace contextRef="#ctx0" brushRef="#br0" timeOffset="46783.442">750 2193,'2'-4,"6"-2,5 4,6 8,3 12,4 12,1 9,1 9,-1 6,-1 1,-2 0,1-2,-3-6,1-8,-3-9,-1-9,-5-9</inkml:trace>
  <inkml:trace contextRef="#ctx0" brushRef="#br0" timeOffset="47047.736">937 2113,'-7'16,"-4"15,-3 12,-1 12,-1 6,1 6,-2-1,0 0,-2-3,2-14</inkml:trace>
  <inkml:trace contextRef="#ctx0" brushRef="#br0" timeOffset="47297.666">1164 2528,'-4'18,"-5"15,-4 9,-3 4,2 1,3-3,3-4,8-7,8-9,3-9</inkml:trace>
  <inkml:trace contextRef="#ctx0" brushRef="#br0" timeOffset="47495.653">1258 2167,'11'16,"11"12,11 10,8 6,10 4,4 1,2-1,-1-2,-7-4,-8-5,-10-4,-9-5,-10-8</inkml:trace>
  <inkml:trace contextRef="#ctx0" brushRef="#br0" timeOffset="47743.992">1659 2167,'-14'13,"-11"14,-8 14,-5 13,-1 12,1 7,3 4,6-1,4-6,8-10,5-16</inkml:trace>
  <inkml:trace contextRef="#ctx0" brushRef="#br0" timeOffset="48036.212">1846 2635,'0'6,"0"0,1 0,-1 0,1 0,0 0,1 0,0 0,0 0,0 0,0-1,1 1,0-1,0 1,1-1,-1 0,1-1,0 1,1 0,-1-1,1 0,0 0,0-1,0 1,0-1,0 0,1-1,0 1,0 0,4-3,-1 0,1 0,-1-1,0 0,1 0,-1-1,0-1,0 1,0-1,0-1,-1 0,1 0,-1-1,0 0,0 0,-1 0,1-1,-1-1,0 1,-1-1,0 0,0-1,0 1,-1-1,0 0,-1-1,0 1,0-1,2-8,-4 12,0 0,0 0,-1 0,0-1,0 1,0-1,0 1,-1-1,0 1,0-1,-1 1,1-1,-1 1,-1-1,1 1,-1 0,1 0,-2-1,1 1,0 0,-1 1,0-1,0 0,0 1,-1 0,0 0,0 0,0 0,0 0,0 1,-1 0,1 0,-1 0,0 1,0-1,0 1,0 0,-1 0,1 1,0 0,-1 0,1 0,-4 0,0 2,1-1,0 1,0 1,0 0,0 0,0 0,0 1,1 0,-1 1,1 0,0 0,0 0,0 1,1 0,0 0,0 1,0 0,0 0,1 0,-2 3,-4 7,1-1,0 1,1 1,0 0,2 0,0 1,1 0,-1 6,-5 29</inkml:trace>
  <inkml:trace contextRef="#ctx0" brushRef="#br0" timeOffset="49587.026">3357 3330,'-13'17,"2"0,0 1,0 1,2 0,0 0,-2 11,8-22,1 0,0-1,0 1,1 0,-1 1,2-1,-1 0,1 0,1 0,0 0,0 1,0-1,1 0,0-1,0 1,1 0,0 0,1-1,0-1,0-1,1 0,-1 0,1 0,0-1,0 0,1 0,-1 0,1 0,0-1,0 0,0 0,0-1,1 0,-1 0,1 0,-1-1,1 0,0 0,-1 0,1-1,0 0,-1-1,1 1,0-1,-1-1,1 1,-1-1,1 0,-1 0,0-1,0 0,0 0,0-1,0 1,-1-1,0-1,0 1,0-1,0 1,0-1,-1-1,0 1,0-1,1-2,0-2,0 0,-1 0,0 0,-1 0,0-1,0 0,-1 1,-1-1,1 0,-2 0,0 0,0 0,-1 0,0 1,-1-1,-2-7,-2-7,-2 0,-1 0,0 1,-2 0,-1 1,-6-9,-31-31,49 62,-1 0,0 0,0 1,0-1,0 0,0 0,0 0,0 1,0-1,0 1,0-1,0 1,0-1,-1 1,1-1,0 1,0 0,0 0,-1 0,1 0,0 0,0 0,-1 0,1 0,0 0,0 0,0 1,-1-1,1 0,0 1,0-1,0 1,0 0,0-1,0 1,0 0,0 0,0-1,0 1,0 0,0 0,1 0,-1 0,0 0,1 0,-1 1,-21 59,-2 150,21-142</inkml:trace>
  <inkml:trace contextRef="#ctx0" brushRef="#br0" timeOffset="50256.836">3825 3223,'-7'16,"1"1,1 1,0-1,1 1,1-1,1 1,1 0,0 0,1 0,1 0,1 0,-2-11,2 0,-1-1,1 1,0-1,0 1,0-1,1 0,0 0,1 0,-1 0,1-1,0 1,0-1,1 0,0 0,0 0,0-1,0 0,1 0,-1 0,1-1,0 0,0 0,1 0,-1-1,0 0,1 0,0 0,-1-1,1 0,0 0,-1-1,1 0,0 0,5-1,-5-2,-1-1,1 1,-1-1,0 0,0 0,0-1,0 0,-1 0,1 0,-1-1,-1 1,1-1,-1-1,0 1,-1 0,1-1,-1 0,0 0,-1 0,0 0,0 0,0 0,-1-1,0 1,-1 0,0-1,0-6,0 3,-1-1,0 1,-1 0,0-1,-1 1,0 0,-1 0,0 1,-1-1,0 1,0 0,-1 0,0 1,-1-1,0 1,-1 1,0-1,0 2,-1-1,0 1,0 0,0 1,-1 0,0 0,-1 1,-7-3,14 7,0 0,0 0,-1 1,1-1,0 1,-1 0,1 0,0 0,-1 0,1 1,0 0,0 0,-1 0,1 0,0 1,0-1,0 1,0 0,1 1,-1-1,0 0,1 1,0 0,0 0,-1 0,2 0,-1 1,0-1,1 1,-1-1,1 1,0 0,1 0,-1 0,0 2,-6 18,1-1,1 1,1 0,1 1,2-1,0 1,1-1,2 1,0-1,2 5,5 37</inkml:trace>
  <inkml:trace contextRef="#ctx0" brushRef="#br0" timeOffset="51216.062">5696 3343,'-10'7,"0"0,1 0,0 1,0 0,1 1,0 0,0 0,1 0,0 1,1 0,0 1,0 0,1 0,1 0,0 0,1 1,0-1,0 1,1 0,1 0,0 0,0 0,1 0,1 0,0 0,1-1,2 11,-1-16,0 1,1-1,-1 0,1 0,1 0,-1 0,1-1,0 0,0 0,0 0,1-1,-1 1,1-1,0-1,1 1,-1-1,1 0,-1 0,1-1,0 0,0 0,0-1,0 0,0 0,0 0,0-1,1 0,-1-1,0 1,0-1,0-1,0 1,0-1,0-1,-1 1,1-1,-1 0,1-1,-1 1,0-1,-1 0,4-3,0-1,0 0,0-1,-1 1,0-2,-1 1,0-1,-1 0,1-1,-2 1,0-1,0 0,-1-1,0 1,-1-1,0 0,-1 1,-1-1,0 0,0 0,-1-1,0 1,-1 0,-1 0,0 1,-1-1,0 0,0 1,-1-1,-1 1,0 0,-1 0,0 1,0 0,-1 0,0 0,-8-7,13 15,0-1,0 1,-1 0,1 0,0 0,-1 1,1-1,-1 0,0 1,0 0,1-1,-1 1,0 0,0 1,0-1,0 0,0 1,0 0,0 0,0 0,0 0,0 0,0 0,0 1,0 0,0-1,0 1,0 0,0 0,0 1,1-1,-1 1,0-1,1 1,-1 0,1 0,0 0,0 0,-1 0,1 1,-5 9,-1 0,2 0,0 1,1-1,0 1,0 1,2-1,0 0,0 1,1 0,1 0,0-1,1 1,1 0,0 0,0 0,3 8,11 29,2-7</inkml:trace>
  <inkml:trace contextRef="#ctx0" brushRef="#br0" timeOffset="51493.867">6218 3544,'2'-18,"1"-13,0-11,-1-4,0-3,-4-2,-2 8,-2 5,1 16,1 21,4 22,5 24,6 17,2 14,1 11,1 1,-2-3,-4-16</inkml:trace>
  <inkml:trace contextRef="#ctx0" brushRef="#br0" timeOffset="53754.74">10402 3517,'2'-17,"0"0,1 0,1 0,0 1,1 0,1 0,4-7,4-16,0-3,-1 0,-3-1,-2 0,-1 0,-3-1,0-32,-6 207,-1-16,5-1,6 7,18-14,-11-74</inkml:trace>
  <inkml:trace contextRef="#ctx0" brushRef="#br0" timeOffset="54089.857">10870 3197,'-1'43,"-1"-28,1-1,0 0,1 1,1-1,0 1,0-1,2 0,0 0,0 0,2 0,-1 0,2-1,0 1,0-2,1 1,3 2,-7-12,1 1,0-1,0 0,0 0,0 0,1-1,-1 0,1 1,-1-2,1 1,0 0,0-1,0 0,0 0,0-1,0 1,0-1,0 0,0 0,0-1,0 1,0-1,0 0,0-1,0 1,-1-1,1 0,0 0,-1 0,0-1,1 0,-1 0,0 0,0 0,-1 0,1-1,2-3,3-6,0 0,-1-1,-1 0,0 0,-1-1,-1 0,0 0,-1 0,0 0,-2-1,1 0,-2 1,0-1,-1 0,-1 0,0 1,-1-1,-1 0,0 1,-1 0,-1-1,4 11,0-1,0 1,-1-1,0 1,0-1,0 1,-1 0,1 0,-1 0,0 1,-1-1,1 0,-1 1,0 0,0 0,0 0,-1 1,0-1,1 1,-1 0,0 0,0 1,0 0,-1 0,1 0,-1 0,1 1,-1 0,1 0,-1 0,0 1,-5 0,2 3,-1 0,0 1,1 1,0 0,0 0,0 1,1 0,-1 0,1 1,1 0,0 0,-3 3,-121 156,69-77</inkml:trace>
  <inkml:trace contextRef="#ctx0" brushRef="#br0" timeOffset="54918.708">7742 3383,'71'-228,"-47"113,-22 210,10 354,-9-394</inkml:trace>
  <inkml:trace contextRef="#ctx0" brushRef="#br0" timeOffset="55182.06">8196 3330,'0'-16,"3"-14,2-12,1-4,1-3,0 6,1 8,-1 12,1 16,0 19,3 24,0 18,2 17,0 9,2 5,4 0,1-6,-4-16</inkml:trace>
  <inkml:trace contextRef="#ctx0" brushRef="#br1" timeOffset="69134.27">3303 2581,'883'-10,"183"9,-997 3,804 13,-28-48,-820 32,-25 1,0 0,0-1,0 1,0 0,0 0,0 0,0-1,0 1,0 0,0 0,0 0,0-1,0 1,0 0,0 0,0 0,0-1,0 1,0 0,0 0,0 0,0-1,0 1,1 0,-1 0,0 0,0 0,0-1,0 1,0 0,0 0,1 0,-1 0,0 0,0 0,0-1,0 1,1 0,-1 0,0 0,0 0,0 0,1 0,-1 0,0 0,0 0,0 0,1 0,-1 0,0 0,0 0,1 0,-11-6</inkml:trace>
  <inkml:trace contextRef="#ctx0" brushRef="#br1" timeOffset="69442.531">6806 2207,'-4'9,"1"-1,0 1,0 0,1 0,0 0,1 0,0 0,0 1,1-1,0 0,1 1,0-1,0 0,1 0,0 0,0 0,1 0,1-1,-1 1,2-1,-1 0,1 0,4 6,5 0,0 0,2-1,-1 0,1-2,1 0,0 0,1-2,0 0,0-1,1-1,13 3,91 45,-120-54,-1 0,0-1,0 1,0 0,1 1,-1-1,0 0,0 1,-1-1,1 1,0-1,0 1,-1 0,1 0,-1 0,0 0,1 0,-1 0,0 0,0 0,0 0,0 1,-1-1,1 0,-1 1,1-1,-1 0,0 1,0-1,0 1,0-1,0 0,-1 1,1-1,-1 1,1-1,-2 1,-3 6,-2-2,1 1,-1-1,0 0,0 0,-1-1,0 0,0 0,-2 0,-184 101,66-42,95-45</inkml:trace>
  <inkml:trace contextRef="#ctx0" brushRef="#br1" timeOffset="71365.176">11766 2635,'-29'0,"-441"-13,-173-31,-128 20,-159-15,-211 38,1020 11,121-10,-1 0,1 0,0 0,-1 0,1 0,-1-1,1 1,0 0,-1 0,1-1,-1 1,1 0,0 0,-1-1,1 1,0 0,0-1,-1 1,1 0,0-1,0 1,-1-1,1 1,0 0,0-1,0 1,0-1,0 1,0-1,-1 1,1-1,0 1,0 0,1-1,-1 1,0-1,0 1,0-1,0 1,0 0,0-1,0 1,1-1,-1 1,0 0,0-1,1 1,-1-1,0 1,1 0,-1-1,0 1,1 0,-1 0,0-1,1 1,-1 0,0 0,1 0,-1-1,1 1,-1 0,1 0,-1 0,0 0,1 0,-1 0,1 0,0 0,33-29,1 1,2 2,1 1,2 2,-9 3,1 2,0 1,1 2,1 1,0 1,1 2,0 2,12-1,-6 11,-41 0,0 0,0 0,0 0,-1 1,1-1,0 0,-1 0,1 0,-1 0,1 0,-1 0,1 0,-1 0,0 0,0 0,1 0,-1-1,0 1,0 0,0 0,0-1,0 1,0 0,0-1,0 0,0 1,0-1,0 1,-1-1,1 0,0 0,-46 20,-1-2,0-2,-1-2,-1-2,-27 1,1 2,48-9,-116 35,140-40,1 0,0 0,0 1,0 0,0-1,0 1,0 0,1 0,-1 1,1-1,-1 0,1 1,0 0,0-1,0 1,0 0,1 0,-1 0,1 0,0 0,-1 1,2-1,-1 0,0 1,1-1,-1 0,1 1,0-1,0 1,0-1,0 0,1 1,0-1,-1 0,1 1,1-1,-1 0,6 9,2 0,0 0,0-1,1 0,0-1,0 0,1-1,1 0,0-1,0 0,0 0,1-2,0 0,1 0,6 1,44 17,1-4,2-2,0-3,0-3,1-4,22 0,-33-4</inkml:trace>
  <inkml:trace contextRef="#ctx0" brushRef="#br1" timeOffset="84308.261">4466 5455,'-12'67,"17"18,-4-82,0-1,0 1,0 0,0-1,1 1,-1-1,1 1,-1-1,1 1,0-1,0 0,0 0,0 0,0 0,0-1,1 1,-1 0,1-1,-1 0,1 1,0-1,-1 0,1-1,0 1,0 0,-1-1,1 1,1-1,2-1,0 0,-1 0,0-1,1 0,-1 0,0 0,0-1,0 1,0-1,0-1,-1 1,1 0,-1-1,0 0,0 0,0 0,-1-1,0 1,1-1,-2 0,1 0,0 0,-1 0,0 0,1-5,1 4,-1 0,0 0,0 0,-1 0,0-1,0 1,0-1,-1 1,0-1,0 0,-1 1,0-1,0 0,0 1,-1-1,0 0,0 1,-1-1,0 1,0-1,0 1,-1-1,0 3,1-1,-1 1,0 0,-1 0,1 0,-1 0,0 0,0 1,0-1,0 1,-1 0,1 0,-1 1,0 0,1-1,-1 2,0-1,0 0,-1 1,1 0,0 0,0 1,-1-1,3 4,1-1,-1 0,1 1,0-1,-1 1,1 0,0 0,1 0,-1 0,0 0,1 0,0 0,0 1,0-1,0 0,0 1,1-1,-1 1,1-1,0 1,0-1,0 1,1-1,-1 1,1-1,0 3,2 12</inkml:trace>
  <inkml:trace contextRef="#ctx0" brushRef="#br1" timeOffset="85949.959">6658 5509,'21'-52,"30"-58,-50 110,-1 1,0-1,0 0,1 1,-1-1,0 1,0-1,1 0,-1 1,1-1,-1 0,0 1,1-1,-1 0,1 0,-1 1,1-1,-1 0,0 0,1 0,-1 0,1 0,-1 1,1-1,-1 0,1 0,-1 0,1 0,-1 0,1-1,-1 1,1 0,-1 0,1 0,-1 0,1 0,-1-1,1 1,-1 0,0 0,1-1,-1 1,1 0,-1-1,0 1,1-1,-1 1,0 0,0-1,1 1,-1-1,0 1,0-1,1 1,-1 0,0-1,0 1,0-1,-12 151,12-137,0 1,0-1,-2 0,1 0,-2 0,0 0,0 0,-2 0,1-1,-1 0,-1 1,-3 2,-23 6,260-7,-215-13</inkml:trace>
  <inkml:trace contextRef="#ctx0" brushRef="#br1" timeOffset="86963.857">10976 5469,'11'-7,"0"1,0 0,0 1,0 0,1 0,0 1,0 1,0 0,1 1,-1 0,1 1,-1 0,1 1,-1 0,1 1,3 1,-13-2,0 1,-1-1,1 0,-1 1,1-1,-1 1,0 0,1 0,-1 0,1 0,-1 0,0 0,0 1,0-1,0 1,0-1,0 1,0 0,0 0,-1 0,1 0,-1 0,0 0,1 0,-1 1,0-1,0 0,0 1,0-1,-1 1,1-1,-1 1,0-1,1 1,-1-1,0 1,0-1,-1 1,1-1,-1 1,1-1,-1 1,0-1,0 1,0-1,0 0,-1 3,-9 11,0 0,-1 0,0-1,-2-1,0 0,0-1,-1 0,-1-2,-6 5,-33 27,54-43,0 0,0 0,0 0,0 1,0-1,0 1,0-1,0 0,0 1,0 0,1-1,-1 1,0 0,0-1,0 1,1 0,-1 0,0 0,1-1,-1 1,0 0,1 0,-1 0,1 0,0 0,-1 0,1 0,0 0,0 0,-1 0,1 1,0-1,0 0,0 0,0 0,1 0,-1 0,0 0,0 0,1 0,-1 0,0 0,1 0,-1 0,1 0,-1 0,1 0,0 0,-1-1,1 1,0 0,0 0,0-1,-1 1,1 0,0-1,0 1,13 2,-1-1,1 0,0-1,-1 0,1-2,0 1,9-3,1 1,215-19,-203 18</inkml:trace>
  <inkml:trace contextRef="#ctx0" brushRef="#br1" timeOffset="87782.48">8892 5402,'3'-4,"0"1,0 1,1-1,0 0,-1 1,1 0,0 0,0 0,0 0,0 1,1 0,-1 0,0 0,0 0,1 0,0 1,0-1,-2 0,0-1,0 1,0 1,0-1,0 0,0 1,0-1,0 1,0 0,0 0,1 0,-1 0,0 1,0-1,0 1,0 0,0 0,0 0,0 0,-1 1,1-1,0 1,0-1,-1 1,1 0,-1 0,0 0,0 1,0-1,0 0,0 1,0 0,0-1,-1 1,1 0,-1 0,0-1,0 1,1 3,-3-1,1 0,-1 0,0 0,0 0,0 0,-1 0,0 0,0 0,0 0,-1-1,1 1,-1-1,0 0,0 0,-1 0,1 0,-1 0,0-1,0 1,0-1,-1 0,-28 32,33-34,0-1,0 1,0 0,0 0,0 0,0-1,0 1,0 0,0 0,0 0,0-1,1 1,-1 0,0 0,1-1,-1 1,0 0,1-1,-1 1,1 0,-1-1,1 1,0-1,-1 1,1-1,-1 1,1-1,0 1,-1-1,1 1,0-1,0 0,-1 0,1 1,0-1,0 0,0 0,-1 0,1 0,0 0,0 0,0 0,-1 0,1 0,0 0,0 0,0-1,-1 1,1 0,7 1,-2 0,1 0,-1 1,1-1,-1 1,0 1,0-1,0 1,0 0,0 0,0 1,-1-1,0 1,0 1,0-1,0 1,0 0,-1 0,0 0,0 0,-1 1,1 0,-1 0,0 0,-4-3,0 1,-1-1,1 0,-1 1,1-1,-1 0,0 0,0 0,0 0,-1 0,1-1,-1 1,1-1,-1 1,0-1,0 0,0 0,0 0,0-1,-1 1,1-1,0 1,-1-1,1 0,-1-1,1 1,-1-1,-96 25,48-16</inkml:trace>
  <inkml:trace contextRef="#ctx0" brushRef="#br1" timeOffset="88746.128">4453 7247,'0'32,"-1"0,-2 0,-1 0,-1 0,-2-1,-1 0,-2 0,-11 24,0-5,21-50,0 1,1 0,-1-1,0 1,0-1,1 1,-1-1,1 0,-1 1,0-1,1 1,-1-1,1 0,-1 1,1-1,-1 0,1 1,-1-1,1 0,0 0,-1 0,1 1,-1-1,1 0,0 0,-1 0,1 0,-1 0,1 0,0 0,-1 0,1 0,-1-1,1 1,-1 0,1 0,0 0,-1-1,1 1,-1 0,1-1,-1 1,1 0,-1-1,0 1,1-1,-1 1,1 0,-1-1,0 1,1-1,-1 1,0-1,0 0,1 0,0 1,142-96,-143 95,0 1,0-1,0 1,1-1,-1 1,0 0,1-1,-1 1,0 0,1-1,-1 1,0 0,1-1,-1 1,1 0,-1 0,1-1,-1 1,1 0,-1 0,0 0,1 0,-1 0,1-1,-1 1,1 0,-1 0,1 0,-1 0,1 1,-1-1,1 0,-1 0,1 0,-1 0,1 0,-1 1,1-1,-1 0,0 0,1 1,-1-1,1 0,-1 1,0-1,1 0,-1 1,0-1,0 0,1 1,-1-1,0 1,-8 28,-8 13,1 0,2 1,2 0,2 1,-1 24,7-35</inkml:trace>
  <inkml:trace contextRef="#ctx0" brushRef="#br1" timeOffset="89434.439">6538 7313,'5'-2,"5"-3,9-1,7-1,5-2,3 0,0 2,0 2,-3 2,-5 2</inkml:trace>
  <inkml:trace contextRef="#ctx0" brushRef="#br1" timeOffset="89871.273">6405 7341,'13'128,"-13"-126,0-1,0 1,0-1,1 0,-1 1,0-1,1 0,-1 1,1-1,0 0,-1 0,1 1,0-1,0 0,0 0,0 0,0 0,0 0,0 0,0 0,0 0,0 0,0-1,1 1,-1 0,0-1,0 1,1-1,-1 0,1 1,-1-1,0 0,1 0,0 0,54-8,-34 3,12 0,0 0,1 3,-1 0,27 4,-58-2,0 0,0 0,0 0,0 1,0-1,0 1,0 0,-1 0,1 0,0 0,0 0,-1 0,1 1,-1 0,1-1,-1 1,0 0,1 0,-1 0,0 0,0 1,-1-1,1 0,0 1,-1 0,0-1,1 1,-1 0,0-1,0 1,-1 0,1 0,0 0,-1 0,0 0,0 0,0 0,0 0,0 0,-1 0,1 0,-1 0,1-1,-1 1,-1 1,-5 11,-1 0,-1-1,0 0,-1 0,0-1,-1-1,-1 0,0 0,0-1,-1-1,-1 0,1-1,-2 0,0-1,2 0,-1 0,0-1,0 0,-1-2,0 1,-12 1,27-6,-1-1,1 1,-1-1,1 1,-1-1,1 0,-1 1,1-1,-1 0,1 1,-1-1,0 0,1 0,-1 0,0 1,1-1,-1 0,0 0,1 0,-1 0,0 0,1 0,-1 0,0 0,1 0,-1-1,0 1,1 0,-1 0,1-1,-1 1,0 0,1-1,-1 1,1 0,-1-1,1 1,-1-1,1 1,-1-1,1 1,0-1,-1 1,1-1,0 0,-1 1,1-1,0 1,0-1,-1 0,1 1,0-1,0 0,0 1,0-1,0 0,0 1,0-1,0 0,0 1,0-1,1 0,-1 1,0-1,0 1,11-13</inkml:trace>
  <inkml:trace contextRef="#ctx0" brushRef="#br1" timeOffset="90805.495">11324 7167,'-15'4,"0"1,1 0,0 1,0 1,0 0,1 1,0 1,0-1,1 2,0 0,1 1,0 0,1 0,0 1,1 0,0 1,1 0,0 1,1-1,1 2,0-1,1 0,0 1,1 0,1 0,0 6,0-7,1 0,0 1,1 0,0-1,2 1,0 0,0-1,1 1,1-1,0 0,1 0,1 0,0 0,1-1,0 0,7 11,-9-20,0-1,0 1,0-1,0 0,0 0,1 0,-1-1,1 1,0-1,0 0,0-1,0 1,0-1,0 0,0 0,0 0,1-1,-1 0,0 0,0 0,0-1,1 0,-1 0,0 0,0 0,0-1,0 0,0 0,-1 0,1-1,-1 1,1-1,-1 0,0-1,0 1,0-1,0 1,-1-1,0 0,0-1,0 1,0 0,0-1,-1 0,0 1,0-1,0 0,-1 0,1 0,-1 0,-1-1,1 1,0-2,-1 5,0 0,1-1,-1 1,0 0,0 0,0 0,-1-1,1 1,0 0,-1 0,1-1,-1 1,0 0,0 0,0 0,0 0,0 0,0 0,0 1,-1-1,1 0,-1 0,1 1,-1-1,0 1,0 0,0-1,1 1,-1 0,0 0,0 0,-1 0,1 1,0-1,0 0,-2 1,-3-1,1 0,-1 1,0 0,0 0,0 1,0 0,1 0,-1 0,0 1,1 0,-5 2,-2 2,1 0,0 1,0 1,0 0,1 0,0 1,0 1,1 0,1 0,-9 11,-2 6</inkml:trace>
  <inkml:trace contextRef="#ctx0" brushRef="#br1" timeOffset="91554.5">8664 7274,'9'-4,"0"0,0 0,1 1,-1 0,1 1,-1 0,1 0,0 1,0 1,0-1,0 2,7 0,-11-1,-1 0,0 1,0 0,1 0,-1 0,0 0,0 1,0 0,0 0,-1 0,1 0,0 1,-1 0,0 0,0 0,1 1,-2-1,1 1,0 0,-1 0,0 0,0 1,0-1,0 1,-1 0,0-1,0 1,0 0,-1 0,1 0,-1 1,0-1,-1 0,1 2,-1 15,0 0,-2 0,0 0,-2-1,0 1,-1-1,-6 13,-15 77,24-90</inkml:trace>
  <inkml:trace contextRef="#ctx0" brushRef="#br1" timeOffset="91802.92">8731 7554,'20'-9,"24"-8,23-5,22-3,13-3,4 2,-17 5</inkml:trace>
  <inkml:trace contextRef="#ctx0" brushRef="#br2" timeOffset="123182.257">6258 4626,'0'-1,"0"0,0 0,1-1,-1 1,0 0,0 0,1-1,-1 1,1 0,-1 0,1 0,0 0,-1-1,1 1,0 0,0 0,0 1,-1-1,1 0,0 0,0 0,1 0,-1 1,0-1,0 1,0-1,0 1,0-1,1 1,-1-1,0 1,0 0,1 0,-1 0,0 0,1 0,-1 0,0 0,0 0,1 0,-1 1,0-1,0 0,1 1,-1-1,0 1,0 0,0-1,0 1,1 0,4 11,-2 0,1 0,-2 1,1-1,-2 1,0 0,0 0,-1 0,-1 10,2 1,19 149,-21-172,0 1,0-1,0 0,0 0,1 1,-1-1,0 0,1 1,-1-1,1 0,-1 0,1 0,0 0,-1 1,1-1,0 0,0 0,0 0,0-1,0 1,0 0,0 0,0 0,0-1,0 1,0 0,0-1,0 1,1-1,-1 0,0 1,0-1,1 0,-1 0,0 1,1-1,-1 0,0-1,1 1,-1 0,0 0,0 0,1-1,0 1,5-6,0 0,0 0,0-1,0 1,-1-2,-1 1,1 0,-1-1,0 0,0-1,4-6,37-59,83-116,-79 143,-37 42</inkml:trace>
  <inkml:trace contextRef="#ctx0" brushRef="#br3" timeOffset="134222.973">11004 4439,'0'328,"-1"-326,1 1,0-1,-1 0,1 0,0 0,0 0,0 1,0-1,1 0,-1 0,1 0,-1 0,1 0,0 0,-1 0,1 0,0 0,0 0,1 0,-1 0,0 0,1-1,-1 1,1-1,-1 1,1-1,0 1,-1-1,1 0,0 0,0 0,0 0,0 0,0-1,0 1,0 0,1-1,7-2,-1-1,0-1,0 0,0 0,-1 0,1-1,-1-1,0 1,-1-1,0 0,1-1,-2 0,4-4,-7 8,35-38,-2-2,-1-1,-1-4,78-96,-110 141,-4 4</inkml:trace>
  <inkml:trace contextRef="#ctx0" brushRef="#br1" timeOffset="150129.949">8878 4587,'1'247,"8"-189,-8-56,-1-1,0 0,1 0,-1 0,1 1,-1-1,1 0,0 0,-1 0,1 0,0 0,0 0,0 0,0-1,0 1,0 0,0 0,0-1,0 1,0 0,0-1,1 1,-1-1,0 0,0 1,0-1,1 0,-1 0,0 0,1 0,-1 0,0 0,0 0,1 0,-1 0,0-1,0 1,1 0,-1-1,0 1,0-1,0 1,1-1,8-7,1-1,-1 0,0-1,-1 0,0 0,-1 0,0-2,-1 1,0-1,0 1,-2-2,1 1,0-5,51-117,-57 134,0 0,0-1,0 0,0 0,0 1,0-1,0 0,0 0,1 1,-1-1,0 0,0 1,1-1,-1 0,1 1,-1-1,0 0,1 1,-1-1,1 1,-1-1,1 1,0-1,-1 1,1 0,0-1,-1 1,1-1,0 1,-1 0,1 0,0 0,-1-1,1 1,0 0,0 0,-1 0,1 0,0 0,0 0,-1 0,1 0,0 1,0-1,-1 0,1 0,0 0,-1 1,1-1,0 0,-1 1,7 52,-9-16</inkml:trace>
  <inkml:trace contextRef="#ctx0" brushRef="#br0" timeOffset="-123050.354">2929 2768,'-9'42,"2"0,2 0,2 1,1 0,2 0,0-9,-1 80,4 0,6-1,5 0,12 37,-25-146,37 126,-35-124,0 0,0 0,1 1,-1-2,1 1,1 0,-1-1,1 0,0 0,0 0,0-1,1 0,-1 0,1 0,0 0,0-1,1 0,0 0,13 2,0-2,0 0,1-1,-1 0,1-2,20-2,-8 1,250-3,407-14,-628 15,0-3,0-3,-1-2,25-10,-82 20,0 1,0-1,0 1,0-1,0 0,0-1,0 1,0-1,-1 1,1-1,-1 0,1-1,-1 1,0-1,0 1,0-1,0 0,0 0,-1 0,1 0,-1-1,0 1,0-1,0 1,0-1,-1 0,0 0,1 0,-1 0,-1 1,1-3,-23-127,19-26,2 80,-3-1,-7-31,4 64,-1 1,-3 0,-2 0,-1 1,-3 1,-1 1,-3 0,-1 1,-11-14,29 50,1 0,-1 0,0 1,-1-1,1 1,-1 0,0 0,-1 0,1 1,-1-1,1 2,-1-1,-1 0,1 1,0 0,-1 1,0 0,1 0,-1 0,-6 0,-185 17,25-9,-49-10,75 0,-1 6,-16 7,158-8,-34 3,0 1,1 2,-1 2,-1 2,41-11,-2 0,1 1,-1-1,1 0,-1 1,1-1,-1 1,1 0,-1-1,1 1,-1 0,1 0,0 0,-1 0,1 0,0 0,0 0,0 1,0-1,0 0,0 0,0 1,0-1,0 2,5 1</inkml:trace>
  <inkml:trace contextRef="#ctx0" brushRef="#br0" timeOffset="-120635.77">10081 2822,'-16'151,"-5"52,7 58,13-254,0 1,1-1,0 0,0 1,0-1,1 1,0-1,1 0,-1 0,1 0,1 0,-1 0,1 0,0 0,1-1,0 0,0 1,0-1,1-1,0 1,0-1,0 0,1 0,-1 0,1-1,0 0,1 0,17 5,1-2,0-1,0-1,0-2,1 0,-1-1,1-2,22-2,-19 2,27 0,486 10,128 36,-512-53,-156 7,0 0,-1 0,1 0,0 0,0-1,0 1,0 0,0-1,0 0,-1 1,1-1,0 0,0 0,-1 0,1 0,-1 0,1 0,-1 0,1 0,-1-1,0 1,1-1,-1 1,0-1,0 1,0-1,0 0,-1 0,1 1,0-1,-1 0,1 0,-1 0,1 0,-1 1,0-1,0 0,0 0,0 0,0 0,0 0,-1 0,0-1,-56-130,44 80,3-1,1 0,3 0,3-1,3-52,-4-33,-12 20,14 114,1-1,-2 1,1 0,-1 0,1 0,-2 1,1-1,-1 1,1 0,-2-1,1 2,0-1,-1 0,0 1,0 0,0 0,-3-1,-6-1,-1 1,0 1,0 0,0 1,0 0,-1 1,1 1,0 1,-1 0,-1 1,13-1,-501 17,-117-25,595 8,1 1,-1 1,1 1,-1 1,1 1,1 2,-11 4,7 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8:23.607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429 5041,'2'0,"-1"-1,0 0,0 1,0-1,0 0,0 0,0 0,0 0,0 0,0 0,0 0,-1 0,1 0,0 0,-1 0,1 0,-1 0,1-1,-1 1,1 0,-1-1,0 1,0 0,0 0,1-1,-1 1,-1 0,1-1,0 1,0 0,0-1,-1 1,1 0,0 0,-1-1,1 1,-1 0,0 0,1 0,-1 0,0 0,0 0,0 0,0 0,0-1,-2-2,-1 0,0 0,1 0,-1 0,0 1,-1 0,1 0,-1 0,1 0,-1 0,0 1,0 0,0 0,0 0,0 1,-1 0,1 0,0 0,-1 1,1-1,0 1,-1 0,1 1,0 0,-1 0,1 0,0 0,0 1,-1-1,1 1,1 1,-1-1,0 1,1 0,-1 0,1 0,0 1,-2 1,1 0,1 0,-1 0,1 1,0 0,1 0,-1 0,1 0,0 1,1-1,-1 1,1-1,1 1,-1 0,1 0,1 0,-1 0,1 0,0 0,0 0,1 0,0 0,1 0,-1-1,1 1,0 0,1-1,0 1,0-1,0 0,1 0,0 0,0 0,0-1,1 0,0 0,0 0,1 1,7 0,0-1,0 0,0-1,1-1,-1 0,1-1,0 0,-1-1,1-1,0 0,0-1,0 0,-1-1,1-1,-1 0,1-1,-1 0,0-1,0 0,-1-1,0-1,0 0,0-1,0 0,-11 6,0 1,1-1,-1 1,1-1,-1 1,1 0,0 0,0 0,-1 0,1 0,0 0,0 0,0 1,0-1,0 1,0-1,0 1,0 0,0 0,0 0,0 0,0 0,0 0,0 0,1 1,-1-1,-1 1,1 0,0-1,0 1,0 0,0 0,0 0,-1 0,1 1,0-1,-1 0,1 1,4 5,0 0,1 0,1 0,-1-1,1 0,0 0,0-1,0 0,1-1,0 0,0 0,0-1,0 0,1 0,-1-1,1-1,-1 1,5-1,-12-1,1 0,0-1,-1 1,1 0,0-1,-1 0,1 1,-1-1,1 0,-1 0,0-1,1 1,-1 0,0-1,0 1,0-1,0 0,0 0,0 0,0 0,-1 0,1 0,-1 0,1 0,-1-1,0 1,0-1,0 1,0-1,-1 1,1-1,0 1,-1-1,0 0,0 1,0-1,0 0,0 0,0-5,0 1,-1-1,0 1,0-1,-1 1,0-1,0 1,-1 0,0 0,0 0,-1 0,1 0,-2 1,2 1,0 1,0 0,-1 0,0 0,0 0,0 1,0-1,0 1,-1 0,0 0,1 1,-1-1,0 1,0 0,-1 1,1-1,0 1,0 0,-1 0,1 0,0 1,-1 0,1 0,-1 1,1-1,0 1,-1 0,1 1,0-1,0 1,-3 1,2-1,0 1,0 0,0 0,0 1,0-1,1 1,-1 1,1-1,0 1,1 0,-1 0,1 0,-3 5,6-10,1 1,0 0,-1-1,1 1,0 0,0 0,0-1,-1 1,1 0,0 0,0-1,0 1,0 0,0 0,0 0,0-1,1 1,-1 0,0-1,0 1,0 0,1 0,-1-1,0 1,1 0,-1-1,1 1,-1 0,1-1,-1 1,1-1,-1 1,1-1,0 1,-1-1,1 0,0 1,-1-1,1 0,0 1,-1-1,1 0,0 0,0 0,-1 1,1-1,0 0,0 0,-1 0,1 0,43 0,5-11,0-1,-1-3,-1-2,0-2,9-7,-46 22,36-14,-2-3,0-1,-1-2,-1-2,-2-2,-1-2,27-25,-60 49,0 0,0 0,-1 0,0 0,0-1,-1 0,1 0,-2 0,1-1,-1 0,0 1,0-1,-1 0,0 0,-1 0,0 0,0-1,0 1,-1 0,-1 0,1-1,-1 1,-1 0,1 0,-1 0,-1 0,0 0,0 1,0-1,-1 1,0 0,0 0,-3-4,2 6,-1 1,1-1,-1 1,1 0,-1 0,0 0,-1 1,1 0,-1 0,1 1,-1-1,0 1,0 1,0 0,0 0,0 0,0 1,0 0,0 0,0 0,0 1,0 1,0-1,0 1,0 0,0 0,1 1,-1 0,1 0,0 1,0-1,0 1,0 1,1-1,0 1,0 0,0 0,-4 6,0 0,1 1,0 0,1 0,0 0,1 1,0 0,1 0,0 1,1-1,1 1,0 0,1 0,1 0,0 12,0 9,3 1,1-1,1 0,2 0,5 13,-7-26,2-1,0 1,1-1,1 0,1-1,1 0,0 0,2-1,0-1,1 0,12 12,-18-25,0 1,0-2,1 1,0-1,0 0,0-1,1 1,-1-2,1 1,-1-1,1-1,0 0,0 0,0 0,0-1,0-1,0 1,-1-1,1-1,0 0,0 0,-1-1,0 0,1 0,-1-1,0 0,-1 0,1-1,-1 0,0 0,2-3,-2 3,-7 4,1 0,0 0,-1 0,1 0,0 0,-1 0,1 0,0 1,0-1,0 0,0 1,0-1,0 0,0 1,0-1,0 1,0-1,0 1,0 0,1 0,-1-1,0 1,0 0,0 0,0 0,0 0,1 0,-1 0,0 1,0-1,0 0,0 0,0 1,0-1,0 1,1-1,-1 1,0 0,0 0,0 0,2 5,0-1,0 0,0 0,1 0,0 0,0 0,0-1,1 0,-1 0,1 0,0 0,0-1,0 0,4 1,-1 0,1 0,0-1,1-1,-1 1,0-2,1 1,-1-1,1-1,0 1,-1-2,1 1,-1-1,1-1,-1 0,1 0,-1-1,0 0,8-4,-13 3,0 0,-1 0,1 0,-1 0,0-1,-1 1,1-1,-1 0,1 1,-2-1,1 0,0 0,-1-1,0 1,0 0,-1 0,1-1,-1 1,0 0,0-1,-1 1,0 0,0 0,0 0,-1-1,1 1,-1 0,0 1,-1-1,1 0,-1 1,0-1,0 1,0 0,-1 0,1 0,-1 0,0 1,0-1,-1 1,1 0,-5-2,0 1,1 0,-1 0,-1 1,1 0,0 1,-1 0,1 0,-1 1,0 0,1 1,-1 0,0 0,1 1,-1 1,1-1,-1 2,1-1,0 1,0 1,0 0,0 0,-3 2,11-5,-1 0,1 0,0 0,-1 0,1 0,0 0,0 0,-1 1,1-1,0 0,0 1,1-1,-1 1,0-1,0 1,1-1,-1 1,1-1,-1 1,1 0,0-1,-1 1,1 0,0 0,0-1,0 1,1 0,-1-1,0 1,1 0,-1-1,1 1,-1-1,1 1,0 0,-1-1,1 0,0 1,0-1,0 1,0-1,1 0,-1 0,0 0,0 0,1 1,-1-2,1 1,-1 0,1 0,-1 0,1-1,-1 1,25 11</inkml:trace>
  <inkml:trace contextRef="#ctx0" brushRef="#br0" timeOffset="1224.479">2287 5135,'-14'-6,"-7"-4,0 0,-1 1,0 2,0 0,-1 1,0 2,0 0,0 1,-3 1,22 3,-1-1,1 1,0-1,-1 1,1 1,-1-1,1 1,0-1,0 1,0 0,0 1,0-1,1 1,-1-1,1 1,-1 0,1 0,0 1,0-1,0 1,1 0,-1-1,1 1,0 0,0 0,1 1,-1-1,1 0,0 0,0 1,0-1,0 1,1-1,0 1,0-1,0 1,0-1,2 4,-1-4,1-1,-1 0,1 0,0 0,0-1,0 1,1 0,-1-1,1 0,-1 1,1-1,0 0,0 0,0-1,0 1,0 0,0-1,1 0,-1 0,0 0,1 0,-1-1,0 1,1-1,-1 0,2 0,5 1,0-2,-1 1,1-1,-1-1,1 1,-1-2,0 1,0-1,1-1,2-1,-1-1,0 0,0-1,0 0,-1-1,0 0,-1 0,1-1,4-7,-10 12,0-1,-1 0,1 0,-1 0,-1 0,1 0,0-1,-1 1,0-1,-1 1,1-1,-1 0,0 0,0 0,-1 0,0 0,0 1,0-1,-1 0,0 0,-1-4,2 10,0 1,-1-1,1 1,0-1,-1 0,1 1,0-1,-1 1,1-1,0 0,-1 1,1-1,-1 0,1 1,-1-1,1 0,-1 0,1 0,-1 0,1 1,-1-1,1 0,-1 0,0 0,1 0,-1 0,1 0,-1 0,1 0,-1 0,1-1,-1 1,1 0,-1 0,1 0,-1-1,1 1,-1 0,1 0,-1-1,1 1,-1 0,1-1,0 1,-1-1,1 1,0 0,-1-1,1 1,0-1,-3 16,1 0,0 1,2-1,-1 1,2-1,0 1,1-1,1 0,0 0,1 0,0 0,2 0,0-1,-4-10,0 0,0-1,0 1,1-1,-1 0,1 1,0-1,0-1,1 1,-1 0,0-1,1 0,-1 1,1-2,0 1,0 0,0-1,0 1,0-1,0 0,0-1,0 1,0-1,1 1,-1-1,0-1,0 1,0 0,0-1,1 0,-1 0,0 0,0-1,0 1,-1-1,1 0,0 0,-1 0,2-1,6-7,-1-1,1 0,-2 0,0-1,0 0,-1 0,-1-1,0 0,0-1,-2 1,1-1,-2 0,0-1,2-13,0 10,1 40,-3 133,-3-151,0-1,0 0,0 1,0-1,1 0,0 0,-1 0,1 0,0 0,1 0,-1 0,0-1,1 1,-1-1,1 0,0 0,0 0,0 0,0 0,0 0,0-1,1 0,-1 1,0-1,1-1,-1 1,1 0,-1-1,1 0,-1 1,1-1,-1-1,1 1,-1 0,1-1,-1 0,1 0,-1 0,2-1,4-2,-1 0,0-1,0 0,-1 0,1-1,-1 1,0-2,-1 1,1-1,-1 0,-1 0,1-1,-1 0,-1 0,0 0,0 0,0-1,-1 1,0-1,-1 0,1 0,-2 0,0 0,0-1,0 1,-1 0,-1-1,6-26,2 70,-4-12,21 95,-22-112,0 0,0-1,0 0,1 1,-1-1,1 0,0 0,0-1,1 1,-1-1,1 1,-1-1,1 0,0 0,0-1,1 1,-1-1,0 0,1 0,-1-1,1 1,0-1,0 0,13 0,-1 0,1-2,0 0,-1-1,1-1,-1-1,0 0,0-1,0-1,-1 0,0-1,0-2,3 1,0-2,-1 0,0-1,-1-1,0-1,-1 0,0-1,-1-1,-1 0,5-8,-17 22,-1-1,1 0,0 0,0-1,-1 1,1 0,-1 0,0-1,0 1,0-1,0 1,0-1,0 0,-1 1,1-1,-1 0,0 1,0-1,0 0,0 1,0-1,0 0,-1 1,1-1,-1 0,0 1,0-1,0 1,0-1,0 1,-1 0,1-1,-1 1,1 0,-1 0,0 0,0 0,0 0,0 1,0-1,0 0,-1 1,1 0,-1-1,-1 0,1 1,-1-1,1 1,-1 0,1 0,-1 0,0 0,1 1,-1 0,0-1,0 1,1 1,-1-1,0 1,1-1,-1 1,0 0,1 0,-1 0,1 1,-1 0,1-1,0 1,0 0,0 0,0 1,0-1,0 1,0-1,1 1,-1 0,1 0,-1 2,-3 3,0 1,1 0,0 0,0 1,1-1,1 1,-1 0,2 0,-1 1,1-1,0 7,2-11,-1 0,1 0,0 0,1 0,-1 0,1 0,1 0,-1 0,1-1,0 1,0 0,0-1,1 0,0 1,0-1,1 0,-1 0,1-1,0 1,0-1,0 0,1 0,0 0,-1-1,1 0,1 0,1 1,15 4,0-1,0-1,1-2,0 0,0-1,0-1,0-2,0 0,0-1,0-2,0 0,11-4,20-5,-10 0</inkml:trace>
  <inkml:trace contextRef="#ctx0" brushRef="#br0" timeOffset="3180.442">4413 4854,'-2'9,"-1"6,0-3,1-8,0-6,1-6,0-3,1-2,-2 1,-4 5,1 8,-1 8,3 3</inkml:trace>
  <inkml:trace contextRef="#ctx0" brushRef="#br0" timeOffset="3427.138">4400 5322,'11'-2,"4"-6,2-3,-3-2,-3-2,-3 0,-6 3,-5 2,-5 7,0 5,2 7,8 4,10 0,3-2</inkml:trace>
  <inkml:trace contextRef="#ctx0" brushRef="#br0" timeOffset="6398.829">8704 4787,'-8'9,"2"-1,-1 1,1 0,0 1,1 0,0-1,1 1,0 1,0-1,1 1,0 0,1-1,1 1,-1 0,2 0,-1 0,2 0,-1 0,2 0,-1 0,1 0,1 0,0-1,1 1,0-1,0 0,1 0,0 0,1-1,0 0,1 0,0 0,7 7,-6-10,0 0,1 0,-1 0,1-1,0-1,1 1,-1-2,9 3,-14-4,-1-1,1-1,0 1,-1 0,1-1,0 0,-1 0,1 0,0 0,0-1,-1 1,1-1,0 0,-1 0,1 0,-1-1,0 1,1-1,-1 0,0 0,0 0,0 0,0-1,0 1,1-2,3-7,-2 0,1-1,-1 1,-1-1,0 0,-1 0,0-1,-1 1,0 0,-1-1,-1 0,1 1,-2-1,0 1,-1-1,-1-4,3 7,-1-1,0 1,-1-1,0 1,0-1,-1 1,-1 0,0 0,0 1,-1-1,0 1,0 0,-1 0,-1 0,1 1,-1 0,-1 0,1 1,-2 0,1 1,-4-3,5 8,0 0,0 1,1 0,-1 1,0 0,1 0,-1 0,0 0,1 1,0 0,-1 1,1 0,0 0,0 0,0 0,1 1,-1 0,1 0,0 1,0-1,1 1,-1 0,1 0,0 1,-1 2,-4 0,1 1,0 1,1-1,0 1,0 0,1 1,0 0,1 0,0 0,1 0,0 1,1 0,1 0,-1 0,2 0,0 1,11 20,8-8</inkml:trace>
  <inkml:trace contextRef="#ctx0" brushRef="#br0" timeOffset="6741.048">9186 5068,'-2'4,"0"-1,1 1,-1-1,1 1,0-1,0 1,1 0,-1 0,1-1,-1 1,1 0,0 0,1 0,-1-1,1 1,0 0,-1 0,2-1,-1 1,0-1,1 1,-1-1,1 1,0-1,0 0,1 0,-1 0,1 0,1 1,2-1,0 1,0-1,1 0,0-1,0 0,-1 0,1 0,0-1,1 0,-1 0,0 0,0-1,0-1,0 1,0-1,1 0,-1-1,-1 1,1-1,0-1,0 1,-1-1,1-1,-1 1,0-1,0 0,0 0,-1-1,1 0,-1 0,0 0,-1 0,1-1,-1 0,0 0,0 0,-1 0,3-7,-2 4,-1-1,0 0,0 0,-1 0,0 0,-1 0,0 0,-1 0,0 0,0-1,-1 1,0 0,-1 0,-1 0,1 0,-1 1,-3-7,3 9,0 1,0-1,-1 1,1 0,-1 1,-1-1,1 0,-1 1,0 0,0 0,0 1,-1 0,0-1,0 2,0-1,0 1,0 0,-1 0,1 1,-1-1,0 2,0-1,0 1,0 0,-6 0,3 1,0 1,0 0,0 1,0 0,0 1,0 0,0 0,1 1,0 0,0 1,0 0,0 0,1 1,-1 0,2 1,-2 0,-12 13,0 1,2 1,0 0,-14 25,8-10</inkml:trace>
  <inkml:trace contextRef="#ctx0" brushRef="#br0" timeOffset="4128.2">5415 4734,'-1'0,"-1"0,1 0,-1 0,1 0,-1 1,1-1,-1 0,1 1,-1-1,1 1,-1 0,1-1,0 1,-1 0,1 0,0 0,0 0,-1 0,1 0,0 0,0 0,0 1,1-1,-1 0,0 1,0-1,1 0,-1 1,1-1,-1 1,1-1,-1 1,1-1,0 1,0 0,0-1,0 1,0-1,0 1,0-1,1 1,-1-1,1 2,81 70,-33-33,-2 2,-2 2,5 9,-35-35,0 0,-2 1,0 0,-1 1,-1 1,-1-1,-1 2,-1-1,0 1,-1 6,-1 2</inkml:trace>
  <inkml:trace contextRef="#ctx0" brushRef="#br0" timeOffset="4391.557">5750 4654,'-16'20,"-10"19,-9 16,-6 14,-5 9,-4 6,0-3,4-4,10-8,11-14,14-14,9-13</inkml:trace>
  <inkml:trace contextRef="#ctx0" brushRef="#br0" timeOffset="4650.518">5963 5135,'-9'16,"-5"14,-3 11,0 8,0 5,3-1,4-1,6-4,6-5,6-10,3-10</inkml:trace>
  <inkml:trace contextRef="#ctx0" brushRef="#br0" timeOffset="4952.154">6418 4614,'7'15,"6"18,9 14,7 10,5 9,6 3,5 0,5-1,0-7,-4-6,-5-6,-7-8,-10-10,-9-10</inkml:trace>
  <inkml:trace contextRef="#ctx0" brushRef="#br0" timeOffset="5215.776">6832 4721,'-20'6,"-17"12,-10 12,-6 12,-4 13,1 10,4 6,6 1,8-1,11-7,10-13</inkml:trace>
  <inkml:trace contextRef="#ctx0" brushRef="#br0" timeOffset="5475.745">7020 5282,'0'28,"7"80,-6-104,0 0,0 0,1 0,-1 0,1 0,0 0,0-1,1 1,-1-1,1 0,-1 0,1 0,0 0,0 0,0 0,1-1,-1 1,1-1,-1 0,1 0,0-1,0 1,0-1,0 1,2-1,-1 0,0 0,1 0,0-1,-1 0,1 0,-1 0,1-1,-1 0,1 0,-1 0,0 0,1-1,-1 0,0 0,0-1,0 1,-1-1,1 0,0-1,-1 1,0-1,0 0,0 0,0 0,-1 0,1 0,1-5,-1 3,1-2,-1 1,0 0,-1-1,0 1,0-1,-1 0,0 0,0 0,-1 0,0-1,0 1,-1 0,0 0,-1-1,0 1,0 0,0 0,-2-1,1 2,-1 0,0 0,-1 1,0 0,0-1,0 1,-1 1,1-1,-2 1,1 0,0 0,-1 0,0 1,0 0,0 0,-1 0,1 1,-6-2,8 3,0 0,-1 1,1 0,-1 0,1 0,-1 0,0 1,1-1,-1 1,0 1,1-1,-1 0,1 1,-1 0,0 0,1 1,0-1,-1 1,1 0,0 0,0 0,0 1,0-1,0 1,1 0,-1 0,1 1,0-1,-2 3,4-5,0 0,0 1,0-1,0 1,0-1,0 1,0 0,0-1,1 1,-1 0,1 0,0-1,-1 1,1 0,0 0,0 0,0-1,0 1,0 0,0 0,1-1,-1 2,8 14</inkml:trace>
  <inkml:trace contextRef="#ctx0" brushRef="#br0" timeOffset="5727.075">7608 4895,'14'0,"15"0,15 0,11 0,7 0,3 0,-2 0,-5 0,-12 0,-13 2,-12 1</inkml:trace>
  <inkml:trace contextRef="#ctx0" brushRef="#br0" timeOffset="5981.394">7675 5122,'23'7,"20"2,18-3,13-5,9-4,-11-2</inkml:trace>
  <inkml:trace contextRef="#ctx0" brushRef="#br0" timeOffset="12666.695">6551 6044,'3'18,"4"17,9 15,8 10,9 6,8 0,7-1,1-2,-3-4,-5-5,-6-4,-8-7,-8-10</inkml:trace>
  <inkml:trace contextRef="#ctx0" brushRef="#br0" timeOffset="12870.152">6952 6151,'-15'4,"-16"12,-12 13,-9 14,-4 12,0 12,5 5,9 1,12-1,13-10,14-15,8-15</inkml:trace>
  <inkml:trace contextRef="#ctx0" brushRef="#br0" timeOffset="13151.4">7154 6646,'-1'6,"0"-1,0 1,1 0,0 0,1 0,-1 0,1-1,0 1,0 0,1-1,0 1,0-1,0 1,1-1,-1 0,1 0,1 0,-1 0,1 0,-1-1,1 0,1 0,-1 0,1 0,-1-1,1 1,0-1,0 0,0-1,1 1,-1-1,1 0,1 0,1-2,0 0,-1-1,1 0,0-1,0 0,-1 0,0 0,1-1,-1 0,0-1,0 1,0-1,-1-1,0 1,1-1,-2 0,1 0,0-1,-1 0,0 0,-1 0,1-1,-1 1,0-1,-1 0,0 0,0 0,0-1,-1 1,0-1,0 0,-1 1,0-1,-1 0,0 0,0 1,0-1,-1 0,0 0,0 1,-1-1,-2-5,1 9,1 0,-1 0,0 0,0 0,0 0,0 1,-1 0,1-1,-1 1,0 1,0-1,0 0,0 1,-1 0,1 0,0 0,-1 1,0-1,1 1,-1 0,0 1,0-1,1 1,-1 0,0 0,-4 1,-3 0,1 1,0 0,-1 1,1 0,0 0,1 2,-1-1,1 1,0 1,-8 5,10-6,0 1,0 0,1 0,0 1,0 0,0 0,1 1,0 0,1 0,0 0,0 1,-1 3,-4 17</inkml:trace>
  <inkml:trace contextRef="#ctx0" brushRef="#br0" timeOffset="13411.946">7742 6245,'15'13,"18"8,20-1,18-4,12-3,9-6,-3-2,-12-4,-19 0</inkml:trace>
  <inkml:trace contextRef="#ctx0" brushRef="#br0" timeOffset="13661.281">7888 6511,'21'10,"22"2,20-1,18-4,10-3,-10-3</inkml:trace>
  <inkml:trace contextRef="#ctx0" brushRef="#br0" timeOffset="14274.182">8771 6391,'2'-17,"0"0,1 0,1 1,0-1,1 1,1 0,0 0,2 1,-1 0,2 0,0 0,1 1,2-2,9-6,-21 22,0-1,1 1,-1 0,0-1,0 1,1 0,-1-1,0 1,1 0,-1-1,1 1,-1 0,0 0,1 0,-1-1,1 1,-1 0,1 0,-1 0,0 0,1 0,-1 0,1 0,-1 0,1 0,-1 0,1 0,-1 0,0 0,1 0,-1 0,1 0,-1 1,0-1,1 0,-1 0,1 1,-1-1,0 0,1 0,-1 1,0-1,1 0,-1 1,0-1,0 0,1 1,-1-1,0 1,0-1,0 0,1 1,-1-1,0 1,0-1,0 1,0-1,0 0,0 1,0 0,-10 110,-5 31,5 86,10-225,0-1,1 1,-1-1,0 1,0 0,-1-1,1 1,0-1,-1 1,0-1,1 1,-1-1,0 1,0-1,-1 0,1 1,0-1,-1 0,1 0,-1 0,0 0,0 0,0 0,0-1,0 1,0-1,0 1,0-1,-1 0,1 0,0 0,-1 0,1 0,-1 0,1-1,-1 1,0-1,1 0,-1 0,-1 0,-8-7,34-1,364-20,-335 22</inkml:trace>
  <inkml:trace contextRef="#ctx0" brushRef="#br0" timeOffset="14638.738">9399 6311,'-5'3,"0"0,0 0,0 0,1 0,-1 1,1-1,0 1,0 0,0 1,1-1,0 1,-1-1,2 1,-1 0,0 0,1 0,0 1,0-1,1 0,-1 1,1-1,0 1,1 0,-1-1,1 1,0 0,1-1,-1 1,1-1,1 4,2 6,1 0,0-1,1 1,0-1,2 0,-1-1,2 0,0 0,0 0,1-1,0-1,1 0,1 0,0-1,0-1,9 5,-18-11,0-1,1 0,0-1,-1 1,1 0,0-1,0 0,0 0,0 0,0-1,0 1,0-1,0 0,0 0,1 0,-1-1,0 1,0-1,0 0,0 0,-1-1,1 1,0-1,0 0,-1 0,1 0,-1 0,0-1,1 1,-1-1,0 0,11-12,-1 0,-1-1,0 0,-1 0,-1-1,-1-1,0 0,-1 0,-1-1,-1 0,0 0,-2 0,0-1,-1 1,-1-1,-1-17,0 20,-2 0,0 0,-2 0,1 1,-2-1,0 0,-7-15,9 27,0-1,-1 1,1-1,-1 1,0 0,-1 0,1 0,-1 0,0 1,0-1,-1 1,1 0,-1 1,0-1,0 1,0 0,0 0,0 0,-1 1,0 0,1 0,-1 0,-6-1,5 3,0 0,-1 0,1 1,0 0,0 0,0 0,0 1,0 0,0 1,0-1,1 1,-1 1,1-1,0 1,0 0,0 0,-5 5,-79 94,46-38</inkml:trace>
  <inkml:trace contextRef="#ctx0" brushRef="#br0" timeOffset="11991.454">5188 6058,'5'16,"8"11,10 12,14 7,14 3,11 2,7-1,4-2,-5-2,-9-5,-12-4,-12-4,-12-6,-12-7,-8-7</inkml:trace>
  <inkml:trace contextRef="#ctx0" brushRef="#br0" timeOffset="12246.762">5683 6084,'-14'20,"-13"19,-9 16,-8 12,-3 6,0 5,3-3,7-4,10-10,9-15</inkml:trace>
  <inkml:trace contextRef="#ctx0" brushRef="#br0" timeOffset="12497.149">5963 6378,'-13'20,"-8"17,-4 10,3 9,4 2,5-1,10-4,10-10,3-12</inkml:trace>
  <inkml:trace contextRef="#ctx0" brushRef="#br0" timeOffset="18535.032">14532 5496,'16'0,"15"0,10 0,11 0,4 0,1 0,-6 0,-11 2,-12 1</inkml:trace>
  <inkml:trace contextRef="#ctx0" brushRef="#br0" timeOffset="18781.592">14626 5723,'19'7,"16"2,15 0,11-4,10-4,-7-1</inkml:trace>
  <inkml:trace contextRef="#ctx0" brushRef="#br0" timeOffset="16052.083">10830 5483,'23'2,"16"1,13-2,9-2,6-3,0-2,-4-1,-9 0,-13 3</inkml:trace>
  <inkml:trace contextRef="#ctx0" brushRef="#br0" timeOffset="16305.972">10776 5736,'18'0,"18"0,14 0,14-2,10-5,6-5,1-1,-14 1</inkml:trace>
  <inkml:trace contextRef="#ctx0" brushRef="#br0" timeOffset="16537.363">11405 5189,'-2'4,"1"0,0 0,0 1,0-1,0 0,1 1,-1-1,1 1,0-1,1 1,-1-1,1 1,0-1,0 0,0 1,0-1,1 0,0 0,0 0,0 0,0 0,1-1,-1 1,2 1,82 71,125 59,-206-131,0 0,0 0,-1 0,1 1,-1 0,-1 0,1 0,0 0,-1 1,0-1,-1 1,1-1,-1 1,0 0,-1 0,1 0,-1 1,0-1,-1 0,1 0,-1 0,0 1,-1-1,0 0,0 0,0 0,-1 1,1-1,-2-1,1 1,-2 4,-13 13,0 0,-2-1,0-1,-1-1,-2 0,1-2,-2 0,-1-2,0-1,-15 8,-39 23,10-8</inkml:trace>
  <inkml:trace contextRef="#ctx0" brushRef="#br0" timeOffset="17026.064">12394 5242,'2'16,"8"14,11 9,14 7,13 5,12 2,5 0,2-1,-4-2,-11-5,-14-5,-13-6,-11-8</inkml:trace>
  <inkml:trace contextRef="#ctx0" brushRef="#br0" timeOffset="17279.603">12755 5268,'-14'14,"-9"16,-4 16,-4 14,0 13,3 7,2 4,2-3,6-6,6-16</inkml:trace>
  <inkml:trace contextRef="#ctx0" brushRef="#br0" timeOffset="17499.066">13062 5843,'66'-214,"-65"209,6-16,-8 27,-10 40,2 0,2 0,3 1,1 0,3 35,0-72,1 0,0 0,0-1,1 1,1-1,-1 1,1-1,1 0,0 0,0 0,1-1,0 1,1-1,0 0,0-1,5 5,11 5</inkml:trace>
  <inkml:trace contextRef="#ctx0" brushRef="#br0" timeOffset="17731.957">13369 5296,'5'20,"10"16,17 14,13 7,12 2,6 1,0-1,-4-3,-9-7,-12-7,-10-9,-9-10</inkml:trace>
  <inkml:trace contextRef="#ctx0" brushRef="#br0" timeOffset="17948.377">13811 5309,'-21'7,"-13"8,-5 12,-4 14,2 15,3 10,6 8,6 6,7-3,7-6,10-12,10-14,4-13</inkml:trace>
  <inkml:trace contextRef="#ctx0" brushRef="#br0" timeOffset="18267.524">14038 5817,'-1'5,"-3"7,0-1,1 1,0 0,1 0,1 0,0 0,0 0,1 1,1 3,0-14,-1 0,1 1,0-1,0 0,0 1,0-1,0 0,0 0,1 0,-1 0,1 0,-1 0,1 0,0-1,0 1,0-1,0 1,0-1,0 0,0 1,0-1,0 0,1 0,-1-1,0 1,1 0,-1-1,1 0,-1 1,0-1,1 0,-1 0,1 0,-1-1,1 1,4-1,0 0,-1 0,1-1,-1 0,0 0,0 0,0-1,0 0,0 0,0 0,-1-1,5-3,-6 2,1 0,-1 0,0 0,0 0,-1-1,1 0,-1 0,-1 0,1 0,-1 0,0-1,0 1,-1 0,0-1,0 0,-1 1,1-1,-1 0,-1 1,0-3,1 5,0 0,-1 0,0 0,0 0,0 0,0 0,-1 0,0 1,1-1,-1 1,-1-1,1 1,0-1,-1 1,0 0,0 0,0 1,0-1,0 0,0 1,-1 0,1 0,-1 0,1 0,-1 0,0 1,0 0,0 0,0 0,0 0,0 0,0 1,0 0,-1 0,-1-1,1 2,0-1,0 1,-1 0,1 0,0 0,0 0,0 1,0 0,0 0,1 1,-1-1,1 1,-1 0,1 0,0 1,0-1,0 1,1 0,-1 0,1 0,0 0,0 0,0 1,1 0,-1 1,-1 13</inkml:trace>
  <inkml:trace contextRef="#ctx0" brushRef="#br1" timeOffset="38985.568">14011 4547,'-36'-9,"0"2,-1 1,0 2,0 1,0 2,-26 3,50 1,-1 1,0 1,1 0,0 0,0 1,1 1,-1 0,1 1,1 0,0 1,0 0,0 1,1 0,1 1,0 0,0 0,-1 4,-8 6,4-5,-12 11,1 1,1 1,2 1,1 1,1 1,1 1,2 0,2 1,-4 15,0 34,4 1,-3 71,7-50,4 0,5 1,4-1,5 1,5-1,17 64,-15-108,-9-29,1-1,2 1,2-1,1-1,1 0,1 0,1-1,2-1,1 0,5 4,-10-17,0 0,1-1,0 0,1-1,1 0,0-1,1-1,0-1,0 0,1-1,1 0,-1-2,1 0,1-1,-1-1,1-1,0 0,0-1,0-1,8-1,-10-5,-1-1,1-1,-1 0,0-1,-1 0,0-2,0 1,-1-2,0 0,-1-1,0 0,0-1,-1-1,-1 0,0 0,0-3,22-31,-2-2,-3-2,-2 0,-2-2,-2 0,-3-2,-2 0,8-50,-21 92,13-59,-3-1,-4 0,-2 0,-4-1,-3-22,-3-370,-51 109,53 352,0-1,0 1,0-1,-1 1,1-1,-1 1,0 0,-1-1,0 1,1 0,-2 0,1 0,-1 0,1 0,-1 0,0 1,-1-1,1 1,-1 0,0 0,0 1,0-1,-1 1,1 0,-3-1,-36-17,21 12</inkml:trace>
  <inkml:trace contextRef="#ctx0" brushRef="#br0" timeOffset="20609.292">16498 5041,'-20'22,"0"1,2 0,1 1,0 2,2-1,1 2,1 0,2 0,0 1,2 0,1 1,1 0,2 1,1-1,1 1,1 0,2 0,2 14,0-26,1-1,1 1,0 0,2-1,-1 0,2 0,1-1,0 0,1 0,0-1,1 0,5 5,-8-12,0 0,0 0,1-1,0 0,0 0,1-1,0 0,0-1,0 0,1 0,-1-1,1 0,0 0,1-1,-1-1,0 0,1 0,-1-1,1 0,0-1,5-1,-7 0,0-1,0 0,0 0,0-1,-1 0,1-1,-1 0,1 0,-1-1,-1 0,1 0,-1-1,0 0,0 0,0 0,-1-1,0 0,0-1,-1 1,0-1,0 0,-1-1,9-17,-1 0,-2 0,0-1,-2 0,-1-1,2-19,-3 8,-1-1,-1 0,-3-1,-2-13,1 37,-2 1,0-1,-1 1,-1 0,0 0,-1 0,-1 1,0 0,-1 0,-1 0,-8-12,12 21,-1 0,1 1,-1-1,0 1,-1 0,1 1,-1-1,0 1,0 1,0-1,0 1,-1 0,1 0,-1 1,0-1,0 2,0-1,0 1,0 0,0 0,0 1,-1 0,1 0,0 1,0 0,0 0,0 1,-3 1,-16 8,0 2,1 0,1 2,0 1,1 1,1 0,1 2,0 1,2 0,0 1,1 2,-67 74</inkml:trace>
  <inkml:trace contextRef="#ctx0" brushRef="#br0" timeOffset="19320.552">15348 5268,'9'21,"8"13,5 10,6 9,5 5,3 3,6 1,1-3,-1-8,-6-9,-7-11,-5-9,-8-10</inkml:trace>
  <inkml:trace contextRef="#ctx0" brushRef="#br0" timeOffset="19567.012">15616 5268,'-14'12,"-11"12,-6 12,-4 8,-2 9,2 3,5 3,4-3,7-6,5-7,4-11</inkml:trace>
  <inkml:trace contextRef="#ctx0" brushRef="#br0" timeOffset="19737.599">15294 5509,'-9'-2,"4"1,14 3,19 2,21 2,22 0,18-1,12-1,4-2,-15 0</inkml:trace>
  <inkml:trace contextRef="#ctx0" brushRef="#br1" timeOffset="37165.515">16378 4573,'-12'7,"0"-1,1 2,0 0,0 0,0 1,2 0,-1 1,1 0,0 0,1 1,0 0,1 1,0-1,-4 13,-21 43,3 1,2 2,4 0,3 2,-5 40,11-56,3 1,2 0,3 0,2 1,3 0,2 0,3-1,2 1,2-1,4 0,1-1,3-1,12 24,-11-40,3 0,1-1,1-2,3 0,0-1,3-2,0-1,2-1,2-1,23 17,-43-38,-1 0,1-1,0 0,1-1,0-1,0 0,1 0,-1-1,1-1,0 0,1-1,-1-1,0 0,1-1,-1-1,1 0,0-1,-1 0,0-1,1-1,-1 0,0-1,0 0,11-6,2-8,1-1,-2-1,-1-1,0-1,-2-2,-1 0,0-1,-2-1,-1-1,-2-1,0-1,-2 0,6-16,6-22,-2-2,-4 0,-2-2,-4 0,-3-1,-3 0,-3 0,-3-40,0 55,-4 0,-1 1,-3-1,-3 1,-2 0,-3 1,-2 0,-15-35,24 74,-1 0,-1 0,0 1,-1 0,0 0,-1 1,-1 0,0 1,-1 1,-1 0,0 0,0 1,-1 1,0 0,-1 1,0 0,-1 1,-3 0,-5 2,-1 2,0 0,0 2,0 1,0 0,0 2,0 1,0 1,1 1,-1 1,1 2,0 0,-18 8,-81 30</inkml:trace>
  <inkml:trace contextRef="#ctx0" brushRef="#br0" timeOffset="-15577.56">1 1285,'19'44,"3"0,1-2,2 0,1-2,10 8,-28-38,0-1,2 0,-1 0,1-1,0 0,0-1,1 0,0-1,1 0,-1-1,1 0,5 1,-10-4,0 0,-1-1,1 1,0-1,0-1,0 0,0 0,1 0,-1-1,-1 0,1 0,0-1,0 0,0 0,-1 0,1-1,-1 0,0 0,0-1,0 0,0 0,0 0,0-2,4-4,-1 0,-1-1,0 0,0-1,-1 0,0 0,-1-1,-1 1,0-1,-1-1,0 1,-1 0,0-1,-1 0,-1 0,0 0,-1 1,-1-10,-1 3,1 20,1 0,0 0,-1 0,1-1,-1 1,1 0,0 0,-1 0,1 0,-1 0,1 0,0 0,-1 0,1 0,-1 0,1 0,0 0,-1 0,1 0,-1 0,1 1,0-1,-1 0,1 0,0 0,-1 1,1-1,0 0,-1 0,1 1,0-1,-1 0,1 1,0-1,0 0,0 1,-1-1,1 0,0 1,0-1,0 0,0 1,0-1,-1 1,1-1,0 0,0 1,0-1,0 1,0-1,0 0,1 1,-1-1,0 1,0-1,0 0,0 1,0-1,1 1,-10 36,3 1,1 0,2 0,1 0,2 0,2 0,3 15,13 75,25 88,17 121,-56-293,-1-1,-3 1,-1-1,-2 0,-3 1,-8 33,10-55,-2 0,-1 0,0 0,-2-1,-1 0,0-1,-1 0,-1-1,-1 0,-1 0,-1-2,0 0,-3 2,15-16,-1 0,0 1,1-1,-1-1,0 1,-1 0,1-1,0 0,-1 0,1 0,-1-1,1 1,-1-1,0 0,0-1,0 1,1-1,-1 0,0 0,0 0,0-1,0 1,1-1,-1-1,0 1,1-1,-1 1,1-1,-1-1,-7-8,0 0,0-1,1-1,1 0,0-1,1 0,0 0,1-1,1 0,0 0,1-1,1 0,0 0,-1-9,-7-20,1 0,3-1,1 0,3 0,1 0,3-10,0 50,1 1,0-1,0 0,0 1,1-1,0 1,0-1,0 1,1-1,0 1,0 0,0 0,1 0,-1 0,1 0,0 0,1 1,-1-1,1 1,0 0,0 0,0 1,1-1,-1 1,1 0,1-1,15-2,0 1,1 1,-1 1,1 1,0 1,0 1,0 0,-1 2,12 2,-23-3,236 13,-208-16</inkml:trace>
  <inkml:trace contextRef="#ctx0" brushRef="#br0" timeOffset="-15228.823">870 2581,'-6'20,"1"1,1-1,1 1,1-1,0 1,2 0,0 0,2-1,0 1,1 0,1-1,4 12,-4-24,-1 0,1 0,0 0,1 0,-1-1,2 0,-1 0,1 0,0 0,0-1,1 0,0-1,0 1,0-1,1-1,-1 1,1-1,0-1,1 1,-1-1,0-1,1 0,0 0,-1 0,1-1,0-1,0 1,0-2,0 1,-1-1,1 0,0-1,-1 0,1 0,-1-1,1 0,2-2,-5 1,-1-1,1 0,-1 0,0 0,-1-1,1 1,-1-1,0 0,-1-1,1 1,-1-1,0 1,-1-1,0 0,0 0,0 0,-1 0,0 0,0 0,-1-1,0 1,0 0,-1 0,0 0,0-1,-1 1,1 0,-2 1,1-1,-1 0,0 0,0 1,-1 0,0 0,-1-1,-3-8,-2 1,1 0,-2 0,0 1,-1 1,0 0,-1 0,0 1,0 1,-2 1,1 0,-1 0,0 1,-1 1,0 1,0 0,-10-1,21 6,1 0,-1 1,1-1,-1 1,1 0,-1 1,1-1,-1 1,1 0,-1 0,1 0,0 1,-1 0,1 0,0 0,0 0,0 0,1 1,-1 0,0-1,1 1,0 1,-2 1,-1 3,0 0,1 1,0 0,0-1,1 1,0 1,1-1,0 1,0-1,0 6,-2 17,2 0,1 0,1 1,3 18,4 38</inkml:trace>
  <inkml:trace contextRef="#ctx0" brushRef="#br0" timeOffset="-13864.827">1432 1766,'-5'0,"1"0,8-2,10-1,12 0,11 1,10 0,6 1,3 0,2 1,-3 0,-4 3,-5 0,-7 2,-10 0</inkml:trace>
  <inkml:trace contextRef="#ctx0" brushRef="#br0" timeOffset="-13612.499">1471 2087,'23'0,"21"-4,19-5,15-2,7 1,4 1,-8 5,-14 10,-19 11,-18 2</inkml:trace>
  <inkml:trace contextRef="#ctx0" brushRef="#br0" timeOffset="51406.947">2581 1539,'20'20,"17"14,10 8,9 6,6 3,2 3,-1-1,-5-1,-4-2,-8-5,-9-6,-9-7,-9-6,-7-9</inkml:trace>
  <inkml:trace contextRef="#ctx0" brushRef="#br0" timeOffset="51672.326">3063 1512,'-16'2,"-10"4,-5 6,-1 10,-1 11,-1 11,1 13,-1 12,1 8,3 2,5-3,7-10,8-12,11-15,12-14,3-11</inkml:trace>
  <inkml:trace contextRef="#ctx0" brushRef="#br0" timeOffset="52094.433">3317 2154,'2'17,"1"0,1-1,1 1,0-1,1 0,1 0,0-1,6 9,-10-18,1-1,0 1,0-1,0 0,1 0,0 0,0-1,0 0,0 0,1 0,-1-1,1 1,0-1,0-1,0 1,1-1,-1 0,0-1,1 1,0-1,-1 0,1-1,2 0,-5 0,1 0,-1-1,1 1,-1-1,0 0,1 0,-1-1,0 1,0-1,0 0,0 0,0-1,0 1,0-1,-1 1,1-1,-1 0,0-1,0 1,0-1,0 1,-1-1,0 0,1 0,-1 0,-1 0,1 0,0-3,1-1,-1 0,0 0,-1 0,0-1,0 1,-1-1,0 1,0-1,-1 1,0 0,-1-1,0 1,0 0,0 0,-1 0,-2-3,1 0,-2 1,1-1,-1 2,-1-1,0 0,0 1,-1 1,0-1,-1 1,1 1,-2-1,1 1,-1 1,0 0,0 0,0 1,-1 1,0 0,0 0,-2 0,7 4,1 0,0 0,-1 0,1 1,0 0,-1 0,1 0,0 0,0 1,0 0,0 0,0 1,1-1,-1 1,1 0,-1 0,1 0,0 1,0 0,0 0,1 0,0 0,-1 0,1 1,-1 2,-2 4,0-1,0 2,1-1,1 1,0-1,1 1,0 0,0 1,2-1,-1 7,7 58,1-49</inkml:trace>
  <inkml:trace contextRef="#ctx0" brushRef="#br0" timeOffset="53816.326">2287 1218,'1'1,"0"0,0 1,0-1,0-1,1 1,-1 0,0 0,0 0,1-1,-1 1,1 0,-1-1,1 1,-1-1,1 0,-1 0,1 1,-1-1,1 0,-1 0,1 0,-1-1,1 1,-1 0,3 0,432 2,123 8,-479-2,-72-19,-9 1</inkml:trace>
  <inkml:trace contextRef="#ctx0" brushRef="#br0" timeOffset="59280.973">17166 4814,'39'-34,"-19"6,-2 0,0-1,-2-2,-2 1,0-2,-3 1,6-24,-9 34,22-75,-4-1,-5-1,-4-1,-4 0,-2-33,-9 71,-3 0,-2 1,-3 0,-2 0,-3 0,-4-5,-34-106,-60-139,87 258,-2 0,-2 2,-2 1,-2 1,-3 2,-1 1,-3 1,-1 3,-19-15,-115-92,-58-28,113 95,-3 5,-4 5,-64-23,-400-155,574 244,-509-194,-8 24,-7 23,-150-6,-652-112,-615-62,1041 217,-211 27,148 27,-350 29,1087 34,-168 25,-196 38,488-54,1 4,0 5,1 6,2 4,1 5,1 5,-39 24,148-64,-67 32,1 3,2 3,2 3,-5 7,38-21,3 1,0 2,2 0,1 2,1 1,-5 13,-41 55,25-50,35-44</inkml:trace>
  <inkml:trace contextRef="#ctx0" brushRef="#br0" timeOffset="60616.475">2701 429,'-10'51,"-53"279,21-191,42-139,0-1,0 1,0 0,0 0,0-1,0 1,0 0,0 0,0-1,0 1,0 0,0 0,0 0,0-1,-1 1,1 0,0 0,0-1,0 1,0 0,0 0,-1 0,1 0,0-1,0 1,0 0,0 0,-1 0,1 0,0 0,0-1,0 1,-1 0,1 0,0 0,0 0,-1 0,1 0,0 0,0 0,-1 0,1 0,0 0,0 0,-1 0,1 0,0-28,0 27,2-62,-12 91,9-27,1 0,-1 0,1 0,0 0,-1 0,1 0,0 0,-1 0,1 0,0 0,0 0,0 0,0 0,0 1,0-1,1 0,-1 0,0 0,0 0,1 0,-1 0,1 0,-1-1,1 1,-1 0,1 0,-1 0,1 0,0 0,0-1,-1 1,1 0,0-1,0 1,0 0,0-1,0 1,0-1,-1 0,1 1,0-1,0 0,1 1,0-1,87-42,-62 26,185-94,-209 108,-1 2,0 0,0 0,0-1,0 1,0-1,0 1,0-1,-1 0,1 0,0 0,-1 0,1 0,-1 0,1 0,-1-1,1 1,-1 0,0-1,1 0,-1 1,0-1,0 1,0-1,-1 0,1 0,0 0,-1 1,1-1,-1 0,1 0,-1 0,0 0,0 0,0 0,0 0,0 0,0 0,-1 0,1 1,0-1,-1 0,0 0,0 0,-13-16,-2 1,0 1,-1 0,0 1,-1 1,-1 1,-6-2,-89-56,106 71,8 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9:36.7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4072 659,'-2'4,"-1"2</inkml:trace>
  <inkml:trace contextRef="#ctx0" brushRef="#br0" timeOffset="-2018.076">409 899,'-4'8,"1"0,-1 0,2 1,-1-1,1 1,0-1,1 1,0 0,0 0,1-1,0 1,0 0,1 0,0-1,1 1,0 0,0-1,1 1,3 6,3 4,1 0,0 0,2-1,0 0,1-1,0-1,11 10,-14-15,0-2,0 0,1 0,0-1,1 0,0-1,11 5,-18-9,0-1,0 0,0-1,1 1,-1-1,0 0,1 0,-1-1,1 1,-1-1,1-1,-1 1,0-1,1 0,-1 0,0 0,1-1,-1 0,0 0,0 0,1-1,8-9,-1 1,0-2,-1 0,0-1,-1 0,0 0,-1-1,-1-1,-1 1,0-2,-1 1,2-7,33-84,-99 269,30-40,6 1,5 1,5 0,6 1,8 74,-2-153,1-23,-2 1,0 0,-1-1,-2 0,0 1,-1-1,-4 9,7-30,1 0,-1 0,1 0,-1 1,0-1,0 0,0 0,0 0,-1 0,1-1,0 1,-1 0,1 0,-1-1,1 1,-1-1,0 0,0 1,0-1,0 0,0 0,0 0,0 0,0 0,0-1,0 1,-1-1,1 1,0-1,0 0,-1 0,1 0,0 0,0 0,-1 0,1-1,0 1,0-1,0 0,0 1,0-1,-1 0,1 0,1 0,-1-1,0 1,0 0,-1-2,-11-11,0-1,1 0,1 0,0-2,1 1,1-2,0 1,-5-17,6 17,-72-157,79 170,1 3,0 0,0 0,1-1,-1 1,0 0,0-1,1 1,-1-1,1 1,0-1,-1 1,1 0,0-1,0 1,0-1,0 0,0 1,0-1,0 1,0-1,1 1,-1 0,1-1,-1 1,1-1,-1 1,1 0,0-1,0 1,-1 0,1 0,0-1,0 1,0 0,1 0,6-3,0 1,1 0,-1 0,1 1,0 0,-1 0,1 1,0 0,3 0,8-1,83-7,0 4,30 5,-129-1,0 0,1 1,-1 0,0-1,0 1,1 1,-1-1,0 1,0-1,0 1,1 1,-1-1,0 0,0 1,-1 0,1 0,0 0,-1 0,1 1,-1 0,1-1,-1 1,0 0,0 1,-1-1,1 0,-1 1,1-1,-1 1,0 0,0 2,9 74,-11-68,1 1,0 0,1-1,0 0,0 1,2-1,-1 0,2-1,-1 1,2-1,-1 1,2-2,-1 1,1-1,1 0,3 4,-7-11,-1 0,1 0,0 0,0 0,0 0,0-1,0 0,0 0,1 0,-1 0,1-1,-1 0,1 0,0 0,0 0,-1-1,1 1,0-1,0-1,-1 1,1-1,0 1,0-2,-1 1,1 0,-1-1,1 0,-1 0,0 0,0 0,0-1,0 0,0 1,0-2,-1 1,1 0,-1-1,0 1,0-1,0 0,-1 0,3-4,-1-2,0-1,0 1,-1-1,0 0,-1 0,-1 0,1-1,-2 1,1 0,-2 0,1-1,-2 1,0 0,0 0,0 0,-2 0,1 0,-1 1,-1 0,0-1,0 2,-1-1,-1 1,1 0,-1 0,-1 0,0 1,0 0,0 1,-7-5,10 9,0 1,-1-1,1 1,0 0,-1 0,0 1,1-1,-1 1,0 1,1-1,-1 1,0 0,0 0,0 0,1 1,-1 0,0 0,1 1,-1 0,1 0,-1 0,1 0,0 1,0 0,0 0,0 0,1 1,-1-1,1 1,0 0,0 1,0-1,1 0,-1 1,1 0,0 0,-2 5,2-4,-1 0,1 1,0-1,0 1,1 0,0-1,0 1,1 0,-1 0,2 0,-1 0,1 1,0-1,0 0,1 0,0 0,0 0,1 0,0 0,0-1,1 1,-1 0,2-1,-1 0,1 1,-1-2,2 1,-1 0,1-1,-1 0,2 0,-1 0,0 0,1-1,0 0,0 0,0-1,1 0,0 1,33 4</inkml:trace>
  <inkml:trace contextRef="#ctx0" brushRef="#br0" timeOffset="-1762.694">1438 1127,'5'16,"12"5,20-1,19-4,17-7,8-5,1-3,-10-2,-15 2,-16 0</inkml:trace>
  <inkml:trace contextRef="#ctx0" brushRef="#br0" timeOffset="-1478.443">1558 1514,'23'4,"19"3,15-1,15-2,8 0,5-2,-1 1,-6 0,-16 0</inkml:trace>
  <inkml:trace contextRef="#ctx0" brushRef="#br0" timeOffset="-1061.061">2388 1033,'4'16,"9"14,11 14,11 10,10 6,9 3,7 0,2 2,-1-3,-6-3,-8-7,-10-4,-11-6,-9-8,-6-7,-6-9</inkml:trace>
  <inkml:trace contextRef="#ctx0" brushRef="#br0" timeOffset="-799.863">2815 1020,'-16'4,"-12"9,-8 13,-4 16,-3 17,-3 16,-1 12,4 6,6 2,8-4,8-9,10-13,8-19</inkml:trace>
  <inkml:trace contextRef="#ctx0" brushRef="#br0" timeOffset="-508.643">2976 1808,'0'5,"-1"0,1 0,0 0,0 0,1 0,0 0,0-1,0 1,0 0,1 0,0-1,0 1,0-1,0 1,1-1,0 0,0 0,0 0,0 0,0-1,1 1,0-1,2 2,5-1,0 0,0 0,1-1,-1 0,1-1,0-1,0 0,0 0,0-1,-1-1,1 0,0-1,0 0,0 0,-1-1,0-1,1 0,-1-1,5-2,-10 4,1 1,-1-1,0 0,0-1,0 0,0 0,0 0,-1 0,0-1,0 0,0 0,0 0,-1-1,0 1,0-1,0 0,-1-1,0 1,0 0,-1-1,0 0,0 1,0-1,-1 0,0 0,0 0,-1 0,0 0,0 0,-1 0,0 0,0 0,0 0,-1 0,0 1,-3-7,2 8,0 0,0 1,-1-1,0 1,0 0,0 0,0 0,-1 1,1 0,-1-1,0 1,0 1,0-1,-1 1,1 0,0 0,-1 1,1-1,-1 1,0 0,1 1,-1 0,0-1,1 2,-1-1,0 1,0 0,1 0,-2 1,-6 1,0 0,1 1,-1 1,1 0,0 1,0 0,1 1,0 0,0 1,1 0,0 0,-2 3,5-3,0 0,1 0,-1 0,2 1,-1 0,1 0,1 0,-1 0,2 1,-1 0,1 0,1 1,-2 18</inkml:trace>
  <inkml:trace contextRef="#ctx0" brushRef="#br0" timeOffset="558.505">2414 766,'-7'4,"1"5,5-1,12 0,15-3,20-1,20-2,17-1,14-1,12 0,8 0,1 1,-18 2</inkml:trace>
  <inkml:trace contextRef="#ctx0" brushRef="#br0" timeOffset="2470.659">4099 578,'-34'488,"21"-233,3-96,-28 603,38-677,0 3,-4 0,-13 77,-21-37,36-123,-1 0,1-1,-1 1,0-1,0 0,-1 1,1-1,-1-1,0 1,0 0,0-1,0 0,0 0,-1 0,0-1,1 1,-1-1,0 0,0-1,0 1,-1-1,1 0,-3 0,-113-19,81 8,-221-36,-3 12,-67 7,249 21,-1235-86,175 11,889 65,245 15,7 2,1-1,-1 0,0 1,0-1,1 0,-1 0,0 0,1 1,-1-1,0 0,0 0,1 0,-1 0,0 0,1 0,-1-1,0 1,0 0,1 0,-1 0,0-1,1 1,-1 0,0-1,1 1,-1 0,1-1,-1 1,0-1,1 1,-1-1,1 1,0-1,-1 0,1 1,-1-1,1 1,0-1,-1 0,1 1,0-1,0 0,0 0,-1 1,1-1,0 0,0 0,0 1,0-1,0 0,0 0,3-7,0-1,-1 0,0 0,0 0,-1 0,-1-1,1 1,-2 0,1 0,-2-6,1-9,1 11,-10-796,46-224,-10 617,-27 411,1 1,0-1,1 0,-1 0,1 1,0-1,0 1,0-1,1 1,-1-1,1 1,0 0,0 0,1 0,-1 0,1 0,0 0,0 1,0-1,1 1,-1 0,1 0,0 0,0 1,0-1,0 1,0 0,0 0,1 0,-1 1,1-1,0 1,23-2,0 1,0 1,0 1,0 2,19 3,-11-1,703 56,781-60,-892-11,-418 11,62 14,-143 8,72-20,-190-1,-8-1,0-1,0 1,0-1,0 1,0 0,0 0,0 0,0 1,0-1,0 1,-1 0,1-1,0 1,0 1,0-1,-1 0,1 1,-1-1,1 1,-1 0,0-1,1 1,-1 0,0 1,0-1,0 0,-1 1,1-1,-1 1,1-1,-1 1,0 0,0-1,0 1,0 0,0 0,-1 0,1 2,-19 168,14-102,4 1,2 0,8 33,4 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2:31.3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11,'0'-4,"0"-2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3:39.6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139 8,'-7'2,"1"0,-1 0,1 1,0 0,-1 0,1 0,1 1,-1 0,0 0,1 0,0 1,0 0,0 0,1 0,-1 0,1 1,1 0,-1 0,1 0,0 0,0 0,1 1,-1-1,2 1,-2 4,-2 6,1 1,0-1,2 1,0 0,0-1,2 1,0 0,2 0,-1-1,2 1,1-1,0 1,1-1,0 0,2-1,0 1,1-1,0-1,11 14,-16-25,0 1,1-1,-1 0,1 0,0-1,0 1,0-1,1 0,-1 0,1-1,0 1,0-1,0 0,0 0,0 0,0-1,0 0,1 0,-1 0,0-1,1 0,-1 0,0 0,1 0,-1-1,0 0,1 0,-1-1,0 1,0-1,0 0,0-1,0 1,-1-1,1 0,3-3,5-8,-1-1,0 0,-1-1,-1 0,0-1,-1 0,-1 0,-1-1,0 0,-2-1,0 1,0-1,0-18,-2 29,-1-1,0 1,0-1,-1 0,0 0,-1 0,0 0,0 0,-1 0,0 1,0-1,-1 0,-1 0,1 1,-1 0,-1-1,1 1,-1 0,-1 0,0 1,0 0,0-1,-1 2,0-1,-1 1,1 1,-1-1,0 2,0-1,0 1,-1 0,0 1,0-1,1 2,-2-1,1 1,0 0,0 1,-1 0,1 0,-1 1,1 0,-1 0,1 1,-1 0,1 1,0 0,0 0,0 0,0 1,0 1,0-1,-2 3,2 1,0 1,1 0,0 0,0 0,1 1,0 0,0 1,1-1,1 1,-1 0,2 1,-1-1,1 0,1 1,0 0,0 0,1 0,1-1,0 1,0 0,1 0,0 0,1 0,0-1,1 1,0-1,2 4,12 17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3:42.4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0 507,'62'-115,"59"-82,-32 56,-54 89,-34 52,0 0,-1-1,1 1,0 0,-1 0,1 0,0 0,-1 0,1 0,0 0,-1 0,1 0,0 0,-1 0,1 0,-1 1,1-1,0 0,-1 0,1 1,-1-1,1 0,0 1,-1-1,1 1,-1-1,1 0,-1 1,0-1,1 1,-1 0,1-1,-1 1,0-1,0 1,1-1,-1 1,0 0,0-1,0 1,1 0,-1-1,0 1,0 0,0-1,0 1,0 0,0-1,-1 1,1 0,0-1,0 1,0 0,-1-1,1 1,0-1,0 1,-1-1,1 1,-1 0,1 0,-4 315,3 29,2-344,-1 0,0 0,0 1,0-1,0 0,0 1,0-1,0 0,-1 1,1-1,0 0,-1 0,1 1,-1-1,1 0,-1 0,0 0,1 0,-1 0,0 0,0 0,0 0,0 0,0 0,0 0,0 0,0-1,0 1,0 0,0-1,-1 1,1-1,0 1,-1-1,21-9,34 4,-1 2,1 2,13 3,55 14,-121-15,-6-1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3:40.5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1 387,'83'-209,"-4"41,-79 167,0 1,0 0,0-1,0 1,0-1,0 1,0 0,0-1,1 1,-1-1,0 1,0 0,0-1,1 1,-1 0,0-1,1 1,-1 0,0 0,0-1,1 1,-1 0,0 0,1-1,-1 1,1 0,-1 0,0 0,1 0,-1 0,1 0,-1 0,0-1,1 1,-1 0,1 0,-1 1,1-1,-1 0,0 0,1 0,-1 0,1 0,-1 0,0 0,1 1,-1-1,0 0,1 0,-1 1,0-1,1 0,-1 0,0 1,1-1,-1 0,0 1,0-1,0 0,1 1,-1-1,0 0,0 1,0-1,0 1,0-1,1 0,-1 1,0-1,0 1,7 33,-7-31,6 73,-3 0,-4 0,-10 74,7-95,-4 95,13-129,-1-22</inkml:trace>
  <inkml:trace contextRef="#ctx0" brushRef="#br0" timeOffset="4542.759">28 600,'0'3,"2"2,4 1,2-1,2-1,3-1,2-1,4 1,3 0,3 0,0-4,2-2,-4-2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3:41.3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1 407,'16'-40,"168"-275,-178 305,30-31,-35 41,1 1,-1 0,0-1,0 1,0 0,0 0,0-1,0 1,0 0,0 0,0 0,0 0,-1 1,1-1,0 0,-1 0,1 0,-1 1,1-1,-1 0,0 0,1 1,-1-1,0 0,0 1,0-1,0 0,0 2,0-2,5 54,-2 1,-2-1,-3 0,-7 37,7-68,-13 188,15-210,-1 1,0 0,1 1,0-1,-1 1,2-1,-1 0,0 1,1-1,-1 1,1-1,0 0,0 1,0-1,0 0,1 0,0 0,-1 0,1 0,0 0,0-1,0 1,1 0,0 0,7-1</inkml:trace>
  <inkml:trace contextRef="#ctx0" brushRef="#br0" timeOffset="2735.335">121 648,'0'2,"0"4,2 0,3-1,6-1,5-1,4-2,6 0,3-1,1 0,-3 2,-2 1,-5 2,-5 2,-7 1,-5-2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46.9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0 493,'1'-8,"1"-1,0 1,0 0,0 0,1 0,0 0,1 1,0-1,0 1,1-1,6-12,17-31,-3-1,-2-1,-2-1,-2-1,-3-1,-1-8,-16 167,14 386,-13-480,-1-6,1 0,-1-1,1 1,0-1,-1 1,1 0,1-1,-1 1,0 0,1-1,-1 1,1 0,0-1,0 1,0-1,0 1,0-1,1 0,-1 0,1 1,-1-1,1 0,0 0,0 0,0-1,0 1,2 1,6-1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47.9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161 172,'-7'0,"1"-1,0 2,-1-1,1 1,0-1,-1 2,1-1,0 1,0 0,0 0,0 1,0-1,1 1,-1 1,1-1,0 1,0 0,0 0,0 0,1 1,0 0,-1-1,2 2,-1-1,1 0,0 1,0 0,0-1,1 1,0 0,0 0,0 1,1-1,0 3,0 2,1 1,0 0,1 0,0-1,1 1,1-1,0 1,0-1,1 0,0 0,1-1,0 1,1-1,0 0,1 0,0-1,0 0,1 0,0-1,1 0,0 0,0-1,0 0,1-1,0 0,1 0,-1-1,1 0,0-1,0-1,0 1,1-2,-1 0,1 0,-1-1,1 0,0-1,0 0,1-1,-3-1,-1-1,0 1,1-2,-2 1,1-1,0 0,-1-1,1 0,-1-1,-1 1,1-1,-1-1,0 0,0 0,-1 0,0 0,0-1,-1 0,0-1,-1 1,1-1,2-8,-1 0,0 0,-1-1,-1 1,0-1,-1 0,-2 0,1-1,-2 1,0 0,-2 0,-2-15,3 23,0 0,0 0,-1 1,-1-1,1 1,-2-1,1 1,-1 0,-1 0,1 0,-2 1,1-1,-1 1,0 1,-1-1,0 1,0 0,0 1,-1-1,0 1,-1 1,1 0,-1 0,0 1,0 0,0 0,0 1,-1 0,0 1,-5-1,3 3,1 2,-1-1,1 1,0 1,-1 0,1 1,1 0,-1 0,1 1,-1 1,2 0,-1 0,0 1,1 0,1 0,-1 1,1 0,0 1,-5 8,7-9,-1 0,2 0,-1 1,1-1,1 1,0 1,0-1,0 0,1 1,1 0,0 0,0 0,1 0,0 0,1 0,0 0,0 0,1 0,0 0,1 0,0 0,4 7,22 33,6-9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48.4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129 226,'-7'6,"0"1,0-1,1 1,0 0,0 1,1-1,0 1,0 0,1 1,0-1,0 1,1 0,0-1,1 1,0 1,0-1,1 0,0 0,1 1,0-1,0 0,1 1,1-1,-1 0,1 0,1 0,-1 0,2 0,-1-1,1 1,1-1,2 4,-1-3,1 0,1-1,0 0,0-1,1 1,-1-2,2 1,-1-1,1 0,-1-1,2 0,-1-1,0 0,1-1,0 0,0 0,0-1,0-1,0 0,0 0,0-1,0-1,1 0,-1 0,0-1,0 0,-1-1,1-1,0 1,-1-2,0 1,0-1,0-1,-1 0,0 0,0-1,5-5,-5 1,0 0,-1-1,0 0,-1 0,0-1,-1 0,-1 0,0-1,-1 1,0-1,-1 0,0 0,-2 0,1 0,-2-1,0 1,0 0,-2-1,1 1,-2 0,0 0,-1 0,0 1,-5-10,5 11,-1 0,0 0,-1 1,-1 0,1 0,-2 0,0 1,0 0,-1 1,0-1,0 2,-1-1,0 1,-1 1,0 0,0 1,0 0,-1 0,0 1,0 1,0 0,0 0,-1 1,0 1,0 0,1 1,-6 1,6 0,0 2,1 0,-1 0,0 1,1 0,0 1,0 1,0-1,0 2,1 0,0 0,0 0,0 1,1 1,0 0,-1 1,5-4,-1 1,1 0,0 0,1 0,-1 0,1 1,1 0,-1 0,1 0,0 0,1 0,-1 1,1-1,1 1,0-1,0 1,0 0,1-1,0 1,0 0,1-1,0 1,1 0,0-1,0 2,2-1,-1 0,1-1,0 1,1-1,0 0,0 0,1-1,0 0,0 0,0 0,1 0,2 1,38 25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49.0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101 189,'-4'12,"0"0,1 1,1-1,0 0,0 1,1-1,1 1,0-1,1 1,0-1,1 1,1-1,-1 0,2 1,0-2,0 1,1 0,1-1,0 0,0 0,1-1,1 1,4 4,-5-8,1 1,0-1,0 0,1 0,0-1,0 0,1-1,-1 0,1-1,0 0,0 0,1-1,-1 0,1-1,-1 0,1-1,0 0,0-1,0 0,-1 0,1-1,0-1,0 0,-1 0,1-1,-1 0,0-1,0-1,0 1,-1-1,1-1,-1 0,-1 0,1-1,-1 0,0 0,0-1,0-1,-2 0,0 0,-1 0,0 0,-1-1,0 0,0 0,-1 0,0 0,-1 0,0-1,-1 1,0-1,-1 1,0-1,0 1,-2-10,-1 2,0 0,-1 0,-1 0,-1 1,0-1,-1 2,-1-1,-1 1,-3-4,7 11,0 1,0 0,-1 0,0 0,-1 1,0 0,0 0,0 1,-1 0,0 0,0 1,-1 0,1 0,-1 1,0 0,0 1,0 0,-1 0,1 1,-1 0,0 1,1 0,-1 0,0 1,0 0,1 1,-1 0,0 1,1 0,-1 0,-4 3,-2 2,0 2,1-1,0 2,1 0,0 0,1 2,0 0,1 0,0 1,1 0,0 1,1 1,1-1,0 1,1 1,0 0,2 0,0 1,1-1,0 1,0 8,1 7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59.1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1 554,'100'-301,"-24"67,-69 215,-6 59,-9 31,-4 32,3 1,5 0,9 88,3-130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59.9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111 230,'-9'5,"1"1,1 0,-1 0,1 0,0 1,0 0,1 0,0 1,0 0,1 0,0 0,0 0,1 1,0 0,0 0,1 0,1 1,-1-1,2 0,-1 1,1 0,1-1,-1 1,2 0,-1-1,1 1,1 0,0-1,0 0,1 1,0-1,1 0,-1 0,2-1,-1 1,2-1,-1 0,2 1,2-1,1 0,0-1,1 0,0-1,0 0,0 0,1-1,0-1,0 0,0-1,0 0,0-1,1 0,-1-1,1 0,0-1,-1-1,1 0,-1 0,1-1,-1-1,0 0,0-1,0 0,0-1,-1 0,0-1,0 0,0-1,0 1,-2-1,1-1,-1 1,0-1,0-1,-1 0,-1 0,1-1,-1 1,-1-2,0 1,0-1,-1 0,-1 0,1 0,-2-1,0 1,0-1,-1 0,0 0,-1 0,-1 0,0 0,0 0,-1 0,-1 0,0 0,-1 1,0-1,0 0,-1 1,-3-5,-2-2,-1 1,0 0,-1 1,-1 0,0 0,-2 1,1 1,-2 0,0 1,0 1,-2 0,1 1,-1 1,-17-8,28 16,0 0,1 0,-1 0,0 1,0 0,1 0,-1 0,0 1,0 0,0 0,0 0,0 1,0 0,0 0,1 1,-1-1,0 1,1 0,-1 1,1 0,0-1,0 2,0-1,0 0,0 1,1 0,0 0,0 1,0-1,0 1,0 1,-4 7,1 0,0 1,1-1,1 2,0-1,1 1,1-1,0 1,1 0,0 0,1 1,1-1,0 0,2 0,-1 0,2 0,0 0,12 52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0.7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149 228,'-10'7,"0"1,1 1,0-1,1 1,0 1,0-1,1 2,0-1,1 1,0 0,1 0,0 0,0 1,2 0,-1 0,2 0,-1 0,1 1,1-4,0-1,1 1,0-1,0 0,0 1,1-1,0 0,1 1,0-1,1 0,-1 0,1 0,1-1,-1 1,1-1,1 0,-1 0,1 0,1 0,-1-1,1 0,0 0,1-1,-1 1,1-1,5 2,-3-1,1-1,-1-1,1 0,0 0,0-1,1 0,-1-1,1 0,-1 0,1-1,0-1,-1 0,1 0,0-1,-1-1,1 0,-1 0,0-1,1 0,-1 0,-1-1,1-1,0 0,-1 0,0-1,0 0,-1-1,3-2,2-7,-1 0,-1 0,0-1,-2-1,0 0,0 0,-2-1,0 1,-2-2,0 1,-1-1,0 1,-2-1,-1 0,0 0,-1 0,-1 0,-2 0,1 0,-3-3,3 12,0 1,-1 0,0 0,0 1,-1-1,-1 1,1 0,-1 0,-1 0,0 0,0 1,-1 0,0 1,0-1,-1 1,0 1,0-1,0 1,-1 1,0 0,0 0,-1 0,1 1,-1 1,0 0,0 0,0 1,0 0,-6 0,2 3,1 0,-1 1,1 0,0 1,0 1,0 0,1 1,-1 0,1 1,0 0,1 1,-1 0,2 1,-1 1,1-1,0 1,0 1,1 0,1 0,0 1,0 0,1 1,0-1,1 1,1 1,0-1,0 1,1 0,1 0,0 0,1 0,0 1,1-1,1 0,0 8,1-10,0 0,0 1,1-1,0 0,1 0,1 0,-1-1,2 1,3 6,19 29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1.6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1 394,'149'-274,"-110"170,-32 89,0 43,-14 192,2-132,3 1,5-1,5 24,1-57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2.7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0 554,'3'-37,"1"0,1 0,3 0,10-31,5-28,-11 42,-3 1,-2-2,-2-12,-10 55,-4 32,0 22,2 0,3 1,1-1,2 1,1-1,5 23,14 101,-6-96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3.3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176 168,'-7'0,"0"-1,0 1,0 0,1 1,-1 0,0 0,0 0,0 1,1 0,-1 0,1 1,-1-1,1 2,0-1,0 1,0-1,1 2,-1-1,1 1,0-1,1 1,-1 1,1-1,0 1,-2 2,3 0,-1 1,1 0,1 0,0 0,0 0,0 0,1 1,1-1,0 0,0 1,1-1,0 0,0 0,1 1,0-1,1 0,0-1,0 1,1 0,0-1,1 0,0 0,0 0,0-1,1 1,0-1,1-1,0 1,3 1,-1 1,2 0,-1-1,1-1,0 0,0 0,1-1,0 0,0-1,1-1,-1 0,1-1,0 0,0 0,0-2,0 0,0 0,0-1,0-1,1 0,10-2,-14-1,1 1,-1-2,0 1,0-1,-1-1,1 0,-1 0,-1-1,1 0,-1 0,0-1,-1 0,0 0,0-1,-1 0,0 0,0-1,0-2,2-4,-1 0,0-1,-1 0,-1 0,-1 0,0 0,-1-1,-1 1,-1-1,-1 0,0 0,0 8,-1-1,0 1,0-1,-1 1,-1 0,1-1,-2 1,1 1,-2-1,1 0,-1 1,-1 0,1 0,-2 1,1-1,-1 1,0 1,-1-1,0 1,0 1,0-1,-1 1,0 1,0 0,-1 0,1 1,-1 0,0 0,-10-1,7 4,-1 0,1 1,0 0,0 1,-1 1,1 0,0 1,0 1,1-1,-1 2,1 0,0 0,0 2,0-1,1 1,0 1,1 0,-1 0,2 1,-1 1,-1 2,8-8,-1 0,1 0,0 1,0-1,1 1,-1 0,1 0,0 0,1 0,-1 0,1 1,0-1,0 0,1 1,-1-1,1 0,0 1,1-1,-1 0,1 1,0-1,1 0,-1 1,1-1,1 1,17 33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3.9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0 534,'9'-50,"3"1,1 0,20-46,-6 16,35-112,-53 171,-9 20,0 0,0 0,-1 0,1 1,0-1,0 0,0 0,0 1,-1-1,1 0,0 1,0-1,0 0,0 0,0 1,0-1,0 0,0 1,0-1,0 0,0 0,0 1,0-1,0 0,0 1,0-1,0 0,0 0,1 1,-1-1,0 0,0 1,0-1,0 0,1 0,-1 0,0 1,0-1,0 0,1 0,-1 0,0 1,0-1,1 0,-1 0,0 0,1 0,-1 0,0 0,0 0,1 1,-1-1,0 0,1 0,-1 0,0 0,0 0,1 0,-1-1,0 1,-44 210,31-150,2 0,3 0,3 1,2 54,7-67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4.4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85 300,'-11'12,"1"1,0 1,0 0,2 0,0 1,0 0,-1 4,7-13,0-1,1 1,-1-1,1 1,0 0,0 0,1 0,-1 0,2-1,-1 1,0 0,1 0,0 0,1-1,-1 1,1 0,0-1,0 1,1-1,0 0,0 0,0 0,6 5,1-1,1-1,0 0,0 0,0-1,1-1,0 0,0 0,0-1,1-1,0 0,0-1,0 0,0-1,0 0,1-1,-1-1,0 0,1-1,-1 0,0-1,9-3,-6 3,0-2,0 0,-1-1,1-1,-1 0,0-1,-1 0,0-2,0 1,0-2,-1 0,-1 0,0-1,0-1,-1 0,-1 0,0-1,0-1,-2 0,1 0,-2 0,0-1,-1 0,0-1,-1 1,-1-1,0 0,-2 0,1 0,-2-1,0 1,-2-9,1 14,-2 0,0 0,0 0,-1 1,0-1,-1 1,0 0,0 0,-1 0,-1 0,1 1,-2 0,1 0,-1 1,-1 0,1 0,-1 0,-1 1,1 0,-1 1,0 0,-1 0,0 1,1 1,-2-1,1 2,0-1,-3 1,-1-1,1 2,0 0,0 1,-1 0,1 1,-1 0,1 1,-1 1,1 0,0 1,0 0,0 1,1 1,-1 0,1 0,0 1,0 1,1 0,0 1,0 0,0 0,1 1,1 1,0-1,0 2,1-1,0 1,0 0,2 1,-1 0,-3 11,1 1,1 1,1-1,1 1,1 1,1 0,-3 41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5.5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1 572,'-1'-19,"1"0,1 0,0 0,1-1,2 1,0 1,0-1,2 1,4-9,-1-2,20-69,-3-2,-1-25,-20 102,-18 212,4-88,5 0,7 70,2-119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6.6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172 308,'-6'-1,"1"1,-1-1,0 1,1 0,-1 0,1 1,-1-1,0 1,1 1,-1-1,1 1,0 0,0 0,0 0,0 1,0 0,0 0,0 0,1 0,-1 1,1 0,0 0,1 0,-1 0,1 1,-1-1,1 1,-1 4,-1-2,1 0,0 0,1 1,0 0,0 0,0-1,1 2,1-1,-1 0,1 0,0 1,1-1,0 0,1 1,-1-1,2 0,-1 0,1 0,0 0,1 0,0 0,0 0,0-1,1 1,0-1,1 0,0 0,0-1,0 1,1-1,1 1,5 1,0-1,0 0,1-1,-1 0,2-1,-1-1,0 0,1 0,0-1,0-1,0-1,0 0,0 0,0-1,0-1,0-1,0 0,0-1,-1 0,1-1,-1 0,0-1,0-1,0 0,-1-1,0 0,0-1,0 0,-1-1,-1 0,0-1,0 0,0-1,-2 1,1-2,-1 1,-1-2,0 1,0-3,-1-3,-1 0,-1 0,-1-1,0 1,-2-1,0 1,-1-1,0 0,-2 1,0-1,-2 1,0 0,0 0,-2 0,0 0,-1 1,-1 0,-1 0,0 1,-1 0,-1 1,0 0,-1 1,-12-12,19 21,-1 1,1-1,0 1,-1 0,0 1,0 0,0-1,-1 2,1-1,-1 1,1 0,-1 0,0 1,0 0,1 0,-1 0,0 1,0 0,0 1,0-1,0 1,0 1,1-1,-1 1,1 1,-1-1,1 1,0 0,-1 0,-4 4,0 0,1 1,0 0,0 1,1 0,0 1,0 0,1 0,1 1,-1 0,2 0,0 0,0 1,1 0,0 0,1 1,1-1,0 1,0 0,1 0,1 0,0 0,1 0,1 0,0 0,0 0,1 0,3 10,15 29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7.1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0 535,'8'-38,"1"0,1 1,2 0,15-30,16-47,-2-78,-40 181,-1 17,-3 22,-7 100,6 0,6 16,13-33,-4-72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7.6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1 470,'-1'-29,"2"-1,1 1,1 0,2 0,1 1,1-1,1 1,2 1,0-1,3 0,29-93,-37 86,-13 42,-4 16,1 0,0 1,2 0,1 1,0 0,0 10,-1-5,1-1,2 2,1-1,1 0,2 1,0 0,3 0,0 0,2-1,1 1,2-1,1 0,9 25,3-17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9.2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0 473,'35'-88,"-4"-3,-5 0,15-91,-39 162,-5 28,-8 36,-7 47,4 1,4 1,2 52,9-80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9.8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81 515,'-16'-61,"3"0,3-1,2 0,0-62,11-13,2 129,-3 27,-28 267,17-82,8-154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0.5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13 124,'0'2,"-5"29,1 1,1-1,2 1,2-1,1 1,1-1,1 1,2-1,2 2,-6-26,0-1,1 0,0 0,0-1,0 1,1-1,0 1,0-1,0 0,0 0,1-1,0 0,0 1,0-1,1-1,-1 1,1-1,0 0,0-1,0 1,0-1,0 0,0-1,1 1,-1-1,1 0,-1-1,1 0,-1 0,1 0,5-2,4-2,1-2,-1 0,0-1,0-1,-1 0,0-1,-1 0,0-2,0 1,-1-2,0 0,-1 0,-1-1,0-1,-1 0,3-4,-6 10,-1-1,0 1,-1-1,0 0,0 0,-1 0,0-1,-1 1,0-1,0 0,-1 0,0 0,-1-1,0 1,-1 0,0 0,0-1,-1 1,-1 0,0 0,0 0,-1 0,0 0,0 0,-1 1,-1 0,0 0,0 0,0 0,-1 1,-1 0,1 0,-4-3,2 5,-1 0,1 1,-1 0,0 0,-1 1,1 0,-1 1,1-1,-1 2,0 0,0 0,0 1,0 0,-1 0,1 1,0 1,0 0,0 0,0 1,0 0,0 1,0 0,1 0,-1 1,1 1,0-1,0 1,1 1,-1 0,1 0,0 1,1 0,0 0,0 0,0 1,1 0,0 1,1-1,0 1,0 0,1 0,0 1,1-1,-1 1,2 0,-1 4,1-1,2 0,-1-1,2 1,-1 0,2 0,0-1,0 1,1-1,1 0,0 0,0 0,1 0,1 0,6 8,21 32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0.9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210 267,'-5'14,"1"0,0 0,1 1,1-1,0 1,1 0,1 0,0-1,1 1,0 0,1-1,1 1,3 7,-4-14,0 0,1-1,0 1,1-1,0 0,0 0,0 0,1-1,0 1,0-1,1 0,-1-1,1 1,0-1,1 0,0-1,-1 0,1 0,1 0,-1-1,0 0,1 0,0-1,0 0,3 1,-4-3,1 1,0-1,-1 0,1 0,0-1,-1 0,1-1,-1 0,1 0,-1 0,0-1,0 0,0-1,0 1,-1-1,1 0,-1-1,0 0,-1 0,2-1,6-7,0 0,-2-1,1-1,-2 1,0-2,0 1,-2-2,0 1,-1 0,0-1,-2 0,0 0,0 0,-2-1,0 1,-1-1,-1 1,-1-1,0 0,-3-16,2 24,-1 0,0 0,-1 1,0-1,0 1,-1 0,0 0,-1 0,0 0,0 1,-1-1,0 2,0-1,-1 1,0-1,-1 2,1-1,-1 1,0 1,-1-1,-6-2,3 3,1 0,-1 1,0 0,1 2,-1-1,-1 1,1 1,0 0,0 1,-1 0,1 0,0 2,0 0,0 0,0 1,0 0,0 1,1 0,-1 1,1 1,1 0,-3 1,-7 6,0 0,1 2,0 0,1 1,1 1,0 1,2 0,0 1,1 1,-10 17,-9 26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1.8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0 498,'3'-42,"1"0,2 1,2-1,3-3,15-86,-15-23,-17 168,-7 72,3 1,4 0,4 0,5 15,2-43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2.3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1 461,'5'-69,"4"0,3 1,2 0,4 1,16-36,-29 87,-21 77,4 1,2 0,-1 62,6-75,3 0,2 0,3 0,1 0,3 6,4-5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3.0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181 103,'-5'-2,"-1"1,0 0,0 1,0-1,0 1,-1 0,1 1,0 0,0 0,1 0,-1 0,0 1,0 0,1 0,-1 1,1 0,-1 0,1 0,0 0,1 1,-1 0,0 0,1 0,0 0,0 1,0 0,1-1,-1 2,-1 7,0 1,0 0,1 0,1 0,0 0,1 1,1-1,0 1,1 0,1-1,0 1,1-1,0 1,1-1,1 0,0 0,1 0,1 0,0-1,0 0,2 0,-1-1,2 0,0 0,0-1,1 0,0-1,1 0,0 0,0-1,1-1,9 5,-15-9,1 0,0-1,1 1,-1-2,0 1,1-1,0 0,-1 0,1-1,0 0,0 0,0-1,0 0,0-1,0 0,0 0,-1 0,1-1,0 0,-1-1,1 0,-1 0,0 0,0-1,0 0,-1 0,6-5,3-7,-1 0,-1 0,-1-1,0-1,-1 0,-1 0,-1-1,-1-1,0 1,-2-1,0-1,-1 1,-1-1,-1 0,-1 0,-1 0,0 0,-2 0,-1-6,1 14,0-1,0 1,-2-1,0 1,0 0,-1 0,-1 0,-3-5,6 14,0-1,0 2,0-1,-1 0,0 0,0 1,0-1,0 1,0 0,-1 0,1 0,-1 1,0-1,0 1,0 0,0 0,0 0,-1 0,1 1,0 0,-1 0,1 0,-1 0,1 1,-1 0,-4 0,-5 2,0 2,0 0,0 0,1 2,-1-1,1 2,1 0,-1 0,1 1,0 1,1 0,0 0,0 1,1 1,1 0,0 0,-5 7,6-8,1 0,-1 0,2 1,-1-1,2 2,-1-1,2 1,-1-1,2 1,-1 0,2 1,-1-1,2 0,0 1,0-1,1 1,1-1,0 1,0-1,2 1,1 7,18 32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3.5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4 431,'-1'-82,"-1"22,3-1,2 1,11-57,1 66,-10 53,-7 65,-10 50,3-36,2 1,5-1,6 59,3-91,1-11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4.8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1 484,'48'-170,"-24"89,-3 0,6-51,-24 112,-16 360,12-118,4-167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5.3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1 526,'2'-27,"2"1,1 0,1 0,1 0,1 1,2 0,0 1,8-14,12-30,44-146,-95 287,3 1,3 1,4 1,-2 74,15-91,2-10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6.8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272 57,'-10'-1,"-1"1,1 1,-1-1,1 2,-1-1,1 1,0 1,0 0,0 0,0 1,0 1,1-1,0 2,0-1,0 1,1 0,-6 6,5-3,0 1,0 0,1 1,0-1,1 2,0-1,1 1,1 0,-1 0,2 1,-1 3,3-9,0 0,1 0,0 0,0 0,0 0,1 0,0 0,1 0,0-1,0 1,0 0,1 0,0 0,0-1,1 1,0-1,0 1,0-1,1 0,0-1,0 1,1 1,7 3,0-1,0 0,1 0,0-1,0-1,1 0,0-1,0 0,1-1,-1-1,1 0,0-1,0-1,1 0,-1-1,2-1,32 3</inkml:trace>
  <inkml:trace contextRef="#ctx0" brushRef="#br0" timeOffset="310.241">285 3,'16'-2,"15"1,8 4,5 5,1 9,-2 7,-6 8,-10 6,-8 5,-9 0,-12 1,-13 0,-10-4,-11-4,-7-3,-7-7,6-9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6.1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213 485,'2'-20,"2"-1,0 1,1 1,1-1,0 1,2 0,0 0,2 1,2-5,0 0,55-134,-66 141,-13 29,-2 16,2-1,1 2,1-1,2 1,0 1,2 0,2 0,1 0,1 30,1-40,2 0,0 1,1-1,2 0,0 0,6 18,4-1</inkml:trace>
  <inkml:trace contextRef="#ctx0" brushRef="#br0" timeOffset="1846.989">266 4,'0'-2,"0"1,-4 6,-7 8,-10 7,-10 7,-7 5,-4 5,-2 0,2-4,9-8</inkml:trace>
  <inkml:trace contextRef="#ctx0" brushRef="#br0" timeOffset="2266.732">387 17,'-3'0,"0"2,-2 6,0 8,1 8,-2 9,1 10,1 12,1 8,1 4,1 2,1-1,2-6,2-13</inkml:trace>
  <inkml:trace contextRef="#ctx0" brushRef="#br0" timeOffset="3166.145">401 44,'-5'-7,"-5"-2,-9 3,-10 9,-13 10,0 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52.4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1 160,'1'-8,"0"0,1 1,0-1,1 1,-1-1,1 1,1 0,-1 0,1 0,1 1,-1-1,1 1,0 0,0 0,1 1,0 0,0 0,0 0,0 0,1 1,0 0,0 1,0-1,0 1,1 1,-1 0,1 0,-1 0,1 1,0 0,0 0,0 1,0 0,-1 0,1 1,0 0,0 0,-1 1,1 0,-1 1,1-1,-1 1,0 1,0-1,2 3,0 1,1 0,-1 1,-1 0,1 0,-1 1,-1 0,0 1,0 0,-1 0,0 0,-1 1,0 0,-1 0,0 0,0 0,-1 1,1 8,3 26,-2 0,-2 1,-3 39,0-85,-4 91,-4-1,-8 22,3-16,10-74</inkml:trace>
  <inkml:trace contextRef="#ctx0" brushRef="#br0" timeOffset="268.32">135 480,'-2'-2,"6"-1,11 0,14 1,19-2,17-2,15-3,11-1,4-3,-1 0,-8 2,-14 2,-17 4,-18 2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51.8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1 160,'9'9,"12"6,12-1,11-1,12-4,8-3,4-6,0-1,-3-4,-7-1,-10 1,-12 1</inkml:trace>
  <inkml:trace contextRef="#ctx0" brushRef="#br0" timeOffset="246.342">295 0,'0'21,"2"15,1 11,2 9,0 4,0 1,0-4,3-4,4-8,0-13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49.8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 66,'-9'-7,"-3"0,3 6,5 10,5 10,8 8,6 8,8 3,6 5,6 0,3-1,3-3,0-6,-2-6,-3-8,-5-7,-8-5</inkml:trace>
  <inkml:trace contextRef="#ctx0" brushRef="#br0" timeOffset="402.048">597 25,'9'-21,"-10"21,1 0,0 1,0-1,0 0,-1 0,1 0,0 0,0 0,0 1,-1-1,1 0,0 0,0 0,-1 0,1 0,0 0,0 0,-1 0,1 0,0 0,0 0,-1 0,1 0,0 0,0 0,-1 0,1 0,0 0,0 0,0-1,-1 1,1 0,0 0,0 0,0 0,-1 0,1-1,0 1,0 0,0 0,0 0,-1-1,1 1,0 0,0 0,0 0,0-1,0 1,0 0,0 0,0-1,0 1,-11 12,1 0,1 1,0 0,1 0,0 1,1 0,1 1,-3 8,5-15,-17 46,2 0,2 2,3 0,3 0,1 1,2 20,-7 199,19-215,1-51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50.5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0 214,'7'0,"12"0,10-2,14-3,9-1,8-2,4 1,2 2,-7 1,-9 6,-12 3</inkml:trace>
  <inkml:trace contextRef="#ctx0" brushRef="#br0" timeOffset="257.31">94 508,'19'7,"16"2,15-2,9-6,-5-2</inkml:trace>
  <inkml:trace contextRef="#ctx0" brushRef="#br0" timeOffset="630.858">869 0,'10'18,"9"13,10 11,10 6,7 5,5 2,3 1,2-2,-5-4,-4-3,-8-5,-8-8,-9-7,-8-5,-8-8</inkml:trace>
  <inkml:trace contextRef="#ctx0" brushRef="#br0" timeOffset="887.176">1284 13,'-14'16,"-11"17,-6 16,-4 14,-6 9,-4 6,-3 2,2-4,5-8,10-12,13-14,9-15</inkml:trace>
  <inkml:trace contextRef="#ctx0" brushRef="#br0" timeOffset="2990.652">121 442,'9'6,"8"3,7 2,9-1,8-2,6-2,5-3,4-1,-1-2,0 0,-5 0,-6 0,-11 1,-11 2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9:59.50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1 876,'20'-7,"24"-11,21-14,23-18,21-15,20-16,15-10,10-2,5 2,-3 10,-8 13,-9 12,-14 15,-16 8,-18 9,-15 5,-19 4,-18 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29:54.0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54 782,'33'-9,"0"-2,0-1,-2-2,7-4,-4 2,498-227,335-96,-855 335,122-40,111-20,-178 57,-67 7,1 0,-1 0,0 0,1 0,-1 0,0 1,1-1,-1 0,0 0,1 0,-1 1,0-1,0 0,1 1,-1-1,0 0,0 0,0 1,1-1,-1 0,0 1,0-1,0 0,0 1,0-1,1 1,-1-1,0 0,0 1,0-1,0 0,0 1,0-1,0 0,0 1,-1-1,1 1,0-1,0 0,0 1,0-1,0 0,-1 1,1-1,0 0,0 1,0-1,-1 0,1 0,0 1,0-1,-1 0,1 0,0 0,-1 1,1-1,0 0,-1 0,1 0,0 0,-1 0,1 1,-1-1,1 0,0 0,-15 13</inkml:trace>
  <inkml:trace contextRef="#ctx0" brushRef="#br0" timeOffset="607.454">80 1664,'-28'16,"22"-11,17-6,97-42,700-332,470-161,-1220 513,-111 62,29-22</inkml:trace>
  <inkml:trace contextRef="#ctx0" brushRef="#br0" timeOffset="1586.351">67 2559,'219'-112,"-136"65,838-441,-597 334,310-101,-458 201,-117 44,-61 14,-99 45,73-33</inkml:trace>
  <inkml:trace contextRef="#ctx0" brushRef="#br0" timeOffset="2218.841">40 3696,'242'-153,"-215"137,535-329,134-37,89 26,-702 323,-83 32,1 1,-1-1,1 1,0 0,-1-1,1 1,-1 0,1-1,0 1,-1 0,1 0,0-1,0 1,-1 0,1 0,0 0,-1 0,1 0,0 0,0 0,-1 0,1 0,0 1,-1-1,1 0,0 0,-1 1,1-1,0 0,-1 1,1-1,-1 0,1 1,0-1,-1 1,1-1,-1 1,0 0,1-1,-1 1,1-1,-1 1,0 0,1-1,-1 1,0 0,0-1,0 1,1 0,-3 9</inkml:trace>
  <inkml:trace contextRef="#ctx0" brushRef="#br0" timeOffset="3149.042">0 4592,'271'-160,"1363"-752,-1553 874,-82 39,1-1,0 0,0 0,0 0,0 1,0-1,-1 0,1 0,0 0,0 1,0-1,0 0,0 0,0 1,0-1,0 0,0 0,0 1,0-1,0 0,0 0,0 1,0-1,0 0,0 0,0 1,0-1,0 0,0 0,1 1,-1-1,0 0,0 0,0 0,0 1,0-1,1 0,-1 0,0 0,0 0,0 1,1-1,-1 0,0 0,-18 14,-3 0</inkml:trace>
  <inkml:trace contextRef="#ctx0" brushRef="#br0" timeOffset="4281.418">134 5354,'92'-28,"-1"-3,-2-5,-1-3,0-6,-49 27,1254-632,-557 309,-724 341,-30 16,-14 8,-4 2</inkml:trace>
  <inkml:trace contextRef="#ctx0" brushRef="#br0" timeOffset="4813.096">160 6544,'112'-41,"280"-176,-246 132,154-91,9 15,5 12,201-58,-446 183,1 4,1 3,55-6,-121 22,1 0,0 0,-1 1,1-1,0 1,0 0,0 0,0 1,0 0,-1 0,1 0,3 2,-9-3,1 0,-1 0,1 1,-1-1,1 0,-1 1,1-1,-1 1,1-1,-1 1,0-1,1 0,-1 1,0-1,0 1,1 0,-1-1,0 1,0-1,0 1,1-1,-1 1,0 0,0-1,0 1,0-1,0 1,0-1,0 1,-1 0,1-1,0 1,0-1,0 1,0-1,-1 1,1-1,0 1,-1-1,1 1,0-1,-1 1,1-1,-1 1,1-1,0 0,-1 1,1-1,-1 0,1 1,-1-1,-15 13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0:00.2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0 518,'9'0,"15"-5,16-10,18-12,21-15,20-14,19-9,11-2,10 3,0 8,-4 12,-9 10,-13 11,-19 10,-25 7</inkml:trace>
  <inkml:trace contextRef="#ctx0" brushRef="#br0" timeOffset="356.156">682 919,'18'2,"20"1,17-5,17-8,13-10,9-8,8-4,1-4,-15 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0:01.3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8152,'9'21,"17"20,19 17,21 12,19 8,19 4,11 2,7 0,3 0,-4-3,-11-9,-17-10,-23-15,-22-16</inkml:trace>
  <inkml:trace contextRef="#ctx0" brushRef="#br0" timeOffset="1413.478">201 7043,'23'20,"23"21,58 67,90 92,56 47,-3-13,-36-43,-54-54</inkml:trace>
  <inkml:trace contextRef="#ctx0" brushRef="#br0" timeOffset="1639.871">121 5867,'5'18,"7"20,15 19,17 20,22 21,23 15,19 14,13 10,12 3,3 0,-1-6,4 6,-21-20</inkml:trace>
  <inkml:trace contextRef="#ctx0" brushRef="#br0" timeOffset="1803.953">68 4624,'9'16,"12"18,16 21,18 18,20 17,20 18,14 14,9 11,7 6,1-1,-1-3,-4-8,-8-13,-23-25</inkml:trace>
  <inkml:trace contextRef="#ctx0" brushRef="#br0" timeOffset="2393.378">188 3273,'-5'-2,"-1"2,3 7,6 11,11 17,18 21,21 23,24 23,25 21,24 18,18 12,14 5,5-2,-3-7,-7-8,-30-28</inkml:trace>
  <inkml:trace contextRef="#ctx0" brushRef="#br0" timeOffset="3072.15">228 2057,'18'13,"20"17,21 20,24 23,23 26,17 26,14 23,6 21,-1 11,-6-2,-10-13,-28-35</inkml:trace>
  <inkml:trace contextRef="#ctx0" brushRef="#br0" timeOffset="3778.293">308 921,'16'20,"19"17,37 25,75 59,38 28,7 11,-8-3,-18-9,-20-18,-22-18,-21-22,-27-27</inkml:trace>
  <inkml:trace contextRef="#ctx0" brushRef="#br0" timeOffset="4539.266">321 52,'-7'-7,"-4"-2,-1-2,5 1,5 2,8 3,7 4,11 6,12 11,14 12,17 21,19 26,21 31,18 30,19 32,13 25,13 17,-23-28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3:52.42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20092 1752,'2'3,"0"0,-1 1,1-1,-1 1,1-1,-1 1,-1 0,1 0,0-1,-1 1,0 0,1 0,-2 0,1 0,0 0,0 7,8 339,92 407,-55 223,17 449,-45-992,43 209,-47-518,41 426,2-186,-8 114,-38-387,-3 0,-4 27,0-56,3-1,13 61,-9-63,-1-28,4-49,-2-40,-7 19</inkml:trace>
  <inkml:trace contextRef="#ctx0" brushRef="#br0" timeOffset="-19735.361">14905 1979,'16'613,"62"526,-51-489,-27-530,10 309,3-166,-18 188,1-282,2-52,-4-1,-14 62,6-98,-6 26,4 1,5 1,3 74,24 177,-16-271,14 276,-10-325,18 163,18 44,57 404,-79-565,-18-85,0-1,0 1,0 0,0 0,-1 0,1-1,0 1,0 0,0 0,-1 0,1 0,0-1,0 1,0 0,-1 0,1 0,0 0,0 0,-1 0,1 0,0 0,0 0,-1 0,1 0,0 0,0 0,-1 0,1 0,0 0,0 0,-1 0,1 0,0 0,0 0,-1 0,1 1,0-1,0 0,0 0,-1 0,1 0,0 0,0 1,0-1,-1 0,1 0,0 1,0-1,0 0,0 0,0 0,0 1,0-1,-1 0,1 0,-2-1,-12-10</inkml:trace>
  <inkml:trace contextRef="#ctx0" brushRef="#br0" timeOffset="-12799.302">15454 2647,'15'14,"13"11,8 10,5 9,0 6,-1 3,-1 2,-4-2,-3-2,-5-6,-4-9,-5-7,-2-9,-4-9</inkml:trace>
  <inkml:trace contextRef="#ctx0" brushRef="#br0" timeOffset="-12551.392">15814 2634,'-13'7,"-12"11,-9 12,-4 12,-4 10,2 10,2 6,9 3,8-2,8-6,7-13</inkml:trace>
  <inkml:trace contextRef="#ctx0" brushRef="#br0" timeOffset="-12288.09">16081 3129,'42'-185,"-34"170,-4 34,-3 115,-3-90,2-1,2 0,2 0,8 32,14-12,-12-46</inkml:trace>
  <inkml:trace contextRef="#ctx0" brushRef="#br0" timeOffset="-11988.884">15506 2407,'-13'-14,"-3"-4,8 1,18 1,20 3,23 4,21 1,20 2,16 2,8 0,-15-1</inkml:trace>
  <inkml:trace contextRef="#ctx0" brushRef="#br0" timeOffset="-11322.156">16549 2594,'5'21,"7"15,10 14,10 6,8 6,7 4,2 1,-1-1,-1-3,-7-5,-7-6,-8-9,-8-10,-6-10</inkml:trace>
  <inkml:trace contextRef="#ctx0" brushRef="#br0" timeOffset="-11103.071">16950 2621,'-20'16,"-17"16,-7 19,-7 17,2 13,6 8,9 5,9-2,10-8,7-18</inkml:trace>
  <inkml:trace contextRef="#ctx0" brushRef="#br0" timeOffset="-10802.816">17218 3249,'-1'4,"1"0,0 0,-1 0,2 1,-1-1,0 0,1 0,0 0,0 0,0-1,0 1,0 0,1 0,0-1,0 1,0 0,0-1,1 0,-1 0,1 0,0 0,-1 0,2 0,-1-1,0 1,0-1,1 0,-1 0,1 0,0 0,-1-1,2 1,3 0,0 1,0-1,1 0,-1-1,1 0,-1 0,1-1,0 0,-1-1,1 0,-1 0,1-1,-1 0,8-3,-10 3,0 0,-1-1,1 0,-1 0,1-1,-1 1,-1-1,1 0,0-1,-1 1,0-1,0 0,0 0,-1 0,0 0,1-1,-2 1,1-1,-1 0,0 0,0 0,-1 0,1 0,-1 0,-1 0,1 0,-1-1,0 1,-1 0,1 0,-1 0,0-1,-1 1,0 0,0 0,0 1,0-1,-2-2,0 2,1 0,-1 0,0 1,0 0,0-1,-1 2,0-1,0 0,0 1,0 0,-1 0,0 1,0-1,0 1,0 1,0-1,0 1,-1 0,1 0,-1 1,0 0,1 0,-1 0,0 1,-6 1,-5 0,1 1,0 1,0 0,0 1,0 1,1 1,-1 0,1 2,-7 3,-11 9</inkml:trace>
  <inkml:trace contextRef="#ctx0" brushRef="#br0" timeOffset="-10519.584">16656 2233,'-7'-5,"3"-1,8 3,15 4,21 1,23 4,26 0,21 1,15 0,-15-1</inkml:trace>
  <inkml:trace contextRef="#ctx0" brushRef="#br0" timeOffset="-9942.609">18020 1818,'28'584,"-7"-264,-8 20,-3-23,14-2,40 172,-39-373,-3-26</inkml:trace>
  <inkml:trace contextRef="#ctx0" brushRef="#br0" timeOffset="-8325.535">18234 2300,'18'18,"13"16,8 10,4 5,4 3,-2-1,-3-3,-5-4,-6-5,-9-7,-7-6,-7-8</inkml:trace>
  <inkml:trace contextRef="#ctx0" brushRef="#br0" timeOffset="-8061.208">18581 2247,'-18'13,"-11"12,-4 13,-2 11,3 9,4 3,6 1,3-4,6-4,4-10,9-9,4-12</inkml:trace>
  <inkml:trace contextRef="#ctx0" brushRef="#br0" timeOffset="-7796.917">18782 2594,'183'4,"-181"-4,0 0,0 1,0-1,0 1,0-1,0 1,0 0,0 0,0 0,0 0,0 0,-1 0,1 1,0-1,-1 1,1-1,-1 1,1-1,-1 1,0 0,0 0,0-1,0 1,0 0,0 0,0 0,-1 0,1 0,-1 1,0-1,1 0,-1 0,0 0,0 0,0 0,0 0,-1 1,1-1,-1 0,0 1,-33 82,20-60,7-15,1 0,0 1,0-1,2 1,-1 0,1 1,1-1,0 1,0 2,3-11,0 0,0-1,0 1,1 0,-1-1,1 1,0-1,-1 1,1-1,1 1,-1-1,0 0,0 1,1-1,-1 0,1 0,0 0,0 0,0 0,0-1,0 1,0 0,0-1,0 1,1-1,-1 0,0 0,1 0,-1 0,1 0,1 0,84 10,21-24,-59 1</inkml:trace>
  <inkml:trace contextRef="#ctx0" brushRef="#br0" timeOffset="-7394.796">18220 2019,'3'-2,"6"-1,15 0,18-2,20 0,21-1,16 0,7 2,-1-2,-17 1</inkml:trace>
  <inkml:trace contextRef="#ctx0" brushRef="#br0" timeOffset="-2837.876">18555 3410,'0'2,"2"8,8 9,6 12,8 10,6 10,5 5,4 2,1 0,-1-2,-2-7,-6-9,-8-12</inkml:trace>
  <inkml:trace contextRef="#ctx0" brushRef="#br0" timeOffset="-2559.618">18875 3383,'-16'16,"-11"14,-7 14,-4 12,-4 9,-1 4,2 2,2-4,8-7,9-11,9-15</inkml:trace>
  <inkml:trace contextRef="#ctx0" brushRef="#br0" timeOffset="-2294.926">19023 3677,'17'0,"63"5,-77-4,0 0,-1-1,1 1,0 0,-1 0,1 1,-1-1,0 1,1-1,-1 1,0-1,0 1,0 0,0 0,0 0,0 1,-1-1,1 0,-1 1,1-1,-1 0,0 1,0 0,0-1,-1 1,1 1,-1 6,0-1,-1 0,0 0,-1 0,0 0,-1 0,0 0,0 0,0 0,-2-1,1 0,-1 0,0 0,-5 6,1 0,0 0,-36 83,44-95,1 0,-1 0,1 0,0 0,0 0,0 0,0 0,1 0,-1 0,0 0,1 0,-1 0,1 0,0 0,0 0,0 0,0 0,0-1,0 1,0 0,0-1,1 1,-1-1,1 1,-1-1,1 0,0 0,-1 0,1 1,0-1,0-1,0 1,-1 0,3 0,74 11,-39-15,0 0,1-3,-2-1,1-2,6-4,33-9</inkml:trace>
  <inkml:trace contextRef="#ctx0" brushRef="#br0" timeOffset="-1644.149">19530 1859,'51'409,"-18"2,-18 1,-18 19,3-366,2 501,4-473,3-21</inkml:trace>
  <inkml:trace contextRef="#ctx0" brushRef="#br1" timeOffset="8910.058">15426 6070,'5'18,"8"15,11 12,10 6,9 4,6 0,2-1,-4-3,-5-2,-7-7,-10-4,-9-7,-7-7,-6-7</inkml:trace>
  <inkml:trace contextRef="#ctx0" brushRef="#br1" timeOffset="9158.637">15761 6110,'-16'5,"-10"10,-7 16,-3 17,1 16,-1 11,3 6,3 1,7-1,7-6,6-16</inkml:trace>
  <inkml:trace contextRef="#ctx0" brushRef="#br1" timeOffset="9358.67">16055 6417,'-9'21,"-6"20,1 14,2 15,5 5,4 5,7-3,6-7,2-9,2-13,-1-14</inkml:trace>
  <inkml:trace contextRef="#ctx0" brushRef="#br1" timeOffset="9642.996">16175 6083,'18'5,"16"10,10 16,10 17,4 12,2 9,-3 4,-4-2,-7-5,-6-7,-8-10,-8-10,-4-13,-7-9</inkml:trace>
  <inkml:trace contextRef="#ctx0" brushRef="#br1" timeOffset="9844.453">16576 6083,'-18'11,"-13"14,-8 15,-2 15,2 14,2 9,8 4,9 1,8-6,10-8,6-17</inkml:trace>
  <inkml:trace contextRef="#ctx0" brushRef="#br1" timeOffset="10190.05">16870 6632,'0'6,"0"0,0 0,0 0,1 0,0 0,0 0,1 0,0 0,-1-1,2 1,-1 0,1-1,0 0,0 1,0-1,1 0,0-1,0 1,0-1,1 0,-1 0,1 0,0 0,0-1,0 0,1 0,2 1,1 0,1-1,0 0,0-1,0 0,0 0,0-1,0 0,1-1,-1 0,0-1,0 0,0-1,0 0,9-3,-14 4,0-1,0 0,0 0,0 0,0-1,0 0,0 0,-1 0,1 0,-1-1,0 1,0-1,0 0,-1-1,0 1,1-1,-1 1,-1-1,1 0,-1 0,0 0,0 0,0-1,-1 1,0 0,0-1,0-5,-1 3,-2-1,1 1,-1 0,-1 0,0 0,0 0,0 0,-1 0,0 1,0 0,-1-1,0 2,0-1,-1 1,0-1,0 2,0-1,-1 1,0 0,0 0,0 0,-1 1,1 1,-1-1,0 1,0 0,0 1,-1 0,1 0,0 1,-1 0,1 0,-1 1,1 0,-1 1,1 0,-1 0,2 2,-1 0,1 1,0 0,0 0,0 0,1 1,-1 0,1 0,0 0,1 1,-1 0,1 0,0 1,1-1,-1 1,1 0,1 1,-1-1,1 0,1 1,-1 0,1-1,1 1,-1 0,1 0,1 0,-1 4,0 30</inkml:trace>
  <inkml:trace contextRef="#ctx0" brushRef="#br1" timeOffset="10733.124">17686 5267,'21'322,"-8"-190,34 1456,-46-1443,5 173,0-195</inkml:trace>
  <inkml:trace contextRef="#ctx0" brushRef="#br1" timeOffset="15389.013">17980 5615,'16'20,"12"17,8 10,5 9,-1 6,1 2,-3 1,-3-3,-5-6,-5-5,-6-10,-3-11,-4-11</inkml:trace>
  <inkml:trace contextRef="#ctx0" brushRef="#br1" timeOffset="15654.432">18247 5642,'-16'9,"-10"13,-7 13,-5 14,0 13,1 10,6 3,4 3,6-3,6-7,5-15</inkml:trace>
  <inkml:trace contextRef="#ctx0" brushRef="#br1" timeOffset="15915.309">18367 6003,'23'-6,"1"0,0 2,0 0,0 2,1 1,-1 0,5 2,-27-1,1 0,-1 1,1-1,-1 0,0 1,1-1,-1 1,0 0,1 0,-1 0,0 0,0 0,1 0,-1 1,0-1,-1 1,1-1,0 1,0 0,-1 0,1 0,-1 0,1 0,-1 0,0 0,0 0,0 1,0-1,0 0,0 1,-1-1,1 1,-1-1,0 0,0 1,0-1,0 1,0-1,0 1,-1 1,-2 8,-1 1,-1-1,0 0,-1 0,0 0,-1-1,0 0,-4 4,-20 34,-3 45,33-91,1 1,0-1,0 0,0 0,0 1,0-1,1 0,-1 0,1 0,0 1,0-1,0 0,1 0,-1 0,1-1,-1 1,1 0,0 0,0-1,0 1,1-1,-1 0,0 0,1 0,0 0,-1 0,1 0,0-1,0 1,15 3,-1 0,1-1,0-1,0-1,0 0,0-1,1-2,-1 1,0-2,0-1,0 0,0-1,-1-1,1 0,9-6,30-9</inkml:trace>
  <inkml:trace contextRef="#ctx0" brushRef="#br1" timeOffset="16252.917">17967 5348,'-9'-2,"1"-1,11 0,20 1,22-2,23 0,20 0,16 1,6 2,-5 0,-20 0</inkml:trace>
  <inkml:trace contextRef="#ctx0" brushRef="#br1" timeOffset="16997.568">18194 6752,'0'13,"5"15,5 10,11 9,10 5,10 2,8 0,6-1,2-2,-1-3,-7-6,-8-5,-11-8</inkml:trace>
  <inkml:trace contextRef="#ctx0" brushRef="#br1" timeOffset="17197.552">18514 6778,'-18'0,"-10"5,-8 10,-7 14,-2 14,-1 13,3 13,4 8,4 2,9 0,8-5,7-8,6-16</inkml:trace>
  <inkml:trace contextRef="#ctx0" brushRef="#br1" timeOffset="17535.325">18581 7100,'168'3,"-165"-3,-1 0,1 1,-1-1,1 1,-1-1,0 1,1 0,-1 0,0 0,1 1,-1-1,0 0,0 1,0 0,0-1,-1 1,1 0,0 0,-1 0,1 0,-1 0,0 0,1 0,-1 1,0-1,0 0,-1 1,1-1,0 1,-1-1,0 1,1-1,-1 1,0-1,0 1,0-1,-1 1,1 0,-5 13,-1-1,0 1,-1-2,0 1,-1-1,-1 0,0 0,-6 5,-1 3,2-2,8-12,-1 0,1 0,1 0,0 1,0 0,0 0,1 0,1 1,0-1,0 1,0 0,0 7,4-14,-1-1,0 1,1-1,0 1,0-1,-1 1,1-1,1 0,-1 1,0-1,0 0,1 0,-1 0,1 0,0 0,0-1,0 1,0 0,0-1,0 1,0-1,0 0,0 0,1 0,-1 0,0 0,1 0,1 0,75 9,-46-11,0-2,0-2,-1-1,1-1,-1-2,-1-1,0-1,11-8,26-12</inkml:trace>
  <inkml:trace contextRef="#ctx0" brushRef="#br1" timeOffset="17980.744">19197 5174,'-5'0,"-1"12,0 21,1 26,2 28,5 28,6 30,4 23,7 20,3 12,3 6,1 0,0-5,-4-11,-4-9,-6-13,-5-15,-4-33</inkml:trace>
  <inkml:trace contextRef="#ctx0" brushRef="#br1" timeOffset="183835.58">2191 108,'-2'16,"-1"18,2 23,4 19,4 15,3 7,-1 2,1-3,-2-12,-1-12,-3-20</inkml:trace>
  <inkml:trace contextRef="#ctx0" brushRef="#br1" timeOffset="184145.318">2098 202,'-37'-70,"37"70,-1-1,1 1,0-1,-1 0,1 1,-1-1,1 0,0 0,0 1,-1-1,1 0,0 0,0 1,0-1,0 0,0 0,0 1,0-1,0 0,0 0,0 1,0-1,1 0,-1 0,0 1,0-1,1 0,-1 1,1-1,-1 0,0 1,1-1,-1 0,1 1,0-1,0 0,30 5,18 15,-2 2,0 3,-2 1,16 13,-41-27,-2 0,1 2,-2 0,0 1,0 0,-1 2,-1 0,-1 0,0 1,-1 1,3 8,-14-22,-1 0,1 0,-1 0,0 0,0 0,-1 0,1 0,-1 0,0 0,0 0,-1 1,1-1,-1 0,0 0,0 0,0 0,0 0,-1 0,1 0,-1-1,0 1,0-1,-1 1,1-1,-1 0,0 1,0-1,0-1,0 1,0 0,0-1,-1 0,1 1,-1-1,0-1,-2 2,-14 5,0 0,0-1,-1-1,0-1,0-1,0-1,0-1,-1-1,1-1,-11-1,2-2,30 3,0 0,-1 0,1 0,-1 0,1 0,0 0,-1 0,1 0,0 0,-1 0,1 0,-1 0,1 0,0 0,-1 0,1 0,0 0,-1-1,1 1,0 0,-1 0,1 0,0-1,-1 1,1 0,0 0,0-1,-1 1,1 0,0-1,0 1,0 0,-1-1,1 1,0 0,0-1,0 1,0 0,0-1,0 1,0-1,0 1,0 0,0-1,0 1,0 0,0-1,0 1,0-1,0 1,0 0,0-1,0 1,1 0,-1-1,0 1,0 0,0-1,1 1,-1 0,0 0,0-1,1 1,11-9</inkml:trace>
  <inkml:trace contextRef="#ctx0" brushRef="#br1" timeOffset="184409.613">2726 0,'0'14,"2"18,4 17,0 18,-1 17,-1 12,-1 7,-2 1,2-7,3-11,2-10,2-14,0-15,0-16,-2-13</inkml:trace>
  <inkml:trace contextRef="#ctx0" brushRef="#br1" timeOffset="184656.515">2579 589,'-16'0,"-7"0,0 2,6 3,10 3,19 1,20-2,23-2,20-4,16-5,8-1,-1 0,-18 0</inkml:trace>
  <inkml:trace contextRef="#ctx0" brushRef="#br1" timeOffset="185075.835">3140 923,'-13'-140,"12"102,-3 1,0-1,-3 0,-6-17,7 46,12 28,1-13,0 0,1 0,0-1,-1-1,2 1,-1-1,1 0,-1-1,1 0,0-1,0 0,0 0,0 0,1-2,-1 1,0-1,6-1,-8 2,188 4,-192-5,0 0,0-1,-1 1,1 0,0 1,-1-1,1 0,0 1,-1-1,1 1,0 0,-1 0,1 0,-1 0,0 1,1-1,-1 0,0 1,0 0,0 0,0-1,0 1,0 0,0 1,-1-1,1 0,-1 0,1 1,-1-1,0 1,0-1,0 1,0-1,-1 1,1 0,0 2,-3 7,0 1,0-1,-1 0,0 0,-1 0,-1 0,0-1,0 1,-2-1,-16 42,21-48,-15 63,17-66,-1 1,1-1,0 0,0 1,1-1,-1 0,0 0,1 1,-1-1,1 0,0 0,0 0,0 0,0 0,0 0,0 0,0 0,1 0,-1 0,1-1,-1 1,1 0,0-1,0 0,0 1,0-1,0 0,1 1,13 2,1 0,-1-1,1-1,-1 0,1-1,0-1,-1-1,1 0,0-1,-1-1,10-3,-19 5,162-34,-89 13</inkml:trace>
  <inkml:trace contextRef="#ctx0" brushRef="#br1" timeOffset="189748.259">10681 1805,'4'5,"2"-4,-7-5,-4-3</inkml:trace>
  <inkml:trace contextRef="#ctx0" brushRef="#br1" timeOffset="188957.721">9130 348,'32'67,"-22"-42,1 0,2 0,0-1,2-1,0 0,2-1,0-1,2-1,15 15,-28-30,0-1,0 0,0 0,1-1,-1 1,1-1,0-1,0 1,0-1,0 0,0-1,0 0,0 0,1 0,-1-1,0 0,1 0,-1-1,0 0,0-1,0 1,0-1,0-1,0 1,0-1,0 0,-1-1,0 1,0-1,0-1,0 1,3-4,0-1,-1 0,0 0,0-1,-1-1,0 1,-1-1,0 0,-1 0,0-1,0 0,-2 0,1 0,-2 0,1 0,-2-1,1-2,-2 10,0 1,-1-1,1 1,-1-1,0 0,0 1,0-1,0 1,-1-1,0 1,0 0,0 0,-2-2,3 4,0 1,0-1,0 1,0 0,-1 0,1 0,0 0,-1 0,1 0,0 0,-1 0,1 0,-1 1,0-1,1 0,-1 1,1 0,-1-1,0 1,0 0,1 0,-1 0,0 0,1 0,-1 0,0 0,1 1,-1-1,0 1,1-1,-1 1,1 0,-1-1,1 1,-1 0,1 0,-1 0,0 1,-4 3,0 2,0-1,1 1,0-1,0 1,0 1,1-1,0 1,0 0,1 0,0 0,1 0,-1 0,2 1,-2 6,-5 27,3 0,0 0,3 0,2 1,1-1,2 0,2 1,4 6,16 69,6-1,14 25,-44-140,22 67,-4 1,7 45,-24-110,-1 1,1 0,-1 0,0 1,0-1,-1 0,0 0,0 0,0 0,-1 0,0 0,0 1,0-1,-1-1,0 1,0 0,-1 0,1-1,-1 1,0-1,-1 0,1 0,-1 0,0 0,-1-1,1 0,-1 0,1 0,-1 0,0-1,-3 2,1-3,0-1,0 0,0 0,-1 0,1-1,0 0,0 0,0-1,0 0,0 0,0-1,0 0,0 0,0-1,1 0,-1 0,1 0,0-1,-2-1,-13-9,2 0,0-1,1-1,0-1,-1-3,-5-6,2-2,0-1,2 0,2-1,0-2,2 1,2-2,0 0,3-1,0 0,3-1,-4-25,12 55,-1 4,0-1,0 0,0 0,0 0,1 0,-1-1,1 1,0 0,-1 0,1 0,0 0,0 0,0 0,1-1,-1 1,0 0,1 0,-1 0,1 0,0 0,0 0,0 0,0 0,0 1,0-1,0 0,1 0,-1 1,1-1,-1 1,1-1,0 1,-1 0,1 0,0-1,0 1,0 0,0 1,0-1,2 0,150 12,18 2,-88-7</inkml:trace>
  <inkml:trace contextRef="#ctx0" brushRef="#br1" timeOffset="189501.365">9878 1378,'113'-148,"-50"60,-63 88,1 0,-1 0,0 0,1-1,-1 1,1 0,-1 0,0 0,1 1,-1-1,0 0,1 0,-1 0,1 0,-1 0,0 0,1 0,-1 1,0-1,1 0,-1 0,0 0,0 1,1-1,-1 0,0 1,0-1,1 0,-1 0,0 1,0-1,0 0,1 1,-1-1,0 1,0-1,0 0,0 1,0-1,0 0,0 1,0-1,0 1,0-1,0 0,0 1,0-1,0 0,0 1,0-1,0 0,0 1,-1-1,1 1,0-1,0 0,0 0,-1 1,1-1,0 0,0 1,-1-1,1 0,0 0,-1 1,1-1,0 0,-9 66,-1-11,3 1,2 0,2-1,3 1,3 0,7 40,24 45,-34-139,1-1,-1 0,0 1,1-1,-1 1,0-1,0 0,0 1,0-1,0 1,0-1,0 0,-1 1,1-1,0 1,-1-1,1 0,-1 1,0-1,1 0,-1 0,0 0,0 1,0-1,0 0,0 0,0 0,0 0,0 0,0-1,0 1,0 0,-1 0,1-1,0 1,0-1,-1 1,1-1,0 0,-1 1,1-1,-1 0,1 0,-1 0,1 0,0 0,-1 0,1 0,-1-1,0 1,-70-5,74 1,156-32,-103 24</inkml:trace>
  <inkml:trace contextRef="#ctx0" brushRef="#br1" timeOffset="186158.262">4891 549,'0'14,"3"13,2 9,4 7,1 4,2 0,2-3,-3-4,0-10,-2-9</inkml:trace>
  <inkml:trace contextRef="#ctx0" brushRef="#br1" timeOffset="186404.597">4891 215,'-13'-9,"-7"-4,2 4,6 10,13 11,12 10,11 12,6 10,-2-2</inkml:trace>
  <inkml:trace contextRef="#ctx0" brushRef="#br1" timeOffset="186667.428">5186 869,'13'-7,"0"-2,-1 0,-1-1,0 0,0 0,-1-1,0-1,-1 1,0-2,-1 1,0-1,-1 0,-1-1,0 0,-1 0,0 0,-1-1,0-4,-3 17,0 0,-1 0,1 0,-1 0,0 1,0-1,0 0,0 0,0 0,0 0,0 0,0 0,-1 0,1 0,-1 1,0-1,1 0,-1 0,0 1,0-1,0 0,0 1,0-1,-1 1,1-1,0 1,-1 0,1-1,-1 1,1 0,-1 0,0 0,1 0,-1 0,0 1,0-1,1 0,-1 1,0-1,0 1,0 0,0 0,0 0,-5 2,0 1,1 0,-1 0,1 1,0 0,0 0,0 1,1-1,0 1,0 0,0 1,0-1,1 1,0 0,0 0,0 0,1 1,0-1,0 1,1 0,-1 0,2 0,-2 3,1-5,0 0,1 0,-1 1,1-1,0 0,0 0,1 1,-1-1,1 0,0 1,1-1,-1 1,1-1,0 0,1 0,-1 1,1-1,0 0,0-1,0 1,1 0,0 0,0-1,0 0,0 1,1-1,3 3,3-2,0 0,0-1,0 0,1 0,-1-1,1 0,0-1,0 0,0-1,0 0,0-1,0 0,1-1,43-2</inkml:trace>
  <inkml:trace contextRef="#ctx0" brushRef="#br1" timeOffset="187154.175">5775 549,'-17'-2,"1"1,-1 0,0 1,1 1,-1 1,1 0,-1 1,-6 3,17-4,0-1,0 2,0-1,0 1,0-1,1 2,-1-1,1 0,0 1,0 0,0 1,1-1,-1 1,1 0,0 0,1 0,-1 0,1 1,0-1,0 1,1 0,-1 0,1 1,1-3,0 0,1-1,0 1,-1 0,1-1,1 1,-1-1,0 1,1 0,0-1,0 1,0-1,0 1,1-1,-1 0,1 1,0-1,0 0,0 0,0 0,0 0,1-1,-1 1,1-1,0 1,81 47,160 47,-211-73,-32-24,-1 0,1 1,-1-1,1 1,-1-1,1 1,-1-1,1 1,-1 0,1-1,-1 1,0-1,1 1,-1 0,0-1,0 1,0 0,1 0,-1-1,0 1,0 0,0-1,0 1,0 0,0 0,0-1,0 1,-1 0,1-1,0 1,0 0,-1-1,1 1,0 0,-1-1,1 1,0-1,-1 1,1-1,-1 1,1-1,-1 1,1-1,-1 1,0-1,1 1,-1-1,1 0,-1 1,0-1,-9 4,0-1,0 0,0 0,-1-1,1 0,-1-1,0 0,1-1,-1 0,-1-1,10 2,-1-1,0 0,1 0,-1 0,0 0,1-1,-1 1,1-1,-1 1,1-1,-1 0,1 0,-1 0,1 0,0 0,0-1,-1 1,1-1,0 1,0-1,0 0,1 0,-1 0,0 0,1 0,-1 0,1 0,0-1,0 1,0-1,0 1,0 0,0-1,1 0,-1 1,1-1,-1 0,4-5,-1 1,1 0,0 0,1 0,0 1,0-1,0 1,1 0,-1 0,2 0,-1 1,1-1,-1 1,1 1,4-3,8-7,0 1,1 0,0 2,1 0,0 1,1 2,0-1,0 2,0 1,1 1,0 1,1 1,11-1,-30 4,0 0,0 0,0 0,0 1,0-1,0 1,0 0,0 0,0 0,-1 0,1 1,0 0,-1 0,1 0,-1 0,0 0,0 1,0-1,0 1,0 0,0 0,-1 0,1 0,-1 0,0 1,0-1,0 1,0-1,0 4,29 169,-30-173,0 0,0 0,0 1,0-1,0 0,1 0,-1 0,1-1,0 1,0 0,0-1,0 1,1-1,-1 0,0 1,1-1,0 0,-1-1,1 1,0 0,0-1,0 0,0 1,0-1,1 0,-1-1,0 1,15-1</inkml:trace>
  <inkml:trace contextRef="#ctx0" brushRef="#br1" timeOffset="187435.001">6202 308,'-13'-3,"-6"3,2 4,3 10,11 8,11 10,12 9,8 6,-1-5</inkml:trace>
  <inkml:trace contextRef="#ctx0" brushRef="#br1" timeOffset="187895.1">6522 923,'0'-49,"-2"-1,-2 1,-3 0,-1 0,-8-20,0 6,16 63,-1-1,1 0,0 0,0 1,0-1,0 0,0 1,0-1,1 0,-1 1,0-1,0 0,0 1,0-1,1 0,-1 1,0-1,1 1,-1-1,1 0,-1 1,0-1,1 1,-1-1,1 1,0 0,-1-1,1 1,-1-1,1 1,-1 0,1-1,0 1,-1 0,1 0,0 0,-1 0,1-1,0 1,-1 0,1 0,0 0,0 0,-1 0,1 1,0-1,-1 0,1 0,38 11,-32-8,30 10,-4-3,0 2,-1 2,-1 0,26 17,-52-25,1 1,0-1,-1 1,-1 0,1 0,-1 0,0 1,-1 0,1-1,-2 1,1 1,-1-1,0 0,-1 0,0 1,0-1,-1 1,0-1,0 1,-1-1,0 0,-3 9,4 49,-1-61,2 0,-1-1,0 1,1 0,0 0,0-1,1 1,-1-1,1 1,0-1,0 0,1 1,-1-1,1 0,0 0,0-1,0 1,0-1,1 1,-1-1,1 0,0 0,0-1,0 1,0-1,1 0,-1 0,1 0,-1-1,1 0,1 1,6 0,-1-1,1-1,-1 1,1-2,-1 0,1 0,-1-1,1 0,-1-1,0 0,0-1,0 0,-1-1,0 0,1-1,-2 0,1-1,-1 1,0-2,0 1,-1-2,0 1,0-1,-1 0,0 0,-1-1,0 0,-1 0,0 0,0-1,-1 0,0 0,-1 0,-1 0,1-1,-2 1,1-12,-1 20,-1 1,1-1,-1 0,0 1,0-1,0 0,-1 0,1 1,0-1,-1 0,0 1,0-1,1 1,-2-1,1 1,0-1,0 1,-1 0,1-1,-1 1,0 0,0 0,0 0,0 0,0 1,0-1,0 1,0-1,-1 1,1 0,-1-1,1 1,-1 0,1 1,-1-1,0 0,1 1,-1 0,-1-1,-2 3,-1 0,1 0,0 1,0-1,0 1,0 1,0-1,0 1,1 0,0 0,0 1,0-1,0 1,1 0,0 1,0-1,0 1,1-1,0 1,0 0,0 0,1 1,0-1,0 1,0-1,1 1,0-1,0 1,1 0,0-1,0 1,1 1,0-1,1 0,0 0,0-1,1 1,0-1,0 0,1 0,-1 0,1 0,0-1,1 1,0-1,-1 0,1 0,1-1,-1 0,1 0,0 0,0 0,5 2,11 4,1 0,0-1,0-2,1 0,8 0,27 4,2-2,-1-4,45-1,-19-4</inkml:trace>
  <inkml:trace contextRef="#ctx0" brushRef="#br1" timeOffset="188273.373">7940 829,'-12'-13,"-1"0,0 0,-1 2,0-1,-1 2,0 0,-1 1,0 0,-6-1,16 7,0 1,-1-1,1 1,-1 1,0-1,1 1,-1 0,0 0,0 1,0 0,1 0,-1 1,0 0,0 0,1 1,-1-1,0 1,1 1,0-1,0 1,-1 0,2 1,-1 0,0-1,-4 5,4-1,-1-1,1 1,1 1,-1-1,1 1,0 0,1 0,0 0,0 1,1-1,0 1,1 0,0 0,0 0,1 0,0 0,0 0,1 1,0-1,1 0,0 0,1 0,-1 0,2 0,2 8,-3-14,1 1,-1-1,1 1,0-1,0 0,0 0,1 0,-1 0,0-1,1 1,0-1,0 0,0 0,0-1,0 1,0-1,0 1,0-1,0-1,1 1,-1-1,0 1,1-1,-1 0,0-1,1 1,-1-1,0 0,2 0,6-2,0-1,0 0,0 0,-1-1,1-1,-1 0,-1 0,1-1,5-6,-8 8,-1-1,-1 0,1 0,-1-1,0 1,0-1,-1-1,0 1,-1-1,1 0,-1 0,-1 0,0 0,0-1,0 0,-1 1,0-1,-1 0,0 0,-1 0,1 0,-2 0,1 0,-1 7,0 1,1-1,-1 0,0 1,0-1,0 0,0 1,0 0,-1-1,1 1,0 0,-1-1,1 1,0 0,-1 0,0 0,1 0,-1 0,0 1,1-1,-1 1,0-1,0 1,1-1,-1 1,0 0,0 0,0 0,0 0,1 0,-1 0,0 0,0 1,0-1,1 1,-1-1,0 1,1 0,-1-1,0 1,1 0,-1 0,1 0,-1 1,1-1,0 0,-1 0,1 1,0-1,0 1,0-1,0 1,0-1,0 1,0 0,1-1,-1 2,-2 1,0 1,0 0,0 0,0 0,1 0,0 0,0 0,1 0,-1 1,1-1,0 1,1-1,-1 1,1-1,0 1,1 0,-1-1,1 1,0-1,0 0,1 1,0-1,0 0,0 0,0 0,1 0,0 0,0 0,0-1,1 0,-1 1,1-1,0 0,0-1,3 3,13 5,0-1,0-1,1-1,0 0,1-2,-1 0,1-2,1 0,-1-1,9-1,-26-2,97 10</inkml:trace>
  <inkml:trace contextRef="#ctx0" brushRef="#br2" timeOffset="214412.1">815 2902,'-1'8,"1"0,0 0,0 0,0 0,1 0,1 0,-1 0,1 0,1-1,-1 1,1 0,1-1,-1 0,1 0,0 0,1 0,0-1,0 0,0 1,1-2,0 1,1 0,14 16,1-1,1-1,1-1,1 0,1-3,25 14,-48-27,1-1,-1 1,1-1,0 0,-1 0,1-1,0 1,0-1,0 0,1 0,-1 0,0 0,0-1,0 1,1-1,-1 0,0-1,0 1,1-1,-1 0,0 0,0 0,0 0,0-1,0 0,0 1,-1-1,1-1,-1 1,1-1,-1 1,0-1,0 0,0 0,0 0,1-3,1-3,0-1,-1 0,-1-1,0 1,0 0,-1-1,0 0,-1 0,0 1,0-1,-1 0,0 10,0 1,1 0,-1-1,0 1,0-1,1 1,-1 0,0-1,0 1,0-1,0 1,1-1,-1 1,0-1,0 1,0-1,0 1,0-1,0 1,0-1,0 1,0-1,-1 1,1-1,0 1,0-1,0 1,0 0,-1-1,1 1,0-1,0 1,-1-1,1 1,0 0,-1-1,1 1,-1 0,1-1,0 1,-1 0,1 0,-1-1,1 1,-1 0,1 0,0 0,-1 0,1 0,-1 0,1-1,-1 1,1 0,-1 0,1 0,-1 0,1 1,-1-1,1 0,-1 0,1 0,-1 0,1 0,-1 1,1-1,-1 0,-19 92,19-79,-3 106,5 1,5-1,10 39,-2-10,-4 116,-10-241,0 1,-1 0,-1-1,-1 0,-2 1,0-1,-1-1,-1 1,-2-1,0 0,-6 9,13-28,0 0,0 0,0 0,-1 0,1 0,-1 0,0-1,1 0,-1 1,0-1,0 0,-1 0,1-1,0 1,-1-1,1 1,-1-1,1 0,-1 0,0-1,1 1,-1-1,0 0,1 0,-1 0,0 0,1-1,-1 1,0-1,1 0,-1 0,1-1,-1 1,1 0,0-1,-1 0,1 0,0 0,0 0,-1-2,-12-12,1-1,1 0,0-1,2 0,0-1,1 0,1-1,1 0,0-1,2 0,0 0,-3-23,7 36,0 0,1-1,0 1,1-1,0 1,0-1,1 0,0 1,1-1,0 0,0 1,0-1,1 1,1-1,-1 1,2 0,2-6,4 2,0 0,1 1,1 0,0 0,0 2,1-1,0 1,1 1,0 1,0 0,4-1,45-22</inkml:trace>
  <inkml:trace contextRef="#ctx0" brushRef="#br2" timeOffset="-213673.842">1470 4466,'23'-104,"-4"-63,-13 142,-5 24,-1 1,1 0,-1 0,1-1,-1 1,1 0,-1 0,1 0,-1-1,1 1,-1 0,1 0,-1 0,1 0,-1 0,1 0,-1 0,1 0,-1 1,1-1,-1 0,1 0,-1 0,1 0,-1 1,1-1,-1 0,1 0,-1 1,0-1,1 0,-1 1,0-1,1 1,-1-1,0 0,1 1,-1-1,0 1,0-1,1 1,-1-1,0 1,0-1,0 1,0-1,12 20,-1 1,-2 0,0 0,-1 1,-1 0,-1 0,-1 1,-1 0,-1 0,-1 0,-1 0,-1 0,-1 0,1 22,-3 0,-1 0,-2-1,-2 0,-9 26,16-68,1 1,-1-1,1 0,-1 0,0 1,0-1,0 0,0 0,-1 0,1 0,0 0,-1-1,0 1,1 0,-1-1,0 1,0-1,0 1,0-1,0 0,0 0,-1 0,173-13,-34-8,-72 10</inkml:trace>
  <inkml:trace contextRef="#ctx0" brushRef="#br2" timeOffset="-213177.567">1938 3289,'15'0,"16"0,12-2,14-1,8-3,2-1,-11 0</inkml:trace>
  <inkml:trace contextRef="#ctx0" brushRef="#br2" timeOffset="-212914.15">2058 3530,'13'5,"19"1,17-1,14 0,10-4,-7-2</inkml:trace>
  <inkml:trace contextRef="#ctx0" brushRef="#br2" timeOffset="-194617.491">6269 4158,'22'2,"20"1,16 0,9 0,5-1,-3-1,-9 2,-12 4,-15 7,-12 0</inkml:trace>
  <inkml:trace contextRef="#ctx0" brushRef="#br2" timeOffset="-194334.078">6335 4479,'19'9,"16"3,19 0,19-7,12-9,8-9,-12-1</inkml:trace>
  <inkml:trace contextRef="#ctx0" brushRef="#br2" timeOffset="-211364.914">3034 1885,'-6'180,"7"0,8 0,8-1,8-1,13 24,-34-176,3 16,42 258,1 160,-49 396,-5-656,9 139,20 47,-17-265,5 194,-9-281,-4 34,-11-37,2-9,1 1,1 0,1 0,1 1,1 0,1 0,1 0,1 0,2 14,7 14,1 60,-11-102,0-5</inkml:trace>
  <inkml:trace contextRef="#ctx0" brushRef="#br2" timeOffset="-205154.856">3635 2260,'5'-3,"0"0,0 0,1 1,-1-1,0 1,1 0,-1 1,1 0,0-1,0 2,-1-1,1 1,0 0,0 0,0 0,-1 1,1 0,0 0,-1 1,1-1,-1 1,1 0,-1 1,0-1,0 1,0 0,0 1,0-1,-1 1,1 0,-1 0,0 0,0 1,6 14,-1-1,0 1,-2 1,0-1,-2 1,0 0,-1 1,-1-1,0 1,-2 0,-1 13,0 5,9 48,-8-87,-1 1,0 0,0-1,1 1,-1 0,0-1,1 1,-1 0,1-1,-1 1,1-1,-1 1,1-1,-1 1,1-1,0 1,-1-1,1 1,0-1,-1 0,1 0,0 1,-1-1,1 0,0 0,0 0,-1 1,1-1,0 0,0 0,-1 0,1-1,0 1,0 0,-1 0,1 0,0 0,-1-1,1 1,0 0,-1-1,1 1,0 0,-1-1,1 1,-1-1,1 1,0-1,-1 1,1-1,-1 1,0-1,1 0,-1 1,1-1,-1 0,28-39,-13 7,-1-1,-2 0,-1-1,-1 0,-2-1,-1-6,3-9,-6 99,-4-37,-1 1,1 0,1 0,0-1,1 1,0 0,1-1,0 0,1 0,0 0,1 0,0 0,0-1,1 0,1 0,0 0,0-1,4 4,-9-12,0 0,0 0,0 0,0 0,1 0,-1 0,0 0,1-1,-1 1,0-1,1 1,-1-1,0 0,1 0,-1 0,1 0,-1-1,0 1,1-1,-1 1,0-1,1 0,-1 0,0 0,0 0,0 0,0-1,0 1,0 0,0-1,0 0,-1 1,1-1,-1 0,1 0,-1 0,48-79,-49 80,14-29,-2-1,-1 0,-1-1,-2-1,-2 1,1-11,-8 59,0 0,1 1,1-1,1 1,0-1,1 0,0 0,2 0,0 0,0-1,2 0,0 0,1-1,0 1,1-2,0 1,1-1,1-1,0 0,1 0,0-1,1-1,0 0,12 7,-11-11,1-1,-1 0,1-1,1 0,-1-1,0-1,1 0,-1-1,1-1,9-1,32-5</inkml:trace>
  <inkml:trace contextRef="#ctx0" brushRef="#br2" timeOffset="-203932.939">3715 3597,'1'-3,"0"0,0 0,0 1,0-1,0 0,1 1,-1-1,1 0,-1 1,1 0,0-1,0 1,0 0,1 0,-1 0,0 1,1-1,-1 0,1 1,0 0,-1-1,1 1,0 0,0 0,0 1,0-1,0 1,0-1,0 1,0 0,0 0,-1 0,1 1,0-1,0 1,0-1,0 1,0 0,0 0,-1 0,1 1,0-1,-1 0,1 1,6 11,-1 0,0 0,-1 1,-1 0,0 0,-1 0,0 1,-1 0,-1 0,0 0,-1 0,-1 0,0 0,-1 4,3 145,3-138,14-36,-10-7,-1 0,0 0,-2-1,0 0,-1 0,-1-1,-1 0,0 0,-1 0,-1 0,-1 0,-2-13,3-22,1 48,0 23,4 37,-5-26,1-1,1 0,2 0,1 0,0-1,4 3,-11-28,0 1,1 0,-1 0,1-1,-1 1,1 0,0-1,-1 1,1-1,0 1,0-1,0 1,1-1,-1 0,0 1,0-1,1 0,-1 0,1 0,-1 0,1 0,-1 0,1 0,0-1,-1 1,1-1,0 1,0-1,-1 1,1-1,0 0,0 0,0 0,-1 0,1 0,0 0,0-1,0 1,-1-1,1 1,0-1,-1 0,1 1,0-1,-1 0,1 0,-1 0,0 0,1 0,-1-1,9-10,-2-1,1 0,-2 0,0-1,0 0,-1-1,-1 1,-1-1,0 0,0-1,-2 1,0 0,-1-1,0 1,-1-4,0 6,-5-86,-3 129,6-9,2-1,0 1,1 0,1 0,1 0,1-1,2 2,-4-15,0 0,1 0,-1-1,1 0,1 1,-1-1,1 0,1-1,-1 1,1-1,0 1,0-1,0-1,0 1,1-1,0 0,0 0,0-1,1 0,-1 0,1 0,4 1,12 0,1-1,-1 0,0-2,1-1,-1-1,0 0,0-2,1-1,-2-1,1-1,20-8,8-3</inkml:trace>
  <inkml:trace contextRef="#ctx0" brushRef="#br2" timeOffset="-202744.842">4972 2580,'-5'15,"0"0,2 1,-1-1,2 1,0-1,1 1,0 0,1 0,1-1,1 1,0 0,1-1,0 1,2-1,0 0,0 0,2 1,-5-12,0 0,1 1,-1-1,1 0,0 0,0-1,1 1,-1 0,1-1,0 0,-1 0,1 0,1-1,-1 1,0-1,1 0,-1 0,1 0,-1-1,1 0,0 1,0-2,0 1,0-1,0 1,-1-1,1-1,0 1,0-1,0 0,0 0,-1 0,1 0,0-1,-1 0,1 0,-1 0,2-2,0-1,1 0,-1 0,0-1,-1 0,1-1,-1 1,0-1,-1 0,1 0,-2-1,1 1,-1-1,0 0,0 0,-1 0,0 0,-1 0,0 0,0 0,0-1,-1 1,-1 0,1-1,-1 1,-1 0,1 0,-1 0,-1 0,0 0,0 0,0 1,-1-1,0 1,-1 0,1 0,-1 0,-1 1,3 3,0 1,0-1,0 1,-1 0,1 0,-1 0,0 0,1 1,-1 0,0 0,0 0,0 0,0 0,0 1,0-1,0 1,0 0,0 1,0-1,0 1,0-1,0 1,0 0,1 1,-1-1,0 1,0 0,-2 1,-4 3,1 1,-1 0,1 0,0 1,1 0,0 1,0-1,1 2,-3 3,-30 54,6 0</inkml:trace>
  <inkml:trace contextRef="#ctx0" brushRef="#br2" timeOffset="-200268.441">4865 3837,'156'4,"-153"-4,-1 0,1 1,0 0,0-1,-1 1,1 0,0 1,-1-1,1 0,-1 1,0-1,1 1,-1 0,0 0,0 0,0 0,0 0,0 0,-1 1,1-1,-1 0,1 1,-1 0,0-1,0 1,0-1,0 1,-1 0,1 0,-1 0,1-1,-1 1,0 0,0 0,0 0,-1 0,1-1,-1 1,0 0,1 0,-1-1,0 1,-1 0,1-1,0 1,-2 0,-58 68,27-40,34-30,0 0,0 0,0-1,0 1,0 0,1 0,-1 0,0-1,0 1,1 0,-1 0,0-1,1 1,-1 0,1-1,-1 1,1-1,-1 1,1 0,-1-1,1 1,-1-1,1 1,0-1,-1 0,1 1,0-1,-1 0,1 1,0-1,0 0,-1 0,1 1,0-1,0 0,0 0,-1 0,1 0,0 0,0 0,0 0,-1-1,1 1,0 0,0 0,-1-1,10 3,-2 1,-1-1,1 1,-1 0,0 0,0 1,0 0,0 1,0-1,-1 1,0 1,0-1,-1 1,1 0,-1 0,0 0,-1 1,0 0,0 0,0 0,-1 0,0 0,0 1,-1 0,0-1,0 1,-1 0,0 0,0 5,-2-8,0 0,-1 0,0-1,1 1,-2 0,1-1,0 0,-1 1,0-1,0 0,0-1,-1 1,1 0,-1-1,0 0,0 0,0 0,0 0,0-1,-3 2,-97 31,26-29,45-8</inkml:trace>
  <inkml:trace contextRef="#ctx0" brushRef="#br2" timeOffset="-199459.303">3756 4920,'4'-4,"1"0,0 1,1 0,-1 0,0 0,1 0,0 1,-1 0,1 0,0 1,0 0,0 0,0 0,1 0,-1 1,0 0,0 1,0-1,0 1,0 0,0 1,0-1,0 1,-1 0,1 1,0 0,-1-1,0 2,1-1,2 10,-1-1,0 1,0 1,-1-1,-1 1,0 0,-1 0,-1 1,0-1,-1 1,-1-1,0 1,-1 0,0 0,-1-1,-1 5,-6 151,8-170,0 0,0 0,0 1,0-1,-1 0,1 1,0-1,0 0,0 1,0-1,0 1,0-1,0 0,0 1,0-1,0 0,0 1,0-1,0 0,0 1,1-1,-1 0,0 1,0-1,0 0,0 1,1-1,-1 0,0 0,0 1,1-1,-1 0,0 0,0 1,1-1,-1 0,0 0,1 0,-1 0,0 1,1-1,-1 0,0 0,1 0,-1 0,0 0,1 0,-1 0,0 0,1 0,-1 0,0 0,1 0,-1 0,0 0,1 0,-1-1,0 1,1 0,-1 0,0 0,1 0,-1-1,0 1,1 0,14-20,8-25,-2-1,-2-1,-3-1,-1 0,-3-1,1-15,-4 23,-2 17,-2 20,-3 24,-1-16,-1 19,1 1,1 0,2 0,0-1,1 0,2 0,0 0,1-1,1 0,2 0,0-1,13 17,-23-35,0-1,1 0,0 0,-1 0,1 0,0 0,0-1,0 1,0 0,0-1,1 0,-1 1,0-1,1 0,-1 0,1 0,-1-1,1 1,-1 0,1-1,0 0,-1 0,1 0,0 0,-1 0,1 0,-1-1,1 1,0-1,-1 1,1-1,-1 0,0 0,1 0,1-2,5-6,0 0,-1-1,0-1,0 1,-1-1,0 0,-1-1,-1 0,1 0,-2 0,0 0,0-1,-1 0,1-12,8-141,-18 150,-3 36,2 10,1 0,1 1,2 0,2 0,0-1,2 1,4 27,-3-46,0-1,1 1,0 0,0-1,1 0,1 0,0 0,0 0,1-1,0 0,1 0,1-1,-1 1,1-2,1 1,-1-1,1 0,1-1,0 0,0-1,0 0,1 0,-1-1,1-1,1 1,24 3</inkml:trace>
  <inkml:trace contextRef="#ctx0" brushRef="#br2" timeOffset="-199054.387">4798 5094,'-11'67,"0"-10,3 0,2 1,2 39,4-92,0 0,0 0,0-1,0 1,1 0,0-1,0 1,0 0,1-1,0 1,-1-1,2 0,-1 1,0-1,1 0,0 0,0-1,0 1,0-1,0 1,1-1,0 0,-1 0,1-1,0 1,1-1,-1 0,0 0,1 0,1 0,2 0,-1 0,1-1,0 0,-1-1,1 0,0 0,-1 0,1-1,0 0,-1-1,1 0,-1 0,0 0,0-1,0 0,0-1,0 1,0-1,-1-1,0 1,0-1,0 0,-1 0,1-1,3-5,0 0,0-1,-1 0,0-1,-1 0,-1 0,0 0,-1-1,0 0,-1 0,0 0,-2 0,1-1,-1-2,-2-1,0 18,0 0,0 1,0-1,0 0,0 1,0-1,0 0,0 0,0 1,0-1,0 0,0 1,0-1,0 0,0 0,0 1,0-1,0 0,0 0,-1 1,1-1,0 0,0 0,0 1,0-1,-1 0,1 0,0 1,0-1,-1 0,1 0,0 0,0 0,-1 0,1 1,0-1,0 0,-1 0,1 0,0 0,-1 0,1 0,0 0,0 0,-1 0,1 0,0 0,-1 0,1 0,0 0,0 0,-1 0,1 0,0-1,-1 1,1 0,0 0,0 0,-1 0,1-1,0 1,0 0,0 0,-1 0,1-1,0 1,0 0,-9 23,0 1,2 0,1 0,0 0,2 1,-1 23,5-43,-16 324,15-252</inkml:trace>
  <inkml:trace contextRef="#ctx0" brushRef="#br2" timeOffset="-197664.164">3769 6377,'0'-7,"-1"-4,0-1,1 1,1 0,0 0,0-1,1 1,0 0,1 0,1 0,-1 1,2-1,0 1,5-9,-4 11,0 0,1 0,0 0,0 1,1 0,0 0,0 1,1 0,0 0,0 1,0 0,0 1,2 0,-9 3,0 0,0 0,0 1,0-1,1 1,-1-1,0 1,0 0,0 0,1 0,-1 0,0 1,0-1,0 0,0 1,0-1,1 1,-1 0,0 0,0 0,0 0,-1 0,1 0,0 1,0-1,-1 0,1 1,0 0,-1-1,0 1,1 0,-1 0,0-1,0 1,0 0,1 2,17 81,-17-35,-2-1,-2 1,-7 32,0 20,9-83,11-31,1-23,-2 0,-2-1,5-36,4-20,-17 92,0 0,0 0,0 0,0 1,1-1,-1 0,0 0,0 0,0 1,0-1,0 0,0 0,1 0,-1 0,0 1,0-1,0 0,0 0,1 0,-1 0,0 0,0 0,0 1,1-1,-1 0,0 0,0 0,1 0,-1 0,0 0,0 0,0 0,1 0,-1 0,0 0,0 0,1 0,-1 0,0 0,5 34,-5-29,3 21,1-1,0 1,2-1,1 0,1-1,1 0,3 5,-12-28,1 0,-1 0,0 0,0 0,1 0,-1 0,1 0,-1 0,1 0,-1 0,1 0,0-1,-1 1,1 0,0 0,0 0,-1-1,1 1,0 0,0-1,0 1,0-1,0 1,0-1,0 1,0-1,0 0,0 0,0 1,0-1,0 0,0 0,0 0,1 0,-1 0,0 0,0-1,0 1,0 0,0 0,0-1,0 1,0-1,0 1,0-1,0 1,0-1,-1 0,1 1,0-1,0 0,0 1,-1-1,1 0,0 0,-1 0,1 0,0-1,9-16,-1-1,0 0,-2-1,0 0,-1 0,-1-1,-1 1,-1-1,1-14,-2 2,0 11,-2 28,-2 42,0-25,0 1,2-1,0 1,2-1,0 0,2 0,0 0,2 0,0 0,2-1,6 14,-12-32,1 0,-1 0,1-1,0 1,0-1,0 1,1-1,-1 0,1 0,0 0,0-1,0 1,0-1,0 0,0 0,0 0,1-1,-1 0,5 1,18 0</inkml:trace>
  <inkml:trace contextRef="#ctx0" brushRef="#br2" timeOffset="-197354.845">4518 6391,'1'-3,"1"0,0 1,0-1,0 0,0 1,0 0,1-1,-1 1,1 0,-1 0,1 0,0 1,0-1,0 1,0-1,0 1,0 0,0 0,0 0,1 1,-1-1,0 1,0 0,1 0,-1 0,0 0,1 0,1 1,1-1,0 1,1-1,-1 1,0 0,0 0,0 1,0 0,0 0,-1 0,1 1,0 0,-1 0,0 0,0 1,0-1,0 1,-1 1,1-1,-1 1,0-1,0 1,-1 0,1 1,-1-1,2 6,3 6,-2 0,0 1,-1 0,0 0,-2 1,0-1,-1 1,-1 2,0 243,-2-255,2-5,-1-1,0 1,0-1,0 1,0-1,-1 1,1-1,-1 1,0-1,0 1,0-1,-1 0,1 0,-1 0,0 0,0 0,-1 2,-5-3</inkml:trace>
  <inkml:trace contextRef="#ctx0" brushRef="#br2" timeOffset="-197102.49">4638 6725,'-16'-18,"-10"-11,-2-2,5 3,14 10,17 9,19 9,21 5,19 1,20-3,18-6,13-5,6-1,-1-2,-21 2</inkml:trace>
  <inkml:trace contextRef="#ctx0" brushRef="#br2" timeOffset="-195635.971">5574 2019,'1'1,"1"0,-1-1,0 1,1 0,-1-1,1 1,-1 0,0 0,0 0,0 0,1 0,-1 1,0-1,0 0,-1 0,1 1,0-1,0 0,0 1,-1-1,1 1,-1-1,1 1,-1-1,0 1,0 0,0 0,12 44,-3 0,-2 0,-1 1,-3-1,-2 15,1-15,93 1276,-74-1021,-14 123,-8 301,42-142,-34-284,13 80,-46-149,18-82,8-148,0 0,0 0,0-1,-1 1,1 0,0 0,0 0,-1 0,1 0,0-1,0 1,-1 0,1 0,0 0,-1 0,1 0,0 0,0 0,-1 0,1 0,0 0,0 0,-1 0,1 0,0 0,-1 0,1 0,0 1,0-1,-1 0,1 0,0 0,0 0,-1 0,1 1,0-1,0 0,0 0,0 0,-1 1,1-1,0 0,0 0,0 1,0-1,0 0,-1 1,0-4,-14-17,-3-2</inkml:trace>
  <inkml:trace contextRef="#ctx0" brushRef="#br2" timeOffset="-193430.722">7619 2140,'43'252,"-18"5,-11 25,19 210,4-221,-3-17,-10 6,-26 366,-2-511,8 323,1-280,0 5,22 136,-7-144,-3 122,-4-20,-11-242,4-16,-4-11</inkml:trace>
  <inkml:trace contextRef="#ctx0" brushRef="#br2" timeOffset="-192667.641">8261 2554,'18'18,"13"16,8 10,6 7,3 4,0 2,-2 0,-4-3,-7-5,-6-10,-10-11</inkml:trace>
  <inkml:trace contextRef="#ctx0" brushRef="#br2" timeOffset="-192419.186">8595 2527,'-7'18,"-4"15,-3 12,-1 6,-3 7,0 1,-2 2,0-5,4-6,4-7,4-11</inkml:trace>
  <inkml:trace contextRef="#ctx0" brushRef="#br2" timeOffset="-192125.887">8822 2861,'23'-6,"0"1,0 0,0 2,0 1,24 0,-43 1,0 1,0-1,0 1,0 0,1 0,-1 0,0 0,0 1,0 0,0 0,0 0,0 0,0 0,0 1,-1 0,1 0,0 0,-1 0,1 1,-1-1,0 1,0 0,0 0,0 0,-1 0,1 0,-1 1,0-1,1 1,-2-1,1 1,0 0,-1 0,0 0,0 0,0 0,0 2,-3 4,0 1,-1-1,0 0,0 0,-1 0,-1 0,0-1,0 1,-1-1,0-1,0 1,-1-1,0 0,-3 2,-51 79,61-88,0-1,-1 1,1 0,0 0,-1 0,1 0,0 0,0 0,0 0,0 0,0 0,0 0,0 0,0 0,0 0,1 0,-1 0,0 0,1 0,-1 0,0-1,1 1,-1 0,1 0,0 0,-1 0,1-1,0 1,-1 0,1-1,0 1,0 0,-1-1,1 1,0-1,0 1,0-1,0 0,0 1,0-1,0 0,0 0,0 0,0 1,0-1,53 4,-48-4,190-22,-129 10</inkml:trace>
  <inkml:trace contextRef="#ctx0" brushRef="#br2" timeOffset="-191847.638">9451 2514,'11'16,"13"12,14 8,14 7,12 3,8 0,6 0,-1-2,-7-3,-9-4,-12-7,-14-5,-14-8</inkml:trace>
  <inkml:trace contextRef="#ctx0" brushRef="#br2" timeOffset="-191586.336">9945 2580,'-16'16,"-9"15,-6 10,-2 11,-2 6,1 6,3 1,7-4,8-8,7-12</inkml:trace>
  <inkml:trace contextRef="#ctx0" brushRef="#br2" timeOffset="-191401.828">10320 2861,'-2'16,"-4"15,-2 10,0 8,-1 2,1 2,2-1,4-6,5-8,6-10,2-10</inkml:trace>
  <inkml:trace contextRef="#ctx0" brushRef="#br2" timeOffset="-191157.952">10467 2514,'4'18,"9"15,9 14,9 7,12 6,9 3,9-2,6-3,1-5,-4-7,-7-7,-11-6,-12-5,-13-8</inkml:trace>
  <inkml:trace contextRef="#ctx0" brushRef="#br2" timeOffset="-190895.127">10827 2594,'-16'9,"-11"12,-7 12,-2 11,-1 12,3 8,3 5,4 1,7-4,10-9,5-14</inkml:trace>
  <inkml:trace contextRef="#ctx0" brushRef="#br2" timeOffset="-190614.81">11188 3035,'0'5,"0"1,0-1,0 0,1 1,0-1,0 0,0 0,1 0,0 0,0 0,0 0,0 0,1-1,0 1,0-1,0 1,0-1,1 0,0-1,-1 1,1 0,1-1,-1 0,0 0,1 0,0-1,-1 0,1 0,0 0,0 0,1-1,-1 1,5-1,-1 1,-1-1,1-1,0 1,0-2,-1 1,1-1,0 0,-1-1,1 0,-1 0,1-1,-1 0,0 0,0-1,-1 0,1-1,-1 0,0 0,0 0,0-1,-1 0,0 0,0-1,0 1,-1-1,0-1,2-3,-6 7,1-1,-1 0,0 1,-1-1,1 1,-1-1,0 0,0 0,0 1,-1-1,0 0,0 1,0-1,0 1,-1-1,1 1,-1 0,0 0,-1-1,1 1,-1 1,0-1,0 0,0 1,0-1,0 1,-1 0,0 0,1 0,-1 1,0-1,0 1,-1 0,1 0,0 0,-1 1,1 0,-1 0,1 0,-1 0,0 1,1-1,-1 1,-1 0,-12 2,1 0,-1 0,1 2,0 0,0 1,0 1,0 0,1 1,0 1,1 1,0 0,0 1,1 0,0 2,1-1,0 2,-3 3,-34 31</inkml:trace>
  <inkml:trace contextRef="#ctx0" brushRef="#br2" timeOffset="-187801.223">8462 4145,'13'13,"17"12,13 9,12 6,10 5,2 0,0 1,-7-2,-10-4,-8-5,-12-8,-10-8</inkml:trace>
  <inkml:trace contextRef="#ctx0" brushRef="#br2" timeOffset="-187542.943">8863 4118,'-18'7,"-11"9,-7 13,-2 13,1 11,4 7,8 6,8 0,7-4,10-6,5-13</inkml:trace>
  <inkml:trace contextRef="#ctx0" brushRef="#br2" timeOffset="-187276.255">9103 4412,'8'-5,"0"0,1 1,-1 0,1 0,0 0,0 1,0 1,0-1,1 2,-1-1,0 1,1 0,-1 1,1 0,-1 1,1 0,-1 1,3 0,-9 0,0-1,-1 1,1-1,-1 1,0 0,1 0,-1 1,0-1,0 0,0 1,-1-1,1 1,0-1,-1 1,0 0,1 0,-1 0,0-1,-1 1,1 0,-1 0,1 0,-1 0,0 1,0-1,0 0,0 0,-1 2,-24 83,-107 125,131-212,0 0,0 1,0-1,0 0,0 0,1 0,-1 1,1-1,-1 1,1-1,-1 0,1 1,0-1,-1 1,1-1,0 0,0 1,0-1,0 1,0-1,1 1,-1-1,0 1,1-1,-1 0,1 1,-1-1,1 0,0 1,0-1,-1 0,1 0,0 0,0 0,0 0,0 0,0 0,0 0,1 0,-1 0,0 0,0-1,1 1,-1 0,2-1,10 3,0-1,1 0,-1-1,1-1,-1 0,1-1,-1-1,1 0,6-2,-13 3,235-57,-169 36</inkml:trace>
  <inkml:trace contextRef="#ctx0" brushRef="#br2" timeOffset="-186995.933">9892 4091,'9'16,"10"17,10 13,11 9,6 4,5 1,3-3,1-4,-2-5,-3-5,-5-11,-9-10,-9-10</inkml:trace>
  <inkml:trace contextRef="#ctx0" brushRef="#br2" timeOffset="-186776.328">10306 4211,'-9'14,"-10"16,-8 14,-7 10,-4 9,-3 4,4 2,6-4,7-5,9-14</inkml:trace>
  <inkml:trace contextRef="#ctx0" brushRef="#br2" timeOffset="-186517.973">10627 4520,'7'15,"4"16,3 8,1 7,1 4,-3 1,-4-1,-1-5,-1-8,-2-10</inkml:trace>
  <inkml:trace contextRef="#ctx0" brushRef="#br2" timeOffset="-186235.725">11202 4078,'14'14,"13"13,9 11,8 11,7 8,2 6,1 2,1-2,-3-5,-5-5,-6-9,-8-10,-10-11</inkml:trace>
  <inkml:trace contextRef="#ctx0" brushRef="#br2" timeOffset="-186001.34">11563 4065,'-14'16,"-11"18,-8 18,-8 14,-3 8,0 4,7 0,6-7,10-11,7-15</inkml:trace>
  <inkml:trace contextRef="#ctx0" brushRef="#br2" timeOffset="-185739.602">11830 4640,'7'5,"1"0,0 0,0 0,0-1,0 0,1-1,-1 0,1 0,0-1,0 0,0-1,0 0,1 0,-1-1,0 0,0-1,0 0,0 0,0-1,0 0,0 0,0-1,-1-1,1 1,-1-1,0-1,0 1,0-2,-1 1,0-1,5-4,-10 8,1-1,-1 0,0 0,0 0,0-1,0 1,0 0,-1-1,1 1,-1-1,0 0,0 1,-1-1,1 0,-1 1,1-1,-1 0,0 0,-1 1,1-1,-1 0,1 0,-1 1,0-1,-1 1,1-1,-1 1,1-1,-1 1,0 0,0 0,0 0,-1 0,1 0,-1 0,0 1,0-1,0 1,0-1,-2-1,-1 0,0 0,0 1,0 0,-1 0,1 0,-1 1,1 0,-1 0,0 0,0 1,0 0,0 1,0-1,0 1,0 1,0-1,0 1,1 1,-8 1,0 1,0 2,1-1,-1 2,1 0,0 0,1 1,0 1,0 0,-3 4,-16 15</inkml:trace>
  <inkml:trace contextRef="#ctx0" brushRef="#br2" timeOffset="-184850.299">8168 2206,'13'3,"14"2,16 1,17 1,13 0,13-1,8-4,-12-3</inkml:trace>
  <inkml:trace contextRef="#ctx0" brushRef="#br2" timeOffset="-184007.939">9424 2233,'2'0,"8"0,13 0,14 0,15-3,12 1,9-4,5 1,1 1,-3-2,-16 1</inkml:trace>
  <inkml:trace contextRef="#ctx0" brushRef="#br2" timeOffset="-183451.736">10640 2179,'21'0,"22"0,20 0,17 0,10 0,-12 0</inkml:trace>
  <inkml:trace contextRef="#ctx0" brushRef="#br2" timeOffset="-181919.894">8434 5468,'3'3,"4"9,9 12,10 13,11 10,7 5,7 4,3 1,-2-3,-2-3,-8-6,-6-8,-10-11</inkml:trace>
  <inkml:trace contextRef="#ctx0" brushRef="#br2" timeOffset="-181723.432">8889 5482,'-18'0,"-15"7,-9 11,-4 12,-1 12,3 10,4 8,7 5,4 2,6 0,3-6,6-12</inkml:trace>
  <inkml:trace contextRef="#ctx0" brushRef="#br2" timeOffset="-180941.44">9063 5923,'21'-2,"1"-2,0 1,1 1,-1 1,1 1,0 1,-1 1,1 1,10 4,-30-7,0 1,0 1,0-1,-1 0,1 1,0-1,-1 1,0 0,1-1,-1 1,0 1,0-1,0 0,0 0,0 1,0-1,-1 1,1-1,-1 1,0 0,0 0,0 0,0-1,0 1,-1 0,1 0,-1 0,0 0,0 0,0 0,0 0,0 0,-1 0,1 0,-1 0,0 0,0 0,0 0,0-1,-1 1,-1 2,-9 17,-1 0,-1-1,-2-1,0-1,0 0,-2-1,-19 16,-22 25,58-58,-1-1,1 1,0-1,0 1,0 0,-1-1,1 1,0 0,0 0,0 0,0 0,0 0,1 0,-1 0,0 0,0 0,1 1,-1-1,0 0,1 0,0 1,-1-1,1 0,0 1,-1-1,1 0,0 1,0-1,0 0,0 1,0-1,1 0,-1 1,0-1,1 0,-1 1,1-1,-1 0,1 0,-1 1,1-1,0 0,0 0,-1 0,1 0,0 0,1 0,8 3,1-1,0-1,0 1,1-2,-1 0,0 0,0-1,1-1,-1 1,8-3,-2 1,255-38,-183 21</inkml:trace>
  <inkml:trace contextRef="#ctx0" brushRef="#br2" timeOffset="-180583.35">10159 5629,'0'-4,"5"2,8 9,11 12,12 12,13 8,5 6,7 4,-2 2,-3-3,-5-1,-8-7,-10-8,-7-9,-10-9</inkml:trace>
  <inkml:trace contextRef="#ctx0" brushRef="#br2" timeOffset="-180300.031">10574 5576,'-19'20,"-12"16,-8 14,-4 11,1 7,5 5,4 0,8-1,8-13</inkml:trace>
  <inkml:trace contextRef="#ctx0" brushRef="#br2" timeOffset="-179773.876">10962 6123,'-1'-37,"2"0,2 1,1-1,2 0,6-16,-12 52,0 0,0 0,0 0,0 0,0 0,0 0,0 0,0 0,1 0,-1 0,0 0,1 0,-1 0,0 0,1 0,-1 0,1 1,0-1,-1 0,1 0,0 1,-1-1,1 0,0 1,0-1,-1 1,1-1,0 1,0-1,0 1,0-1,0 1,0 0,0 0,0-1,0 1,0 0,6 105,-7 0,7 135,-1-204</inkml:trace>
  <inkml:trace contextRef="#ctx0" brushRef="#br2" timeOffset="-179461.703">11443 5535,'20'-2,"16"6,14 13,6 18,4 15,0 11,-3 10,-4 4,-5-2,-6-4,-5-7,-4-9,-7-14,-4-14,-6-10</inkml:trace>
  <inkml:trace contextRef="#ctx0" brushRef="#br2" timeOffset="-179202.404">12004 5495,'-18'11,"-16"13,-10 12,-5 10,-1 10,4 9,7 1,10 2,11-4,12-6,14-8,6-14</inkml:trace>
  <inkml:trace contextRef="#ctx0" brushRef="#br2" timeOffset="-178950.072">12365 5990,'0'11,"0"-1,1 1,0-1,1 1,0-1,1 1,0-1,2 5,-4-12,1 0,-1 0,1 0,0 0,0-1,0 1,0-1,0 1,1-1,-1 0,1 0,0 0,-1 0,1 0,0 0,0-1,0 1,0-1,1 0,-1 0,0 0,0-1,1 1,-1-1,0 1,1-1,-1 0,2-1,1 0,0 0,0 0,0-1,0 0,0 0,0 0,-1-1,1 0,-1 0,1 0,-1-1,0 0,-1 0,1 0,-1 0,0-1,0 0,0 1,0-2,-1 1,0 0,0-1,1-3,0 1,0-1,-1 1,0-1,0 1,-1-1,-1 0,1 0,-1 0,-1 0,1 0,-2 0,1 0,-1 0,-1 1,1-1,-2-2,1 6,-1-1,0 1,0 0,0 0,-1 0,1 1,-1-1,0 1,-1 0,1 0,-1 0,1 1,-1 0,0 0,-1 0,1 0,0 1,-1 0,1 0,-1 0,0 1,0-1,1 2,-1-1,0 0,0 1,0 0,0 1,0-1,0 1,1 1,-1-1,0 1,1-1,-1 2,1-1,-2 1,-20 10,0 1,1 1,0 1,2 1,-17 14,29-21,-49 37</inkml:trace>
  <inkml:trace contextRef="#ctx0" brushRef="#br2" timeOffset="-178053.78">7913 6645,'-5'669,"1"-542,6 1,6-1,21 108,7-31,-40-171,-2-29</inkml:trace>
  <inkml:trace contextRef="#ctx0" brushRef="#br2" timeOffset="-156058.756">8675 7033,'11'22,"11"18,9 10,5 8,6 6,0 3,1 1,-4 2,-3-4,-3-5,-6-8,-6-14</inkml:trace>
  <inkml:trace contextRef="#ctx0" brushRef="#br2" timeOffset="-155795.45">9050 7126,'-16'-5,"-10"2,-3 4,0 13,-1 14,-1 17,-1 16,1 16,1 13,0 7,-1 1,3-3,4-10,6-20</inkml:trace>
  <inkml:trace contextRef="#ctx0" brushRef="#br2" timeOffset="-155499.091">9277 7501,'10'-7,"0"1,1 1,0-1,0 2,0 0,0 0,0 1,1 0,0 1,0 0,-1 1,1 0,0 1,4 1,-13-1,-1 0,1 1,-1-1,1 1,-1 0,1-1,-1 1,1 0,-1 1,0-1,1 0,-1 1,0-1,0 1,0 0,0 0,-1 0,1-1,0 2,-1-1,1 0,-1 0,0 0,0 1,0-1,0 1,0-1,0 1,0-1,-1 1,0-1,1 2,-1 4,0 0,0 0,-1 0,0 0,-1 0,0 0,0 0,0 0,-4 7,-11 20,-2 0,-1 0,-19 22,-33 57,71-114,0 1,0 0,0 0,0 1,0-1,1 0,-1 0,0 0,0 0,1 1,-1-1,1 0,-1 1,1-1,0 0,-1 1,1-1,0 1,0-1,0 1,0-1,0 0,0 1,1-1,-1 1,0-1,1 0,-1 1,1-1,-1 0,1 0,0 1,-1-1,1 0,0 0,0 0,0 0,0 0,0 0,0 0,0 0,0 0,0 0,2 0,11 2,1-1,0 0,0-1,0-1,0-1,-1 0,1 0,0-2,2 0,0 0,312-67,-217 42</inkml:trace>
  <inkml:trace contextRef="#ctx0" brushRef="#br2" timeOffset="-155111.619">10306 7059,'0'21,"7"17,9 14,11 10,12 6,11 0,8 0,1-3,0-3,-6-5,-9-8,-11-8,-10-10</inkml:trace>
  <inkml:trace contextRef="#ctx0" brushRef="#br2" timeOffset="-154864.627">10720 7192,'-16'19,"-12"16,-5 17,-5 15,-2 10,1 8,0 3,5-5,8-9,8-17</inkml:trace>
  <inkml:trace contextRef="#ctx0" brushRef="#br2" timeOffset="-154290.135">11202 7540,'-4'14,"-5"15,0 15,2 16,1 8,2 7,2 2,3-3,2-10,0-15</inkml:trace>
  <inkml:trace contextRef="#ctx0" brushRef="#br2" timeOffset="-153980.795">11630 7192,'18'21,"13"13,10 12,7 8,5 6,2 4,1 0,1-1,-6-3,-5-5,-7-6,-8-8,-8-11,-6-10</inkml:trace>
  <inkml:trace contextRef="#ctx0" brushRef="#br2" timeOffset="-153732.196">12018 7207,'-21'15,"-15"20,-11 19,-5 17,3 12,5 7,9 3,11-4,12-9,15-15,7-17</inkml:trace>
  <inkml:trace contextRef="#ctx0" brushRef="#br2" timeOffset="-153483.81">12338 7728,'-1'10,"-3"5,2 1,0-1,0 1,1 0,1 0,1-1,1 1,0 0,0-1,2 1,3 9,-5-21,1 1,-1-1,1 0,0 1,1-1,-1-1,0 1,1 0,0-1,0 0,0 0,1 0,-1 0,1-1,-1 1,1-1,0 0,0-1,-1 1,2-1,-1 0,0 0,0-1,0 1,0-1,0 0,0-1,5 0,1 0,1-2,0 1,0-1,-1-1,0 0,0-1,0 0,0-1,-1 0,0 0,9-8,-11 8,-1 0,0 0,0 0,-1-1,0 0,0 0,-1-1,1 1,-2-1,1 0,-1-1,0 1,-1-1,0 0,-1 0,1 0,-2 0,1 0,-1 0,-1 0,0-1,0 1,0 0,-1 0,-1-1,0 1,0 0,-1 0,0 1,0-1,-1 1,0-1,0 1,-1 0,0 1,-3-4,4 7,0 1,-1-1,1 1,-1-1,1 1,-1 1,0-1,0 1,0 0,-1 0,1 0,0 1,-1 0,1 0,-1 0,1 1,-1-1,0 1,1 1,-1-1,1 1,-1 0,1 0,-1 1,1-1,0 1,0 0,0 1,-2 0,-11 7,1 1,0 0,1 1,0 1,1 0,0 1,-5 8,-23 26</inkml:trace>
  <inkml:trace contextRef="#ctx0" brushRef="#br2" timeOffset="-145438.511">8274 3891,'-11'0,"24"0,774 37,-654-34,-149-3</inkml:trace>
  <inkml:trace contextRef="#ctx0" brushRef="#br2" timeOffset="-134758.308">10078 5348,'3'0,"5"2,5 4,8-1,12 1,13-2,15-2,11 0,9-2,5 1,1-1,-6-1,-9 3,-14 3,-16 4,-14 1,-12 0</inkml:trace>
  <inkml:trace contextRef="#ctx0" brushRef="#br2" timeOffset="-134275.811">11563 5201,'-16'2,"-5"3,5 1,15 0,19 0,19 0,21-2,15-1,11-3,8-2,0-1,-8 1,-10 0,-19 3,-18 6,-15 1</inkml:trace>
  <inkml:trace contextRef="#ctx0" brushRef="#br2" timeOffset="-125084.345">13007 1953,'0'0,"0"0,1 0,-1 0,0 1,0-1,0 0,1 0,-1 0,0 0,0 0,1 0,-1 0,0 0,0 0,1 0,-1 0,0 0,0 0,0 0,1 0,-1 0,0 0,0 0,1 0,-1 0,0 0,0 0,1 0,-1-1,0 1,0 0,0 0,1 0,-1 0,0 0,0-1,0 1,0 0,0 0,1 0,-1-1,0 1,0 0,0 0,2 27,-19 280,10-95,9-1,27 185,-19-158,-8-143,3 0,10 35,1-8,-6-1,-5 24,13 182,10-138,5 74,-20 127,15-44,-29 261,-4-502,-5 0,-21 92,7-53,8 193,-6 25,-3 7,11-120,-22 44,21-235,3-48,5-15</inkml:trace>
  <inkml:trace contextRef="#ctx0" brushRef="#br1" timeOffset="-56889.845">13542 7059,'-39'-18,"0"1,-1 2,-1 2,0 2,-1 1,0 2,0 2,-1 2,0 2,1 2,-3 2,-6-4,-728-43,302 17,369 19,1-5,0-4,-25-12,-391-58,470 77,-16-4,-2 3,1 3,-19 3,37 5,-207-15,94-13,66 10,0 5,-44 1,-11 9,-72 10,147 5,1 3,0 3,1 4,-17 10,12-6,60-20,0 1,0 1,0 1,1 1,0 1,0 1,1 1,1 1,0 0,1 2,0 0,0 1,-13 24,1 1,3 1,-10 21,-9 13,-30 37,44-69,2 1,2 1,2 1,2 1,-1 9,18-34,1 1,1-1,1 1,1 0,2 0,0 1,1-1,1 0,2 0,0 0,2 0,0 0,2-1,9 22,4 4,2 0,3-2,2-1,1-1,3-1,11 11,-22-31,1 0,1-2,1 0,1-1,1-2,1 0,0-2,2 0,26 10,63 19,1-5,3-5,0-6,2-5,123 9,22-9,168-10,-72-4,140 5,121-27,-68-19,-212-9,-102 7,-188 28,-1-3,1-2,-1-2,-1-3,14-7,12-9,-36 17,-2-3,0-2,-1-1,0-2,-2-1,30-25,101-125,-100 94,-49 57,-1 0,-1-1,-1-1,-1-1,-1 0,-2-1,0 0,-1-2,-2 1,-1-1,0-3,2-32,-4-1,-2 0,-2 0,-4-1,-2 1,-3 0,-3 1,-12-43,18 91,2 1,0 0,-2 0,1 0,-2 1,1-1,-2 1,0 0,0 0,-1 0,-1 1,1 0,-2 0,0 1,0 0,-1 0,-1 0,-84-33,38 26</inkml:trace>
  <inkml:trace contextRef="#ctx0" brushRef="#br1" timeOffset="-49658.92">9678 3597,'-48'0,"-77"1,0-6,-45-11,150 13,-48-8,-2 2,1 4,-1 2,-60 7,-81 30,128-18,-1-4,-56 0,116-11,-1 0,0 1,1 2,-1 1,1 0,0 2,1 1,-6 3,-203 110,208-111,1 1,0 1,0 1,2 1,-1 1,2 1,0 1,1 0,1 2,0 0,2 1,0 0,-7 15,15-18,1 1,1-1,1 2,0-1,1 0,1 1,1 0,1-1,0 1,1 0,1 0,1 0,1-1,0 1,2-1,0 1,1-2,1 1,0-1,1 0,1 0,8 11,160 188,-160-194,1 0,1-1,1-2,1 0,0-1,2-1,0 0,0-2,1-1,1-1,1-1,12 3,8 1,0-3,1-1,1-2,0-2,0-3,8-1,-15-4,0 2,-1 2,1 1,12 5,-5-1,-1-3,2-2,-1-1,32-4,102 6,187 27,-190 1,-141-23,1-1,0-2,0-2,6-1,483-5,-510-1,0 0,-1-1,1-1,-1 0,0-2,0 0,3-2,22-7,24-9,-34 11,0 2,0 1,1 1,0 2,1 1,22 0,42 0,-59 3,0 1,0 2,38 4,106 19,65 4,-13-15,270-39,-422 28,1-4,63-12,77-24,-190 29,-1-2,-1-1,0-1,14-11,-7 5,-27 15,-1-1,1 0,-1 0,0-2,-1 1,0-1,0-1,-1 0,1-1,8-15,-1 0,-1-1,-2-1,0-1,-2 0,-1 0,7-30,-14 33,-1 0,-1 0,-1 0,-1 0,-2 0,0 0,-2 0,0 0,-2 0,-1 1,0 0,-2 1,-1 0,-1 0,-1 1,-1 0,-10-12,10 13,-1 1,-1 1,-1 1,-1 0,0 1,-1 1,-1 0,-1 2,0 0,-7-3,-35-17,-2 3,-59-21,53 28,-2 4,0 2,-1 4,0 3,-11 3,-303-40,-290 48,653 0,-130 1,-71 12,41 4,-114-7,-58-13,151-17,133 18,-2 0</inkml:trace>
  <inkml:trace contextRef="#ctx0" brushRef="#br0" timeOffset="-27699.408">8100 1659,'-35'8,"0"2,0 1,2 2,-1 1,-5 5,0-1,-16 5,0 3,2 2,1 2,2 3,0 2,3 2,1 2,2 1,1 3,3 2,1 1,-4 12,27-31,1 1,2 0,0 0,3 1,0 1,1 0,2 0,2 1,0 0,2 0,2 0,1 22,1-38,1 0,1 0,0 0,1 0,1-1,0 1,1-1,1 0,0-1,1 0,0 0,1 0,0-1,8 7,10 9,2-1,0-1,2-2,0 0,8 1,1-3,0-2,2-2,0-2,2-1,-1-2,1-3,1-1,0-2,28 0,461 94,-401-84,1-7,0-5,48-9,-33 3,665 14,-134 1,298-14,-375 14,-232-21,16-17,-308 17,0-3,-1-3,-1-4,0-3,-1-3,2-5,-60 20,-1 0,0-1,0 0,-1-1,0-1,0-1,-1-1,-1 0,0 0,-1-1,-1-1,0 0,-1-1,0 0,-2-1,0 0,0-1,4-16,-5 9,-1 1,-2-1,0 0,-2 0,-1-1,-1 1,0-1,-3 1,0 0,-1-1,-1 1,-2 0,0 1,-2-1,-1 1,0 1,-2 0,-1 0,0 1,-2 1,-1 0,0 0,-1 2,-2 0,0 1,-11-8,-30-15,-1 3,-2 3,-1 3,-2 2,-1 3,-1 3,-50-10,-14-3,-2 5,-1 5,-107-5,-140 13,-46 17,33 1,-650-7,757 1,-248 4,414 12,0 5,1 6,1 4,-70 27,-28 25,161-55</inkml:trace>
  <inkml:trace contextRef="#ctx0" brushRef="#br0" timeOffset="-25439.381">8234 5228,'-20'-3,"0"1,0 0,0 2,-1 0,1 2,0 0,0 1,0 1,0 1,1 0,0 2,0 0,0 2,1-1,-4 5,4-3,1 1,0 1,0 1,1 1,1 0,0 1,1 0,1 1,1 1,0 0,1 1,0 0,2 1,0 0,1 0,1 0,-1 9,-1 6,2 0,1 1,1 0,3 0,0 0,3 0,1 5,-1-22,2-1,0 1,1-1,0 1,2-1,0 0,1-1,0 0,2 0,0 0,0-1,2-1,0 1,11 10,2-3,1-1,1-2,0 0,2-2,0 0,1-2,0-2,2 0,-1-2,1-1,1-2,-1-1,11 0,68 7,0-6,1-4,25-5,-113 1,221 1,56 14,309 19,-549-33,131 1,79 16,-149-4,254 27,115-11,-290-26,196 32,-207-10,174 2,213-29,-503 0,0-3,0-4,20-6,-71 10,0-2,0 0,0-1,-1-2,0 0,-1-1,0-1,0-1,-1-1,-1 0,0-2,9-9,-7 3,-2-1,-1-1,0 0,-2-1,0-1,-2 0,-1-1,-1 0,-1-1,-2 0,0-1,-2 0,-1 0,-1 0,-1-8,-2 14,0 0,-2 0,0 1,-2-1,0 0,-1 1,-2 0,0 0,-1 0,-1 0,-1 1,0 1,-2 0,0 0,-1 1,-1 0,-1 1,-1 1,0 0,-2-1,-7-1,0 0,-1 2,-1 0,0 2,-1 1,-1 1,0 1,-9-1,-235-51,265 61,-157-22,-2 7,1 8,-64 7,-906-24,993 27,-15 1,-110-15,-199-60,23 39,45-10,247 33,0 6,-84 11,-263 47,438-45,48-6</inkml:trace>
  <inkml:trace contextRef="#ctx0" brushRef="#br0" timeOffset="-21855.013">13836 4773,'-9'2,"1"1,5 0,9 0,11-2,11 0,10 0,8-1,5-2,4-1,-2 0,-3 0,-5 2,-6 2,-9 3,-10 2</inkml:trace>
  <inkml:trace contextRef="#ctx0" brushRef="#br0" timeOffset="-21592.714">13943 5080,'18'10,"20"2,19-1,15-1,13-6,4-5,-12-3</inkml:trace>
  <inkml:trace contextRef="#ctx0" brushRef="#br2" timeOffset="30315.307">935 10160,'-1'20,"0"0,1-1,1 1,1-1,1 1,0-1,2 0,0 0,1 0,4 8,-6-14,0 1,1-1,0 0,1 0,0-1,1 0,0 0,1 0,0-1,1 0,1-1,-1 0,2 0,-1-1,1 0,1-1,-1-1,1 1,4 0,-11-7,1 0,-1 0,0-1,0 0,1 0,-1 0,0 0,0-1,1 0,-1 0,0 0,0-1,0 0,0 0,-1 0,1-1,0 1,-1-1,0 0,1 0,-1-1,0 1,-1-1,4-4,3-3,-1-1,0 0,-1 0,0-1,-1 0,-1-1,0 1,1-6,-3 11,-1 0,0-1,-1 1,1-1,-2 0,1 1,-1-1,-1 0,1 0,-1 0,-1 1,0-1,0 0,-3-8,4 16,0 1,0-1,-1 1,1-1,0 1,-1-1,1 1,-1-1,1 1,0-1,-1 1,1 0,-1-1,1 1,-1 0,1-1,-1 1,1 0,-1 0,0-1,1 1,-1 0,1 0,-1 0,0 0,1 0,-1 0,1 0,-1 0,0 0,1 0,-1 0,1 0,-1 0,1 0,-1 1,0-1,1 0,-1 0,1 1,-1-1,1 0,-1 1,1-1,-1 1,1-1,0 0,-1 1,1-1,-1 1,1-1,0 1,0 0,-1-1,1 1,0-1,0 1,0-1,-1 1,1 0,0 0,-15 37,10-8,1 1,2 0,1-1,2 1,2 11,-2-17,30 247,-26-140,-5 1,-6-1,-6 0,-6-1,-6 0,-16 43,0-50,40-122,0-1,0 1,0-1,0 1,0-1,-1 1,1-1,0 1,-1-1,1 0,-1 1,0-1,1 0,-1 1,0-1,0 0,0 0,0 0,0 0,0 0,0 0,0 0,-1 0,1 0,0-1,-1 1,1 0,0-1,-1 1,1-1,0 1,-1-1,1 0,-1 0,1 0,-1 1,1-1,-1-1,1 1,-1 0,1 0,-1 0,1-1,0 1,-1-1,1 1,-1-1,-4-7,-1 0,1-1,1 0,-1 0,1-1,1 1,0-1,-1-5,-7-13,-157-355,139 294,30 87,1-1,-1 0,1 0,0 0,0 0,0 1,0-1,0 1,1-1,-1 1,1-1,0 1,0 0,0-1,0 1,0 0,0 0,0 1,1-1,-1 0,0 1,1 0,0-1,-1 1,1 0,0 0,0 1,-1-1,1 0,0 1,0 0,0-1,0 1,3-1,335-91,-249 63</inkml:trace>
  <inkml:trace contextRef="#ctx0" brushRef="#br2" timeOffset="30698.295">1590 11778,'-2'-26,"2"0,1 0,1 0,1 1,1-1,1 0,2 1,0 0,1 1,2 0,1 0,0 1,8-11,23-22,-42 55,1 1,-1-1,1 1,-1 0,1-1,-1 1,1-1,-1 1,1 0,-1 0,1-1,-1 1,1 0,0 0,-1 0,1-1,0 1,-1 0,1 0,-1 0,1 0,0 0,-1 0,1 0,0 1,-1-1,1 0,-1 0,1 0,0 1,-1-1,1 0,-1 0,1 1,-1-1,1 1,-1-1,1 0,-1 1,1-1,-1 1,0-1,1 1,-1-1,0 1,1 0,-1-1,0 1,0-1,0 1,1 0,-1-1,0 1,0-1,0 1,0 0,0 0,4 15,-1 0,-1 1,0 0,-1-1,-1 1,-1 7,1 17,19 370,1-302,-7-76</inkml:trace>
  <inkml:trace contextRef="#ctx0" brushRef="#br2" timeOffset="31024.448">1924 10575,'21'9,"17"5,15 1,9-2,5-4,0-4,-6-1,-13-3</inkml:trace>
  <inkml:trace contextRef="#ctx0" brushRef="#br2" timeOffset="31274.817">2031 10869,'20'9,"23"3,21 0,14-5,10-6,0-3,-16 0</inkml:trace>
  <inkml:trace contextRef="#ctx0" brushRef="#br2" timeOffset="40603.632">5213 9626,'22'7,"25"2,21-3,20-4,13-3,6-1,-7-1,-16 6,-21 1</inkml:trace>
  <inkml:trace contextRef="#ctx0" brushRef="#br2" timeOffset="39495.305">5200 9960,'15'9,"16"13,12 13,11 14,6 11,3 8,1 7,-4 1,-8 0,-8-4,-9-8,-11-12,-10-16</inkml:trace>
  <inkml:trace contextRef="#ctx0" brushRef="#br2" timeOffset="39708.577">5587 10067,'-18'21,"-13"15,-6 14,2 9,1 8,5 6,7 3,6-1,4-6,5-14</inkml:trace>
  <inkml:trace contextRef="#ctx0" brushRef="#br2" timeOffset="40049.051">5934 10669,'3'6,"-1"0,1 0,0 0,0 0,1 0,-1-1,1 0,1 1,-1-1,1-1,0 1,0-1,0 0,0 0,1 0,0-1,0 0,0 0,0 0,0-1,0 0,1 0,-1-1,3 1,1-2,0 0,-1 0,1-1,-1 0,1-1,-1 0,0 0,1-1,-1-1,-1 1,1-1,0-1,-1 0,0 0,0 0,0-1,-1 0,0-1,0 0,-1 0,1 0,-2-1,1 0,-1 0,0 0,-1-1,0 1,0-1,-1 0,0-1,0 1,-1 0,-1-1,1 1,-2-1,1 1,-1-1,-1 0,0 1,0-3,-1 6,0 1,0 0,0 0,0 0,-1 1,0-1,0 0,0 1,-1 0,0 0,0 0,0 0,0 0,0 1,-1 0,1 0,-1 0,0 1,0-1,0 1,0 0,0 0,0 1,-1 0,-1-1,-6 0,0 1,0 0,0 0,0 1,0 1,0 0,0 1,1 0,-1 1,-3 2,-8 4,0 1,1 1,0 1,1 0,-15 13,-1 1</inkml:trace>
  <inkml:trace contextRef="#ctx0" brushRef="#br2" timeOffset="35617.848">3181 9265,'72'363,"-25"1,-17 1,-16 321,-14-679,1 238,26 690,-22-863,4-1,2 0,3-1,4 0,2-1,5 1,2-11</inkml:trace>
  <inkml:trace contextRef="#ctx0" brushRef="#br2" timeOffset="36931.132">3903 9987,'0'20,"7"19,11 11,12 9,9 3,6 0,1 2,0-4,-5-4,-8-3,-7-7,-8-11</inkml:trace>
  <inkml:trace contextRef="#ctx0" brushRef="#br2" timeOffset="37188.452">4197 10014,'-18'18,"-11"20,-7 17,-2 12,1 9,2 6,5-1,5-2,5-6,5-8,6-16</inkml:trace>
  <inkml:trace contextRef="#ctx0" brushRef="#br2" timeOffset="37438.78">4571 10575,'0'-16,"0"-12,2-10,1-4,0 2,-1 4,0 14,-1 16,0 22,-1 21,0 16,2 12,3 7,3 0,3-5,1-8,1-11,-1-13</inkml:trace>
  <inkml:trace contextRef="#ctx0" brushRef="#br2" timeOffset="38827.494">3676 9759,'4'0,"13"-2,18-3,16-3,15-3,10 1,6 2,3 3,-4 1,-10 5,-16 1</inkml:trace>
  <inkml:trace contextRef="#ctx0" brushRef="#br2" timeOffset="41628.104">4077 11618,'9'16,"10"14,12 11,11 9,10 3,4 3,3 0,-5 1,-7-2,-11-2,-12-10</inkml:trace>
  <inkml:trace contextRef="#ctx0" brushRef="#br2" timeOffset="41835.571">4531 11671,'-16'9,"-12"13,-8 13,-3 12,2 12,1 10,6 4,2 1,5-1,3-3,5-14</inkml:trace>
  <inkml:trace contextRef="#ctx0" brushRef="#br2" timeOffset="42047.048">4825 12086,'0'20,"-3"16,1 14,-1 6,0 4,4-2,6-6,6-8,0-10</inkml:trace>
  <inkml:trace contextRef="#ctx0" brushRef="#br2" timeOffset="42510.844">5440 11645,'9'20,"10"19,11 13,11 10,13 3,10 0,7-3,-1-2,-3-4,-7-8,-13-7,-14-8,-12-11</inkml:trace>
  <inkml:trace contextRef="#ctx0" brushRef="#br2" timeOffset="42755.833">5868 11684,'-21'14,"-13"18,-10 17,-4 17,-2 10,2 6,7 0,7-4,10-12,9-16</inkml:trace>
  <inkml:trace contextRef="#ctx0" brushRef="#br2" timeOffset="43046.315">6228 12313,'0'4,"1"1,-1-1,1 0,0 0,0 0,0 1,0-1,1 0,-1 0,1-1,0 1,0 0,1 0,-1-1,1 0,0 1,0-1,0 0,0 0,0-1,1 1,-1-1,1 1,0-1,0 0,0-1,0 1,0-1,0 0,0 1,0-2,0 1,1 0,-1-1,0 0,0 0,4-1,2 1,0-1,0 0,0-1,0 0,0-1,-1 0,1 0,-1-1,0 0,0-1,0 0,-1-1,1 1,-1-2,-1 1,1-1,-1 0,0 0,-1-1,1 0,-2-1,1 1,-1-1,0 0,-1 0,0 0,-1-1,3-9,-6 14,0 1,0-1,0 1,-1-1,1 1,-1-1,0 1,-1-1,1 1,-1 0,0 0,0 0,0 0,0 0,-1 0,1 0,-1 1,0-1,0 1,-1 0,1 0,-1 0,1 0,-1 1,0 0,0-1,0 1,0 1,0-1,-1 0,-6-2,-1 1,1 0,-1 0,0 1,1 1,-1 0,0 0,0 1,0 1,0 0,-1 1,-1 1,0 1,1 0,0 1,-1 0,1 1,1 1,0 0,0 1,0 0,1 0,0 2,0-1,1 1,1 1,-8 9,-12 20</inkml:trace>
  <inkml:trace contextRef="#ctx0" brushRef="#br2" timeOffset="43979.582">6964 9412,'-3'61,"2"0,3 0,3 0,2 0,5 8,4 44,14 289,-17 2,-27 199,2-12,14-464,5-1,16 71,-16-151,21 207,-32-208,0-37</inkml:trace>
  <inkml:trace contextRef="#ctx0" brushRef="#br2" timeOffset="48404.78">79 8797,'-26'121,"5"0,5 1,1 124,21 131,54 359,-55-688,37 458,-21 135,-23 347,29-572,-9-213,-9 56,-9-253,0-4,-1-1,1 0,0 0,0 1,-1-1,1 0,0 1,0-1,0 0,0 1,0-1,1 0,-1 0,0 1,1-1,-1 0,1 0,-1 1,1-1,-1 0,1 0,0 0,-1 0,1 0,0 0,0 0,0 0,0 0,0 0,0-1,0 1,0 0,0-1,1 1,-1-1,1 1,81-25,42-11,2 5,0 6,2 6,0 5,1 5,0 7,89 11,93 3,6-14,-140-6,165-4,233 24,-511-7,262 18,16-14,788-66,-813 56,337-9,-375-5,117 16,126 10,-15 26,177-39,-685 1,7 1,0 0,1 0,-1-1,0 0,0-1,0 1,0-1,1-1,-1 1,-1-1,1-1,0 1,0-1,-1 0,1-1,-1 1,0-1,0-1,-1 1,1-1,4-5,-1-9,-1 0,0 0,-1-1,-2 0,0 0,-1 0,-1-1,0 0,-2 1,-1-18,9-781,78-150,14 136,34 57,-128 729,-2 0,-2-1,-2 0,-2 0,-2 1,-5-19,-45-312,52 362,-2 0,0 1,-1-1,0 1,-1 0,-1 0,0 0,-1 1,-1 0,0 0,-1 1,-9-11,11 19,0 1,0 0,-1 1,1 0,-1 0,1 1,-1 0,0 0,0 0,0 1,0 1,0-1,0 1,0 1,0-1,0 1,-4 1,-19 0,-35-4,-1-3,1-3,-57-14,-16-2,-472-42,580 61,-269-36,-99 6,-70 19,-637-39,813 28,-665-38,-68 64,198 53,532-28,136-9,1 7,-81 24,178-32,-1-3,0-2,-1-4,-28-1,-315-6,303-28,29 4,32 17,1 2,-2 2,1 2,-11 2,52 2,0 0,-1 0,1-1,0 1,0 1,0-1,0 0,0 0,0 1,0-1,0 1,0 0,1-1,-1 1,1 0,-1 0,1 0,0 0,0 0,0 0,0 1,0-1,0 0,1 0,-1 1,1-1,-1 0,1 1,0-1,0 1,0 0,-5 18,-8 19</inkml:trace>
  <inkml:trace contextRef="#ctx0" brushRef="#br2" timeOffset="59881.59">9571 11137,'16'0,"12"0,8 0,7 0,6 0,5 0,5 0,6 0,4 0,0-3,-1 0,-6 1,-13-1</inkml:trace>
  <inkml:trace contextRef="#ctx0" brushRef="#br2" timeOffset="60153.873">9731 11324,'5'4,"10"2,14 0,16-1,16-2,12 0,6-2,4-1,-3 0,-9 2,-11 1,-16-1</inkml:trace>
  <inkml:trace contextRef="#ctx0" brushRef="#br2" timeOffset="60496.46">10373 10856,'-1'-1,"1"1,0-1,0 1,0-1,0 1,0-1,0 1,0-1,0 1,0-1,0 1,0 0,0-1,0 1,0-1,1 1,-1-1,0 1,0-1,0 1,1 0,-1-1,0 1,1-1,-1 1,0 0,1-1,-1 1,0 0,1-1,-1 1,1 0,-1 0,1 0,-1-1,0 1,1 0,-1 0,1 0,-1 0,1 0,-1 0,1 0,-1 0,1 0,-1 0,1 0,-1 0,1 0,-1 0,1 0,-1 0,0 1,1-1,-1 0,1 0,-1 1,21-1,0 1,0 1,-1 1,1 1,-1 1,0 1,0 0,-1 2,0 0,0 1,0 1,-2 1,1 0,-1 1,-1 1,13 13,-19-17,0 1,-1 0,0 0,0 0,-1 1,-1 1,0-1,0 1,-2 1,1-1,-1 1,-1 0,0 0,-1 0,0 0,-2 1,1-1,-1 1,-1-1,0 1,-1 0,-1-1,0 1,-2 4,-12 16,-1-1,-2-1,-1 0,-1-1,-2-2,-1 0,-1-2,-2 0,-1-2,0-1,-23 14,48-35,-29 23</inkml:trace>
  <inkml:trace contextRef="#ctx0" brushRef="#br2" timeOffset="61306.852">11482 10896,'1'13,"0"-1,1 0,0 1,1-1,1 0,0 0,0-1,1 1,0-1,1 0,1 0,0-1,0 0,1 0,0 0,0-1,1 0,1-1,9 7,2 0,1 0,1-1,0-1,1-1,0-1,1-2,0 0,24 4,-36-8,0-2,0 0,0 0,1-1,-1-1,1 0,0-1,-1-1,1 0,-1 0,1-2,-1 1,0-2,0 0,0 0,-1-1,1-1,-1 0,0-1,7-6,-14 7,-1 0,1-1,-2 1,1-1,-1 0,0 0,0-1,-1 1,1 0,-2-1,1 0,-1 1,-1-1,1 0,-1 0,-1 1,1-1,-1 0,0 1,-1-1,0 0,0 1,-1 0,0 0,0 0,-1 0,0 0,0 0,0 1,-1 0,0 0,0 0,5 5,-1 1,1-1,-1 0,1 1,-1-1,1 0,-1 1,1-1,-1 1,0-1,1 1,-1-1,0 1,0-1,1 1,-1 0,0-1,0 1,1 0,-1 0,0 0,0-1,0 1,0 0,1 0,-1 0,0 0,0 0,0 1,1-1,-1 0,0 0,0 0,0 1,1-1,-1 1,0-1,0 0,1 1,-1-1,1 1,-1-1,0 1,1 0,-1-1,1 1,-1 0,1-1,-1 1,1 0,0-1,-1 1,1 0,0 0,-1 0,1-1,0 1,-11 53,9 1,3-1,2 1,8 39,-1 1,2-1,-5 1,-4 0,-4 0,-5 0,-3-1,-5 0,-3 0,-11 21,26-108,-1 4,-1 1,0-1,0 0,-1 1,0-2,-1 1,-1-1,1 0,-2 0,1-1,-2 1,8-9,-1 1,1-1,-1 0,0 0,1 0,-1 0,0 0,1-1,-1 1,0 0,0-1,0 1,0-1,1 0,-1 1,0-1,0 0,0 0,0-1,0 1,0 0,0 0,0-1,1 1,-1-1,0 0,0 0,1 1,-1-1,0 0,1 0,-1-1,1 1,-1 0,1 0,-2-2,-42-60,40 55,-28-46,3-1,3-2,1-1,-13-51,38 108,0-1,0 1,1-1,-1 1,1-1,-1 1,1-1,0 1,0-1,0 1,0-1,0 1,0-1,0 0,0 1,0-1,1 1,-1-1,1 1,-1-1,1 1,-1 0,1-1,0 1,0 0,0-1,0 1,0 0,0 0,0 0,0 0,0 0,0 0,1 0,-1 0,0 0,1 0,-1 1,2-1,11-3,1 1,0 1,0 1,-1 0,1 0,0 2,10 1,9-1,155 2,-133-2</inkml:trace>
  <inkml:trace contextRef="#ctx0" brushRef="#br2" timeOffset="61571.668">12486 11845,'-3'16,"2"17,4 13,3 11,2 10,3 4,0 2,-1-3,4-6,0-10,4-11,-2-14</inkml:trace>
  <inkml:trace contextRef="#ctx0" brushRef="#br2" timeOffset="61868.877">12766 11137,'20'4,"16"2,16 2,13 0,8-2,4-1,-3-3,-7 0,-14-1</inkml:trace>
  <inkml:trace contextRef="#ctx0" brushRef="#br2" timeOffset="62121.258">12887 11444,'20'9,"21"3,19 0,17-3,-4-2</inkml:trace>
  <inkml:trace contextRef="#ctx0" brushRef="#br2" timeOffset="62427.016">13875 10896,'14'18,"13"16,14 12,13 13,14 7,11 7,6 1,-1 1,-5-5,-9-6,-12-10,-16-12,-15-13</inkml:trace>
  <inkml:trace contextRef="#ctx0" brushRef="#br2" timeOffset="62672.142">14397 10909,'-19'14,"-11"18,-9 17,-7 18,-4 17,-3 11,1 4,2-1,8-9,11-20</inkml:trace>
  <inkml:trace contextRef="#ctx0" brushRef="#br2" timeOffset="62956.45">14744 10989,'-2'14,"-1"13,0 16,1 15,0 10,1 8,1 4,-1-2,1-7,1-10,-1-10,0-11,2-18,4-19,2-19,0-6</inkml:trace>
  <inkml:trace contextRef="#ctx0" brushRef="#br2" timeOffset="63371.826">14731 11110,'-1'4,"-1"0,1 0,0-1,1 1,-1 0,1 0,-1 0,1 0,0 0,1 0,-1 0,1 0,0 0,0 0,0-1,0 1,0 0,1-1,0 1,0-1,0 1,0-1,3 3,28 45,2 0,2-3,3-1,28 25,3 5,-34-38,-36-39,0 1,0-1,0 0,0 0,0 0,0 0,0 0,0-1,0 1,0 0,0 0,0-1,0 1,0 0,0-1,0 1,-1-1,1 1,0-1,0 1,0-1,-1 0,1 0,0 1,-1-1,1 0,-1 0,1 0,-1 1,1-1,-1 0,1 0,-1 0,0 0,0 0,1 0,-1 0,0 0,0 0,0 0,0 0,0 0,0 0,0 0,-1 0,1 0,1-2,9-56,-3 1,-2-1,-3-50,-2 80,2-49,-3-1,-4 0,-3 1,-15-58,18 114,9 18,30 43,-12-10</inkml:trace>
  <inkml:trace contextRef="#ctx0" brushRef="#br2" timeOffset="63737.861">15439 11057,'-11'20,"1"1,0 1,1 0,2 0,0 0,1 1,2 0,-2 15,5-27,0 0,1-1,0 1,0 0,1 0,1-1,0 1,0-1,1 0,0 1,1-1,0 0,1-1,0 1,0-1,1 0,0 0,1-1,6 7,-10-12,1 0,-1 0,1 0,0 0,0-1,0 1,0-1,0 0,0 0,0-1,1 1,-1-1,1 0,-1 0,1-1,0 1,-1-1,1 0,-1 0,1-1,0 1,-1-1,1 0,-1 0,0-1,1 1,-1-1,0 0,0 0,0 0,0-1,0 1,0-1,-1 0,1 0,-1 0,0-1,0 1,0-1,0 0,-1 0,1-1,6-12,-2-1,0-1,-1 1,0-1,-2 0,0 0,-1-1,-1 1,-1-1,-1 1,-1-1,0 1,-1-1,-1 1,-1 0,-5-13,8 22,-1 0,0 1,-1 0,0-1,-1 1,1 0,-2 0,1 1,-1-1,-1 1,1 0,-1 1,-1-1,1 1,-1 0,-1 1,1 0,-1 0,0 0,-4-1,8 6,0 0,1 0,-1 1,0 0,1-1,-1 1,0 0,0 1,1-1,-1 1,0 0,1-1,-1 2,1-1,-1 0,1 1,0-1,-1 1,1 0,0 0,0 1,0-1,0 0,0 1,-52 76,48-67,1 0,1 0,0 1,1-1,1 1,-1 0,2 0,0 0,1 1,0-1,1 0,0 0,1 1,1-1,0 0,0 0,2 0,-1 0,2-1,0 1,0-1,1 0,1 0,0-1,0 0,1 0,2 1,27 17</inkml:trace>
  <inkml:trace contextRef="#ctx0" brushRef="#br2" timeOffset="64309.908">15935 10989,'-13'203,"13"-152,-1 199,7-835,-6 576,14-83,-13 89,-1 0,1 1,0-1,0 0,0 1,1-1,-1 1,0 0,1-1,0 1,-1 0,1 0,0 0,0 0,0 0,1 0,-1 1,0-1,1 1,-1 0,1-1,-1 1,1 0,0 1,-1-1,1 0,0 1,-1-1,1 1,0 0,10 2,-1 1,0 0,0 1,0 0,-1 1,1 0,-1 1,0 0,-1 1,0 0,1 1,-2-2,17 10,-1 1,-1 1,-1 2,15 15,-36-34,-1 1,1-1,-1 0,1 1,-1-1,0 0,0 1,1 0,-1-1,0 1,0 0,0-1,-1 1,1 0,0 0,-1 0,1 0,-1 0,0 0,1 0,-1 0,0 0,0 0,0 0,-1 0,1 0,0-1,-1 1,1 0,-1 0,0 0,0 0,1 0,-1-1,0 1,-1 0,1-1,0 1,0-1,-1 1,1-1,-1 0,1 1,-1-1,0 0,-97 47,88-45,1 0,-1 0,1 1,0 1,0-1,0 2,1-1,0 1,0 1,0 0,1 0,0 1,0 0,1 0,0 0,1 1,0 0,0 1,-4 8,9-11,-1 0,2-1,-1 1,1 0,0 0,0 0,1 0,-1-1,2 1,-1 0,1 0,0-1,0 1,1-1,0 0,0 0,1 0,-1 0,1 0,0-1,3 3,6 6,-1 0,2-2,-1 1,2-2,0 0,0 0,9 3,2-2,0-1,1-1,0-1,0-2,1 0,-1-2,2-1,-1-2,0 0,0-2,3-1,31-2</inkml:trace>
  <inkml:trace contextRef="#ctx0" brushRef="#br2" timeOffset="65738.191">18688 11484,'18'14,"9"13,4 16,-4 14,-5 12,-10 4,-13 2,-21-2,-21-8,-5-15</inkml:trace>
  <inkml:trace contextRef="#ctx0" brushRef="#br2" timeOffset="64715.347">17271 10254,'-27'28,"1"1,1 1,2 1,1 0,1 2,2 1,1 1,-3 11,-19 37,5 2,3 1,4 2,4 0,4 2,3 0,4 7,10-68,0 1,2-1,1 1,2-1,1 0,1 1,1-1,2-1,1 1,1-1,1-1,1 0,2 0,1-1,1-1,1 0,1-1,6 5,-6-11,1-1,0-1,1-1,1-1,0-1,1 0,1-2,0 0,0-1,1-2,0 0,18 3,17 0</inkml:trace>
  <inkml:trace contextRef="#ctx0" brushRef="#br2" timeOffset="64985.181">17244 10963,'18'23,"18"20,13 18,11 11,6 8,3 3,-1-3,-5-8,-9-12,-11-15,-14-13</inkml:trace>
  <inkml:trace contextRef="#ctx0" brushRef="#br2" timeOffset="65155.723">17699 10950,'-16'16,"-14"16,-11 17,-8 16,-3 12,2 10,4 1,7-3,11-10,11-16</inkml:trace>
  <inkml:trace contextRef="#ctx0" brushRef="#br2" timeOffset="65461.91">17993 11631,'2'-30,"0"0,3 0,0 0,2 0,5-12,-4 20,-8 23,0-1,-1 0,1 0,0 1,0-1,0 0,0 0,0 1,-1-1,1 0,0 1,0-1,0 0,0 1,0-1,0 0,0 1,0-1,0 0,0 1,0-1,0 0,0 1,1-1,-1 0,0 0,0 1,0-1,0 0,1 1,-1-1,0 0,0 0,0 1,1-1,-1 0,0 0,0 0,1 1,-1-1,0 0,1 0,-1 0,0 0,0 0,1 0,-1 1,0-1,1 0,-1 0,0 0,1 0,-1 0,0 0,1 0,-1 0,0 0,1-1,-1 1,0 0,1 0,-1 0,0 0,0 0,1-1,-4 271,4-256,1 0,0 1,1-1,0-1,2 1,-1 0,1-1,1 0,1 0,-1 0,2-1,0 0,0-1,6 5,13 11</inkml:trace>
  <inkml:trace contextRef="#ctx0" brushRef="#br2" timeOffset="66767.001">19250 10749,'7'20,"9"21,8 19,10 15,10 12,9 5,7 2,4-2,3-7,-3-11,-8-17,-14-17</inkml:trace>
  <inkml:trace contextRef="#ctx0" brushRef="#br2" timeOffset="66986.414">19611 10856,'-21'16,"-17"16,-15 17,-4 14,0 9,8 6,12 2,15-4,17-8,17-11,7-16</inkml:trace>
  <inkml:trace contextRef="#ctx0" brushRef="#br2" timeOffset="67322.518">19851 11418,'-1'6,"-1"1,1 1,0-1,1 0,-1 0,2 0,-1 0,1 0,0 0,0 0,1 0,0 0,0 0,0 0,1-1,0 1,1-1,-1 0,1 0,0 0,1-1,-1 1,1-1,0 0,1 0,3 2,-1-1,0 0,1 0,-1-1,1 0,1 0,-1-1,1 0,0-1,0 0,0-1,0 0,0 0,0-1,1 0,-1-1,0 0,1-1,1 0,-7 0,-1 0,0 0,0 0,0-1,0 1,0-1,0 0,-1 0,1 0,0-1,-1 1,0-1,0 0,0 0,0 0,0 0,0-1,-1 1,1-1,-1 0,0 1,0-1,-1 0,1 0,-1 0,0 0,0-1,0 1,1-6,-1-1,-1 1,1-1,-1 1,-1-1,0 1,-1-1,0 1,0 0,-1 0,-1-1,0 0,-1-1,-1 1,0 0,0 0,-1 0,0 1,-1 0,0 1,-8-8,13 14,0 0,0 1,0-1,0 1,0 0,0-1,-1 2,1-1,-1 0,1 1,-1-1,0 1,1 0,-1 0,0 1,0-1,0 1,0 0,0 0,1 0,-1 0,0 1,0 0,0 0,0 0,1 0,-1 0,0 1,1-1,0 1,-1 0,1 0,-1 1,-3 4,0 0,0 1,0 0,1 0,0 1,1 0,0 0,0 0,1 1,0-1,0 1,1 0,1 0,0 0,0 0,1 1,0-1,1 0,0 1,0-1,1 1,1-1,2 9,9 25</inkml:trace>
  <inkml:trace contextRef="#ctx0" brushRef="#br2" timeOffset="67605.76">20413 10415,'9'25,"12"24,14 22,10 20,9 16,4 16,-3 11,-9 11,-12 5,-21 2,-26-1,-32-5,-30-8,-28-10,4-26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5:07.0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27,'4'14,"12"11,10 8,12 8,7 3,6 4,-2 0,-4-1,-8-2,-10-1,-10-4,-7-7,-6-8</inkml:trace>
  <inkml:trace contextRef="#ctx0" brushRef="#br0" timeOffset="272.267">320 1,'-13'2,"-10"10,-3 12,2 13,1 14,3 10,2 8,3 6,1 2,0-2,4-12</inkml:trace>
  <inkml:trace contextRef="#ctx0" brushRef="#br0" timeOffset="529.583">614 415,'5'-16,"3"-12,4-8,0-3,2 2,-2 3,0 9,-3 13,-5 17,-3 19,-4 20,-2 15,0 14,1 8,1 4,4-1,1-15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5:01.2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1 749,'7'2,"11"4,14 0,15 1,20 2,22 0,20 0,19 1,15 1,9 3,2 2,-1 3,-9 2,-13 0,-17-2,-22-3,-25-5</inkml:trace>
  <inkml:trace contextRef="#ctx0" brushRef="#br0" timeOffset="556.512">41 1631,'25'7,"27"4,28 1,29-2,28-3,22-2,13-2,3 0,-5 3,-12 0,-17 1,-32-1</inkml:trace>
  <inkml:trace contextRef="#ctx0" brushRef="#br0" timeOffset="1175.857">1578 455,'164'294,"-129"-230,-2 1,-3 2,-4 1,-2 1,-3 1,-4 0,-2 2,-4 0,-2 1,-4 15,-6-57,-2-1,-2 1,0-1,-2 0,-1 0,-2-1,-1 0,-1-1,-1 0,-2-1,0-1,-2 0,-1-1,-1-1,-1 0,-23 20,-9 2,-1-2,-3-2,-2-2,-1-4,-2-1,-17 4,-61 25</inkml:trace>
  <inkml:trace contextRef="#ctx0" brushRef="#br0" timeOffset="1911.127">2033 588,'7'35,"2"-1,1 0,1-1,2 0,1-1,9 14,-10-20,46 95,-22-54,-3 2,-3 1,-3 2,-4 1,-2 1,-4 0,6 59,-23-101,-2 0,-2 0,0-1,-3 1,0-1,-2 0,-1-1,-2 0,0 0,-2-1,-2 0,0-2,-2 0,-1 0,-1-2,-1 0,-2-1,0-1,-1-2,-25 19,8-9,0-2,-2-1,-1-3,-1-1,-1-2,-31 9,-5-4</inkml:trace>
  <inkml:trace contextRef="#ctx0" brushRef="#br0" timeOffset="2554.162">2167 642,'160'-2,"1"6,0 8,-1 7,3 7,-69-4,0 3,-2 4,-1 5,-2 3,-1 4,-2 4,-2 4,37 31,-75-43,-2 3,-1 1,-3 2,-1 2,19 32,-8-21,-31-41</inkml:trace>
  <inkml:trace contextRef="#ctx0" brushRef="#br0" timeOffset="3850.51">1886 2247,'15'6,"0"-1,0 0,1-1,0-1,0 0,0-1,0-1,3 0,-1 0,116 4,0-6,0-5,0-7,83-20,-22-10,-3-9,-1-8,-4-9,149-78,76-58,-330 152,-82 52,1 1,0 0,-1-1,1 1,0-1,-1 1,1-1,-1 1,1-1,-1 1,1-1,-1 1,1-1,-1 0,1 1,-1-1,0 0,0 0,1 1,-1-1,0 0,0 0,0 1,0-1,1 0,-1 0,0 1,0-1,-1 0,1 0,0 0,0 1,0-1,0 0,-1 1,1-1,0 0,-1 0,1 1,-1-1,1 0,-1 1,1-1,-1 1,1-1,-1 1,1-1,-1 1,0-1,1 1,-1 0,0-1,0 1,-42-6,39 9,0-1,1 1,-1 0,1 0,0 0,0 0,0 1,0-1,1 1,-1 0,1 0,0 0,0 0,0 0,0 0,1 0,0 1,0-1,0 1,0-1,1 1,0-1,0 1,0-1,0 1,1-1,0 4,0-4,-1 0,1-1,-1 1,1 0,0-1,0 1,0-1,1 1,0-1,-1 1,1-1,0 0,0 0,1 0,-1 0,1 0,-1-1,1 1,0-1,0 1,0-1,0 0,1 0,-1-1,0 1,1-1,-1 1,1-1,0 0,0-1,12 4,0-1,0-1,0 0,0-1,0-1,8-1,-8 0,0-1,0 0,0-1,0 0,-1-1,1-1,-1-1,0 0,2-2,-11 4,1 1,-1-1,0-1,0 1,0-1,-1 0,0-1,0 1,0-1,-1 0,1 0,-1-1,-1 1,1-1,-1 0,-1 0,1 0,-1 0,0 0,0-6,-1 5,0-1,-1 0,0 0,0 0,-1 0,0 0,0 1,-1-1,-1 0,1 1,-1 0,-1-1,0 1,0 1,0-1,-1 0,0 1,0 0,-1 0,0 1,-1-1,1 1,-1 1,0-1,0 1,-3-1,-4-3,0 1,-1 1,0 0,0 1,0 1,-1 0,1 1,-1 1,0 0,0 1,-1 1,1 1,0 0,-2 1,10-1,0 0,-1 1,1 0,0 0,0 1,0 0,0 0,0 1,0 0,1 1,-1-1,1 1,0 1,0 0,0 0,1 0,0 0,0 1,0 0,1 1,0-1,0 1,0 0,1 0,0 0,1 1,0 0,0-1,0 1,1 0,0 0,0 1,1-1,0 0,1 0,0 1,0-1,3 3,0-1,0 0,1 0,1 0,-1 0,1-1,1 0,0 0,0 0,1-1,4 4,35 35</inkml:trace>
  <inkml:trace contextRef="#ctx0" brushRef="#br0" timeOffset="4407.022">4787 1485,'20'2,"23"1,23 0,22 1,28 1,31 1,36 2,41 5,39 1,37 4,26 3,13 0,-7-1,-25-2,-65-3</inkml:trace>
  <inkml:trace contextRef="#ctx0" brushRef="#br0" timeOffset="9622.804">6057 0,'5'19,"0"0,1 0,1-1,1 0,0 0,2-1,0 0,1-1,0 0,1 0,1-2,0 1,2-2,-1 0,1 0,8 3,-1 2,1-2,1 0,0-2,1 0,0-2,1-1,1-1,0-1,0-1,1-2,5 0,-30-5,1 0,0 0,0-1,0 1,-1-1,1 0,0 0,0-1,0 1,0-1,-1 1,1-1,0-1,-1 1,1 0,0-1,-1 0,0 0,1 0,-1 0,0 0,0-1,0 1,-1-1,1 0,-1 0,1 0,-1 0,0 0,0-1,0 1,0-1,0-2,0-7,-1 0,0-1,-1 0,-1 1,0-1,-1 1,0-1,-1 1,0 0,-1 0,-1 0,0 1,-1-1,-3-5,-12-12,21 30,-1 0,1 0,0 0,-1 0,1 0,-1 0,1 0,-1 0,1 0,0 0,-1 0,1 1,-1-1,1 0,0 0,-1 0,1 1,0-1,-1 0,1 0,0 1,-1-1,1 0,0 1,0-1,-1 0,1 1,0-1,0 0,-1 1,1-1,0 1,0-1,0 0,0 1,0-1,0 1,0-1,0 1,0-1,0 0,0 1,0-1,0 1,0-1,0 0,0 1,0-1,0 18,1-1,0 1,1-1,1 0,1 0,0 0,2 1,2 12,17 77,-4 1,5 103,-24-186,3 20,-3 1,-2 0,-1 0,-3 0,-3 9,7-51,-1 1,1-1,-1 0,0 1,0-1,-1 0,1 1,-1-1,0 0,0 0,0-1,0 1,-1 0,0-1,0 1,0-1,0 0,0 0,-1 0,1 0,-1-1,0 1,0-1,0 0,0 0,0-1,0 1,0-1,0 0,-1 0,-2 0,-5-3,0-1,0-1,0 0,1 0,0-2,0 1,0-1,1-1,0 0,0 0,0-1,1 0,1-1,-1 0,1 0,1-1,-1 0,-1-5,-11-11,2-1,1 0,1-1,2-1,0-1,2 0,0-5,12 33,-1 1,0-1,0 1,0-1,0 1,0-1,1 1,-1-1,1 0,-1 1,1-1,0 0,-1 1,1-1,0 0,0 1,0-1,0 0,1 1,-1-1,0 0,1 1,-1-1,1 0,-1 1,1-1,0 1,0-1,0 1,0 0,0-1,0 1,0 0,0-1,0 1,1 0,-1 0,0 0,1 0,-1 0,1 1,95 15,3 8,1-4,1-5,1-4,16-4,-112-6,1 1,0 0,-1-1,1 0,0-1,0 0,0 0,-1-1,1 0,0 0,-1 0,0-1,0 0,0-1,0 0,4-2,46-43,-57 50,1-1,0 0,-1 0,1 0,-1 0,1 1,0-1,-1 0,1 0,-1 1,1-1,-1 0,1 1,-1-1,1 1,-1-1,0 1,1-1,-1 0,0 1,1 0,-1-1,0 1,1-1,-1 1,0-1,0 1,0 0,0-1,0 1,1-1,-1 1,0 0,0-1,0 1,-1-1,1 1,0 0,0-1,0 1,0-1,-1 1,1 1,-8 236,30-52,-5-101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5:08.7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1,'9'16,"10"12,13 10,11 9,8 6,6 4,1 0,1-5,-6-3,-7-3,-7-8,-8-7,-9-9</inkml:trace>
  <inkml:trace contextRef="#ctx0" brushRef="#br0" timeOffset="201.424">495 1,'-13'9,"-12"12,-11 14,-5 15,-6 12,-1 9,3 7,4 1,8-2,8-6,9-12,8-15</inkml:trace>
  <inkml:trace contextRef="#ctx0" brushRef="#br0" timeOffset="526.55">602 576,'0'5,"0"1,1 0,0 0,0-1,0 1,1-1,-1 1,2-1,-1 0,0 1,1-1,0 0,0-1,1 1,-1-1,1 1,0-1,0 0,1 0,-1-1,1 1,0-1,-1 0,1 0,1-1,-1 1,0-1,1 0,1 0,6 1,0 1,0-2,0 0,0 0,0-1,1-1,-1 0,0-1,0 0,0-1,0-1,6-1,-12 2,0 0,0 0,1 0,-1-1,-1 0,1 0,0 0,-1-1,0 0,0-1,0 1,0-1,-1 0,1-1,-1 1,-1-1,1 0,-1 0,0-1,-1 1,1-1,-1 0,0 1,-1-2,0 1,0 0,0 0,-1-1,0 1,-1-5,-2 3,-2 1,1 0,-1 0,0 0,-1 0,0 1,0-1,0 1,-1 0,0 1,-1 0,1 0,-1 0,0 1,-1 0,1 0,-1 1,0 0,0 0,0 1,-1 0,1 0,-1 1,0 0,0 0,1 1,-1 1,0-1,0 2,0-1,0 1,0 0,0 1,1 0,-1 0,1 1,-1 0,1 1,0 0,-3 1,1 3,1 0,0 0,1 1,0 0,0 0,0 1,2 0,-1 0,1 1,0 0,1 0,1 0,0 0,0 1,-1 8,-10 45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2:31.3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11,'0'-4,"0"-2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3:39.6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139 8,'-7'2,"1"0,-1 0,1 1,0 0,-1 0,1 0,1 1,-1 0,0 0,1 0,0 1,0 0,0 0,1 0,-1 0,1 1,1 0,-1 0,1 0,0 0,0 0,1 1,-1-1,2 1,-2 4,-2 6,1 1,0-1,2 1,0 0,0-1,2 1,0 0,2 0,-1-1,2 1,1-1,0 1,1-1,0 0,2-1,0 1,1-1,0-1,11 14,-16-25,0 1,1-1,-1 0,1 0,0-1,0 1,0-1,1 0,-1 0,1-1,0 1,0-1,0 0,0 0,0 0,0-1,0 0,1 0,-1 0,0-1,1 0,-1 0,0 0,1 0,-1-1,0 0,1 0,-1-1,0 1,0-1,0 0,0-1,0 1,-1-1,1 0,3-3,5-8,-1-1,0 0,-1-1,-1 0,0-1,-1 0,-1 0,-1-1,0 0,-2-1,0 1,0-1,0-18,-2 29,-1-1,0 1,0-1,-1 0,0 0,-1 0,0 0,0 0,-1 0,0 1,0-1,-1 0,-1 0,1 1,-1 0,-1-1,1 1,-1 0,-1 0,0 1,0 0,0-1,-1 2,0-1,-1 1,1 1,-1-1,0 2,0-1,0 1,-1 0,0 1,0-1,1 2,-2-1,1 1,0 0,0 1,-1 0,1 0,-1 1,1 0,-1 0,1 1,-1 0,1 1,0 0,0 0,0 0,0 1,0 1,0-1,-2 3,2 1,0 1,1 0,0 0,0 0,1 1,0 0,0 1,1-1,1 1,-1 0,2 1,-1-1,1 0,1 1,0 0,0 0,1 0,1-1,0 1,0 0,1 0,0 0,1 0,0-1,1 1,0-1,2 4,12 17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3:42.4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0 507,'62'-115,"59"-82,-32 56,-54 89,-34 52,0 0,-1-1,1 1,0 0,-1 0,1 0,0 0,-1 0,1 0,0 0,-1 0,1 0,0 0,-1 0,1 0,-1 1,1-1,0 0,-1 0,1 1,-1-1,1 0,0 1,-1-1,1 1,-1-1,1 0,-1 1,0-1,1 1,-1 0,1-1,-1 1,0-1,0 1,1-1,-1 1,0 0,0-1,0 1,1 0,-1-1,0 1,0 0,0-1,0 1,0 0,0-1,-1 1,1 0,0-1,0 1,0 0,-1-1,1 1,0-1,0 1,-1-1,1 1,-1 0,1 0,-4 315,3 29,2-344,-1 0,0 0,0 1,0-1,0 0,0 1,0-1,0 0,-1 1,1-1,0 0,-1 0,1 1,-1-1,1 0,-1 0,0 0,1 0,-1 0,0 0,0 0,0 0,0 0,0 0,0 0,0 0,0-1,0 1,0 0,0-1,-1 1,1-1,0 1,-1-1,21-9,34 4,-1 2,1 2,13 3,55 14,-121-15,-6-1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3:40.5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1 387,'83'-209,"-4"41,-79 167,0 1,0 0,0-1,0 1,0-1,0 1,0 0,0-1,1 1,-1-1,0 1,0 0,0-1,1 1,-1 0,0-1,1 1,-1 0,0 0,0-1,1 1,-1 0,0 0,1-1,-1 1,1 0,-1 0,0 0,1 0,-1 0,1 0,-1 0,0-1,1 1,-1 0,1 0,-1 1,1-1,-1 0,0 0,1 0,-1 0,1 0,-1 0,0 0,1 1,-1-1,0 0,1 0,-1 1,0-1,1 0,-1 0,0 1,1-1,-1 0,0 1,0-1,0 0,1 1,-1-1,0 0,0 1,0-1,0 1,0-1,1 0,-1 1,0-1,0 1,7 33,-7-31,6 73,-3 0,-4 0,-10 74,7-95,-4 95,13-129,-1-22</inkml:trace>
  <inkml:trace contextRef="#ctx0" brushRef="#br0" timeOffset="4542.759">28 600,'0'3,"2"2,4 1,2-1,2-1,3-1,2-1,4 1,3 0,3 0,0-4,2-2,-4-2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3:41.3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1 407,'16'-40,"168"-275,-178 305,30-31,-35 41,1 1,-1 0,0-1,0 1,0 0,0 0,0-1,0 1,0 0,0 0,0 0,0 0,-1 1,1-1,0 0,-1 0,1 0,-1 1,1-1,-1 0,0 0,1 1,-1-1,0 0,0 1,0-1,0 0,0 2,0-2,5 54,-2 1,-2-1,-3 0,-7 37,7-68,-13 188,15-210,-1 1,0 0,1 1,0-1,-1 1,2-1,-1 0,0 1,1-1,-1 1,1-1,0 0,0 1,0-1,0 0,1 0,0 0,-1 0,1 0,0 0,0-1,0 1,1 0,0 0,7-1</inkml:trace>
  <inkml:trace contextRef="#ctx0" brushRef="#br0" timeOffset="2735.335">121 648,'0'2,"0"4,2 0,3-1,6-1,5-1,4-2,6 0,3-1,1 0,-3 2,-2 1,-5 2,-5 2,-7 1,-5-2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46.9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0 493,'1'-8,"1"-1,0 1,0 0,0 0,1 0,0 0,1 1,0-1,0 1,1-1,6-12,17-31,-3-1,-2-1,-2-1,-2-1,-3-1,-1-8,-16 167,14 386,-13-480,-1-6,1 0,-1-1,1 1,0-1,-1 1,1 0,1-1,-1 1,0 0,1-1,-1 1,1 0,0-1,0 1,0-1,0 1,0-1,1 0,-1 0,1 1,-1-1,1 0,0 0,0 0,0-1,0 1,2 1,6-1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47.9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161 172,'-7'0,"1"-1,0 2,-1-1,1 1,0-1,-1 2,1-1,0 1,0 0,0 0,0 1,0-1,1 1,-1 1,1-1,0 1,0 0,0 0,0 0,1 1,0 0,-1-1,2 2,-1-1,1 0,0 1,0 0,0-1,1 1,0 0,0 0,0 1,1-1,0 3,0 2,1 1,0 0,1 0,0-1,1 1,1-1,0 1,0-1,1 0,0 0,1-1,0 1,1-1,0 0,1 0,0-1,0 0,1 0,0-1,1 0,0 0,0-1,0 0,1-1,0 0,1 0,-1-1,1 0,0-1,0-1,0 1,1-2,-1 0,1 0,-1-1,1 0,0-1,0 0,1-1,-3-1,-1-1,0 1,1-2,-2 1,1-1,0 0,-1-1,1 0,-1-1,-1 1,1-1,-1-1,0 0,0 0,-1 0,0 0,0-1,-1 0,0-1,-1 1,1-1,2-8,-1 0,0 0,-1-1,-1 1,0-1,-1 0,-2 0,1-1,-2 1,0 0,-2 0,-2-15,3 23,0 0,0 0,-1 1,-1-1,1 1,-2-1,1 1,-1 0,-1 0,1 0,-2 1,1-1,-1 1,0 1,-1-1,0 1,0 0,0 1,-1-1,0 1,-1 1,1 0,-1 0,0 1,0 0,0 0,0 1,-1 0,0 1,-5-1,3 3,1 2,-1-1,1 1,0 1,-1 0,1 1,1 0,-1 0,1 1,-1 1,2 0,-1 0,0 1,1 0,1 0,-1 1,1 0,0 1,-5 8,7-9,-1 0,2 0,-1 1,1-1,1 1,0 1,0-1,0 0,1 1,1 0,0 0,0 0,1 0,0 0,1 0,0 0,0 0,1 0,0 0,1 0,0 0,4 7,22 33,6-9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48.4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129 226,'-7'6,"0"1,0-1,1 1,0 0,0 1,1-1,0 1,0 0,1 1,0-1,0 1,1 0,0-1,1 1,0 1,0-1,1 0,0 0,1 1,0-1,0 0,1 1,1-1,-1 0,1 0,1 0,-1 0,2 0,-1-1,1 1,1-1,2 4,-1-3,1 0,1-1,0 0,0-1,1 1,-1-2,2 1,-1-1,1 0,-1-1,2 0,-1-1,0 0,1-1,0 0,0 0,0-1,0-1,0 0,0 0,0-1,0-1,1 0,-1 0,0-1,0 0,-1-1,1-1,0 1,-1-2,0 1,0-1,0-1,-1 0,0 0,0-1,5-5,-5 1,0 0,-1-1,0 0,-1 0,0-1,-1 0,-1 0,0-1,-1 1,0-1,-1 0,0 0,-2 0,1 0,-2-1,0 1,0 0,-2-1,1 1,-2 0,0 0,-1 0,0 1,-5-10,5 11,-1 0,0 0,-1 1,-1 0,1 0,-2 0,0 1,0 0,-1 1,0-1,0 2,-1-1,0 1,-1 1,0 0,0 1,0 0,-1 0,0 1,0 1,0 0,0 0,-1 1,0 1,0 0,1 1,-6 1,6 0,0 2,1 0,-1 0,0 1,1 0,0 1,0 1,0-1,0 2,1 0,0 0,0 0,0 1,1 1,0 0,-1 1,5-4,-1 1,1 0,0 0,1 0,-1 0,1 1,1 0,-1 0,1 0,0 0,1 0,-1 1,1-1,1 1,0-1,0 1,0 0,1-1,0 1,0 0,1-1,0 1,1 0,0-1,0 2,2-1,-1 0,1-1,0 1,1-1,0 0,0 0,1-1,0 0,0 0,0 0,1 0,2 1,38 25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49.0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101 189,'-4'12,"0"0,1 1,1-1,0 0,0 1,1-1,1 1,0-1,1 1,0-1,1 1,1-1,-1 0,2 1,0-2,0 1,1 0,1-1,0 0,0 0,1-1,1 1,4 4,-5-8,1 1,0-1,0 0,1 0,0-1,0 0,1-1,-1 0,1-1,0 0,0 0,1-1,-1 0,1-1,-1 0,1-1,0 0,0-1,0 0,-1 0,1-1,0-1,0 0,-1 0,1-1,-1 0,0-1,0-1,0 1,-1-1,1-1,-1 0,-1 0,1-1,-1 0,0 0,0-1,0-1,-2 0,0 0,-1 0,0 0,-1-1,0 0,0 0,-1 0,0 0,-1 0,0-1,-1 1,0-1,-1 1,0-1,0 1,-2-10,-1 2,0 0,-1 0,-1 0,-1 1,0-1,-1 2,-1-1,-1 1,-3-4,7 11,0 1,0 0,-1 0,0 0,-1 1,0 0,0 0,0 1,-1 0,0 0,0 1,-1 0,1 0,-1 1,0 0,0 1,0 0,-1 0,1 1,-1 0,0 1,1 0,-1 0,0 1,0 0,1 1,-1 0,0 1,1 0,-1 0,-4 3,-2 2,0 2,1-1,0 2,1 0,0 0,1 2,0 0,1 0,0 1,1 0,0 1,1 1,1-1,0 1,1 1,0 0,2 0,0 1,1-1,0 1,0 8,1 7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59.1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1 554,'100'-301,"-24"67,-69 215,-6 59,-9 31,-4 32,3 1,5 0,9 88,3-130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59.9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111 230,'-9'5,"1"1,1 0,-1 0,1 0,0 1,0 0,1 0,0 1,0 0,1 0,0 0,0 0,1 1,0 0,0 0,1 0,1 1,-1-1,2 0,-1 1,1 0,1-1,-1 1,2 0,-1-1,1 1,1 0,0-1,0 0,1 1,0-1,1 0,-1 0,2-1,-1 1,2-1,-1 0,2 1,2-1,1 0,0-1,1 0,0-1,0 0,0 0,1-1,0-1,0 0,0-1,0 0,0-1,1 0,-1-1,1 0,0-1,-1-1,1 0,-1 0,1-1,-1-1,0 0,0-1,0 0,0-1,-1 0,0-1,0 0,0-1,0 1,-2-1,1-1,-1 1,0-1,0-1,-1 0,-1 0,1-1,-1 1,-1-2,0 1,0-1,-1 0,-1 0,1 0,-2-1,0 1,0-1,-1 0,0 0,-1 0,-1 0,0 0,0 0,-1 0,-1 0,0 0,-1 1,0-1,0 0,-1 1,-3-5,-2-2,-1 1,0 0,-1 1,-1 0,0 0,-2 1,1 1,-2 0,0 1,0 1,-2 0,1 1,-1 1,-17-8,28 16,0 0,1 0,-1 0,0 1,0 0,1 0,-1 0,0 1,0 0,0 0,0 0,0 1,0 0,0 0,1 1,-1-1,0 1,1 0,-1 1,1 0,0-1,0 2,0-1,0 0,0 1,1 0,0 0,0 1,0-1,0 1,0 1,-4 7,1 0,0 1,1-1,1 2,0-1,1 1,1-1,0 1,1 0,0 0,1 1,1-1,0 0,2 0,-1 0,2 0,0 0,12 52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0.7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149 228,'-10'7,"0"1,1 1,0-1,1 1,0 1,0-1,1 2,0-1,1 1,0 0,1 0,0 0,0 1,2 0,-1 0,2 0,-1 0,1 1,1-4,0-1,1 1,0-1,0 0,0 1,1-1,0 0,1 1,0-1,1 0,-1 0,1 0,1-1,-1 1,1-1,1 0,-1 0,1 0,1 0,-1-1,1 0,0 0,1-1,-1 1,1-1,5 2,-3-1,1-1,-1-1,1 0,0 0,0-1,1 0,-1-1,1 0,-1 0,1-1,0-1,-1 0,1 0,0-1,-1-1,1 0,-1 0,0-1,1 0,-1 0,-1-1,1-1,0 0,-1 0,0-1,0 0,-1-1,3-2,2-7,-1 0,-1 0,0-1,-2-1,0 0,0 0,-2-1,0 1,-2-2,0 1,-1-1,0 1,-2-1,-1 0,0 0,-1 0,-1 0,-2 0,1 0,-3-3,3 12,0 1,-1 0,0 0,0 1,-1-1,-1 1,1 0,-1 0,-1 0,0 0,0 1,-1 0,0 1,0-1,-1 1,0 1,0-1,0 1,-1 1,0 0,0 0,-1 0,1 1,-1 1,0 0,0 0,0 1,0 0,-6 0,2 3,1 0,-1 1,1 0,0 1,0 1,0 0,1 1,-1 0,1 1,0 0,1 1,-1 0,2 1,-1 1,1-1,0 1,0 1,1 0,1 0,0 1,0 0,1 1,0-1,1 1,1 1,0-1,0 1,1 0,1 0,0 0,1 0,0 1,1-1,1 0,0 8,1-10,0 0,0 1,1-1,0 0,1 0,1 0,-1-1,2 1,3 6,19 29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1.6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1 394,'149'-274,"-110"170,-32 89,0 43,-14 192,2-132,3 1,5-1,5 24,1-57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2.7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0 554,'3'-37,"1"0,1 0,3 0,10-31,5-28,-11 42,-3 1,-2-2,-2-12,-10 55,-4 32,0 22,2 0,3 1,1-1,2 1,1-1,5 23,14 101,-6-96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3.3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176 168,'-7'0,"0"-1,0 1,0 0,1 1,-1 0,0 0,0 0,0 1,1 0,-1 0,1 1,-1-1,1 2,0-1,0 1,0-1,1 2,-1-1,1 1,0-1,1 1,-1 1,1-1,0 1,-2 2,3 0,-1 1,1 0,1 0,0 0,0 0,0 0,1 1,1-1,0 0,0 1,1-1,0 0,0 0,1 1,0-1,1 0,0-1,0 1,1 0,0-1,1 0,0 0,0 0,0-1,1 1,0-1,1-1,0 1,3 1,-1 1,2 0,-1-1,1-1,0 0,0 0,1-1,0 0,0-1,1-1,-1 0,1-1,0 0,0 0,0-2,0 0,0 0,0-1,0-1,1 0,10-2,-14-1,1 1,-1-2,0 1,0-1,-1-1,1 0,-1 0,-1-1,1 0,-1 0,0-1,-1 0,0 0,0-1,-1 0,0 0,0-1,0-2,2-4,-1 0,0-1,-1 0,-1 0,-1 0,0 0,-1-1,-1 1,-1-1,-1 0,0 0,0 8,-1-1,0 1,0-1,-1 1,-1 0,1-1,-2 1,1 1,-2-1,1 0,-1 1,-1 0,1 0,-2 1,1-1,-1 1,0 1,-1-1,0 1,0 1,0-1,-1 1,0 1,0 0,-1 0,1 1,-1 0,0 0,-10-1,7 4,-1 0,1 1,0 0,0 1,-1 1,1 0,0 1,0 1,1-1,-1 2,1 0,0 0,0 2,0-1,1 1,0 1,1 0,-1 0,2 1,-1 1,-1 2,8-8,-1 0,1 0,0 1,0-1,1 1,-1 0,1 0,0 0,1 0,-1 0,1 1,0-1,0 0,1 1,-1-1,1 0,0 1,1-1,-1 0,1 1,0-1,1 0,-1 1,1-1,1 1,17 33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3.9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0 534,'9'-50,"3"1,1 0,20-46,-6 16,35-112,-53 171,-9 20,0 0,0 0,-1 0,1 1,0-1,0 0,0 0,0 1,-1-1,1 0,0 1,0-1,0 0,0 0,0 1,0-1,0 0,0 1,0-1,0 0,0 0,0 1,0-1,0 0,0 1,0-1,0 0,0 0,1 1,-1-1,0 0,0 1,0-1,0 0,1 0,-1 0,0 1,0-1,0 0,1 0,-1 0,0 1,0-1,1 0,-1 0,0 0,1 0,-1 0,0 0,0 0,1 1,-1-1,0 0,1 0,-1 0,0 0,0 0,1 0,-1-1,0 1,-44 210,31-150,2 0,3 0,3 1,2 54,7-67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4.4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85 300,'-11'12,"1"1,0 1,0 0,2 0,0 1,0 0,-1 4,7-13,0-1,1 1,-1-1,1 1,0 0,0 0,1 0,-1 0,2-1,-1 1,0 0,1 0,0 0,1-1,-1 1,1 0,0-1,0 1,1-1,0 0,0 0,0 0,6 5,1-1,1-1,0 0,0 0,0-1,1-1,0 0,0 0,0-1,1-1,0 0,0-1,0 0,0-1,0 0,1-1,-1-1,0 0,1-1,-1 0,0-1,9-3,-6 3,0-2,0 0,-1-1,1-1,-1 0,0-1,-1 0,0-2,0 1,0-2,-1 0,-1 0,0-1,0-1,-1 0,-1 0,0-1,0-1,-2 0,1 0,-2 0,0-1,-1 0,0-1,-1 1,-1-1,0 0,-2 0,1 0,-2-1,0 1,-2-9,1 14,-2 0,0 0,0 0,-1 1,0-1,-1 1,0 0,0 0,-1 0,-1 0,1 1,-2 0,1 0,-1 1,-1 0,1 0,-1 0,-1 1,1 0,-1 1,0 0,-1 0,0 1,1 1,-2-1,1 2,0-1,-3 1,-1-1,1 2,0 0,0 1,-1 0,1 1,-1 0,1 1,-1 1,1 0,0 1,0 0,0 1,1 1,-1 0,1 0,0 1,0 1,1 0,0 1,0 0,0 0,1 1,1 1,0-1,0 2,1-1,0 1,0 0,2 1,-1 0,-3 11,1 1,1 1,1-1,1 1,1 1,1 0,-3 41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5.5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1 572,'-1'-19,"1"0,1 0,0 0,1-1,2 1,0 1,0-1,2 1,4-9,-1-2,20-69,-3-2,-1-25,-20 102,-18 212,4-88,5 0,7 70,2-119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6.6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172 308,'-6'-1,"1"1,-1-1,0 1,1 0,-1 0,1 1,-1-1,0 1,1 1,-1-1,1 1,0 0,0 0,0 0,0 1,0 0,0 0,0 0,1 0,-1 1,1 0,0 0,1 0,-1 0,1 1,-1-1,1 1,-1 4,-1-2,1 0,0 0,1 1,0 0,0 0,0-1,1 2,1-1,-1 0,1 0,0 1,1-1,0 0,1 1,-1-1,2 0,-1 0,1 0,0 0,1 0,0 0,0 0,0-1,1 1,0-1,1 0,0 0,0-1,0 1,1-1,1 1,5 1,0-1,0 0,1-1,-1 0,2-1,-1-1,0 0,1 0,0-1,0-1,0-1,0 0,0 0,0-1,0-1,0-1,0 0,0-1,-1 0,1-1,-1 0,0-1,0-1,0 0,-1-1,0 0,0-1,0 0,-1-1,-1 0,0-1,0 0,0-1,-2 1,1-2,-1 1,-1-2,0 1,0-3,-1-3,-1 0,-1 0,-1-1,0 1,-2-1,0 1,-1-1,0 0,-2 1,0-1,-2 1,0 0,0 0,-2 0,0 0,-1 1,-1 0,-1 0,0 1,-1 0,-1 1,0 0,-1 1,-12-12,19 21,-1 1,1-1,0 1,-1 0,0 1,0 0,0-1,-1 2,1-1,-1 1,1 0,-1 0,0 1,0 0,1 0,-1 0,0 1,0 0,0 1,0-1,0 1,0 1,1-1,-1 1,1 1,-1-1,1 1,0 0,-1 0,-4 4,0 0,1 1,0 0,0 1,1 0,0 1,0 0,1 0,1 1,-1 0,2 0,0 0,0 1,1 0,0 0,1 1,1-1,0 1,0 0,1 0,1 0,0 0,1 0,1 0,0 0,0 0,1 0,3 10,15 29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7.1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0 535,'8'-38,"1"0,1 1,2 0,15-30,16-47,-2-78,-40 181,-1 17,-3 22,-7 100,6 0,6 16,13-33,-4-72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7.6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1 470,'-1'-29,"2"-1,1 1,1 0,2 0,1 1,1-1,1 1,2 1,0-1,3 0,29-93,-37 86,-13 42,-4 16,1 0,0 1,2 0,1 1,0 0,0 10,-1-5,1-1,2 2,1-1,1 0,2 1,0 0,3 0,0 0,2-1,1 1,2-1,1 0,9 25,3-17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9.2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0 473,'35'-88,"-4"-3,-5 0,15-91,-39 162,-5 28,-8 36,-7 47,4 1,4 1,2 52,9-80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9.8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81 515,'-16'-61,"3"0,3-1,2 0,0-62,11-13,2 129,-3 27,-28 267,17-82,8-154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0.5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13 124,'0'2,"-5"29,1 1,1-1,2 1,2-1,1 1,1-1,1 1,2-1,2 2,-6-26,0-1,1 0,0 0,0-1,0 1,1-1,0 1,0-1,0 0,0 0,1-1,0 0,0 1,0-1,1-1,-1 1,1-1,0 0,0-1,0 1,0-1,0 0,0-1,1 1,-1-1,1 0,-1-1,1 0,-1 0,1 0,5-2,4-2,1-2,-1 0,0-1,0-1,-1 0,0-1,-1 0,0-2,0 1,-1-2,0 0,-1 0,-1-1,0-1,-1 0,3-4,-6 10,-1-1,0 1,-1-1,0 0,0 0,-1 0,0-1,-1 1,0-1,0 0,-1 0,0 0,-1-1,0 1,-1 0,0 0,0-1,-1 1,-1 0,0 0,0 0,-1 0,0 0,0 0,-1 1,-1 0,0 0,0 0,0 0,-1 1,-1 0,1 0,-4-3,2 5,-1 0,1 1,-1 0,0 0,-1 1,1 0,-1 1,1-1,-1 2,0 0,0 0,0 1,0 0,-1 0,1 1,0 1,0 0,0 0,0 1,0 0,0 1,0 0,1 0,-1 1,1 1,0-1,0 1,1 1,-1 0,1 0,0 1,1 0,0 0,0 0,0 1,1 0,0 1,1-1,0 1,0 0,1 0,0 1,1-1,-1 1,2 0,-1 4,1-1,2 0,-1-1,2 1,-1 0,2 0,0-1,0 1,1-1,1 0,0 0,0 0,1 0,1 0,6 8,21 32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0.9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210 267,'-5'14,"1"0,0 0,1 1,1-1,0 1,1 0,1 0,0-1,1 1,0 0,1-1,1 1,3 7,-4-14,0 0,1-1,0 1,1-1,0 0,0 0,0 0,1-1,0 1,0-1,1 0,-1-1,1 1,0-1,1 0,0-1,-1 0,1 0,1 0,-1-1,0 0,1 0,0-1,0 0,3 1,-4-3,1 1,0-1,-1 0,1 0,0-1,-1 0,1-1,-1 0,1 0,-1 0,0-1,0 0,0-1,0 1,-1-1,1 0,-1-1,0 0,-1 0,2-1,6-7,0 0,-2-1,1-1,-2 1,0-2,0 1,-2-2,0 1,-1 0,0-1,-2 0,0 0,0 0,-2-1,0 1,-1-1,-1 1,-1-1,0 0,-3-16,2 24,-1 0,0 0,-1 1,0-1,0 1,-1 0,0 0,-1 0,0 0,0 1,-1-1,0 2,0-1,-1 1,0-1,-1 2,1-1,-1 1,0 1,-1-1,-6-2,3 3,1 0,-1 1,0 0,1 2,-1-1,-1 1,1 1,0 0,0 1,-1 0,1 0,0 2,0 0,0 0,0 1,0 0,0 1,1 0,-1 1,1 1,1 0,-3 1,-7 6,0 0,1 2,0 0,1 1,1 1,0 1,2 0,0 1,1 1,-10 17,-9 26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1.8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0 498,'3'-42,"1"0,2 1,2-1,3-3,15-86,-15-23,-17 168,-7 72,3 1,4 0,4 0,5 15,2-43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2.3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1 461,'5'-69,"4"0,3 1,2 0,4 1,16-36,-29 87,-21 77,4 1,2 0,-1 62,6-75,3 0,2 0,3 0,1 0,3 6,4-5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3.0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181 103,'-5'-2,"-1"1,0 0,0 1,0-1,0 1,-1 0,1 1,0 0,0 0,1 0,-1 0,0 1,0 0,1 0,-1 1,1 0,-1 0,1 0,0 0,1 1,-1 0,0 0,1 0,0 0,0 1,0 0,1-1,-1 2,-1 7,0 1,0 0,1 0,1 0,0 0,1 1,1-1,0 1,1 0,1-1,0 1,1-1,0 1,1-1,1 0,0 0,1 0,1 0,0-1,0 0,2 0,-1-1,2 0,0 0,0-1,1 0,0-1,1 0,0 0,0-1,1-1,9 5,-15-9,1 0,0-1,1 1,-1-2,0 1,1-1,0 0,-1 0,1-1,0 0,0 0,0-1,0 0,0-1,0 0,0 0,-1 0,1-1,0 0,-1-1,1 0,-1 0,0 0,0-1,0 0,-1 0,6-5,3-7,-1 0,-1 0,-1-1,0-1,-1 0,-1 0,-1-1,-1-1,0 1,-2-1,0-1,-1 1,-1-1,-1 0,-1 0,-1 0,0 0,-2 0,-1-6,1 14,0-1,0 1,-2-1,0 1,0 0,-1 0,-1 0,-3-5,6 14,0-1,0 2,0-1,-1 0,0 0,0 1,0-1,0 1,0 0,-1 0,1 0,-1 1,0-1,0 1,0 0,0 0,0 0,-1 0,1 1,0 0,-1 0,1 0,-1 0,1 1,-1 0,-4 0,-5 2,0 2,0 0,0 0,1 2,-1-1,1 2,1 0,-1 0,1 1,0 1,1 0,0 0,0 1,1 1,1 0,0 0,-5 7,6-8,1 0,-1 0,2 1,-1-1,2 2,-1-1,2 1,-1-1,2 1,-1 0,2 1,-1-1,2 0,0 1,0-1,1 1,1-1,0 1,0-1,2 1,1 7,18 32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3.5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4 431,'-1'-82,"-1"22,3-1,2 1,11-57,1 66,-10 53,-7 65,-10 50,3-36,2 1,5-1,6 59,3-91,1-11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4.8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1 484,'48'-170,"-24"89,-3 0,6-51,-24 112,-16 360,12-118,4-167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5.3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1 526,'2'-27,"2"1,1 0,1 0,1 0,1 1,2 0,0 1,8-14,12-30,44-146,-95 287,3 1,3 1,4 1,-2 74,15-91,2-10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6.8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272 57,'-10'-1,"-1"1,1 1,-1-1,1 2,-1-1,1 1,0 1,0 0,0 0,0 1,0 1,1-1,0 2,0-1,0 1,1 0,-6 6,5-3,0 1,0 0,1 1,0-1,1 2,0-1,1 1,1 0,-1 0,2 1,-1 3,3-9,0 0,1 0,0 0,0 0,0 0,1 0,0 0,1 0,0-1,0 1,0 0,1 0,0 0,0-1,1 1,0-1,0 1,0-1,1 0,0-1,0 1,1 1,7 3,0-1,0 0,1 0,0-1,0-1,1 0,0-1,0 0,1-1,-1-1,1 0,0-1,0-1,1 0,-1-1,2-1,32 3</inkml:trace>
  <inkml:trace contextRef="#ctx0" brushRef="#br0" timeOffset="310.241">285 3,'16'-2,"15"1,8 4,5 5,1 9,-2 7,-6 8,-10 6,-8 5,-9 0,-12 1,-13 0,-10-4,-11-4,-7-3,-7-7,6-9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6.1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213 485,'2'-20,"2"-1,0 1,1 1,1-1,0 1,2 0,0 0,2 1,2-5,0 0,55-134,-66 141,-13 29,-2 16,2-1,1 2,1-1,2 1,0 1,2 0,2 0,1 0,1 30,1-40,2 0,0 1,1-1,2 0,0 0,6 18,4-1</inkml:trace>
  <inkml:trace contextRef="#ctx0" brushRef="#br0" timeOffset="1846.989">266 4,'0'-2,"0"1,-4 6,-7 8,-10 7,-10 7,-7 5,-4 5,-2 0,2-4,9-8</inkml:trace>
  <inkml:trace contextRef="#ctx0" brushRef="#br0" timeOffset="2266.732">387 17,'-3'0,"0"2,-2 6,0 8,1 8,-2 9,1 10,1 12,1 8,1 4,1 2,1-1,2-6,2-13</inkml:trace>
  <inkml:trace contextRef="#ctx0" brushRef="#br0" timeOffset="3166.145">401 44,'-5'-7,"-5"-2,-9 3,-10 9,-13 10,0 5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52.4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1 160,'1'-8,"0"0,1 1,0-1,1 1,-1-1,1 1,1 0,-1 0,1 0,1 1,-1-1,1 1,0 0,0 0,1 1,0 0,0 0,0 0,0 0,1 1,0 0,0 1,0-1,0 1,1 1,-1 0,1 0,-1 0,1 1,0 0,0 0,0 1,0 0,-1 0,1 1,0 0,0 0,-1 1,1 0,-1 1,1-1,-1 1,0 1,0-1,2 3,0 1,1 0,-1 1,-1 0,1 0,-1 1,-1 0,0 1,0 0,-1 0,0 0,-1 1,0 0,-1 0,0 0,0 0,-1 1,1 8,3 26,-2 0,-2 1,-3 39,0-85,-4 91,-4-1,-8 22,3-16,10-74</inkml:trace>
  <inkml:trace contextRef="#ctx0" brushRef="#br0" timeOffset="268.32">135 480,'-2'-2,"6"-1,11 0,14 1,19-2,17-2,15-3,11-1,4-3,-1 0,-8 2,-14 2,-17 4,-18 2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51.8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1 160,'9'9,"12"6,12-1,11-1,12-4,8-3,4-6,0-1,-3-4,-7-1,-10 1,-12 1</inkml:trace>
  <inkml:trace contextRef="#ctx0" brushRef="#br0" timeOffset="246.342">295 0,'0'21,"2"15,1 11,2 9,0 4,0 1,0-4,3-4,4-8,0-13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49.8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 66,'-9'-7,"-3"0,3 6,5 10,5 10,8 8,6 8,8 3,6 5,6 0,3-1,3-3,0-6,-2-6,-3-8,-5-7,-8-5</inkml:trace>
  <inkml:trace contextRef="#ctx0" brushRef="#br0" timeOffset="402.048">597 25,'9'-21,"-10"21,1 0,0 1,0-1,0 0,-1 0,1 0,0 0,0 0,0 1,-1-1,1 0,0 0,0 0,-1 0,1 0,0 0,0 0,-1 0,1 0,0 0,0 0,-1 0,1 0,0 0,0 0,-1 0,1 0,0 0,0 0,0-1,-1 1,1 0,0 0,0 0,0 0,-1 0,1-1,0 1,0 0,0 0,0 0,-1-1,1 1,0 0,0 0,0 0,0-1,0 1,0 0,0 0,0-1,0 1,-11 12,1 0,1 1,0 0,1 0,0 1,1 0,1 1,-3 8,5-15,-17 46,2 0,2 2,3 0,3 0,1 1,2 20,-7 199,19-215,1-51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50.5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0 214,'7'0,"12"0,10-2,14-3,9-1,8-2,4 1,2 2,-7 1,-9 6,-12 3</inkml:trace>
  <inkml:trace contextRef="#ctx0" brushRef="#br0" timeOffset="257.31">94 508,'19'7,"16"2,15-2,9-6,-5-2</inkml:trace>
  <inkml:trace contextRef="#ctx0" brushRef="#br0" timeOffset="630.858">869 0,'10'18,"9"13,10 11,10 6,7 5,5 2,3 1,2-2,-5-4,-4-3,-8-5,-8-8,-9-7,-8-5,-8-8</inkml:trace>
  <inkml:trace contextRef="#ctx0" brushRef="#br0" timeOffset="887.176">1284 13,'-14'16,"-11"17,-6 16,-4 14,-6 9,-4 6,-3 2,2-4,5-8,10-12,13-14,9-15</inkml:trace>
  <inkml:trace contextRef="#ctx0" brushRef="#br0" timeOffset="2990.652">121 442,'9'6,"8"3,7 2,9-1,8-2,6-2,5-3,4-1,-1-2,0 0,-5 0,-6 0,-11 1,-11 2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6:25.51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280 1070,'-10'116,"4"1,8 60,-1-46,-1-58,-4 1,-2-1,-4-1,-7 19,-1-16,4 0,3 0,3 1,4 1,3 21,67 429,-57-273,4-60,-8 51,-5 196,-34-169,9-109,3-32,12-75,2-1,2 1,3 2,4 680,-15-428,14-281,-13 401,7-370,-15 301,15-245,-4 0,-18 76,15-108,-5 163,1 44,9-213,4-1,3 1,5 27,31 407,-21-219,-42 395,28-606,3 0,5 0,13 61,21 115,-25-134,27 91,40 171,-80-356,2 0,0 0,2 0,2-1,0 0,2 0,1-2,1 1,2-2,1 0,-13-21,0 0,1-1,0 0,0 0,0 0,0-1,0 0,1 0,0 0,0 0,0-1,0 0,0-1,0 1,0-1,0 0,1-1,-1 1,0-1,1 0,3-1,1 0,-1-1,0 1,1-2,-1 1,0-1,-1-1,1 0,-1 0,1-1,-1 0,-1-1,1 0,-1 0,11-13,-1-2,-1 1,-1-2,-2 0,0-1,-1-1,6-14,-6 12,139-239,-135 232,-1-1,-1-1,-2 0,-1 0,-2-1,-2-1,-1 0,-1 0,-3 0,19-272,2-21,-12 98,1 27,-5-75,6 49,-8-128,-7 219,1 99,2 0,2 0,2 0,1 0,3-1,40-183,-39 171,-3-1,-2 0,-3 0,-2-14,-2-17,-4 0,-6-23,-3-15,6 0,5-60,14-123,-8-155,10 82,-13-9,15 114,-16 189,5-1,7-39,-9 117,22-236,-25-196,-2 396,-1 0,-3 1,-6-23,-12-90,30-83,3 73,-9-258,54 41,-52-115,-5 419,-4 0,-15-71,20 135,-13-219,10 85,-2 15,8-100,38-72,-13 139,5-121,-32 272,0 0,-2 0,0 0,0 0,-2 1,0 0,-1 0,-1 0,0 1,-1 0,-9-11,12 16,3 5,1 0,-2 0,1 0,0 0,-1 1,0-1,0 1,0 0,0 0,-1 1,0-1,1 1,-1 0,0 0,-1 1,1-1,0 1,-1 0,0 1,-4-2,-13 3,1 1,0 1,-1 1,1 0,0 2,1 1,-1 0,1 2,-19 9,20-9,10-4,1 1,-1 0,1 0,0 1,1 0,0 1,0 0,0 0,1 0,0 1,0 0,0 2,-44 50,-2-2,-3-2,-5 0,53-50,1 0,1 1,-1 0,1 0,1 1,-1 0,1 0,0 0,1 1,0-1,1 1,-1 0,0 8,-112 353,93-266,5 0,4 1,4 1,6 0,8 101,0 6,1-3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6:52.1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52 0,'0'9,"1"1,0-1,1 0,-1 0,2 0,-1-1,1 1,1-1,0 1,0-1,0 0,1 0,0-1,1 0,0 1,0-2,0 1,1-1,0 0,0 0,1-1,-1 0,1 0,0-1,0 0,1 0,-1-1,1 0,0-1,0 0,0 0,0-1,0 0,0-1,0 1,0-2,1 1,-1-2,0 1,0-1,0 0,-1-1,1 0,4-2,-6 1,1 0,-1-1,0 1,-1-2,1 1,-1 0,0-1,0-1,-1 1,1-1,-2 1,1-1,-1-1,0 1,0-1,-1 1,0-1,0 0,-1 0,0-1,0 1,0-8,-6-4,-7 28,4 14,2 1,0 0,1 0,1 0,1 0,2 24,-1-15,-4 655,5-637,-1 0,-3 0,-2 0,-2-1,-3 0,-11 33,21-77,0 0,-1 0,1 1,-1-1,0 0,-1 0,1-1,-1 1,0 0,0-1,-1 0,1 0,-1 0,0 0,0 0,0-1,0 0,-1 1,1-2,-1 1,0 0,0-1,0 0,0 0,0-1,-1 0,1 1,0-2,-1 1,1 0,-1-1,-3-1,-1-4,-1-1,2-1,-1 0,1 0,0-1,0 0,1-1,0 0,1 0,0 0,0-1,1 0,1-1,-1 1,2-1,-1 0,-2-11,-14-35,1 0,3-2,-5-41,20 92,1 5,-1-1,1 0,0 1,0-1,0 0,0 0,1 0,0 0,0 0,0 1,0-1,0 0,1 0,0 0,0 0,0 1,0-1,0 0,1 1,0-1,-1 1,1-1,1 1,-1 0,0 0,1 0,1-1,3 1,0 1,1-1,-1 1,0 1,1 0,0 0,-1 0,1 1,0 0,-1 1,3 0,-3-1,159 11,-83-4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6:52.9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 0,'-2'3,"-13"0,-3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6:52.5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0 218,'109'-195,"-97"172,-12 24,0-1,0 0,0 1,0-1,0 0,0 0,0 1,0-1,0 0,0 1,0-1,0 0,0 1,0-1,0 0,0 0,0 1,1-1,-1 0,0 0,0 1,0-1,0 0,1 0,-1 1,0-1,0 0,0 0,1 0,-1 0,0 1,0-1,1 0,-1 0,0 0,1 0,-1 0,0 0,0 0,1 0,-1 0,0 1,1-1,-1-1,0 1,1 0,-1 0,0 0,0 0,1 0,-1 0,0 0,1 0,-1 0,0 0,0-1,1 1,-1 0,0 0,0 0,0-1,1 1,-1 0,0 0,0 0,0-1,1 1,1 28,-2-26,-3 440,4-423,-1-9,1 0,-2 1,1-1,-1 0,-1 0,1 0,-2 0,0 0,-3 9,-3-6</inkml:trace>
  <inkml:trace contextRef="#ctx0" brushRef="#br0" timeOffset="242.801">13 593,'21'0,"17"0,15 0,11 0,6 0,1 0,-12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7:03.0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0 389,'14'-16,"74"-121,73-99,-160 237,-1-1,0 1,0-1,0 1,0-1,1 0,-1 1,0-1,1 1,-1-1,0 1,1-1,-1 0,0 1,1-1,-1 0,1 1,-1-1,1 0,-1 0,1 1,-1-1,1 0,-1 0,1 0,-1 0,1 0,-1 0,1 0,-1 0,1 0,-1 0,1 0,-1 0,1 0,-1 0,1 0,-1 0,1 0,-1-1,1 1,-1 0,1 0,-1-1,0 1,1 0,-1-1,1 1,-3 12,-4 105,48 127,-38-38,-4-205,0-1,1 1,-1-1,0 1,0-1,0 1,1-1,-1 1,0-1,0 1,0-1,0 1,0 0,0-1,0 1,0-1,0 1,0-1,0 1,0-1,0 1,-1 0,1-1,0 1,0-1,-1 1,1-1,0 1,-1-1,1 0,0 1,-1-1,1 1,-1-1,1 0,0 1,-1-1,1 0,-1 1,1-1,-1 0,0 0,1 1,-1-1,1 0,-1 0,1 0,-1 0,1 0,-1 0,0 0,1 0,-1 0,1 0,-1 0,1 0,-1-1,0 1,1 0,-1 0,1 0,-1-1,1 1,-1 0,1-1,-1-1,-1 1,1 0,0-1,0 1,-1 0,1-1,0 1,-1 0,1 0,-1 0,0 0,1 1,-1-1,0 0,1 1,-1-1,0 1,0 0,0-1,1 1,-1 0,0 0,0 0,0 0,0 0,1 1,-1-1,0 1,0-1,1 1,-1-1,0 1,1 0,-1 0,0 0,1 0,-1 0,1 0,0 0,-1 1,1-1,0 0,-1 1,2-1,1 1,-1-1,0 0,0 0,1 0,-1 0,1 0,-1 0,1 0,-1 0,1 0,0 0,-1 0,1 0,0-1,0 1,-1 0,1 0,0-1,0 1,0 0,0-1,0 1,0-1,0 1,0-1,0 0,1 0,-1 1,0-1,0 0,0 0,0 0,0 0,0 0,1 0,-1 0,21 0,0-1,-1-1,1 0,-1-2,1 0,-1-2,19-7,0 2,30-9,8-3,1 3,30 0,-69 18,-40 2,1 0,0 0,-1 0,1 0,0 0,-1 0,1 0,-1 0,1 0,0 0,-1 0,1 0,0 0,-1 1,1-1,-1 0,1 1,-1-1,1 0,-1 1,1-1,-1 0,1 1,-1-1,1 1,-1-1,0 1,1-1,-1 1,0-1,1 1,-1-1,0 1,0 0,1-1,-1 1,0-1,0 1,0 0,0-1,0 1,0 0,0-1,0 1,0-1,0 1,0 0,-1-1,1 1,0-1,0 1,-1 0,1-1,0 2,-1-1,1 0,-1 0,0 0,1-1,-1 1,0 0,1 0,-1 0,0 0,0-1,0 1,0 0,0-1,0 1,0-1,0 1,0-1,0 1,0-1,0 0,0 1,0-1,-1 0,1 0,0 0,0 0,0 0,0 0,0 0,-1 0,1-1,0 1,0 0,0-1,0 1,0-1,0 1,0-1,0 1,0-1,0 0,0 1,0-1,0 0,-5-5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7:03.8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296 1,'-24'7,"-1"1,1 1,0 1,1 2,1 0,-10 7,22-12,1-1,0 2,0-1,1 1,0 0,1 1,-1 0,1 0,1 1,0 0,0 0,1 0,1 1,-1-1,0 6,2-5,1 0,0 0,1-1,0 2,0-1,1 0,1 0,0 0,0 0,1 0,1-1,-1 1,2 0,0-1,0 0,1 0,0 0,0-1,1 1,1-1,-1 0,1-1,1 0,0 0,0-1,0 1,1-2,0 1,1-1,-1-1,1 0,7 3,-2-3,1 0,0-2,0 1,0-2,0 0,0-1,1 0,-1-2,0 0,1 0,-1-2,0 0,0-1,0 0,-1-1,0-1,0-1,0 0,-1-1,0 0,0-1,-1-1,0 0,-1-1,0 0,0-1,-2 0,1-1,-1 0,-1-1,-1 0,3-6,-7 13,-1 0,0 0,-1 0,0 0,0 0,-1 0,1-1,-2 1,1 0,-1-1,0 1,0-1,-1 1,0 0,-1-1,1 1,-1 0,-1 0,1 0,-1 0,0 1,-1-1,0 1,0-1,0 1,-1 1,0-1,-4-3,-4-6,-1 1,-1 1,0 0,0 2,-2-1,1 2,-1 0,-1 1,0 1,0 0,-1 1,-4 0,18 6,1-1,0 1,0 1,-1-1,1 1,0-1,-1 1,1 0,0 1,-1-1,1 1,0 0,-1 0,1 0,0 1,0-1,0 1,0 0,0 0,1 0,-1 1,0-1,1 1,-3 3,-5 12,0 0,2 0,0 1,1 0,1 1,1 0,0 0,2 0,0 0,1 1,2 0,0 0,1 14,0-33,-3 64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7:04.68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302 1,'-15'4,"0"1,1 0,-1 1,1 1,0 0,1 1,-1 0,2 1,-1 0,1 1,1 1,0 0,0 1,1 0,1 0,0 1,-6 10,4-4,1 0,0 1,2 1,0-1,1 1,1 0,1 1,1-1,1 1,1 0,1 0,2 20,-1-28,2-1,-1 1,2-1,0 1,0-1,1 0,1 0,0-1,1 1,0-1,1 0,1-1,-1 0,2 0,-1-1,2 1,-1-2,1 0,1 0,0-1,3 2,-5-4,1-1,-1 0,1 0,1-1,-1-1,0 0,1 0,0-1,-1 0,1-1,0 0,0 0,0-2,0 1,0-1,-1-1,1 0,0 0,-1-1,1-1,-1 1,0-2,0 0,-1 0,1 0,-1-1,0-1,6-5,-2 1,0 0,-1-1,-1-1,0 0,-1 0,0-1,-1 0,0-1,-1 0,-1 0,0-1,-2 1,1-2,-2 1,0 0,-1-1,-1 0,0 0,-1 0,-1 0,-1 0,0 1,-2-1,1 0,-2 1,0-1,-1 1,-1 0,0 0,-2 1,-3-7,3 11,-1 0,0 1,0 0,-1 0,-1 1,1 0,-2 1,1 0,-1 1,0 0,0 1,-1 1,-2-1,7 3,1 1,0 0,0 0,-1 1,1 0,-1 0,0 1,1 0,-1 1,1-1,-1 1,1 1,-1-1,1 1,0 0,0 1,0 0,0 0,0 1,1 0,-1 0,1 0,0 1,-4 3,-4 10,0 1,2 0,0 1,1 0,1 1,1 0,1 1,0-1,2 2,1-1,0 1,2-1,1 1,0 0,2 8,-4 46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7:06.41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1 290,'30'-19,"253"-233,-256 234,-26 18,-1 0,1-1,0 1,-1 0,1 0,-1 0,1 0,-1 0,1 0,-1 0,1 0,-1 0,1 1,-1-1,1 0,0 0,-1 0,1 1,-1-1,0 0,1 0,-1 1,1-1,-1 0,1 1,-1-1,0 1,1-1,-1 0,0 1,1-1,-1 1,0-1,0 1,1-1,-1 1,0-1,0 1,0-1,0 1,0 0,0-1,0 1,0-1,0 1,0-1,0 1,0-1,0 1,0-1,0 1,-1-1,1 1,-24 125,13-61,2 1,4 0,2 1,3-1,7 50,17 16,-34-161,6 26,0 0,0 0,0 0,0 0,0 0,-1 1,1 0,-1 0,0 0,0 1,1 0,-1 0,0 0,0 0,0 1,0-1,0 1,0 1,0-1,0 1,0 0,0 0,0 0,1 0,-1 1,0 0,1 0,-1 0,1 1,0 0,-2 1,6-4,-1 0,1 0,0 0,-1 1,1-1,0 0,0 0,-1 0,1 1,0-1,0 0,-1 1,1-1,0 0,0 0,0 1,0-1,-1 0,1 1,0-1,0 0,0 1,0-1,0 0,0 1,0-1,0 1,0-1,0 0,0 1,0-1,0 0,0 1,0-1,0 0,1 1,-1-1,0 0,0 0,0 1,0-1,1 0,-1 1,0-1,0 0,1 0,-1 1,0-1,1 0,-1 0,0 0,0 1,1-1,-1 0,0 0,1 0,-1 0,0 0,1 0,-1 0,0 0,1 0,-1 0,1 0,-1 0,0 0,30 4,-28-4,52 0,1-2,0-3,35-8,54-6,-87 11,-69 6,-11 6,-3 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7:08.77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1 501,'311'-444,"-273"393,-38 50,1 1,-1 0,0-1,0 1,0 0,1-1,-1 1,0 0,1 0,-1-1,0 1,0 0,1 0,-1 0,1-1,-1 1,0 0,1 0,-1 0,0 0,1 0,-1 0,0 0,1 0,-1 0,1 0,-1 0,0 0,1 0,-1 0,0 0,1 0,-1 0,0 0,1 1,-1-1,0 0,1 0,-1 0,0 1,1-1,-1 0,0 0,0 1,1-1,-1 0,0 1,0-1,1 0,-1 1,0-1,0 0,0 1,0-1,0 0,0 1,1-1,-1 0,0 1,0-1,0 1,0-1,0 0,0 1,-1-1,1 0,0 1,2 35,-2-28,17 267,-7-173,-5 1,-4-1,-7 46,6-134,-2 1,1-1,-2 0,0 1,0-1,-1 0,-1 0,-1-1,1 0,-2 0,0 0,-1-1,-5 7,11-18,0 1,0 0,0-1,0 1,-1-1,1 0,0 0,-1 0,1 0,-1 0,0-1,1 1,-1-1,1 0,-1 1,0-1,1 0,-1-1,0 1,1 0,-1-1,1 1,-1-1,0 0,1 0,0 0,-1 0,1-1,0 1,-1 0,1-1,0 0,0 1,0-1,0 0,1 0,-1 0,0 0,1-1,0 1,-1 0,1-1,0 1,0-1,1 1,-1 1,1-1,0 1,0-1,0 1,0-1,1 1,-1-1,0 1,1 0,-1-1,0 1,1-1,0 1,-1 0,1-1,0 1,0 0,0 0,0 0,0 0,0 0,0 0,0 0,0 0,0 0,0 0,1 0,-1 1,0-1,1 1,-1-1,0 1,1-1,-1 1,1 0,-1-1,1 1,-1 0,1 0,-1 0,1 0,-1 1,1-1,-1 0,4-1,105-27,1 4,1 5,0 5,74 2,-141 14,-10 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7:09.48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114 2,'-15'21,"1"2,1 0,1 0,2 1,0 0,1 1,1 0,2 1,0 0,2-1,1 2,1-1,1 0,1 0,2 14,0-28,0 0,1-1,0 1,1-1,0 0,0 0,2 0,-1-1,1 0,0 0,1 0,1-1,-1 0,1 0,1-1,0 0,0-1,0 0,1 0,0-1,0 0,1 0,-1-1,1-1,1 0,8 2,-1 0,1-1,0-2,0 0,1-1,-1-1,1 0,-1-2,0-1,1 0,-1-1,6-3,-14 3,-1 0,1-1,0 0,-1-1,0-1,0 0,0 0,-1-1,0 0,-1-1,1 0,-1 0,-1-1,1 0,-2-1,1 0,-1 0,-1-1,0 1,4-11,-6 8,0-1,0 1,-1-1,-1 0,0 0,-1 0,-1 0,0 0,-1 0,-1 0,0 0,0 0,-2 0,1 0,-2 1,0 0,-5-9,1 4,0 0,-1 1,-1 0,-1 0,-1 2,0-1,-1 2,0 0,-1 0,-1 1,0 1,-4-1,14 9,0 0,-1 0,1 1,-1 0,0 0,0 1,0 0,0 0,-1 0,1 1,-1 0,1 0,0 1,-1 0,1 1,-1 0,1 0,-1 0,1 1,0 0,0 0,0 1,0 0,0 0,1 0,-1 1,1 0,0 1,-3 2,-3 6,1 1,0 0,1 1,1-1,0 2,1 0,1 0,1 0,0 0,1 1,0 0,2 1,0-1,1 0,1 1,0-1,1 1,1 0,1-1,0 1,3 4,2 8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7:10.49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53,'272'-11,"-198"11,1185 18,-1032-17,0-9,16-13,-131 2,-96 12,-24 3,-26 3,-22 7,31-4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7:10.8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67 0,'-56'9,"56"-9,-1 0,0 1,1-1,-1 0,1 1,-1-1,1 1,-1-1,1 1,-1-1,1 1,-1-1,1 1,-1-1,1 1,0-1,-1 1,1 0,0-1,0 1,-1 0,1-1,0 1,0 0,0-1,0 1,0 0,0 0,0-1,0 1,0 0,0-1,0 1,0 0,1-1,-1 1,0 0,1-1,-1 1,0 0,1-1,-1 1,0-1,1 1,-1-1,1 1,-1-1,1 1,0-1,0 1,7 6,1 0,0 0,0 0,1-1,0-1,0 0,0 0,4 0,115 46,118 29,30 10,-255-83,0 1,-1 1,0 1,0 1,-1 0,0 2,-1 0,0 1,12 13,-28-23,1-1,-1 1,0 0,0 0,-1 1,1-1,-1 0,0 1,0 0,-1-1,1 1,-1 0,0 0,0 0,0 0,-1 0,0 0,0 0,0 0,-1 0,1 0,-1-1,0 1,-1 0,1 0,-1 0,0-1,0 1,-1-1,1 1,-14 15,-1-1,0 0,-1-2,-1 0,-1 0,0-2,-1-1,0 0,-1-2,-1 0,-16 5,-163 74,166-75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7:11.81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3276 38,'-70'16,"0"-2,-1-4,0-3,0-3,-1-3,1-4,-45-7,114 10,-374-25,-735-26,-56 101,1159-49,31-3,75-6,-86 21,-4-14,5-7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7:12.23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569 184,'0'0,"22"-51,-21 50,-1 0,0 0,1 0,-1 0,0 0,0 0,0 0,0 0,0 0,0 0,0 0,0 0,0 0,-1 0,1 0,0 0,-1 0,1 0,0 0,-1 0,1 0,-1 0,0 0,1 0,-1 1,0-1,1 0,-1 0,0 1,0-1,0 1,0-1,1 1,-1-1,0 1,0-1,0 1,0 0,0-1,0 1,0 0,0 0,0 0,0 0,0 0,0 0,-1 0,1 0,0 0,0 1,0-1,-13 2,1 1,-1 1,0 0,1 1,0 0,0 1,0 1,1 0,-6 5,-7 2,-321 196,335-203,-32 31,51-26,81-7,-1-8,-24-1,1 3,0 3,10 4,-57-4,1 1,0 1,-1 0,0 2,0 0,-1 1,1 1,-1 0,-1 1,0 1,0 1,-1 0,0 2,26 24,-41-37,1 1,-1-1,1 0,-1 0,1 0,-1 0,1 0,-1 0,1-1,0 1,-1 0,1 0,-1 0,1 0,-1-1,1 1,-1 0,0-1,1 1,-1 0,1-1,-1 1,0 0,1-1,-1 1,1-1,-1 1,0 0,0-1,1 1,-1-1,0 1,0-1,0 1,0-1,1 1,-1-1,0 0,0 1,0-1,0 1,0-1,0 1,0-1,0 1,-1-1,1 1,0-1,0 1,0-1,0-33,-1 0,-2 0,-1 0,-2 0,-1 0,-4-8,6 22,-73-237,65 227,6 20,5 13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7:16.78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329 139,'-7'3,"1"0,-1 0,1 1,0 0,0 0,0 0,0 1,1 0,0 0,0 1,0-1,0 1,1 0,0 0,1 0,-1 1,1-1,0 1,-1 5,-3 10,0 1,2 0,0 1,2-1,0 10,1-17,0-1,1 0,0 1,2-1,0 1,0-1,2 1,0-1,0 0,2 0,-1 0,2-1,0 0,1 0,0 0,1-1,1 0,0-1,1 1,0-2,1 1,0-2,1 1,0-2,0 1,4 0,-1-3,1 0,0-2,0 0,1 0,-1-2,1 0,0-1,0 0,0-1,0-1,0-1,0-1,-1 0,1-1,0-1,-1 0,0-1,0-1,0-1,-1 0,0-1,0 0,-1-2,0 1,0-2,-1 0,-1 0,0-1,0-1,-1 0,-1 0,0-1,-1-1,5-10,-7 6,-1 0,0-1,-1 0,-1 0,-1 0,-1 0,-1-1,-1 1,0 0,-2-1,0 1,-1 0,-2 0,1 0,-2 1,-1-1,0 1,-2 1,0 0,-1 0,-1 0,0 1,-13-13,17 21,0 0,-1 1,-1-1,1 2,-1-1,-1 1,1 1,-1 0,0 0,-1 1,1 0,-1 1,0 0,0 1,0 0,-1 0,1 2,-1-1,1 1,-1 1,1 0,-1 1,1 0,-1 1,-6 1,-19 11,1 2,0 1,1 2,2 2,-1 0,2 3,1 0,2 2,0 1,-6 10,-52 49,13-8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7:17.77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1 500,'185'-341,"-121"182,-64 160,1-1,-1 0,0 1,0-1,1 1,-1-1,0 0,1 1,-1-1,0 0,1 0,-1 1,1-1,-1 0,0 0,1 1,-1-1,1 0,-1 0,1 0,-1 0,0 0,1 0,-1 0,1 0,-1 0,1 0,-1 0,1 0,-1 0,1 0,-1 0,0 0,1 0,-1-1,1 1,-1 0,1 0,-1 0,0-1,1 1,-1-1,30 288,-17-183,-5 1,-4 1,-5 10,1-104,0 0,-1-1,0 1,0-1,-2 1,1-1,-1 0,-1 1,0-2,-1 1,0 0,0-1,-1 0,-1 0,-5 7,8-15,1 0,-1 0,0 0,0 0,0 0,0-1,0 1,0-1,-1 0,1-1,0 1,-1-1,1 0,0 0,-1 0,1 0,0-1,-1 0,1 0,-1 0,30-3,731 4,-804 0,9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7:30.28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0 466,'28'-141,"-15"87,2 0,3 1,2 1,13-21,-32 71,-1 0,1 0,-1 0,1 0,-1 1,1-1,0 0,-1 1,1-1,0 1,0-1,0 1,0-1,1 1,-1-1,0 1,0 0,1 0,-1 0,1 0,-1 0,1 0,0 0,-1 0,1 1,0-1,-1 1,1-1,0 1,0-1,0 1,-1 0,1 0,0 0,1 0,20 53,-6 35,-5 0,-3 0,-4 1,-4 25,0-71,2-5,-3 1,-1 0,-2 0,-1 0,-2-1,-11 35,17-68,-1-1,0 0,0 0,-1 0,1 0,-1 0,0 0,0-1,0 1,0 0,-1-1,0 0,1 1,-1-1,-1 0,1-1,0 1,0-1,-1 1,0-1,1 0,-1 0,0 0,0-1,0 1,0-1,0 0,-1 0,1-1,0 1,0-1,-1 0,-2 0,-4-9,37 0,126-21,1 6,1 7,0 7,35 7,-100 10,-82-4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7:30.95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209 163,'-13'19,"1"1,0 1,2 0,1 1,0 0,2 0,0 0,1 1,2 0,0 1,2-1,0 0,2 12,1-21,1 0,0 0,1 0,1 0,0 0,1-1,0 0,1 0,1 0,0-1,1 0,0 0,0 0,2-1,-1-1,1 0,1 0,0-1,0 0,1-1,0 0,0-1,1 0,0-1,0-1,0 0,1 0,0-1,-1-1,15 1,-15-2,0-1,0 0,-1-1,1-1,0 0,0-1,0 0,-1-1,1 0,-1-1,0 0,0-1,0-1,-1 0,1 0,-1-1,-1 0,0-1,0 0,0-1,-1 0,0-1,-1 0,0 0,-1 0,0-1,4-9,-1 2,-1-1,0 0,-2-1,-1 1,0-1,-1-1,-1 1,-1-1,-1 1,-1-1,0 0,-2 0,-1 0,0 1,-1-1,-2 1,0 0,-1 0,0 0,-2 1,-1 0,0 0,-1 1,-1 0,-1 1,0 0,-8-6,11 15,0 0,-1 0,0 1,0 1,-1 0,1 0,-1 1,-1 0,1 1,-1 0,0 1,0 1,0-1,0 2,0 0,0 0,0 1,-1 1,1 0,0 1,0 0,0 0,-3 2,-7 3,-1 1,1 0,1 2,0 1,0 0,1 1,0 2,1 0,1 1,0 0,-10 13,15-15,1 1,1 0,0 1,1 0,0 1,2 0,-1 0,2 1,0 0,2 0,-1 0,2 1,0 0,2 0,0 0,0 1,2-1,0 0,1 0,1 0,1 1,1-2,0 1,1 0,1-1,0 0,2 0,0 0,39 48,2-13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7:32.28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314 118,'-11'5,"0"-1,0 2,1 0,0 0,0 0,1 1,0 1,0 0,1 0,0 1,0 0,1 0,0 1,0-1,1 2,1-1,0 1,0 0,1 0,0 1,-2 5,1 1,1 0,1 0,0 0,2 0,0 1,1-1,0 1,2-1,0 0,1 0,4 11,-2-15,0-1,1 1,1-1,0 0,1-1,0 0,1 0,0-1,1 0,0 0,1-1,0 0,0-1,1-1,0 0,1 0,0-1,0-1,1 0,-1-1,1 0,0-1,2-1,2 2,1-1,0-1,0-1,0-1,0 0,0-1,0-1,0-1,0-1,-1-1,1 0,-1-1,0-1,0-1,-1 0,1-2,11-7,-17 7,-1-1,0 0,0 0,-1-1,0-1,-1 1,0-2,-1 1,0-1,-1 0,-1-1,0 0,-1 0,0 0,-1 0,-1-1,0 0,-1 0,0-4,0-3,-1 1,-2-1,0 1,0-1,-2 1,-1 0,-1 0,-1 0,0 1,-1-1,-2 2,0-1,-3-3,5 11,0 0,-1 1,-1 0,0 0,0 1,-1 0,0 1,0 0,-1 1,0 0,-1 0,0 1,0 1,-1 0,1 1,-1 0,0 1,-1 0,1 1,-1 1,-5-1,1 4,0 0,0 0,0 2,0 0,0 1,1 1,0 1,0 0,0 1,1 1,0 1,-14 9,3 0,1 2,0 0,2 2,0 1,2 0,-16 22,13-10,2 0,1 1,-16 38,3 7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7:33.15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9 364,'0'0,"-1"0,1 0,-1 0,1-1,-1 1,1 0,-1-1,1 1,-1 0,1-1,0 1,-1-1,1 1,0-1,-1 1,1-1,0 1,-1-1,1 1,0-1,0 1,0-1,-1 0,1 1,0-1,0 1,0-1,0 1,0-1,0 0,0 1,0-1,1 1,-1-1,0 1,0-1,0 0,1 1,-1-1,0 1,0-1,1 1,-1-1,0 1,1 0,-1-1,1 1,-1-1,1 1,-1 0,1-1,-1 1,86-147,14-22,-84 148,-15 21,-1 0,0 0,0-1,1 1,-1 0,0 0,0-1,1 1,-1 0,0 0,1 0,-1 0,0-1,1 1,-1 0,0 0,1 0,-1 0,0 0,1 0,-1 0,0 0,1 0,-1 0,1 0,-1 0,0 0,1 0,-1 1,0-1,1 0,-1 0,0 0,0 0,1 1,-1-1,0 0,1 0,-1 0,0 1,0-1,1 0,-1 1,0-1,0 0,0 0,0 1,1-1,-1 0,0 1,0-1,0 1,0-1,0 0,0 1,0-1,0 0,0 1,0-1,0 0,0 1,0-1,0 0,0 1,0-1,-1 1,-5 137,-1-82,-4 94,-25 201,33-325,-2-1,-1 1,-1-1,-1-1,-1 1,-2-1,-12 21,23-43,0-1,0 0,-1 0,1 0,0 0,-1 0,1 0,-1 0,1 0,-1 0,0 0,1 0,-1 0,0 0,0 0,0 0,1-1,-1 1,0 0,0-1,0 1,0 0,0-1,0 1,-1-1,1 0,0 1,0-1,0 0,0 0,0 0,-1 0,1 0,0 0,0 0,0 0,0 0,-1 0,1-1,0 1,0 0,0-1,0 1,0-1,0 1,0-1,0 0,0 1,0-1,0 0,0 0,1 1,-1-1,0 0,1 0,-1 0,0 0,1 0,-1 0,1 0,-1 0,1-1,0 1,-1 0,1 0,0-1,0 0,0 0,0 0,0 1,1-1,-1 0,0 0,1 1,0-1,-1 0,1 1,0-1,0 0,-1 1,1-1,1 1,-1-1,0 1,0 0,0 0,1-1,-1 1,1 0,-1 0,1 0,-1 0,1 1,-1-1,1 0,0 1,0-1,0 1,60-9,160 35,-161-16,70 12,-106-13,-25-9,1 0,-1 0,0 1,0-1,1 0,-1 1,0-1,0 0,0 1,1-1,-1 1,0-1,0 0,0 1,0-1,0 1,0-1,0 0,0 1,0-1,0 1,0-1,0 0,0 1,0-1,0 1,0-1,0 0,-1 1,1-1,0 0,0 1,0-1,-1 0,1 1,0-1,0 0,-1 1,1-1,0 0,-1 0,1 1,0-1,-1 0,1 0,-1 0,1 0,0 1,-1-1,1 0,-1 0,1 0,0 0,-1 0,-19 11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6:30.511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2955 2099,'-3'28,"2"1,1-1,1 1,1-1,4 12,1 26,11 528,-15-320,18 798,-21-1061,0 192,8 0,21 93,-22-250,9 56,-4 1,-2 53,-11-155,1-7</inkml:trace>
  <inkml:trace contextRef="#ctx0" brushRef="#br0" timeOffset="1472.444">3008 1898,'27'-10,"199"-4,1 11,14 10,51 0,724 9,541 4,-203-12,78 30,73-4,-222-1,-171-21,-862-12,-248 0,0 0,0 0,0-1,0 1,0 0,0 1,0-1,0 0,0 1,0-1,0 1,0-1,0 1,-1 0,1 0,0 0,0 0,-1 0,1 0,0 0,0 2,-38 19,33-21,0 0,0 0,1 0,-1 0,0 1,0-1,1 1,-1 0,1 0,-1 0,1 0,0 0,0 0,0 1,0-1,0 1,1 0,-1-1,1 1,-1 0,1 0,0 0,0 0,0 0,1 0,-1 3,-37 300,24-152,7 0,6 1,8-1,6 0,8 8,29 104,-6-36,-5 43,9 509,-46-743,2 0,1-1,2 1,2-1,2 0,1-1,2-1,1 0,2 0,2-2,1 0,1-1,21 23,0-14</inkml:trace>
  <inkml:trace contextRef="#ctx0" brushRef="#br0" timeOffset="3441.092">3102 5361,'-1'132,"0"43,14 84,-13-245,1 0,0 1,1-2,1 1,1 0,-1 0,2-1,0 0,1 0,0 0,1-1,2 4,-3-13,-1 1,1-1,0-1,0 1,0-1,0 0,1 0,-1-1,0 1,1-2,-1 1,1-1,-1 0,1 0,-1 0,1-1,-1 0,1-1,-1 1,0-1,0-1,0 1,0-1,4-2,8-1,301-83,-118 60,0 9,110 6,-225 11,1403-45,-448 57,-390 3,2005-12,-2098-6,337 4,172 10,-703-32,-36 22,-292 2,0 1,0 2,0 2,0 1,32 10,65 27,-129-41,-1-1,0 1,1-1,-1 0,1 0,0 0,-1-1,1 1,0-1,-1 0,1 0,0 0,-1-1,1 1,-1-1,1 0,0 0,-1 0,1 0,-1-1,0 1,1-1,-1 0,0 0,0 0,0 0,-1-1,1 1,1-2,-1-9,-1 0,-1 0,0 0,0 1,-1-1,-1 0,-2-10,3 17,-6-40,-2 0,-1 1,-3 0,-1 0,-3 2,-1-1,-2 2,-3 1,0 0,-3 2,-29-41</inkml:trace>
  <inkml:trace contextRef="#ctx0" brushRef="#br0" timeOffset="5115.536">3115 3877,'471'-23,"1140"14,-897 13,611 19,149 32,-353-38,287 24,-511-14,-522-28,-76-40,-156 50,-41-5,-77-4,-1 1,1 0,-1 2,1 1,5 2,-30-6,-1 1,1-1,0 0,0 0,0 1,0-1,0 0,-1 0,1 1,0-1,0 0,0 0,0 1,0-1,0 0,0 0,0 1,0-1,0 0,0 1,0-1,0 0,0 0,0 1,1-1,-1 0,0 0,0 1,0-1,-17-1</inkml:trace>
  <inkml:trace contextRef="#ctx0" brushRef="#br0" timeOffset="5862.604">8343 1992,'27'236,"-20"-140,97 792,24-95,-83-546,10 230,-52-443,-2 19,2 1,3 0,2-1,3 0,2-1,2 0,2-1,11 19,-22-58,1 0,0 0,1-1,1 0,-1 0,2-1,-1 0,11 8,2-2</inkml:trace>
  <inkml:trace contextRef="#ctx0" brushRef="#br0" timeOffset="7011.087">5762 1872,'8'591,"-23"559,-17-91,80-66,-42-723,-6-252</inkml:trace>
  <inkml:trace contextRef="#ctx0" brushRef="#br0" timeOffset="8144.621">11043 2032,'8'992,"-5"-689,-27 205,-16-173,15-155,7 0,7 174,52 124,-56 18,13-387,-1-98</inkml:trace>
  <inkml:trace contextRef="#ctx0" brushRef="#br0" timeOffset="8741.626">8811 5227,'-5'20,"-3"19,-1 16,-1 17,1 14,3 11,4 7,4-1,7-3,5-9,-2-19</inkml:trace>
  <inkml:trace contextRef="#ctx0" brushRef="#br0" timeOffset="10138.913">321 267,'54'23,"0"2,-2 2,-1 2,-2 3,-1 2,-36-26,276 199,-168-115,4-5,5-6,101 47,28-19,-112-50,110 63,-212-97,-1 1,-1 2,-2 2,-1 2,-1 2,-2 1,21 27,-42-44,1 2,1 0,0 0,2-2,0 0,1-2,5 3,20 8,-34-22,-1 1,1 0,-1 1,-1-1,1 2,-1 0,-1 0,1 0,-1 1,-1 0,4 5,35 34,-41-44</inkml:trace>
  <inkml:trace contextRef="#ctx0" brushRef="#br0" timeOffset="11130.068">1 1097,'13'16,"17"11,13 12,12 5,5 4,4 3,-2 0,-5-2,-5-3,-10-2,-8-4,-10-6,-7-8,-7-7</inkml:trace>
  <inkml:trace contextRef="#ctx0" brushRef="#br0" timeOffset="11385.392">348 1069,'-20'26,"-12"18,-7 17,-1 11,1 6,8 0,8-2,10-7,7-9,9-10,2-13</inkml:trace>
  <inkml:trace contextRef="#ctx0" brushRef="#br0" timeOffset="11886.059">696 1511,'4'-7,"-1"1,2-1,-1 1,1 0,0 0,0 1,0-1,1 1,0 0,0 1,0-1,0 1,1 1,0-1,0 1,0 0,0 1,0-1,1 1,-1 1,1-1,3 1,-7-1,0 1,0 0,0-1,1 1,-1 1,0-1,1 1,-1-1,1 1,-1 1,1-1,-1 1,0-1,1 1,-1 0,0 1,0-1,0 1,0 0,0 0,0 0,0 0,-1 1,1 0,-1-1,1 1,-1 0,0 1,0-1,-1 1,1-1,-1 1,0 0,0 0,0 0,1 3,-3 6,-1-1,-1 0,0 1,-1-1,0 0,-1 0,0 0,-1-1,0 1,-1-1,0 0,-1-1,-5 8,6-10,-104 166,109-173,0 0,1 0,-1 0,0 1,0-1,0 0,1 0,-1 1,1-1,-1 0,1 1,-1-1,1 0,0 1,0-1,0 1,-1-1,1 0,1 1,-1-1,0 1,0-1,0 0,1 1,-1-1,1 1,-1-1,1 0,0 0,-1 1,1-1,0 0,0 0,0 0,0 0,0 0,0 0,0 0,0 0,0 0,0 0,1-1,-1 1,0-1,0 1,1-1,-1 1,0-1,1 1,0-1,9 1,0-1,0 0,0 0,0-1,0-1,-1 1,1-2,5-1,88-28,-3-3,70-37,-128 53,70-29</inkml:trace>
  <inkml:trace contextRef="#ctx0" brushRef="#br0" timeOffset="12313.874">1310 0,'-2'18,"6"16,11 8,15 6,14 2,12 1,11 0,3-1,-1-2,-9-1,-11-6,-14-8</inkml:trace>
  <inkml:trace contextRef="#ctx0" brushRef="#br0" timeOffset="12578.17">1685 13,'-11'19,"-9"16,-7 19,-4 16,-2 10,2 5,2-1,7-5,7-17</inkml:trace>
  <inkml:trace contextRef="#ctx0" brushRef="#br0" timeOffset="12764.273">2019 361,'-5'16,"-3"17,0 11,0 8,3 4,5 1,6-1,7-5,2-5,0-12</inkml:trace>
  <inkml:trace contextRef="#ctx0" brushRef="#br0" timeOffset="12986.198">2179 80,'5'21,"8"15,9 13,11 8,10 3,7-2,1-4,-1-4,-2-9,-9-11</inkml:trace>
  <inkml:trace contextRef="#ctx0" brushRef="#br0" timeOffset="13170.708">2527 80,'-20'7,"-14"9,-8 11,-1 12,2 11,5 8,8 8,7 5,8 0,6-1,6-10,4-13</inkml:trace>
  <inkml:trace contextRef="#ctx0" brushRef="#br0" timeOffset="13512.864">2727 602,'6'7,"0"0,0-1,1 1,0-1,0 0,1-1,-1 0,1 0,0 0,1-1,-1-1,1 1,-1-1,1-1,0 1,0-2,0 1,1-1,-1 0,0-1,0 0,0-1,1 0,-1 0,0-1,0 0,0-1,-1 0,1 0,0-1,-1 0,0 0,0-1,0 0,-1-1,0 1,0-2,0 1,3-4,-7 6,-1-1,1 1,0 0,-1-1,0 0,0 1,-1-1,1 0,-1 0,0 0,0 0,0 0,-1-1,0 1,0 0,0 0,-1 0,0 0,0 0,0 0,0 0,-1 0,0 0,0 1,0-1,-1 1,1-1,-1 1,0 0,0 0,-1 0,1 0,-1 1,0-1,0 1,0 0,0 0,0 0,-1 1,0 0,1 0,-1 0,-2-1,-1 2,-1-1,1 1,-1 0,0 1,1 0,-1 1,0-1,1 2,-1-1,1 1,0 0,-1 1,1 0,0 0,1 1,-1 0,1 0,-1 1,1 0,0 0,1 1,0 0,-1 0,2 1,-1-1,1 1,0 0,0 0,1 1,0 0,1 0,-1 0,2 0,-1 0,1 0,0 1,0 7,-3 28</inkml:trace>
  <inkml:trace contextRef="#ctx0" brushRef="#br0" timeOffset="14093.865">3904 1110,'0'36,"1"0,2 0,2 0,4 15,-7-40,1 0,1 0,-1-1,2 1,-1-1,2 0,-1 0,1-1,1 1,-1-1,2-1,-1 1,1-1,0-1,1 1,2 0,-8-6,0 0,0 0,0 0,0 0,0 0,1-1,-1 0,0 1,1-1,-1-1,1 1,0 0,-1-1,1 0,-1 0,1 0,0 0,-1 0,1-1,-1 0,1 0,-1 0,1 0,-1 0,0 0,1-1,-1 0,0 0,0 0,0 0,0 0,-1-1,1 1,0-1,-1 1,0-1,0 0,0 0,0 0,0 0,0-1,-1 1,0 0,1-4,1-1,-1-1,0 0,0 0,-1 0,0 0,0 0,-1 0,-1 0,0 0,0 0,0 0,-1 0,0 1,-1-1,0 1,-1-1,1 1,-2 0,1 0,-1 0,0 1,-1 0,1 0,-1 0,-1 1,1-1,-1 2,-1-1,1 1,-1 0,1 0,-1 1,-1 0,-1 0,5 3,0 1,1-1,-1 1,0 1,0-1,1 0,-1 1,0 0,1 0,-1 1,0-1,1 1,0 0,-1 0,1 0,0 1,0 0,0 0,1 0,-1 0,1 0,0 1,-1-1,1 1,1 0,-1 0,1 0,-1 0,1 0,0 1,1-1,-1 1,1-1,0 1,0 0,0-1,1 1,-1 0,1 0,1-1,-1 1,0 0,1 0,0-1,0 1,1-1,-1 1,1-1,0 1,0-1,1 2,22 28,3-6</inkml:trace>
  <inkml:trace contextRef="#ctx0" brushRef="#br0" timeOffset="14414.544">4452 1350,'-1'4,"0"0,-1 0,2 1,-1-1,0 0,1 0,0 0,0 1,0-1,1 0,-1 0,1 0,0 0,0 0,0 0,1 0,-1 0,1 0,0 0,0-1,1 1,-1-1,1 1,-1-1,1 0,0 0,0 0,1-1,-1 1,1-1,-1 1,4 0,3 0,0 0,0-1,0 0,0 0,0-2,1 1,-1-1,0-1,1 1,-1-2,0 0,0 0,0 0,0-2,-1 1,1-1,-1 0,0-1,0 0,0-1,-1 0,0 0,0 0,0-1,-1-1,1-1,-4 4,0 0,-1-1,1 0,-2 0,1 0,-1 0,1 0,-2 0,1-1,-1 1,0-1,0 1,-1-1,0 1,0-1,0 1,-1-1,0 1,0-1,-1 1,0-1,0 1,0 0,-1 0,0 0,0 1,0-1,-2-1,1 0,-1 0,-1 0,1 0,-1 1,-1 0,1 0,-1 0,0 1,0 0,0 1,-1-1,0 1,0 1,0-1,0 1,0 1,-1 0,1 0,-1 0,0 1,0 1,4 0,-1 0,1 1,0-1,0 1,0 1,0-1,0 1,0 0,0 0,0 0,0 1,1-1,0 1,-1 0,1 1,0-1,0 1,1 0,-1 0,1 0,0 0,0 0,0 1,1-1,-1 1,1 0,0 0,1 0,-1 0,1 0,-2 5,1 0,0 0,0 0,1 0,0 0,1 1,0-1,1 0,0 0,1 0,0 0,0 0,1 0,1 0,0 2,26 34,4-7</inkml:trace>
  <inkml:trace contextRef="#ctx0" brushRef="#br0" timeOffset="15184.06">6484 1271,'6'20,"1"0,1 0,0-1,1 1,1-2,1 0,1 0,1-1,0 0,1-1,0-1,2 0,13 10,-25-20,1-1,0 0,0 0,1 0,-1-1,1 0,0 0,0 0,0 0,0-1,1 0,-1-1,0 1,1-1,-1-1,1 1,0-1,-1 0,1 0,-1-1,1 0,-1 0,1-1,-1 1,0-1,0-1,0 1,4-3,-4-3,0 0,-1 0,0-1,0 0,0 0,-1 0,-1-1,0 1,0-1,-1 0,0 0,-1 0,0 0,0 0,-1 0,0 0,-1 0,0 0,-1 0,0 0,0 0,-1 0,-1 1,1 0,-2-1,1 1,-2 0,3 2,-1 1,0-1,0 1,0 0,-1 0,0 1,0-1,-1 1,1 0,-1 1,0 0,-1-1,1 2,-1-1,1 1,-1 0,0 0,0 1,-1 0,1 0,0 1,-1 0,1 0,0 1,-1 0,1 0,-1 0,1 1,-1 1,1-1,0 1,0 0,0 1,0-1,0 1,0 1,1 0,-1-1,-2 4,4-3,-1 1,1 0,0 0,0 1,0-1,1 1,0 0,0 0,0 1,1-1,0 1,0 0,1 0,0 0,0 0,0 0,1 0,0 0,1 1,-1-1,1 0,1 1,0-1,0 0,0 0,1 1,0-1,0 0,0-1,2 3,26 33,4-6</inkml:trace>
  <inkml:trace contextRef="#ctx0" brushRef="#br0" timeOffset="15459.323">7287 1123,'0'-14,"-3"-8,0-4,-2 3,-3 8,1 11,0 17,3 21,1 17,4 15,6 8,6 7,6-2,4-3,3-6,-1-7,-5-15</inkml:trace>
  <inkml:trace contextRef="#ctx0" brushRef="#br0" timeOffset="16001.984">9399 1110,'2'23,"6"20,3 20,2 13,2 6,-1 4,1-3,0-2,-4-16</inkml:trace>
  <inkml:trace contextRef="#ctx0" brushRef="#br0" timeOffset="16931.64">9893 1110,'-5'25,"-1"24,3 20,4 14,6 8,7 3,7-3,3-8,-3-19</inkml:trace>
  <inkml:trace contextRef="#ctx0" brushRef="#br0" timeOffset="17487.155">11965 1190,'-4'20,"-2"21,0 17,1 14,4 11,4 6,7 0,3-5,2-9,-1-16</inkml:trace>
  <inkml:trace contextRef="#ctx0" brushRef="#br0" timeOffset="17858.198">12286 1430,'-3'9,"0"1,1-1,0 0,1 1,0-1,1 1,0-1,0 1,1-1,0 1,1-1,0 1,0-1,1 0,0 0,1 0,0 0,0-1,1 0,0 0,0 0,1 0,0-1,0 0,1 0,0 0,0-1,7 5,-6-6,-1-1,1 1,0-1,0 0,1-1,-1 0,1 0,-1-1,1 0,0-1,0 0,0 0,0 0,0-2,0 1,-1-1,1 0,0-1,0 0,-1 0,1-1,-1 0,1 0,-1-1,0 0,-1-1,1 0,-1 0,0 0,0-1,0 0,-1-1,0 1,0-1,-1 0,0-1,0 1,-1-3,-1 1,0-1,0 0,-1 0,-1 0,1 0,-2 0,1 0,-1-1,-1 1,0 0,-1 0,1 0,-2 0,0 0,0 1,0-1,-1 1,-1 0,-1-3,3 6,0 0,-1 0,0 0,0 1,0-1,0 1,-1 0,0 1,0-1,0 1,-1 0,1 0,-1 0,0 1,0 0,-1 0,1 1,0 0,-1 0,1 0,-1 1,0 0,0 0,1 0,-1 1,0 0,0 1,0 0,1 0,-5 1,0 2,-1 0,1 1,0 0,0 1,0 1,1-1,0 2,0-1,1 1,0 1,1 0,-8 9,-80 124,51-61</inkml:trace>
  <inkml:trace contextRef="#ctx0" brushRef="#br0" timeOffset="18873.283">2139 2955,'-9'10,"0"0,0 0,1 1,1 0,0 1,0-1,1 1,1 1,0-1,1 1,0 0,1 0,0 0,1 0,0 0,1 1,1-1,0 1,1-1,1 0,0 1,0-1,3 5,-2-9,0 0,0-1,1 0,1 1,-1-2,1 1,1 0,-1-1,1 0,1 0,-1-1,1 0,0 0,0 0,1-1,0 0,0-1,0 1,0-2,1 1,0-1,-1 0,1-1,0 0,1-1,-1 0,0 0,0 0,0-2,0 1,1-1,-1 0,0-1,0 0,0 0,-1-1,1 0,-1-1,1 0,2-2,-1-1,-1 0,0 0,0-1,-1 0,0 0,-1-1,0 0,0 0,-1-1,0 0,0 0,-1 0,-1-1,0 0,0 0,-1 0,0 0,-1 0,0-1,-1-2,0 5,0 0,-1 0,1 1,-2-1,0 0,0 1,0-1,-1 0,0 1,-1 0,0-1,0 1,-1 0,0 1,0-1,-1 1,0-1,0 1,0 1,-1-1,0 1,-1 0,1 0,-1 1,-1 0,-6-4,8 6,0 1,0-1,-1 1,1 1,-1-1,1 1,-1 0,1 0,-1 1,0 0,1 0,-1 1,0 0,1 0,-1 0,1 1,-1 0,1 0,0 1,0 0,0 0,0 0,1 1,-1 0,1 0,0 0,0 0,-3 5,-8 6,2 1,0 1,1 0,1 1,1 1,0-1,2 2,-4 8,-20 66,7-3</inkml:trace>
  <inkml:trace contextRef="#ctx0" brushRef="#br0" timeOffset="19364.142">2126 4986,'124'-169,"-122"166,-2 2,0 1,0-1,1 0,-1 0,0 0,0 0,1 0,-1 1,0-1,1 0,-1 0,0 1,1-1,-1 0,1 0,0 1,-1-1,1 1,-1-1,1 0,0 1,0-1,-1 1,1 0,0-1,0 1,-1 0,1-1,0 1,0 0,0 0,0 0,0-1,-1 1,1 0,0 0,0 0,0 1,0-1,0 0,-1 0,1 0,0 1,0-1,0 0,0 1,-1-1,1 0,0 1,-1-1,1 1,0 0,-1-1,1 1,0-1,-1 1,-4 150,0-4,15 134,-3-104,-7-135</inkml:trace>
  <inkml:trace contextRef="#ctx0" brushRef="#br0" timeOffset="19526.698">2246 5655,'14'3,"11"0,10-1,7 1,4-4,5-1,-3 0,-9 0</inkml:trace>
  <inkml:trace contextRef="#ctx0" brushRef="#br0" timeOffset="19708.211">2928 5722,'-16'-2,"-7"-3,-7-1,1 1</inkml:trace>
  <inkml:trace contextRef="#ctx0" brushRef="#br1" timeOffset="74243.841">4960 2567,'-88'-183,"60"143,-2 2,-1 1,-2 1,-1 1,-2 2,-1 2,-1 1,-24-12,39 28,-1 0,-1 2,0 0,0 2,-1 1,-1 1,1 2,-1 0,-1 2,1 0,0 2,-1 1,0 2,-173 4,161 1,0 0,1 3,1 1,-1 3,2 0,0 3,-32 17,57-27,0 0,0 0,1 2,0-1,0 1,1 1,0-1,1 2,0-1,0 2,1-1,0 1,1 0,0 1,1-1,0 1,0 2,-29 93,4 2,5 0,5 2,-5 91,16-130,-3 73,6 1,7-1,13 98,-5-80,-7 1,-10 39,-6-27,0-17,7 1,11 120,27 15,22 59,-45-312,22 121,21 53,-35-164,2-1,2-1,2 0,3-2,2-1,6 7,-18-31,2 0,0-1,1 0,2-2,0 0,1-1,0-1,2-1,0-1,1-1,1 0,0-2,1-1,0-1,0-1,15 2,-18-6,0-2,0 0,0-1,1-2,-1 0,1-1,-1-2,1 0,-1-1,0-1,0-1,-1-1,1-2,-1 1,-1-2,1-1,-2-1,1 0,-1-2,12-10,15-23,-1-2,-3-1,-2-3,-3-1,-2-2,-2-1,0-6,-3 10,9-18,-2-1,-3-2,-4-1,2-16,12-75,8-87,-19 82,-3 30,23-107,-10-2,-1-105,-31-449,-12 626,1 128,1-8,-2 0,-3 1,-3 0,-5-21,11 72,1 0,0 0,-1 0,0 0,0 0,-1 0,1 0,-1 1,0-1,-1 0,1 1,-1 0,1 0,-1-1,-1 2,1-1,0 0,-1 1,0-1,0 1,0 0,0 0,-1 1,1-1,0 1,-1 0,0 0,0 1,1-1,-1 1,0 0,0 0,-4 1,7 0,-1 1,1-1,-1 1,0 0,1 0,-1 0,1 0,0 0,-1 1,1-1,0 1,0 0,0-1,0 1,0 0,0 0,0 0,1 1,-1-1,1 0,0 1,-1-1,1 1,0-1,1 1,-1-1,0 1,1-1,-1 2,-4 9,1-2</inkml:trace>
  <inkml:trace contextRef="#ctx0" brushRef="#br1" timeOffset="75770.701">9626 2233,'-16'-8,"-1"0,0 2,-1 0,1 1,-1 0,0 2,0 0,0 1,-1 1,1 0,-4 2,14 1,1 0,-1 0,1 0,-1 1,1 1,0-1,0 1,0 0,1 1,-1-1,1 1,0 0,1 1,-1 0,1 0,0 0,1 0,-1 1,1 0,-1 3,-8 15,2 0,1 1,1 1,1-1,0 6,-15 92,6 1,6 0,5 0,8 104,-1-141,-11 758,-3-599,-2-27,8 1,11 1,9-2,11 13,36 56,61 163,-97-369,-19-64,8 35,2-2,3 0,2 0,2-2,2-1,22 31,-33-64,0 0,1-2,1 1,0-2,1 0,0-1,1-1,0 0,1-1,0-1,1-1,0-1,0 0,0-1,1-1,0-1,0-1,0-1,1-1,-1 0,15-2,-23-1,1 0,-1-1,0-1,0 0,0 0,0-1,-1-1,0 0,0 0,0-1,-1 0,0-1,4-4,109-127,-29 7,-6-4,-6-4,-7-4,-5-3,24-84,-39 86,-7-3,-6-1,-7-2,-6-1,-5-21,-5-115,-15-200,-6 359,-6 1,-5 0,-6 1,-6 1,-38-116,32 150,-4 1,-4 1,-4 3,-3 1,-55-72,82 131,-2 1,-1 2,-1 0,-1 1,-1 2,-1 0,-1 2,-1 1,0 1,-1 1,-1 2,0 0,-1 3,0 0,-1 2,0 2,-1 0,1 3,-3 0,4 2,-1 0,0 3,1 0,-1 2,1 2,0 1,0 1,0 1,-25 12,-34 24,6 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8:22.9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6937 532,'6'235,"15"52,-2-92,67 940,-81-836,-27 223,-11-240,8-72,5 91,27-201,-8-97,0-8</inkml:trace>
  <inkml:trace contextRef="#ctx0" brushRef="#br0" timeOffset="-8358.233">5292 560,'16'2,"15"3,14 6,20 0,20-1,21-3,20-7,15-7,-16-4</inkml:trace>
  <inkml:trace contextRef="#ctx0" brushRef="#br0" timeOffset="-9167.359">5359 907,'14'12,"13"12,12 12,10 8,8 8,6 5,1 4,-3 0,-6-3,-7-5,-9-4,-10-8,-9-12</inkml:trace>
  <inkml:trace contextRef="#ctx0" brushRef="#br0" timeOffset="-8906.065">5774 947,'-16'14,"-12"13,-8 12,-3 12,2 9,3 6,7 0,6-1,11-5,8-9,12-10,3-13</inkml:trace>
  <inkml:trace contextRef="#ctx0" brushRef="#br0" timeOffset="-8639.602">6054 1455,'2'8,"0"-1,0 0,1 0,0 0,0 0,0 0,1-1,0 1,1-1,-1 0,1 0,0-1,1 0,-1 1,1-2,0 1,1-1,-1 0,1 0,-1 0,1-1,0 0,0-1,1 0,-1 0,0 0,1-1,-1 0,1 0,0-1,-1 0,2 0,-2-1,0-1,0 1,0-1,-1 0,1-1,-1 0,1 0,-1 0,0-1,0 0,0 0,-1 0,1-1,-1 1,0-1,-1-1,1 1,-1-1,0 0,0 0,-1 0,0 0,0 0,0-1,-1 0,0 1,0-1,0 0,-1 0,0 0,-1 0,0 0,0 0,0 0,-1 0,0 0,-2-6,0 6,0 0,0 1,-1 0,0 0,-1 0,1 0,-1 1,0 0,-1 0,1 0,-1 0,0 1,0 0,0 0,0 1,-1 0,0 0,0 0,1 1,-1 0,-1 0,1 1,0 0,0 0,0 1,-1 0,1 0,0 1,-1-1,1 2,0-1,0 1,0 0,0 0,0 1,-4 3,0 1,0 0,1 0,0 1,0 1,1 0,0 0,1 0,0 1,0 0,1 1,0 0,1 0,-3 7,-7 20</inkml:trace>
  <inkml:trace contextRef="#ctx0" brushRef="#br0" timeOffset="-26257.313">1135 1135,'1'12,"0"0,1 0,1 0,0 0,0 0,1-1,1 1,0-1,0 0,1 0,1-1,0 0,0 0,1 0,0-1,1 0,0-1,0 0,0 0,1-1,1-1,-1 1,1-2,0 1,0-1,1-1,-1 0,1-1,0 0,0-1,4 0,-9-2,-1-1,1 0,0 0,0-1,0 0,-1 0,1 0,-1-1,1 0,-1-1,0 1,0-1,-1 0,1-1,-1 1,0-1,0 0,0 0,-1-1,0 1,0-1,0 0,-1 0,1 0,-2-1,1 1,-1-1,0 0,0 1,-1-1,1 0,-2 0,1 0,-1-3,-5-25,-2 39,4 4,1 0,0 1,0-1,1 1,0-1,1 1,0 0,0 0,1-1,1 8,-1 2,22 243,-10-166,-5 0,-3 1,-4 0,-5 0,-4-1,-17 79,21-151,-1 0,-1-1,-1 1,-1-1,-1-1,-1 0,-1 0,-1-1,0 0,-2-1,-6 7,19-24,-1-1,0 1,1-1,-1 1,0-1,0 1,0-1,0 0,0 0,0 0,0 0,0 0,0-1,0 1,-1-1,1 1,0-1,0 0,-1 0,1 0,0 0,-1 0,1 0,0-1,0 1,-1-1,1 1,0-1,0 0,0 0,0 0,0 0,0 0,0-1,0 1,0-1,1 1,-1-1,1 1,-1-1,0-1,-11-16,2 0,0 0,1-1,1 0,1-1,1 0,1 0,-2-10,5 18,-10-28,3-1,1 0,3 0,-2-31,9 70,0 0,0 1,0-1,0 0,0 0,0 0,1 1,0-1,-1 1,1-1,0 1,0 0,0 0,0-1,1 2,-1-1,1 0,-1 0,1 1,-1-1,1 1,0 0,0 0,0 0,0 0,0 0,0 1,0-1,0 1,0 0,0 0,0 0,0 0,0 1,0-1,0 1,2 0,9-1,352-21,-315 19</inkml:trace>
  <inkml:trace contextRef="#ctx0" brushRef="#br0" timeOffset="-25989.313">1843 2071,'5'6,"1"10,0 11,-1 10,-2 9,-1 10,-1 7,0 6,1 2,1-2,2-7,4-8,4-13,-1-15</inkml:trace>
  <inkml:trace contextRef="#ctx0" brushRef="#br0" timeOffset="-25710.056">2124 1535,'23'0,"18"2,15 2,8-1,3 1,-1 1,-5 1,-11 0,-13 1,-14-1</inkml:trace>
  <inkml:trace contextRef="#ctx0" brushRef="#br0" timeOffset="-25507.089">2231 1883,'23'6,"21"4,16-4,17-7,11-5,6-2,-1 1,-17 1</inkml:trace>
  <inkml:trace contextRef="#ctx0" brushRef="#br0" timeOffset="-11605.031">3261 412,'30'188,"-27"-147,22 263,-13 1,-27 287,-35-81,13-168,15 1,15 5,9-270,4-1,3 1,4-1,3-1,3 0,1-15</inkml:trace>
  <inkml:trace contextRef="#ctx0" brushRef="#br0" timeOffset="-10814.355">3889 934,'4'9,"9"10,11 8,10 7,12 6,3 8,4 5,-3 5,-8 4,-11 0,-10 1,-12-3,-12-7,-5-13</inkml:trace>
  <inkml:trace contextRef="#ctx0" brushRef="#br0" timeOffset="-10552.25">4156 934,'-18'18,"-11"15,-4 14,0 12,2 9,1 6,4 2,4-1,5-5,7-8,4-14</inkml:trace>
  <inkml:trace contextRef="#ctx0" brushRef="#br0" timeOffset="-10293.937">4491 1294,'-5'16,"-1"13,0 11,1 12,2 7,1 4,1-1,3-3,1-6,0-11</inkml:trace>
  <inkml:trace contextRef="#ctx0" brushRef="#br0" timeOffset="-10115.348">3729 813,'16'-2,"21"-1,22-2,25-3,17-1,11-3,1 2,-18 2</inkml:trace>
  <inkml:trace contextRef="#ctx0" brushRef="#br0" timeOffset="-2785.738">3903 2966,'22'2,"18"8,10 13,6 15,0 11,-3 10,-5 5,-7 4,-8-1,-7-5,-6-6,-4-11,-4-12</inkml:trace>
  <inkml:trace contextRef="#ctx0" brushRef="#br0" timeOffset="-2586.756">4303 2992,'-14'12,"-11"10,-8 10,-3 12,2 9,3 10,1 7,5 6,3 1,6-3,6-8,4-15</inkml:trace>
  <inkml:trace contextRef="#ctx0" brushRef="#br0" timeOffset="-2308.738">4597 3541,'2'-18,"2"-13,1-11,0-4,2 1,-1 3,-1 11,-1 21,-2 20,-1 22,0 20,1 14,3 8,5 4,6 1,4-6,-1-17</inkml:trace>
  <inkml:trace contextRef="#ctx0" brushRef="#br0" timeOffset="-1554.724">5199 2846,'9'22,"10"18,13 12,12 9,13 6,10 2,5 2,-1-1,-5-1,-10-2,-9-4,-11-9,-12-12</inkml:trace>
  <inkml:trace contextRef="#ctx0" brushRef="#br0" timeOffset="-1289.434">5706 2899,'-15'2,"-13"10,-6 15,-4 18,1 17,1 17,2 12,3 10,4 1,7-3,6-10,7-19</inkml:trace>
  <inkml:trace contextRef="#ctx0" brushRef="#br0" timeOffset="-1020.172">5961 3514,'0'27,"7"82,-5-105,-1 0,0 1,1-1,0 0,0 0,0 0,0 0,1 0,-1 0,1-1,0 0,0 1,1-1,-1 0,1 0,-1-1,1 1,0-1,0 1,0-1,0-1,2 2,3-2,1 1,-1-1,1-1,0 0,-1 0,1-1,-1 0,1-1,-1 0,0-1,0 1,0-2,0 1,0-1,-1-1,1 0,-1 0,0 0,-1-1,1 0,-1-1,0 1,-1-1,0-1,0 1,0-1,-1 0,0-1,0 0,-1 0,0-1,-1 0,1 0,-2 0,1 0,-2 0,1 0,-1 0,-1-1,0 1,0-1,-1 1,-1 0,1 0,-2-1,1 1,-2-1,2 4,0 1,-1 0,0 0,0 0,0 1,0-1,-1 1,0 0,-1 0,1 0,-1 0,1 1,-2-1,1 1,0 1,-1-1,1 1,-1 0,0 0,0 1,0-1,-1 1,1 1,0-1,-1 1,1 0,-4 1,-2 1,1 1,0 0,0 1,0 1,1 0,-1 0,1 1,0 0,0 1,0 0,1 0,0 1,0 0,0 1,1 0,1 0,-1 1,1 0,1 0,0 1,0 0,1 0,0 0,0 1,2-1,-3 7,-11 36</inkml:trace>
  <inkml:trace contextRef="#ctx0" brushRef="#br0" timeOffset="4243.494">173 412,'-14'34,"2"1,1 0,2 0,2 1,1 0,1 0,2 16,-11 243,12 0,23 129,-8-181,-10 958,-8-1086,-5 25,7 0,5 0,7 0,6 0,17 59,-14-123,4-1,3-1,5 3,-28-71,0 0,1 0,-1 0,2 0,-1-1,0 1,1-1,0 0,1 0,-1 0,1-1,-1 0,2 0,-1 0,0 0,1-1,-1 0,1 0,0 0,0-1,0 0,0 0,1 0,-1-1,0 0,3 0,222-18,127 0,3 17,-211 0,1367 35,76 38,123-85,-436 21,10-55,-1002 30,-277 16,-10 0,1 1,-1-1,1 0,-1 1,1-1,-1 0,1 0,-1 0,1 0,-1 0,1-1,-1 1,1 0,-1-1,1 1,-1-1,1 1,-1-1,0 0,1 0,-1 1,0-1,0 0,0 0,0 0,1 0,-1-1,-1 1,1 0,0 0,0-1,0 1,-1 0,1-1,0 1,-1-1,1 1,-1-2,-20-108,0-13,6 0,5-2,5 1,6-1,13-75,28-129,49-158,-76 410,64-320,-7-90,-48 195,-12 0,-14-1,-15-43,9 245,-3 0,-4 1,-19-61,31 144,1 0,-1 0,0 1,-1-1,0 0,0 1,0 0,-1 0,0 0,-1 0,1 1,-1 0,-1 0,1 0,-1 0,0 1,0 0,0 0,-1 1,0-1,0 2,0-1,-7-2,-94-17,90 17,0 2,0 0,-1 1,0 1,1 1,-1 0,0 1,1 1,-1 1,0 1,-14 4,-39 3,-132 4,-137-12,194-3,-2450-1,691-49,631 89,789-15,350-18,-454 32,483-20,0 5,-8 7,36-9,-73 29,82-24,-1-4,-1-2,0-4,-1-3,-1-3,-43-2,9-9,107 2,1 0,-1 0,1 1,-1-1,1 0,-1 0,1 1,-1-1,1 0,0 1,-1-1,1 0,-1 1,1-1,0 1,-1-1,1 0,0 1,0-1,-1 1,1-1,0 1,0-1,0 1,0-1,0 1,-1-1,1 1,0 0,0-1,0 1,0-1,1 1,-1-1,0 1,0-1,0 1,0-1,0 1,1-1,-1 1,0-1,1 1,-1 3,3 10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8:42.3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 1,'3'20,"0"3,1-1,0 1,2-1,0 0,2 0,0 0,2-1,0 0,1-1,1-1,1 1,5 4,-15-21,0 1,0-1,1 0,0 0,-1 0,1 0,0-1,0 1,1-1,-1 0,0 0,1-1,-1 1,1-1,0 0,-1 0,1-1,0 1,-1-1,1 0,0 0,0-1,-1 1,1-1,0 0,-1-1,1 1,-1-1,1 0,-1 0,3-3,1-2,-1 1,-1-1,1 0,-1 0,-1-1,1 0,-1 0,-1 0,1 0,-1-1,-1 0,0 0,0 0,0 0,-1 0,-1 0,0-1,0 1,-1-1,0 1,0-1,-1 1,0-1,-1 1,0 0,-3-8,-9-5,2 29,0 41,11-2,3 0,2 0,1-1,3 1,2 2,-4-19,14 76,5 14,-5 0,-6 2,-1 103,-26-121,13-99,-2-1,1 1,0-1,-1 0,1 1,-1-1,0 0,0 0,0 0,0 0,-1-1,1 1,-1-1,0 1,0-1,0 0,0 0,0 0,0 0,0-1,-1 1,1-1,0 0,-1 0,1 0,-1 0,0-1,-9-2,1 0,-1 0,0-2,1 0,-1 0,1-1,1 0,-1-1,1-1,0 0,0 0,0-1,1 0,1-1,-1 0,2-1,-5-5,-128-143,140 157,0 0,-1 0,1 0,0 0,0 0,0 0,0-1,0 1,0 0,0-1,0 1,1 0,-1-1,0 1,1-1,-1 1,1-1,0 0,-1 1,1-1,0 1,0-1,0 0,0 1,0-1,0 1,1-1,-1 0,1 1,-1-1,1 1,-1-1,1 1,0-1,0 1,-1 0,1-1,0 1,0 0,1 0,-1 0,0-1,0 1,0 0,1 1,-1-1,1 0,22-10,0 1,1 1,0 2,1 0,0 1,16-4,43-11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8:43.2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1 306,'54'-280,"-47"255,-7 25,0 0,0 1,0-1,1 0,-1 0,0 0,0 1,0-1,1 0,-1 0,0 0,0 0,1 0,-1 0,0 1,0-1,1 0,-1 0,0 0,0 0,1 0,-1 0,0 0,0 0,1 0,-1 0,0 0,0 0,1 0,-1-1,0 1,0 0,1 0,-1 0,0 0,0 0,1 0,-1-1,0 1,32 206,-28-157,3 0,1-1,3 0,15 42,-10-53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8:43.5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0,'19'5,"16"1,17 0,13-1,6-2,4-1,-6-1,-13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8:43.7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12,'20'7,"21"0,21-6,18-5,15-7,-10-1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9:03.0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95,'2'20,"4"19,0 13,-1 12,-1 6,-1 1,-2-3,-2-7,-2-10,0-15</inkml:trace>
  <inkml:trace contextRef="#ctx0" brushRef="#br0" timeOffset="331.116">1 1,'16'30,"2"1,1-2,1-1,1 0,2-1,1-2,6 5,57 54,-42-42,-2 1,35 46,-73-84,0 0,-1 1,1-1,-1 1,0 0,0 1,-1-1,0 1,0-1,-1 1,1 0,-2 0,1 0,-1 0,0 1,0-1,-1 0,0 0,0 1,-1-1,0 0,0 0,0 0,-1 0,0 0,-1 0,0 0,0-1,0 1,-1-1,0 1,-10 6,0 0,-1-1,0 0,-1-1,0-1,-1-1,0 0,0-1,-1-1,0-1,0 0,-1-1,0-1,0-1,0-1,-9 0,21-1,0 0,0 0,0-1,0 0,0 0,0 0,0-1,0-1,0 1,0-1,1 0,-1 0,0-1,-7-7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9:01.3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94 116,'-2'20,"-1"19,-2 13,-3 10,-1 7,-3 2,-1-2,0-5,-1-7,2-15</inkml:trace>
  <inkml:trace contextRef="#ctx0" brushRef="#br0" timeOffset="323.127">1 369,'0'-26,"8"-66,-6 90,0 1,-1-1,1 1,0-1,0 1,0 0,0 0,0 0,0 0,1 0,-1 0,0 0,0 1,1-1,-1 1,0-1,1 1,-1 0,0 0,1 0,-1 1,0-1,1 0,-1 1,0 0,0-1,1 1,-1 0,0 0,0 0,0 0,0 1,0-1,0 0,0 1,-1 0,1-1,0 1,-1 0,0 0,1 0,35 30,-3 0,0 3,-2 0,-2 2,13 22,35 42,-76-99,-2-1,1 0,-1 1,1-1,0 0,0 1,-1-1,1 0,0 0,0 0,0 0,0 0,0 0,0 0,0 0,1 0,-1 0,0 0,0-1,1 1,-1-1,1 1,-1-1,0 1,1-1,-1 0,1 0,-1 0,1 1,-1-1,1-1,-1 1,0 0,1 0,-1 0,1-1,-1 1,0-1,1 0,1-4,0-1,-1 0,0 0,-1-1,1 1,-1 0,0 0,-1-1,0 1,0 0,0-1,-1-1,1-10,-3-81,-4 1,-18-80,10 75,15 102,-1 0,1 1,-1-1,1 0,-1 1,1-1,0 0,-1 0,1 1,0-1,0 0,-1 0,1 0,0 1,0-1,0 0,0 0,0 0,0 0,0 1,0-1,1 0,-1 0,0 0,0 1,1-1,-1 0,0 0,1 1,-1-1,1 0,-1 1,1-1,-1 0,1 1,0-1,-1 1,1-1,-1 1,1-1,0 1,0 0,-1-1,1 1,0 0,0-1,-1 1,1 0,0 0,0 0,0 0,0 0,-1 0,1 0,0 0,0 0,0 0,-1 0,1 0,1 1,14 8</inkml:trace>
  <inkml:trace contextRef="#ctx0" brushRef="#br0" timeOffset="767.949">856 156,'-22'42,"1"0,3 2,1 0,2 1,-3 22,-13 38,2-28,22-67,6-16,7-20,138-406,-123 387,-15 46,7 50,78 431,-71-413,-13-47</inkml:trace>
  <inkml:trace contextRef="#ctx0" brushRef="#br0" timeOffset="1437.331">750 476,'-48'8,"48"-8,0 0,0 0,1 1,-1-1,0 0,0 0,0 0,1 0,-1 1,0-1,0 0,0 0,0 0,0 0,1 1,-1-1,0 0,0 0,0 1,0-1,0 0,0 0,0 0,0 1,0-1,0 0,0 0,0 1,0-1,0 0,0 0,0 1,0-1,0 0,0 0,0 0,-1 1,1-1,0 0,0 0,0 0,0 1,0-1,-1 0,1 0,0 0,0 0,0 1,0-1,-1 0,1 0,0 0,0 0,-1 0,1 0,0 0,0 0,0 0,-1 0,1 0,0 0,0 0,-1 0,1 0,0 0,0 0,21 5,11-6,-1-2,1-1,-1-1,0-1,-1-2,1-2,0-1,337-106,-367 116,1 0,0-1,1 1,-1 0,0 0,1 0,-1 0,1 0,-1 0,1 1,-1-1,1 1,-1 0,1-1,0 1,-1 1,1-1,-1 0,1 0,-1 1,1 0,-1-1,1 1,-1 0,1 0,-1 0,0 1,0-1,1 1,-1-1,0 1,0-1,-1 1,1 0,0 0,0 0,-1 0,1 0,-1 1,0-1,0 1,1 15,-2 1,0-1,-1 1,0-1,-2 0,-1 5,-3 26,-3 91,10-205,-1 22,1 0,3 0,1 0,2 1,9-29,3 26,-17 44,-1 0,0 0,1 0,-1 1,0-1,1 0,-1 0,1 0,-1 1,1-1,0 0,-1 1,1-1,0 1,0-1,-1 1,1-1,0 1,0-1,0 1,-1 0,1-1,0 1,0 0,0 0,0-1,0 1,0 0,0 0,0 0,-1 0,1 0,0 1,0-1,0 0,0 0,0 1,0-1,-1 0,1 1,0-1,0 1,0-1,-1 1,1-1,0 1,7 9,0 0,-1 1,0 0,-1 0,0 0,-1 1,0 0,-1 0,1 2,5 13,0 0,-3-7,0 0,1 0,1-1,1 0,0 0,2-1,0-1,1 0,0 0,9 6,-21-21,1-1,-1 1,1 0,-1-1,1 0,0 1,0-1,-1 0,1 0,0 0,0 0,0 0,0 0,1 0,-1-1,0 1,0-1,0 1,0-1,1 0,-1 0,0 0,0 0,1-1,-1 1,0-1,0 1,0-1,0 0,0 1,0-1,0 0,0 0,0-1,0 1,0 0,-1-1,1 1,0-1,4-10,-1 1,0-1,0-1,-1 1,-1-1,0 1,-1-1,0 0,-1 0,0 0,-1-1,-1-38,-2-1,-2 2,-2-1,-2 1,-6-11,1-4,14 66,-1-2,1 1,-1 0,0 0,1-1,-1 1,1 0,0-1,-1 1,1 0,0-1,0 1,0-1,0 1,0 0,0-1,0 1,0-1,1 1,-1 0,1-1,-1 1,1 0,-1 0,1-1,-1 1,1 0,0 0,0 0,0 0,0 0,0 0,0 0,0 0,0 0,0 0,0 0,1 1,0-1,14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9:03.8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41 956,'20'0,"19"0,18 2,15 1,14 0,12-1,9 0,3-1,-3-1,-6 1,-9 1,-13 1,-13-1,-14 1,-13-2,-10 0,-9 0,-8-1</inkml:trace>
  <inkml:trace contextRef="#ctx0" brushRef="#br0" timeOffset="409.435">0 1798,'145'11,"115"-8,-158-3,786 0,-810-3,-63-2,-9-1</inkml:trace>
  <inkml:trace contextRef="#ctx0" brushRef="#br0" timeOffset="877.518">1404 381,'55'295,"-11"-35,-11 3,-2 216,-20 102,-11-574</inkml:trace>
  <inkml:trace contextRef="#ctx0" brushRef="#br0" timeOffset="1452.033">1391 635,'22'-16,"1"1,1 1,1 2,-1 0,2 2,0 0,0 2,0 1,1 1,0 1,0 2,21-1,-1 1,1 2,-1 2,0 2,0 3,-1 1,1 2,-1 2,-1 2,-1 3,36 16,-46-16,-1 1,-1 2,-1 1,-1 1,0 2,-2 1,0 1,-2 1,-1 2,-1 0,-2 2,0 0,-2 1,-2 2,2 9,-3 1,-1 1,-2 1,-3-1,-1 2,-2 0,-2 0,-2 0,-3 0,-1 1,-2-1,-3 1,-1-1,-2-1,-3 1,-1-2,-2 1,-2-2,-2 0,-2-1,-2-1,-1-1,-2-1,-2-1,-2-1,-1-2,-1-1,-2-1,-2-2,-1-1,-34 21,32-31,-2-1,0-2,-1-2,0-1,-1-3,0-1,-1-2,0-2,-1-2,1-2,0-2,-1-1,1-3,-1-1,-5-4,23 5,26 4,0 0,1 0,-1 0,0 0,0 0,0 0,1 0,-1 0,0 0,0-1,0 1,1 0,-1 0,0 0,0 0,0 0,1 0,-1-1,0 1,0 0,0 0,0 0,0-1,0 1,1 0,-1 0,0 0,0-1,0 1,0 0,0 0,0 0,0-1,0 1,0 0,0 0,0-1,0 1,0 0,0 0,0 0,0-1,0 1,0 0,0 0,-1 0,1-1,0 1,0 0,0 0,0 0,0-1,0 1,-1 0,1 0,0 0,0 0,0 0,0-1,-1 1,1 0,0 0,24-10,-20 8,28-10</inkml:trace>
  <inkml:trace contextRef="#ctx0" brushRef="#br0" timeOffset="2270.514">3061 1477,'-39'25,"34"-25,1 0,-1 1,1 0,-1-1,1 1,-1 1,1-1,0 1,0 0,0-1,0 2,0-1,0 0,0 1,1 0,-1 0,1 0,0 0,0 1,0-1,0 1,1 0,-1-1,1 1,0 0,0 1,1-1,-1 1,0 2,1 0,0 0,1-1,-1 1,1 0,1 0,-1 0,1 0,0 0,1 0,0 0,0-1,0 1,1-1,0 0,0 1,1-1,-1-1,1 1,1 0,-1-1,1 0,4 4,3 2,1 0,-1-1,1-1,1 0,0-1,0-1,0 0,1-1,0 0,1-1,-5-1,0 0,1-1,-1 0,1-1,0-1,0 1,0-2,0 0,0 0,0-1,0 0,-1-1,1-1,0 0,-1 0,0-1,0-1,0 0,0 0,-1-1,1 0,-2-1,1 0,-1-1,0 0,0 0,-1-1,0 0,-1 0,0-1,-1 0,1 0,-2-1,2-3,-4 2,0 0,-1-1,0 1,-1-1,0 1,-1-1,0 1,-1-1,-1 1,0 0,0-1,-2 1,1 0,-1 0,-1 1,0-1,-1 1,0 0,-1 0,0 1,-8-9,5 6,-1 1,1 0,-2 1,0 0,0 1,-1 0,0 1,-1 1,0 0,0 1,-1 0,0 1,0 1,0 1,-1 0,0 0,-1 2,7 1,0 0,0 1,0 1,0 0,0 0,0 1,0 0,0 1,1 0,-1 1,1-1,0 2,0-1,0 2,0-1,1 1,0 0,1 1,-1-1,1 2,0-1,1 1,0 0,0 0,1 1,0 0,0 0,1 0,0 0,-2 9,3-7,0 0,0 0,1 0,1 1,0-1,0 1,1-1,1 1,0-1,0 1,1-1,0 0,1 0,1 0,0 0,0 0,1-1,0 0,1 0,0 0,1-1,0 1,0-2,1 1,0-1,6 4,28 18</inkml:trace>
  <inkml:trace contextRef="#ctx0" brushRef="#br0" timeOffset="2570.884">3583 1584,'22'7,"22"2,22 0,23-3,23-1,22-2,21-3,17-5,11-3,6 0,-4 1,-11 1,-17 3,-21 1,-22 1,-25-2,-26-2,-25 0</inkml:trace>
  <inkml:trace contextRef="#ctx0" brushRef="#br0" timeOffset="3603.62">388 46,'-7'-1,"-1"-1,1 1,-1 0,0 0,0 1,1 0,-1 1,0 0,0 0,1 0,-1 1,1 0,-1 1,1-1,0 1,0 1,0 0,1 0,-1 0,1 0,-4 4,1 2,0 0,0 1,1 0,1 0,0 1,0 0,1 0,1 1,0-1,0 1,1 1,1-1,1 0,-1 1,2-1,0 1,1 10,0-21,0 0,0 0,0 0,0 0,1 0,0 0,-1 0,1 0,0 0,0 0,1 0,-1-1,0 1,1-1,0 1,-1-1,1 1,0-1,1 0,-1 0,0 0,0 0,1 0,-1-1,1 1,0-1,-1 1,1-1,0 0,0 0,0 0,0-1,0 1,0-1,2 1,4-3,0-1,0 1,0-2,0 1,-1-1,1 0,-1-1,0 0,0-1,-1 1,1-1,-1-1,-1 0,1 1,-1-2,0 1,-1-1,0 0,2-5,2-4,-2 0,-1-1,0-1,-1 1,-1-1,0 1,-2-1,0 0,-1 0,-1 0,-1 0,-1-5,2 5,14 88,-8-36,-2-6,2 0,0-1,2 1,1-1,1 0,-7-20,0 1,1-1,-1 1,1-1,1 0,-1-1,1 1,0-1,1 0,-1 0,1 0,0-1,0 0,0 0,1-1,-1 1,1-1,0-1,0 1,0-1,0-1,117 3,-59-12</inkml:trace>
  <inkml:trace contextRef="#ctx0" brushRef="#br0" timeOffset="4540.666">308 1999,'7'67,"-2"1,-5 61,0-88,-10 261,12-274,-2-28,0 0,0-1,-1 1,1 0,0-1,0 1,0 0,0-1,0 1,0 0,0-1,0 1,0 0,1-1,-1 1,0 0,0 0,0-1,0 1,0 0,0-1,1 1,-1 0,0 0,0-1,1 1,-1 0,0 0,0-1,1 1,-1 0,0 0,0 0,1-1,-1 1,0 0,1 0,-1 0,0 0,1 0,-1 0,0 0,1 0,-1 0,0 0,1 0,-1 0,0 0,1 0,-1 0,0 0,1 0,-1 0,0 0,1 1,-1-1,0 0,0 0,1 0,-1 1,0-1,0 0,1 0,-1 0,0 1,0-1,15-30,-12 21,1 0,-1 1,1-1,1 1,-1 0,1 0,1 1,0-1,0 1,0 0,1 1,0 0,0 0,0 0,1 1,0 0,0 0,0 1,4-1,-5 3,1 1,-1 0,1 0,-1 1,1 0,0 0,-1 0,1 1,-1 0,1 1,-1 0,0 0,0 1,0-1,0 1,0 1,0 0,-1 0,0 0,0 0,0 1,0 0,-1 1,1-1,-1 1,-1 0,1 0,-1 0,0 1,-1-1,1 1,-1 0,-1 0,1 1,0 4,-2-8,0 0,-1 1,1-1,-1 0,0 1,0-1,-1 0,1 0,-1 1,0-1,0 0,0 0,-1 0,0 0,1 0,-1 0,-1-1,1 1,0-1,-1 1,0-1,0 0,0 0,0 0,0 0,-1 0,1-1,-1 0,-2 2,-9 4,0 0,-1-2,1 1,-1-2,-1 0,1-1,-1-1,-15 3,-1-1,1-2,-1-1,-11-2,43 0,1 1,-1-1,0 0,0 1,0-1,0 0,1 0,-1 0,0 0,0 0,0 0,0 0,0 0,1 0,-1 0,0-1,0 1,0 0,1 0,-1-1,0 1,0-1,1 1,-1 0,0-1,1 0,-1 1,0-1,1 1,-1-1,1 0,-1 1,1-1,-1 0,1 0,-1 1,1-1,0 0,0 0,-1 0,1 1,0-1,0 0,0 0,0 0,0 0,0 1,0-1,0 0,0 0,0 0,8-11</inkml:trace>
  <inkml:trace contextRef="#ctx0" brushRef="#br0" timeOffset="8095.072">4880 595,'-11'-8,"-1"0,0 1,0 0,-1 1,0 0,0 1,-1 0,1 1,-1 1,10 2,1 1,-1 0,1 0,-1 1,1-1,-1 1,1-1,-1 1,1 0,-1 1,1-1,0 0,-1 1,1 0,0 0,0 0,0 0,1 0,-1 1,0-1,1 1,0-1,-2 3,-40 73,36-64,2 1,0 1,1-1,1 1,0 0,1 0,0 1,2-1,0 8,1-21,0-1,0 0,1 1,-1-1,1 0,0 1,0-1,0 0,0 0,0 1,0-1,0 0,1 0,-1 0,1 0,-1-1,1 1,0 0,0-1,0 1,0-1,0 0,0 1,0-1,0 0,0 0,1-1,-1 1,0 0,1-1,-1 1,1-1,-1 0,0 0,1 0,-1 0,1 0,-1 0,1-1,-1 1,0-1,1 0,-1 0,0 0,0 0,2-1,4-1,-1-2,0 1,0-1,0 0,-1 0,1 0,-1-1,-1 0,1-1,-1 1,0-1,0 0,-1 0,0-1,0 1,-1-1,2-6,4-10,-2-2,-1 1,0-1,-2 1,-1-4,7-52,-7 82,27 142,-26-122,-1-4,1 0,0 0,1 0,1-1,1 0,0 0,1 0,0-1,10 11,-15-22,1-1,0 1,0-1,1 0,-1-1,0 1,1-1,0 0,-1 0,1 0,0 0,0-1,0 0,0 0,4 0,16 1</inkml:trace>
  <inkml:trace contextRef="#ctx0" brushRef="#br0" timeOffset="8433.718">5267 621,'7'7,"2"5,2-3,-1-4,-2-6,-3-5,-1-3,-3-3,0-2,-3 2,-4 6,0 5,0 7,2 4</inkml:trace>
  <inkml:trace contextRef="#ctx0" brushRef="#br0" timeOffset="8946.856">5735 207,'-17'55,"2"0,3 0,3 2,1-1,3 1,3 52,2-108,-1 16,1 1,1 0,0 0,2 0,0-1,1 1,1 1,-5-19,0-1,0 1,0 0,0-1,0 1,0 0,0-1,0 1,0 0,1-1,-1 1,0 0,0-1,0 1,1 0,-1 0,0-1,0 1,1 0,-1 0,0 0,1-1,-1 1,0 0,0 0,1 0,-1 0,0 0,1 0,-1-1,0 1,1 0,-1 0,0 0,1 0,-1 0,1 0,-1 0,0 0,1 1,-1-1,0 0,1 0,-1 0,0 0,0 0,1 1,-1-1,0 0,1 0,-1 0,0 1,0-1,1 0,-1 0,0 1,0-1,0 0,1 1,-1-1,0 0,0 0,0 1,0-1,0 0,0 1,0-1,0 0,0 1,0-1,14-32,-11 24,-2 3,1 0,1 1,-1-1,1 0,-1 1,1-1,0 1,1 0,-1 0,1 0,0 0,0 1,0 0,0-1,1 2,-1-1,1 0,0 1,0 0,0 0,0 0,0 1,0-1,0 1,0 1,1-1,-1 1,0 0,0 0,1 0,-1 1,0 0,1 0,-1 0,4 2,2 0,-1 0,0 1,0 0,0 1,-1 0,0 1,0 0,0 0,-1 1,1 0,-2 0,1 1,-1 0,0 0,-1 1,0 0,0 0,-1 0,4 10,-8-16,0 1,-1 0,0 0,1 0,-1 0,-1 0,1-1,0 1,-1 0,0 0,0 0,0-1,0 1,-1 0,0-1,1 0,-1 1,0-1,-1 0,1 0,0 0,-1 0,0 0,0 0,0-1,0 0,-3 3,-96 46,78-41,0-2,-1-1,0-1,0-1,0-1,-12 0,36-4,-1 0,1 0,0 1,-1-1,1-1,0 1,0 0,-1 0,1 0,0-1,0 1,-1 0,1-1,0 1,0-1,0 0,0 1,-1-1,1 0,0 0,0 0,1 1,-1-1,0 0,0 0,0 0,1-1,-2 0,0-7</inkml:trace>
  <inkml:trace contextRef="#ctx0" brushRef="#br0" timeOffset="9836.695">4171 20,'375'12,"1434"-30,-1454 10,-332 5,-15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9:34.7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0,'21'3,"17"2,17 1,15-1,13-1,4-2,-1 0,-9-1,-12-1,-18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9:35.0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0,'18'7,"20"2,21 0,22-2,19-4,18-8,14-7,-16-1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9:35.8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24,'23'0,"30"0,31 0,29-2,19-3,14-3,-20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9:36.3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67 26,'-4'11,"1"-6,1 1,0 0,0-1,1 1,-1 0,1 0,1 0,-1 0,1 0,0 0,0 0,1 4,0-10,0 1,-1 0,1 0,0-1,0 1,-1 0,1-1,0 1,0-1,0 1,0-1,0 0,0 1,0-1,0 0,0 0,0 1,0-1,0 0,0 0,0 0,0 0,0 0,0 0,0-1,0 1,0 0,0-1,0 1,0 0,0-1,0 1,0-1,0 1,-1-1,1 0,0 1,0-1,0 0,-1 0,1 1,-1-1,1 0,0 0,-1 0,1 0,-1 0,0 0,1 0,-1 0,0 0,0 0,1 0,-1 0,0 0,0 0,0 0,0 0,1-3,-1 1,1 0,-1-1,0 1,0 0,0-1,0 1,0 0,-1-1,1 1,-1 0,0 0,0-1,0 1,-1 0,1 0,-1 0,1 0,-1 0,0 1,0-1,-1 1,1-1,0 1,-1 0,1-1,-1 1,0 1,0-1,0 0,0 1,0-1,0 1,0 0,0 0,-1 0,1 1,0-1,-3 0,5 1,0 0,1 0,-1 0,0-1,1 1,-1 0,1 0,-1 0,0 0,1 0,-1 0,0 0,1 0,-1 0,0 0,1 1,-1-1,0 0,1 0,-1 1,1-1,-1 0,0 1,1-1,-1 1,1-1,-1 0,1 1,-1-1,1 1,0-1,-1 1,1 0,0-1,-1 1,1-1,0 1,0 0,-1-1,1 1,0 0,0-1,0 1,0 0,0-1,0 1,0 0,0-1,0 1,7 7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9:38.3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20,'38'-10,"221"16,2073 25,-1823-32,-178-7,-310 4,-28-6,-40-2,-16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9:37.0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335 346,'-9'101,"4"0,5 41,1-67,-1-19,-2-51,-1-12,-3-16,-8-49,2-2,4 0,3 0,4-59,22 23,-19 106,0 0,0 0,0 0,0 0,1 0,-1 1,1-1,0 1,0-1,1 1,-1 0,0 1,1-1,0 0,0 1,0 0,0 0,0 0,0 0,0 1,1 0,-1 0,3-1,4 3,1 0,-1 0,0 1,0 0,-1 1,1 0,0 1,-1 0,0 1,0 0,0 1,-1-1,0 2,0 0,0 0,-1 0,0 1,0 0,-1 1,0 0,-1 0,0 0,1 3,-3-7,-1 0,1 0,-1 1,-1-1,1 1,-1 0,0 0,0 0,-1 0,0 0,0 0,0 0,-1 0,0 0,0 1,0-1,-1 0,0 0,0 0,0 0,-1 0,0 0,0 0,-1-1,0 1,0-1,0 1,0-1,-4 4,-86 48,105-53,3-4,0 0,0 1,0 1,0 0,0 1,-1 1,1 0,-1 1,0 1,0 0,0 1,-1 0,0 1,-1 0,0 1,0 1,-1 0,0 0,-1 1,0 0,6 10,-14-17,0 0,-1-1,1 1,-1 1,0-1,0 0,0 0,-1 0,0 0,1 1,-2-1,1 0,0 0,-1 1,0-1,0 0,0 0,0 0,-1 0,1 0,-1 0,0-1,0 1,-1 0,1-1,-1 0,0 1,0-1,0 0,0 0,-8 6,1 0,-1-1,0 0,-1-1,1 0,-1-1,-1 0,-12 4,14-7,0 1,0-1,-1 0,1-1,-1-1,0 0,1 0,-1-2,0 1,1-1,-1-1,0 0,1 0,0-1,-1-1,1 0,1 0,-1-1,1-1,0 0,0 0,-1-2,-29-29,9-1</inkml:trace>
  <inkml:trace contextRef="#ctx0" brushRef="#br0" timeOffset="261.3">1 65,'18'-2,"25"-3,27-1,24-1,22-3,14 2,4-1,-6 1,-15 2,-28 2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9:35.4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187 77,'2'55,"-2"0,-3-1,-2 1,-3-1,-2 0,-2-1,-3 0,-13 30,-6-29,28-58,22-63,131-375,-110 335,-16 81,-20 26,0 0,0 0,0 0,0 1,0-1,0 0,0 1,0-1,0 0,0 1,0-1,-1 1,1-1,0 1,0 0,-1-1,1 1,0 0,-1 0,1-1,-1 1,1 0,-1 0,1 0,-1 0,1-1,-1 1,0 0,0 0,1 0,-1 0,0 0,0 0,7 22,0 1,-2-1,-1 1,-1 0,0 4,1 8,3 29,-3-14,3 0,1 0,3-1,2 0,2-1,9 17,-22-61,0 1,0 0,1 0,0 0,1 0,-1-1,1 1,0-1,0 0,1 0,-1 0,1-1,5 4,1-6,-3-8</inkml:trace>
  <inkml:trace contextRef="#ctx0" brushRef="#br0" timeOffset="243.386">80 411,'-18'0,"-6"2,1 4,9 2,15 2,21 0,20-2,21-7,17-8,13-10,6-6,-1-4,-18 2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9:32.9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239 127,'5'-15,"-3"21,-6 31,-13 28,-3 0,-3-1,-3-2,-29 52,32-66,-54 110,308-678,-214 479,2 1,1 0,22-28,-42 67,0 0,0 0,0 0,1 0,-1 0,0 0,1 0,-1 0,1 0,-1 0,1 0,-1 1,1-1,0 0,-1 0,1 1,0-1,0 0,0 1,-1-1,1 1,0-1,0 1,0-1,0 1,0 0,0-1,0 1,0 0,0 0,0 0,0 0,0-1,0 2,0-1,0 0,0 0,0 0,0 0,0 1,0-1,0 0,0 1,0-1,0 1,-1-1,1 1,0-1,0 1,0 0,-1-1,1 1,0 0,27 96,-24-74,19 132,-1 103,-2-27,-13-172,-4-45</inkml:trace>
  <inkml:trace contextRef="#ctx0" brushRef="#br0" timeOffset="261.914">132 475,'0'4,"11"3,18-2,19-2,21-5,15-6,13-5,3-2,-2 2,-6 3,-12 3,-19 2</inkml:trace>
  <inkml:trace contextRef="#ctx0" brushRef="#br0" timeOffset="528.766">1041 475,'16'4,"12"3,10-2,11 0,5 1,3-1,1-1,-3-1,-4-2,-5 2,-10 0,-5 3,-8-1</inkml:trace>
  <inkml:trace contextRef="#ctx0" brushRef="#br0" timeOffset="798.109">1349 208,'-12'20,"-3"19,1 13,4 12,7 7,6 4,3 1,-1-1,0-4,-1-8,-2-11,0-16</inkml:trace>
  <inkml:trace contextRef="#ctx0" brushRef="#br0" timeOffset="1335.312">1896 382,'0'444,"-12"-647,5 137,3-1,3 0,4-34,-3 93,0 0,1 0,0 1,0-1,1 0,0 0,0 1,0-1,1 1,0 0,1 0,0 0,0 0,0 1,1-1,0 1,0 0,1 1,-1-1,1 1,1 0,-1 0,1 1,-1 0,1 0,0 1,1 0,-1 0,6-1,-1 2,0 0,0 1,0 1,0 0,1 1,-1 0,0 0,0 2,0-1,0 2,-1-1,1 2,-1-1,0 2,0-1,-1 2,1-1,-1 1,-1 1,1 0,-1 0,-1 1,0 0,0 0,-1 1,0 0,0 1,-1-1,1 4,-5-7,-1-1,1 1,-1 0,-1-1,1 1,-1 0,-1 0,1-1,-1 1,0 0,0 0,-1-1,0 1,0-1,-1 0,0 0,0 1,0-2,0 1,-1 0,0-1,-1 0,-4 5,-1 1,-2 0,1-1,-1-1,-1 0,1 0,-2-1,1-1,-1 0,0-1,-2 0,11-4,0 0,1 0,-1-1,-1 1,1-1,0 0,0 0,0-1,-1 0,1 0,0 0,0 0,0-1,-1 0,-2-1,7 2,0 0,1-1,-1 1,0 0,1-1,-1 1,0-1,1 1,-1 0,1-1,-1 0,1 1,-1-1,1 1,-1-1,1 0,0 1,-1-1,1 0,0 1,0-1,-1 0,1 1,0-1,0 0,0 0,0 1,0-1,0 0,0 1,0-1,0 0,0 0,0 1,1-1,-1 0,0 0,0 1,1-1,-1 0,0 1,1-1,-1 1,1-1,-1 0,1 1,-1-1,1 1,-1-1,1 1,0 0,-1-1,1 1,0-1,38-23,-25 20,1 0,-1 0,1 1,0 1,0 1,0 0,1 1,-1 1,0 0,0 1,0 0,0 1,-1 1,1 0,2 3,-6-3,-1 0,1 1,-1 0,0 1,0 0,-1 0,0 1,0 1,-1-1,1 1,-2 1,1 0,-1 0,-1 0,0 1,0 0,-1 0,0 0,0 1,0 4,-3-8,-1 0,0 0,0 0,0-1,-1 1,0 0,-1 0,1 0,-2 0,1 0,-1-1,1 1,-2 0,1-1,-1 0,0 1,0-1,-1 0,0-1,0 1,0-1,-1 1,1-1,-1-1,-1 1,1-1,-4 3,-7 4,0-1,0 0,-1-1,0-1,-1 0,1-2,-1 0,-1-1,-11 2,16-4,0-1,-1 0,1 0,0-2,0 0,-1 0,1-2,0 0,0 0,0-1,-8-3,-10-24,27 15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9:46.40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 8,'-2'3,"1"-3,6-4,1-3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1:05.09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403 1,'0'0,"0"0,0 0,0 1,0-1,0 0,0 0,0 0,0 1,0-1,0 0,-1 0,1 0,0 1,0-1,0 0,0 0,0 0,-1 1,1-1,0 0,0 0,0 0,-1 0,1 0,0 0,0 1,-1-1,1 0,0 0,0 0,0 0,-1 0,1 0,0 0,0 0,-1 0,1 0,0 0,0 0,-1 0,1 0,0 0,0 0,-1-1,1 1,0 0,0 0,0 0,-1 0,1 0,0 0,0-1,0 1,0 0,-2 26,20 255,-11 151,-21 25,7-247,9 64,28 184,-18-312,5 287,-32 288,10-586,-2 378,-11 207,-31 229,-20 216,-19-65,72-581,15-390,-42 661,24-523,-55 563,32-112,32-22,11-463,14 253,-16-390,2 151,15 74,8-163,-19-141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1:34.12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0,'25'2,"24"1,24 2,20 1,18-2,9-1,6 0,-6-2,-11-1,-20 0,-25 3,-31 4,-33 4,-18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2:18.1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70 104,'3'-3,"0"5,-1 6,1 6,-4 9,-1 9,-2 7,-4 6,-2 3,-1-1,-2-1,2-6,0-5,4-9,4-9</inkml:trace>
  <inkml:trace contextRef="#ctx0" brushRef="#br0" timeOffset="375.001">57 237,'3'14,"-1"0,2 0,0-1,1 0,0 0,1 0,0 0,1-1,0 0,1 0,1-1,0 0,0-1,1 0,0 0,1-1,0 0,1-1,-1 0,1-1,1 0,0-1,0-1,2 1,-13-5,-1 0,1-1,-1 1,1-1,0 1,-1-1,1 0,-1 1,1-1,0 0,-1 0,1 0,0 0,-1 0,1-1,0 1,-1 0,1-1,-1 0,1 1,-1-1,1 0,-1 1,1-1,-1 0,0 0,1 0,-1 0,0 0,0-1,0 1,0 0,0-1,0 1,0 0,0-1,-1 1,1-1,0 1,-1-1,1 0,-1 0,14-147,-13 135,0-19,1 1,2 0,1 0,2 0,9-25,-15 53,0 1,1 0,-1-1,1 1,0 0,0 0,0 0,0 0,1 0,-1 1,1-1,0 1,-1-1,1 1,0 0,1 0,-1 1,0-1,0 0,1 1,-1 0,1 0,-1 0,1 0,-1 1,1-1,0 1,-1 0,1 0,21 2</inkml:trace>
  <inkml:trace contextRef="#ctx0" brushRef="#br0" timeOffset="835.459">631 156,'-9'40,"-2"-1,-2 0,-2-1,-1 0,-2-2,-7 11,20-37,72-116,78-131,-144 235,-1 1,0 1,0-1,0 1,-1-1,1 0,0 1,0-1,0 1,0-1,0 1,0-1,1 1,-1-1,0 1,0-1,0 1,0-1,0 1,1-1,-1 1,0-1,1 1,-1-1,0 1,1 0,-1-1,0 1,1 0,-1-1,1 1,-1 0,0-1,1 1,-1 0,1 0,-1-1,1 1,-1 0,1 0,-1 0,1 0,-1 0,1 0,0 0,-1 0,1 0,-1 0,1 0,-1 0,1 0,-1 0,1 1,-1-1,1 0,-1 0,1 0,-1 1,0-1,1 0,-1 1,1-1,-1 0,0 1,1-1,-1 1,1-1,7 134,11-26,-10-66,-3 0,-1 0,0 32,-14-47,0-21</inkml:trace>
  <inkml:trace contextRef="#ctx0" brushRef="#br0" timeOffset="1548.701">592 384,'2'-2,"-1"0,1 0,0 0,1 0,-1 0,0 1,0-1,1 1,-1-1,1 1,-1 0,1 0,-1 0,1 0,0 1,0-1,-1 1,1 0,5-2,236-37,-195 34,84-3,-132 8,0 0,0 0,0 1,0-1,0 1,0-1,-1 0,1 1,0 0,0-1,0 1,-1 0,1-1,0 1,-1 0,1 0,-1-1,1 1,-1 0,1 0,-1 0,1 0,-1 0,0 0,1 0,-1 0,0 0,0 0,0 0,0 0,0 0,0 0,0-1,0 1,0 0,0 0,-1 0,1 0,0 0,-1 1,-17 43,15-38,-43 103,59-123,4-22,0 0,-3-1,-1-1,-1 0,-2-1,0-13,-10 51,0 0,0-1,0 1,-1 0,1-1,0 1,0 0,0-1,0 1,0-1,0 1,0 0,0-1,0 1,0 0,0-1,1 1,-1-1,0 1,0 0,0-1,0 1,1 0,-1-1,0 1,0 0,1 0,-1-1,0 1,0 0,1-1,-1 1,0 0,1 0,-1 0,0 0,1-1,-1 1,0 0,1 0,-1 0,0 0,1 0,-1 0,1 0,-1 0,0 0,1 0,-1 0,1 0,-1 0,0 0,1 0,-1 0,0 0,1 1,-1-1,0 0,1 0,-1 0,0 1,1-1,-1 0,0 0,16 24,-15-22,137 249,-138-250,0 0,0 0,0-1,0 1,1 0,-1 0,0 0,0 0,1-1,-1 1,0 0,1 0,-1-1,1 1,-1 0,1 0,-1-1,1 1,0-1,-1 1,1-1,0 1,0-1,-1 1,1-1,0 1,0-1,-1 0,1 1,0-1,0 0,0 0,0 0,0 0,-1 0,1 0,0 0,0 0,0 0,0 0,0 0,-1 0,1-1,0 1,0 0,0-1,-1 1,1-1,0 1,0 0,-1-1,1 0,0 1,-1-1,1 1,-1-1,1 0,-1 1,1-1,-1 0,1 0,-1 0,0 1,1-1,-1 0,0 0,8-18,-1-1,0 0,-2 0,0-1,-2 1,1-14,0 5,19-142,-22 169,0 0,-1 1,1 0,0-1,0 1,0-1,0 1,0 0,0 0,0-1,0 1,1 0,-1 0,0 0,1 0,-1 1,1-1,-1 0,1 1,-1-1,1 1,-1-1,1 1,0-1,-1 1,1 0,0 0,-1 0,1 0,-1 0,1 1,0-1,14 0</inkml:trace>
  <inkml:trace contextRef="#ctx0" brushRef="#br0" timeOffset="1801.028">1687 130,'0'7,"0"9,0 8,0 10,0 6,0 4,-2 1,-3-4,-1-4,1-6,3-11,3-13,0-8</inkml:trace>
  <inkml:trace contextRef="#ctx0" brushRef="#br0" timeOffset="2054.917">1701 171,'-11'-170,"74"268,133 154,-194-249,0-1,0 0,0 0,0 1,-1-1,1 1,-1 0,0-1,0 1,0 0,0 0,0 0,0 0,-1 0,1 0,-1 0,0 0,0 0,0 0,0 0,-1 0,1 0,-1 0,0-1,0 1,0 0,0 0,0 0,-1-1,1 1,-5 3,-1-1,0 0,0 0,0-1,-1 0,1 0,-1-1,0 1,0-2,-4 2,-58 15,-1-2,-37 3,79-15,-75 12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1:58.1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5655 3944,'18'8,"-1"-2,1 0,0-2,0 1,1-2,9 0,-15-1,486 45,-259-22,-31-1,114-7,-309-17,-17-1,-7 1</inkml:trace>
  <inkml:trace contextRef="#ctx0" brushRef="#br0" timeOffset="800.954">7153 3610,'5'51,"12"22,-3 1,-4 1,-2-1,-4 1,-3 1,-4-1,-2 0,-4-1,-8 24,11-80,6-18,-1 0,1 0,-1-1,0 1,1 0,-1 0,1-1,-1 1,1-1,-1 1,1 0,0-1,-1 1,1-1,-1 1,1-1,0 1,-1-1,1 1,0-1,0 1,-1-1,1 1,0-1,0 0,0 1,0-1,0 1,0-1,0 0,0 1,0-1,0 1,0-1,0 0,0 1,0-1,0 1,1-1,-1 1,0-1,1 1,-1-1,0 1,1-1,-1 0,28-220,-6 87,-7 6,-5-1,-6-91,-19 87,14 115,14 24,166 171,123 47,-115-90,-176-128,-1 1,0 0,-1 0,0 1,0 0,0 1,-1 0,0 1,-1-1,0 1,-1 1,0-1,0 1,-1 0,-1 1,2 6,-7-12,0 1,-1-1,0 1,0-1,0 0,-1 0,0 0,0 0,-1 0,0 0,0-1,0 0,0 0,-1 0,0-1,0 1,0-1,-1 0,1 0,-1-1,0 0,0 0,0 0,0-1,-7 2,-88 41,-2-4,-105 27,45-16,95-25,68-27,0 0,0 0,1 1,-1-1,0 0,0 0,0 0,0 1,0-1,0 0,0 0,0 1,0-1,0 0,1 0,-1 1,0-1,0 0,-1 0,1 1,0-1,0 0,0 0,0 1,0-1,0 0,0 0,0 1,0-1,-1 0,1 0,0 0,0 1,0-1,0 0,-1 0,1 0,0 0,0 1,0-1,-1 0,26-3,5-5</inkml:trace>
  <inkml:trace contextRef="#ctx0" brushRef="#br0" timeOffset="1259.888">8115 4198,'0'3,"-1"9,2 0,-1 0,1 0,1 0,0 0,1-1,0 1,0-1,1 1,5 7,-4-12,0-1,1 0,0 0,0-1,0 1,1-1,-1 0,1-1,0 0,1 0,-1-1,1 1,-1-2,1 1,0-1,0 0,0-1,1 0,-1 0,0 0,0-1,5-1,-6 1,0-1,-1 0,1 0,-1 0,1-1,-1 0,0 0,1-1,-1 0,0 0,-1 0,1-1,0 0,-1 0,0 0,0 0,0-1,-1 0,1 0,-1 0,0-1,-1 0,0 1,1-1,-2 0,1 0,1-6,-1 1,-1 1,-1 0,1-1,-2 1,1-1,-1 1,-1-1,0 1,-1-1,0 1,0 0,-1 0,0 0,-1 0,0 0,-1 1,0 0,0-1,-1 2,0-1,0 1,-1 0,-1 0,1 1,-1 0,0 0,-1 1,1 0,-1 1,0-1,-1 2,1-1,-1 2,0-1,0 1,0 1,-1-1,1 2,-7-1,6 2,0 0,0 1,0 1,1-1,-1 2,0-1,1 2,-1-1,1 1,0 1,0 0,1 0,-1 1,1 0,1 1,-1 0,1 0,0 1,1 0,-1 1,-2 4,9-10,-1-1,1 1,0-1,0 1,0-1,0 1,1-1,-1 1,1 0,0-1,-1 1,1 0,1-1,-1 1,0 0,0-1,1 1,0 0,-1-1,1 1,0-1,0 1,1-1,-1 0,0 1,1-1,-1 0,1 0,0 0,1 1,69 41,-17-24</inkml:trace>
  <inkml:trace contextRef="#ctx0" brushRef="#br0" timeOffset="1514.205">8636 4252,'23'-3,"23"0,22 0,18 1,15 1,10 0,3 0,-3 1,-6 0,-12 0,-15 0,-17 2,-22 1,-30 0,-16 0</inkml:trace>
  <inkml:trace contextRef="#ctx0" brushRef="#br0" timeOffset="-12422.105">2514 401,'447'44,"372"50,-470-60,-335-32,-10-1</inkml:trace>
  <inkml:trace contextRef="#ctx0" brushRef="#br0" timeOffset="-10332.019">2500 1498,'7'7,"-1"0,1 0,1-1,-1 1,1-2,0 1,0-1,0 0,1-1,0 0,0 0,0-1,0 0,1-1,8 1,292 0,-117 7,143 28,-153-14,2-8,1-8,-96-15,-78 1</inkml:trace>
  <inkml:trace contextRef="#ctx0" brushRef="#br0" timeOffset="-9000.009">4185 0,'0'796,"37"-277,-12-239,-20 251,8-315,-13-134,8-106,-3 2</inkml:trace>
  <inkml:trace contextRef="#ctx0" brushRef="#br0" timeOffset="-7572.607">4211 174,'2'-3,"0"0,0 1,0-1,0 1,0-1,0 1,1 0,-1 0,1 0,0 0,0 0,0 0,-1 1,1 0,1-1,-1 1,0 0,0 1,0-1,0 0,1 1,-1 0,0 0,1 0,-1 0,2 0,13-1,25-5,0 2,1 1,-1 3,0 2,1 1,-1 3,34 8,227 97,-274-97,-1 2,-1 0,0 3,-1 0,-1 1,-1 2,-1 0,9 12,167 158,-185-180,0 0,-2 1,0 1,0 0,-1 1,-1 0,0 1,-1 0,-1 1,-1 0,0 0,-1 1,-1 0,2 11,2 28,-2 0,-3 1,-3 11,0-32,1 331,-4-332,-2 0,-1-1,-2 1,-1-1,-2 0,-1-1,-2 0,-2-1,0 0,-3-1,0-1,-2 0,-1-2,-2 0,-1-1,0-2,-21 18,5-12,-2-1,-1-2,-1-2,-1-2,-30 12,-130 34,173-66,0 0,0-3,0 0,-16-3,16 0,0 2,-1 1,1 1,-16 5,-51 16,98-24,-1 0,1 0,-1 0,1 0,-1 0,1 0,-1 0,1 0,-1 0,1 0,-1-1,1 1,-1 0,1 0,0 0,-1-1,1 1,-1 0,1 0,-1-1,1 1,0 0,-1-1,1 1,0-1,-1 1,1 0,0-1,0 1,-1-1,1 1,0-1,0 1,0-1,-1 1,1-1,0 1,0-1,0 1,0-1,0 1,0-1,0 1,0-1,0 1,1-1,-1 1,0-1,0 1,0-1,0 1,1-1,-1 1,0 0,1-1,-1 1,0-1,1 1,-1 0,0-1,1 1,-1 0,1-1,8-13</inkml:trace>
  <inkml:trace contextRef="#ctx0" brushRef="#br0" timeOffset="-6651.845">5642 1284,'-2'7,"-1"1,1 0,1 0,-1 0,1 0,1 0,0 0,0 1,0-1,1 0,0 0,1 0,0 0,0 0,1-1,-1 1,2 0,-1-1,1 0,0 0,1 0,0-1,0 1,0-1,1 0,5 4,2-1,0-1,1-1,-1 0,2-1,-1 0,1-1,-1-1,1 0,1-1,-1-1,0 0,1-1,-1-1,1 0,-1-1,0-1,11-2,-13-1,0-1,-1 0,0-1,0-1,0 1,-1-2,-1 0,1 0,-1-1,-1 0,0 0,0-1,-1 0,-1-1,1 0,-2 0,1-2,-3 5,0 0,-1-1,0 1,0-1,-1 0,0 0,0 0,-2 0,1 0,-1 0,0 0,-1 0,0 0,-1 0,0 1,-1-1,0 0,0 1,-1-1,0 1,-1 0,0 1,0-1,-1 1,-2-3,4 3,0 1,0 0,0 0,-1 1,0-1,-1 1,1 0,-1 0,0 1,-1-1,1 1,-1 1,0-1,0 1,0 1,-1-1,0 1,1 1,-1-1,0 1,0 0,0 1,0 0,-1 1,1-1,0 1,0 1,0 0,-4 0,-6 7,0 1,1 0,0 1,0 1,1 1,1 0,0 1,1 1,0 0,1 1,0 0,-1 4,-18 49,31-66,1 1,0-1,0 0,0 0,0 0,0 1,0-1,0 0,1 0,-1 0,1 1,-1-1,1 0,0 0,0 0,0 0,0 0,1-1,-1 1,0 0,1 0,-1-1,1 1,-1-1,1 1,0-1,0 0,0 0,0 0,0 0,1 1,44 11,-22-11</inkml:trace>
  <inkml:trace contextRef="#ctx0" brushRef="#br0" timeOffset="-6001.871">6243 1257,'1450'0,"-1255"8,-174-2,-24-2</inkml:trace>
  <inkml:trace contextRef="#ctx0" brushRef="#br0" timeOffset="7380.398">2487 375,'1'-22,"-1"14,-3 24,-4 43,2-1,3 1,4 37,-1-6,-1 84,-15-67,16 334,-2-438,1-1,-1 1,1 0,-1-1,1 1,0 0,0 0,0-1,1 1,-1 0,1-1,-1 1,1-1,0 1,0 0,0-1,0 0,1 1,-1-1,1 0,-1 0,1 1,0-1,0 0,0-1,0 1,0 0,0-1,0 1,0-1,1 1,-1-1,1 0,-1 0,1 0,-1-1,1 1,0 0,-1-1,1 0,0 0,0 0,-1 0,2 0,-2 0,0 0,0 0,0 0,0-1,1 1,-1 0,0-1,0 0,0 0,0 1,-1-1,1 0,0 0,0-1,0 1,-1 0,1-1,-1 1,1-1,-1 1,1-1,-1 0,0 1,0-1,0 0,0 0,0 0,0 0,-1 0,1 0,-1 0,1 0,-1 0,0 0,1 0,-1 0,0 0,-1-1,1 1,0 0,-1 0,1 0,-1 0,1 0,-1 0,0 0,0 0,0 0,0 1,-1-2,-7-2,1 0,-1 1,0 0,-1 1,1 0,-1 0,1 1,-1 0,0 1,0 0,1 1,-1 0,-10 1,17-1,0 0,0 0,0 1,0-1,0 1,0-1,0 1,0 0,0 0,1 0,-1 0,0 1,1-1,-1 1,0 0,1 0,0 0,0 0,-1 0,1 0,0 0,1 1,-1-1,0 1,1 0,-1-1,1 1,0 0,0 0,0 0,0 0,1-1,-1 1,1 0,0 1,-1-1,1 0,1 0,-1 0,0 0,1 4,1-1,-1 0,1 1,1-1,-1 0,1 0,0 0,0 0,1 0,-1-1,1 0,1 0,-1 0,1 0,0 0,0-1,0 0,0 0,1-1,-1 1,1-1,0 0,0-1,3 1,-5-1,1 0,0 0,0-1,0 0,0 0,1 0,-1-1,0 0,0 0,0 0,0-1,1 1,-1-1,0 0,0-1,0 1,0-1,-1 0,1 0,0-1,-1 1,0-1,1 0,-1 0,0-1,0 1,-1-1,1 0,-1 0,0 0,0 0,1-4,0 0,-1-1,0 1,-1 0,0-1,0 0,-1 1,0-1,-1 0,1 0,-2 1,1-1,-1 0,-1 1,1-1,-1 0,-1 1,0 0,0 0,-1-1,1 2,-3-3,5 7,-1 0,0 1,0-1,0 0,0 0,0 1,-1 0,1-1,-1 1,0 0,1 0,-1 0,0 1,0-1,0 1,0-1,-1 1,1 0,0 0,0 1,-1-1,1 1,0-1,-1 1,1 0,-1 0,1 1,0-1,-1 1,1-1,0 1,-1 0,1 1,0-1,0 0,-1 2,-3 0,0 1,1 0,0 0,0 1,0 0,0 0,1 0,0 1,0-1,0 1,1 1,0-1,0 1,0-1,1 1,0 1,1-4,0-1,1 1,0-1,0 1,0 0,0-1,0 1,1 0,-1 0,1-1,0 1,0 0,1 0,-1-1,1 1,0 0,0 0,0-1,0 1,1-1,-1 1,1-1,0 0,0 1,0-1,0 0,1 0,-1-1,1 1,0 0,0-1,0 0,0 0,0 0,0 0,1 0,-1 0,2 0,11 2,-1-1,1 0,0-1,0-1,0 0,0-1,0-1,0 0,0-1,-1-1,1-1,14-5,-27 9,0 0,-1 0,1-1,-1 0,1 1,-1-1,1 0,-1 0,1 0,-1-1,0 1,1-1,-1 1,0-1,0 0,0 1,0-1,0 0,-1 0,1-1,-1 1,1 0,-1 0,0-1,0 1,0-1,0 1,0-1,0 1,-1-1,0 0,1 1,-1-1,0 0,0 1,0-1,-1-2,-4-3,0 0,-1 1,0 0,0 0,0 0,-1 1,0 0,-1 0,1 1,-1 0,0 0,0 0,-1 1,1 1,-1 0,0 0,0 0,0 1,0 0,0 1,-2 0,0-1,-1 0,0 1,0 1,0 0,1 0,-1 1,-11 3,20-4,0 0,0 1,0 0,1 0,-1 0,0 0,1 0,-1 0,1 1,-1-1,1 1,-1-1,1 1,0 0,0 0,0 0,0 1,0-1,1 0,-1 1,1-1,-1 1,1-1,0 1,0 0,0-1,0 1,1 0,-1 0,1 0,-1 0,1-1,0 1,0 3,3 0,-1 0,1 0,0 1,0-2,0 1,1 0,0-1,0 1,0-1,1 0,0-1,0 1,0-1,1 0,-1 0,1-1,0 1,0-1,0-1,0 1,1-1,-1 0,1 0,-1-1,1 0,4 0,-10 0,0-1,-1 0,1 1,0-1,0 0,0 1,0-1,-1 0,1 0,0 0,0 0,0 0,0 0,0 0,-1 0,1 0,0 0,0 0,0 0,0-1,-1 1,1 0,0-1,0 1,-1-1,1 1,0-1,0 1,-1-1,1 1,-1-1,1 1,0-1,-1 0,1 0,-1 1,0-1,1 0,-1 0,1 1,-1-1,0 0,0 0,0 0,1 0,-1 1,0-1,0 0,0 0,0 0,0 0,0 0,-1 1,1-1,0 0,0 0,-1 0,1 0,0 1,-1-1,1 0,-1 0,1 1,-1-1,1 0,-1 1,-31-46,24 37</inkml:trace>
  <inkml:trace contextRef="#ctx0" brushRef="#br0" timeOffset="9489.819">107 1378,'146'43,"-37"-25,1-6,0-3,0-6,19-5,253 13,-184 6,30-7,266-11,-317 14,-138-10,-1 2,1 2,34 10,-40-9,-84-18,-8-32,58 41,0 1,0-1,0 0,0 1,0-1,0 1,0-1,0 1,0 0,0-1,0 1,0 0,0 0,0 0,0 0,0 0,0 0,0 0,0 0,-1 0,1 0,0 1,0-1,0 0,0 1,0-1,0 1,0-1,1 1,-1-1,0 1,0 0,0-1,0 1,1 0,-1 0,0 0,1-1,-1 1,0 0,1 0,-1 0,1 0,-1 1,-14 48,13-47,1 0,1 0,-1 0,0 0,1 0,0 0,0 0,0 1,0-1,0 0,0 0,1 0,0 1,0-1,0 0,0 0,0 0,0 0,1-1,-1 1,1 0,0-1,0 1,0-1,0 1,0-1,1 0,-1 0,1 0,-1 0,1 0,0-1,0 1,2 0,0 0,0 0,0 0,0-1,0 0,0 0,0 0,0-1,0 0,1 0,-1 0,0 0,0-1,0 0,0 0,0 0,0-1,0 0,0 0,0 0,-1 0,1-1,-1 0,0 0,0 0,0 0,0-1,0 1,-1-1,1 0,-1 0,0 0,0-1,-1 1,1-1,-1 1,0-1,0 0,-1 0,1 0,-1 0,0 0,-1 0,1-5,-2 3,-1-1,1 1,-2 0,1 0,-1 0,0 0,0 0,-1 0,0 1,0-1,-1 1,1 1,-2-1,1 0,0 1,-1 0,0 1,0-1,0 1,-1 0,0 0,1 1,-1 0,0 0,-1 1,1 0,0 0,-1 1,1 0,-1 0,1 0,-1 1,1 0,-1 1,1 0,-1 0,1 1,-1-1,1 1,0 1,0 0,0 0,-2 1,4 0,-1 1,1-1,0 1,0 0,0 0,0 0,1 1,0 0,0 0,1 0,0 0,0 0,0 1,1 0,0-1,0 1,0 0,1 0,0 0,1 0,-1 0,1 0,1 0,-1 0,1 0,0 0,1 0,0-1,0 1,0 0,1-1,0 1,0-1,1 0,0 0,0-1,0 1,1-1,4 5,-2-4,1 0,0-1,0 0,0 0,1-1,0 0,-1 0,1-1,1 0,-1-1,0 0,1 0,-1-1,1 0,-1-1,4 0,-7 0,-1 0,0-1,1 0,-1 0,0 0,0 0,0-1,0 0,0 0,0 0,-1-1,1 0,-1 0,0 0,1 0,-1-1,-1 1,1-1,0 0,-1 0,0 0,0-1,0 1,-1-1,1 0,-1 1,0-1,0 0,-1 0,0-1,1-2,0-1,-1 0,-1 0,0 1,0-1,0 0,-1 0,0 1,-1-1,0 0,0 1,-1 0,0-1,-1 1,0 0,0 1,0-1,-1 1,0 0,-1 0,0 0,0 1,0 0,0 0,-1 0,0 1,-1 0,1 1,-1-1,0 1,0 1,0-1,0 2,-7-3,12 5,0 0,0 0,0 1,0-1,0 0,0 1,0 0,0 0,0 0,0 0,0 0,0 1,0-1,1 1,-1 0,1 0,-1 0,1 0,0 0,-1 0,1 0,0 1,1-1,-1 1,0 0,1 0,-1-1,1 1,0 0,0 0,0 0,1 0,-1 0,0 1,0 2,0 0,0 0,1 0,0 1,0-1,0 0,1 0,-1 0,2 1,-1-1,1 0,0 0,0-1,0 1,1 0,0-1,0 1,2-1,0 1,0-1,1 0,-1-1,1 1,0-1,0 0,1-1,-1 1,1-1,0-1,0 1,0-1,0 0,0-1,1 1,-1-2,0 1,1-1,-5 1,1-1,0 0,0 0,0-1,0 1,0-1,0 0,0 0,0 0,-1 0,1-1,0 1,-1-1,1 0,-1 0,0 0,0-1,0 1,0-1,0 0,0 0,-1 0,1 0,-1 0,0 0,0-1,0 1,0-1,-1 0,1 1,-1-1,0 0,0 0,0 0,-1-1,1 0,-1-1,1 1,-1 0,0-1,-1 1,0-1,1 1,-2 0,1-1,-1 1,1 0,-1 0,-1 0,1 0,-1 0,0 1,0-1,0 1,-1 0,1 0,-1 0,0 0,0 1,0-1,-1 1,1 0,-1 0,0 1,0 0,0-1,0 2,0-1,0 0,-1 1,1 0,0 0,-1 1,1 0,-1 0,1 0,-1 0,1 1,0 0,-1 0,1 0,0 1,0 0,0 0,-5 3,5-1,0 0,0 0,1 1,-1 0,1 0,0 0,0 1,1-1,0 1,0 0,0 0,1 0,0 0,0 0,0 0,1 1,0-1,0 4,0-6,1 0,0 0,0 0,0 0,0 0,1 0,-1 0,1 0,0 0,0 0,1 0,-1 0,1-1,0 1,0-1,0 1,0-1,1 0,-1 0,1 0,0 0,0 0,0 0,0-1,1 1,-1-1,0 0,1 0,3 1,-1-1,-1 0,1 0,0-1,-1 0,1 0,0 0,0-1,0 0,-1 0,1-1,0 1,0-1,0 0,-1-1,1 1,-1-1,1 0,-1-1,0 1,0-1,0 0,0 0,0-1,0 1,-1-1,0 0,0-1,0 1,0-1,-1 1,0-1,0 0,0 0,0 0,-1-1,0 1,0-1,0 1,-1-1,0 0,0 0,0 1,-1-6,0 6,0 0,-1-1,1 1,-1 0,-1 0,1 0,-1-1,0 2,0-1,0 0,0 0,-1 1,0-1,0 1,0 0,-1 0,0 0,1 0,-1 0,0 1,-1 0,1 0,0 0,-1 0,0 1,0 0,0 0,0 0,0 1,0-1,0 1,0 0,0 1,-1-1,1 1,0 0,-1 0,1 1,0 0,0 0,-1 0,1 0,0 1,0 0,0 0,1 0,-5 3,5-2,-1 1,1 0,0 0,0 0,1 0,0 0,-1 1,1-1,1 1,-1 0,1 0,-1 0,2 0,-1 1,0-1,1 1,0-1,0 0,1 1,0 0,0 3,3 15</inkml:trace>
  <inkml:trace contextRef="#ctx0" brushRef="#br0" timeOffset="10289.29">0 1337,'5'2,"3"4,3 2,4 0,7 2,10-2,18-2,24-5,24-6,22-2,12-1,-6 4,-23 2</inkml:trace>
  <inkml:trace contextRef="#ctx0" brushRef="#br0" timeOffset="27801.873">4131 2875,'0'-2,"3"3,4 9,7 9,7 11,7 11,5 11,4 7,3 5,-1 2,-3-5,-5-6,-3-7,-4-9,-4-10,-6-14,-4-10</inkml:trace>
  <inkml:trace contextRef="#ctx0" brushRef="#br0" timeOffset="28094.093">4412 2901,'9'-4,"8"0,3 6,2 11,1 13,0 11,-2 8,1 6,1 1,1 1,1-2,1-6,0-2,1-5,0-4,-2-6,-6-5,-5-6</inkml:trace>
  <inkml:trace contextRef="#ctx0" brushRef="#br0" timeOffset="28357.049">4185 3369,'18'21,"18"11,13 6,11 3,5-3,4-2,2-3,-6-5,-3-4,-9-7,-6-7,-6-4,-11-3</inkml:trace>
  <inkml:trace contextRef="#ctx0" brushRef="#br0" timeOffset="28603.942">5014 3156,'2'5,"3"10,3 14,3 11,-1 13,-2 8,-3 3,-3 2,-6-1,-1-5,-3-5,1-13</inkml:trace>
  <inkml:trace contextRef="#ctx0" brushRef="#br0" timeOffset="29285.648">4011 2567,'-102'230,"93"-199,23-37,-8-4,0 0,-1 0,0 0,0-1,-1 0,0 0,-1 0,-1 0,0-1,0 1,-1-1,0 1,-2-12,2 7,-1 14,0 0,0 0,0 0,0 0,1 0,-1 0,0 0,1 0,0 0,-1 1,1-1,0 0,0 0,0 1,0-1,0 0,0 1,1-1,-1 1,1 0,-1-1,1 1,-1 0,1 0,-1 0,1 0,0 0,0 0,0 0,-1 1,1-1,0 1,0-1,0 1,0 0,0 0,0 0,0 0,0 0,0 0,0 0,0 1,176 26,-23-1,175 39,-318-63,0 2,-1-1,0 1,1 1,-2 0,1 0,0 1,4 5,5 10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38:47.188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2051 1144,'16'7,"19"4,19 1,19-2,13-5,8-6,-2-6,-15-4</inkml:trace>
  <inkml:trace contextRef="#ctx0" brushRef="#br0" timeOffset="-905.07">2172 1399,'6'15,"8"16,8 10,6 8,9 4,4 3,2 1,0-3,-2-4,-3-3,-7-7,-6-7,-7-8</inkml:trace>
  <inkml:trace contextRef="#ctx0" brushRef="#br0" timeOffset="-652.767">2493 1492,'-16'4,"-10"7,-7 8,-3 7,1 11,1 10,2 9,4 6,7 2,8-1,7-5,9-7,12-10,3-13</inkml:trace>
  <inkml:trace contextRef="#ctx0" brushRef="#br0" timeOffset="-345.594">2760 1959,'1'12,"2"-1,-1 0,1-1,1 1,0 0,1-1,-1 0,2 0,0 0,0-1,1 0,-4-5,0 0,0 0,1-1,-1 1,1-1,0 0,0 0,0-1,0 1,1-1,-1 0,1 0,-1 0,1-1,0 1,0-1,0-1,-1 1,1 0,0-1,0 0,0 0,0-1,0 1,0-1,0 0,2-1,0-1,0 0,0 0,-1 0,1 0,-1-1,0 0,0-1,0 0,0 1,-1-2,0 1,0-1,0 1,-1-1,0-1,0 1,0-1,-1 1,0-1,0 0,-1 0,0 0,0 0,-1-1,0 1,0 0,0-1,-1 1,0-1,-1 1,0-1,0 1,0 0,-1 0,0-1,-1 1,1 0,-1 1,-1-1,1 0,-1 1,0 0,-1 0,1 0,-4-2,-3 0,0 2,-1-1,0 2,0-1,-1 2,1 0,-1 0,0 1,0 1,0 0,0 0,0 2,-1-1,1 2,0 0,0 0,0 2,0-1,0 2,0-1,-4 4,-30 6</inkml:trace>
  <inkml:trace contextRef="#ctx0" brushRef="#br0" timeOffset="3626.484">3682 917,'52'484,"3"186,49 440,-75-908,-4-35,-6 2,-5 116,-16-262,1-30</inkml:trace>
  <inkml:trace contextRef="#ctx0" brushRef="#br0" timeOffset="2216.941">2386 3069,'4'7,"9"11,9 12,7 12,8 10,4 8,5 5,1 3,0-2,-2-4,-4-9,-7-10,-8-14</inkml:trace>
  <inkml:trace contextRef="#ctx0" brushRef="#br0" timeOffset="2418.524">2760 3069,'-21'11,"-13"14,-8 10,-1 14,2 10,4 8,5 4,6 2,8-3,7-4,5-14</inkml:trace>
  <inkml:trace contextRef="#ctx0" brushRef="#br0" timeOffset="2746.169">2961 3671,'7'9,"0"-1,1 0,0 0,0-1,1 0,0-1,0 0,0 0,1-1,0 0,0 0,0-1,1-1,0 0,-1 0,1-1,0-1,0 1,0-2,0 0,8 0,-14-2,1 0,-1 0,0 0,1-1,-1 1,-1-1,1-1,0 1,-1 0,1-1,-1 0,0 0,-1-1,1 1,-1-1,1 1,-1-1,-1 0,1 0,-1-1,0 1,0 0,0-1,-1 1,1-4,0 0,-1 0,0 0,0 0,-1 0,0-1,0 1,-1 0,0 0,-1 0,0 0,0 1,-1-1,0 0,-1 1,-3-7,3 9,0-1,-1 1,0 0,0 1,0-1,0 1,-1 0,0 0,0 1,0 0,-1 0,0 0,1 1,-1 0,0 0,0 1,-1 0,1 0,-1 1,1 0,0 0,-1 0,0 1,1 0,-1 1,1 0,-1 0,1 1,0-1,-1 2,1-1,0 1,0 0,1 0,-1 1,1 0,-1 0,1 1,0 0,-4 5,0 1,1 1,0 0,0 0,2 1,0-1,0 2,1-1,0 1,2 0,-4 11,-5 30</inkml:trace>
  <inkml:trace contextRef="#ctx0" brushRef="#br0" timeOffset="-1360.873">1423 1946,'-2'-16,"-1"-12,0-5,0-3,2 4,2 4,1 11,1 17,-1 16,0 14,-1 15,2 10,3 5,2 1,5-4,0-13</inkml:trace>
  <inkml:trace contextRef="#ctx0" brushRef="#br0" timeOffset="-2859.362">274 757,'62'637,"-39"218,21 313,-23-942,15 25,-18-157</inkml:trace>
  <inkml:trace contextRef="#ctx0" brushRef="#br0" timeOffset="-2154.729">635 1452,'0'-2,"6"3,10 7,11 10,10 12,7 10,6 7,4 6,-2 5,-1-2,-9-3,-5-7,-10-8,-10-11</inkml:trace>
  <inkml:trace contextRef="#ctx0" brushRef="#br0" timeOffset="-1890.428">929 1478,'-16'14,"-10"13,-5 12,-2 12,3 11,2 7,3 3,3 0,7-11</inkml:trace>
  <inkml:trace contextRef="#ctx0" brushRef="#br0" timeOffset="571.55">594 1184,'21'-4,"13"-2,12 0,12-1,13 0,9 2,7 2,-10 1</inkml:trace>
  <inkml:trace contextRef="#ctx0" brushRef="#br0" timeOffset="1303.657">968 3015,'7'19,"7"12,7 8,10 4,9 4,3 1,5-1,-2-2,-4-2,-5-3,-8-4,-10-8</inkml:trace>
  <inkml:trace contextRef="#ctx0" brushRef="#br0" timeOffset="1522.075">1316 3123,'-5'0,"-5"9,-6 14,-8 15,-5 17,-6 12,0 9,0 3,4-5,8-11,7-16</inkml:trace>
  <inkml:trace contextRef="#ctx0" brushRef="#br0" timeOffset="1796.348">1583 3404,'0'20,"0"16,-2 11,-1 7,0 3,1 1,3-3,1-10</inkml:trace>
  <inkml:trace contextRef="#ctx0" brushRef="#br1" timeOffset="61895.6">2934 382,'-37'-18,"-1"2,-1 2,0 1,0 2,-10 0,-371-61,223 52,-1 9,-104 10,185 1,29 6,0 3,0 4,2 4,-78 27,-134 53,284-95,-1 2,1 0,0 0,0 1,1 1,-1 0,1 1,0 1,-80 52,-73 63,138-100,1 2,1 0,2 2,0 1,2 1,1 1,-12 22,21-20,1 0,2 1,1 1,1-1,2 1,1 0,2 1,1-1,2 0,2 0,0 1,3-1,-1 38,-3-41,2 1,1-1,1-1,2 1,1-1,2 0,0-1,2 0,15 24,6 0,1-1,3-3,3 0,2-2,-5-13,1-3,1 0,2-3,1-2,1-1,1-3,1-1,1-2,45 10,247 64,-249-72,1-5,83 4,218 30,122-36,-176-25,-284 8,-14 1,-1-1,1-2,32-8,-17-1,7-2,0-2,-1-2,19-12,30-28,-91 46,0 0,-2-1,1 0,-2-2,0 0,-1-1,-1 0,-1-1,0-1,-2 0,0-1,-1 0,-1-1,-1 1,-1-2,-1 1,-1-3,0-24,-2 0,-2 0,-3-1,-1 1,-3 0,-2 1,-2-1,-2 1,-16-37,-194-483,214 545,-2 0,0 0,-1 1,-1 0,-1 1,-1 1,0 0,-2 1,0 0,-2 1,0 1,-9-6,-29-14,-2 2,-1 3,-28-10,78 39,0 0,0 0,0 1,0 0,0 1,-1 0,1 0,-1 1,1 0,0 1,-1 0,1 1,0-1,0 2,0-1,-4 3,13-5,0 0,1 0,-1 0,0 1,0-1,0 0,1 0,-1 0,0 0,0 1,0-1,1 0,-1 0,0 1,0-1,0 0,0 0,0 1,0-1,1 0,-1 0,0 1,0-1,0 0,0 0,0 1,0-1,0 0,0 0,0 1,0-1,0 0,-1 0,1 1,0-1,0 0,0 0,0 1,0-1,0 0,0 0,-1 1,1-1,0 0,0 0,0 0,-1 1,15-2</inkml:trace>
  <inkml:trace contextRef="#ctx0" brushRef="#br1" timeOffset="62612.001">3990 155,'4'57,"-2"1,-3 0,-2 0,-3-1,-2 0,-2 0,-16 44,5-40,22-61,-1 0,0-1,0 1,0 0,0-1,0 1,0 0,0 0,1-1,-1 1,0 0,0-1,0 1,0 0,0-1,0 1,-1 0,1 0,0-1,0 1,0 0,0-1,0 1,0 0,0 0,-1-1,1 1,0 0,0 0,0-1,-1 1,1 0,0 0,0 0,0-1,-1 1,1 0,0 0,-1 0,1 0,0 0,0-1,-1 1,1 0,0 0,-1 0,1 0,0 0,-1 0,1 0,0 0,0 0,-1 0,1 0,0 0,-1 1,1-1,0 0,-1 0,1 0,0 0,0 0,-1 1,1-1,0 0,12-178,-4 75,1-18,6 1,9-25,-7 103,-15 42,-1 0,1 0,-1 0,1 1,-1-1,1 1,0-1,-1 1,0 0,1 0,-1-1,1 1,-1 0,0 0,0 0,1 1,-1-1,0 0,0 0,0 1,0-1,-1 0,1 1,0-1,0 1,-1-1,1 1,-1-1,0 1,1 0,1 2,35 72,-4 2,-3 1,-3 2,-3 3,-3-7,4-1,3 0,3-2,26 41,-32-79,-19-35,-2-7</inkml:trace>
  <inkml:trace contextRef="#ctx0" brushRef="#br1" timeOffset="62889.259">3816 543,'27'-3,"25"-2,25-5,19-9,11-4,4-4,-6 1,-14 5,-20 6,-25 5,-24 5,-16 3</inkml:trace>
  <inkml:trace contextRef="#ctx0" brushRef="#br1" timeOffset="64779.373">728 2856,'-10'-5,"1"0,-1 1,1 0,-1 1,0 0,0 0,-1 1,1 1,0-1,-1 2,1 0,-1 0,1 0,0 2,-1-1,1 1,0 1,0 0,0 0,0 1,1 0,-7 4,-4 8,0 2,1 0,1 2,1 0,1 0,0 2,2 0,0 1,2 0,0 1,2 0,1 1,0 0,-2 18,-1 19,2 1,3 0,3 1,3-1,4 25,-3-58,1 1,1-1,2 0,0 0,3 0,0-1,2 0,1 0,1-1,2 0,1-1,0 0,2-2,2 1,0-2,1-1,1 0,1-1,2-1,10 7,18 2,2-1,0-3,2-2,1-3,1-2,51 10,28 11,-20-1,2-6,1-5,2-5,21-3,115-8,71-13,139 4,-334 5,-7 1,0-5,0-6,-1-5,25-9,-20-11,-2-7,-1-5,-2-5,91-47,-170 70,-1-2,0-2,-2-2,13-12,-38 25,0 0,-2-2,1 0,-2-1,0 0,-2-2,0 1,0-2,-2 0,7-17,-5 1,-2 0,-1 0,-3-1,0-1,-3 1,-1-1,-2 0,-1 0,-2 1,-2-1,-1 0,-2 1,-1 0,-2 1,-2 0,-1 0,-2 2,-7-12,6 17,-2 1,-1 1,0 0,-3 2,0 0,-1 1,-1 2,-1 0,-18-11,-27-14,-1 3,-2 4,-19-6,-4 6,-2 4,-2 5,-1 4,-1 4,-1 5,0 4,-1 5,0 4,-21 6,-110-1,44 2,1-8,-72-16,178 8,-1 3,0 4,0 4,0 3,0 4,-67 13,73 3,1 3,1 3,1 4,-34 20,-63 22,170-70,0 0,0 0,1 0,-1 0,0 0,1 0,0 1,-1-1,1 1,0 0,0 0,1 0,-1 0,1 0,-1 0,1 0,0 0,0 0,0 1,1-1,-1 0,1 1,0-1,0 0,0 1,0-1,0 1,1-1,0 2,-1 19,1-1</inkml:trace>
  <inkml:trace contextRef="#ctx0" brushRef="#br1" timeOffset="65586.942">4992 3430,'0'14,"0"13,0 14,2 11,2 8,-1 8,-1 5,0 2,-3 0,-4-4,-3-7,-1-11,0-13,-1-14,1-16,2-9</inkml:trace>
  <inkml:trace contextRef="#ctx0" brushRef="#br1" timeOffset="66074.626">4939 3792,'-12'-392,"11"390,1 0,-1-1,1 1,-1 0,1 0,0-1,0 1,0 0,0-1,0 1,0 0,1 0,-1-1,1 1,-1 0,1 0,0 0,0 0,0 0,0 0,0 0,1 0,-1 0,1 0,-1 1,1-1,-1 0,1 1,0 0,0-1,0 1,0 0,0 0,0 0,0 0,0 0,0 0,1 1,-1-1,2 1,10 2,-1 1,0 1,0 1,0-1,0 2,-1 0,0 0,0 1,0 1,-1 0,0 1,-1 0,2 2,-6-7,0 1,0 0,-1 0,0 0,0 0,0 1,-1 0,0 0,0 0,0 0,-1 1,0-1,0 1,-1 0,0 0,0 0,0 0,-1 0,0 0,0 1,-1-1,0 0,0 0,-1 1,0-1,0 0,-1 0,0 0,-1 3,-5 2,0-1,-1 1,0-1,-1-1,0 0,-1 0,0-1,-1-1,1 1,-2-2,1 0,-1 0,-2 0,3-1,12-6,0 1,0-1,0 1,0-1,0 0,1 1,-1-1,0 1,0-1,0 0,0 1,0-1,0 0,1 1,-1-1,0 1,0-1,1 0,-1 0,0 1,0-1,1 0,-1 1,0-1,1 0,-1 0,0 0,1 1,-1-1,0 0,1 0,-1 0,1 0,-1 0,0 0,1 0,-1 0,1 0,-1 0,0 0,1 0,-1 0,1 0,-1 0,0 0,1 0,-1 0,1 0,-1-1,0 1,1 0,-1 0,0 0,1-1,-1 1,0 0,1-1,-1 1,0 0,0-1,1 1,0 0,12-1,0 1,0 0,0 1,0 0,0 1,-1 0,1 1,-1 1,1 0,-1 0,0 1,-1 1,1 0,8 7,-11-6,0 1,0 0,0 0,-1 1,0 0,-1 1,0 0,-1 0,0 0,4 10,-8-15,0 0,0 0,0 0,-1 0,0 1,0-1,0 0,0 1,-1-1,0 0,0 1,-1-1,0 0,1 1,-2-1,1 0,-1 0,1 0,-1 0,-1 0,1 0,-1 0,0-1,0 1,0-1,-9 6,0-1,-1 0,0-1,0 0,0-1,-1-1,0 0,-1-1,1 0,-1-1,0-1,0 0,0-1,0-1,-1-1,1 0,0 0,-7-3,16 3,0 0,0 0,0-1,0 0,0 0,1-1,-1 0,0 0,0 0,1-1,0 1,-1-1,1-1,-3-1,-4-6</inkml:trace>
  <inkml:trace contextRef="#ctx0" brushRef="#br0" timeOffset="77514.029">5233 2094,'0'-3,"5"0,8 0,11 1,10 0,14 1,9-2,9 0,7 0,2 1,-2 0,-7 4,-10 5,-15 4,-14 0</inkml:trace>
  <inkml:trace contextRef="#ctx0" brushRef="#br0" timeOffset="77764.389">5326 2455,'26'4,"25"2,23 0,17-2,7-3,0-2,-10 0,-19 1,-22 1</inkml:trace>
  <inkml:trace contextRef="#ctx0" brushRef="#br0" timeOffset="81812.311">7011 1759,'7'3,"6"2,11 3,12 0,14-1,14-2,11-2,5-1,-2-2,-4 0,-11 0,-14 0,-13-1,-14 1,-14 0,-8 0</inkml:trace>
  <inkml:trace contextRef="#ctx0" brushRef="#br0" timeOffset="82635.291">8335 2254,'-1'1,"1"0,0 0,-1 0,1 0,0 0,0 0,0 0,0 0,0 0,0 0,0 0,0 0,0 0,1 0,-1 0,0 0,1 0,-1 0,1 0,-1 0,1 0,-1 0,1 0,0 0,-1 0,1-1,0 1,0 0,-1-1,1 1,0 0,0-1,0 1,0-1,0 1,0-1,0 0,0 1,0-1,0 0,0 0,0 0,0 1,0-1,0 0,0-1,0 1,1 0,-1 0,0 0,0-1,0 0,0 0,0 0,0 0,-1 0,1-1,0 1,0 0,-1-1,1 1,-1 0,1-1,-1 1,0-1,1 1,-1-1,0 1,0-1,0 1,0-1,0 1,-1-1,1 1,0-1,-1 1,1 0,-1-1,1 1,-1-1,0 1,1 0,-1 0,0-1,0 1,0 0,0 0,0 0,0 0,0 0,-1 0,1 0,0 1,0-1,-1 0,1 1,-1-1,1 1,0-1,-1 1,1-1,-1 1,1 0,-2 0,1 0,0 0,-1 0,1 0,0 0,0 0,0 1,0-1,-1 1,1 0,0-1,0 1,0 0,0 0,0 0,1 1,-1-1,0 0,0 1,1-1,-1 1,1-1,-1 1,1 0,0 0,0 0,-1 0,1-1,1 1,-1 1,0-1,0 0,1 0,-1 0,1 0,0 0,0 1,0-1,0 0,0 0,0 0,0 1,1-1,-1 0,1 0,-1 0,1 0,0 0,0 0,0 0,1 1,9 10</inkml:trace>
  <inkml:trace contextRef="#ctx0" brushRef="#br0" timeOffset="84065.764">8629 1679,'7'0,"8"0,14 0,16 0,13 0,15 0,9 0,4 0,2 0,-4 0,-9 0,-10 0,-14 0,-14 0,-12-3,-9 0,-7 0</inkml:trace>
  <inkml:trace contextRef="#ctx0" brushRef="#br0" timeOffset="80699.507">7118 2000,'2'4,"4"7,4 3,6 4,6 6,7 5,5 5,4 6,4 2,2 4,-2 0,-3 0,-5-4,-4-4,-7-4,-6-8</inkml:trace>
  <inkml:trace contextRef="#ctx0" brushRef="#br0" timeOffset="80977.755">7453 2067,'-5'0,"-1"4,0 7,-1 10,-6 10,-6 10,-6 7,-5 6,-3 3,2-1,4-4,8-3,7-8,12-7,12-8,4-10</inkml:trace>
  <inkml:trace contextRef="#ctx0" brushRef="#br0" timeOffset="81290.92">7693 2521,'8'-24,"0"4,-2 0,0-1,-1 0,-1 0,0-17,3 362,-4-300</inkml:trace>
  <inkml:trace contextRef="#ctx0" brushRef="#br0" timeOffset="82913.56">8816 1959,'11'19,"11"12,6 8,5 6,4 5,2 1,2 0,-2-3,-3-4,-3-6,-3-8,-3-9,-8-8</inkml:trace>
  <inkml:trace contextRef="#ctx0" brushRef="#br0" timeOffset="83194.294">9217 1946,'-16'14,"-10"13,-7 14,-2 13,-3 11,-1 9,-1 5,-1 0,5-4,9-8,8-13,10-13,6-14</inkml:trace>
  <inkml:trace contextRef="#ctx0" brushRef="#br0" timeOffset="83506.745">9431 2614,'12'5,"0"-1,0 0,0-1,0 0,0-1,1 0,-1-1,1-1,-1 0,1 0,-1-2,1 1,-1-1,0-1,1-1,-2 1,1-2,0 0,-1 0,7-5,-15 8,0-1,0 0,-1 0,1 0,-1-1,1 1,-1-1,0 1,-1-1,1 0,-1 0,1 1,-1-1,0 0,-1 0,1 0,-1 0,1 0,-1-1,0 1,-1 0,1 0,-1 0,0 0,0 0,0 0,0 1,-1-1,0 0,1 0,-1 1,-1-1,1 1,0 0,-1 0,0 0,1 0,-1 0,-1 0,1 1,0-1,-1 1,1 0,-1 0,-1-1,-6-1,1-1,0 1,-1 1,0 0,0 1,0 0,0 0,0 1,0 1,0 0,-1 0,1 1,0 0,0 1,0 1,0 0,1 0,-1 1,1 0,0 1,-6 3,-4 4</inkml:trace>
  <inkml:trace contextRef="#ctx0" brushRef="#br0" timeOffset="85097.635">9498 2440,'-11'0,"-7"3,-2 2,3 6,3 7,5 8,6 5,3-1</inkml:trace>
  <inkml:trace contextRef="#ctx0" brushRef="#br0" timeOffset="92515.495">6704 1318,'152'0,"153"0,73-18,-11-9,22 16,-353 11,332-3,50-20,-324 12,-40 3,0 3,1 2,44 5,77 26,-131-23,-27-2,0 0,0-2,0 0,0-1,0-1,4-1,-12-1,-5 0</inkml:trace>
  <inkml:trace contextRef="#ctx0" brushRef="#br0" timeOffset="94354.063">10848 2187,'-1'0,"-1"1,1-1,0 1,-1-1,1 1,0 0,0 0,0-1,-1 1,1 0,0 0,0 0,0 0,1 1,-1-1,0 0,0 0,0 0,1 1,-1-1,1 0,-1 1,1-1,0 0,-1 1,1-1,0 1,0-1,0 0,0 1,0-1,0 1,0-1,1 1,-1-1,0 0,1 1,-1-1,1 0,0 1,-1-1,1 0,0 0,0 0,-1 0,1 1,0-1,0 0,1-1,-1 1,0 0,0 0,0 0,0-1,1 1,-1 0,1 0,1-1,0 0,0 0,0 0,-1 0,1-1,0 1,0-1,-1 1,1-1,0 0,-1 0,1 0,-1 0,1-1,-1 1,1-1,-1 1,0-1,0 0,0 0,0 0,0 0,0 0,-1-1,1 1,-1 0,1-1,-1 1,0-1,0 1,0-1,0 0,-1 0,1 1,-1-1,0 0,1 0,-1 1,0-1,-1 0,1 0,0 0,-1 1,0-1,1 0,-1 1,0-1,0 1,-1-1,1 1,-1-1,1 1,-1-1,0 0,0 0,0 0,-1 0,1 1,-1 0,1-1,-1 1,0 0,0 0,0 0,0 1,0-1,0 1,-1-1,1 1,0 0,-1 0,1 1,-1-1,1 1,-1 0,1 0,-1 0,1 0,-1 0,1 1,-1-1,1 1,0 0,-1 0,1 1,0-1,0 1,0-1,0 1,0 0,0 0,0 0,1 1,-1-1,1 1,-1-1,1 1,0 0,0 0,0 0,1 0,-1 0,0 2,0-2,0 1,0 0,1 0,-1 0,1 0,0 1,0-1,1 0,-1 0,1 1,0-1,0 0,0 1,1-1,-1 0,1 0,0 0,0 1,1-1,-1 0,1 0,0-1,0 1,0 0,0-1,1 1,0-1,0 1,-1-1,2 0,-1-1,0 1,1 0,-1-1,1 0,0 0,-1 0,1 0,0 0,0-1,1 0,-1 0,0 0,0 0,4-1,-4 0,0-1,0 0,1 0,-1 0,0 0,0-1,-1 0,1 0,0 0,0 0,-1 0,0-1,1 0,-1 1,0-1,0-1,0 1,-1 0,1-1,-1 1,0-1,0 0,0 1,0-1,-1 0,1 0,-1 0,0-1,-1 1,1 0,-1 0,1 0,-1-1,0 1,-1 0,1 0,-1-1,0 1,0 0,0 0,-1 0,1 0,-1 0,0 0,0 1,0-1,-1 0,1 1,-1 0,0 0,-2-3,1 4,1 0,-1 0,0 1,1-1,-1 1,0 0,0 0,0 0,0 0,0 1,0-1,0 1,0 0,-1 0,1 1,0-1,0 1,0 0,0 0,0 1,1-1,-1 1,0-1,1 1,-1 1,1-1,-1 0,1 1,0-1,0 1,0 0,1 0,-1 0,0 1,1-1,0 1,0-1,0 1,1-1,-1 1,1 0,0 0,0 0,0 0,0 0,1 0,-1 0,1 0,0 0,0 0,1 1,0 0,0-2,0 1,0-1,0 1,1-1,-1 0,1 1,0-1,0 0,1 0,-1 0,0 0,1-1,0 1,0-1,-1 0,2 1,-1-1,0 0,2 0,16 9</inkml:trace>
  <inkml:trace contextRef="#ctx0" brushRef="#br0" timeOffset="95792.314">11824 1799,'2'18,"4"11,4 7,6 4,8 5,11 1,9 2,10 2,6 2,2-2,-2-2,-5-5,-7-5,-10-7,-10-6,-14-7,-8-8</inkml:trace>
  <inkml:trace contextRef="#ctx0" brushRef="#br0" timeOffset="96002.753">12185 1880,'-16'15,"-10"16,-5 12,-1 14,-1 10,2 10,0 5,2 0,6-4,4-10,6-15</inkml:trace>
  <inkml:trace contextRef="#ctx0" brushRef="#br0" timeOffset="96369.911">12626 2455,'68'-211,"-61"195,-1 30,-5 155,5 55,0-190</inkml:trace>
  <inkml:trace contextRef="#ctx0" brushRef="#br0" timeOffset="97261.319">13160 1893,'-2'-2,"1"1,4 8,7 9,7 9,10 12,7 10,9 7,6 6,5 1,1-3,-2-4,-4-7,-7-7,-9-7,-9-8,-11-8,-8-7</inkml:trace>
  <inkml:trace contextRef="#ctx0" brushRef="#br0" timeOffset="97511.261">13548 1866,'-16'5,"-9"6,-8 9,-3 12,3 13,2 11,2 9,4 5,3 2,4-2,4-4,6-9,5-11,10-14,5-13</inkml:trace>
  <inkml:trace contextRef="#ctx0" brushRef="#br0" timeOffset="97816.754">13829 2508,'1'6,"0"0,0 1,0-1,1 0,0-1,0 1,0 0,1 0,0-1,0 0,0 1,1-1,0-1,0 1,0 0,0-1,1 0,0 0,0 0,0-1,0 1,0-1,1 0,-1-1,1 0,0 0,0 0,0 0,0-1,0 0,0 0,0-1,2 1,1-2,0 1,1-1,-1 0,0-1,0 0,-1-1,1 0,0 0,-1-1,0 0,0 0,0-1,0 0,-1 0,0-1,0 0,0 0,-1-1,0 0,0 0,-1 1,-1 1,0-1,-1 1,1-1,-1 0,0-1,-1 1,0 0,0-1,0 1,0-1,-1 0,0 0,-1 1,0-1,0 0,0 0,-1 0,0 1,0-1,0 0,-1 1,0-1,-1 1,1 0,-1-1,-1 1,1 0,-2 0,1 0,-1 0,0 1,0 0,0 0,-1 0,1 0,-1 1,0 0,-1 1,1-1,-1 1,1 0,-1 1,0 0,0 0,0 0,0 1,-1 0,1 0,0 1,-3 0,-4 0,0 1,0 0,0 1,0 1,0 0,1 1,-1 0,1 1,0 1,0 0,-6 5,-57 52,51-32</inkml:trace>
  <inkml:trace contextRef="#ctx0" brushRef="#br0" timeOffset="101172.545">11597 1131,'-1'-2,"1"0,0 1,-1-1,1 0,0 0,0 1,0-1,0 0,0 0,0 1,1-1,-1 0,1 0,-1 1,1-1,0 0,-1 1,1-1,0 1,0-1,0 1,0 0,0-1,1 1,-1 0,0 0,1-1,-1 1,1 0,-1 0,1 1,-1-1,1 0,-1 0,1 1,0-1,-1 1,1 0,0-1,0 1,0 0,136 8,416-3,603 11,-430 21,-703-36,-10-1</inkml:trace>
  <inkml:trace contextRef="#ctx0" brushRef="#br0" timeOffset="107991.961">6062 730,'237'1,"530"-13,386-19,653 18,-1225 14,729-16,27-30,-169 25,-983 20,-179-2,-12-1</inkml:trace>
  <inkml:trace contextRef="#ctx0" brushRef="#br2" timeOffset="-151865.479">6423 1171,'-10'72,"10"6,4-1,3 1,4-2,19 70,7 59,33 452,-32-247,-32-347,-3-22,2 1,2-1,9 33,-14-69,0 0,0-1,0 1,1 0,-1-1,1 1,0-1,0 0,1 0,-1 0,1 0,0-1,0 1,0-1,1 0,-1 0,1-1,-1 1,1-1,0 0,0 0,0-1,0 1,0-1,0 0,1-1,362 62,141 17,-335-61,1-7,139-11,-178-1,543-1,-488-8,59-15,36-3,-139 22,-143 5,1-1,-1 0,0 0,0 0,0-1,0 1,0-1,0 0,-1 0,1 0,-1-1,0 1,0-1,0 0,-1 0,1 0,-1 0,0 0,0-1,0 1,-1-1,0 1,1-1,-2 1,1-1,0-3,6-14,4-26,-1-1,-3 0,-2 0,-2 0,-2-1,-3 1,-1 0,-3-1,-6-18,-1-34,-9-60,7 0,7-21,6 140,2 0,1 0,3 0,2 0,1 0,2 1,2 0,2 1,2 0,15-30,-6 28,-6 6,2 1,1 1,2 1,1 1,2 1,1 1,1 2,4-2,59-38,-89 67,-1 0,1 0,0-1,-1 1,0 0,1-1,-1 1,0-1,0 1,-1-1,1 0,0 1,-1-1,0 0,1 1,-1-1,0 0,0 1,-1-1,1 0,-1 1,1-1,-1 0,0 1,0-1,0 1,0-1,0 1,-2-2,-50-66,50 66,-21-17,-1 0,-1 2,0 0,-2 2,0 1,-1 1,0 2,-1 1,0 1,-1 1,-1 2,1 1,-1 2,-20-1,-142-12,-317 20,461 2,0 3,1 2,0 2,-21 9,-108 22,-228 0,231-9,-1-8,-47-4,-13-4,-207 6,0 1,419-22,0-2,1 0,-1-2,1 0,-22-6,-192-18,235 26,1 0,-1-1,0 1,1 0,-1 0,0 0,0 0,1 1,-1-1,0 0,1 1,-1-1,0 1,1-1,-1 1,1 0,-1 0,1 0,-1 0,1 0,0 0,-1 0,1 0,0 1,-7 9</inkml:trace>
  <inkml:trace contextRef="#ctx0" brushRef="#br3" timeOffset="-74561.737">11342 1011,'-19'202,"14"-127,3 0,3 0,3 0,12 54,-4-64,34 241,-42-248,1 27,4-1,3 0,17 53,58 174,-71-216,-10-52,2-1,1 0,3-1,7 17,-12-44,0-1,1 1,1-1,0-1,0 0,1 0,1-1,0 0,1 0,0-2,0 1,10 4,8 4,2-1,-1-1,2-2,0-2,2 0,82 19,1-6,1-4,57-1,22 5,2 7,-45-5,114 2,518-1,-740-26,1-3,0-2,-1-1,0-3,0-2,22-9,-67 18,49-15,-1-1,0-3,-1-3,37-21,-69 29,-1 0,0 0,-1-2,0 0,-2 0,0-1,0-1,-2 0,5-10,16-23,-5 11,0 2,-2 0,-1-2,-2-1,-2-1,14-44,-1-53,-6-2,-6-1,-6-1,-7 0,-6-1,-9-44,-22-49,6 91,20 122,0 0,-2 0,0 0,-2 1,0 0,-2 1,-1-1,0 2,-2-1,0 2,-1-1,-1 2,-1 0,-9-8,8 9,-2 1,-1 0,0 1,-1 1,0 1,-1 1,-1 0,-15-5,-181-46,195 58,0-1,1 0,0-2,0-1,1 0,-2-3,10 7,0 0,0 0,-1 2,0-1,0 2,0 0,0 1,-1 0,1 1,0 0,-7 2,-6-2,-36-5,-71 4,-130 47,91-27,22-5,-28-13,10-35,142 31,1 1,-1 1,0 2,-21 2,-11 0,-206-3,164-12,-474 14,447 12,8 13,-26 14,54-10,83-25,0 0,1 1,0 0,0 0,0 1,1 0,0 0,0 1,1 0,0 0,0 1,1-1,0 1,0 0,1 1,1-1,-1 1,-19 36,-17 23,-4 1</inkml:trace>
  <inkml:trace contextRef="#ctx0" brushRef="#br3" timeOffset="-68849.723">13093 3925,'-10'42,"-15"256,18-167,1-129,1-18,5 15,-11-48,1 0,3 0,2-1,1-46,4 89,1 0,-1 0,1 0,1 1,-1-1,1 0,0 1,1-1,-1 1,1 0,0 0,1 0,0 0,0 1,0-1,0 1,1 0,0 0,0 0,0 1,1 0,-1 0,1 0,0 1,0 0,1 0,-1 0,0 1,1 0,3 0,4-2,2 2,-1-1,0 2,0 0,0 1,1 1,-1 0,9 2,-19-2,1 0,-1 0,1 1,-1 0,1 0,-1 0,0 1,0-1,0 1,0 0,0 1,-1-1,1 1,-1 0,0 0,0 0,-1 1,1-1,-1 1,0 0,0 0,-1 0,1 0,-1 1,0-1,-1 1,0-1,-1 0,1 1,-1-1,0 1,0-1,-1 1,0-1,0 1,0-1,0 0,-1 0,0 1,0-1,0 0,-1-1,0 1,0 0,0-1,0 0,-1 1,-1 0,-3 4,-1 0,-1 0,0-1,0 0,0-1,-1 0,0-1,-1 0,-6 2,-33 2,51-11,0 0,0 1,0-1,0 1,0-1,1 0,-1 1,0-1,0 1,0-1,1 0,-1 1,0-1,1 1,-1-1,0 1,1-1,-1 1,1-1,-1 1,1-1,-1 1,1 0,-1-1,1 1,-1 0,1-1,-1 1,1 0,0 0,-1 0,1 0,-1-1,1 1,0 0,-1 0,1 0,0 0,-1 0,1 0,0 1,-1-1,20-5,0 2,1 0,-1 1,1 1,-1 1,1 1,-1 1,1 0,-1 2,0 0,0 2,0 0,10 5,-25-10,-1 1,1-1,-1 1,0-1,0 1,1 1,-1-1,-1 0,1 1,0 0,0 0,-1 0,0 0,0 1,0-1,0 1,0 0,-1 0,1 0,-1 0,0 0,-1 1,1-1,-1 0,1 1,-1 0,-1-1,1 1,-1-1,1 1,-1 0,-1-1,1 1,-1 0,0-1,0 1,0-1,0 1,-1-1,-1 3,-8 5,0 0,-1-1,-1 0,0-1,0 0,-1-1,0-1,-1 0,0-1,0-1,0 0,-8 1,1 2,0-1,0-1,-1-1,0 0,0-2,0-1,-14-1,4-13,26 2</inkml:trace>
  <inkml:trace contextRef="#ctx0" brushRef="#br3" timeOffset="-68432.38">12853 3751,'2'0,"6"0,10 0,11 0,10-2,10-1,5-2,1-1,-3 2,-5 0,-6 2,-8 0,-12 2,-14 0,-8 0</inkml:trace>
  <inkml:trace contextRef="#ctx0" brushRef="#br3" timeOffset="-66625.845">7719 3751,'-4'64,"-3"1,-3-2,-2 1,-3-2,-4 1,-4 27,108-411,-79 293,-5 15,2 1,-1 1,2-1,0 0,0 1,1 0,4-9,-8 20,-1-1,0 1,1-1,-1 1,1 0,-1-1,0 1,1-1,-1 1,1 0,-1-1,1 1,-1 0,1 0,-1 0,1-1,-1 1,1 0,-1 0,1 0,0 0,-1 0,1 0,-1 0,1 0,-1 0,1 0,-1 0,1 0,0 0,-1 1,1-1,-1 0,1 0,-1 0,1 1,-1-1,1 0,-1 1,0-1,1 1,-1-1,1 0,-1 1,0-1,1 1,-1-1,0 1,0-1,1 1,-1-1,17 32,-15-29,31 77,-3 1,-4 2,-4 1,-3 0,2 41,-19-113</inkml:trace>
  <inkml:trace contextRef="#ctx0" brushRef="#br3" timeOffset="-66368.495">7653 4125,'7'5,"8"-1,12-6,10-5,5-5,3-4,-2 0,-6-1,-9 1,-10 3</inkml:trace>
  <inkml:trace contextRef="#ctx0" brushRef="#br3" timeOffset="-66118.106">7532 3671,'-13'0,"-3"0,9-2,14-4,17-2,17-2,12-3,8 0,3-1,-2 1,-7 1,-9 3,-12 6,-12 3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1:11.28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F0066"/>
      <inkml:brushProperty name="ignorePressure" value="1"/>
    </inkml:brush>
    <inkml:brush xml:id="br2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91 775,'-4'16,"0"12,6 9,9 3,9 4,9-1,6 3,4-1,-1 0,-1-1,-6-4,-5-2,-5-2,-6-6,-5-5,-5-5,-3-6</inkml:trace>
  <inkml:trace contextRef="#ctx0" brushRef="#br0" timeOffset="280.579">439 949,'-5'-16,"-1"-9,-2-2,-2 10,-4 14,-6 16,-6 16,-9 15,-7 13,-7 10,-5 7,0 5,4 0,12-4,11-15</inkml:trace>
  <inkml:trace contextRef="#ctx0" brushRef="#br0" timeOffset="528.146">586 1551,'7'-16,"4"-14,3-11,1-8,0-3,-2 4,-3 7,-4 15,-2 22,-3 22,2 19,2 18,2 13,5 8,5 1,6-4,0-15</inkml:trace>
  <inkml:trace contextRef="#ctx0" brushRef="#br0" timeOffset="14068.148">24 3102,'4'20,"9"19,12 11,9 8,9 5,6-1,1-1,-2-4,-4-8,-6-6,-8-8,-9-8</inkml:trace>
  <inkml:trace contextRef="#ctx0" brushRef="#br0" timeOffset="14329.956">452 3115,'-16'-5,"-12"4,-10 10,-6 16,-4 16,-1 18,3 15,5 6,10 3,9-4,14-8,8-16</inkml:trace>
  <inkml:trace contextRef="#ctx0" brushRef="#br0" timeOffset="14611.574">665 3703,'11'7,"1"0,-1-1,1-1,0 0,0 0,1-1,-1 0,1-2,0 1,-7-2,0-1,-1 0,1 0,-1 0,1-1,0 1,-1-1,1-1,-1 1,0-1,1 0,-1 0,0-1,0 1,0-1,-1 0,1 0,-1-1,1 1,-1-1,0 0,0-1,-1 2,1 0,-1-1,0 1,0-1,0 0,-1 0,1 0,-1 0,0-1,0 1,0 0,-1-1,0 1,1-1,-2 0,1 1,0-1,-1 0,0 0,0 0,-1 1,1-1,-1 0,0 1,0-1,-1 1,1-1,-1 1,0-1,0 1,0 0,-1 0,0 0,0 0,0 0,0 1,0-1,-1 1,1 0,-5 0,1 0,-1 0,0 0,1 1,-1 1,0-1,-1 1,1 0,0 1,0 0,0 0,0 1,0 0,0 1,0-1,0 2,0-1,0 1,1 0,-1 0,1 1,0 0,0 1,1-1,-1 1,1 1,0-1,0 1,1 0,-1 0,1 1,1-1,-1 1,-2 7,-11 18</inkml:trace>
  <inkml:trace contextRef="#ctx0" brushRef="#br0" timeOffset="1211.023">1321 1097,'312'1,"-1"15,104 26,-359-35,-41-5</inkml:trace>
  <inkml:trace contextRef="#ctx0" brushRef="#br0" timeOffset="1977.081">2431 749,'3'53,"2"0,2 0,7 17,6 44,-7 8,22 108,-32-218,1 0,0-1,0 1,2-1,-1 0,1 0,1 0,0-1,1 0,1 1,-7-8,0-1,0 0,0 0,0 0,1 0,-1 0,1-1,-1 1,1-1,0 1,-1-1,1 0,0 0,0 0,0-1,-1 1,1-1,0 0,0 1,0-1,2-1,582-27,-535 33,-41-2</inkml:trace>
  <inkml:trace contextRef="#ctx0" brushRef="#br0" timeOffset="2489.31">2457 722,'14'2,"16"1,16 3,16-1,14 0,10-2,5-1,2-1,-4 0,-8-1,-10 0,-16 0,-15 0,-11-1,-10 1,-4 0,-1 0,-3 0</inkml:trace>
  <inkml:trace contextRef="#ctx0" brushRef="#br0" timeOffset="3270.763">3353 348,'11'-70,"-9"87,4 44,3 0,2-1,11 34,11 51,-11 32,-8 1,-7 1,-16 177,4-222,4-110,0-11,-1 1,2 0,0-1,1 1,0-1,1 1,0-1,1 0,1 0,0 0,1 0,3 5,1-6</inkml:trace>
  <inkml:trace contextRef="#ctx0" brushRef="#br0" timeOffset="4018.671">3420 307,'70'-2,"-1"3,1 3,-1 3,0 3,0 3,-1 3,50 20,-82-19,-1 2,0 2,-2 1,-1 1,0 2,-2 1,-1 1,-1 2,-2 1,-1 0,-1 2,-1 1,-2 2,-6-8,0 0,-2 1,-1 0,-1 1,-2 0,0 1,-2 0,-2 0,-1 1,-1 0,-1-1,-2 1,-1 0,-1 0,-2-1,-1 1,-2-1,-1 0,-1-1,-1 0,-1 0,-12 19,-6-4,-2-1,-2-1,-1-1,-3-2,-1-2,-1-2,-2-1,-2-2,-1-2,-1-2,-4 0,0-2,-1-2,-2-2,0-2,-10 0,56-18,5-1,-1-1,0 1,1 0,-1 0,0-1,0 1,0-1,1 0,-1 1,0-1,0 0,0 0,0 0,0 0,0-1,1 1,-1 0,0-1,0 1,0-1,1 0,-1 0,-1 0,0-6</inkml:trace>
  <inkml:trace contextRef="#ctx0" brushRef="#br0" timeOffset="4800.582">4583 1043,'-6'6,"1"-1,0 1,-1 1,2-1,-1 1,1 0,0 0,1 0,-1 0,1 1,1-1,-1 1,1 0,1 0,0 0,0 0,0 0,1 0,0 0,0 0,1 0,0 0,1 0,0-1,0 1,1 0,0-1,0 1,0-1,1 0,0 0,1 0,-1-1,1 0,1 0,-1 0,1 0,0-1,1 1,2 2,0 1,0-1,1-1,0 0,0 0,1-1,0-1,0 1,0-2,1 1,-1-2,1 0,0 0,0-1,1 0,-1-1,0-1,6 0,-13-1,-1 0,1-1,-1 0,1 0,-1 0,0 0,0-1,0 1,0-1,-1 0,1 0,-1 0,0-1,1 1,-2-1,1 0,0 0,-1 0,0 0,0 0,0-1,0 1,1-4,1-6,-1-1,0 1,0 0,-1-1,-1 0,-1 1,0-3,-1 4,0 0,-1 1,0-1,-1 1,-1-1,0 1,0 0,-2 0,1 1,-1-1,-1 1,-6-8,9 13,0 1,0 0,-1 0,1 1,-1-1,0 1,0 0,-1 1,1-1,-1 1,1 0,-1 0,0 1,0 0,-1 0,1 0,0 1,-1 0,1 0,-1 0,1 1,-1 0,1 1,-1-1,1 1,-1 0,-2 2,-1 1,1 0,0 0,0 1,0 0,1 1,0 0,0 0,0 1,1 0,0 0,0 0,1 1,0 0,0 1,1-1,0 1,0 0,1 0,1 1,-1-1,1 1,1-1,0 1,0 0,1 0,0 0,1 0,0 0,1 5,6 12</inkml:trace>
  <inkml:trace contextRef="#ctx0" brushRef="#br0" timeOffset="5062.885">4917 1204,'18'0,"20"0,19-3,21 0,14 0,9-2,2 1,-5 0,-9 1,-14 1,-17 1,-17 1,-18 0,-24 0,-11 0</inkml:trace>
  <inkml:trace contextRef="#ctx0" brushRef="#br0" timeOffset="20905.573">5813 1043,'2'2,"4"1,2 2,2 1,2-2,1-1,1 0,0-2,-2-1</inkml:trace>
  <inkml:trace contextRef="#ctx0" brushRef="#br0" timeOffset="21375.285">5813 1043,'-1'2,"0"0,0 0,0 0,0 0,0 0,1 0,-1 0,0 1,1-1,0 0,0 0,0 0,0 1,0-1,0 0,0 0,0 0,1 1,0-1,-1 0,1 0,0 0,0 0,0 0,0 0,0 0,0 0,1 0,-1-1,1 1,-1-1,1 1,0-1,-1 1,3 0,8 2,1-1,0-1,0 0,0 0,0-2,0 1,0-2,4 0,14 0,86 1,727 10,-646 2,312 4,-619-6,95-9</inkml:trace>
  <inkml:trace contextRef="#ctx0" brushRef="#br0" timeOffset="22004.228">6161 0,'4'23,"7"18,7 12,9 8,7 1,11-2,6-5,1-7,-1-6,-5-8,-8-7,-15-9,-16-7,-9-6</inkml:trace>
  <inkml:trace contextRef="#ctx0" brushRef="#br0" timeOffset="22275.041">6494 54,'-13'18,"-12"20,-8 14,-6 15,-2 9,-2 4,5-1,8-5,10-8,8-15</inkml:trace>
  <inkml:trace contextRef="#ctx0" brushRef="#br0" timeOffset="22529.372">6695 562,'13'-41,"2"1,2 0,1 2,4-5,-22 43,0-1,0 1,0-1,0 1,0-1,0 1,0 0,0-1,0 1,0-1,0 1,1-1,-1 1,0-1,0 1,0 0,0-1,1 1,-1-1,0 1,0 0,1-1,-1 1,0 0,1-1,-1 1,0 0,1 0,-1-1,1 1,-1 0,0 0,1 0,-1-1,1 1,-1 0,0 0,1 0,-1 0,1 0,-1 0,1 0,-1 0,1 0,-1 0,0 0,1 0,-1 0,1 1,-1-1,1 0,-1 0,0 0,1 1,-1-1,1 0,-1 0,0 1,1-1,-1 0,0 1,0-1,1 0,-1 1,0-1,5 34,-3 67,-3-60,2 1,1-1,3 0,1 0,2 0,3 5,-3-22</inkml:trace>
  <inkml:trace contextRef="#ctx0" brushRef="#br0" timeOffset="80328.765">2470 1110,'-3'1,"1"0,-1 1,0-1,0 1,1 0,-1-1,1 1,0 0,-1 1,1-1,0 0,0 1,1-1,-1 1,0-1,1 1,-1 1,1-2,0-1,0 0,1 1,-1-1,0 0,1 1,-1-1,1 1,-1-1,1 1,0-1,0 1,0-1,0 1,0-1,0 1,0-1,0 1,1-1,-1 1,0-1,1 1,-1-1,1 1,0-1,-1 0,1 1,0-1,0 0,0 0,0 0,0 0,0 0,0 0,1 0,-1 0,0 0,0 0,1 0,-1-1,2 1,1 1,1 0,-1 0,1-1,-1 0,1 0,-1 0,1-1,0 0,-1 0,1 0,0 0,-1-1,4 0,-3 0,0-1,1 0,-1 0,0 0,0-1,-1 0,1 0,0 0,-1 0,0-1,0 0,0 0,1-1,-4 4,0-1,1 0,-1 1,0-1,0 0,0 0,0 0,0 0,-1 0,1 0,0 0,-1-1,0 1,1 0,-1 0,0 0,0 0,-1-1,1 1,0 0,-1 0,1 0,-1 0,1 0,-1 0,0 0,0 0,0 0,0 0,0 0,-1 0,1 1,0-1,-2 0,0-2,-1 2,0-1,1 0,-1 1,0-1,0 1,-1 0,1 1,0-1,-1 1,1 0,-1 0,1 0,-1 0,1 1,-1 0,0 0,1 0,-1 0,1 1,-1 0,1 0,-1 0,1 0,0 1,-1 0,1 0,0 0,0 0,0 1,0-1,1 1,-1 0,1 0,0 1,0-1,0 1,0-1,0 1,1 0,-1 0,1 0,0 1,0-1,0 0,-1 0,2 0,-1 0,0 1,1-1,0 0,0 1,0-1,1 1,0-1,0 1,0-1,0 1,0-1,1 1,0-1,0 1,0-1,1 0,-1 0,1 1,0-1,0 0,0 0,1-1,0 1,-1-1,1 1,1-1,-1 0,0 0,1 0,-1 0,1-1,2 2,3-1,0 0,0 0,0-1,0 0,0 0,1-1,-1-1,0 1,1-1,-1-1,0 0,5-1,-10 1,1 1,0-1,-1-1,1 1,-1-1,0 1,1-1,-1 0,0-1,0 1,0-1,-1 0,1 0,-1 0,1 0,-1 0,0-1,0 0,0 0,-1 1,1-1,-1-1,0 1,0 0,0-3,-2 2,0 0,0 0,-1 1,1-1,-1 0,0 0,-1 1,1-1,-1 1,0-1,0 1,0 0,-1 0,0 0,1 0,-1 0,-1 1,1-1,0 1,-1 0,0 0,1 0,-1 0,-1 1,1-1,0 1,0 0,-1 1,1-1,-1 1,0 0,1 0,-1 0,0 0,0 1,1 0,-1 0,0 0,0 1,0 0,-1 0,3 0,1-1,-1 1,1 0,-1 0,1 1,-1-1,1 0,0 1,0 0,0-1,0 1,0 0,0 0,0 0,0 0,1 1,-1-1,1 0,0 1,-1-1,1 1,0-1,1 1,-1-1,0 1,1 0,-1-1,1 1,0 0,0-1,0 1,0 0,1 0,-1-1,1 1,-1 0,1-1,0 1,0-1,0 1,0-1,1 1,-1-1,1 0,-1 0,1 0,0 0,1 2,1-2,-1 0,0 0,0-1,1 1,-1-1,1 0,-1 0,1 0,0 0,0-1,-1 1,1-1,0 0,-1 0,1 0,0-1,0 1,-1-1,1 0,-1 0,1 0,-1-1,1 1,-1-1,1 0,-1 0,0 0,0 0,0-1,-1 1,1-1,0 1,-1-1,1 0,-1 0,0 0,0 0,-1-1,1 1,0-1,-1 1,0-1,0 1,0-1,0-2,-2 2,-1 0,0 0,0-1,0 2,-1-1,1 0,-1 0,0 1,0 0,0-1,0 1,-1 0,1 1,-1-1,0 1,0-1,0 1,0 0,0 1,0-1,-1 1,1-1,0 1,-1 1,1-1,-1 1,1-1,-1 1,1 1,-4-1,3 0,1 0,-1 0,0 1,1-1,-1 1,1 0,-1 0,1 1,0-1,-1 1,1 0,0 0,0 1,0-1,0 1,1 0,-1 0,1 0,0 0,-1 0,2 1,-1 0,0-1,1 1,-1 0,1 0,0 2,-5 19</inkml:trace>
  <inkml:trace contextRef="#ctx0" brushRef="#br0" timeOffset="15505.698">1629 3449,'0'0,"0"0,0 1,0-1,0 0,0 0,0 0,0 0,0 0,-1 1,1-1,0 0,0 0,0 0,0 0,0 0,0 0,20 3,294 7,-217-11,13 1,45-2,-1 8,35 10,-164-12</inkml:trace>
  <inkml:trace contextRef="#ctx0" brushRef="#br0" timeOffset="16169.924">2738 3115,'36'415,"-33"-302,-5 1,-12 79,11-174,2-15,0 1,0 0,0 0,1 0,0 0,0 0,0 0,1 0,-1 0,1 0,0 0,2 3,-2-7,0-1,0 1,1-1,-1 1,0-1,1 1,-1-1,0 0,1 0,-1 1,0-1,1 0,-1 0,1 0,-1-1,0 1,1 0,-1 0,0-1,1 1,-1-1,0 1,0-1,1 0,-1 1,0-1,0 0,0 0,0 0,0 0,0 0,0 0,3-2,17-10,0 0,1 2,0 0,1 2,0 0,1 1,0 2,0 0,0 2,1 0,109-2,92 8,-156-1,336 19,-388-16,-7-2,-19-5,-85-30,56 18</inkml:trace>
  <inkml:trace contextRef="#ctx0" brushRef="#br0" timeOffset="16634.713">2671 3142,'7'0,"11"2,12 1,14 2,18 1,17-2,13-1,9-1,5 0,1-2,-4-2,-8-1,-12 0,-10 0,-14 2,-11-1,-12 2,-13 0</inkml:trace>
  <inkml:trace contextRef="#ctx0" brushRef="#br0" timeOffset="17128.394">3981 2634,'0'101,"0"216,-37 284,-5-328,13-97,2 63,27-190,3-50,1-9</inkml:trace>
  <inkml:trace contextRef="#ctx0" brushRef="#br0" timeOffset="17686.418">3927 2861,'-1'-8,"-14"-86,15 90,1 1,-1 0,0 0,1-1,-1 1,1 0,0 0,0 0,0 0,1 0,-1 0,1 0,0 0,-1 0,1 1,0-1,1 1,-1-1,0 1,1 0,-1 0,1 0,0 0,0 0,-1 1,1-1,1 1,15-4,1 1,-1 1,0 0,1 2,-1 0,1 1,0 2,-1-1,1 2,2 2,25 2,0 3,-1 1,-1 3,0 1,-1 3,-1 1,20 13,-36-16,-1 0,0 2,-1 1,-1 1,-1 1,-1 1,-1 1,-1 1,0 1,-2 0,12 25,-11-8,-2 0,-2 1,-2 0,-1 2,-3-1,-2 1,-1 0,-3 1,-1-1,-3 1,-1-1,-9 41,5-46,-2-1,-1 0,-3-1,-1 0,-1 0,-3-2,-1 0,-1-1,-2 0,-1-2,-2-1,-1-1,-2 0,-1-3,-1 0,-1-2,-1 0,-2-3,0-1,-2-1,0-2,-1-1,-4-1,14-7,0-2,0-2,-1 0,0-1,1-2,-2-1,1-1,0-1,0-2,0 0,0-2,-12-4,-8-9,47 17,0-1,0 1,0-1,-1 1,1-1,0 1,0-1,0 0,0 1,0-1,0 1,0-1,0 1,0-1,0 1,0-1,1 0,-1 1,0-1,0 1,0-1,1 1,-1-1,0 1,1-1,-1 1,0 0,1-1,-1 1,1-1,-1 1,0 0,1-1,-1 1,1 0,-1 0,1-1,-1 1,1 0,0 0,-1 0,1 0,-1 0,1 0,0-1,22-9,4 0</inkml:trace>
  <inkml:trace contextRef="#ctx0" brushRef="#br0" timeOffset="18277.985">4850 3543,'-4'10,"0"1,0 0,1-1,1 1,0 0,0 0,1 0,0 0,1 1,0-1,1 0,1 0,-1 0,2 0,-1 0,2-1,-1 1,1-1,1 0,0 0,1 0,-1 0,2-1,-1 0,1-1,1 1,0-1,0-1,0 1,1-1,5 1,1-1,-1 0,1-1,1-1,-1 0,1-1,0 0,0-2,0 0,0 0,0-2,0 0,0-1,0 0,0-1,0-1,0-1,0 0,-1-1,0-1,5-2,-14 4,0 1,-1-1,1 1,-1-1,0-1,-1 1,1-1,-1 0,0 0,0 0,0-1,-1 1,0-1,0 0,0 0,-1 0,1 0,-2 0,1-1,-1 1,0-1,0 1,-1-1,1 1,-1-1,-1 1,0-1,0 1,0-1,0 1,-1-1,0 1,-1 0,1 0,-1 0,0 1,-1-2,-6-6,0 1,0 0,-1 0,-1 2,1-1,-2 1,0 1,0 0,0 1,-1 0,0 1,-1 1,0 0,0 1,0 1,0 0,-1 1,1 1,-1 0,0 1,-10 1,19-1,0 1,0 0,0 0,0 1,0-1,0 2,0-1,1 1,-1 0,0 0,1 1,-1 0,1 0,0 0,0 1,0 0,0 0,1 1,0-1,0 1,0 0,0 1,1-1,0 1,0 0,0 0,1 0,0 0,0 1,-1 5,4-8,0 0,0-1,1 1,-1 0,1-1,0 1,0-1,0 1,0-1,1 1,-1-1,1 0,0 1,0-1,0 0,1 0,-1-1,1 2,24 21</inkml:trace>
  <inkml:trace contextRef="#ctx0" brushRef="#br0" timeOffset="18681.473">5399 3717,'217'16,"955"46,-255-60,-903-2</inkml:trace>
  <inkml:trace contextRef="#ctx0" brushRef="#br0" timeOffset="20096.493">6094 2447,'21'9,"17"5,19 1,17-3,18-3,12-3,7-8,-14-2</inkml:trace>
  <inkml:trace contextRef="#ctx0" brushRef="#br0" timeOffset="19222.032">6161 2767,'0'16,"2"14,5 12,9 7,8 5,9 2,6 0,5 0,0-2,-3-4,-9-6,-9-6,-9-7,-9-9,-6-8</inkml:trace>
  <inkml:trace contextRef="#ctx0" brushRef="#br0" timeOffset="19477.975">6428 2848,'-14'9,"-9"8,-5 9,-4 10,-2 11,1 7,1 10,4 4,4 2,6-1,7-8,5-15</inkml:trace>
  <inkml:trace contextRef="#ctx0" brushRef="#br0" timeOffset="19818.16">6629 3316,'0'8,"1"0,0 0,1 0,0 0,1 0,-1 0,1 0,1-1,-1 1,1-1,1 0,-1 0,1-1,0 1,1-1,0 0,0-1,0 1,0-1,1 0,0-1,0 0,0 0,1 0,5 1,-4-2,-1-2,1 1,0-1,0 0,1-1,-1 0,0-1,0 0,0 0,0 0,-1-2,1 1,0-1,5-2,-10 3,0 0,0 0,0-1,0 1,0-1,0 0,0 0,-1 0,0 0,0-1,0 0,0 1,0-1,0 0,-1 0,0 0,0-1,0 1,-1 0,1-1,-1 0,0 1,0-1,-1 1,1-1,-1 0,0 0,-1-4,0 3,0 0,0 0,0 0,-1 0,0 0,0 1,-1-1,0 0,1 1,-2 0,1 0,-1 0,0 0,0 0,0 1,0 0,-1 0,0 0,0 0,0 1,0 0,-1 0,1 0,-1 1,-2-1,-1 0,1 0,-1 1,0 0,0 0,0 1,0 0,0 1,0 0,0 1,-1-1,1 2,0-1,1 1,-1 1,0 0,-7 3,-80 64,76-50</inkml:trace>
  <inkml:trace contextRef="#ctx0" brushRef="#br0" timeOffset="77648.381">2605 3663,'0'0</inkml:trace>
  <inkml:trace contextRef="#ctx0" brushRef="#br0" timeOffset="77893.719">2605 3663,'6'-4,"6"-5,-1 1</inkml:trace>
  <inkml:trace contextRef="#ctx0" brushRef="#br0" timeOffset="78851.858">2792 3490,'-43'11,"43"-11,-1 1,0-1,0 1,1-1,-1 1,1-1,-1 1,0 0,1-1,-1 1,1 0,-1 0,1-1,0 1,-1 0,1 0,0 0,0 0,-1-1,1 1,0 0,0 0,0 0,0 0,0 0,0-1,0 1,1 0,-1 0,0 0,0 0,1-1,-1 1,0 0,1 0,-1 0,1-1,-1 1,1 0,-1-1,1 1,-1 0,1-1,0 1,-1-1,1 1,0-1,0 1,3 2,0 0,-1 0,2 0,-1 0,0-1,1 1,-1-1,1 0,-1-1,1 1,0-1,0 0,0 0,1 0,-4-1,0 0,0 0,0 0,0 0,0 0,0 0,0 0,0-1,0 1,0-1,0 0,0 0,0 1,-1-1,1 0,0 0,0-1,-1 1,1 0,-1-1,1 1,-1 0,0-1,1 0,-1 1,0-1,0 0,0 0,0 1,0-1,-1 0,1 0,-1 0,1 0,-1-1,1 0,-1-1,1 1,-1 0,0 0,0-1,0 1,-1 0,1-1,-1 1,0 0,0 0,0 0,0 0,-1 0,1 0,-1 0,1 0,-1 0,0 1,0-1,-1 1,1-1,0 1,-1 0,1 0,-1 0,0 0,0 1,0-1,1 1,-2-1,1 1,0 0,0 0,0 0,0 1,-1-1,1 1,0 0,0 0,-1 0,1 0,-2 1,0-1,1 0,-1 1,1 0,0 0,-1 0,1 0,0 0,0 1,0 0,0 0,0 0,0 0,1 1,-1-1,1 1,0 0,-1 0,1 0,1 1,-1-1,0 1,1 0,0-1,-1 1,2 0,-1 0,0 0,1 1,0-1,0 0,0 0,0 1,1-1,0 1,0 2,0-4,1 0,0 0,0-1,0 1,0-1,1 1,-1-1,1 1,0-1,-1 0,1 0,0 0,0 0,0 0,1 0,-1 0,0-1,1 1,-1-1,1 0,-1 0,1 0,0 0,-1 0,1 0,3 0,75 4,-76-6,1 0,-1 0,1 0,-1-1,1 0,-1 0,0 0,0-1,0 0,0 0,0 0,-1 0,4-4,-6 5,-1 1,1-1,-1 0,1 0,-1 0,0 0,1 0,-1 0,0 0,-1-1,1 1,0 0,-1-1,1 1,-1 0,0-1,1 1,-1-1,-1 1,1 0,0-1,0 1,-1 0,1-1,-1 1,0 0,0-1,0 1,0 0,0 0,0 0,-1 0,0-1,-1-2,-2 0,1 0,0 0,-1 1,0 0,0 0,-1 0,1 0,-1 1,1 0,-1 0,0 0,0 1,-1 0,1 0,0 1,-1-1,1 1,-1 1,1-1,-1 1,1 0,-1 1,1 0,-1 0,1 0,-1 1,1-1,0 2,0-1,0 1,-5 2,9-3,0 0,1 1,-1-1,0 0,0 1,1 0,0-1,-1 1,1 0,0 0,0-1,1 1,-1 0,1 0,-1 0,1 0,0 0,0 0,0 0,0 0,1 0,-1 0,1 0,0-1,0 1,0 0,0 0,0-1,1 1,-1 0,1-1,0 1,-1-1,1 0,0 0,0 0,1 0,-1 0,0 0,1 0,-1-1,1 1,0-1,-1 0,1 0,0 0,0 0,-1 0,4 0,4 2,0-1,0 0,1-1,-1 0,0 0,1-1,-1-1,11-1,-18 2,0-1,0 1,0-1,0 0,0 0,0 0,0 0,0 0,0-1,0 1,-1-1,1 0,0 0,-1 0,0 0,1 0,-1 0,0-1,0 1,0-1,-1 1,1-1,-1 0,1 0,-1 0,0 0,0 0,0 0,0 0,0-3,-2 1,0 0,0 0,0 0,0 0,-1 0,0 0,0 0,0 0,0 1,-1-1,0 1,0 0,0 0,-1 0,1 0,-1 0,0 1,0 0,0 0,0 0,-1 0,1 0,-1 1,0 0,1 0,-1 0,0 1,0-1,0 1,0 1,-1-1,1 1,0-1,0 2,0-1,-1 0,1 1,0 0,0 0,0 1,0-1,0 1,1 0,-1 0,0 1,1 0,0-1,-1 1,-1 2,3-3,0 0,1 1,-1-1,0 0,1 1,0 0,-1-1,1 1,0 0,0 0,1 0,-1 0,1 1,-1-1,1 0,0 1,0-1,1 1,-1-1,1 1,-1-1,1 1,0-1,1 1,-1-1,0 1,1-1,0 1,0-1,0 1,0-1,1 0,-1 0,1 0,0 1,0-2,0 1,0 0,1 1,2-1,1 0,-1-1,1 1,0-1,0 0,0 0,0-1,0 0,0 0,0 0,0-1,1 0,-1 0,0 0,0-1,0 0,0 0,0-1,0 0,0 0,0 0,-1-1,1 1,-1-1,1-1,-1 1,0-1,0 0,4-4,-8 6,0-1,0 1,0 0,0-1,0 1,0-1,0 1,-1-1,0 1,1-1,-1 0,0 1,0-1,0 1,-1-1,1 1,-1-1,1 1,-1-1,0 1,0-1,0 1,0 0,0-1,0 1,-1 0,1 0,-1 0,0 0,0 0,1 0,-1 0,0 1,0-1,-2 0,-3-3,0 0,0 0,0 1,-1 0,0 1,1-1,-1 2,0-1,0 1,-6-1,12 2,0 0,0 1,-1-1,1 1,0-1,-1 1,1 0,-1 0,1 0,0 0,-1 0,1 1,-1-1,1 1,0 0,-1-1,1 1,0 0,0 0,0 0,0 1,0-1,0 1,0-1,0 1,0-1,1 1,-1 0,1 0,-1 0,1 0,0 0,-1 0,1 0,0 0,1 1,-1-1,0 0,1 0,-1 1,1-1,0 1,-1-1,1 0,0 1,1-1,-1 1,0-1,1 3,2-1,0 1,1-1,-1 1,1-1,0 0,0 0,0-1,1 1,-1-1,1 0,0 0,0-1,0 1,0-1,0 0,0 0,3 0,28 8</inkml:trace>
  <inkml:trace contextRef="#ctx0" brushRef="#br0" timeOffset="107564.854">7591 2046,'-12'169,"24"382,-10-420,14 94,-7-103,-6 1,-5 4,1 3,20-11,-13-112,-5-15</inkml:trace>
  <inkml:trace contextRef="#ctx0" brushRef="#br0" timeOffset="110505.711">7578 2032,'13'-263,"-14"261,1 0,0 1,0-1,0 0,0 1,0-1,0 0,1 1,-1-1,0 1,1-1,-1 0,1 1,0-1,-1 1,1-1,0 1,0 0,0-1,0 1,0 0,0 0,1-1,-1 1,0 0,0 0,1 1,-1-1,1 0,-1 0,1 1,-1-1,1 0,-1 1,1 0,0-1,-1 1,2 0,130 10,197-24,-245 8,218-10,-267 9,-35 1</inkml:trace>
  <inkml:trace contextRef="#ctx0" brushRef="#br0" timeOffset="111167.541">7511 1123,'216'-1,"460"10,-423 11,-244-20</inkml:trace>
  <inkml:trace contextRef="#ctx0" brushRef="#br0" timeOffset="111838.826">8700 509,'38'689,"-33"5,-4-665,1-1,1 0,1 0,1 0,2-1,2 6,-2-27,-6-11</inkml:trace>
  <inkml:trace contextRef="#ctx0" brushRef="#br0" timeOffset="112658.891">8674 468,'90'1,"0"3,-1 5,0 3,61 18,-104-18,-1 2,0 1,-1 3,-1 2,-1 1,0 3,-2 1,-1 2,26 24,-21-13,-3 2,-1 2,-2 1,-2 2,-2 2,26 48,-42-58,-2 0,-1 2,-2 0,-2 0,-2 1,-1 0,-2 1,-2 0,-2 0,-1 0,-3 0,-1 0,-4 13,-3-9,-2-1,-3 0,-1-1,-2-1,-2 0,-1-2,-3 0,-1-1,-1-2,-3-1,-1-1,-1-1,-2-2,-1-2,-2 0,0-3,-17 9,28-19,0-1,-2-1,1-1,-1-2,-1 0,-1-2,1-1,-1-1,-1-2,-26 3,-289 13,344-22,0 0,-1 1,1 0,0-1,0 1,0-1,-1 0,1 1,0-1,0 0,-1 0,1 0,0 0,0 0,-1 0,1 0,0 0,-1 0,1-1,0 1,0-1,0 1,-1-1,1 1,0-1,0 1,0-1,0 0,0 0,0 0,0 1,0-1,0 0,1 0,-1 0,0 0,0-1,1 1,-1 0,1 0,-1 0,1-1,-1-9</inkml:trace>
  <inkml:trace contextRef="#ctx0" brushRef="#br0" timeOffset="112975.045">8728 1898,'2'14,"3"11,5 8,4 8,1 6,0 4,-2 2,-3 2,-4 0,-2-3,-3-2,0-6,-2-8,1-10</inkml:trace>
  <inkml:trace contextRef="#ctx0" brushRef="#br0" timeOffset="113830.885">10185 1378,'-9'4,"0"0,1 1,-1 0,1 0,0 1,1 0,0 1,0 0,0 0,1 0,0 1,0 0,1 0,0 0,0 1,1 0,0 0,0 0,1 0,1 0,0 1,0-1,0 1,1 0,1-1,0 1,0 0,1 0,1 6,0-8,1 0,-1 0,2 0,-1-1,1 1,0-1,1 0,0 0,0-1,0 1,1-1,0 0,0-1,0 0,1 1,0-2,0 1,0-1,0 0,4 1,5 2,0-1,1 0,0-1,0 0,0-2,0 0,1-1,0-1,3 0,-14 0,-1-1,0 0,1 0,-1 0,1-1,-1 0,0 0,0-1,1 0,-1 0,0 0,0-1,-1 1,1-2,-1 1,1 0,-1-1,0 0,0 0,-1-1,1 0,-1 1,0-1,0-1,-1 1,1 0,-1-1,-1 0,1 0,-1 0,1-2,0-4,0 1,-1-1,0 0,-1 0,0 0,-1 0,0 0,-1 0,-1 0,0 0,0 1,-1-1,0 1,-1-1,-1 1,0 0,0 1,-1-1,0 1,-1 0,0 1,-1-1,0 1,0 1,-1 0,0 0,0 0,-1 1,0 1,-1 0,1 0,-1 1,-5-2,4 3,0 1,0 1,-1 0,1 0,0 1,-1 1,1 0,-1 1,1 0,-1 1,-3 1,11-2,0 0,1 0,-1 1,0 0,1 0,-1 0,1 0,0 1,0-1,0 1,0 0,0 1,0-1,1 1,0-1,-1 1,1 0,1 0,-1 0,1 1,-1-1,1 1,0-1,1 1,-1 0,1 0,0-1,0 1,1 2,0 1,1-1,0 1,0-1,0 1,1-1,1 0,-1 1,1-1,0 0,1-1,0 1,0-1,0 1,1-1,-1 0,2-1,-1 1,1-1,-1 0,1-1,1 1,-1-1,1 0,0 0,36 21</inkml:trace>
  <inkml:trace contextRef="#ctx0" brushRef="#br0" timeOffset="114630.265">10559 1551,'27'11,"314"-8,409 9,-360-16,396 5,103 29,-865-29,63-9,-86 8,0-1,-1 1,1 0,0 0,-1-1,1 1,-1 0,1-1,0 1,-1-1,1 1,-1-1,1 1,-1-1,0 1,1-1,-1 1,1-1,-1 0,0 1,0-1,1 1,-1-1,0 0,0 1,0-1,0 0,1 1,-1-1,0 0,0 0,-1 1,1-1,0 0,0 1,0-1,0 0,-5-12</inkml:trace>
  <inkml:trace contextRef="#ctx0" brushRef="#br0" timeOffset="115958.98">11228 655,'2'18,"3"11,3 7,2 4,2 3,4 0,3 0,5-1,6-2,4-5,2-2,0-6,-1-4,-3-7,-9-10,-9-9,-8-3</inkml:trace>
  <inkml:trace contextRef="#ctx0" brushRef="#br0" timeOffset="116208.854">11468 695,'-11'19,"-9"14,-5 11,-3 8,1 3,0 1,5-1,7-3,5-5,4-7,4-10</inkml:trace>
  <inkml:trace contextRef="#ctx0" brushRef="#br0" timeOffset="116640.7">11695 1123,'50'-141,"-40"186,6 215,-14-239</inkml:trace>
  <inkml:trace contextRef="#ctx0" brushRef="#br0" timeOffset="117166.295">11093 428,'14'0,"11"0,13 0,11 0,11 0,7 0,5 0,0 0,-6 0,-9 0,-13 0,-12 2,-14 1</inkml:trace>
  <inkml:trace contextRef="#ctx0" brushRef="#br0" timeOffset="119075.865">12123 896,'-1'1,"1"0,-1 0,1 0,-1 0,1 1,-1-1,1 0,0 0,0 1,0-1,0 0,-1 0,2 1,-1-1,0 0,0 1,0-1,1 0,-1 0,0 0,1 1,-1-1,1 0,0 0,-1 0,1 0,0 0,0 0,-1 0,1 0,0 0,0 0,0 0,0-1,0 1,0 0,1-1,-1 1,0-1,0 1,0-1,1 1,-1-1,0 0,0 0,1 0,-1 1,0-1,1-1,-1 1,0 0,0 0,1 0,-1-1,0 1,0 0,0-1,1 1,-1-1,0 0,0 1,0-1,0 0,1-1,0 0,-1-1,1 1,-1-1,0 1,1-1,-1 1,0-1,-1 0,1 1,0-1,-1 0,0 0,1 0,-1 1,0-1,0 0,-1 0,1 0,-1 0,1 1,-1-1,0 0,0 1,0-1,0 1,-1-1,1 1,-1-1,1 1,-1 0,0 0,0 0,0 0,0 0,0 0,-1 0,1 1,0-1,-1 1,1 0,-1-1,1 1,-1 0,0 1,0-1,1 0,-2 1,2 0,0 1,1-1,-1 1,0-1,0 1,1 0,-1 0,1 0,-1 0,1 0,-1 0,1 0,0 0,-1 1,1-1,0 0,0 1,0-1,0 1,0 0,0-1,1 1,-1 0,0-1,1 1,-1 0,1 0,0-1,0 1,-1 0,1 0,0 0,1-1,-1 1,0 0,0 0,1 0,-1-1,1 1,0 0,-1-1,1 1,0 0,0-1,0 1,0-1,0 1,0-1,1 0,-1 0,0 1,1-1,0 1,14 12</inkml:trace>
  <inkml:trace contextRef="#ctx0" brushRef="#br0" timeOffset="119401.155">12457 629,'10'13,"4"10,5 7,6 8,5 4,5 2,3 0,2 0,1-2,-2-2,-3-7,-6-6,-5-5,-7-9,-6-12,-6-5</inkml:trace>
  <inkml:trace contextRef="#ctx0" brushRef="#br0" timeOffset="119665.231">12844 629,'-18'2,"-10"8,-6 9,-1 10,3 9,3 8,3 4,4 4,4 1,3-2,1-3,3-5,4-7,2-8</inkml:trace>
  <inkml:trace contextRef="#ctx0" brushRef="#br0" timeOffset="120354.445">13059 949,'-4'4,"1"0,-1 0,1 1,0-1,1 1,-1-1,1 1,0 0,0 0,0 0,1 0,0 0,0 1,0-1,0 0,1 0,0 1,0-1,1 0,-1 1,1-1,0 0,1 0,-1 0,1 0,0 0,0 0,1 0,-1-1,1 1,0-1,0 0,1 1,-1-1,1-1,0 1,0-1,0 1,0-1,1 0,0 0,0-2,1 1,0-1,-1 0,1 0,0-1,-1 0,1 0,0 0,0-1,-1 1,1-1,-1-1,1 1,-1-1,1 0,-1 0,0-1,0 1,0-1,0 0,0-1,-1 1,1-1,-1 0,0 0,0 0,-1 0,1-1,-1 0,0 1,0-1,0-1,-1 1,0 0,0 0,0-1,-1 1,0-1,0 0,0 1,0-1,-1 0,0 0,-1 1,1-1,-1 0,0 1,0-1,-1 1,1-1,-1 1,-3-5,4 7,-1 0,0 1,-1-1,1 0,0 1,-1-1,0 1,1 0,-1 0,0 0,0 0,0 0,0 1,-1 0,1-1,0 1,-1 0,1 0,0 1,-1-1,1 1,-1 0,1 0,-1 0,1 0,-1 0,1 1,-3 0,-92 35,71-22,4-1</inkml:trace>
  <inkml:trace contextRef="#ctx0" brushRef="#br0" timeOffset="120798.264">12524 455,'5'0,"7"0,12 0,13 0,11-2,9-2,4 1,1-1,-4-1,-6 1,-11 1,-10 1,-12 1,-13 1,-9 0</inkml:trace>
  <inkml:trace contextRef="#ctx0" brushRef="#br0" timeOffset="125934.485">10759 94,'56'0,"1170"-21,-1204 19,1331-44,-1290 44,-62 2,-1 0,0 0,1 1,-1-1,1 0,-1 0,1 0,-1 0,0 0,1 0,-1 0,1-1,-1 1,0 0,1 0,-1 0,1 0,-1 0,0-1,1 1,-1 0,0 0,1-1,-1 1,0 0,1 0,-1-1,0 1,0 0,1-1,-1 1,0 0,0-1,0 1,0-1,1 1,-1 0,0-1,0 1,0-1,0 1,0 0,0-1,0 1,0-1,0 1,0 0,0-1,0 1,0-1,-1 1,-6-8</inkml:trace>
  <inkml:trace contextRef="#ctx0" brushRef="#br1" timeOffset="162745.701">8674 4599,'19'183,"-8"1,-10 98,-24 31,-60 286,48-351,35-249</inkml:trace>
  <inkml:trace contextRef="#ctx0" brushRef="#br1" timeOffset="163756.603">8687 4653,'58'-10,"1"2,0 3,0 3,0 2,0 2,42 9,-64-7,-1 2,0 2,-1 1,0 1,0 2,-1 2,-1 1,0 1,-1 2,-1 1,-1 2,-1 0,0 2,-2 2,-1 0,-1 2,11 14,-13-2,-1 0,-2 2,-2 0,-2 1,-2 1,-1 0,-2 1,-2 0,-3 1,-1 0,-2 0,-2 0,-2 0,-2 0,0-10,-2-1,-2 1,0-1,-3-1,-1 0,-1 0,-2-1,-1 0,-1-1,-2-1,-1-1,-2-1,0 0,-2-2,-1 0,-1-2,-17 13,-1 0,-1-2,-2-2,-1-2,-2-2,-1-2,0-3,-2-2,-1-2,-1-2,-41 7,-49 3,-95 3,239-32,1 1,-1 0,0 0,0-1,0 1,1 0,-1 0,0-1,0 1,0 0,0-1,1 1,-1 0,0-1,0 1,0 0,0-1,0 1,0 0,0-1,0 1,0 0,0-1,0 1,0 0,0-1,0 1,0 0,-1-1,1 1,0 0,0 0,0-1,0 1,-1 0,1-1,0 1,0 0,0 0,-1-1,1 1,0 0,-1 0,1 0,0 0,0-1,-1 1,1 0,0 0,-1 0,1 0,0 0,-1 0,1 0,12-11</inkml:trace>
  <inkml:trace contextRef="#ctx0" brushRef="#br1" timeOffset="164502.226">9904 5402,'-6'9,"1"0,1 1,-1-1,2 1,-1 0,1 0,1 1,0-1,0 1,1-1,0 1,1-1,0 1,1-1,0 1,1-1,0 1,1-1,0 0,0 0,1 0,0 0,1-1,1 2,2-1,1 0,0 0,1-1,0 0,0 0,1-1,0-1,1 0,0 0,0-1,0-1,0 0,1 0,0-2,0 1,3-1,-7-1,0-1,0 0,0 0,1 0,-1-1,0-1,0 0,0 0,0-1,0 0,0 0,0-1,0 0,-1 0,1-1,-1-1,0 1,-1-1,1-1,-1 1,0-1,0 0,5-7,-6 3,0 0,-1-1,0 1,-1-1,0 0,-1 0,0-1,-1 1,0 0,-1-1,0 0,-1 1,0-1,-1 1,-1-1,1 1,-2-1,1 1,-2 0,1 0,-2 0,1 1,-1-1,-1 1,0 0,0 1,-1-1,-1 1,1 1,-1-1,-1 1,1 1,-1-1,-1 2,-6-5,8 6,-1 0,1 1,-1 0,0 1,0-1,0 2,0-1,-1 1,1 1,-1 0,1 0,-1 1,1 0,-1 0,1 1,-1 1,1 0,0 0,0 0,0 1,0 1,0 0,0 0,1 0,0 1,0 0,0 1,0 0,1 0,0 1,1-1,-1 2,1-1,0 1,1 0,0 0,0 0,0 2,4-6,0 0,-1 0,1 0,1 0,-1 0,1 0,-1 0,1 0,0 0,1 0,-1 0,1 0,-1 0,1-1,1 1,-1 0,0 0,1 0,0-1,0 1,0-1,0 0,0 1,1-1,-1 0,1 0,0-1,2 3,25 18</inkml:trace>
  <inkml:trace contextRef="#ctx0" brushRef="#br1" timeOffset="165314.055">10398 5589,'0'-1,"0"1,1 0,-1 0,0 0,0 0,1 0,-1 0,0-1,0 1,0 0,1 0,-1 0,0-1,0 1,0 0,0 0,0 0,0-1,1 1,-1 0,0 0,0-1,0 1,0 0,0 0,0-1,0 1,0 0,0 0,0-1,0 1,0 0,0 0,0-1,0 1,0 0,0 0,-1-1,1 1,0 0,0 0,0-1,0 1,0 0,-1 0,1 0,0 0,0-1,0 1,-1 0,1 0,0 0,0 0,0 0,-1-1,1 1,0 0,0 0,-1 0,1 0,0 0,26-3,-21 3,201-13,1372 5,-1252 2,-294 4,-13-1</inkml:trace>
  <inkml:trace contextRef="#ctx0" brushRef="#br1" timeOffset="166005.295">11093 4746,'18'18,"13"13,8 8,5 4,-2 4,0 1,-3-1,-6-2,-7-4,-7-4,-7-6,-5-7,-7-6,-3-7</inkml:trace>
  <inkml:trace contextRef="#ctx0" brushRef="#br1" timeOffset="166286.417">11454 4812,'-14'-2,"-8"4,-6 8,-5 9,-3 13,-2 13,-3 11,1 9,3 2,6 0,9-6,8-13</inkml:trace>
  <inkml:trace contextRef="#ctx0" brushRef="#br1" timeOffset="166663.455">11642 5160,'30'-184,"-29"184,-1 0,0 0,0 0,1 0,-1 0,0 0,0 0,1 0,-1 0,0 0,1 0,-1 0,0 0,0 0,1-1,-1 1,0 0,0 0,0 0,1 0,-1 0,0 0,0-1,1 1,-1 0,0 0,0 0,0-1,0 1,1 0,-1 0,0 0,0-1,0 1,0 0,0-1,2 31,-2-30,-6 114,3-82,1-1,2 1,1-1,3 22,1-28</inkml:trace>
  <inkml:trace contextRef="#ctx0" brushRef="#br1" timeOffset="167101.332">12056 4947,'-4'7,"-3"-1,2-2,-2-3,-2 1,1 0</inkml:trace>
  <inkml:trace contextRef="#ctx0" brushRef="#br1" timeOffset="167386.57">12190 4760,'11'11,"9"13,5 12,5 8,2 6,3 4,2-1,1-2,-1-6,-2-8,-5-7,-5-10,-7-12,-7-8</inkml:trace>
  <inkml:trace contextRef="#ctx0" brushRef="#br1" timeOffset="167616.955">12511 4653,'-9'13,"-8"15,-10 10,-9 9,-8 7,-3 4,-1 1,6-3,10-6,15-8,17-7,18-11,6-9</inkml:trace>
  <inkml:trace contextRef="#ctx0" brushRef="#br1" timeOffset="167939.208">12657 5134,'14'11,"0"0,1-1,0-1,1 0,0-1,0-1,0 0,1-1,11 1,-21-5,1 0,0 0,0-1,0-1,0 1,0-1,0-1,0 1,0-1,0-1,0 1,-1-1,1-1,0 0,-1 0,0 0,0-1,0 0,0 0,0-1,-1 1,2-3,-4 3,1-1,-1 0,0 0,0 0,-1-1,1 1,-1-1,-1 0,1 0,-1 0,0 0,0 0,0-1,-1 1,0 0,-1-1,1 1,-1-1,0 1,-1-1,0 1,0-1,0 1,-1 0,0-1,0 1,0 0,-1 0,0 1,0-1,0 0,-1 1,0 0,0 0,0 0,-5-4,2 5,-1 0,1 1,-1-1,0 2,0-1,1 1,-2 0,1 1,0 0,0 0,0 0,-1 1,1 1,0-1,0 2,-1-1,1 1,0 0,-6 3,-17 6,0 2,1 1,1 2,-7 5,30-17,-34 19</inkml:trace>
  <inkml:trace contextRef="#ctx0" brushRef="#br1" timeOffset="168739.919">10986 4439,'-9'0,"26"2,-17-2,326 10,-241-10,1434 14,-1547-12,1 1</inkml:trace>
  <inkml:trace contextRef="#ctx0" brushRef="#br1" timeOffset="178400.838">2217 3383,'-7'13,"1"0,1 1,0-1,1 1,0 1,1-1,1 0,-1 15,3-28,0 0,0 1,0-1,0 0,1 1,-1-1,0 0,1 1,-1-1,1 0,0 0,-1 1,1-1,0 0,0 0,0 0,-1 0,1 0,0 0,0 0,1 0,-1-1,0 1,0 0,0-1,0 1,1 0,-1-1,0 0,1 1,-1-1,0 0,1 0,-1 1,0-1,1 0,-1 0,0-1,1 1,-1 0,1 0,-1-1,0 1,0 0,1-1,-1 0,0 1,0-1,0 0,1 1,-1-1,0 0,0 0,0 0,0 0,-1 0,1 0,0 0,0 0,0-1,4-3,0 0,0 0,0-1,-1 0,0 1,0-2,0 1,-1 0,0-1,0 1,-1-1,0 0,0 0,0 0,0-4,-2 7,1 1,-1 0,0 0,0-1,0 1,0 0,-1 0,1-1,-1 1,0 0,0 0,0 0,0 0,0 0,-1 0,0 0,1 0,-1 1,0-1,0 1,0-1,-1 1,1 0,-1 0,1 0,-1 0,0 0,1 0,-1 1,0-1,0 1,0 0,0 0,-1 0,1 0,-4 1,1 0,0 1,0 0,0-1,-1 2,1-1,0 1,0 0,0 0,1 1,-1 0,1 0,-1 0,1 0,0 1,0 0,0 0,1 0,0 1,-1 0,2-1,-1 2,0-1,1 0,0 1,0-1,1 1,0 0,-1 0,2 0,-1 0,1 0,0 0,0 0,1 2,0-6,0 1,0 0,0 0,0 0,0 0,1 0,-1 0,1 0,0 0,0-1,0 1,0 0,1-1,-1 1,1-1,0 1,-1-1,1 1,0-1,0 0,1 0,-1 0,0-1,1 1,-1 0,1-1,-1 1,1-1,0 0,-1 0,1 0,0 0,0-1,0 1,0-1,0 0,0 1,0-1,0 0,-1-1,1 1,0-1,0 1,0-1,0 0,0 0,-1 0,1 0,0-1,-1 1,1-1,-1 1,1-1,-1-1,3-2,-1-1,0 1,0-1,-1 0,1-1,-1 1,-1-1,1 1,-1-1,0 0,-1 0,0 0,0 0,0 0,-1 0,0 0,0 0,-1 0,0 0,0 0,-1 0,0 1,0-1,0 0,-1 1,0-1,0 1,-1 0,3 4,0 0,0 0,0 0,0 0,0 0,0 0,0 0,-1 1,1-1,-1 1,0-1,1 1,-1-1,0 1,0 0,1 0,-1 0,0 0,0 0,0 1,-1-1,1 0,0 1,0 0,0-1,0 1,0 0,-1 0,1 0,0 0,0 1,0-1,0 1,0-1,-1 1,1-1,0 1,0 0,1 0,-1 0,0 1,0-1,0 0,1 1,-1-1,1 1,-1-1,1 1,-1 0,-4 11,1 1,1 0,0 0,0 0,2 0,0 1,0-1,1 0,1 1,1 0,2 13,32 172,-8-66,-14-14,-6 1,-8 114,-1-99,13 258,-7-179,-4-214,0 0,0 1,0-1,0 0,0 0,1 0,-1 0,0 0,1 0,-1 0,1 0,-1 0,1 0,-1 0,1 0,0 0,-1 0,1 0,0 0,0-1,0 1,0 0,-1-1,1 1,0 0,0-1,0 1,1-1,-1 0,0 1,0-1,0 0,0 0,0 1,0-1,0 0,0 0,1 0,-1 0,0-1,0 1,0 0,0 0,0-1,0 1,0 0,0-1,0 1,0-1,0 0,0 1,0-1,0 0,0 1,0-1,0-1,46-14,0 2,1 2,1 3,-1 1,2 2,-1 3,0 2,777 2,-118 21,-136 0,76 39,171-57,-340 34,-83-22,-178-4,99-12,-132-2,336 3,-413 12,66 27,-137-33,29-3,-57-22,-12 4</inkml:trace>
  <inkml:trace contextRef="#ctx0" brushRef="#br1" timeOffset="180034.687">1575 976,'-4'9,"0"0,1 0,0 0,1 0,0 0,0 0,1 1,0-1,0 1,1-1,1 0,0 6,0-12,-1 1,1-1,0 0,0 1,0-1,0 0,0 1,1-1,0 0,-1 0,1 0,0 0,1-1,-1 1,0 0,1-1,0 0,-1 1,1-1,0 0,0-1,0 1,0 0,1-1,-1 0,0 1,1-1,-1-1,0 1,1 0,-1-1,1 0,-1 0,2 0,1 0,0 0,0-1,0 0,-1 0,1-1,0 1,-1-1,1-1,-1 1,0-1,1 0,-1 0,0 0,-1-1,1 1,-1-1,1 0,-1-1,-1 1,1-1,0 0,-1 1,0-2,0 1,-1 0,1-1,-1 1,-1-1,1 1,-1-1,1 0,-2 0,1 0,-1 0,0-4,-1 7,0 0,0 0,-1 0,0 0,1 0,-1 0,0 0,0 1,-1-1,1 1,0-1,-1 1,0 0,1 0,-1 0,0 0,0 1,0-1,0 1,0 0,0 0,-1 0,1 0,0 0,-3 0,-3 0,1 0,-1 0,0 1,0 0,0 0,1 1,-1 0,0 1,-4 1,5-1,1 2,-1-1,1 1,0 0,-1 0,2 1,-1 0,1 1,-1-1,2 1,-1 0,0 1,1-1,-4 8,7-10,-1-1,1 1,0 0,0 1,0-1,1 0,-1 1,1-1,0 0,0 1,1-1,-1 1,1 0,0-1,1 1,-1-1,1 1,-1-1,1 1,1-1,-1 1,1-1,-1 0,1 0,0 0,1 0,1 3,3-2,0 1,0-1,0-1,1 0,-1 0,1 0,0-1,0 0,1 0,-1-1,0 0,1-1,-1 0,1 0,0 0,-1-2,1 1,-1-1,1 0,0 0,-1-1,0-1,0 1,6-3,-8 3,-1-1,1 1,0-1,-1 0,0 0,0-1,0 0,0 1,0-2,-1 1,0 0,0-1,0 0,0 0,-1 0,0-1,0 1,0-1,-1 1,1-1,-2 0,1 0,0 0,-1 0,0 0,-1 0,0-1,1 1,-2 0,1 0,-1 0,0 0,0 0,-1 0,0 0,0 0,0 0,0 0,-1 1,-3-4,4 5,-1 1,0 0,1 0,-2 0,1 0,0 0,0 1,-1 0,0-1,1 1,-1 0,0 1,0-1,0 1,0 0,0 0,0 0,-1 0,1 1,0-1,0 1,-1 0,1 1,0-1,0 1,0 0,0 0,-1 0,1 0,0 1,1-1,-1 1,0 0,0 1,1-1,-1 0,1 1,0 0,0 0,0 0,0 0,-1 2,-2 3,1 0,0 0,0 0,1 1,0-1,0 1,1 0,0 0,1 1,0-1,0 0,1 1,0 0,1-1,0 6,0-10,1 0,-1 0,1 0,0 0,0-1,1 1,0 0,-1 0,1-1,1 1,-1-1,1 0,0 0,0 0,0 0,0 0,1-1,-1 1,1-1,0 0,0 0,0 0,1-1,-1 1,1-1,-1 0,1-1,0 1,0-1,0 0,3 1,1-1,0 0,-1-1,1 0,0 0,-1-1,1 0,-1-1,1 0,-1 0,0-1,0 0,0 0,4-3,-8 4,0 0,0 0,0 0,0-1,-1 0,1 0,-1 0,1 0,-1 0,0-1,0 1,-1-1,1 0,-1 0,0 0,0 0,0 0,0-1,-1 1,0 0,0-1,0 1,0-1,-1 0,1 1,-1-1,-1-3,1 4,-1 1,0-1,0 0,0 0,0 1,-1-1,0 1,1-1,-1 1,-1 0,1-1,0 1,-1 0,1 1,-1-1,0 0,0 1,0 0,0-1,-1 1,1 0,0 1,-1-1,1 1,-1-1,0 1,0 0,1 0,-1 1,-1-1,-1 0,0 1,-1-1,1 1,0 0,0 1,0 0,0 0,1 0,-1 0,0 1,0 0,1 0,-1 1,1-1,-1 1,1 1,0-1,0 1,-1 1,3-3,0 1,0-1,0 1,1 0,-1 0,1 0,-1 0,1 1,0-1,0 1,1-1,-1 1,1 0,0-1,0 1,0 0,0 0,1 0,-1 0,1 0,0 0,0 0,0 0,1-1,0 1,0 0,0 0,0 0,0-1,1 1,-1 0,1-1,0 1,0-1,0 0,1 0,-1 0,1 0,0 0,0 0,0-1,0 1,3 1,57 9,-35-14</inkml:trace>
  <inkml:trace contextRef="#ctx0" brushRef="#br1" timeOffset="185810.18">1629 1097,'13'93,"-5"1,-2 77,-7-106,1 209,26-59,-25 248,-1-164,-14-96,15 381,38-318,-33-208,16 286,4 7,-18 4,12 50,1-183,-3-81,-4 101,-14-221,10 126,-9-146,0 0,0 0,1 0,-1-1,0 1,0 0,0 0,1-1,-1 1,0-1,1 1,-1-1,1 0,-1 1,0-1,1 0,-1 0,1 0,-1 0,1 0,-1 0,1 0,-1-1,0 1,1 0,-1-1,0 1,1-1,-1 0,0 1,1-1,-1 0,0 0,0 0,0 0,0 0,0 0,0 0,0 0,0-1,13-5,14-1,0 1,0 1,0 1,1 2,0 0,-1 2,1 2,4 1,6-2,94 0,737 25,-645-6,338 18,75-7,77 11,-314-14,227 23,-13-24,-155 15,-48-28,-77-13,-126 28,-190-19,-39-12,-6-2</inkml:trace>
  <inkml:trace contextRef="#ctx0" brushRef="#br0" timeOffset="195515.925">946 1123,'2'2,"-1"0,1 0,-1 0,1 0,-1 0,1-1,0 1,0 0,0-1,0 0,0 1,0-1,1 0,-1 0,0 0,0 0,1-1,-1 1,1-1,1 1,204 25,22-13,-201-7,-63 1,-18-2,1-2,-1-2,0-2,1-3,-18-4,-23-2,629 11,-706-1,131 0</inkml:trace>
  <inkml:trace contextRef="#ctx0" brushRef="#br0" timeOffset="196781.37">1775 3490,'1'-1,"-1"0,1 0,-1 1,1-1,-1 0,1 0,-1 0,0 0,1 0,-1 0,0 0,0 1,0-1,1 0,-1 0,0 0,0 0,0 0,-1 0,1 0,0 0,0 0,0 0,-1 0,1 0,-1 0,1 1,0-1,-1 0,1 0,-1 0,0 1,1-1,-1 0,0 1,1-1,-1 0,0 1,0-1,0 1,1-1,-1 1,0 0,0-1,0 1,0 0,-48-6,43 6,-517 1,439-11,37 21,47-11,0 1,0-1,0 1,0 0,0-1,0 1,0-1,0 1,0-1,0 1,0 0,1-1,-1 1,0-1,0 1,1-1,-1 1,0-1,1 1,-1-1,0 0,1 1,-1-1,1 1,-1-1,0 0,1 1,-1-1,1 0,-1 0,1 1,0-1,-1 0,1 0,-1 0,1 0,-1 0,1 0,-1 0,1 0,0 0,-1 0,1 0,22 5,1-1,0-1,0-1,0-1,23-3,-6 2,131 9,-146 1,-22-4</inkml:trace>
  <inkml:trace contextRef="#ctx0" brushRef="#br2" timeOffset="-198402.058">12430 5574,'28'-10,"41"2,0 3,0 2,0 4,33 6,-50-5,156-5,-141-2,1 4,60 7,207 28,-254-33,-22-2,-1 3,1 2,-1 3,14 6,-36-7,0-2,-1-1,1-1,23-4,-26 2,-30 0,-1 0,1 0,0 0,-1 0,1 0,-1-1,1 0,-1 1,1-1,-1 0,1 0,-1 0,0 0,1-1,-1 1,0-1,0 1,0-1,0 0,0 0,-1 0,1 0,0 0,-1 0,1 0,-1 0,0-1,0 1,0-1,0 1,0-1,-1 1,1-1,-1 1,1-1,-1 0,0 0,3-47,-3 0,-1 0,-3 1,-2-1,-12-48,-104-485,57 36,16 108,40 384,1 8,2-1,1 1,3-1,2 0,5-34,29-197,-35-155,-9 345,10 88,1 0,0 1,-1-1,1 0,0 0,0 0,0 0,0 1,0-1,0 0,0 1,0-1,0 1,0-1,0 1,0 0,0-1,1 1,-1 0,0 0,0 0,0 0,0 0,1 0,-1 0,0 0,0 0,0 0,1 1,3-1,377-5,516-21,-830 23,-55-1,-10-2</inkml:trace>
  <inkml:trace contextRef="#ctx0" brushRef="#br2" timeOffset="-197553.405">13741 1578,'1285'0,"-932"13,-336-13</inkml:trace>
  <inkml:trace contextRef="#ctx0" brushRef="#br2" timeOffset="-196964.043">15531 962,'98'411,"-75"-202,-8 1,-13 206,-8-184,-10 0,-10-1,-11 2,15-97,22-116</inkml:trace>
  <inkml:trace contextRef="#ctx0" brushRef="#br2" timeOffset="-196160.611">15639 1030,'82'-9,"2"4,-1 4,0 3,16 5,-27 4,-1 3,0 3,-2 4,0 2,-1 3,-2 3,-1 3,4 6,-20-12,0 3,-1 2,-2 2,-2 2,-1 1,-2 3,-1 1,-2 2,-2 2,-2 1,18 34,-33-39,-2 0,-1 0,-2 2,-3-1,-1 2,-2-1,-1 2,-3-1,-1 0,-3 1,-1-1,-2 1,-2-1,-3 5,-1-8,-2 0,-1-1,-2 0,-2-1,-2-1,-1-1,-1 0,-2-2,-2 0,-1-2,-1 0,-2-2,-1-1,-1-1,-2-2,-1-1,0-2,-25 13,-41 17,-3-4,-1-4,-3-5,-1-5,-2-5,0-4,-39 1,114-21,-14 3,0 1,1 3,-27 10,58-15,9-2</inkml:trace>
  <inkml:trace contextRef="#ctx0" brushRef="#br2" timeOffset="-195408.48">17443 2153,'-4'2,"1"1,-1 0,0 0,1 0,-1 1,1-1,0 1,0 0,1 0,-1 0,1 0,0 0,0 0,0 1,0-1,1 1,0-1,0 1,0 0,0-1,1 1,0 0,0 0,0-1,0 1,1 0,1 3,0 4,1 1,1 0,0-1,1 0,0 0,1 0,1-1,-1 0,7 6,-3-4,0 0,1-1,1-1,0 0,1-1,0 0,0-1,1 0,0-1,1-1,-1 0,9 2,-15-6,0 0,0-1,0 0,0-1,0 0,1 0,-1-1,0 0,0 0,1-1,-1 0,0 0,0-1,0 0,0-1,0 1,0-1,-1-1,1 0,-1 0,0 0,0-1,-1 0,1 0,0-2,2-4,0 0,0 0,-1-1,-1 0,0-1,-1 0,0 0,-1 0,0 0,-2-1,1 0,-1 0,-1 0,-1 0,0 0,0 0,-2-1,0 1,0 0,-1 0,-1 0,-1 0,0 1,0-1,-4-4,4 10,0 0,-1 1,0 0,-1 0,1 0,-1 1,-1-1,1 2,-1-1,0 1,0 0,-1 0,1 1,-1 0,0 0,0 1,-1 0,1 0,-1 1,1 0,-1 1,0 0,0 0,1 1,-1 0,-5 1,1 0,-1 0,1 1,-1 1,1 0,0 1,0 0,0 1,1 1,0 0,0 0,0 1,1 1,0 0,0 1,1 0,-9 10,-12 25,10-2</inkml:trace>
  <inkml:trace contextRef="#ctx0" brushRef="#br2" timeOffset="-195146.665">17858 2193,'20'0,"16"0,14 0,13 0,15 0,13 2,10 1,11 0,10 2,4-1,3 2,-2 0,-2-1,-6-2,-10-1,-24-1</inkml:trace>
  <inkml:trace contextRef="#ctx0" brushRef="#br2" timeOffset="-192149.584">18353 13,'1'19,"1"-1,1 0,0 0,1 0,1 0,1-1,1 0,0 0,1 0,1-1,0-1,1 1,1-1,1-1,0 0,7 6,-17-17,0-1,0 1,0 0,1-1,-1 0,0 0,1 0,0 0,0 0,-1 0,1 0,0-1,0 0,0 1,1-1,-1 0,0-1,0 1,1 0,-1-1,0 0,1 0,-1 0,0 0,0 0,1-1,-1 0,0 1,0-1,1 0,-1-1,0 1,0 0,0-1,-1 0,1 0,0 0,2-2,5-11,-1-1,0 0,-1-1,-1 0,0 0,-1 0,-1-1,-1 0,0-3,-1 6,13-82,-28 126,4 28,4 1,1-1,4 1,1 0,4 1,12 105,7 126,-23-280,-2-1,1 0,-1 1,-1-1,0 1,0-1,-1 0,0 0,0 0,-1 0,-1 0,1 0,-1-1,-1 0,1 0,-2 0,1 0,-1-1,0 1,0-2,-1 1,0-1,0 0,-1 0,1-1,-1 0,-1 0,1-1,0 0,-2 0,7-2,-1-1,1 0,-1 1,1-1,-1 0,1-1,-1 1,1 0,-1-1,0 0,1 0,-1 0,0-1,1 1,-1-1,0 0,1 0,-1 0,1 0,0 0,-1-1,1 0,0 0,0 0,0 0,0 0,0 0,0-1,1 1,-1-1,1 0,0 0,0 0,0 0,0 0,0 0,1-1,-1 1,1-1,0 1,0-2,1-15,1 1,1 0,1-1,0 1,2 1,0-1,1 0,1 1,1 1,0-1,6-7,-2 0,-1 0,-9 15,1 1,0 0,1 0,0 1,1-1,-1 1,2 0,-1 0,1 0,0 1,1 0,-1 0,1 1,1-1,-1 2,1-1,0 1,1 0,-1 1,1 0,1-1,20 0</inkml:trace>
  <inkml:trace contextRef="#ctx0" brushRef="#br2" timeOffset="-191239.509">18847 976,'107'-119,"-84"96,-23 24,0-1,-1 0,1 1,0-1,0 0,0 1,0-1,0 1,0-1,0 1,0-1,0 0,0 1,0-1,0 1,0-1,0 0,0 1,0-1,0 1,0-1,0 0,1 1,-1-1,0 0,0 1,1-1,-1 0,0 1,0-1,1 0,-1 1,0-1,1 0,-1 0,0 1,1-1,-1 0,0 0,1 0,-1 0,1 1,-1-1,0 0,1 0,-1 0,1 0,-1 0,1 0,-1 0,0 0,1 0,-1 0,1 0,-1-1,0 1,1 0,-1 0,1 0,-1 0,0-1,1 1,-1 0,0 0,1-1,-1 1,0 0,0-1,1 1,-1 0,-30 166,17 51,14-214,-1 0,0-1,1 1,-1 0,-1-1,1 1,0 0,-1-1,1 1,-1-1,0 1,0 0,0-1,0 0,0 1,0-1,-1 0,1 1,-1-1,0 0,1 0,-1 0,0-1,0 1,0 0,-1-1,1 1,0-1,-1 0,1 1,0-1,-1-1,0 1,1 0,-1 0,-2-1,54-2,114 8,-103-4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5:31.1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1378 575,'83'16,"124"1,168-9,-294-8,812 1,-771-2,0 6,-1 5,83 19,-166-26,-28-7</inkml:trace>
  <inkml:trace contextRef="#ctx0" brushRef="#br0" timeOffset="757.984">1605 1511,'0'1,"-1"-1,1 0,0 1,-1 0,1-1,0 1,0-1,-1 1,1-1,0 1,0 0,0-1,0 1,0-1,0 1,0 0,0-1,0 1,0-1,0 1,0-1,1 1,-1 0,0-1,0 1,1-1,-1 1,0-1,1 1,-1-1,0 1,1-1,-1 1,1-1,-1 0,0 1,1-1,-1 0,1 1,0-1,-1 0,1 0,-1 1,1-1,-1 0,1 0,-1 0,1 0,0 0,-1 0,1 0,-1 0,1 0,0 0,-1 0,1 0,-1 0,1 0,0 0,-1-1,1 1,-1 0,150 16,-122-16,383 6,-76-3,67 20,42 38,-418-60,-26-1,1 1,-1-1,0 0,1 0,-1 0,0 0,0 0,1 0,-1 0,0 0,1 0,-1 0,0 0,1 0,-1 0,0 0,1 0,-1-1,0 1,0 0,1 0,-1 0,0 0,1 0,-1-1,0 1,0 0,1 0,-1-1,0 1,0 0,0 0,0-1,1 1,-1 0,0 0,0-1,0 1,0 0,0-1,0 1,0 0,0-1,0 1,0 0,0-1,0 1,0 0,0-1,0 1,0 0,0 0,0-1,0 1,0 0,0-1,0 1,-1 0,-4-9</inkml:trace>
  <inkml:trace contextRef="#ctx0" brushRef="#br0" timeOffset="1283.178">3517 0,'17'40,"2"-2,1 0,17 23,2 3,24 44,-5 2,-4 3,-6 2,1 16,-35-85,-1 1,-2 0,-3 0,-1 1,-3 0,-2 0,-2 0,-1 1,-3-1,-3-1,-1 1,-5 10,-5-6,-2-2,-3 0,-1-2,-3 0,-2-2,-2-1,-2-1,-1-2,-3-1,-1-3,-2 0,-1-3,-2-1,-1-2,-30 14,-83 38,119-76,18-14</inkml:trace>
  <inkml:trace contextRef="#ctx0" brushRef="#br0" timeOffset="1867.149">4105 200,'18'6,"-1"1,0 0,-1 1,1 1,-1 1,-1 0,0 1,-1 1,0 0,0 1,-1 0,-1 1,-1 0,0 1,0 0,-1 2,26 33,-3 2,-1 2,-3 0,-3 2,-1 1,-4 1,-2 1,-2 0,-3 1,3 38,-11-49,-2-1,-3 1,-1 0,-3 0,-1 0,-3 0,-2-1,-2-1,-2 1,-2-2,-3 0,-1-1,-16 27,7-25,-2-2,-1-1,-3-2,-1-1,-3-2,0-1,-3-2,-1-2,-1-2,-46 26,20-20</inkml:trace>
  <inkml:trace contextRef="#ctx0" brushRef="#br0" timeOffset="2386.35">4359 307,'178'30,"18"1,-1 8,-2 8,71 33,-151-39,-2 4,-2 6,-2 4,-3 4,-2 6,21 21,151 139,-269-221</inkml:trace>
  <inkml:trace contextRef="#ctx0" brushRef="#br0" timeOffset="3323.864">4172 2153,'52'-4,"1"-1,-1-3,0-2,30-11,-57 15,719-215,-550 155,-2-9,-5-8,-3-8,76-55,-243 135,11-6,-1-1,-1-2,0 0,4-7,-11-3,-20 30,0 0,1 0,-1 0,0 0,1 0,-1 0,0 0,1 1,-1-1,0 0,1 0,-1 1,0-1,1 0,-1 1,1-1,-1 1,1-1,-1 0,1 1,-1-1,1 1,0 0,-1-1,1 1,-1-1,1 1,0 0,0-1,-1 1,1-1,0 1,0 0,0-1,0 1,0 0,0-1,0 2,-4 11,0 1,2 0,-1 0,2 0,0 0,0 0,1 0,1 0,1 0,0 0,1 0,0-1,3 8,-3-14,0 0,1-1,0 1,0-1,1 0,-1 0,1 0,1-1,-1 0,1 0,0 0,0 0,0-1,1 0,-1-1,1 1,0-1,0-1,0 1,1-1,-1 0,0-1,4 1,9 0,0 0,0-2,0 0,-1-1,1-1,0 0,-1-2,9-2,-17 4,-1 0,0-1,0 0,0 0,0-1,-1 0,1-1,-1 0,0 0,-1-1,1 0,-1-1,0 0,-1 0,1-1,-1 0,-1 0,0 0,0-1,-1 0,0 0,0-1,-1 1,0-1,-1 0,0 0,1-4,-4 5,1 0,-1 1,-1-1,0 0,0 1,0-1,-1 0,0 1,-1 0,0 0,0-1,-1 2,0-1,-1 0,1 1,-1 0,-1 0,1 0,-1 1,0 0,-1 0,0 0,0 1,0 0,0 0,-1 0,-8-3,1 0,-1 1,0 0,-1 1,0 1,0 1,0 0,0 2,0 0,-1 0,1 2,-13 1,15 0,0 1,0 1,0 0,0 1,1 1,-1 0,1 1,1 0,-1 1,-4 4,12-7,0 0,0 0,1 0,-1 1,1 0,0 0,0 1,1 0,0-1,0 1,0 1,0-1,1 0,0 1,1 0,-1 0,1 0,1 0,-1 0,1 0,0 0,1 4,9 43,11-6</inkml:trace>
  <inkml:trace contextRef="#ctx0" brushRef="#br0" timeOffset="3673.929">7046 1324,'13'-2,"19"-2,22-1,29 0,32 0,40 2,45 1,46 0,45 2,39 0,24 0,5 0,-16 3,-34 4,-48 5,-55-1,-57-2,-54-2</inkml:trace>
  <inkml:trace contextRef="#ctx0" brushRef="#br0" timeOffset="4989.072">14 54,'-4'16,"4"12,11 8,11 7,13 3,13 3,9 1,5 3,-5-2,-7-2,-10-3,-9-5,-10-9</inkml:trace>
  <inkml:trace contextRef="#ctx0" brushRef="#br0" timeOffset="5236.41">375 107,'-16'23,"-12"23,-6 20,-3 14,-4 11,2 4,5-2,8-17</inkml:trace>
  <inkml:trace contextRef="#ctx0" brushRef="#br0" timeOffset="5437.391">736 401,'4'-16,"2"0,0 11,-4 20,-4 21,-4 23,-1 17,-1 12,0 7,2 0,1-15</inkml:trace>
  <inkml:trace contextRef="#ctx0" brushRef="#br0" timeOffset="5829.341">0 1551,'16'18,"15"18,10 11,10 10,6 3,2-1,-2-6,-7-8,-9-8,-12-12</inkml:trace>
  <inkml:trace contextRef="#ctx0" brushRef="#br0" timeOffset="6034.875">362 1578,'-18'13,"-18"17,-11 14,-5 13,0 10,3 9,9 1,11-2,10-8,11-10,7-16</inkml:trace>
  <inkml:trace contextRef="#ctx0" brushRef="#br0" timeOffset="6295.28">549 2112,'2'7,"0"0,0-1,1 1,0-1,0 0,1 0,-1 0,1 0,1-1,-1 1,1-1,0 0,0-1,0 1,1-1,0 0,0 0,0-1,0 1,0-1,1-1,-1 1,1-1,0-1,-1 1,1-1,0 0,0 0,0-1,2 0,2-3,-1 0,1-1,0 0,-1-1,0 0,0 0,-1-1,1 0,-1-1,0 0,-1-1,0 0,0 0,-1-1,0 1,0-2,-1 1,0-1,-1 0,0 0,0 0,-1-1,1-5,-4 12,0 0,0 0,0 0,0-1,0 1,-1 0,0 0,0 0,0 0,-1-1,1 1,-1 0,0 0,0 0,0 0,-1 0,1 0,-1 1,0-1,0 0,-1 1,1-1,-1 1,1 0,-1 0,0 0,0 0,0 1,-1-1,1 1,-1-1,1 1,-1 0,0 1,-1-1,-4 2,-1 0,0 0,1 1,-1 1,1 0,-1 0,1 0,0 2,0-1,0 1,0 0,1 1,-1 0,1 0,0 1,1 0,-1 0,1 1,1 0,-1 0,-2 5,-32 40,11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5:39.1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1,'1'28,"1"-1,2 1,1-1,0 0,3 0,0-1,1 0,2 0,4 7,-9-21,1 1,0-2,1 1,0-1,0 0,1-1,1 0,0 0,0-1,0 0,2-1,-1 0,1-1,0 0,0-1,1 0,-1-1,1 0,1-1,-1-1,1 0,-1-1,1 0,0-1,-1-1,1 0,5-1,-12-1,1-1,-1 0,0 0,0 0,0-1,-1 0,1 0,-1-1,0 0,0 0,0 0,-1-1,0 0,0 0,0 0,-1-1,0 1,0-1,-1 0,0 0,0 0,0-1,-1 1,0-1,-1 1,0-1,0 0,0 0,-1 1,0-1,-1 0,0 0,0 1,0-1,-1-1,2 8,0 0,0 0,0 0,0 0,0 0,-1 0,1 0,0 0,0-1,-1 1,1 0,0 0,-1 0,1 0,-1 0,0 0,1 1,-1-1,0 0,1 0,-1 0,0 0,0 1,0-1,0 0,0 1,0-1,0 1,0-1,0 1,0 0,0-1,0 1,0 0,0-1,0 1,0 0,0 0,0 0,-1 0,1 0,0 1,0-1,0 0,0 0,0 1,0-1,0 0,0 1,0-1,0 1,0 0,0-1,0 1,0 0,1-1,-1 1,0 0,0 0,1 0,-1 0,0 0,1 0,-1 0,-9 16,0 0,1 0,1 1,1 0,0 1,2-1,0 1,1 0,1 1,0-1,2 0,0 20,1 27,3 0,3 0,3 0,4 6,15 134,-27-200,1 0,-1 0,0 1,-1-1,0 1,0-1,0 1,0-1,-1 0,0 1,-1-1,1 0,-1 0,-1 0,1 0,-1 0,0 0,0-1,0 1,-1-1,0 0,0 0,-1 0,1 0,-1-1,-2-1,0 0,1-1,-1 0,0 0,0 0,-1-1,1 0,0-1,0 1,-1-1,1-1,0 0,0 0,0 0,0-1,0 0,0 0,-6-3,-2-1,1-1,0 0,0-1,0-1,1 0,0-1,1 0,-1-2,6 6,0-1,0 0,1-1,0 1,0-1,1 0,0-1,0 1,1-1,1 0,-1 0,1 0,1-1,-1 1,2-1,-1 1,2 6,0 0,1 0,-1 0,1 0,-1 0,1 0,0 0,0 0,0 1,0-1,1 0,-1 1,1-1,0 1,-1-1,1 1,0 0,0 0,1 0,-1 0,0 0,1 0,-1 1,1-1,0 1,-1 0,1 0,0 0,2-1,90-14,-82 15,75-3,-1 3,42 7,-117-5,221 2,-223-4,1 0,-1-1,0 0,0-1,0 0,0-1,0 0,-1 0,0-1,0 0,5-4,-7 6,-12 12,1-2,-6 18,0 1,2 0,1 0,1 0,1 1,1 0,2 0,0 0,2 1,1-1,1 0,2 0,0 0,2-1,8 22,10 26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2:31.3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11,'0'-4,"0"-2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3:39.6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139 8,'-7'2,"1"0,-1 0,1 1,0 0,-1 0,1 0,1 1,-1 0,0 0,1 0,0 1,0 0,0 0,1 0,-1 0,1 1,1 0,-1 0,1 0,0 0,0 0,1 1,-1-1,2 1,-2 4,-2 6,1 1,0-1,2 1,0 0,0-1,2 1,0 0,2 0,-1-1,2 1,1-1,0 1,1-1,0 0,2-1,0 1,1-1,0-1,11 14,-16-25,0 1,1-1,-1 0,1 0,0-1,0 1,0-1,1 0,-1 0,1-1,0 1,0-1,0 0,0 0,0 0,0-1,0 0,1 0,-1 0,0-1,1 0,-1 0,0 0,1 0,-1-1,0 0,1 0,-1-1,0 1,0-1,0 0,0-1,0 1,-1-1,1 0,3-3,5-8,-1-1,0 0,-1-1,-1 0,0-1,-1 0,-1 0,-1-1,0 0,-2-1,0 1,0-1,0-18,-2 29,-1-1,0 1,0-1,-1 0,0 0,-1 0,0 0,0 0,-1 0,0 1,0-1,-1 0,-1 0,1 1,-1 0,-1-1,1 1,-1 0,-1 0,0 1,0 0,0-1,-1 2,0-1,-1 1,1 1,-1-1,0 2,0-1,0 1,-1 0,0 1,0-1,1 2,-2-1,1 1,0 0,0 1,-1 0,1 0,-1 1,1 0,-1 0,1 1,-1 0,1 1,0 0,0 0,0 0,0 1,0 1,0-1,-2 3,2 1,0 1,1 0,0 0,0 0,1 1,0 0,0 1,1-1,1 1,-1 0,2 1,-1-1,1 0,1 1,0 0,0 0,1 0,1-1,0 1,0 0,1 0,0 0,1 0,0-1,1 1,0-1,2 4,12 17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3:42.4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0 507,'62'-115,"59"-82,-32 56,-54 89,-34 52,0 0,-1-1,1 1,0 0,-1 0,1 0,0 0,-1 0,1 0,0 0,-1 0,1 0,0 0,-1 0,1 0,-1 1,1-1,0 0,-1 0,1 1,-1-1,1 0,0 1,-1-1,1 1,-1-1,1 0,-1 1,0-1,1 1,-1 0,1-1,-1 1,0-1,0 1,1-1,-1 1,0 0,0-1,0 1,1 0,-1-1,0 1,0 0,0-1,0 1,0 0,0-1,-1 1,1 0,0-1,0 1,0 0,-1-1,1 1,0-1,0 1,-1-1,1 1,-1 0,1 0,-4 315,3 29,2-344,-1 0,0 0,0 1,0-1,0 0,0 1,0-1,0 0,-1 1,1-1,0 0,-1 0,1 1,-1-1,1 0,-1 0,0 0,1 0,-1 0,0 0,0 0,0 0,0 0,0 0,0 0,0 0,0-1,0 1,0 0,0-1,-1 1,1-1,0 1,-1-1,21-9,34 4,-1 2,1 2,13 3,55 14,-121-15,-6-1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3:40.5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1 387,'83'-209,"-4"41,-79 167,0 1,0 0,0-1,0 1,0-1,0 1,0 0,0-1,1 1,-1-1,0 1,0 0,0-1,1 1,-1 0,0-1,1 1,-1 0,0 0,0-1,1 1,-1 0,0 0,1-1,-1 1,1 0,-1 0,0 0,1 0,-1 0,1 0,-1 0,0-1,1 1,-1 0,1 0,-1 1,1-1,-1 0,0 0,1 0,-1 0,1 0,-1 0,0 0,1 1,-1-1,0 0,1 0,-1 1,0-1,1 0,-1 0,0 1,1-1,-1 0,0 1,0-1,0 0,1 1,-1-1,0 0,0 1,0-1,0 1,0-1,1 0,-1 1,0-1,0 1,7 33,-7-31,6 73,-3 0,-4 0,-10 74,7-95,-4 95,13-129,-1-22</inkml:trace>
  <inkml:trace contextRef="#ctx0" brushRef="#br0" timeOffset="4542.759">28 600,'0'3,"2"2,4 1,2-1,2-1,3-1,2-1,4 1,3 0,3 0,0-4,2-2,-4-2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3:41.3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1 407,'16'-40,"168"-275,-178 305,30-31,-35 41,1 1,-1 0,0-1,0 1,0 0,0 0,0-1,0 1,0 0,0 0,0 0,0 0,-1 1,1-1,0 0,-1 0,1 0,-1 1,1-1,-1 0,0 0,1 1,-1-1,0 0,0 1,0-1,0 0,0 2,0-2,5 54,-2 1,-2-1,-3 0,-7 37,7-68,-13 188,15-210,-1 1,0 0,1 1,0-1,-1 1,2-1,-1 0,0 1,1-1,-1 1,1-1,0 0,0 1,0-1,0 0,1 0,0 0,-1 0,1 0,0 0,0-1,0 1,1 0,0 0,7-1</inkml:trace>
  <inkml:trace contextRef="#ctx0" brushRef="#br0" timeOffset="2735.335">121 648,'0'2,"0"4,2 0,3-1,6-1,5-1,4-2,6 0,3-1,1 0,-3 2,-2 1,-5 2,-5 2,-7 1,-5-2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46.9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0 493,'1'-8,"1"-1,0 1,0 0,0 0,1 0,0 0,1 1,0-1,0 1,1-1,6-12,17-31,-3-1,-2-1,-2-1,-2-1,-3-1,-1-8,-16 167,14 386,-13-480,-1-6,1 0,-1-1,1 1,0-1,-1 1,1 0,1-1,-1 1,0 0,1-1,-1 1,1 0,0-1,0 1,0-1,0 1,0-1,1 0,-1 0,1 1,-1-1,1 0,0 0,0 0,0-1,0 1,2 1,6-1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47.9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161 172,'-7'0,"1"-1,0 2,-1-1,1 1,0-1,-1 2,1-1,0 1,0 0,0 0,0 1,0-1,1 1,-1 1,1-1,0 1,0 0,0 0,0 0,1 1,0 0,-1-1,2 2,-1-1,1 0,0 1,0 0,0-1,1 1,0 0,0 0,0 1,1-1,0 3,0 2,1 1,0 0,1 0,0-1,1 1,1-1,0 1,0-1,1 0,0 0,1-1,0 1,1-1,0 0,1 0,0-1,0 0,1 0,0-1,1 0,0 0,0-1,0 0,1-1,0 0,1 0,-1-1,1 0,0-1,0-1,0 1,1-2,-1 0,1 0,-1-1,1 0,0-1,0 0,1-1,-3-1,-1-1,0 1,1-2,-2 1,1-1,0 0,-1-1,1 0,-1-1,-1 1,1-1,-1-1,0 0,0 0,-1 0,0 0,0-1,-1 0,0-1,-1 1,1-1,2-8,-1 0,0 0,-1-1,-1 1,0-1,-1 0,-2 0,1-1,-2 1,0 0,-2 0,-2-15,3 23,0 0,0 0,-1 1,-1-1,1 1,-2-1,1 1,-1 0,-1 0,1 0,-2 1,1-1,-1 1,0 1,-1-1,0 1,0 0,0 1,-1-1,0 1,-1 1,1 0,-1 0,0 1,0 0,0 0,0 1,-1 0,0 1,-5-1,3 3,1 2,-1-1,1 1,0 1,-1 0,1 1,1 0,-1 0,1 1,-1 1,2 0,-1 0,0 1,1 0,1 0,-1 1,1 0,0 1,-5 8,7-9,-1 0,2 0,-1 1,1-1,1 1,0 1,0-1,0 0,1 1,1 0,0 0,0 0,1 0,0 0,1 0,0 0,0 0,1 0,0 0,1 0,0 0,4 7,22 33,6-9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48.4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129 226,'-7'6,"0"1,0-1,1 1,0 0,0 1,1-1,0 1,0 0,1 1,0-1,0 1,1 0,0-1,1 1,0 1,0-1,1 0,0 0,1 1,0-1,0 0,1 1,1-1,-1 0,1 0,1 0,-1 0,2 0,-1-1,1 1,1-1,2 4,-1-3,1 0,1-1,0 0,0-1,1 1,-1-2,2 1,-1-1,1 0,-1-1,2 0,-1-1,0 0,1-1,0 0,0 0,0-1,0-1,0 0,0 0,0-1,0-1,1 0,-1 0,0-1,0 0,-1-1,1-1,0 1,-1-2,0 1,0-1,0-1,-1 0,0 0,0-1,5-5,-5 1,0 0,-1-1,0 0,-1 0,0-1,-1 0,-1 0,0-1,-1 1,0-1,-1 0,0 0,-2 0,1 0,-2-1,0 1,0 0,-2-1,1 1,-2 0,0 0,-1 0,0 1,-5-10,5 11,-1 0,0 0,-1 1,-1 0,1 0,-2 0,0 1,0 0,-1 1,0-1,0 2,-1-1,0 1,-1 1,0 0,0 1,0 0,-1 0,0 1,0 1,0 0,0 0,-1 1,0 1,0 0,1 1,-6 1,6 0,0 2,1 0,-1 0,0 1,1 0,0 1,0 1,0-1,0 2,1 0,0 0,0 0,0 1,1 1,0 0,-1 1,5-4,-1 1,1 0,0 0,1 0,-1 0,1 1,1 0,-1 0,1 0,0 0,1 0,-1 1,1-1,1 1,0-1,0 1,0 0,1-1,0 1,0 0,1-1,0 1,1 0,0-1,0 2,2-1,-1 0,1-1,0 1,1-1,0 0,0 0,1-1,0 0,0 0,0 0,1 0,2 1,38 25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49.0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101 189,'-4'12,"0"0,1 1,1-1,0 0,0 1,1-1,1 1,0-1,1 1,0-1,1 1,1-1,-1 0,2 1,0-2,0 1,1 0,1-1,0 0,0 0,1-1,1 1,4 4,-5-8,1 1,0-1,0 0,1 0,0-1,0 0,1-1,-1 0,1-1,0 0,0 0,1-1,-1 0,1-1,-1 0,1-1,0 0,0-1,0 0,-1 0,1-1,0-1,0 0,-1 0,1-1,-1 0,0-1,0-1,0 1,-1-1,1-1,-1 0,-1 0,1-1,-1 0,0 0,0-1,0-1,-2 0,0 0,-1 0,0 0,-1-1,0 0,0 0,-1 0,0 0,-1 0,0-1,-1 1,0-1,-1 1,0-1,0 1,-2-10,-1 2,0 0,-1 0,-1 0,-1 1,0-1,-1 2,-1-1,-1 1,-3-4,7 11,0 1,0 0,-1 0,0 0,-1 1,0 0,0 0,0 1,-1 0,0 0,0 1,-1 0,1 0,-1 1,0 0,0 1,0 0,-1 0,1 1,-1 0,0 1,1 0,-1 0,0 1,0 0,1 1,-1 0,0 1,1 0,-1 0,-4 3,-2 2,0 2,1-1,0 2,1 0,0 0,1 2,0 0,1 0,0 1,1 0,0 1,1 1,1-1,0 1,1 1,0 0,2 0,0 1,1-1,0 1,0 8,1 7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59.1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1 554,'100'-301,"-24"67,-69 215,-6 59,-9 31,-4 32,3 1,5 0,9 88,3-130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59.9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111 230,'-9'5,"1"1,1 0,-1 0,1 0,0 1,0 0,1 0,0 1,0 0,1 0,0 0,0 0,1 1,0 0,0 0,1 0,1 1,-1-1,2 0,-1 1,1 0,1-1,-1 1,2 0,-1-1,1 1,1 0,0-1,0 0,1 1,0-1,1 0,-1 0,2-1,-1 1,2-1,-1 0,2 1,2-1,1 0,0-1,1 0,0-1,0 0,0 0,1-1,0-1,0 0,0-1,0 0,0-1,1 0,-1-1,1 0,0-1,-1-1,1 0,-1 0,1-1,-1-1,0 0,0-1,0 0,0-1,-1 0,0-1,0 0,0-1,0 1,-2-1,1-1,-1 1,0-1,0-1,-1 0,-1 0,1-1,-1 1,-1-2,0 1,0-1,-1 0,-1 0,1 0,-2-1,0 1,0-1,-1 0,0 0,-1 0,-1 0,0 0,0 0,-1 0,-1 0,0 0,-1 1,0-1,0 0,-1 1,-3-5,-2-2,-1 1,0 0,-1 1,-1 0,0 0,-2 1,1 1,-2 0,0 1,0 1,-2 0,1 1,-1 1,-17-8,28 16,0 0,1 0,-1 0,0 1,0 0,1 0,-1 0,0 1,0 0,0 0,0 0,0 1,0 0,0 0,1 1,-1-1,0 1,1 0,-1 1,1 0,0-1,0 2,0-1,0 0,0 1,1 0,0 0,0 1,0-1,0 1,0 1,-4 7,1 0,0 1,1-1,1 2,0-1,1 1,1-1,0 1,1 0,0 0,1 1,1-1,0 0,2 0,-1 0,2 0,0 0,12 52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0.7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149 228,'-10'7,"0"1,1 1,0-1,1 1,0 1,0-1,1 2,0-1,1 1,0 0,1 0,0 0,0 1,2 0,-1 0,2 0,-1 0,1 1,1-4,0-1,1 1,0-1,0 0,0 1,1-1,0 0,1 1,0-1,1 0,-1 0,1 0,1-1,-1 1,1-1,1 0,-1 0,1 0,1 0,-1-1,1 0,0 0,1-1,-1 1,1-1,5 2,-3-1,1-1,-1-1,1 0,0 0,0-1,1 0,-1-1,1 0,-1 0,1-1,0-1,-1 0,1 0,0-1,-1-1,1 0,-1 0,0-1,1 0,-1 0,-1-1,1-1,0 0,-1 0,0-1,0 0,-1-1,3-2,2-7,-1 0,-1 0,0-1,-2-1,0 0,0 0,-2-1,0 1,-2-2,0 1,-1-1,0 1,-2-1,-1 0,0 0,-1 0,-1 0,-2 0,1 0,-3-3,3 12,0 1,-1 0,0 0,0 1,-1-1,-1 1,1 0,-1 0,-1 0,0 0,0 1,-1 0,0 1,0-1,-1 1,0 1,0-1,0 1,-1 1,0 0,0 0,-1 0,1 1,-1 1,0 0,0 0,0 1,0 0,-6 0,2 3,1 0,-1 1,1 0,0 1,0 1,0 0,1 1,-1 0,1 1,0 0,1 1,-1 0,2 1,-1 1,1-1,0 1,0 1,1 0,1 0,0 1,0 0,1 1,0-1,1 1,1 1,0-1,0 1,1 0,1 0,0 0,1 0,0 1,1-1,1 0,0 8,1-10,0 0,0 1,1-1,0 0,1 0,1 0,-1-1,2 1,3 6,19 29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1.6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1 394,'149'-274,"-110"170,-32 89,0 43,-14 192,2-132,3 1,5-1,5 24,1-57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2.7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0 554,'3'-37,"1"0,1 0,3 0,10-31,5-28,-11 42,-3 1,-2-2,-2-12,-10 55,-4 32,0 22,2 0,3 1,1-1,2 1,1-1,5 23,14 101,-6-96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3.3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176 168,'-7'0,"0"-1,0 1,0 0,1 1,-1 0,0 0,0 0,0 1,1 0,-1 0,1 1,-1-1,1 2,0-1,0 1,0-1,1 2,-1-1,1 1,0-1,1 1,-1 1,1-1,0 1,-2 2,3 0,-1 1,1 0,1 0,0 0,0 0,0 0,1 1,1-1,0 0,0 1,1-1,0 0,0 0,1 1,0-1,1 0,0-1,0 1,1 0,0-1,1 0,0 0,0 0,0-1,1 1,0-1,1-1,0 1,3 1,-1 1,2 0,-1-1,1-1,0 0,0 0,1-1,0 0,0-1,1-1,-1 0,1-1,0 0,0 0,0-2,0 0,0 0,0-1,0-1,1 0,10-2,-14-1,1 1,-1-2,0 1,0-1,-1-1,1 0,-1 0,-1-1,1 0,-1 0,0-1,-1 0,0 0,0-1,-1 0,0 0,0-1,0-2,2-4,-1 0,0-1,-1 0,-1 0,-1 0,0 0,-1-1,-1 1,-1-1,-1 0,0 0,0 8,-1-1,0 1,0-1,-1 1,-1 0,1-1,-2 1,1 1,-2-1,1 0,-1 1,-1 0,1 0,-2 1,1-1,-1 1,0 1,-1-1,0 1,0 1,0-1,-1 1,0 1,0 0,-1 0,1 1,-1 0,0 0,-10-1,7 4,-1 0,1 1,0 0,0 1,-1 1,1 0,0 1,0 1,1-1,-1 2,1 0,0 0,0 2,0-1,1 1,0 1,1 0,-1 0,2 1,-1 1,-1 2,8-8,-1 0,1 0,0 1,0-1,1 1,-1 0,1 0,0 0,1 0,-1 0,1 1,0-1,0 0,1 1,-1-1,1 0,0 1,1-1,-1 0,1 1,0-1,1 0,-1 1,1-1,1 1,17 33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3.9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0 534,'9'-50,"3"1,1 0,20-46,-6 16,35-112,-53 171,-9 20,0 0,0 0,-1 0,1 1,0-1,0 0,0 0,0 1,-1-1,1 0,0 1,0-1,0 0,0 0,0 1,0-1,0 0,0 1,0-1,0 0,0 0,0 1,0-1,0 0,0 1,0-1,0 0,0 0,1 1,-1-1,0 0,0 1,0-1,0 0,1 0,-1 0,0 1,0-1,0 0,1 0,-1 0,0 1,0-1,1 0,-1 0,0 0,1 0,-1 0,0 0,0 0,1 1,-1-1,0 0,1 0,-1 0,0 0,0 0,1 0,-1-1,0 1,-44 210,31-150,2 0,3 0,3 1,2 54,7-67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4.4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85 300,'-11'12,"1"1,0 1,0 0,2 0,0 1,0 0,-1 4,7-13,0-1,1 1,-1-1,1 1,0 0,0 0,1 0,-1 0,2-1,-1 1,0 0,1 0,0 0,1-1,-1 1,1 0,0-1,0 1,1-1,0 0,0 0,0 0,6 5,1-1,1-1,0 0,0 0,0-1,1-1,0 0,0 0,0-1,1-1,0 0,0-1,0 0,0-1,0 0,1-1,-1-1,0 0,1-1,-1 0,0-1,9-3,-6 3,0-2,0 0,-1-1,1-1,-1 0,0-1,-1 0,0-2,0 1,0-2,-1 0,-1 0,0-1,0-1,-1 0,-1 0,0-1,0-1,-2 0,1 0,-2 0,0-1,-1 0,0-1,-1 1,-1-1,0 0,-2 0,1 0,-2-1,0 1,-2-9,1 14,-2 0,0 0,0 0,-1 1,0-1,-1 1,0 0,0 0,-1 0,-1 0,1 1,-2 0,1 0,-1 1,-1 0,1 0,-1 0,-1 1,1 0,-1 1,0 0,-1 0,0 1,1 1,-2-1,1 2,0-1,-3 1,-1-1,1 2,0 0,0 1,-1 0,1 1,-1 0,1 1,-1 1,1 0,0 1,0 0,0 1,1 1,-1 0,1 0,0 1,0 1,1 0,0 1,0 0,0 0,1 1,1 1,0-1,0 2,1-1,0 1,0 0,2 1,-1 0,-3 11,1 1,1 1,1-1,1 1,1 1,1 0,-3 41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5.5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1 572,'-1'-19,"1"0,1 0,0 0,1-1,2 1,0 1,0-1,2 1,4-9,-1-2,20-69,-3-2,-1-25,-20 102,-18 212,4-88,5 0,7 70,2-119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6.6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172 308,'-6'-1,"1"1,-1-1,0 1,1 0,-1 0,1 1,-1-1,0 1,1 1,-1-1,1 1,0 0,0 0,0 0,0 1,0 0,0 0,0 0,1 0,-1 1,1 0,0 0,1 0,-1 0,1 1,-1-1,1 1,-1 4,-1-2,1 0,0 0,1 1,0 0,0 0,0-1,1 2,1-1,-1 0,1 0,0 1,1-1,0 0,1 1,-1-1,2 0,-1 0,1 0,0 0,1 0,0 0,0 0,0-1,1 1,0-1,1 0,0 0,0-1,0 1,1-1,1 1,5 1,0-1,0 0,1-1,-1 0,2-1,-1-1,0 0,1 0,0-1,0-1,0-1,0 0,0 0,0-1,0-1,0-1,0 0,0-1,-1 0,1-1,-1 0,0-1,0-1,0 0,-1-1,0 0,0-1,0 0,-1-1,-1 0,0-1,0 0,0-1,-2 1,1-2,-1 1,-1-2,0 1,0-3,-1-3,-1 0,-1 0,-1-1,0 1,-2-1,0 1,-1-1,0 0,-2 1,0-1,-2 1,0 0,0 0,-2 0,0 0,-1 1,-1 0,-1 0,0 1,-1 0,-1 1,0 0,-1 1,-12-12,19 21,-1 1,1-1,0 1,-1 0,0 1,0 0,0-1,-1 2,1-1,-1 1,1 0,-1 0,0 1,0 0,1 0,-1 0,0 1,0 0,0 1,0-1,0 1,0 1,1-1,-1 1,1 1,-1-1,1 1,0 0,-1 0,-4 4,0 0,1 1,0 0,0 1,1 0,0 1,0 0,1 0,1 1,-1 0,2 0,0 0,0 1,1 0,0 0,1 1,1-1,0 1,0 0,1 0,1 0,0 0,1 0,1 0,0 0,0 0,1 0,3 10,15 29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7.1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0 535,'8'-38,"1"0,1 1,2 0,15-30,16-47,-2-78,-40 181,-1 17,-3 22,-7 100,6 0,6 16,13-33,-4-72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7.6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1 470,'-1'-29,"2"-1,1 1,1 0,2 0,1 1,1-1,1 1,2 1,0-1,3 0,29-93,-37 86,-13 42,-4 16,1 0,0 1,2 0,1 1,0 0,0 10,-1-5,1-1,2 2,1-1,1 0,2 1,0 0,3 0,0 0,2-1,1 1,2-1,1 0,9 25,3-17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9.2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0 473,'35'-88,"-4"-3,-5 0,15-91,-39 162,-5 28,-8 36,-7 47,4 1,4 1,2 52,9-80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9.8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81 515,'-16'-61,"3"0,3-1,2 0,0-62,11-13,2 129,-3 27,-28 267,17-82,8-154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0.5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13 124,'0'2,"-5"29,1 1,1-1,2 1,2-1,1 1,1-1,1 1,2-1,2 2,-6-26,0-1,1 0,0 0,0-1,0 1,1-1,0 1,0-1,0 0,0 0,1-1,0 0,0 1,0-1,1-1,-1 1,1-1,0 0,0-1,0 1,0-1,0 0,0-1,1 1,-1-1,1 0,-1-1,1 0,-1 0,1 0,5-2,4-2,1-2,-1 0,0-1,0-1,-1 0,0-1,-1 0,0-2,0 1,-1-2,0 0,-1 0,-1-1,0-1,-1 0,3-4,-6 10,-1-1,0 1,-1-1,0 0,0 0,-1 0,0-1,-1 1,0-1,0 0,-1 0,0 0,-1-1,0 1,-1 0,0 0,0-1,-1 1,-1 0,0 0,0 0,-1 0,0 0,0 0,-1 1,-1 0,0 0,0 0,0 0,-1 1,-1 0,1 0,-4-3,2 5,-1 0,1 1,-1 0,0 0,-1 1,1 0,-1 1,1-1,-1 2,0 0,0 0,0 1,0 0,-1 0,1 1,0 1,0 0,0 0,0 1,0 0,0 1,0 0,1 0,-1 1,1 1,0-1,0 1,1 1,-1 0,1 0,0 1,1 0,0 0,0 0,0 1,1 0,0 1,1-1,0 1,0 0,1 0,0 1,1-1,-1 1,2 0,-1 4,1-1,2 0,-1-1,2 1,-1 0,2 0,0-1,0 1,1-1,1 0,0 0,0 0,1 0,1 0,6 8,21 32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0.9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210 267,'-5'14,"1"0,0 0,1 1,1-1,0 1,1 0,1 0,0-1,1 1,0 0,1-1,1 1,3 7,-4-14,0 0,1-1,0 1,1-1,0 0,0 0,0 0,1-1,0 1,0-1,1 0,-1-1,1 1,0-1,1 0,0-1,-1 0,1 0,1 0,-1-1,0 0,1 0,0-1,0 0,3 1,-4-3,1 1,0-1,-1 0,1 0,0-1,-1 0,1-1,-1 0,1 0,-1 0,0-1,0 0,0-1,0 1,-1-1,1 0,-1-1,0 0,-1 0,2-1,6-7,0 0,-2-1,1-1,-2 1,0-2,0 1,-2-2,0 1,-1 0,0-1,-2 0,0 0,0 0,-2-1,0 1,-1-1,-1 1,-1-1,0 0,-3-16,2 24,-1 0,0 0,-1 1,0-1,0 1,-1 0,0 0,-1 0,0 0,0 1,-1-1,0 2,0-1,-1 1,0-1,-1 2,1-1,-1 1,0 1,-1-1,-6-2,3 3,1 0,-1 1,0 0,1 2,-1-1,-1 1,1 1,0 0,0 1,-1 0,1 0,0 2,0 0,0 0,0 1,0 0,0 1,1 0,-1 1,1 1,1 0,-3 1,-7 6,0 0,1 2,0 0,1 1,1 1,0 1,2 0,0 1,1 1,-10 17,-9 26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1.8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0 498,'3'-42,"1"0,2 1,2-1,3-3,15-86,-15-23,-17 168,-7 72,3 1,4 0,4 0,5 15,2-43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2.3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1 461,'5'-69,"4"0,3 1,2 0,4 1,16-36,-29 87,-21 77,4 1,2 0,-1 62,6-75,3 0,2 0,3 0,1 0,3 6,4-5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3.0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181 103,'-5'-2,"-1"1,0 0,0 1,0-1,0 1,-1 0,1 1,0 0,0 0,1 0,-1 0,0 1,0 0,1 0,-1 1,1 0,-1 0,1 0,0 0,1 1,-1 0,0 0,1 0,0 0,0 1,0 0,1-1,-1 2,-1 7,0 1,0 0,1 0,1 0,0 0,1 1,1-1,0 1,1 0,1-1,0 1,1-1,0 1,1-1,1 0,0 0,1 0,1 0,0-1,0 0,2 0,-1-1,2 0,0 0,0-1,1 0,0-1,1 0,0 0,0-1,1-1,9 5,-15-9,1 0,0-1,1 1,-1-2,0 1,1-1,0 0,-1 0,1-1,0 0,0 0,0-1,0 0,0-1,0 0,0 0,-1 0,1-1,0 0,-1-1,1 0,-1 0,0 0,0-1,0 0,-1 0,6-5,3-7,-1 0,-1 0,-1-1,0-1,-1 0,-1 0,-1-1,-1-1,0 1,-2-1,0-1,-1 1,-1-1,-1 0,-1 0,-1 0,0 0,-2 0,-1-6,1 14,0-1,0 1,-2-1,0 1,0 0,-1 0,-1 0,-3-5,6 14,0-1,0 2,0-1,-1 0,0 0,0 1,0-1,0 1,0 0,-1 0,1 0,-1 1,0-1,0 1,0 0,0 0,0 0,-1 0,1 1,0 0,-1 0,1 0,-1 0,1 1,-1 0,-4 0,-5 2,0 2,0 0,0 0,1 2,-1-1,1 2,1 0,-1 0,1 1,0 1,1 0,0 0,0 1,1 1,1 0,0 0,-5 7,6-8,1 0,-1 0,2 1,-1-1,2 2,-1-1,2 1,-1-1,2 1,-1 0,2 1,-1-1,2 0,0 1,0-1,1 1,1-1,0 1,0-1,2 1,1 7,18 32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3.5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4 431,'-1'-82,"-1"22,3-1,2 1,11-57,1 66,-10 53,-7 65,-10 50,3-36,2 1,5-1,6 59,3-91,1-11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4.8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1 484,'48'-170,"-24"89,-3 0,6-51,-24 112,-16 360,12-118,4-167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5.3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1 526,'2'-27,"2"1,1 0,1 0,1 0,1 1,2 0,0 1,8-14,12-30,44-146,-95 287,3 1,3 1,4 1,-2 74,15-91,2-10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6.8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272 57,'-10'-1,"-1"1,1 1,-1-1,1 2,-1-1,1 1,0 1,0 0,0 0,0 1,0 1,1-1,0 2,0-1,0 1,1 0,-6 6,5-3,0 1,0 0,1 1,0-1,1 2,0-1,1 1,1 0,-1 0,2 1,-1 3,3-9,0 0,1 0,0 0,0 0,0 0,1 0,0 0,1 0,0-1,0 1,0 0,1 0,0 0,0-1,1 1,0-1,0 1,0-1,1 0,0-1,0 1,1 1,7 3,0-1,0 0,1 0,0-1,0-1,1 0,0-1,0 0,1-1,-1-1,1 0,0-1,0-1,1 0,-1-1,2-1,32 3</inkml:trace>
  <inkml:trace contextRef="#ctx0" brushRef="#br0" timeOffset="310.241">285 3,'16'-2,"15"1,8 4,5 5,1 9,-2 7,-6 8,-10 6,-8 5,-9 0,-12 1,-13 0,-10-4,-11-4,-7-3,-7-7,6-9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6.1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213 485,'2'-20,"2"-1,0 1,1 1,1-1,0 1,2 0,0 0,2 1,2-5,0 0,55-134,-66 141,-13 29,-2 16,2-1,1 2,1-1,2 1,0 1,2 0,2 0,1 0,1 30,1-40,2 0,0 1,1-1,2 0,0 0,6 18,4-1</inkml:trace>
  <inkml:trace contextRef="#ctx0" brushRef="#br0" timeOffset="1846.989">266 4,'0'-2,"0"1,-4 6,-7 8,-10 7,-10 7,-7 5,-4 5,-2 0,2-4,9-8</inkml:trace>
  <inkml:trace contextRef="#ctx0" brushRef="#br0" timeOffset="2266.732">387 17,'-3'0,"0"2,-2 6,0 8,1 8,-2 9,1 10,1 12,1 8,1 4,1 2,1-1,2-6,2-13</inkml:trace>
  <inkml:trace contextRef="#ctx0" brushRef="#br0" timeOffset="3166.145">401 44,'-5'-7,"-5"-2,-9 3,-10 9,-13 10,0 5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52.4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1 160,'1'-8,"0"0,1 1,0-1,1 1,-1-1,1 1,1 0,-1 0,1 0,1 1,-1-1,1 1,0 0,0 0,1 1,0 0,0 0,0 0,0 0,1 1,0 0,0 1,0-1,0 1,1 1,-1 0,1 0,-1 0,1 1,0 0,0 0,0 1,0 0,-1 0,1 1,0 0,0 0,-1 1,1 0,-1 1,1-1,-1 1,0 1,0-1,2 3,0 1,1 0,-1 1,-1 0,1 0,-1 1,-1 0,0 1,0 0,-1 0,0 0,-1 1,0 0,-1 0,0 0,0 0,-1 1,1 8,3 26,-2 0,-2 1,-3 39,0-85,-4 91,-4-1,-8 22,3-16,10-74</inkml:trace>
  <inkml:trace contextRef="#ctx0" brushRef="#br0" timeOffset="268.32">135 480,'-2'-2,"6"-1,11 0,14 1,19-2,17-2,15-3,11-1,4-3,-1 0,-8 2,-14 2,-17 4,-18 2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51.8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1 160,'9'9,"12"6,12-1,11-1,12-4,8-3,4-6,0-1,-3-4,-7-1,-10 1,-12 1</inkml:trace>
  <inkml:trace contextRef="#ctx0" brushRef="#br0" timeOffset="246.342">295 0,'0'21,"2"15,1 11,2 9,0 4,0 1,0-4,3-4,4-8,0-13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49.8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 66,'-9'-7,"-3"0,3 6,5 10,5 10,8 8,6 8,8 3,6 5,6 0,3-1,3-3,0-6,-2-6,-3-8,-5-7,-8-5</inkml:trace>
  <inkml:trace contextRef="#ctx0" brushRef="#br0" timeOffset="402.048">597 25,'9'-21,"-10"21,1 0,0 1,0-1,0 0,-1 0,1 0,0 0,0 0,0 1,-1-1,1 0,0 0,0 0,-1 0,1 0,0 0,0 0,-1 0,1 0,0 0,0 0,-1 0,1 0,0 0,0 0,-1 0,1 0,0 0,0 0,0-1,-1 1,1 0,0 0,0 0,0 0,-1 0,1-1,0 1,0 0,0 0,0 0,-1-1,1 1,0 0,0 0,0 0,0-1,0 1,0 0,0 0,0-1,0 1,-11 12,1 0,1 1,0 0,1 0,0 1,1 0,1 1,-3 8,5-15,-17 46,2 0,2 2,3 0,3 0,1 1,2 20,-7 199,19-215,1-51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50.5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0 214,'7'0,"12"0,10-2,14-3,9-1,8-2,4 1,2 2,-7 1,-9 6,-12 3</inkml:trace>
  <inkml:trace contextRef="#ctx0" brushRef="#br0" timeOffset="257.31">94 508,'19'7,"16"2,15-2,9-6,-5-2</inkml:trace>
  <inkml:trace contextRef="#ctx0" brushRef="#br0" timeOffset="630.858">869 0,'10'18,"9"13,10 11,10 6,7 5,5 2,3 1,2-2,-5-4,-4-3,-8-5,-8-8,-9-7,-8-5,-8-8</inkml:trace>
  <inkml:trace contextRef="#ctx0" brushRef="#br0" timeOffset="887.176">1284 13,'-14'16,"-11"17,-6 16,-4 14,-6 9,-4 6,-3 2,2-4,5-8,10-12,13-14,9-15</inkml:trace>
  <inkml:trace contextRef="#ctx0" brushRef="#br0" timeOffset="2990.652">121 442,'9'6,"8"3,7 2,9-1,8-2,6-2,5-3,4-1,-1-2,0 0,-5 0,-6 0,-11 1,-11 2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6:33.8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372 165,'10'16,"8"17,12 13,9 12,7 6,5 6,3 3,-1 0,-2-3,-6-5,-6-8,-5-12,-6-14,-8-11</inkml:trace>
  <inkml:trace contextRef="#ctx0" brushRef="#br0" timeOffset="247.065">774 272,'-19'18,"-12"18,-10 14,-5 11,-4 8,2 3,3-2,6-5,6-10,5-14,9-14</inkml:trace>
  <inkml:trace contextRef="#ctx0" brushRef="#br0" timeOffset="497.198">239 647,'-14'-4,"-8"-3,-4 1,1 2,4 3,11 4,16 4,18 3,24 0,21-2,20-7,12-5,8-8,-1-3,-8-1,-14-3,-21 2</inkml:trace>
  <inkml:trace contextRef="#ctx0" brushRef="#br0" timeOffset="837.753">907 139,'-27'-18,"-1"0,0 2,-1 2,-1 0,0 2,-1 2,0 0,-1 2,1 2,-2 0,1 3,0 0,-1 2,0 2,1 1,-14 3,29-2,0 2,0 0,0 1,1 1,0 0,0 1,1 1,0 0,0 1,1 1,1 0,0 1,0 1,1-1,1 2,0 0,1 0,0 1,1 0,-1 4,-4 14,0 0,2 0,2 2,1-1,1 1,2 0,2 1,1 0,1-1,3 1,0 0,3 0,1-1,1 0,2 0,7 18,-7-32,1 0,1-1,1 0,1 0,0-2,1 1,1-2,1 0,1 0,0-1,1-2,0 1,2-2,-1 0,2-1,-1-1,2-1,-1-1,1-1,1 0,1-1,18 3,-1-2,1-1,1-2,-1-2,1-2,-1-1,1-3,-1-1,0-2,0-1,-1-3,0-1,0-2,-1-2,6-5,-27 13,0-2,-1-1,-1 0,1-1,-1 0,-1-1,0-1,-1-1,-1 0,0-1,0 0,-2-1,0 0,-1-1,0 0,-1 0,-1-1,-1-1,-1 1,0-1,-2 0,0 0,-1-1,-1 1,0-1,-2-1,-2-1,-1 0,-1 1,-2-1,0 1,0 0,-2 0,-1 0,-1 1,0 1,-2 0,0 0,-1 1,0 1,-2 0,0 1,-1 0,0 2,-2 0,1 0,-2 2,1 0,-2 1,0 1,0 1,0 1,-1 1,-1 0,1 2,-1 0,0 2,0 0,0 1,0 2,0 0,-2 1,-2 2,-1 1,1 1,0 1,1 1,0 2,0 0,0 2,1 0,1 2,0 1,1 0,0 2,1 1,1 0,1 1,0 1,2 1,0 1,1 0,1 1,1 1,-5 12,-18 57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6:54.28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644 1,'-17'1,"0"0,0 2,0 0,0 1,0 0,1 2,-1 0,1 0,1 2,0 0,0 1,0 0,1 1,0 1,0 1,-6 6,1 0,1 2,1-1,1 2,1 1,0 0,2 0,0 2,-5 15,-11 45,4 2,3 1,5 1,3 0,-1 73,4 10,12 143,39 22,-31-255,10 89,-5 90,12 353,-27-236,-24-125,-38 221,58-441,-46 318,33-213,-7 128,18 20,0-139,9 86,10-51,24 266,-30-96,-7-213,1 309,-15-169,16 229,2-441,4-1,2 0,6 17,-2-17,-3 1,-3 1,-2 9,7 300,-13 201,-12-393,6-127,3 1,2 1,3-1,2 0,3 2,17 62,38 117,-50-207,1 0,1 0,2-1,1-1,2 0,0-1,2-1,1-1,22 21,-31-35,1-1,1 0,0-1,0 0,1-1,0-1,1 0,0-1,0-1,1 0,0-2,0 0,0 0,1-2,0 0,-1-1,1-1,0 0,13-2,-6-5,1-1,-1 0,0-2,0-1,-1-1,-1-1,0-1,0-1,-2-1,0-1,0-1,15-17,-25 24,0 0,-1-1,0 0,-1 0,-1-1,0-1,0 1,-1-1,-1-1,0 1,-1-1,0 0,-1 0,1-6,2-34,-1 0,-4-1,-1 0,-5-32,3 66,-13-247,-8-123,-27 85,23 167,-61-216,14 44,32 30,29 170,-30-97,15 7,-3 31,25-53,6 210,2 1,-1 0,1 0,1 0,0 0,1 0,0 1,1 0,0 0,6-7,15-30,-26 45,11-20,-1 0,-1 0,-1-1,-1-1,-1 1,-1-1,1-13,32-228,-12 66,-14 64,0-59,32-40,-24 17,-14 169,-1 0,-3 0,-2 0,-4-36,-11-110,15-94,13 104,-15-85,-13 124,-13-307,26 363,-3 1,-8-21,4 16,3 0,7-60,0 34,-2-730,-14 552,14-241,-6 441,-5-1,-22-90,-11 18,25 120,1-1,3 0,2-1,-4-46,16 88,-1 1,-1-1,0 1,0 0,0 0,-2 0,1 0,-3-3,5 10,0 0,0 0,0 0,-1 1,1-1,0 1,-1 0,0 0,1 0,-1 0,0 0,0 0,0 1,0 0,-1-1,1 1,0 0,-1 0,1 1,0-1,-1 1,1 0,-1 0,1 0,0 0,-1 0,1 1,-1 0,-4 1,1 1,-1 0,1 1,0 0,0 0,0 0,0 1,1 0,0 0,0 1,0 0,0 0,1 1,-22 19,-41 36,-7 4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6:55.29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1090,'23'-7,"28"-15,33-19,33-20,31-19,25-18,22-12,11-8,7 0,0 5,-10 10,-16 15,-25 21,-30 21,-35 29,-37 27,-37 29,-23 7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6:55.56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0 906,'23'-18,"25"-18,30-16,29-17,28-13,25-11,22-6,16-1,11 2,0 9,-9 15,-20 20,-27 22,-33 22,-36 14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6:55.85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1 946,'18'-10,"25"-13,29-17,30-20,27-16,22-13,16-7,12-6,8 2,-2 5,-6 8,-14 15,-19 19,-24 20,-32 24,-31 12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6:56.11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0 869,'16'-7,"21"-13,23-19,26-22,25-18,26-17,22-9,15-4,10 4,1 11,-8 18,-16 23,-27 29,-33 34,-34 17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6:56.36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1 794,'29'-6,"33"-13,33-15,30-19,25-15,22-13,13-9,9-1,1 2,-2 7,-12 14,-19 13,-20 17,-28 18,-34 23,-29 10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6:56.65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1 771,'27'-11,"32"-16,31-16,25-15,22-9,21-6,14-5,12-2,5 0,0 5,-8 11,-12 12,-18 14,-24 17,-29 18,-30 9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6:56.91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1 291,'18'6,"22"8,25 1,24-2,22-3,21-8,21-12,15-12,12-14,8-13,5-9,-3-4,-11 0,-37 10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6:57.85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1,'23'11,"21"16,21 18,18 19,13 17,8 19,5 12,-1 8,-2 2,-5-5,-12-5,-11-11,-19-22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6:58.18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0,'16'7,"19"11,19 17,21 15,18 18,17 13,11 11,4 3,-1 0,-6-6,-12-10,-14-15,-24-18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6:58.55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1,'16'7,"19"13,23 20,24 19,19 19,16 17,11 13,1 4,-9-1,-26-19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6:59.34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0,'18'18,"18"18,15 13,17 15,11 10,8 9,6 8,1 2,-3-1,-7-5,-18-17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6:59.69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0,'18'5,"20"10,19 16,19 22,13 19,13 16,7 11,4 7,-3-1,-7-9,-13-14,-22-21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7:00.02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38,'0'-16,"2"-1,3 12,6 20,9 24,13 23,15 17,12 11,15 4,10-3,7-10,3-14,-3-19,-10-17,-19-14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7:00.35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0,'21'0,"17"7,19 11,20 17,20 22,18 24,15 29,-16-6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6:35.0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428 69,'-2'25,"-1"22,0 19,1 14,0 9,1 6,3 2,3-1,1-6,2-12,1-14,0-18</inkml:trace>
  <inkml:trace contextRef="#ctx0" brushRef="#br0" timeOffset="316.38">121 56,'214'50,"-128"-33,-1 4,-1 4,43 20,-38 8,-88-52,1 0,-1 1,0-1,0 0,0 0,0 1,-1-1,1 1,0-1,0 0,-1 1,1 0,-1-1,1 1,-1-1,0 1,0-1,0 1,0 0,0-1,0 1,0-1,0 1,0 0,-1-1,1 1,-1-1,1 1,-1-1,0 1,1-1,-1 1,0-1,0 0,0 1,0-1,0 0,0 0,-1 0,1 0,-1 0,-60 38,60-38,-98 43,61-29,2 2,0 2,-26 17,32-12</inkml:trace>
  <inkml:trace contextRef="#ctx0" brushRef="#br0" timeOffset="702.394">857 871,'20'-51,"-2"-1,-3-1,-1 0,-4-1,-1-1,-3 0,-2 0,-3 0,-3-26,2 29,-3 0,-1 0,-3 0,-4-5,-6 16,10 49,4 9,0 0,2 0,0 1,1-1,0 0,2 10,-1-17,7 68,3 0,4 0,3-2,3 0,4-1,8 13,-31-83,3 10,0 0,1 0,0 0,1-1,1 0,0-1,1 1,1-2,0 1,0-1,1-1,1 0,0 0,6 3,-15-13,0 1,0-1,1 0,-1 0,1 0,-1 0,1-1,-1 0,1 1,-1-1,1 0,-1-1,1 1,-1-1,1 1,-1-1,1 0,-1 0,0-1,1 1,-1-1,0 0,0 1,1-2,18-15</inkml:trace>
  <inkml:trace contextRef="#ctx0" brushRef="#br0" timeOffset="966.205">896 416,'-18'-4,"-11"-2,-2 0,11 2,20-2,25-1,28-2,22-2,17 1,9 2,-14 3</inkml:trace>
  <inkml:trace contextRef="#ctx0" brushRef="#br0" timeOffset="1368.12">1485 845,'9'-18,"-2"0,0-1,-1 0,0 0,-2-1,-1 1,0-1,-1 0,-1 1,-1-1,-1 0,-1 0,0 0,-2 1,0-1,-1 1,-1-2,5 18,0 0,-1 0,1-1,-1 1,1 0,-1 0,0 1,0-1,0 0,0 1,-1-1,1 1,-1 0,1-1,-1 1,0 0,0 1,0-1,0 1,0-1,0 1,0 0,-1 0,1 0,1 1,1 1,0 0,0 0,0 0,0-1,1 1,-1 0,0 0,0 0,0 0,1 0,-1 0,0 1,1-1,-1 0,1 0,0 0,-1 1,1-1,0 0,0 0,-1 1,1-1,0 0,0 0,1 1,-1-1,0 0,0 0,1 1,-1-1,0 0,1 0,-1 0,1 0,0 1,-1-1,1 0,0 0,0 0,0 0,-1-1,1 1,0 0,0 0,0 0,0-1,1 1,-1 0,0-1,0 1,0-1,1 0,14 8,0-1,0-1,1-1,-1 0,1-1,0-1,1 0,-1-2,7 0,9 3,-3-2,-19-2,-1 1,0 0,1 0,-1 1,0 0,0 1,0 0,0 1,0 0,-1 0,9 6,-15-6,0 0,-1 1,1 0,-1-1,1 1,-1 0,-1 0,1 0,-1 0,0 0,0 1,0-1,-1 0,0 1,0-1,0 0,-1 0,0 1,0-1,0 0,0 0,-1 0,0 0,0 0,0 0,-1 0,-62 183,64-186,0 1,1 0,-1-1,0 1,1 0,-1 0,1-1,0 1,0 0,0 0,0 0,1-1,-1 1,1 0,0-1,0 1,0 0,0-1,0 1,0-1,1 1,-1-1,1 0,-1 1,1-1,0 0,0 0,0 0,0-1,1 1,-1 0,0-1,2 1,8 2,1-1,1 0,-1-1,0-1,1 0,-1-1,0 0,1-1,-1 0,0-1,13-4,-13 4,115-23,95-34,-102 24</inkml:trace>
  <inkml:trace contextRef="#ctx0" brushRef="#br0" timeOffset="2242.932">3143 189,'1'14,"1"-1,0 0,1 0,1 0,0 0,1 0,1-1,-1 0,2 0,0 0,0-1,1 0,0 0,1-1,0 0,1-1,0 0,1 0,-1-1,2-1,-1 0,1 0,0-1,0-1,1 0,-1 0,1-1,0-1,1 0,-1-1,0 0,1-1,6-1,-13 0,0-1,0 1,0-2,0 1,-1-1,1 0,0 0,-1-1,1 1,-1-2,0 1,0-1,0 1,-1-2,1 1,-1-1,0 0,0 0,-1 0,1 0,-1-1,0 0,-1 0,1 0,-1 0,-1-1,1 1,-1-1,0 0,0 1,-1-1,0 0,0 0,-1 0,0 0,0 0,0 0,-13-22,13 28,-1 1,1 0,0-1,-1 1,1 0,-1-1,1 1,0 0,-1 0,1 0,-1-1,1 1,-1 0,1 0,-1 0,1 0,-1 0,1 0,-1 0,1 0,0 0,-1 0,1 0,-1 0,1 0,-1 0,1 1,-1-1,1 0,-1 0,1 0,0 1,-1-1,1 0,-1 0,1 1,0-1,-1 0,1 1,0-1,-1 1,1-1,0 0,0 1,0-1,-1 1,1-1,0 1,0-1,0 1,0-1,0 1,0-1,0 0,0 1,0-1,0 1,0-1,0 1,0-1,0 1,-12 118,12-88,-1 277,2-63,-22 142,20-381,1 9,-1 0,-1 0,0 0,-1-1,-1 1,0-1,-1 0,0 0,-1 0,-1-1,-6 9,12-21,-1 0,0 0,1 0,-1 0,0 0,1-1,-1 1,0-1,0 1,0-1,0 0,1 0,-1 1,0-1,0-1,0 1,0 0,0 0,1-1,-1 1,0-1,0 1,1-1,-1 0,0 0,1 0,-1 0,0 0,1 0,0 0,-1 0,1-1,0 1,-1-1,1 1,0-1,0 1,0-1,0 1,1-1,-1 0,0 0,1 1,-1-1,1 0,0 0,-1 0,1 0,-75-222,10 29,60 182,3 11,0 0,1 0,-1-1,1 1,0-1,-1 1,1-1,0 1,1-1,-1 0,0 1,1-1,0 0,-1 0,1 1,0-1,1 0,-1 0,0 1,1-1,-1 0,1 1,0-1,0 0,0 1,0-1,1 1,-1 0,1-1,-1 1,1 0,0-1,85-13,-65 14,307-32,-214 19</inkml:trace>
  <inkml:trace contextRef="#ctx0" brushRef="#br0" timeOffset="3129.63">4145 1152,'20'-10,"1"1,-1 1,2 1,-1 0,1 2,0 1,0 0,0 2,1 0,-1 1,11 2,-30-1,0 0,1 0,-1 0,1 1,-1-1,0 1,1-1,-1 1,0 0,0 1,1-1,-1 0,0 1,0 0,-1 0,1 0,0 0,0 0,-1 0,0 1,1-1,-1 1,0-1,0 1,0 0,-1 0,1 0,-1 0,1 0,-1 1,0-1,0 0,-1 1,1-1,-1 0,1 2,-6 8,0 0,0-1,-1 0,-1 0,0 0,-1-1,0 0,0-1,-1 0,-1 0,0-1,0 0,-9 6,16-12,-162 130,163-132,1-1,0 1,0-1,0 1,0-1,0 1,0 0,0 0,0-1,1 1,-1 0,0 0,0 0,1 0,-1 0,0 0,1 0,-1 0,1 0,-1 0,1 0,0 0,-1 0,1 1,0-1,0 0,0 0,0 0,0 0,0 1,0-1,0 0,0 0,1 0,-1 0,0 0,1 1,-1-1,1 0,0 0,-1 0,1 0,-1 0,1 0,0-1,0 1,0 0,0 0,0 0,-1-1,1 1,0 0,1-1,-1 1,0-1,95 13,74-14,-1-7,97-19,-191 18</inkml:trace>
  <inkml:trace contextRef="#ctx0" brushRef="#br0" timeOffset="32695.845">2969 3732,'2'40,"2"-1,2 0,2 0,10 32,14 69,-17 3,-6 0,-7 97,-19 694,18-134,-1-799,0 29,1 1,1 0,2 0,7 27,0-24</inkml:trace>
  <inkml:trace contextRef="#ctx0" brushRef="#br0" timeOffset="33919.989">3009 3719,'-14'-161,"16"157,0 1,0-1,0 0,1 1,0-1,-1 1,1 0,0 0,1 0,-1 0,0 0,1 1,0-1,-1 1,1 0,0 0,0 1,0-1,0 1,1 0,-1 0,0 0,0 1,1-1,-1 1,0 0,1 0,3 1,1-2,85-7,1 5,37 5,-80-1,1105 53,-503-67,-165-1,1401 6,-1589 3,550-18,-663 12,646-23,147 35,-21 27,-916-29,-75 1,8 0</inkml:trace>
  <inkml:trace contextRef="#ctx0" brushRef="#br0" timeOffset="35570.238">3049 6460,'37'287,"-41"452,13-531,32 178,-23-321,-17-65,1 0,-1 0,0 0,0 0,0 0,0 0,1 0,-1-1,0 1,0 0,0-1,0 1,0-1,0 1,0-1,0 1,0-1,0 0,0 0,0 1,0-1,-1 0,1 0,0 0,-1 0,1 0,0 0,-1 0,1 0,-1 0,0 0,1 0,-1-1,5-5,5-1,0 0,1 1,0 1,0 0,0 0,1 1,-1 1,1 0,1 0,-1 1,0 1,1 0,-1 1,1 0,0 0,6 2,8-3,632-41,-80-6,1365-80,-351 89,-77 3,-113-29,-1150 56,1201-29,-1343 34,-153-7,11 6</inkml:trace>
  <inkml:trace contextRef="#ctx0" brushRef="#br0" timeOffset="36905.926">11525 3478,'97'7,"1"-4,-1-5,15-5,28 0,-69 5,12-5,0 4,0 3,-1 5,1 2,-1 5,0 3,41 14,-111-26,0 1,0 0,-1 1,1 0,-1 1,0 0,0 1,-1 0,0 1,-1 0,1 1,3 4,-9-4,-1 0,-1 0,1 1,-2-1,1 1,-1-1,-1 0,0 1,0 0,-1-1,0 0,0 1,-1-1,-3 7,4-7,-15 94,5 1,5 0,4 0,5 0,11 67,15 58,5 53,-9 40,-16-41,19 378,12 119,-35-185,-8-608,1-2</inkml:trace>
  <inkml:trace contextRef="#ctx0" brushRef="#br0" timeOffset="38510.259">3102 5631,'35'8,"1"-1,0-1,-1-2,2-2,-1-1,2-2,0 1,302-10,92-24,77-5,448 24,-462 13,1213-20,-1383 22,1251-13,9 1,-1337 12,179 13,-281 0,-10 14,103-19,-44-3,-207-7,-5-1</inkml:trace>
  <inkml:trace contextRef="#ctx0" brushRef="#br0" timeOffset="39350.015">7808 3412,'9'18,"-1"0,0 1,-2 0,0 1,-1-1,-1 1,-1 0,-1 0,-1 0,0 0,-2 6,2-9,7 1089,63-93,-28-497,7 5,-39-400,-5 1,-6 0,-5 0,-11 54,-1-12,20-150,3-9</inkml:trace>
  <inkml:trace contextRef="#ctx0" brushRef="#br0" timeOffset="40235.71">10455 3451,'-5'65,"3"1,3-1,2 1,10 46,-1 4,34 720,-6-65,80 444,-79-515,-36-598,-2-71</inkml:trace>
  <inkml:trace contextRef="#ctx0" brushRef="#br0" timeOffset="41137.748">5349 3665,'-1'96,"6"0,7 32,40 159,28 52,-15-64,10 85,11 209,14 810,-98-1335,-2-13,2 1,0 0,2-1,2 0,1 0,1 0,3 3,-10-31,0 0,0 0,0-1,0 1,1 0,-1-1,1 1,-1-1,1 1,0-1,0 0,0 0,1 0,-1 0,0 0,1 0,-1-1,1 1,0-1,-1 0,1 0,0 0,0 0,0 0,0 0,-1-1,1 0,0 1,0-1,0 0,0 0,2-1,24-7</inkml:trace>
  <inkml:trace contextRef="#ctx0" brushRef="#br0" timeOffset="42200.162">28 1861,'68'35,"2"-3,56 17,7 3,578 299,-578-281,86 51,102 79,-215-127,3-5,3-5,2-5,24 4,-92-45,-30-13,0 1,-1 1,0 0,0 1,0 0,-1 2,0-1,0 2,-1 0,-1 0,9 10,-16-12,0 0,-1 0,-1 0,1 0,-1 1,-1 0,1-1,-1 1,-1 0,0 0,0 2,18 70,-13-68,0 0,1-1,0 1,1-1,0-1,1 1,0-1,8 7,5-7,-14-10</inkml:trace>
  <inkml:trace contextRef="#ctx0" brushRef="#br0" timeOffset="42773.471">1 2702,'13'16,"15"15,12 8,15 7,10 5,6 2,5 0,-2-1,-6-2,-11-2,-12-6,-14-5,-13-8</inkml:trace>
  <inkml:trace contextRef="#ctx0" brushRef="#br0" timeOffset="43025.645">496 2743,'-9'18,"-8"20,-5 17,-6 15,-3 9,-2 7,-1 1,3-6,7-10,8-14,6-18</inkml:trace>
  <inkml:trace contextRef="#ctx0" brushRef="#br0" timeOffset="43304.666">696 3118,'18'-9,"1"2,0 0,0 1,0 0,1 2,0 1,13-1,-31 3,0 0,1 1,-1-1,1 1,-1-1,1 1,-1 0,1 0,-1 0,1 0,-1 1,1-1,-1 1,1-1,-1 1,0 0,1 0,-1 0,0 0,0 1,0-1,0 0,0 1,0 0,0-1,0 1,0 0,-1 0,1 0,-1 0,0 0,1 0,-1 0,0 1,0 0,-1 3,-1 1,0-1,0 0,0 1,-1-1,0 0,0 0,-1 0,1 0,-1 0,-1 0,-2 4,-104 138,83-116,1 1,2 0,2 2,-10 21,30-54,1-1,-1 1,1 0,0-1,0 1,0 0,0 0,0 0,1 0,-1 0,0 0,1 0,-1 0,1 1,0-1,0 0,0 0,0 0,0 0,0 0,1 0,-1 1,1-1,0 0,-1 0,1 0,0 0,0-1,0 1,0 0,0 0,1 0,-1-1,1 1,-1-1,1 1,-1-1,1 0,0 1,0-1,-1 0,1 0,0 0,2 0,7 1,1-1,-1 0,1 0,0-1,0-1,-1 0,1-1,8-2,66-15,-1-3,15-11,-92 31,83-28</inkml:trace>
  <inkml:trace contextRef="#ctx0" brushRef="#br0" timeOffset="43938.323">1819 1914,'7'16,"11"14,12 12,12 9,12 8,12 5,4 3,1 1,-6-1,-8-6,-13-10,-11-12,-11-13</inkml:trace>
  <inkml:trace contextRef="#ctx0" brushRef="#br0" timeOffset="44126.385">2153 1994,'-7'16,"-6"17,-7 15,-3 15,-3 9,1 7,2 1,3-5,5-7,5-16</inkml:trace>
  <inkml:trace contextRef="#ctx0" brushRef="#br0" timeOffset="44340.841">2475 2275,'-5'23,"-6"18,0 15,-2 8,2 3,5-1,5-6,9-7,6-11,6-13,-1-11</inkml:trace>
  <inkml:trace contextRef="#ctx0" brushRef="#br0" timeOffset="44576.216">2581 2008,'9'16,"12"14,12 11,13 10,11 6,5 2,1-3,-2-3,-6-4,-8-9,-12-10</inkml:trace>
  <inkml:trace contextRef="#ctx0" brushRef="#br0" timeOffset="44829.559">2942 1955,'-15'9,"-14"12,-7 14,-5 16,1 17,3 11,10 7,8 0,10-6,14-12,5-17</inkml:trace>
  <inkml:trace contextRef="#ctx0" brushRef="#br0" timeOffset="45094.25">3263 2342,'-2'7,"0"1,1 0,0 0,0 0,1 0,0 0,1 0,0 0,0 0,0-1,1 1,0 0,1-1,0 1,0-1,0 0,1 0,0 0,0 0,1-1,2 2,2-1,1-1,0-1,1 0,-1 0,1-1,0 0,0-1,1 0,-1-1,1 0,-1-1,1 0,-1-1,1 0,0-1,-1 0,1-1,-1 0,0-1,1 0,-1-1,10-5,-13 7,0-1,-1-1,1 1,-1-1,0 0,0-1,-1 0,1 0,-1 0,0-1,0 0,-1 0,0 0,0-1,0 0,-1 0,0 0,0 0,-1-1,0 1,0-1,-1 0,0 0,0 0,-1 0,0 0,0-1,-1 1,0 0,-1 0,0 0,0-1,0 1,-1 0,0 0,-4-6,2 6,-1 0,0 0,0 0,-1 1,0 0,0 0,0 1,-1 0,0 0,-1 0,0 1,1 0,-1 0,-1 1,1 0,-1 1,1-1,-1 2,0-1,0 1,0 1,-1 0,1 0,0 1,0 0,-1 0,1 1,0 0,0 1,0 0,0 0,0 1,0 0,1 1,-1 0,1 0,0 1,0 0,1 0,0 1,-1 0,-3 5,2 0,-1 0,2 1,0 0,0 0,1 1,1 0,0 0,-1 4,-13 44</inkml:trace>
  <inkml:trace contextRef="#ctx0" brushRef="#br0" timeOffset="45522.606">3984 2983,'-2'9,"1"0,0 0,0 1,0-1,1 0,1 0,-1 0,2 0,-1 1,1-1,1-1,-1 1,1 0,1-1,0 1,0-1,1 0,0 0,0-1,0 0,1 1,1-2,-1 1,1-1,6 4,-7-5,1-2,1 1,-1-1,0 0,1 0,0-1,-1 0,1 0,0-1,0 0,0-1,0 1,0-1,0-1,0 0,0 0,0 0,0-1,-1 0,1-1,-1 0,1 0,-1-1,0 1,0-1,-1-1,1 0,-1 0,0 0,0 0,0-1,-1 0,0 0,0-1,-1 1,0-1,0 0,0 0,-1-1,0 1,0-1,-1 1,0-1,0 0,0-7,-3 8,0 0,0-1,0 1,-1 0,0 0,-1 0,1 0,-1 0,-1 0,1 1,-1-1,0 1,-1 0,1 0,-1 1,0 0,-1-1,1 2,-1-1,0 1,0-1,-1 2,1-1,-1 1,0 0,0 0,0 1,-4-1,1-1,0 1,0 1,0 0,0 0,-1 1,1 0,0 1,0 0,-1 1,1 0,0 0,0 1,0 1,0 0,0 0,1 1,-1 0,1 0,0 1,-5 4,10-7,1 1,0-1,-1 1,1 0,0 0,0 0,1 1,-1-1,1 1,0-1,-1 1,2 0,-1 0,0 0,1 0,0 0,0 0,0 0,0 1,1-1,-1 0,1 0,0 1,1-1,-1 0,1 1,-1-1,1 0,1 0,-1 0,1 0,-1 0,1 0,2 2,17 19</inkml:trace>
  <inkml:trace contextRef="#ctx0" brushRef="#br0" timeOffset="45832.331">4466 3050,'-5'8,"0"0,1 0,0 1,0-1,1 1,0 0,0 0,1 0,0 0,1 1,-1 8,2-14,0 0,1-1,-1 1,1 0,0 0,-1 0,2 0,-1 0,0-1,1 1,0-1,0 1,0-1,0 1,0-1,1 0,-1 0,1 0,0-1,0 1,0 0,0-1,0 0,1 0,-1 0,1 0,0-1,3 2,1 0,1 0,0-1,-1 0,1-1,0 1,0-2,0 1,0-1,0-1,0 0,0 0,0-1,-1 0,1 0,0-1,-1 0,0 0,0-1,0 0,0-1,0 0,-1 0,0 0,0-1,-1 0,1-1,-1 1,-1-1,1 0,-1-1,0 1,-1-1,0 0,0 0,-1 0,0-1,0 0,-1 1,0-1,0 0,-1-4,-1 5,-1 0,0 0,0 0,-1 0,0 0,-1 1,0-1,0 1,0-1,-1 1,0 0,0 1,-1-1,0 1,0-1,-1 2,0-1,1 0,-2 1,1 0,-1 1,0 0,0 0,0 0,0 0,-1 1,1 1,-1-1,0 1,0 1,0-1,0 1,0 1,0-1,0 1,0 1,0-1,0 2,0-1,0 1,1 0,-1 0,0 1,1 0,0 1,-4 2,5-3,0 2,0-1,0 1,1 0,0 0,0 0,0 1,1 0,0 0,0 0,0 1,1-1,0 1,0-1,0 1,1 0,0 0,1 1,-1-1,1 0,1 0,0 1,0-1,0 2,6 29</inkml:trace>
  <inkml:trace contextRef="#ctx0" brushRef="#br0" timeOffset="46263.18">5990 2944,'-3'1,"-1"0,1 1,0-1,-1 1,1 0,0-1,0 2,0-1,0 0,1 1,-1-1,1 1,-1 0,1-1,0 1,0 0,0 1,1-1,-1 0,1 0,-1 1,1-1,0 1,0-1,1 1,-1 0,1-1,0 1,0 0,0-1,0 1,1-1,-1 1,1 0,0-1,0 1,0-1,1 0,-1 1,1-1,0 0,0 1,6 6,0 1,1-2,0 1,1-1,0 0,0-1,1 0,0-1,1 0,-1-1,1 0,0-1,1 0,-1-1,1-1,0 0,0 0,0-1,0-1,0 0,10-1,-16 0,-1 1,0-1,0 0,0-1,1 0,-1 0,0 0,0 0,0-1,-1 0,1-1,0 1,-1-1,1 0,-1 0,0-1,0 0,0 0,0 0,-1 0,0-1,0 1,0-1,0 0,-1 0,0-1,0 1,0-1,-1 0,0 1,0-1,0 0,-1 0,0 0,0 0,0-1,-1 1,0 0,0 0,0 0,-2-3,0 3,0 0,-1 0,0 1,0-1,0 1,-1 0,0 0,0 0,0 1,0-1,-1 1,0 0,0 0,0 1,0-1,0 1,-1 0,0 1,1-1,-1 1,0 0,0 1,0 0,0-1,-1 2,-2-1,0 0,0 1,0-1,1 2,-1-1,0 1,0 1,1 0,-1 0,1 0,0 1,0 0,0 1,0 0,0 0,1 1,-1 0,1 0,-4 5,6-6,1 0,0 1,1 0,-1 0,1 0,0 0,0 0,1 1,-1-1,1 1,0-1,1 1,-1 0,1 0,0 0,1 0,0 0,0 0,0 0,0 0,1 0,0 0,0-1,1 1,-1 0,2 0,-1-1,2 4,17 25</inkml:trace>
  <inkml:trace contextRef="#ctx0" brushRef="#br0" timeOffset="46547.42">6671 2917,'0'-16,"0"-10,0-2,0 0,0 4,0 8,0 10,0 17,0 14,0 15,0 10,0 7,3 4,0 0,2-1,1-2,-2-6,0-12</inkml:trace>
  <inkml:trace contextRef="#ctx0" brushRef="#br0" timeOffset="47138.365">8877 3077,'5'-13,"3"-12,3-8,2-6,1-3,-2 2,-3 3,-3 5,-5 12,-4 18,-5 17,-3 17,1 16,1 12,3 10,5 5,2-11</inkml:trace>
  <inkml:trace contextRef="#ctx0" brushRef="#br0" timeOffset="47430.096">9306 3024,'-10'-35,"2"0,2 0,1-1,2 0,1 0,2 0,1 1,4-13,9 8,-9 45,3 63,1 392,-4-397</inkml:trace>
  <inkml:trace contextRef="#ctx0" brushRef="#br0" timeOffset="48628.46">11257 2890,'0'-18,"0"-15,0-9,0-4,0-1,-2 2,-3 17,-3 24,-1 26,2 23,2 18,2 11,3 5,7 1,9-8,6-10,-1-17</inkml:trace>
  <inkml:trace contextRef="#ctx0" brushRef="#br0" timeOffset="48982.006">11685 2876,'-2'9,"0"0,1 0,0 1,0-1,1 0,0 0,1 0,0 1,1-1,0 0,0 0,0-1,2 1,-1 0,1-1,0 0,0 0,1 0,1 0,-1-1,1 0,0 0,1 0,-1-1,1 0,1 0,-1-1,1 0,0 0,0-1,0 0,1 0,-1-1,1 0,0 0,5 0,-9-3,0 1,-1-1,1 0,0 0,0-1,0 0,0 1,0-2,0 1,-1 0,1-1,0 0,-1 0,0 0,1-1,-1 0,0 1,0-1,0-1,-1 1,1-1,-1 1,0-1,0 0,0 0,0 0,-1 0,0-1,0 1,2-5,0-2,-1 1,1-1,-2-1,1 1,-2 0,0 0,0-1,-1 1,0-1,-1 1,0 0,-1-1,0 0,-1 2,-1 0,0-1,0 2,-1-1,0 0,-1 1,0 0,-1 1,1-1,-2 1,1 0,-1 1,0 0,-1 0,0 1,0 0,0 0,0 1,-1 1,0-1,0 1,0 1,-1 0,1 1,-1 0,0 0,1 1,-1 0,0 1,0 0,-2 1,-11 2,0 0,1 2,-1 0,1 2,-13 5,-37 16</inkml:trace>
  <inkml:trace contextRef="#ctx0" brushRef="#br0" timeOffset="49642.242">8918 2530,'-7'18,"-7"15,-7 13,-10 11,-9 6,-6 2,-2-1,2-7,9-13</inkml:trace>
  <inkml:trace contextRef="#ctx0" brushRef="#br0" timeOffset="49918.507">8892 2596,'2'12,"1"14,-3 17,-3 19,-3 18,-4 13,-2 8,2 4,-1-2,2-20</inkml:trace>
  <inkml:trace contextRef="#ctx0" brushRef="#br0" timeOffset="50849.99">1872 4735,'-8'6,"1"1,-1 0,1 0,0 1,1 0,0 0,0 0,1 1,0 0,0 0,1 1,1-1,-1 1,1 0,1-1,0 1,0 1,1-1,0 0,1 0,0 0,1 1,0-1,3 9,-3-10,1 0,0-1,1 1,0-1,0 0,1 0,0 0,0 0,1 0,0-1,0 0,1 0,0-1,0 1,0-1,1-1,0 1,0-1,1 0,-1-1,1 0,0 0,0 0,1-1,-1-1,1 1,-1-1,7 0,-4-1,0-1,0 0,0-1,0 0,0-1,0 0,0-1,0 0,-1 0,1-1,-1-1,0 0,0 0,-1-1,0 0,0-1,0 1,-1-2,0 0,0 0,-1 0,7-9,-6 6,0-1,-1 0,0 0,0 0,-1-1,-1 1,-1-1,1-1,-2 1,0-1,-1 1,0-1,-1 0,0 0,-1 1,-1-1,0 0,-2-4,1 8,-1 0,0 0,-1 0,0 0,0 1,-1 0,0 0,-1 0,0 1,-1-1,1 1,-2 1,1 0,-4-3,7 6,-1 1,1 0,-1 0,0 0,0 0,-1 1,1 0,0 0,-1 0,0 1,1 0,-1 0,1 0,-1 1,0 0,0 0,1 0,-1 1,0 0,1 0,-1 0,1 1,-1-1,1 1,-1 1,-3 1,-7 8,1 0,0 1,0 1,1 0,1 1,1 0,0 1,1 0,0 1,2 1,0-1,0 1,2 1,1 0,0 0,1 2,-38 190,33-115</inkml:trace>
  <inkml:trace contextRef="#ctx0" brushRef="#br0" timeOffset="51207.038">1900 6539,'9'-53,"3"0,3 1,1 1,3 0,2 1,27-45,8-5,-40 90,-14 32,-45 201,22-85,5 1,7 0,8 111,3-162</inkml:trace>
  <inkml:trace contextRef="#ctx0" brushRef="#br0" timeOffset="52759.831">5883 7502,'-11'14,"-4"13,0 16,6 14,8 14,5 12,1-7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7:36.93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66,'0'0,"0"-1,0 1,0 0,0-1,0 1,0 0,0-1,0 1,0 0,0-1,0 1,0 0,1 0,-1-1,0 1,0 0,0-1,0 1,0 0,1 0,-1-1,0 1,0 0,1 0,-1 0,0-1,0 1,1 0,-1 0,0 0,0 0,1-1,-1 1,0 0,1 0,-1 0,0 0,0 0,1 0,-1 0,0 0,1 0,-1 0,0 0,1 0,-1 0,0 0,1 0,-1 0,0 0,0 1,1-1,-1 0,0 0,1 0,-1 0,0 1,0-1,1 0,-1 0,0 1,0-1,0 0,4 0,599 0,-313-7,937 6,-1026-8,-200 10,0-1,0 0,0-1,0 1,0 0,0 0,0 0,0-1,0 1,-1 0,1-1,0 1,0-1,0 1,0-1,0 1,-1-1,1 0,0 1,0-1,-1 0,1 0,-1 1,1-1,-1 0,1 0,-1 0,1 0,-1 0,0 0,1 0,-1 0,0 0,0 0,0 0,0 0,0 0,0 0,0 0,0 0,0-1,-4-12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7:37.1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1,'44'48,"6"-12,2-2,2-2,36 14,-7-2,-75-40,30 16,0 1,-2 2,-1 2,18 17,-49-40,1 1,-1 1,-1-1,1 1,0-1,-1 1,0 0,0 0,0 1,-1-1,1 0,-1 1,0 0,0-1,0 1,-1 0,0 0,0 0,0 0,0 0,-1 0,0 0,0 1,-1-1,1 0,-1 0,0 0,0 0,-2 4,-5 3,-1 0,0-1,0 0,-1 0,-1-1,1 0,-2-1,1 0,-1-1,-1 0,1-1,-9 3,-108 53,76-43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7:39.9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0 541,'19'-63,"2"1,3 0,3 2,2 1,2 1,26-33,5 6,-61 85,-1 0,1 0,0 0,0 1,0-1,0 0,0 1,-1-1,1 1,0-1,0 1,-1-1,1 1,0-1,-1 1,1 0,-1-1,1 1,-1 0,1 0,-1-1,1 1,-1 0,0 0,1 0,-1 0,0 0,0-1,1 1,-1 0,0 0,0 0,0 0,0 0,0 0,-1 0,1 0,0-1,0 1,0 0,-1 0,1 0,-1 0,1-1,0 1,-1 0,1 0,-4 61,-3 219,22-138,-7-78,-2 1,-3 60,-4-107,-1 1,0-2,-1 1,-1 0,-1 0,-1-1,0 0,-1 0,-1-1,-1 0,0 0,-3 1,10-14,-1 0,1 1,-1-1,0 0,0-1,0 1,0 0,-1-1,0 0,1 0,-1 0,0 0,-1-1,1 1,0-1,-1 0,1 0,-1-1,0 0,1 1,-1-1,0-1,0 1,0-1,0 0,0 0,1 0,-1-1,-3 0,8 1,-1-1,1 1,0-1,-1 1,1-1,0 1,0-1,-1 1,1-1,0 0,0 1,0-1,0 1,0-1,0 1,0-1,0 0,0 1,0-1,0 1,0-1,0 1,0-1,0 1,1-1,-1 1,0-1,0 1,1-1,-1 1,0-1,1 1,-1-1,0 1,1-1,-1 1,1 0,-1-1,1 1,-1 0,1-1,-1 1,1 0,-1 0,1 0,-1-1,1 1,-1 0,1 0,0 0,-1 0,1 0,-1 0,1 0,-1 0,1 0,0 0,-1 0,1 1,-1-1,1 0,-1 0,1 0,-1 1,1-1,120-21,2 6,11 4,-116 9,15 0,12-3,0 2,0 2,0 2,38 6,-36 9,-43-17,-1-4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7:40.40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107 87,'-6'3,"0"0,1 1,0-1,-1 1,1 0,1 1,-1-1,0 1,1 0,0 0,0 1,1-1,0 1,0 0,0-1,0 2,1-1,0 0,-1 6,-1 6,1 1,0-1,1 0,1 1,1-1,1 9,2-5,0 0,1 0,1-1,1 1,1-1,1 0,0-1,2 0,1 0,0-1,1 0,9 9,-12-16,0-2,1 1,0-1,0-1,1 0,0 0,1-1,0 0,0-1,1-1,-1 0,2 0,-1-2,0 1,1-2,0 0,0 0,0-1,0-1,5 0,-5-2,-1-1,1 0,0-1,-1 0,0-1,0 0,0-1,-1-1,1 0,-1 0,0-1,-1-1,0 0,0-1,-1 0,0 0,0-1,-1-1,-1 1,1-1,-2-1,0 0,3-4,-1-1,0 0,-2 0,0-1,-1 0,-1 0,0-1,-2 0,0 0,-1 1,-1-1,0 0,-2 0,0 0,-3-14,2 19,-1 1,-1-1,0 1,0 0,-1 0,-1 0,0 0,-1 1,0 0,-1 1,0 0,-1 0,0 0,-1 1,0 1,0 0,-1 0,-1 1,1 0,-1 1,0 0,-1 1,0 1,0 0,0 0,0 1,-1 1,1 0,-10 0,8 4,1-1,0 2,0 0,0 0,0 2,0-1,0 2,1 0,0 0,0 2,0-1,1 2,0-1,0 2,1 0,-7 7,-3 3,2 2,1 0,0 1,2 1,0 1,2 0,-11 25,-16 45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7:43.98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3413 263,'-1857'0,"865"38,857-25,-88-10,146-4,96-14,349-133,-37-4,-616 258,283-105,-115 38,1 5,2 5,-26 19,133-64,2-2,0 0,1 1,-1-1,1 1,-1 0,1 0,0 0,0 1,1 0,-1-1,1 1,-1 0,1 1,1-1,-1 1,-1 2,5-4,0-1,0 1,0 0,0-1,1 1,-1-1,1 1,0-1,0 1,-1-1,1 0,1 0,-1 0,0 0,0-1,1 1,-1-1,1 1,-1-1,1 0,0 0,0 0,-1 0,1 0,0-1,0 1,0-1,45 12,1-1,1-3,-1-2,18-1,-66-5,592 14,-248-13,-338-1,1 0,-1 0,0 0,0 0,0 1,1 0,-1 1,0-1,0 1,-1 1,1-1,3 3,-9-4,0-1,0 1,0 0,-1 0,1 0,0 0,0 0,-1 0,1 0,-1 0,1 0,-1 0,0 0,1 0,-1 1,0-1,0 0,0 0,1 0,-1 0,0 1,-1-1,1 0,0 0,0 0,0 0,-1 0,1 1,-1-1,1 0,-1 0,1 0,-1 0,1 0,-1 0,0 0,0-1,0 1,0 0,-17 22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7:44.72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384 53,'-9'0,"0"1,0 1,0-1,0 1,0 1,1-1,-1 1,1 1,0 0,0 0,0 1,0 0,1 0,-1 0,2 1,-1 0,0 1,1 0,0 0,1 0,0 0,-2 4,-3 6,1 1,0-1,1 1,1 1,1-1,1 1,0 0,1 1,-1 18,4-21,0 1,0-1,2 1,0-1,1 1,1-1,0 0,2 0,0 0,0 0,2-1,0 0,1 0,0-1,1 0,1-1,1 1,0-2,0 0,2 0,-1-1,2-1,-1 0,1 0,1-2,13 7,-15-9,0-2,0 1,1-2,0 0,0 0,1-1,-1-1,0 0,1-1,-1-1,1 0,0-1,-1-1,0 0,1-1,-1 0,0-1,0-1,-1 0,0-1,0-1,0 0,0 0,-1-1,-1-1,1 0,-1-1,-1 0,0 0,0-1,0-1,1-7,-1 0,-1 0,0-1,-2-1,0 1,-1-1,-1 0,-1-1,-1 1,-1-1,-1 1,-1-1,-1 0,0 1,-2-1,-1 1,0 0,-1 0,-2 0,0 0,-1 1,-1 1,-1-1,-1 1,-1-1,6 10,-1 0,0 0,0 1,-1 0,0 0,-1 1,0 0,0 0,0 1,-1 1,0-1,-1 1,1 1,-1 0,0 1,-1 0,1 0,-1 2,1-1,-1 1,-4 2,0 0,0 1,0 1,0 0,1 1,-1 1,1 0,0 1,0 1,0 0,1 1,0 1,0 0,1 1,-12 10,-6 7,1 1,1 1,1 2,2 0,-18 28,-25 47,12-9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7:45.23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158 125,'-16'17,"0"2,1-1,1 2,1 0,1 1,1 0,0 1,2 0,0 0,2 1,0 0,2 1,0-1,2 1,0 0,2 0,1 0,0 0,2 0,2 7,-1-16,1-1,0 1,1-1,1 0,0-1,1 1,0-1,1 0,0-1,1 0,1 0,0-1,0 0,1-1,0 0,1-1,0 0,1-1,0 0,0-1,1 0,0-1,4 1,5 1,1 0,0-2,0-1,1-1,-1 0,1-2,0-1,-1-1,1-1,0-2,-1 0,23-6,-30 5,-1-1,0 0,0-2,-1 1,0-2,0 0,-1-1,0 0,0-1,-1-1,0 0,-1-1,-1 0,0 0,0-2,-1 1,-1-1,0-1,2-6,-3 3,-2 0,0 0,-1-1,-1 0,0 0,-2 0,0 0,-1 0,-1 0,-1-1,-1 1,0 0,-2 0,0 0,-2-4,-2-3,-1 1,0-1,-2 2,-1 0,-1 0,-2 1,0 1,-1 0,0 1,-15-12,23 24,-1 0,0 1,0 0,-1 0,0 1,-1 0,0 1,0 0,0 0,-1 2,1-1,-1 1,0 1,0 0,-1 1,1 0,-1 1,1 1,-1 0,1 0,0 1,-1 1,-13 7,0 2,1 1,1 1,0 1,1 1,0 2,1 0,1 1,1 1,0 0,2 2,0 1,-9 15,-75 89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7:57.46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 1,'2'0,"-3"0,-2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7:57.96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7:58.4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7:58.76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0,'2'0,"1"0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8:00.29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326 40,'-6'-1,"1"-1,0 1,-1 0,1 0,-1 0,1 1,-1 0,1 0,-1 0,1 1,-1-1,1 1,-1 1,1-1,0 1,0 0,0 0,0 1,0-1,0 1,0 0,1 0,-1 1,1 0,0-1,0 1,1 1,-1-1,-2 4,-3 11,1 0,1 0,1 0,0 1,2 0,0 0,1 0,1 1,1-1,1 16,-1-4,1 0,2 0,2-1,0 1,2-1,2 0,0 0,2-1,3 3,-6-17,0 0,2-1,-1 0,2-1,0 0,0 0,2-1,-1 0,2-1,0-1,0 0,1 0,0-2,1 0,0 0,0-1,10 3,-13-6,-1 0,1-1,0 0,0 0,1-1,-1-1,1 0,-1-1,1 0,0-1,-1-1,1 0,-1 0,1-1,-1-1,1 0,-1-1,0 0,-1-1,1 0,-1-1,0 0,0-1,-1 0,0-1,0 0,0 0,-1-1,2-3,-2-6,0-1,-1 0,-1 0,-1 0,0-1,-2 0,0 0,-1 0,-2-1,0 1,0 0,-2-1,-1 1,-1 0,0 0,-1 0,-2 0,0 0,0 1,-2 0,-8-14,5 9,0 1,-1 0,-1 1,-2 0,0 1,-1 1,-1 0,0 1,-2 1,0 1,-1 1,-1 0,0 2,-1 0,-1 2,0 0,-22-7,35 16,-1 1,1 0,-1 0,0 1,0 1,1 0,-1 0,0 1,0 0,1 1,-1 0,0 1,1 0,0 1,0 0,0 0,0 1,1 0,0 1,0 0,-7 7,-1 3,0 2,1 0,2 1,-1 1,2 0,1 1,0 1,2-1,0 2,2-1,0 1,2 1,0-1,2 1,0 0,1 7,-3 68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8:01.26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0 495,'6'-24,"0"1,1 0,1 0,2 1,0 0,1 0,6-7,0-2,114-223,-119 234,-12 20,0 0,0 0,1 0,-1-1,0 1,1 0,-1 0,0 0,1 0,-1 0,0 0,1 0,-1 0,0 0,1 0,-1 0,1 0,-1 0,0 0,1 0,-1 0,0 0,1 0,-1 0,0 0,1 1,-1-1,0 0,0 0,1 0,-1 1,0-1,0 0,1 0,-1 1,0-1,0 0,1 0,-1 1,0-1,0 0,0 1,0-1,0 0,1 1,-1-1,0 0,0 1,0-1,0 0,0 1,0-1,0 0,0 1,0-1,0 0,-1 1,1-1,0 0,0 1,0-1,0 0,0 1,-1-1,1 0,0 1,0-1,0 0,-1 0,1 1,0-1,-1 243,-2 317,3-556,0 25,-1 0,-1 0,-2 0,-5 18,9-45,0 0,0 0,0 0,0 0,-1 0,1 0,-1 0,1 0,-1 0,0 0,1-1,-1 1,0 0,0 0,-1-1,1 1,0-1,0 1,-1-1,1 0,-1 1,1-1,-1 0,0 0,1 0,-1 0,0 0,0-1,0 1,0 0,1-1,-1 1,0-1,0 0,0 0,0 0,0 0,0 0,0 0,0 0,0-1,0 1,-1-1,-67-58,84 65,0 0,0-1,1 0,0-2,0 1,0-2,0 0,1-1,1 0,-10-1,76 2,0-3,0-5,-1-3,1-3,5-6,-2 3,-12 8,-74 7,1 0,-1 0,0 0,1 0,-1 0,0 0,1 0,-1 0,0 0,1 1,-1-1,0 0,1 0,-1 0,0 0,0 1,1-1,-1 0,0 0,0 1,1-1,-1 0,0 0,0 1,0-1,0 0,1 1,-1-1,0 0,0 1,0-1,0 0,0 1,0-1,0 0,0 1,0-1,0 0,0 1,0-1,0 0,0 1,0-1,0 0,0 1,-1-1,1 0,0 1,0-1,0 0,0 0,-1 1,1-1,0 0,0 0,-1 1,1-1,0 0,0 0,-1 0,1 1,0-1,-1 0,1 0,0 0,-1 0,1 0,0 0,-14 11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8:04.43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1 387,'8'-43,"127"-216,-123 239,31-41,-42 60,0 1,0-1,0 1,0-1,0 1,0 0,0 0,0 0,0-1,0 1,0 0,0 0,1 1,-1-1,0 0,0 0,0 0,0 1,0-1,0 0,0 1,0-1,0 1,0 0,0-1,0 1,-1 0,1-1,0 1,0 0,0 0,-1 0,1 0,-1-1,1 1,0 0,-1 0,0 0,1 0,-1 0,0 1,1-1,-1 0,0 0,0 0,0 0,0 0,0 0,0 0,0 0,0 0,-1 1,1-1,0 0,13 72,-3 0,-3 1,-3 0,-4 33,1-80,-2 0,0 0,-2 0,-1-1,-1 1,-1-1,-1 0,-1 0,-2-1,0 0,-2 0,-8 11,19-34,1-1,0 1,-1-1,0 0,1 1,-1-1,0 0,1 0,-1 0,0 1,0-1,0 0,0 0,0 0,0 0,-1-1,1 1,0 0,0 0,-1-1,1 1,0-1,-1 1,1-1,-1 1,1-1,0 0,-1 0,1 0,-1 0,1 0,-1 0,1 0,-1 0,1 0,0-1,-1 1,1-1,-1 1,1-1,0 1,0-1,-1 0,1 0,0 0,0 1,0-1,0 0,-1-1,0-2,-1 0,1 0,0-1,0 1,1-1,-1 1,1-1,0 0,0 0,1 1,-1-1,1 0,0-3,2 7,-1 0,1 0,-1 1,1-1,0 0,-1 1,1-1,0 1,-1-1,1 1,0 0,0 0,-1 0,1 0,0 0,0 0,-1 0,1 1,0-1,-1 0,1 1,0 0,-1-1,1 1,1 1,3-1,122 27,1-6,89 2,-28-6,-185-15,-11-2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8:05.3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1 415,'21'-45,"2"1,2 1,1 1,3 1,1 1,17-15,-28 31,57-55,-75 79,1-1,-1 1,0 0,0 0,0 0,0 0,0 0,1 0,-1 0,0 1,0-1,0 0,0 0,0 1,0-1,0 1,0-1,0 1,0 0,0-1,0 1,0 0,0-1,0 1,-1 0,1 0,0 0,-1 0,1 0,-1 0,1 0,-1 0,1 0,-1 0,1 0,-1 0,0 0,0 1,0-1,1 0,-1 0,0 0,-1 0,1 0,0 1,0-1,0 0,-1 0,1 0,0 0,-1 0,0 1,2-2,-6 284,5-249,0 22,-2 0,-3 0,-2 0,-9 28,-14-14,29-69,0 0,-1-1,1 1,-1 0,1-1,-1 1,0-1,1 1,-1-1,0 0,0 0,0 0,0 0,0 0,0 0,0-1,0 1,0-1,0 1,-1-1,1 0,0 0,0 0,0 0,-1 0,1 0,0-1,0 1,0-1,0 1,0-1,-2 0,-37-20,127 50,11-14,0-4,0-4,88-5,-146-2,146 2,-139 10,-46-12,0 1,1-1,-1 1,0 0,0-1,0 1,0 0,0-1,0 1,-1-1,1 1,0 0,0-1,0 1,0-1,-1 1,1-1,0 1,-1 0,1-1,0 1,-1-1,1 0,-1 1,1-1,-1 1,1-1,-1 0,1 1,-1-1,1 0,-1 1,1-1,-1 0,1 0,-1 0,0 1,1-1,-1 0,-1 1,-18 10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8:54.54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4939 507,'-27'-24,"0"1,-2 1,0 2,-2 1,0 1,0 2,-2 1,0 1,-1 2,0 1,-31-5,-527-123,400 106,-190-7,197 24,-35-8,-322-21,-162 52,460-2,82-3,0 7,-48 13,141-6,0 4,2 3,0 2,2 4,1 2,1 3,2 3,-38 31,86-60,0 1,1 0,0 1,1 0,0 0,0 1,1 1,1 0,0 0,1 1,0 0,-4 9,-92 254,96-254,0 0,2 0,0 1,2 0,0 0,2 0,0 0,2 1,1-1,0 0,2 5,14 59,3 0,4-2,22 47,-32-101,1-1,2-1,1-1,1 0,2-2,0 0,2-1,0-1,2-2,1 0,0-1,19 9,27 17,2-4,2-2,1-4,2-4,2-3,8-1,170 42,74 3,-320-71,489 97,66-14,-296-55,2-12,222-15,-368-11,-2-4,0-6,-1-6,0-5,38-18,-110 27,0-2,-2-3,-1-1,-1-3,-1-2,-2-2,-1-2,-1-2,-2-2,-2-2,-2-1,18-26,-35 35,0-1,-2 0,-2-2,-1 0,-2-1,-1 0,-2-1,-2-1,-1 1,-2-2,-1 1,-1-37,-3 48,1-37,-3 1,-2-1,-6-28,3 72,0-1,-2 2,0-1,-1 1,-1 1,0-1,-2 2,0-1,-1 2,0 0,-2 0,0 1,0 1,-1 1,-1 0,0 1,-1 1,-1 0,1 2,-1 0,-5-1,-295-142,2 14,168 84,-2 6,-142-23,291 70,-289-55,-254-14,21 43,520 27,-393-11,0-2,290 9,1 4,-1 5,1 4,-20 8,-68 39,122-32,-18 10,3 4,1 4,-17 14,-136 91,229-142,1 0,-1 0,1 1,0 0,0 1,0 0,1 0,0 1,1 0,0 0,0 1,1 0,0 0,0 0,1 1,0 0,1 0,0 0,-2 10,2 15,1-1,2 1,1 0,2 5,0 30,0-49,0 1,1-1,2 0,0 0,1-1,1 0,0 0,2 0,1-1,0 0,1-1,1 0,1-1,0 0,1-1,1-1,1 0,0-1,0-1,8 4,108 74,5-5,49 18,-75-48,1-5,3-4,1-6,4-4,362 94,-405-107,135 42,3-9,147 17,610 33,-741-94,0-10,0-11,0-9,64-20,-269 35,1-2,-1 0,0-2,-1-1,0-1,0-1,0-1,-1-1,-1-1,0-1,7-7,-2-4,-1-1,-1-2,-2 0,-1-2,-1-1,-1 0,-2-2,-1 0,-1-1,5-20,-3-7,-3-1,-2 0,-3-1,-3-1,-3 1,-2-1,-3 0,-7-55,6 108,0-32,-3 0,-1 0,-2 1,-10-33,12 56,-1 0,-1 1,-1-1,0 1,-1 0,-1 1,0 0,-1 1,-1 0,-1 1,-10-10,-6 0,0 2,-2 1,0 2,-1 1,-1 1,-1 2,0 1,-21-4,-57-13,-2 5,-5 4,61 11,2 1,-190-37,-1 12,-24 9,-108 15,189 9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9:04.86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3813 883,'12'114,"-13"-54,-2-1,-2 0,-3 0,-3-1,-2 0,-2-1,-3 0,-18 35,-27 49,-7-3,-64 94,95-164,-2-2,-4-2,-2-2,-3-2,-2-2,-3-3,-29 21,44-45,-2-2,-1-2,-1-2,-1-2,-2-2,0-2,0-2,-2-2,0-2,-17 0,-70 4,0-7,-1-6,-53-7,12 1,136 3,1-2,0-1,0-2,0-2,0-2,1-2,0-1,1-2,0-1,-35-20,-332-222,380 240,2-1,0-1,1-1,0-2,2 0,1-1,0-1,2-1,-7-12,-175-224,163 204,2-1,3-1,3-2,2-1,2-1,4-1,-1-11,9 33,2 0,1-1,2 0,3-1,1 1,1-1,3 0,3-21,2 37,2 1,0 0,1 0,2 1,1 0,0 1,2 0,1 1,1 0,1 1,0 1,2 1,1 0,0 1,1 1,18-11,28-20,1 3,3 3,2 4,1 2,1 4,2 3,59-14,282-39,-256 41,-61 14,0 4,1 5,35 0,320-20,-343 29,1 6,1 4,-1 5,-1 5,9 6,-72-8,0 2,0 2,-2 2,0 3,24 11,2 8,-2 3,26 21,-78-43,-1 1,-1 0,-1 2,-1 0,0 0,-2 2,0 0,-2 0,0 1,1 7,8 10,-8-17,0 1,-1 0,-1 0,-1 2,-1-1,-2 1,-1 0,0 1,-2-1,0 13,-1 37,-4-67,0 0,0 1,-1-1,0 0,-1 0,0 0,-1 0,0-1,0 1,0-1,-1 0,-1-1,0 2,-168 266,10 35,19-30,125-236,-1 0,-3-2,-1 0,-2-2,-2-1,-26 28,6-22,-2-2,-1-3,-2-1,-33 14,-49 34,0 1,-4-6,-141 60,221-123,-1-3,0-2,-1-3,0-3,-1-2,0-3,0-3,-29-5,-3 4,62 1,0-1,0-1,0-2,1-2,-1-1,1-1,1-1,0-2,0-2,1 0,-12-9,-48-36,-80-67,60 34,-81-87,137 120,2-2,3-2,3-3,2-1,4-2,-16-39,-90-243,112 282,10 26,2 0,3-1,1-1,2-1,2 0,2-1,-1-17,-15-212,26 254,0 0,2-1,0 1,1 0,2 0,0-1,1 1,1 1,1-1,5-12,5 2,2-1,1 2,1 1,2 0,0 2,2 0,7-4,-8 11,1 1,1 1,0 1,13-5,9-7,-19 10,0 1,1 1,0 1,1 2,1 1,1 2,-1 0,29-4,193-42,-121 23,-105 27,36-8,0 2,1 3,60-2,253 4,-343 5,66-6,1 4,76 8,47 20,355-21,-557-1,0 1,0 1,-1 2,1 0,-1 1,-1 1,1 0,-1 2,4 3,385 163,-268-120,-132-48,0 1,-1 1,0-1,-1 1,0 0,0 1,-1 0,0 0,-1 0,0 0,-1 1,0 0,0 0,-1 0,-1 1,0-1,0 3,9 26,33 79,-43-117,-1 0,1 0,0 0,-1 1,1-1,-1 0,0 0,0 0,0 0,0 1,0-1,0 0,0 0,-1 0,1 0,-1 0,0 1,1-1,-1 0,0 0,0-1,0 1,-1 0,1 0,0 0,-1-1,1 1,-1-1,0 1,-20 17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49:11.9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51:37.70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1456 120,'-2'-5,"0"1,0-1,0 0,0 1,-1 0,1 0,-1-1,0 2,-1-1,1 0,-1 1,1-1,-1 1,0 0,0 0,-1 0,1 1,0 0,-1 0,0 0,1 0,-1 1,-2-1,-27-8,0 1,0 1,-1 2,0 2,0 1,-26 2,-4 3,1 4,-1 2,1 3,0 2,1 4,1 2,1 3,1 2,-38 23,71-37,0 2,1 0,0 2,1 1,1 1,1 2,0 0,1 1,1 1,1 1,0 1,2 0,1 2,0 0,-11 25,12-4,2 1,2 0,2 1,2 0,2 1,2-1,2 34,3-53,0 0,2 0,1 0,1 0,1 0,1-1,2 0,1-1,1 0,1 0,1-1,2-1,0 0,1-1,2-1,0 0,1-1,1-2,8 7,74 58,2-4,11-1,-89-60,1-2,1-1,0-1,1-1,1-2,0-1,0-1,1-2,12 1,9-2,0-3,0-2,1-3,-1-2,37-7,-39-2,0-2,-2-2,0-2,-1-3,0-1,-2-3,-1-1,35-28,-60 42,0 0,-1-1,0-1,-1 0,0-2,-1 0,-1 0,-1-2,0 0,-1 0,-1-1,-1-1,5-12,-5-10,-3 1,-1-1,-2 0,-2 0,-1-1,-5-35,3 27,2 5,-2-1,-2 1,-2-1,-1 1,-3 0,-2 1,-2 0,-2 0,-2 1,-16-31,16 47,-1 1,-1 0,-2 2,-1 0,0 1,-2 1,-1 1,0 1,-2 1,0 1,-2 2,1 0,-2 2,0 2,-1 0,0 2,-1 1,0 1,-1 2,0 1,0 2,0 1,-23 1,-6 8,0 3,0 3,1 2,1 2,1 4,0 2,-54 28,-92 44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51:46.8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17,'2'20,"1"0,1 1,1-2,1 1,0-1,2 1,0-2,1 1,1-1,1-1,0 0,1 0,12 11,-19-19,1-1,0 0,0-1,1 1,0-1,1-1,-1 1,1-1,0-1,1 1,-1-1,1-1,0 0,0 0,1 0,-1-1,1-1,-1 0,1 0,0-1,0 0,0 0,0-1,0-1,0 0,-1 0,1-1,6-1,-6-3,0 0,0 0,0 0,-1-1,0-1,0 0,-1 0,0 0,-1-1,0 0,0-1,-1 0,0 0,0 0,0-3,3-7,-1 0,-1-1,-1 1,0-1,-2-1,0 1,0-18,-4 37,1-2,-1 1,1-1,-1 0,0 0,0 0,0 0,-1 0,1 0,-1 0,0 0,0 0,0 0,-1 1,0-1,1 0,-1 1,-2-4,3 7,0 0,0 0,0 0,0 0,0 0,0 0,0 0,1 1,-1-1,0 0,0 0,0 1,0-1,0 1,1-1,-1 0,0 1,0-1,1 1,-1 0,0-1,1 1,-1 0,1-1,-1 1,1 0,-1 0,1-1,-1 1,1 0,0 0,-1 0,1 0,0 0,-1 0,-6 21,1-1,1 1,1 1,0-1,2 1,1-1,1 1,2 19,-2-34,30 374,-16-281,-5 0,-4 0,-4 0,-5 1,-7 24,8-107,0-1,0 0,-2 0,0 0,-1 0,-1-1,-1 0,-6 9,13-23,0-1,-1 0,1 1,-1-1,0 0,0 0,0 0,0 0,0-1,0 1,0 0,-1-1,1 0,-1 1,1-1,-1 0,1 0,-1-1,1 1,-1 0,0-1,0 0,1 1,-1-1,0 0,0 0,1-1,-1 1,0-1,1 1,-1-1,0 0,1 0,-1 0,1 0,-1 0,1-1,0 1,0-1,-1 0,1 1,0-1,0 0,-1-2,-20-21,1 0,1-2,2 0,0-1,2-1,-2-7,18 33,-24-39,3-1,1-1,-5-21,26 64,-1-1,1 1,-1 0,1 0,-1-1,1 1,0 0,0 0,0-1,0 1,0 0,0-1,0 1,0 0,0-1,1 1,-1 0,0 0,1-1,-1 1,1 0,-1 0,1 0,0 0,0 0,-1 0,1 0,0 0,0 0,0 0,0 0,0 0,0 1,0-1,0 0,1 1,-1-1,0 1,1-1,55-5,-47 6,312-10,-241 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51:47.2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44 38,'0'-1,"0"0,0 1,0-1,0 0,-1 1,1-1,0 0,0 1,0-1,1 0,-1 1,0-1,0 0,0 1,0-1,1 0,-1 1,0-1,1 0,-1 1,0-1,1 1,-1-1,1 1,-1-1,1 1,-1-1,1 1,-1-1,1 1,-1 0,1-1,0 1,-1 0,1 0,0-1,-1 1,1 0,0 0,-1 0,1 0,0 0,-1 0,1 0,0 0,-1 0,1 0,0 0,0 0,89-16,-86 15,-1 1,1 0,-1 0,0 1,1-1,-1 1,0-1,1 1,-1 0,0 0,0 1,0-1,0 0,0 1,0 0,0 0,-1 0,1 0,-1 0,1 1,-1-1,0 1,0-1,0 1,0 0,0 0,0 8,0 0,-1 0,0 0,0 0,-2 1,1-1,-1 0,-1 0,0 0,-1 0,0 0,0-1,-1 1,0-1,-1 0,-1 0,-3 6,-167 266,174-279,1-2,0 0,0 0,-1 0,1 0,0 0,0 0,0 0,0 0,0 1,0-1,1 0,-1 1,0-1,1 0,-1 1,1-1,-1 1,1-1,0 1,0-1,-1 1,1-1,0 1,0-1,1 1,-1-1,0 1,0-1,1 1,-1-1,1 1,-1-1,1 1,0-1,-1 0,1 1,0-1,0 0,0 0,0 0,0 0,0 0,0 0,1 0,-1 0,0 0,0 0,2 0,101-3,298-76,-305 60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51:47.7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0,'9'7,"15"5,16-1,18-1,14 0,12-3,4-1,2 0,-6-2,-13 2,-18 0</inkml:trace>
  <inkml:trace contextRef="#ctx0" brushRef="#br0" timeOffset="250.329">200 321,'18'13,"20"6,22-2,21-5,14-7,8-10,-14-3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51:49.5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164 0,'7'781,"-25"2031,9-2675,-26 673,35-765,-13 175,-1-179,14-40,0-1,0 1,0-1,0 1,0 0,-1-1,1 1,0-1,-1 1,1-1,0 1,-1-1,1 1,-1-1,1 0,0 1,-1-1,1 1,-1-1,1 0,-1 0,0 1,1-1,-1 0,1 0,-1 1,1-1,-1 0,0 0,1 0,-1 0,1 0,-1 0,0 0,1 0,-1 0,1 0,-1-1,0 1,1 0,-1 0,1 0,-1-1,1 1,-1 0,1-1,-1 1,1 0,-1-1,1 1,-1-1,1 1,0-1,-1 1,1-1,0 1,-1-1,1 1,0-1,0 1,-1-1,1 0,-13-56,13 44</inkml:trace>
  <inkml:trace contextRef="#ctx0" brushRef="#br0" timeOffset="23006.123">84 4679,'0'37,"-2"282,-15 1,-6-81,-17 275,39-469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51:52.8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68 361,'-7'0,"0"0,9 0,12 0,18 0,16 0,17 0,16 0,9 0,0 0,-14 0</inkml:trace>
  <inkml:trace contextRef="#ctx0" brushRef="#br0" timeOffset="2587.312">1859 267,'-4'-2,"2"1,9 4,13 3,16 0,20 0,21-1,20-7,17-7,9-4,-17 0</inkml:trace>
  <inkml:trace contextRef="#ctx0" brushRef="#br0" timeOffset="3157.301">3143 923,'0'2,"2"1,1 0</inkml:trace>
  <inkml:trace contextRef="#ctx0" brushRef="#br0" timeOffset="4419.613">3570 321,'16'0,"17"2,16 1,13 2,13 0,9 0,4-1,-5-2,-8-1,-18 0</inkml:trace>
  <inkml:trace contextRef="#ctx0" brushRef="#br0" timeOffset="3440.125">3705 642,'9'13,"7"12,9 13,5 9,8 5,4 6,4 2,1-1,-1-3,-3-4,-5-6,-7-8,-8-8</inkml:trace>
  <inkml:trace contextRef="#ctx0" brushRef="#br0" timeOffset="3729.458">4038 709,'-20'20,"-17"19,-7 15,-7 15,-1 10,5 4,6 0,12-5,9-11,9-18</inkml:trace>
  <inkml:trace contextRef="#ctx0" brushRef="#br0" timeOffset="3974.803">4319 1297,'3'6,"0"1,1-1,-1 0,1 0,1-1,-1 1,1-1,0 0,0 0,1 0,-1-1,1 0,0 0,0 0,0-1,1 0,-1 0,1-1,0 1,0-1,0-1,0 0,0 0,0 0,0 0,0-1,0-1,0 1,0-1,0 0,0-1,0 1,0-2,0 1,-1-1,1 0,4-2,-6 0,0 0,0 0,0 0,-1-1,0 1,0-1,0 0,-1 0,0-1,0 1,-1 0,0-1,0 0,0 0,-1 1,0-1,0 0,0 0,-1 0,0 0,-1 0,0 0,0 0,0 0,-1 0,0 1,0-1,-1 1,1-1,-1 1,-1 0,0 0,1 0,-2 0,1 1,-1 0,1 0,-1 0,-1 0,1 1,-1 0,0 0,0 0,0 1,0 0,0 0,-1 1,0-1,1 1,-1 1,0-1,0 1,0 1,0-1,0 1,0 0,0 1,-7 2,1 2,0 0,0 0,0 1,1 1,0 0,0 0,0 1,-5 6,-18 16</inkml:trace>
  <inkml:trace contextRef="#ctx0" brushRef="#br0" timeOffset="-967.599">1 722,'14'11,"8"9,9 7,4 9,4 6,2 6,-1 4,-4 2,-2 1,-6-2,-2-6,-4-8,-3-9,-5-9</inkml:trace>
  <inkml:trace contextRef="#ctx0" brushRef="#br0" timeOffset="-704.31">335 681,'-16'18,"-9"18,-6 14,-2 9,3 7,4 6,6-1,7-4,6-7,3-15</inkml:trace>
  <inkml:trace contextRef="#ctx0" brushRef="#br0" timeOffset="-447.346">603 1043,'17'-6,"-2"-1,-1 1,2 1,-1 0,0 2,1-1,0 2,0 0,3 1,-17 1,1 0,-1 0,1 0,-1 1,1-1,-1 1,0-1,1 1,-1 0,0 0,1 0,-1 0,0 1,0-1,0 0,0 1,0 0,0-1,-1 1,1 0,-1 0,1 0,-1 0,1 0,-1 0,0 0,0 1,0-1,0 0,-1 1,1-1,-1 1,1-1,-1 0,0 3,-14 86,-112 171,125-260,0 0,0 0,0 1,0-1,0 0,1 0,-1 1,0-1,1 0,0 1,0-1,0 0,0 1,0-1,0 1,0-1,1 0,-1 1,1-1,0 0,-1 0,1 1,0-1,1 0,-1 0,0 0,0 0,1 0,-1-1,1 1,0 0,0-1,-1 1,1-1,0 1,0-1,0 0,1 0,0 0,10 2,0-1,1-1,-1 0,0 0,1-2,-1 0,1 0,-1-1,0-1,0 0,7-3,45-13,-7-1</inkml:trace>
  <inkml:trace contextRef="#ctx0" brushRef="#br0" timeOffset="1319.988">1485 1003,'0'4,"3"2,0-3,2-3,0-5,-3-1,-4 3,-1 3,1 3,6 0,2 0</inkml:trace>
  <inkml:trace contextRef="#ctx0" brushRef="#br0" timeOffset="1619.187">1900 655,'11'16,"9"14,7 11,6 11,7 7,3 5,1 1,-2-5,-4-4,-4-8,-5-10,-6-11,-6-10</inkml:trace>
  <inkml:trace contextRef="#ctx0" brushRef="#br0" timeOffset="1896.149">2220 681,'-14'18,"-10"20,-7 17,-5 13,0 11,1 5,2 0,7-8,7-9,8-17</inkml:trace>
  <inkml:trace contextRef="#ctx0" brushRef="#br0" timeOffset="2241.23">2434 1284,'3'-19,"2"-10,1-6,1-4,0 5,-1 4,-2 10,-2 14,0 13,-2 16,2 12,1 10,0 6,1 3,0-2,2-6,2-6,0-10</inkml:trace>
  <inkml:trace contextRef="#ctx0" brushRef="#br0" timeOffset="8510.349">362 2994,'13'14,"15"11,10 10,7 9,4 8,-2 4,-4 4,-5 1,-6-3,-7-4,-7-8,-8-9,-4-10</inkml:trace>
  <inkml:trace contextRef="#ctx0" brushRef="#br0" timeOffset="8774.529">709 2941,'-16'7,"-9"11,-8 12,-5 12,-3 10,2 10,2 6,5 0,8-2,9-5,6-14</inkml:trace>
  <inkml:trace contextRef="#ctx0" brushRef="#br0" timeOffset="9408.523">870 3556,'-1'-3,"0"-1,1 0,-1 0,1 0,0 1,0-1,0 0,0 0,1 0,0 1,0-1,0 0,0 1,0-1,1 1,-1-1,1 1,0-1,0 1,0 0,1 0,-1 0,1 1,-1-1,1 0,0 1,0 0,0-1,1 1,0 0,5-3,1 0,-1 0,1 1,0 1,0 0,0 0,0 1,0 0,1 0,6 1,-13 1,-1-1,1 1,-1 0,1 1,-1-1,0 0,1 1,-1 0,1 0,-1 0,0 0,0 0,0 1,0-1,0 1,0 0,0 0,0 0,0 0,-1 0,1 1,-1-1,0 1,0 0,0 0,0 0,0 0,-1 0,1 0,-1 0,0 0,0 1,1 2,-3 8,-1 1,0-1,-1 0,-1 0,0 0,-1-1,0 1,-1-1,0 0,-1-1,-1 1,0-2,-1 1,0-1,0 0,-2-1,-1 1,-118 132,128-142,1 0,0 0,-1 0,1 1,0-1,0 0,-1 1,1-1,0 1,0-1,1 1,-1-1,0 1,0 0,1-1,-1 1,1 0,-1-1,1 1,0 0,0 0,0 0,0-1,0 1,0 0,0 0,1-1,-1 1,1 0,-1 0,1-1,0 1,0 0,4 1,1 1,0-1,0 0,0-1,0 1,0-1,1 0,-1-1,1 0,-1 0,1 0,5-1,0 1,46 3,1-2,0-3,0-3,25-6,-29 3</inkml:trace>
  <inkml:trace contextRef="#ctx0" brushRef="#br0" timeOffset="14939.797">1578 3142,'-1'4,"1"-4,0 0,-1 1,1-1,-1 0,1 1,-1-1,1 1,0-1,-1 0,1 1,0-1,-1 1,1-1,0 1,0-1,-1 1,1-1,0 1,0-1,0 1,0-1,0 1,0-1,0 1,0 0,0-1,0 1,0-1,0 1,0-1,0 1,0-1,1 1,-1-1,0 1,0-1,1 1,-1-1,0 1,0-1,1 1,-1-1,1 0,-1 1,0-1,1 0,-1 1,1-1,-1 0,1 0,-1 1,1-1,-1 0,1 0,0 0,7-32,-8 32,0-1,0 1,0-1,0 1,0-1,0 0,0 1,0-1,0 1,0-1,-1 1,1-1,0 1,0-1,0 1,-1-1,1 1,0-1,-1 1,1-1,0 1,-1-1,1 1,-1 0,1-1,0 1,-1 0,1-1,-1 1,1 0,-1-1,1 1,-1 0,0 0,1 0,-1 0,1 0,-1-1,1 1,-1 0,1 0,-1 0,0 0,1 1,-1-1,1 0,-1 0,1 0,-1 0,1 1,-1-1,1 0,-1 0,0 2,-1-1,1 1,0-1,0 1,-1-1,1 1,0 0,1 0,-1-1,0 1,0 0,1 0,-1 0,1 0,0 0,0 0,-1-1,1 1,0 0,1 0,-1 0,0 0,0 0,1 0,-1 0,1 0,0 0,0-1,-1 1,1 0,0-1,1 1,-1 0,1 0,9 10</inkml:trace>
  <inkml:trace contextRef="#ctx0" brushRef="#br0" timeOffset="15247.984">1913 2941,'11'23,"11"16,9 11,7 6,7 2,7-1,4-4,-1-6,-3-7,-8-6,-9-6,-9-7,-10-11,-9-6</inkml:trace>
  <inkml:trace contextRef="#ctx0" brushRef="#br0" timeOffset="15505.286">2314 2968,'-18'2,"-13"10,-8 15,-7 15,-1 15,-1 12,6 4,8 0,10-6,9-10,7-14</inkml:trace>
  <inkml:trace contextRef="#ctx0" brushRef="#br0" timeOffset="16340.658">2488 3462,'-1'44,"-1"-28,1-1,1 1,0-1,1 0,1 1,0-1,1 0,1 0,0 0,1 0,1-1,0 1,-4-12,0 0,1 1,-1-1,1-1,0 1,0 0,0 0,0-1,0 0,0 0,1 0,-1 0,1 0,-1 0,1-1,0 0,0 0,0 0,-1 0,1-1,0 1,0-1,0 0,0 0,0-1,0 1,0-1,0 0,0 0,0 0,4-2,1 0,-1 0,0-1,-1 0,1 0,-1-1,0 0,0 0,0-1,-1 0,1 0,-1 0,1-3,-1 0,0 0,0 0,-1 0,0-1,-1 0,0 0,-1 0,1 0,-2-1,0 1,0-1,-1-4,0 9,-1 1,0 0,0 0,-1-1,0 1,0 0,0 0,0 0,-1 0,0 0,0 0,0 0,-1 1,0-1,0 1,0-1,0 1,0 0,-1 1,0-1,0 0,0 1,0 0,-1 0,1 0,-1 1,-2-2,0 1,0 0,0 1,-1 0,1 0,-1 0,0 1,1 0,-1 1,0 0,1 0,-1 0,0 1,1 1,-1-1,1 1,-1 0,1 1,0-1,0 2,0-1,-1 1,-4 3,0 1,1 0,-1 0,2 1,-1 1,1 0,1 0,-1 1,2 0,0 1,-6 9,-16 43,9-3</inkml:trace>
  <inkml:trace contextRef="#ctx0" brushRef="#br0" timeOffset="21971.7">522 4786,'14'21,"11"19,8 18,8 12,1 8,1 4,-1 0,-5-3,-4-8,-5-9,-6-11,-6-12,-6-12</inkml:trace>
  <inkml:trace contextRef="#ctx0" brushRef="#br0" timeOffset="22235.949">990 4853,'-13'2,"-15"10,-10 14,-9 15,-2 13,-1 11,5 7,4 1,10-2,11-6,7-10,7-14</inkml:trace>
  <inkml:trace contextRef="#ctx0" brushRef="#br0" timeOffset="22544.127">1084 5321,'31'-14,"-11"4,1 1,0 1,0 1,1 0,0 2,11-1,-32 6,0-1,0 1,1 0,-1 0,0 0,1 0,-1 0,0 0,1 1,-1-1,0 0,1 0,-1 1,0-1,0 1,1 0,-1-1,0 1,0 0,0-1,0 1,0 0,0 0,0 0,0 0,0 0,-1 0,1 0,0 0,-1 1,1-1,0 0,-1 0,0 1,1-1,-1 0,0 0,1 1,-6 53,-4-21,-2 0,-2-2,-1 1,-1-2,-9 13,-27 57,50-99,-1 0,0 1,1-1,0 0,-1 1,1-1,0 1,0-1,0 1,0 0,1-1,-1 1,1 0,0-1,-1 1,1 0,1 0,-1-1,0 1,1 0,-1 0,1-1,0 1,-1-1,1 1,1-1,-1 1,0-1,1 1,-1-1,1 0,0 0,-1 0,1 0,0 0,1 0,9 2,0-2,0 1,0-2,0 0,1 0,-1-1,0 0,0-1,0-1,1 0,-1 0,-1-2,8-1,-19 5,167-48,-126 35</inkml:trace>
  <inkml:trace contextRef="#ctx0" brushRef="#br0" timeOffset="24643.88">1926 4826,'5'22,"5"18,7 12,8 10,8 4,7 1,5 1,3-3,-1-3,-3-3,-8-3,-9-5,-7-6,-7-10</inkml:trace>
  <inkml:trace contextRef="#ctx0" brushRef="#br0" timeOffset="24897.201">2260 4893,'-16'16,"-11"16,-10 17,-3 14,-3 11,-1 8,1 2,2 0,7-6,9-12,8-17</inkml:trace>
  <inkml:trace contextRef="#ctx0" brushRef="#br0" timeOffset="25243.803">2475 5535,'181'-400,"-169"378,-6 22,-13 65,-6 2,3 1,3 1,3 0,3 0,4-1,2 1,4 7,4-20</inkml:trace>
  <inkml:trace contextRef="#ctx0" brushRef="#br0" timeOffset="28179.017">4947 0,'0'43,"2"169,9 13,18 338,1 6,-22-283,-26 251,-1-19,8-222,3-154,-32 377,-9-16,1-18,5 58,28-326,13 31,6-259,-13 3,-4 0</inkml:trace>
  <inkml:trace contextRef="#ctx0" brushRef="#br0" timeOffset="33312.648">5389 2741,'16'0,"12"0,10 0,8-3,3 0,2 0,-1 1,-1 0,-6 1,-4 0,-8 3,-8 2</inkml:trace>
  <inkml:trace contextRef="#ctx0" brushRef="#br0" timeOffset="33581.975">5415 3022,'16'0,"17"0,16-3,16-2,10-1,6 1,-1 1,-13 5,-16 4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52:41.3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176 1,'-13'107,"2"94,8-1,9 1,12 28,2 87,-25 569,-5-524,-20 619,31-868,1 42,-7 0,-23 138,17-225,-6 29,5 1,2 31,4 65,-8-1,-18 70,16-160,16-111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52:43.0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4,'0'-3,"4"3,7 2,10 1,10 3,12 0,12-1,12-1,12-2,7-1,3 0,-2-1,-16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52:42.0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0,'13'16,"12"15,9 10,4 11,4 9,0 6,-1 5,-2 0,-4-4,-5-6,-4-10,-7-13</inkml:trace>
  <inkml:trace contextRef="#ctx0" brushRef="#br0" timeOffset="246.517">296 28,'-12'13,"-8"17,-5 13,-3 12,-1 10,2 5,3 2,3-2,4-6,2-7,1-9,3-13</inkml:trace>
  <inkml:trace contextRef="#ctx0" brushRef="#br0" timeOffset="610.737">536 389,'15'-7,"0"0,0 0,0 1,0 1,1 0,0 1,0 1,0 0,6 1,-20 2,0 0,0 0,0 0,0 0,0 0,0 1,-1-1,1 1,0-1,0 1,0 0,0 0,0 0,-1 0,1 0,0 0,-1 0,1 0,-1 1,1-1,-1 1,0-1,0 1,0 0,0-1,0 1,0 0,0 0,0-1,0 1,-1 0,1 0,-1 0,0 0,1 0,-1 0,0 0,0 0,0 0,-1 0,1 0,0 0,-24 85,-37 18,46-83,1 2,0 0,2 1,-9 24,20-47,0 1,1 0,-1-1,1 1,-1 0,1-1,0 1,0 0,0 0,0 0,0-1,1 1,-1 0,1-1,0 1,0 0,0-1,0 1,0-1,1 1,-1-1,1 0,-1 0,1 1,0-1,0 0,0-1,0 1,0 0,0 0,1-1,-1 0,1 1,-1-1,1 0,-1 0,1 0,0 0,0-1,22 6,-1-1,1-2,0 0,-1-2,1-1,0 0,0-2,20-4,0-1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52:44.1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 1,'0'2,"0"0,-1 0,1 0,0 0,0 0,0 0,1 0,-1 0,0 0,1 0,-1 0,1 0,0 0,0 0,0 0,0 0,0-1,0 1,0 0,0-1,1 1,-1-1,1 1,-1-1,1 1,-1-1,1 0,1 0,-2-1,0-1,0 1,0-1,0 0,-1 1,1-1,0 0,0 0,0 0,-1 0,1 0,0 0,-1 0,1 0,-1 0,1 0,-1 0,0 0,1 0,-1 0,0 0,0-1,0 1,0 0,0 0,0 0,0 0,0-1,0 1,-1 0,1 0,0 0,-1 0,1 0,-1 0,1 0,-1 0,1 0,-1 0,0 0,1 0,-1 0,0 0,0 1,0-1,0 0,-1 0,1 0,0 1,-1-1,1 1,-1 0,1-1,-1 1,1 0,-1 0,1 0,-1 0,1 0,-1 0,1 0,0 0,-1 1,1-1,-1 1,1-1,-1 1,1-1,0 1,-1 0,1 0,0 0,0 0,0 0,0 0,0 0,0 0,0 0,0 0,0 0,0 1,0-1,1 0,-1 1,0-1,1 0,0 1,-1-1,1 1,0-1,-1 1,1-1,0 1,0-1,0 1,0-1,1 1,-1-1,0 1,1-1,-1 1,1-1,-1 0,1 1,0-1,-1 0,1 1,1 0,9 12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52:45.3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 39,'-3'-2,"10"-2,15 1,22 1,20 0,20 1,17-2,9-2,3-3,-16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52:45.9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 34,'17'40,"-17"-39,1-1,0 1,0-1,-1 0,1 1,0-1,-1 0,1 0,0 1,0-1,0 0,-1 0,1 0,0 0,0 0,0 0,-1 0,1 0,0 0,0-1,0 1,-1 0,1 0,0-1,0 1,-1 0,1-1,0 1,-1-1,1 1,0-1,-1 1,1-1,-1 0,1 1,-1-1,1 1,-1-1,0 0,1 0,-1 1,0-1,1 0,-1 0,0 1,0-1,0 0,0 0,0 0,0 1,0-2,6-37,-6 38,0 1,0-1,0 0,0 1,0-1,0 0,0 1,0-1,0 1,0-1,0 0,0 1,-1-1,1 0,0 1,0-1,-1 1,1-1,0 1,-1-1,1 1,-1-1,1 1,0-1,-1 1,1-1,-1 1,1 0,-1-1,0 1,1 0,-1-1,1 1,-1 0,0 0,1 0,-1 0,1-1,-1 1,0 0,1 0,-1 0,0 0,1 0,-1 1,1-1,-1 0,0 0,1 0,-1 0,0 1,1-1,-1 0,1 1,-1-1,1 0,-1 1,1-1,-3 2,0 0,1 0,-1 0,1 1,0-1,0 0,0 1,0 0,0-1,0 1,1 0,-1 0,1 0,0 0,0 0,0 1,0-1,0 0,1 0,0 0,0 1,-1-1,2 0,-1 1,0-1,1 0,-1 0,1 1,0-1,0 0,1 0,-1 0,0 0,1 0,0-1,0 1,11 13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52:47.1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0,'22'4,"25"2,21 0,24-1,20-2,13-3,4-2,-9-1,-20 1,-28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52:46.2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1,'16'20,"14"17,11 10,10 6,6 7,4 3,3 3,0-1,-4-5,-8-5,-8-5,-9-10,-11-8,-10-11</inkml:trace>
  <inkml:trace contextRef="#ctx0" brushRef="#br0" timeOffset="263.457">441 69,'-16'9,"-10"9,-5 10,-1 8,-1 12,0 9,2 11,2 7,2 7,2 3,7-3,5-17</inkml:trace>
  <inkml:trace contextRef="#ctx0" brushRef="#br0" timeOffset="556.444">655 657,'3'10,"0"-1,1 1,0-1,1 0,0 0,0 0,1-1,0 0,0 0,1 0,0-1,0 0,1 0,0 0,0-1,1-1,0 0,0 0,0 0,0-1,1-1,-1 1,1-1,0-1,0 0,0-1,0 0,1 0,-1-1,0 0,-5-1,0 0,-1 0,1 0,-1-1,1 1,-1-1,0 0,0-1,0 1,0-1,0 0,0 1,-1-2,1 1,-1 0,0-1,0 0,0 1,-1-1,1 0,-1 0,0-1,0 1,0 0,-1-1,1 1,-1-1,0 0,-1 1,1-1,-1 0,0-3,1 1,-2 0,1 0,-1 0,0 0,0 0,-1 1,0-1,0 0,-1 1,1-1,-1 1,-1 0,1 0,-1 0,0 0,-1 1,1 0,-1-1,0 2,0-1,-6-3,1 4,1 0,-1 1,0 0,-1 1,1 0,0 0,-1 1,1 1,-1 0,1 0,-1 1,1 0,0 1,-1 0,1 1,0 0,0 0,1 1,-1 0,1 1,0 0,0 1,0 0,1 0,0 1,0 0,-1 2,-16 12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52:44.5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1,'5'20,"6"14,7 11,9 3,5 4,7 1,4-1,-1 0,-4 0,-3-3,-7-1,-7-4,-7-6,-5-7,-5-9</inkml:trace>
  <inkml:trace contextRef="#ctx0" brushRef="#br0" timeOffset="264.38">322 148,'-19'7,"-12"11,-8 15,-1 12,-2 12,2 13,6 7,6 3,8-1,8-8,5-15</inkml:trace>
  <inkml:trace contextRef="#ctx0" brushRef="#br0" timeOffset="540.641">562 576,'2'-16,"4"-12,2-6,0-1,1 2,2 12,-2 19,-2 18,-3 18,1 14,0 12,-2 3,1-2,3-6,-1-8,2-13,-1-11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52:48.8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 1,'4'22,"7"18,9 12,12 9,8 6,8 5,1 6,3 1,-4 1,-3-2,-7-5,-8-8,-8-16</inkml:trace>
  <inkml:trace contextRef="#ctx0" brushRef="#br0" timeOffset="266.806">377 81,'-16'14,"-10"15,-7 17,-5 17,-5 12,-4 11,-1 4,0 0,5-6,9-18</inkml:trace>
  <inkml:trace contextRef="#ctx0" brushRef="#br0" timeOffset="569.994">604 655,'11'-7,"0"-1,0 1,1 1,0 0,0 1,1 0,0 1,-1 0,1 1,1 0,-1 1,0 1,4 0,-15 1,1 0,0 1,0-1,-1 1,1 0,0-1,-1 1,1 0,0 1,-1-1,1 0,-1 1,0-1,0 1,1 0,-1 0,0 0,0 0,-1 0,1 0,0 0,-1 1,1-1,-1 0,0 1,0 0,0-1,0 1,0 0,0-1,-1 1,1 1,0 5,0 1,0 0,-1 0,0 0,-1 0,0 0,-1 0,-1 6,-7 15,-1 0,-2-1,0 0,-3-1,-4 6,-28 56,46-89,1 0,-1 0,0 0,1 0,-1 0,1 1,0-1,0 1,0-1,0 1,0-1,1 1,-1-1,1 1,-1 0,1-1,0 1,0 0,0-1,0 1,1 0,-1-1,1 1,0-1,0 1,-1-1,2 1,-1-1,0 1,0-1,1 0,-1 0,1 0,0 0,0 0,0 0,0 0,0 0,0-1,1 1,11 1,1 0,-1-2,0 0,0-1,1 0,-1-1,0 0,1-1,-1-1,10-4,-17 6,189-50,-98 21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52:50.4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1,'4'80,"3"-1,13 51,-10-67,51 452,-12 260,-26 263,-29-964,15-85,-5 2</inkml:trace>
  <inkml:trace contextRef="#ctx0" brushRef="#br0" timeOffset="719.155">415 548,'0'0</inkml:trace>
  <inkml:trace contextRef="#ctx0" brushRef="#br0" timeOffset="1030.32">415 548,'-2'0,"1"3,4 2,5 8,9 8,9 10,9 11,6 9,6 6,1 4,-2 1,-7-2,-8 0,-9-5,-9-7,-8-7,-8-10,-3-11</inkml:trace>
  <inkml:trace contextRef="#ctx0" brushRef="#br0" timeOffset="1290.628">763 656,'-9'2,"-6"10,-4 12,-3 16,-8 14,-8 12,-5 8,-4 4,3-4,3-7,10-14</inkml:trace>
  <inkml:trace contextRef="#ctx0" brushRef="#br0" timeOffset="3075.245">990 1110,'4'13,"0"0,1-1,0 1,1-1,0-1,1 1,0-1,3 2,-8-10,1 0,-1 0,1 0,0-1,0 1,0-1,0 1,1-1,-1 0,1 0,-1-1,1 1,-1-1,1 1,0-1,0-1,0 1,0 0,0-1,0 0,0 0,0 0,-1 0,1-1,0 1,0-1,0 0,0 0,1-1,6-2,-1-1,0 0,-1 0,1-1,-1-1,0 1,-1-1,1-1,-1 1,-1-2,1 1,-2-1,1 0,-1 0,0-1,-1 1,0-1,-1 0,0-1,2-9,-5 16,-1 0,1 1,-1-1,0 0,0 1,-1-1,1 0,-1 1,0-1,1 1,-2-1,1 1,0-1,-1 1,1 0,-1-1,0 1,0 0,-1 0,1 1,0-1,-1 0,0 1,0-1,0 1,0 0,0 0,0 0,0 0,0 1,-2-1,-3-1,-1 0,1 0,0 1,-1 1,1-1,-1 1,0 1,1-1,-1 2,0-1,1 1,-1 0,0 1,-1 1,-1 1,1 0,0 1,0 0,0 1,1 0,0 0,0 1,0 0,1 1,0-1,1 2,0-1,0 1,1 0,0 1,0-1,1 1,0 0,1 0,0 1,1-1,0 1,0 0,1 3,-6 26</inkml:trace>
  <inkml:trace contextRef="#ctx0" brushRef="#br0" timeOffset="4081.562">589 1832,'7'18,"9"15,11 14,10 10,8 6,7 2,4-1,0-3,-6-1,-6-4,-9-3,-10-6,-10-9,-7-12</inkml:trace>
  <inkml:trace contextRef="#ctx0" brushRef="#br0" timeOffset="4282.055">951 1819,'-21'13,"-13"17,-8 16,-3 14,1 11,5 4,8 1,9-1,8-4,7-15</inkml:trace>
  <inkml:trace contextRef="#ctx0" brushRef="#br0" timeOffset="4611.176">1218 2474,'18'-32,"-1"-1,-1 0,-2 0,-1-2,-2 0,-1 0,-2-1,-1 0,-2 0,-1-6,-7 299,1-228,2 0,1 0,2 0,0 0,2-1,1 1,1-1,2-1,3 7,6-2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52:58.1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1,'5'17,"-1"2,0-1,-2 0,0 1,-1-1,-1 1,2 36,15 267,-14 8,-2-73,12 294,-13-535,1 113,4 1,7 4,4 35,-9 0,-7 35,41 380,-42 295,14-549,-13 73,-53 30,25-81,14-149,-12-32,26-162,-10 28,2-32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52:55.7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 54,'27'541,"-7"-249,-14-187,40 545,-35-556,8 43,-7 2,-5 0,-7 0,-5-1,-11 37,9-134,1-12</inkml:trace>
  <inkml:trace contextRef="#ctx0" brushRef="#br0" timeOffset="3355.326">0 0,'3'0,"2"0,8 3,6 6,1 15,-3 15,-6 3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5:18.4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22,'-13'-1,"29"25,-9-16,77 89,-79-92,0-1,0 0,0 0,1-1,-1 1,1-1,0-1,0 1,0-1,1 0,-1 0,0-1,1 0,-1 0,1 0,-1-1,1 0,3 0,-4-3,1 1,0-1,-1-1,1 1,-1-1,0 0,-1 0,1-1,-1 0,1 0,-1 0,-1-1,1 0,-1 1,0-2,0 1,-1 0,0-1,0 1,0-1,-1 0,0 0,-1 0,1 0,-1-1,0 1,-1 0,0 0,-1-6,1 13,-1 1,1-1,0 1,-1 0,0-1,1 1,-1-1,1 0,-1 1,1-1,-1 1,0-1,1 0,-1 0,0 1,0-1,1 0,-1 0,0 0,1 0,-1 0,0 0,0 0,1 0,-1 0,0 0,1 0,-1 0,0 0,0-1,1 1,-1 0,0-1,1 1,-1 0,1-1,-1 1,0-1,1 1,-1-1,1 1,-1-1,1 1,-1-1,1 1,0-1,-1 0,1 1,0-1,-1 0,1 1,0-1,0 0,0 0,0 1,0-1,-1 0,1 1,0-1,1 0,-1 0,0 1,0-1,0 0,0 1,0-1,1 0,-1 0,0 1,1-1,-7 13,0 1,0 1,2-1,0 0,0 1,1 0,1 0,0 0,1 0,0 1,2 1,-1-15,0 87,4 0,4 0,19 86,1 8,-27-169,1-6,0 0,-1 0,0 1,0-1,0 1,-1-1,-1 1,1-1,-1 0,-1 1,1-1,-1 0,0 0,-1 0,1 0,-2 0,-2 6,2-12,1 1,-1-1,1 1,-1-1,0 0,0-1,1 1,-1 0,0-1,0 0,0 0,0 0,0-1,1 1,-1-1,0 0,0 0,1 0,-1-1,1 1,-1-1,1 0,-1 0,1 0,0 0,0 0,0-1,0 0,0 1,-13-11,0-1,1 0,0 0,1-2,1 0,0 0,1-1,1-1,1 0,0 0,1-1,1 0,-3-13,11 32,-1-2,0-1,0 1,0-1,0 1,0-1,1 0,-1 1,1-1,-1 0,1 0,0 1,0-1,1 0,-1 1,0-1,1 0,0 0,-1 1,1-1,0 1,0-1,1 1,-1-1,0 1,1 0,0-1,11-4,0 0,0 1,1 1,0 0,0 1,0 0,0 1,0 1,13-1,-21 2,121-11,-70 9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5:18.7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36,'9'-6,"1"1,1 0,-1 1,1 0,-1 1,1 0,0 1,2 0,-10 2,0-1,0 1,0 0,1 0,-1 0,0 0,0 0,0 1,0 0,1-1,-1 1,0 0,0 1,-1-1,1 0,0 1,0 0,-1 0,1-1,-1 2,1-1,-1 0,0 0,0 1,0-1,0 1,0 0,0-1,0 3,1 5,-1 1,0-1,-1 0,0 0,0 1,-1-1,-1 0,0 1,0-1,-1 0,0 0,-1 0,0 0,0 0,-1-1,0 1,-1-1,0 0,-1-1,-1 2,-35 91,42-100,-1 0,1 1,-1-1,1 1,0-1,0 0,0 1,0-1,0 1,0-1,0 0,1 1,-1-1,0 1,1-1,-1 0,1 1,-1-1,1 0,0 0,-1 0,1 1,0-1,0 0,0 0,0 0,0 0,0 0,0-1,0 1,1 0,-1 0,0-1,0 1,1-1,-1 1,0-1,1 1,58 4,40-20,-49 2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5:19.0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15,'21'-3,"18"0,15 0,11 0,6 2,-1 0,-5 2,-10 5,-13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5:19.3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6,'16'2,"19"1,21 0,20-3,15-6,-8-2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5:21.5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 45,'-7'0,"0"0,6 0,12 0,18 0,22-3,25-2,25-6,20-2,-10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5:22.6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1,'0'18,"0"13,0 8,0 4,0 2,0-3,2-5,1-8,0-8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5:22.8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 47,'-12'-3,"0"3,7 2,14 2,22-1,26 0,25-3,25-6,16-7,10-5,-17-1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5:22.1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54,'18'16,"13"12,10 8,7 4,5 3,0 3,-2 1,-3-4,-8-4,-7-6,-11-10</inkml:trace>
  <inkml:trace contextRef="#ctx0" brushRef="#br0" timeOffset="247.339">442 0,'-16'14,"-12"13,-8 14,-3 11,1 10,3 9,7 5,8 2,7-13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5:20.6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0,'2'7,"8"9,9 8,7 8,7 4,5 4,2 3,-1 4,-5 3,-5 0,-9-2,-7-4,-6-11</inkml:trace>
  <inkml:trace contextRef="#ctx0" brushRef="#br0" timeOffset="275.034">147 13,'-15'21,"-9"15,-1 11,0 7,5 5,6 2,3 2,4-3,2-12</inkml:trace>
  <inkml:trace contextRef="#ctx0" brushRef="#br0" timeOffset="535.805">321 321,'16'-10,"0"1,1 1,0 1,0 0,1 1,0 1,0 1,0 1,0 0,1 1,9 1,-26 1,0 0,0 0,0 0,1 0,-1 1,0-1,0 1,0-1,0 1,0 0,0 0,0 0,-1 0,1 0,0 0,0 1,-1-1,1 1,-1-1,1 1,-1-1,0 1,1 0,-1 0,0-1,0 1,0 0,-1 0,1 0,0 0,-1 0,1 0,-1 1,0-1,0 0,0 0,0 0,0 0,0 0,0 0,-1 1,-3 16,0 0,-2 0,0-1,-1 0,-1 0,-1-1,0 0,-1 0,-1-1,-3 2,-18 34,-9 36,41-86,0-1,0 1,0-1,0 1,1-1,-1 1,0-1,1 1,-1-1,1 0,-1 1,1-1,-1 1,1-1,0 0,0 0,0 1,0-1,0 0,0 0,0 0,0 0,0 0,0 0,1-1,-1 1,0 0,1 0,-1-1,1 1,-1-1,0 0,2 1,52 7,-32-8,-1-1,1-1,0-1,-1-1,0-1,2-2,26-8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5:24.4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1,'9'13,"17"5,20 0,24-4,24-7,15-8,6-9,-16-3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5:23.5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1,'21'16,"15"12,12 10,8 6,1 4,1 1,-5-1,-8-2,-8-4,-11-7,-10-7,-8-9</inkml:trace>
  <inkml:trace contextRef="#ctx0" brushRef="#br0" timeOffset="199.996">348 28,'-18'7,"-11"8,-7 12,-2 12,-1 11,1 8,5 6,9 1,7-4,12-5,6-12</inkml:trace>
  <inkml:trace contextRef="#ctx0" brushRef="#br0" timeOffset="528.299">642 496,'7'5,"1"0,-1 0,1 0,0-1,0 0,1-1,-1 0,1 0,0-1,-1 0,1-1,0 0,0 0,0 0,0-2,0 1,0-1,0 0,0-1,0 0,-1 0,1-1,-1 0,1 0,-1-1,0-1,0 1,-1-1,1 0,-1-1,0 0,-1 0,1 0,-1-1,-1 0,1 0,-1 0,0-1,-1 0,0 0,0 0,-1 0,3-8,-5 10,-1 1,1-1,-1 1,0-1,-1 1,1-1,-1 1,0-1,0 1,-1 0,0-1,0 1,0 0,0 0,-1 0,0 1,0-1,0 1,-1-1,1 1,-1 0,0 0,0 1,0-1,-1 1,1 0,-1 0,0 0,-2 0,-2-1,-1 0,1 0,0 2,-1-1,1 1,-1 0,0 1,0 0,0 1,1 0,-1 0,0 1,0 0,0 1,1 0,-3 2,-3 1,0 2,0 0,0 1,1 0,1 1,-1 1,2 0,-7 6,-12 15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5:26.8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1,'-2'18,"4"15,8 12,9 6,8 4,9 2,5-2,2-3,1-3,-2-1,-7-5,-6-3,-9-4,-7-3,-7-5,-3-8</inkml:trace>
  <inkml:trace contextRef="#ctx0" brushRef="#br0" timeOffset="251.911">350 148,'-16'0,"-10"5,-5 5,1 11,0 11,4 13,1 11,3 9,1 7,1 6,2-3,4-13</inkml:trace>
  <inkml:trace contextRef="#ctx0" brushRef="#br0" timeOffset="532.681">430 536,'15'-11,"2"0,-1 1,1 1,1 0,0 1,0 1,0 1,1 0,0 2,0 0,15-1,-30 4,0 0,0 1,0 0,0-1,0 1,-1 0,1 1,0-1,0 1,0 0,0 0,0 0,-1 0,1 1,0-1,-1 1,1 0,-1 0,0 0,0 1,0-1,0 1,0 0,0 0,-1 0,1 0,-1 0,0 0,0 1,0-1,0 1,-1-1,1 1,0 3,-2 8,-1 0,-1-1,0 1,-1-1,0 1,-1-1,-1 0,0 0,-1-1,0 0,-1 0,-1 0,-2 2,8-11,-74 131,75-134,0 0,0 1,0-1,0 1,0-1,0 1,0-1,1 1,-1 0,0-1,1 1,-1 0,1 0,0-1,0 1,-1 0,1 0,0 0,1-1,-1 1,0 0,0 0,1-1,-1 1,1 0,-1-1,1 1,0 0,0-1,0 1,0-1,0 1,0-1,0 1,0-1,1 0,-1 0,0 0,1 0,-1 0,1 0,-1 0,1 0,1 0,11 3,0-2,0 1,1-2,-1 0,0-1,1 0,-1-1,0-1,0 0,1-1,1-1,-7 2,81-16,-4-3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5:19.9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 4,'1'-1,"-1"1,0 0,1 0,-1-1,0 1,1 0,-1 0,1 0,-1-1,0 1,1 0,-1 0,1 0,-1 0,1 0,-1 0,0 0,1 0,-1 0,1 0,-1 0,1 0,-1 0,0 1,1-1,-1 0,1 0,-1 0,0 1,1-1,-1 0,1 0,-1 1,0-1,0 0,1 1,-1-1,0 0,1 1,-1-1,0 0,0 1,0-1,1 1,-1-1,0 0,0 1,0-1,0 1,0-1,0 1,0-1,0 1,0-1,0 0,0 1,0-1,0 1,0-1,-1 1,10 24,-2 1,-1-1,-1 1,1 27,-3-32,17 242,-11 1,-19 161,8-361,1-13,-28 1351,30-1120,-1-224</inkml:trace>
  <inkml:trace contextRef="#ctx0" brushRef="#br0" timeOffset="8762.641">0 2985,'0'-2,"0"5,0 11,2 13,1 15,0 22,-1 20,0 19,-1 14,0 8,-1-17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5:27.8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0,'3'23,"2"23,3 25,5 22,2 23,2 19,-1 17,-1 11,0 5,-1-2,0-8,0-12,-1-15,1-18,-3-29</inkml:trace>
  <inkml:trace contextRef="#ctx0" brushRef="#br0" timeOffset="2956.227">322 321,'13'14,"14"11,9 8,6 5,2 4,0 1,0-1,-3 1,-7-3,-4-4,-5-8,-7-9</inkml:trace>
  <inkml:trace contextRef="#ctx0" brushRef="#br0" timeOffset="3200.574">642 321,'-14'2,"-11"8,-10 11,-4 11,0 10,2 8,8 7,8 6,8-1,9-5,4-11</inkml:trace>
  <inkml:trace contextRef="#ctx0" brushRef="#br0" timeOffset="3495.791">923 589,'0'14,"0"1,1 0,1-1,1 1,0-1,0 0,5 10,-7-20,1 0,-1-1,1 1,0-1,0 1,1-1,-1 0,1 0,-1 0,1 0,0 0,0 0,0-1,0 1,1-1,-1 0,1 0,-1-1,1 1,0-1,0 1,0-1,-1 0,1-1,0 1,0-1,0 1,0-1,0 0,2-1,1-1,1-1,-1 1,0-2,0 1,0-1,0 0,-1 0,1-1,-1 0,0 0,-1 0,1-1,-1 0,0 0,0 0,-1-1,0 0,0 1,-1-1,1-1,-2 1,1 0,-1-1,0 0,0 1,-1-1,0 0,-1 0,0-3,0 6,0 0,0 0,-1 1,0-1,0 0,0 0,-1 1,0-1,0 1,0-1,0 1,-1 0,1-1,-1 1,0 1,0-1,-1 0,1 1,-1 0,0 0,0 0,0 0,0 0,0 1,0 0,-1 0,1 0,-1 0,0 1,1 0,-1 0,0 0,0 0,0 1,0 0,0 0,0 0,1 0,-1 1,0 0,0 0,0 1,-7 1,1 2,-1-1,1 2,0-1,0 2,0-1,1 2,0-1,0 1,1 1,-7 8,-21 24</inkml:trace>
  <inkml:trace contextRef="#ctx0" brushRef="#br0" timeOffset="3802.425">522 1204,'4'16,"7"14,10 11,10 8,12 2,10 2,5-1,-1-6,-3-5,-6-8,-12-9</inkml:trace>
  <inkml:trace contextRef="#ctx0" brushRef="#br0" timeOffset="4002.886">856 1190,'-16'16,"-10"14,-2 12,-2 9,1 8,2 5,4 1,5-4,6-13</inkml:trace>
  <inkml:trace contextRef="#ctx0" brushRef="#br0" timeOffset="4301.968">1097 1578,'13'-32,"0"-1,-2-1,-2 0,5-30,-7 29,-6 78,-1-12,-2 27,3 0,3 0,7 37,-2-57</inkml:trace>
  <inkml:trace contextRef="#ctx0" brushRef="#br0" timeOffset="4904.329">1391 27,'0'-3,"0"3,2 7,1 14,2 19,3 22,-1 22,2 22,-1 21,-3 13,1 8,2 2,1-5,2-10,1-16,3-15,2-20,-3-23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5:34.1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0,'71'182,"-28"-57,-6 1,-5 1,-5 2,-7 1,-1 44,3 231,-17 26,5 149,18-156,-6-145,-12 1,-22 204,7-436,-1 83,7-127,-1 1,1-1,0 0,0 0,0 0,1 0,0 0,-1 0,1 0,1-1,-1 1,0-1,1 1,2 1,-4-5,0 0,0 0,0 0,0 0,0 0,0-1,0 1,0 0,0-1,0 1,0-1,0 1,0-1,0 0,0 1,-1-1,1 0,0 1,0-1,-1 0,1 0,-1 0,1 0,-1 1,1-1,-1 0,1 0,-1 0,0 0,1 0,-1 0,0 0,0 0,0-1,0 1,0 0,0 0,7-22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5:53.6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0,'7'20,"6"28,7 35,5 37,4 37,1 33,-4 25,-5 16,-5 6,-8-5,-8-16,-6-23,-2-27,-1-30,-1-31,3-30,2-26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5:49.4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64 95,'-9'-16,"-6"-8,-2-1,2 5,8 11,11 15,15 19,11 17,12 14,5 11,4 6,-2 0,-5-7,-6-8,-4-13,-6-14,-7-12</inkml:trace>
  <inkml:trace contextRef="#ctx0" brushRef="#br0" timeOffset="250.333">384 134,'-13'-16,"-10"-5,-7 1,-6 9,-3 12,-2 18,1 17,4 16,5 13,7 6,7 6,5 0,8-4,6-9,3-16</inkml:trace>
  <inkml:trace contextRef="#ctx0" brushRef="#br0" timeOffset="532.641">451 482,'0'1,"42"125,-39-120,0 0,0-1,0 1,1-1,0 1,0-1,0 0,0-1,1 1,0-1,0 0,0 0,0 0,1-1,0 0,-1 0,1 0,0-1,1 1,-2-2,0-1,-1 1,1-1,0 0,-1 0,1-1,0 1,-1-1,1 0,0 0,-1 0,0-1,1 0,-1 0,0 0,0 0,0-1,0 1,0-1,0 0,-1 0,0-1,1 1,-1-1,0 1,2-5,2-3,0 0,0 0,-1 0,-1-1,0 0,-1 0,0-1,-1 1,1-6,-2 9,-1-1,-1 1,0-1,0 1,-1-1,0 1,0-1,-1 1,0 0,-1-1,0 0,1 7,1 0,0 0,-1-1,1 1,-1 0,0 1,0-1,0 0,-1 1,1-1,-1 1,1-1,-1 1,0 0,0 0,0 0,0 1,0-1,0 1,0 0,0 0,-1 0,1 0,-1 0,1 1,0-1,-1 1,1 0,-1 0,1 0,-4 1,-1 1,1 0,-1 1,0 0,1 0,-1 0,1 1,0 0,0 1,1-1,-1 1,1 1,0-1,0 1,1 0,0 0,0 1,-2 3,-62 124,47-70</inkml:trace>
  <inkml:trace contextRef="#ctx0" brushRef="#br0" timeOffset="2538.016">77 1378,'11'21,"13"15,12 11,8 7,7 2,3 2,-1 0,-3-4,-4-3,-9-7,-10-10</inkml:trace>
  <inkml:trace contextRef="#ctx0" brushRef="#br0" timeOffset="2807.808">425 1338,'-10'13,"-6"17,-9 18,-3 18,-5 12,-3 10,0 4,1-1,7-7,8-10,8-18</inkml:trace>
  <inkml:trace contextRef="#ctx0" brushRef="#br0" timeOffset="3068.791">678 1859,'38'-228,"-22"89,-10 192,-6-50,13 206,23 97,-27-251</inkml:trace>
  <inkml:trace contextRef="#ctx0" brushRef="#br0" timeOffset="3558.618">932 28,'-1'-3,"-2"-17,3 20,0 0,0 0,0 0,0 1,0-1,0 0,1 0,-1 0,0 0,0 0,0 0,0 0,0 0,1 0,-1 0,0 0,0 0,0 0,0 0,0 0,0 0,1 0,-1 0,0 0,0-1,0 1,0 0,0 0,0 0,1 0,-1 0,0 0,0 0,0 0,0 0,0-1,0 1,0 0,0 0,0 0,0 0,30 70,1 42,-5 2,-5 1,-4 8,33 374,-23 1,-27 265,-1-725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5:54.9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0,'9'3,"10"0,11 0,11-1,8 0,5-1,2 0,1-1,-5 0,-11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5:55.2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0,'16'10,"17"2,18-3,19-8,13-8,7-5,-13-1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6:04.5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0 206,'5'-18,"3"-13,3-8,0-2,-3 4,-2 10,-4 15,-5 18,-5 19,-2 18,-1 11,3 7,4 2,10-3,9-8,10-7,1-12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6:05.0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0,'12'14,"17"4,19 0,21-4,13-7,10-6,2-4,-6-1,-13 0,-19 6,-20 2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6:05.2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6,'19'0,"18"0,18 0,13 0,10 0,4 0,-3-2,-15-1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6:03.6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0 267,'23'5,"19"1,13 0,9-1,5-4,0-2,-3-1,-5-2,-10-1,-10-1,-12-1</inkml:trace>
  <inkml:trace contextRef="#ctx0" brushRef="#br0" timeOffset="264.734">241 108,'-5'15,"-1"15,1 12,0 9,4 8,2 5,3 0,3 0,3-8,4-8,0-13</inkml:trace>
  <inkml:trace contextRef="#ctx0" brushRef="#br0" timeOffset="512.074">642 0,'18'21,"13"15,11 11,6 9,5 4,2-1,-1-5,-1-4,-3-6,-5-5,-5-9,-10-8</inkml:trace>
  <inkml:trace contextRef="#ctx0" brushRef="#br0" timeOffset="700.081">1043 54,'-14'16,"-10"14,-10 16,-2 11,-2 10,3 5,5-1,5-4,8-3,10-9,12-9,11-12,3-12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6:02.4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 3,'-2'-3,"-1"5,2 6,7 8,6 11,7 9,11 9,9 5,7 1,6 1,5-2,0-4,-1-6,-5-8,-7-4,-13-5,-10-4,-10-5</inkml:trace>
  <inkml:trace contextRef="#ctx0" brushRef="#br0" timeOffset="253.242">461 56,'-14'0,"-11"9,-5 15,-6 14,0 12,1 9,2 8,2 2,4-2,7-5,6-12,11-13,5-13</inkml:trace>
  <inkml:trace contextRef="#ctx0" brushRef="#br0" timeOffset="601.348">675 511,'11'9,"0"-1,1 0,0 0,0-1,0-1,1 0,0-1,0 0,1-1,-1 0,1-1,0-1,0 0,0-1,12-1,-22 0,1-1,-1 0,0 0,1 0,-1 0,0-1,0 0,0 1,0-2,0 1,0 0,-1-1,1 0,-1 0,0 0,0 0,0 0,0-1,0 1,-1-1,1 0,-1 0,0 1,0-2,-1 1,1 0,-1 0,0 0,0-1,0 1,-1-1,0 1,1 0,-2-1,1 1,0-1,-1 1,0-1,0 1,0 0,-2-4,0 2,-1 0,1 0,-1 1,-1-1,1 1,-1 0,1 0,-2 1,1 0,0-1,-1 2,0-1,0 1,0 0,0 0,0 0,-1 1,1 0,-1 0,0 1,1 0,-1 0,0 1,0-1,1 1,-1 1,0 0,0-1,1 2,-1-1,0 1,1 0,-1 1,1-1,0 1,-1 1,1-1,1 0,-1 0,1 0,0 1,0-1,0 1,0 1,1-1,-1 0,1 1,1 0,-1 0,1 0,-1 1,1-1,1 1,-1 0,1-1,0 1,1 0,-1 1,1-1,0 0,0 0,1 0,0 1,0-1,1 0,0 0,9 20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6:08.7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188 282,'20'9,"17"10,12 8,10 9,4 8,0 7,-2 4,-3 2,-9 1,-6-4,-12-3,-8-9,-9-8,-6-11</inkml:trace>
  <inkml:trace contextRef="#ctx0" brushRef="#br0" timeOffset="249.003">616 268,'-16'16,"-12"17,-8 16,-5 13,-2 10,4 7,6 3,9-1,9-7,10-12,14-15,6-14</inkml:trace>
  <inkml:trace contextRef="#ctx0" brushRef="#br0" timeOffset="528.769">910 790,'-1'4,"0"0,0 1,1-1,-1 0,1 1,0-1,0 1,0-1,1 0,0 1,0-1,0 0,0 1,0-1,1 0,0 0,0 0,0 0,0 0,1-1,0 1,-1-1,1 0,0 1,1-1,-1 0,1-1,-1 1,1-1,0 0,0 1,0-2,0 1,0 0,0-1,0 0,1 0,-1 0,3 0,3 0,-1-1,1 0,0 0,-1-1,1-1,-1 0,0 0,0 0,1-1,-2-1,1 1,0-2,-1 1,1-1,-1 0,-1-1,5-3,-7 5,-1 0,1 0,-1 0,0-1,-1 1,1-1,-1 0,0 0,0 0,0 0,-1-1,0 1,0-1,0 1,0-1,-1 0,0 0,-1 0,1 0,-1 1,0-1,0 0,-1 0,0 0,0 0,0 0,-1 1,-1-5,-1 3,1 0,-1 0,0 1,-1-1,0 1,0 0,0 0,-1 1,1 0,-1 0,-1 0,1 1,-1-1,0 1,1 1,-2 0,1 0,0 0,-1 1,-6-2,1 1,0 1,0 0,0 1,0 0,0 1,0 0,-1 1,1 1,0 0,0 1,1 0,-1 1,2 0,1 0,0 1,0 1,1-1,0 1,0 1,0 0,0 0,1 1,1-1,-1 2,1-1,0 1,-3 7,-4 10</inkml:trace>
  <inkml:trace contextRef="#ctx0" brushRef="#br0" timeOffset="903.803">1 81,'11'9,"16"3,16 0,17-3,16-4,16-9,11-7,5-5,1-3,-6-2,-13 4,-14 1,-16 5,-15 3,-16 4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6:10.6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46 52,'-1'1,"0"0,0 0,0 0,1 1,-1-1,0 0,0 1,1-1,-1 1,1-1,0 1,-1-1,1 1,0-1,0 1,0-1,0 1,0-1,0 1,0-1,0 1,1-1,-1 1,0-1,1 1,0-1,-1 0,1 1,0-3,1 1,-1 0,0-1,0 0,1 1,-1-1,0 0,0 1,0-1,0 0,0 0,0 0,0 0,0 0,0 0,0 0,0 0,-1-1,1 1,0 0,-1 0,1-1,-1 1,0 0,1-1,-1 1,0 0,0-1,1 0,0 1,0-1,0 1,0-1,0 1,-1-1,1 0,-1 1,1-1,-1 0,0 0,1 1,-1-1,0 0,0 0,0 1,0-1,-1 0,1 0,0 1,-1-1,0 0,1 1,-1-1,0 0,1 1,-1-1,0 1,0-1,0 1,-1 0,1-1,0 1,0 0,-1 0,1 0,-1 0,1 0,-1 0,1 0,-1 0,0 1,-1 1,0 1,0 0,0-1,1 1,-1 1,0-1,1 0,-1 0,1 1,0 0,0-1,0 1,0 0,0 0,0 0,1 0,0 0,0 1,0-1,0 0,0 1,0-1,1 0,0 1,-1-1,1 1,1-1,-1 1,0-1,7 20,2-4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6:11.7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1 208,'9'-16,"5"-12,3-8,1-3,-3 4,-4 4,-4 11,-5 18,-6 17,-2 17,1 13,0 8,1 3,7 0,4-5,6-6,2-9,0-10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6:12.4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41,'23'-10,"235"7,394-22,-639 23,-21 2,-6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6:11.2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1,'2'18,"6"15,8 11,10 8,10 3,8 2,6 0,0-2,0-3,-5 0,-5-2,-8-5,-6-8,-8-8,-7-9</inkml:trace>
  <inkml:trace contextRef="#ctx0" brushRef="#br0" timeOffset="207.445">348 68,'-18'18,"-11"18,-7 13,-2 13,3 9,6 6,7 2,7-2,9-7,10-11,4-15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6:13.8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16 272,'-15'1,"36"2,-11-2,102 6,0-4,0-5,39-9,703-87,740-4,-1475 98,380-28,-397 16,-102 16,18-6,-22-3,-16 2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6:17.3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1,'15'7,"16"2,10 0,10-2,8-2,5-2,0-4,-3-2,-7 0,-14 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6:17.6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4,'16'6,"18"4,21-4,18-5,15-6,6-5,-13-1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6:18.787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1484,'121'1252,"-70"-720,48 644,-89-476,-11-693,1-14,0-7</inkml:trace>
  <inkml:trace contextRef="#ctx0" brushRef="#br0" timeOffset="6530.824">949 3917,'11'16,"9"14,5 10,5 5,5 6,5 0,5 1,3-2,2-2,-2-3,-4-4,-8-7,-5-5,-8-7</inkml:trace>
  <inkml:trace contextRef="#ctx0" brushRef="#br0" timeOffset="6781.185">1404 3944,'-16'9,"-12"13,-8 12,-5 14,-2 11,-1 7,5 4,7 1,6 0,9-5,8-12,6-14</inkml:trace>
  <inkml:trace contextRef="#ctx0" brushRef="#br0" timeOffset="7092.925">1591 4278,'13'-6,"1"0,0 1,0 0,1 2,-1-1,1 2,0 0,-1 1,1 0,0 1,12 2,-24-2,1 1,-1 0,0-1,0 1,0 1,0-1,0 0,0 1,0-1,0 1,-1 0,1 0,-1 0,1 1,-1-1,0 0,0 1,0-1,0 1,0 0,0 0,-1 0,1 0,-1 0,0 0,0 0,0 0,-1 0,1 1,-1-1,1 0,-1 0,0 1,-1-1,1 0,0 1,-1-1,0 0,-6 22,-2 0,-1-1,-1-1,0 0,-2 0,-1-1,-1-1,0 0,-2-1,0-1,-7 4,17-14,-101 113,107-121,0-1,0 1,0-1,0 1,0-1,0 1,1 0,-1-1,0 1,0 0,1 0,-1-1,0 1,1 0,-1 0,1 0,-1 0,1 0,-1 0,1 0,0 0,0 0,-1 0,1 0,0 0,0 0,0 0,0 0,0 0,0 0,1 0,-1 1,0-1,0 0,1 0,-1 0,0-1,1 1,-1 0,1 0,0 0,-1 0,1 0,0 0,-1-1,1 1,0 0,0-1,0 1,0 0,-1-1,1 1,0-1,0 1,0-1,0 0,1 1,13 1,1 0,-1 0,1-2,0 0,-1 0,1-2,5-1,5 1,246-37,-188 24</inkml:trace>
  <inkml:trace contextRef="#ctx0" brushRef="#br0" timeOffset="8493.875">3074 3971,'0'7,"3"8,7 10,6 9,10 5,10 6,7 4,6 0,4-1,-1-2,-5-4,-5-7,-5-7,-10-7,-9-6</inkml:trace>
  <inkml:trace contextRef="#ctx0" brushRef="#br0" timeOffset="8806.547">3396 3998,'-3'9,"-2"10,-3 8,-5 9,-5 8,-7 7,-8 6,-2 3,0 0,7-3,7-4,8-12</inkml:trace>
  <inkml:trace contextRef="#ctx0" brushRef="#br0" timeOffset="9503.432">3756 4518,'16'-37,"-2"-1,-2-1,-1 0,5-39,-12 198,1-34,3 0,4 0,8 16,-13-71</inkml:trace>
  <inkml:trace contextRef="#ctx0" brushRef="#br0" timeOffset="13535.585">2994 3677,'-28'13,"29"-12,0 0,-1 0,1 0,0-1,0 1,0 0,0 0,0 0,1-1,-1 1,0-1,0 1,0-1,1 1,-1-1,0 0,0 1,1-1,-1 0,0 0,1 0,-1 0,0 0,0 0,2-1,-1 1,48 1,-1-2,1-2,37-9,21-1,-71 9,1 2,-1 1,1 2,0 2,-1 1,3 2,-6 1,-22-5</inkml:trace>
  <inkml:trace contextRef="#ctx0" brushRef="#br0" timeOffset="14788.658">4505 4171,'-4'0,"-3"2,2 4,2 0,3-3,3-5,1-3,1-4,-2-3,-3 2,-4 1,-3 3,-1 5,1 4,2 5,6 0,3-1</inkml:trace>
  <inkml:trace contextRef="#ctx0" brushRef="#br0" timeOffset="15077.482">4893 3917,'7'9,"9"10,8 11,10 9,5 7,6 5,1 3,1-1,-4-3,-7-2,-7-4,-9-4,-7-6,-7-8,-3-7</inkml:trace>
  <inkml:trace contextRef="#ctx0" brushRef="#br0" timeOffset="15325.454">5227 3958,'-14'13,"-11"14,-6 12,-2 10,0 8,1 6,1 3,6-2,8-6,6-7,12-11,13-12,3-11</inkml:trace>
  <inkml:trace contextRef="#ctx0" brushRef="#br0" timeOffset="15665.546">5467 4479,'13'10,"0"-1,0-1,1 0,0-1,1 0,0-1,-1-1,2 0,-1-1,1-1,-1 0,1-1,5-1,-16-1,0-1,-1 0,1 0,-1-1,0 1,1-1,-1 0,0 0,0 0,0-1,0 1,-1-1,1 0,-1 0,1 0,-1-1,0 1,0-1,-1 0,1 0,-1 0,0 0,0 0,0 0,0-1,-1 1,0-1,0 1,0-1,0 1,-1-1,0 1,1-1,-2 0,1 1,-1-1,1 1,-1-1,-1 1,1-1,-1 1,1-1,-1 1,0 0,-1 0,1 0,-1 0,0 1,1-1,-2 1,1-1,0 1,-4-2,0 0,-1 0,0 1,0 0,0 0,0 1,0 0,-1 0,0 1,1 0,-1 0,0 1,0 1,0-1,0 2,0-1,-1 1,-143 30,139-27,-20 5</inkml:trace>
  <inkml:trace contextRef="#ctx0" brushRef="#br0" timeOffset="16171.234">4733 3756,'13'0,"12"0,8 0,10 0,7 0,8 3,4 0,2 0,0 0,-4-2,-7 0,-8-2,-13-2</inkml:trace>
  <inkml:trace contextRef="#ctx0" brushRef="#br0" timeOffset="18166.707">2634 3396,'1'-2,"0"1,0 0,0 0,1 0,-1 0,0 0,1 0,-1 0,1 1,-1-1,1 0,-1 1,1 0,0-1,-1 1,1 0,-1-1,1 1,0 0,-1 0,1 0,0 1,-1-1,2 0,258-12,-98 21,1-8,0-7,90-17,-101 3,0 8,2 6,187-18,102 1,9 10,-420 11,1 0,0 3,0 0,10 4,133 14,-95-6,-59-12,-31-8</inkml:trace>
  <inkml:trace contextRef="#ctx0" brushRef="#br0" timeOffset="19409.309">6377 949,'4'58,"3"0,2 0,3-1,2-1,3 0,21 45,9 40,-1 43,-9 3,-7 1,-9 1,-6 67,21 171,-3-148,11 108,-14 38,-28 525,-1-897,2 1,3-1,2-1,10 33,12-146,-21 39</inkml:trace>
  <inkml:trace contextRef="#ctx0" brushRef="#br0" timeOffset="889.719">816 1966,'2'18,"5"13,9 8,8 4,9 2,6 1,3-1,1-2,-2-2,-3 0,-4-4,-8 0,-8-5,-7-5,-6-8</inkml:trace>
  <inkml:trace contextRef="#ctx0" brushRef="#br0" timeOffset="1153.078">1110 2059,'-14'13,"-9"17,-7 14,-6 13,-3 11,0 7,3 2,5-2,7-6,9-9,6-15</inkml:trace>
  <inkml:trace contextRef="#ctx0" brushRef="#br0" timeOffset="1524.159">1310 2340,'5'-2,"1"0,-1 1,1 0,0 0,-1 1,1-1,0 1,-1 0,1 1,0-1,-1 1,1 0,-1 1,1 0,-1-1,1 2,-1-1,0 0,0 1,0 0,-1 0,1 1,-1-1,1 1,-1 0,0 0,-1 1,1-1,-1 1,0 0,0 0,0 0,-1 0,1 0,-1 0,0 1,-1-1,0 1,1 4,-3 3,-2-1,1 1,-2-1,1 0,-2 0,1 0,-2 0,0-1,0 0,-1 0,0-1,-1 0,0 0,0 0,-1-1,-6 4,3 0,-35 42,46-54,1-1,-1 1,0 0,1 0,-1-1,1 1,-1 0,1 0,-1 0,1-1,0 1,-1 0,1 0,0 0,-1 0,1 0,0 0,0 0,0 0,0 0,0-1,0 1,0 0,1 0,-1 0,0 0,0 0,1 0,-1 0,0 0,1-1,-1 1,1 0,-1 0,1 0,0-1,-1 1,1 0,0-1,-1 1,1-1,0 1,0-1,-1 1,1-1,0 1,0-1,0 0,0 1,0-1,0 0,0 0,53 3,-20-6,0-2,-1-1,0-2,0-1,0-2,-1-1,14-9,-7 1</inkml:trace>
  <inkml:trace contextRef="#ctx0" brushRef="#br0" timeOffset="1931.013">588 1925,'21'-2,"22"-1,22-2,21-3,18-2,12-1,4-2,-4 2,-13 3,-17 2,-24 5,-26 5,-26 6,-22 4,-9-1</inkml:trace>
  <inkml:trace contextRef="#ctx0" brushRef="#br0" timeOffset="2835.231">2660 1938,'2'7,"8"9,9 9,10 6,10 6,7 5,2 4,-2 2,-5 1,-6 0,-10-3,-9-3,-12-8,-6-9</inkml:trace>
  <inkml:trace contextRef="#ctx0" brushRef="#br0" timeOffset="3101.52">2941 1925,'-14'7,"-8"9,-6 13,-3 16,1 10,-1 11,4 2,3 2,7-5,7-6,11-9,5-13</inkml:trace>
  <inkml:trace contextRef="#ctx0" brushRef="#br0" timeOffset="3367.356">3222 2340,'9'-21,"5"-13,3-5,-2 1,-1 5,-3 15,-5 17,-7 16,-2 14,-2 12,1 10,1 2,3 3,6-2,5-6,2-6,2-8,-3-10</inkml:trace>
  <inkml:trace contextRef="#ctx0" brushRef="#br0" timeOffset="3614.745">2486 1792,'14'0,"20"0,20 0,20 0,15 0,8 0,1-2,-4-2,-9 1,-15 1,-19 0</inkml:trace>
  <inkml:trace contextRef="#ctx0" brushRef="#br0" timeOffset="5579.335">4278 1551,'20'7,"23"2,23 0,22-3,19-1,12-4,4-5,-4-1,-12-2,-20 0,-22 1,-25 4,-24 2,-14 4,-11 3,-5 2,0 1</inkml:trace>
  <inkml:trace contextRef="#ctx0" brushRef="#br0" timeOffset="4597.416">4358 1859,'9'4,"10"7,11 10,9 10,7 10,5 9,1 5,-2 2,-7 0,-7-2,-8-6,-8-7,-7-9,-5-9</inkml:trace>
  <inkml:trace contextRef="#ctx0" brushRef="#br0" timeOffset="4845.742">4639 1859,'-21'9,"-11"12,-4 12,-1 13,3 11,6 9,7 5,7 1,7-2,5-8,5-15</inkml:trace>
  <inkml:trace contextRef="#ctx0" brushRef="#br0" timeOffset="5190.369">4960 2273,'0'8,"0"-1,1 1,-1-1,2 1,-1-1,1 1,0-1,1 0,-1 1,2-1,-1-1,1 1,0 0,0-1,0 0,1 0,0 0,1-1,-1 1,1-1,0-1,0 1,0-1,1 0,0 0,0-1,0 0,0 0,0-1,5 1,-2 0,0-1,0-1,0 1,0-2,0 1,1-2,-1 1,0-1,0-1,8-2,-14 3,-1 0,1 0,-1 0,1 0,-1-1,0 1,0-1,1 0,-1 0,-1 0,1-1,0 1,0-1,-1 1,0-1,1 0,-1 0,0 0,-1 0,1-1,0 1,-1 0,0-1,1 1,-2-1,1 1,0-1,-1 1,1-1,-1 0,0-2,-1 1,1 0,-1 0,0 0,0 0,-1 0,0 0,0 0,0 1,0-1,-1 1,1-1,-1 1,0 0,-1 0,1 0,-1 1,0-1,0 1,0 0,0 0,0 0,-1 0,1 1,-3-2,-5-1,0 0,0 1,0 0,0 1,0 0,-1 1,1 1,-1 0,-7 0,1 2,1 2,-1-1,1 2,0 1,0 0,0 1,0 1,1 1,1 0,-1 1,1 1,1 1,-12 9,-4 6</inkml:trace>
  <inkml:trace contextRef="#ctx0" brushRef="#br1" timeOffset="27807.37">3649 936,'-79'-13,"-151"27,179-10,1 2,-1 3,1 1,1 3,-39 16,87-29,-264 115,242-105,1 0,1 2,0 1,0 0,1 1,1 1,0 1,0 3,-163 175,171-181,1-1,1 2,0-1,1 1,0 1,1-1,1 1,0 1,1-1,0 1,2-1,-2 11,-43 220,46-226,1 1,0 0,2-1,1 1,0-1,2 1,0-1,1 0,2 2,11 58,-15-55,1-1,1 0,1-1,1 1,1-1,1-1,1 1,1-1,1-1,0 0,15 16,131 130,-150-159,0 1,0-1,1-1,0 0,0 0,1-1,0 0,0 0,0-1,1-1,0 1,0-2,0 0,0 0,5 0,120 33,-114-31,0 0,0-1,0-1,1-1,-1-1,1 0,-1-2,1-1,34 0,-25 2,275-14,-101-12,-100 40,301-14,-275 13,25-5,92-2,-155-7,206-1,2-47,-286 47,3 1,0 0,1-1,-1-1,0-1,-1-1,1-1,-1 0,0-1,0-1,-1-1,0 0,-1-1,3-3,-6 3,-1 1,-1-2,0 1,0-2,-1 1,0-1,-1-1,-1 0,0 0,0-1,-1 0,2-8,36-180,-35 180,-2-1,-1-1,0 1,-2-1,-1 0,0 0,-2-1,-1 1,-1 0,-1-1,-1-2,-60-198,25 108,24 71,-2 1,-2 1,-2 0,-21-35,22 45,-1 2,-1 0,-2 1,-1 0,-2 2,-1 1,-1 2,-12-9,9 14,-1 1,-1 2,-1 2,0 0,-1 3,-1 0,-32-6,-47-6,-95-7,167 26,-97-6,-1 5,-63 9,52-1,99 0,0 1,0 2,-11 5,-191 46,225-49,16-3,-1 0,0 1,1 0,-1 1,1 0,0 1,1 0,0 1,-9 7,13-7</inkml:trace>
  <inkml:trace contextRef="#ctx0" brushRef="#br1" timeOffset="28775.853">2447 148,'-25'-4,"0"2,0 0,0 2,0 1,0 1,0 1,0 1,0 1,1 1,0 2,0 0,1 2,0 0,1 1,0 2,0 0,2 1,0 1,-14 13,18-15,1 0,-1 0,2 2,0-1,1 2,1 0,0 1,1 0,1 0,0 1,1 0,2 1,0 0,0 1,2-1,0 1,2 0,0 0,1 4,2-17,0 0,0-1,1 1,0 0,0-1,0 1,1-1,0 0,1 1,-1-1,1 0,0 0,1 0,-1-1,1 1,0-1,1 0,-1 0,1 0,0-1,0 0,1 1,-1-2,1 1,0-1,0 0,0 0,0 0,0-1,1 0,-1-1,1 1,2-1,11 0,0-2,-1 0,1-1,-1-1,1-1,-1-1,-1-1,1 0,-1-1,0-1,0-1,-1 0,0-2,-1 0,14-11,6-5,-1 0,-2-3,0 0,-2-3,-1 0,4-9,-19 21,-1 0,0-1,-2 0,0-1,-2 0,0-1,-2-1,-1 1,0-1,-2 0,1-13,-5 31,0 1,-1-1,0 0,0 1,0-1,-1 0,1 1,-2-1,1 1,-1-1,0 1,0 0,-1 0,0 0,0 0,0 0,-1 1,1-1,-1 1,-1 0,1 0,-1 0,0 1,0 0,0 0,-1 0,1 0,-1 1,0 0,-1 0,-3 0,0 0,-1 1,1 1,-1-1,1 2,-1 0,1 0,-1 1,1 0,-1 0,1 1,0 1,-1 0,1 0,1 1,-1 1,0-1,1 1,0 1,0 0,1 0,0 1,0 0,0 0,1 1,0 0,0 0,1 0,0 1,1 0,0 1,0-1,1 1,0 0,1 0,0 0,0 0,1 0,1 1,0-1,0 1,1 9,5 6,2 1,1-2,1 1,1-1,1 0,1-1,2 0,0-1,1-1,1 0,2-1,0 0,-17-20,76 95,-34-44,-2 0,-2 3,-3 1,10 25,-23-29</inkml:trace>
  <inkml:trace contextRef="#ctx0" brushRef="#br1" timeOffset="35630.39">2807 3569,'-3'2,"0"-1,0 0,0 1,0-1,0 1,0 0,0 0,0 0,1 0,-1 1,1-1,-1 1,1 0,0-1,0 1,0 0,1 0,-1 0,1 0,0 1,-1-1,1 0,1 1,-1-1,0 0,1 1,0-1,0 1,0-1,0 1,-2 7,-19 97,19 101,16-84,-6 6,26 6,-9-38,-22-76,1 0,0 0,2-1,0 1,2-1,1-1,7 15,21 58,67 178,-97-260,1 0,1-1,0 1,0-2,1 1,0-1,1-1,0 0,1 0,-1-1,2-1,-1 0,1 0,0-2,4 2,4 4,13 3,0-2,0-1,1-1,0-2,1-2,24 1,84 18,-54-9,-67-13,-1 1,1 0,-1 2,1 0,-2 2,1 0,3 4,23 10,1-1,1-3,0-1,2-4,0-1,24 1,-30-5,1-3,0-1,21-3,313-2,-209-25,-94 15,0-4,70-23,-37 9,-67 19,-1-2,0-2,0-2,24-14,-65 29,27-12,-1-2,0 0,-1-2,0-2,-2 0,0-1,-2-2,0 0,13-18,84-130,-111 157,1-2,-2 1,0-1,0-1,-1 1,-1-1,-1 0,-1-1,0 1,-1-1,1-6,1-191,-7 135,4 40,-3 0,-1 0,-2 0,-1 0,-2 0,-2 1,-2 0,-1 1,-2-1,-14-33,24 57,-1 0,0 0,-1 0,0 1,-1 0,-1 0,0 1,-1 0,0 0,-1 1,-3-3,-115-93,105 85,5 2,0 2,-2 0,0 2,-1 0,-1 1,-4-1,-15-7,-84-34,-76 47,170 5,-1 1,0 2,0 1,-30 3,-2-1,25-1,17-1,1 1,-1 1,0 0,1 2,-17 4,5 2,-2-2,1-1,-1-2,0-1,-29-2,-91 7,-101-3,151 22,90-21,0-1,0-1,0 0,-1-1,0 0,-12 0,-131 17,86-22,60-1,-1 1,0 1,0 0,0 1,-1 1,1 0,1 1,-15 3,13-3,-92-12,97 9,-58-14,60 11,0 0,0 1,-1 0,1 0,-1 1,1 0,-1 0,0 1,0 0,0 1,-6 0,-119-27,27 14,-13 0,103 13,3-1,0 1,0 0,0 1,1 1,-1 0,0 1,0 0,-6 3,-124 46,112-34,17-6</inkml:trace>
  <inkml:trace contextRef="#ctx0" brushRef="#br1" timeOffset="38614.064">4960 5696,'-23'11,"2"2,-1 1,1 0,1 1,1 2,0 0,1 1,1 0,1 2,1 0,0 1,1 0,2 1,0 0,1 1,2 1,-4 10,9-21,0 0,0 1,2 0,-1 0,2 0,0 0,0 0,2 5,-1-15,0 0,0-1,1 1,0 0,0-1,0 1,0-1,0 1,1-1,-1 1,1-1,0 0,0 0,0 0,0 0,1 0,-1 0,1-1,0 1,0-1,0 0,0 0,0 0,0 0,1 0,-1-1,1 1,-1-1,1 0,-1 0,1-1,0 1,1 0,4-1,0 0,-1-1,1 1,0-2,-1 1,1-1,-1-1,0 1,0-1,0-1,0 1,0-2,-1 1,0-1,1 0,4-5,8-7,-1-1,0-1,-2-1,15-21,-17 22,-1-1,-2 0,0-1,-1 0,0 0,-2-2,-1 1,-1-1,-1 0,0 0,-2-1,0-11,-3 29,-1 0,0 0,0 0,0 1,-1-1,1 0,-1 0,-1 1,1-1,-1 1,0-1,0 1,-1 0,0 0,0 0,0 0,0 0,-1 0,0 1,0 0,0 0,0 0,0 0,-1 1,0-1,0 1,0 0,0 1,0-1,-1 1,1 0,-1 1,1-1,-1 1,0 0,-3 0,1 1,1 0,-1 1,1-1,-1 2,1-1,-1 1,1 0,0 0,0 1,0 0,0 0,1 1,-1 0,1 0,0 1,0-1,0 1,1 1,-1-1,1 1,1 0,-1 0,-1 3,0 1,0 0,1 0,0 1,1 0,0-1,1 2,0-1,1 0,0 0,0 1,1-1,1 1,0-1,1 1,0 2,2 3,1 0,1 0,0-1,1 1,1-1,0 0,2-1,-1 0,2 0,0-1,0 0,4 1,24 26,3-2,0-2,9 3,64 59,-73-55,-11-5</inkml:trace>
  <inkml:trace contextRef="#ctx0" brushRef="#br0" timeOffset="45656.048">7098 3061,'-4'0,"2"0,9 0,13 0,13-2,13-1,13-2,7 0,4 0,-3 6,-9 6,-14 5,-14 1</inkml:trace>
  <inkml:trace contextRef="#ctx0" brushRef="#br0" timeOffset="45899.818">7233 3329,'20'5,"21"3,19 1,17-2,10-1,3-4,-13-3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7:05.70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629 749,'0'14,"4"13,7 9,10 10,8 6,9 4,6 0,3 1,1 0,-2-4,-6-4,-6-5,-8-6,-8-7,-8-9</inkml:trace>
  <inkml:trace contextRef="#ctx0" brushRef="#br0" timeOffset="247.993">936 736,'-16'3,"-9"9,-6 12,0 13,4 14,4 14,3 10,6 8,2 1,3-2,4-15</inkml:trace>
  <inkml:trace contextRef="#ctx0" brushRef="#br0" timeOffset="560.252">1177 1164,'19'-11,"1"1,1 1,0 0,0 2,1 1,-1 0,2 2,12-1,-32 4,0 0,0 0,0 0,0 1,0-1,-1 1,1 0,0 0,0 0,0 1,0-1,0 1,0-1,0 1,0 0,0 0,0 0,-1 1,1-1,0 1,-1-1,1 1,-1 0,0 0,0 0,0 0,0 0,0 1,0-1,0 0,-1 1,1 0,-1-1,0 1,1 0,-1 0,-1-1,1 1,0 0,-1 0,1 0,-1 0,0 0,0 1,-5 12,0-1,-1 0,-1 0,-1 0,0-1,0-1,-2 1,1-1,-2-1,-9 10,1 0,2-1,-50 76,66-96,0 0,1 1,-1-1,0 1,1-1,-1 1,1 0,0-1,0 1,-1-1,1 1,0 0,0-1,0 1,1 0,-1-1,0 1,1-1,-1 1,1 0,-1-1,1 1,0-1,0 0,-1 1,1-1,0 0,0 1,0-1,1 0,-1 0,0 0,0 0,2 1,54 15,-31-17,1 0,-1-2,-1-1,1 0,23-8,9-4</inkml:trace>
  <inkml:trace contextRef="#ctx0" brushRef="#br0" timeOffset="923.819">455 455,'9'0,"15"0,16 0,20 0,15 0,16 0,8 0,6 0,-2 0,-9 0,-20 0</inkml:trace>
  <inkml:trace contextRef="#ctx0" brushRef="#br0" timeOffset="1671.069">0 1,'4'80,"4"1,16 73,-5-45,78 691,-27 164,-46-558,33 108,-8-228,-17-125,-7 2,-7 0,-7 1,-8 74,-17-25,23-241,-6 14</inkml:trace>
  <inkml:trace contextRef="#ctx0" brushRef="#br0" timeOffset="3000.235">2768 576,'-14'16,"1"1,0 1,1 0,1 1,1 0,1 1,1 0,0 0,1 1,0 8,-1-5,1 1,1-1,1 2,2-1,0 0,2 1,0-1,2 1,1 0,1-1,4 17,-5-36,1 0,-1 0,1 0,0 0,0-1,1 1,-1-1,1 1,1-1,-1-1,1 1,-1-1,1 1,1-1,-1-1,1 1,-1-1,1 0,0 0,0 0,0-1,0 0,1-1,-1 1,0-1,1 0,-1-1,1 1,0-1,-1-1,1 1,-1-1,1 0,4-2,7-2,-1-1,0 0,-1-1,1-1,-1-1,-1 0,0-1,0-1,-1 0,0-1,-1 0,-1-1,3-4,8-10,-2-1,-1-1,-1-1,-1-1,-2 0,3-12,-8 20,-1 0,-1-1,-1-1,-1 0,-1 1,-2-2,0 1,-2-1,0 1,-2-1,-1 1,-1-1,-1-1,0 19,1 0,-1 0,-1 0,1 1,-1-1,-1 1,1 0,-1 0,-1 0,1 1,-1-1,0 2,0-1,-1 1,0-1,0 2,0-1,0 1,-1 0,0 1,1 0,-1 0,-1 0,1 1,0 0,0 1,-1 0,1 0,-1 1,-1 0,-1 0,-1 0,0 1,1 0,-1 1,1 0,0 1,0 0,0 1,0 0,0 1,1 0,0 1,0 0,0 0,1 1,0 0,0 1,1 0,0 0,0 1,1 0,0 1,1 0,1 0,1 0,0 1,0 0,1-1,0 1,1 0,0 1,1-1,0 0,1 0,0 1,1-1,0 0,1 1,0-1,1 0,0-1,1 1,1 3,11 23,1-2,2 1,1-2,1-1,7 5,110 141,43 61,-151-190</inkml:trace>
  <inkml:trace contextRef="#ctx0" brushRef="#br0" timeOffset="3970.83">990 2941,'-5'19,"6"12,11 10,13 10,14 7,11 5,7 4,2-1,-2-3,-6-2,-7-8,-9-7,-10-13</inkml:trace>
  <inkml:trace contextRef="#ctx0" brushRef="#br0" timeOffset="4156.004">1391 3048,'-18'0,"-14"5,-9 10,-3 15,0 15,4 16,10 13,9 11,9 4,6-2,9-6,4-18</inkml:trace>
  <inkml:trace contextRef="#ctx0" brushRef="#br0" timeOffset="4508.959">1565 3409,'7'-6,"1"1,0-1,1 2,-1-1,1 1,0 0,0 1,0 0,1 0,-1 1,1 0,-1 1,1 0,-1 1,1 0,0 0,-1 1,1 0,0 1,-1 0,0 0,1 1,-1 0,0 1,4 3,-9-5,0 1,-1 0,0 0,0 0,0 1,0-1,0 1,-1-1,1 1,-1 0,0 0,0 0,-1 0,1 0,-1 1,0-1,0 0,0 1,-1-1,1 1,-1-1,0 1,0-1,-1 1,0-1,1 0,-1 1,-1-1,1 0,-1 1,1-1,-2 1,-5 13,-1 1,-1-1,-1-1,-1 0,0 0,-7 5,-138 151,156-172,0 0,0-1,-1 1,1 0,0 0,0 1,0-1,0 0,0 0,0 0,0 1,1-1,-1 0,0 1,1-1,-1 1,1-1,-1 1,1-1,0 1,0-1,0 1,-1-1,2 1,-1-1,0 1,0-1,0 1,1-1,-1 1,1-1,-1 1,1-1,-1 1,1-1,0 0,0 1,0-1,0 0,0 0,0 0,0 0,0 0,0 0,0 0,1 0,-1 0,1 0,9 2,0 0,0-1,0 0,0-1,1 0,-1-1,0 0,3-1,104-8,-1-5,56-17,-133 24,80-15</inkml:trace>
  <inkml:trace contextRef="#ctx0" brushRef="#br0" timeOffset="5220.177">3048 2767,'-5'-3,"0"0,0 0,0 0,0 1,0 0,-1 0,1 0,-1 1,0-1,1 1,-1 1,0-1,0 1,0 0,1 0,-1 1,0-1,0 1,1 1,-1-1,1 1,-1 0,1 0,-1 1,1-1,0 1,0 0,1 1,-3 0,-9 12,0 0,1 1,1 1,0 0,2 1,0 0,1 1,1 1,0-1,2 2,1-1,0 1,2 0,0 0,1 5,1-10,1 1,0-1,2 1,0 0,1-1,0 1,2-1,0 1,5 13,-7-25,1 0,1 1,-1-1,1 0,0 0,1-1,-1 1,1-1,0 1,1-1,-1 0,1-1,0 1,0-1,0 0,1 0,-1-1,1 1,0-1,0 0,0-1,0 0,1 0,-1 0,1-1,-1 0,2 0,2 0,1-1,-1-1,1 0,-1-1,0 1,1-2,-1 0,0 0,-1-1,1 0,-1 0,1-1,-1 0,-1-1,6-4,4-4,0-1,-2-1,1 0,-2-1,0-1,8-13,-7 6,-1-1,-1 0,-1-1,-1 0,-1-1,-2 0,-1-1,-1 0,-2 0,0 0,-2-1,-2 0,0 1,-2-1,-3-13,4 35,-1-1,0 1,-1 0,0 0,0 0,-1 0,0 0,-1 0,1 1,-1 0,-1-1,1 1,-1 1,-1-1,1 1,-1 0,0 0,0 1,-1-1,0 1,0 1,0-1,0 1,-1 1,1-1,-9-1,7 3,-1 0,1 1,-1 0,0 1,0 0,1 0,-1 1,0 1,1-1,-1 2,1-1,0 1,0 1,0-1,0 1,0 1,1 0,0 0,0 1,0 0,1 0,0 1,0 0,0 0,1 0,0 1,1 0,0 0,0 1,1-1,-1 1,2 0,0 0,0 1,0-1,1 1,1-1,-1 1,2 0,-1-1,2 7,6 5,2 1,0-1,1-1,1 1,1-2,1 0,1 0,0-1,2-1,0-1,0 0,2-1,0 0,8 4,9 11,-18-15,13 8,-1 2,-1 1,-1 0,-1 3,-2 0,-1 1,-1 1,-2 1,-1 1,8 20,-25-47,1 0,-1 1,0 0,0-1,-1 1,0 0,0 0,0 0,-1 0,0 0,-1-1,0 1,0 0,0 0,0 0,-1-1,-1 1,0 2,-8 4</inkml:trace>
  <inkml:trace contextRef="#ctx0" brushRef="#br0" timeOffset="5598.117">2367 2353,'27'3,"27"0,26-3,20-3,16-3,4-3,-3-3,-13 1,-18 3,-20 2,-20 4,-17 4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7:17.9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193 1,'-36'81,"5"2,2 2,5 0,3 2,4 0,4 1,1 37,6-65,3 0,3 0,2 0,3 0,3-1,2 0,4 8,-7-43,0 1,1-1,2 0,0-1,2 0,0-1,2-1,0 1,1-2,2 0,0-1,0-1,2-1,0 0,1-1,1-1,22 11,9-1,-9-10</inkml:trace>
  <inkml:trace contextRef="#ctx0" brushRef="#br0" timeOffset="298.866">341 682,'4'16,"11"14,14 14,16 8,14 2,8 1,4-4,-1-4,-7-6,-11-4,-13-8,-15-5,-10-5,-7-6</inkml:trace>
  <inkml:trace contextRef="#ctx0" brushRef="#br0" timeOffset="545.208">781 669,'-18'11,"-11"13,-6 14,-6 14,1 12,5 8,5 4,9 0,7-3,7-15</inkml:trace>
  <inkml:trace contextRef="#ctx0" brushRef="#br0" timeOffset="787.563">1049 1070,'3'-1,"7"-1,1 0,-1 0,1 1,-1 1,1-1,0 2,-1-1,1 2,-1-1,1 1,-1 1,0 0,0 1,0-1,0 2,-1 0,9 5,-15-7,0 0,-1 0,0 0,0 0,0 0,0 1,0-1,-1 1,1-1,-1 1,0 0,0-1,0 1,-1 0,1 0,-1 0,0-1,0 1,0 0,-1 0,1 0,-1-1,0 1,0 0,0 0,-2 2,-54 88,-112 67,131-115,38-45,1 0,-1 0,0 1,1-1,-1 0,1 0,-1 0,1 0,0 0,-1 0,1 0,0 0,0 0,0 0,0 0,0-1,0 1,0 0,0-1,0 1,0 0,0-1,0 1,0-1,0 0,1 1,-1-1,0 0,0 0,1 0,-1 0,0 0,0 0,0 0,1 0,25 3,1-1,0-2,0 0,0-2,0-1,-16 2,58-6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7:16.1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10,'2'11,"10"13,12 12,14 13,13 9,10 9,3 7,-2 4,-7 2,-11 0,-12-3,-13-8,-8-11,-9-13,-5-14</inkml:trace>
  <inkml:trace contextRef="#ctx0" brushRef="#br0" timeOffset="259.87">402 76,'-18'14,"-13"20,-8 20,-7 20,-1 12,-1 11,4 1,7-3,10-10,14-17,9-19</inkml:trace>
  <inkml:trace contextRef="#ctx0" brushRef="#br0" timeOffset="649.358">549 504,'2'15,"1"-1,1 1,0-1,1 0,1 0,0 0,0-1,2 0,0 0,0-1,8 9,-11-15,0-1,0 0,0 0,1 0,0 0,0-1,0 0,0 0,1-1,-1 1,1-1,0-1,0 1,0-1,0-1,0 1,1-1,-1-1,0 1,1-1,-1 0,0-1,1 0,3-1,-2 0,0-1,0-1,0 1,-1-1,0-1,0 0,0 0,0 0,-1-1,1-1,-1 1,-1-1,0 0,0 0,0-1,-1 0,0 0,0 0,-1 0,0-1,-1 0,1 0,-1-3,1-2,0 0,-1 0,0 0,-2-1,0 1,0-1,-1 0,-1 1,0-1,-1 1,-1-1,0 1,-1 0,-5-12,5 17,0 0,0 0,-1 0,0 1,-1 0,0 0,0 0,-1 1,0 0,0 0,0 1,-1 0,0 0,0 1,-1 0,0 0,0 1,0 0,0 1,0 0,-1 0,1 1,-1 0,0 1,1 0,-1 0,0 1,0 0,0 1,0 0,1 1,-1 0,-7 3,8-1,1 1,0 0,0 0,0 1,1 0,0 0,0 1,0 0,1 0,0 0,1 1,-1 0,2 0,-1 1,1-1,0 1,1 0,0 0,0 0,1 0,0 1,1-1,0 1,0-1,1 1,0-1,1 1,0-1,1 0,0 1,1 3,10 37</inkml:trace>
  <inkml:trace contextRef="#ctx0" brushRef="#br0" timeOffset="1302.009">1244 170,'6'12,"8"68,-3 0,0 45,-9-87,9 181,-20-301,7 59,-9-103,5-1,8-75,-2 196,0-1,0 1,0-1,0 1,1-1,0 1,1-1,-1 1,1 0,0 0,1 0,-1 0,1 0,1 0,-1 1,1-1,0 1,0 0,0 0,1 1,0-1,0 1,0 0,0 0,1 1,-1-1,1 1,0 1,4-3,0 3,1 1,-1-1,0 2,1-1,-1 1,1 1,-1 0,0 1,0 0,1 0,-1 1,-1 0,1 1,0 0,-1 0,0 1,0 1,0-1,-1 1,1 1,-2 0,1 0,-1 0,0 1,0 0,-1 0,0 1,-1 0,3 5,-6-8,-1 0,0 0,0 1,0-1,-1 0,0 1,0-1,-1 0,0 1,0-1,0 0,-1 0,1 0,-2 0,1 0,-1 0,0 0,0-1,0 0,-1 1,1-1,-2 0,1-1,-3 4,-13 11,-1-1,-1 0,0-2,-24 13,28-18,13-9,-1 0,1 1,-1-1,1 1,0 0,0 1,0-1,1 1,-1 0,1 0,0 0,0 1,0-1,1 1,-1 0,1 0,0 1,1-1,-1 0,1 1,0 0,1-1,-1 1,1 0,0 2,5-1,0 0,1 0,-1 0,2-1,-1 0,1 0,-1 0,2-1,-1 1,1-1,-1-1,1 0,1 0,-1 0,0-1,1 0,0 0,0-1,2 1,-8-2,45 14,2-1,0-2,1-3,-1-2,13-1,19 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7:12.5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0,'28'145,"126"503,-64-254,-18 4,10 284,-65-319,15 175,-1-337,9-1,41 115,-63-237,-18-87,-1-2</inkml:trace>
  <inkml:trace contextRef="#ctx0" brushRef="#br0" timeOffset="2798.615">923 1859,'-2'2,"1"1,3 0,9-1,13-3,11-1,15-2,7-1,5 0,-1 2,-6 1,-13 0</inkml:trace>
  <inkml:trace contextRef="#ctx0" brushRef="#br0" timeOffset="3062.901">923 2153,'16'9,"21"5,22 1,22-3,16-6,-10-3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7:20.0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482 213,'-10'0,"1"-1,0 2,-1-1,1 1,0 1,0 0,0 0,0 1,0 0,0 0,1 1,-1 0,1 1,0 0,1 0,-1 0,1 1,0 0,0 1,-2 3,-4 11,1 0,1 1,1 0,1 1,1 0,1 0,0 0,2 1,1 0,2 1,0-1,1 0,1 4,-2-10,1 0,1 0,0 0,1 0,1 0,1 0,0-1,2 1,0-1,0 0,2 0,0 0,1-1,-4-11,-1-1,1 1,0-1,0 0,0 0,0-1,1 1,-1-1,1 0,0 0,0-1,0 1,1-1,-1 0,0 0,1-1,-1 0,1 0,0 0,-1-1,1 1,0-1,-1-1,1 1,0-1,-1 0,1 0,2-2,5-1,1 0,-2-1,1-1,-1 0,0-1,0 0,-1-1,0 0,0 0,-1-2,4-3,8-13,-1-2,-2-1,0 0,-2-1,-1-1,-2-1,-1 0,-1 0,-2-1,-2-1,0 0,-1-15,-3 25,-1-1,-2 0,-1 1,0-1,-2 0,-1 0,-1 1,-1-3,2 17,1 0,-1 0,-1 1,0-1,0 1,-1 0,0 0,0 1,-1-1,0 1,-1 0,0 1,0 0,-1 0,1 0,-2 1,1 0,-1 1,1 0,-9-4,12 7,1 0,-1 1,1-1,-1 1,0 0,0 0,1 0,-1 1,0 0,0 0,0 0,0 1,0-1,1 1,-1 0,0 0,1 1,-1 0,1-1,-1 1,1 1,0-1,0 1,0 0,0 0,0 0,0 0,1 0,0 1,0 0,0 0,-1 1,-1 5,0 0,0 1,1-1,1 1,0 0,1 0,0 0,0 0,1 0,0 0,1 0,1 0,1 10,34 143,-9-81,5-1,2-2,4-2,27 38,-32-64,3-1,2-2,29 27,-37-45</inkml:trace>
  <inkml:trace contextRef="#ctx0" brushRef="#br0" timeOffset="464.301">1 1110,'13'18,"10"15,5 11,-1 5,-1 3,-6 4,-13 2,-17-2,-17-4,-5-11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7:21.4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65 0,'20'16,"17"17,12 18,10 19,4 20,-5 20,-9 21,-13 17,-20 16,-26 12,-25 5,-25-1,-18-5,-11-13,-8-18,15-33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7:28.7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1538 3592,'20'2,"21"1,17 0,14-1,11-3,8-1,-1 0,-5 0,-6 0,-11 1,-12 1,-14-1,-11 1,-11-2,-9-1</inkml:trace>
  <inkml:trace contextRef="#ctx0" brushRef="#br0" timeOffset="666.968">2260 3190,'0'60,"56"458,-39-286,-13-221,-4-33,0 14,-11-179,-7 1,-11-12,22 159,-2-1,-2 2,-1-1,-2 1,-1 1,-15-24,3 27,37 50,19 11,1-2,1 0,1-3,1 0,1-2,31 12,-55-26,73 37,-17-11,-1 4,-2 2,27 24,-78-52,0 0,-1 0,-1 1,0 1,0-1,-1 2,0-1,4 12,-10-20,-1 1,1 0,-1 0,-1 1,1-1,-1 0,0 1,0-1,0 0,-1 1,0-1,0 1,0-1,-1 1,0-1,0 1,0-1,-1 0,1 0,-1 0,-1 0,1 0,-1 0,1 0,-3 2,-9 6,0 0,-1 0,-1-1,0-1,0-1,-1-1,0 0,0-1,-1 0,-1-2,1 0,-8 1,-253 72,255-69,20-5,14-6,10-2</inkml:trace>
  <inkml:trace contextRef="#ctx0" brushRef="#br0" timeOffset="1041.962">3129 3458,'-10'3,"0"1,1 0,-1 0,1 1,0 0,0 0,1 1,-1 0,1 1,1 0,-1 0,1 1,-3 4,6-7,1-1,0 1,0 0,1 0,-1 0,1 0,0 0,0 0,1 1,-1-1,1 0,1 1,-1-1,1 1,0 0,0-1,0 1,1-1,0 1,0-1,0 1,1-1,0 0,0 0,2 4,1-1,0-1,0 1,1-1,0 0,0-1,0 0,1 0,0 0,1 0,-1-1,1-1,0 1,0-1,0-1,1 1,-1-1,1-1,0 0,0 0,0 0,0-1,0-1,0 1,0-2,0 1,0-1,0 0,0-1,0 0,-1-1,1 0,-1 0,1-1,-1 0,0 0,0-1,-1 0,1 0,-1-1,0 0,-2 1,0 0,-1 0,0 0,0-1,0 1,0-1,-1 0,0-1,0 1,-1 0,0-1,0 1,0-1,-1 0,0 0,0 0,-1 1,1-1,-2 0,1 0,-1 0,0 0,0 0,-1 1,0-1,0 1,-1-1,1 1,-2 0,1 0,0 0,-1 0,0 1,-4-4,1 2,0 1,-1 0,0 0,-1 1,1 0,-1 0,0 1,0 1,0-1,0 1,-1 1,1-1,-1 2,0-1,0 2,1-1,-1 1,0 1,0-1,0 2,1-1,-1 1,1 1,-1 0,1 0,0 1,-2 1,8-3,0 0,0 0,0 0,0 0,0 0,0 1,1 0,-1-1,1 1,-1 0,1 0,0 0,1 1,-1-1,0 0,1 1,0-1,0 1,0-1,0 1,0 0,1-1,-1 1,1 0,1 3,4 20</inkml:trace>
  <inkml:trace contextRef="#ctx0" brushRef="#br0" timeOffset="1429.335">3463 3619,'66'8,"97"-7,153-19,-121 5,559-8,-704 20,-17-2</inkml:trace>
  <inkml:trace contextRef="#ctx0" brushRef="#br0" timeOffset="6657.776">174 3164,'3'16,"6"14,10 14,10 8,8 6,5 3,4 3,0-1,-4-4,-5-6,-10-7,-10-11</inkml:trace>
  <inkml:trace contextRef="#ctx0" brushRef="#br0" timeOffset="6903.289">522 3244,'-18'18,"-13"18,-11 18,-4 14,-1 11,2 6,7 2,10-5,9-7,9-16</inkml:trace>
  <inkml:trace contextRef="#ctx0" brushRef="#br0" timeOffset="7151.189">736 3658,'2'-15,"4"-13,-1-6,1 8,-5 17,-1 21,-4 23,0 20,0 18,0 12,4 7,6 2,7-3,1-18</inkml:trace>
  <inkml:trace contextRef="#ctx0" brushRef="#br0" timeOffset="-2501.103">1177 1667,'20'2,"21"1,21 0,17-1,12 0,5-1,1-1,-5 0,-13 3,-15 0,-16 0,-18-1,-17 0,-10 1,-6 0</inkml:trace>
  <inkml:trace contextRef="#ctx0" brushRef="#br0" timeOffset="-1815.967">2005 1332,'55'370,"-43"-213,-9 152,-6-474,-19-137,16 238,-2-1,-3 2,-2-1,-4 2,-2 0,-3 1,-16-29,38 76,21 30,-11-8,319 223,-290-204,0 2,-2 1,-2 2,0 2,-3 1,-1 1,13 22,-39-52,-1 1,1-1,-2 1,1 0,-1 1,0-1,0 0,-1 1,0 0,-1-1,1 1,-1 0,-1 0,0 0,0 0,0 0,-1-1,0 1,-1 0,0 0,0-1,0 1,-1-1,0 0,-4 7,-9 4,0-1,-1-1,0 0,-1-2,-1 0,-1-1,0 0,0-2,-1 0,-1-2,0 0,-270 104,264-101,19-7,12-3</inkml:trace>
  <inkml:trace contextRef="#ctx0" brushRef="#br0" timeOffset="-1403.928">2688 1720,'-4'8,"0"-1,1 1,0 0,1 0,0 0,0 0,1 0,0 0,0 1,1-1,0 0,0 1,1-1,0 0,1 0,-1 1,2-1,-1 0,1-1,0 1,1 0,0-1,0 0,1 0,-1 0,2-1,-1 1,1-1,0 0,0-1,0 1,1-1,0-1,6 4,-8-4,0-1,0 0,1-1,0 1,-1-1,1 0,0-1,0 1,0-1,0 0,0-1,0 1,0-1,0-1,1 1,-1-1,0 0,0 0,0-1,-1 1,1-1,0-1,-1 1,1-1,-1 0,0 0,0-1,0 1,0-1,0 0,-1-1,0 1,1-2,1-2,-1-1,0 0,-1 0,1-1,-2 1,1-1,-2 0,1 0,-1 0,-1 0,0 0,0 0,-1 0,0-1,-1 1,-1-10,1 14,-1-1,1 1,-1-1,0 1,-1 0,0-1,1 1,-2 1,1-1,-1 0,0 1,0 0,-1 0,1 0,-1 0,0 1,-1 0,1 0,-1 0,1 0,-1 1,0 0,0 1,-1-1,-5-1,4 3,0-1,-1 1,1 0,0 1,-1 0,1 1,0-1,0 1,-1 1,1 0,0 0,-5 2,10-2,-1-1,1 0,0 1,0-1,0 1,0 0,0 0,0 0,0 0,1 1,-1-1,1 1,0-1,0 1,0 0,0 0,0 0,0 0,1 0,0 1,-1-1,1 0,0 1,1-1,-1 1,1-1,-1 0,1 1,0-1,0 4,10 23,5-3</inkml:trace>
  <inkml:trace contextRef="#ctx0" brushRef="#br0" timeOffset="-1093.153">3089 1774,'257'-11,"559"-5,-752 18,-64-2,-1 0,1 0,0 0,-1 0,1-1,-1 1,1 0,0 0,-1 0,1 0,0 0,-1 0,1 0,-1 0,1 0,0 0,-1 0,1 1,-1-1,1 0,0 0,-1 0,1 0,0 0,-1 1,1-1,0 0,-1 0,1 1,0-1,0 0,-1 1,1-1,0 0,0 1,0-1,-1 0,1 1,0-1,0 0,0 1,0-1,0 0,0 1,0-1,0 1,0-1,0 0,0 1,0-1,0 0,0 1,0-1,0 1,0-1,0 0,0 1,0-1,1 0,-1 1,0-1,0 0,1 1,-1-1,0 0,0 1,1-1,-1 0,0 0,-1 1,-16 7</inkml:trace>
  <inkml:trace contextRef="#ctx0" brushRef="#br0" timeOffset="5570.621">1 1359,'6'12,"10"10,9 10,8 10,7 8,2 5,2 3,-1-3,-2-3,-4-6,-4-11,-2-12,-8-9</inkml:trace>
  <inkml:trace contextRef="#ctx0" brushRef="#br0" timeOffset="5755.135">468 1466,'-16'-9,"-12"-1,-8 9,-4 15,-6 19,-1 18,1 17,4 15,6 8,7 2,9-14</inkml:trace>
  <inkml:trace contextRef="#ctx0" brushRef="#br0" timeOffset="6133.182">709 1814,'-23'155,"22"-153,0 0,1 0,0 0,-1 0,1 0,0 0,0 0,0-1,0 1,1 0,-1 0,0 0,1 0,-1 0,1 0,0-1,0 1,-1 0,1 0,0-1,0 1,1-1,-1 1,0-1,1 1,-1-1,0 0,1 0,0 1,-1-1,1 0,0 0,-1-1,1 1,0 0,0-1,0 1,-1-1,1 1,2-1,3-2,-1 0,1-1,-1 0,0 0,1-1,-1 0,-1 0,1 0,-1-1,1 1,-1-1,-1-1,1 1,-1-1,0 1,0-1,-1-1,1 1,-1 0,-1-1,1 1,1-8,0 2,1 0,-2-1,0 0,0 0,-1 0,-1 0,0 0,0 0,-2 0,0 0,-1-7,1 18,1-1,-1 0,0 1,-1-1,1 1,0-1,-1 1,1 0,-1 0,1-1,-1 1,0 0,0 1,0-1,0 0,-1 0,1 1,0 0,-1-1,1 1,-1 0,1 0,-1 0,0 0,1 1,-1-1,0 1,1 0,-1-1,0 1,0 0,1 1,-1-1,0 0,1 1,-1 0,0-1,1 1,-1 0,1 0,-1 1,1-1,-1 0,1 1,0 0,-2 1,-88 83,48-33</inkml:trace>
  <inkml:trace contextRef="#ctx0" brushRef="#br0" timeOffset="8600.756">4065 1787,'1'-2,"0"0,0 1,0-1,0 1,0-1,0 1,1-1,-1 1,0 0,1 0,-1-1,1 1,0 0,-1 0,1 1,0-1,-1 0,1 0,0 1,0-1,0 1,0 0,0 0,-1-1,1 1,0 0,0 1,1-1,4-1,228-21,108-8,173 14,-494 16</inkml:trace>
  <inkml:trace contextRef="#ctx0" brushRef="#br0" timeOffset="13330.843">4973 3579,'241'-29,"-239"29,0-1,0 1,0 0,0-1,0 0,0 1,0-1,0 0,0 0,0 0,0 0,-1 0,1-1,0 1,-1-1,1 1,-1-1,0 1,1-1,-1 0,0 0,0 1,0-1,0 0,0 0,0 0,-1 0,1 0,-1 0,1-1,-1 1,0 0,0 0,0 0,0 0,0 0,0 0,-1-1,1 1,0-61,-3 0,-3 1,-2-1,-3 2,-2-1,-3 2,-20-46,-138-342,174 447,-1 1,0-1,0 1,1-1,-1 0,0 1,1-1,-1 0,1 0,-1 1,1-1,-1 0,1 0,-1 0,1 0,0 0,0 0,-1 0,1 0,0 1,0-1,0 0,0 0,0 0,0 0,0 0,0 0,1 0,-1 0,0 0,1 0,-1 0,0 0,1 1,-1-1,1 0,-1 0,1 0,-1 1,1-1,0 0,0 1,-1-1,1 1,0-1,0 0,-1 1,1 0,0-1,0 1,0-1,0 1,0 0,0 0,0 0,0-1,0 1,0 0,-1 0,1 0,0 0,0 1,0-1,0 0,83 29,-27-23,-1-3,1-2,-1-3,1-2,-1-3,0-2,-1-3,42-14,-18 7,85-15,-167 30,-9 2</inkml:trace>
  <inkml:trace contextRef="#ctx0" brushRef="#br0" timeOffset="13933.574">5147 1707,'18'-5,"16"-3,12-3,11-2,9-1,6 0,6 0,0 2,-2 1,-6 2,-12 3,-12 3,-12 1,-15 1,-10-1,-4-3,-3 0</inkml:trace>
  <inkml:trace contextRef="#ctx0" brushRef="#br0" timeOffset="14341.996">5909 1025,'71'283,"14"156,-49-125,-15 0,-13 1,-15 31,7-342</inkml:trace>
  <inkml:trace contextRef="#ctx0" brushRef="#br0" timeOffset="14956.884">5896 1052,'13'-12,"1"1,1 0,0 0,0 2,1 0,0 1,0 0,1 1,0 1,0 1,1 0,-1 2,1 0,6 0,18-1,1 3,0 1,0 2,0 2,21 6,28 8,-1 4,-1 4,-2 3,0 5,-3 3,47 30,-101-52,-1 1,0 2,-2 1,0 1,-1 2,-1 0,0 2,-2 1,-2 1,0 1,-1 0,-2 2,-1 0,-1 2,-2 0,-1 0,2 9,-6 2,-1 1,-2-1,-2 2,-2-1,-2 0,-2 1,-2-1,-1 0,-3 0,-1 0,-2-1,-2 0,-2-1,-2-1,-5 10,-5 3,-2-2,-2 0,-2-2,-2-1,-3-2,-1-1,-2-2,-2-2,-2-2,-2-2,-2-1,0-2,-2-1,-2-3,0-3,-2-1,-1-3,-51 14,47-28,59-8,-1-1,1 0,-1 0,1 0,-1 0,1 0,-1 0,1 0,-1 0,1 0,-1 0,1 0,-1-1,1 1,-1 0,1 0,-1 0,1-1,-1 1,1 0,-1 0,1-1,-1 1,1 0,0-1,-1 1,1-1,0 1,-1-1,1 1,0 0,0-1,-1 1,1-1,0 1,0-1,0 1,0-1,0 1,0-1,0 0,-1 1,1-1,1 1,-1-1,4-11</inkml:trace>
  <inkml:trace contextRef="#ctx0" brushRef="#br0" timeOffset="15704.038">7660 1961,'210'-9,"193"-35,-267 27,1353-145,-1065 137,-410 25,-22 1,-22 0,6 0</inkml:trace>
  <inkml:trace contextRef="#ctx0" brushRef="#br0" timeOffset="16569.711">8169 1038,'2'5,"8"8,9 11,10 10,9 9,8 6,4 2,2-2,-3-1,-4-5,-5-8,-10-9</inkml:trace>
  <inkml:trace contextRef="#ctx0" brushRef="#br0" timeOffset="16820.101">8422 1025,'-6'23,"-8"18,-5 15,-2 8,-2 5,-1 0,0-3,5-6,6-8,9-11,5-13</inkml:trace>
  <inkml:trace contextRef="#ctx0" brushRef="#br0" timeOffset="17095.36">8716 1359,'0'-13,"0"-1,0 7,0 12,0 14,0 12,0 9,0 3,3 0,0-3,2-9,1-9</inkml:trace>
  <inkml:trace contextRef="#ctx0" brushRef="#br0" timeOffset="17364.23">7995 878,'20'-4,"23"-5,23-2,20-2,13-1,9 0,-3 2,-20 3</inkml:trace>
  <inkml:trace contextRef="#ctx0" brushRef="#br0" timeOffset="17842.092">9132 1119,'-9'2,"-1"1,3 2,11 0,10 0,10-4,1-2</inkml:trace>
  <inkml:trace contextRef="#ctx0" brushRef="#br0" timeOffset="18126.007">9465 744,'14'23,"9"16,7 14,8 8,6 6,3 0,0-4,-1-7,-4-7,-7-10,-6-10,-10-10</inkml:trace>
  <inkml:trace contextRef="#ctx0" brushRef="#br0" timeOffset="18375.861">9773 811,'-16'6,"-9"11,-9 9,-4 16,-2 11,-2 10,1 7,9-1,9-4,9-14</inkml:trace>
  <inkml:trace contextRef="#ctx0" brushRef="#br0" timeOffset="18670.076">10014 1212,'5'8,"1"0,0 0,1-1,0 0,0 0,0 0,1-1,0 0,0-1,0 0,1 0,0 0,0-1,0-1,1 0,-1 0,1 0,-1-2,1 1,0-1,0 0,0-1,0 0,-1-1,1 0,0 0,0-1,-1-1,1 1,-1-1,0-1,0 0,6-4,-11 6,0-1,-1 0,0 0,1 0,-1-1,0 1,-1-1,1 1,0-1,-1 0,0 0,0 0,0-1,-1 1,1 0,-1-1,0 1,0 0,-1-1,1 0,-1 1,0-1,0 1,-1-1,1 1,-1-1,0 1,0-1,-1 1,1 0,-1 0,0-1,0 1,0 0,-1 1,1-1,-1 0,0 1,0-1,-3-2,-2 1,1-1,-1 1,-1 0,1 1,-1 0,1 0,-1 1,0 0,0 1,-1 0,1 0,0 1,-1 0,1 1,0 0,-1 0,1 1,-1 0,1 1,0 0,0 0,0 1,0 0,0 1,0 0,1 0,0 1,0 0,-2 2,-40 27,5 1</inkml:trace>
  <inkml:trace contextRef="#ctx0" brushRef="#br0" timeOffset="20242.334">9398 396,'14'-2,"16"-1,16 0,16-1,14-3,12-2,9-5,2-3,-16 0</inkml:trace>
  <inkml:trace contextRef="#ctx0" brushRef="#br0" timeOffset="20998.851">10695 705,'-7'2,"5"1,9 0,13-6,14-4,13-3,10-2,4-1,-4 1,-9 3,-13 3</inkml:trace>
  <inkml:trace contextRef="#ctx0" brushRef="#br0" timeOffset="21268.128">10762 945,'13'4,"13"2,12 0,11-1,11-2,9-3,6-7,4-3,0-6,-4-4,-15 1</inkml:trace>
  <inkml:trace contextRef="#ctx0" brushRef="#br0" timeOffset="21735.48">11832 303,'-3'0,"-7"-1,0 0,0 0,0 1,0 0,0 1,0 0,0 0,1 1,-1 0,0 1,1 0,-1 1,1 0,0 0,0 1,1 0,-1 1,1 0,0 0,1 1,0 0,-2 2,-2 10,1-1,1 2,0 0,2 0,0 0,2 1,0 0,1 0,1 0,0 18,1-20,1 1,1 0,1-1,0 1,1-1,2 1,0-1,5 14,-7-26,0 0,1-1,-1 0,2 1,-1-1,1 0,0-1,0 1,0-1,1 1,0-1,0-1,0 1,1-1,-1 0,1 0,0 0,0-1,0 0,1 0,-1-1,1 0,0 0,-1 0,1-1,1 0,2 0,-1-1,1-1,-1 0,1 0,-1-1,0 0,0 0,0-1,0 0,0-1,-1 0,1-1,-1 1,0-1,0-1,-1 0,3-2,6-6,-1-1,0 0,-1-1,-1-1,-1 0,0-1,3-6,2-12,-1 0,-2-1,-1 0,-3-1,0 0,-3-1,-1 0,-2 0,-1-6,-1 32,-1-1,0 0,-1 0,-1 0,0 0,-1 0,0 0,-1 1,-1-1,0 1,-1 0,0 0,-1 0,0 1,-1 0,-1 0,0 1,0 0,-1 0,-1 1,1 0,-2 0,1 2,-10-7,6 9,-1 0,1 1,-1 1,0 1,0 0,0 0,0 2,0 0,-1 1,1 0,0 1,0 1,0 1,0 0,0 0,0 2,1 0,0 0,0 2,0 0,1 0,0 1,0 1,1 0,0 0,0 2,-4 5,10-9,1 0,0 0,0 0,1 1,0-1,0 1,1 0,0 0,1 1,-1-1,1 1,1-1,0 1,0-1,1 1,0 0,0-1,1 1,0 0,1-1,0 1,0-1,0 0,1 0,1 0,-1 0,1 0,1-1,2 4,21 29,1-2,3 0,1-2,1-2,2-1,23 15,-17-12,-33-28,52 45,-1 2,-4 3,-1 3,-40-43,0 2,-2-1,0 2,-1 0,-1 0,-1 1,-1 0,-1 1,-1 0,-1 0,-1 0,1 10,-3 24</inkml:trace>
  <inkml:trace contextRef="#ctx0" brushRef="#br0" timeOffset="22762.789">10201 1747,'40'-13,"256"-20,1120-69,-760 63,372-30,-999 66,-16 0</inkml:trace>
  <inkml:trace contextRef="#ctx0" brushRef="#br0" timeOffset="26977.101">696 5210,'22'13,"20"12,16 10,11 12,6 5,1 4,-3 2,-5-1,-9-3,-13-6,-14-11</inkml:trace>
  <inkml:trace contextRef="#ctx0" brushRef="#br0" timeOffset="27226.434">1230 5076,'-16'14,"-14"17,-9 21,-5 18,-1 14,2 11,6 5,10 1,9-5,10-11,6-22</inkml:trace>
  <inkml:trace contextRef="#ctx0" brushRef="#br0" timeOffset="27551.765">1685 5611,'9'-12,"0"0,1 1,1 0,0 1,0 0,1 1,0 0,0 1,1 0,0 1,0 1,1 0,0 0,0 2,3-1,-14 4,-1 1,1-1,0 1,-1 0,1-1,-1 1,1 0,0 1,-1-1,1 0,-1 1,1 0,-1-1,1 1,-1 0,1 0,-1 1,0-1,0 0,1 1,-1-1,0 1,0 0,-1 0,1 0,0 0,0 0,-1 0,0 0,1 0,-1 1,0-1,0 0,0 1,0-1,0 1,0 2,0 14,0 0,0 0,-2 0,-1 0,0-1,-1 1,-1 0,-1-1,0 0,-1 0,-8 13,8-13,-57 168,62-183,-1 0,1-1,0 1,0 0,1 0,-1 0,0 0,1 0,0 0,0 0,0 0,0 0,0 0,1 0,-1 0,1 0,0 0,-1-1,1 1,1 0,-1 0,0-1,1 1,-1-1,1 1,0-1,0 1,0-1,0 0,0 0,1 0,-1 0,0-1,4 2,2-1,1 0,0-1,0 0,1 0,-1-1,0 0,0-1,0 0,0 0,7-3,41-11,0-2,-1-2,46-24,-9 2</inkml:trace>
  <inkml:trace contextRef="#ctx0" brushRef="#br0" timeOffset="29395.648">2835 5263,'467'-14,"177"-40,682-67,-13-20,-303 27,-23 2,161-28,-712 114,284-32,-460 47,35 13,-128 6,-79-2,0-3,1-5,18-5,-102 7,63-15,-66 14,0 1,0-1,0 0,-1 0,1 0,0 0,0-1,-1 1,1 0,-1-1,1 1,-1-1,0 1,1-1,-1 0,0 1,0-1,0 0,0 0,0 0,-1 0,1 0,-1 0,1 0,-1 0,0 0,0 0,1 0,-1 0,-1-2,-2-9,0 0,-1 1,-1-1,0 1,-1 0,0 0,-1 1,-3-4,3 4,-233-397,179 298,5-4,4-1,6-3,5-2,5-1,5-2,-13-125,26 64,19 183,-1-1,1 0,0 0,-1 1,1-1,0 0,0 1,0-1,0 1,1-1,-1 1,0-1,1 1,-1 0,0 0,1 0,0-1,-1 2,1-1,0 0,-1 0,1 0,0 1,0-1,0 1,-1 0,1-1,0 1,0 0,0 0,0 0,0 0,0 0,-1 1,1-1,0 1,0-1,0 1,-1-1,1 1,0 0,1 1,14 0,174 4,0-8,106-17,796-75,-297 52,-697 38,444-32,-541 36,1 0,-1 0,0 0,1 0,-1 0,0 0,1-1,-1 1,0-1,0 1,0-1,1 0,-1 0,0 0,0 0,0-1,0 1,0 0,-1-1,1 1,0-1,-1 0,1 0,-1 1,1-1,-1 0,0 0,0 0,0-1,3-12</inkml:trace>
  <inkml:trace contextRef="#ctx0" brushRef="#br0" timeOffset="30250.621">13463 1413,'762'-3,"-758"3,73-2,0-4,0-3,3-5,-23 7,-46 7</inkml:trace>
  <inkml:trace contextRef="#ctx0" brushRef="#br0" timeOffset="30673.491">14345 945,'54'49,"-3"2,-2 3,-3 2,-2 1,-2 3,-3 1,-3 2,-2 1,-4 2,-2 1,-3 1,-3 1,-4 1,-2 1,3 48,-12-83,-1 1,-2-1,-1 1,-2-1,-2 1,-1 0,-2-1,-1 0,-2 0,-2 0,-1-1,-2 0,-1-1,-2 0,-1-1,-7 10,-1-13,-1-1,-2 0,-1-2,0-2,-2 0,-1-2,-1-1,-1-2,-1-1,0-1,-1-2,-1-2,-4 0,-33 9</inkml:trace>
  <inkml:trace contextRef="#ctx0" brushRef="#br0" timeOffset="31243.486">14853 864,'207'168,"-170"-132,-1 2,-2 2,-2 0,-2 2,-1 2,-3 1,-1 0,-3 2,-1 1,-3 0,-2 2,-2 0,-2 0,-2 1,-3 1,-2-1,-2 1,-2 0,-6 46,-3-39,-2 0,-3-1,-2-1,-3 0,-2-1,-2-2,-3 0,-3-1,-1-1,-3-2,-2-2,-2 0,-2-3,-24 21,51-53,-2-1,1-1,-1 1,-1-2,0 0,-1-1,0 0,-11 4,3-7</inkml:trace>
  <inkml:trace contextRef="#ctx0" brushRef="#br0" timeOffset="32004.333">15094 1012,'9'-3,"0"1,0 0,0 0,0 1,0 0,0 1,0 0,1 0,-1 1,0 0,0 1,0 0,2 1,303 81,-236-61,973 324,-1026-337,15 4,-1 2,0 2,-1 1,-1 2,16 14,-51-34,0 1,1-1,-1 1,0-1,0 1,-1 0,1 0,0 0,-1 0,1 0,-1 0,1 1,-1-1,0 0,0 1,0-1,0 1,-1-1,1 1,-1-1,1 1,-1 0,0-1,0 1,0-1,-1 1,1 0,0-1,-1 1,0-1,0 3,-3 5</inkml:trace>
  <inkml:trace contextRef="#ctx0" brushRef="#br0" timeOffset="33531.108">15133 2857,'605'-256,"-377"151,-4-10,-5-9,-6-10,105-91,-124 65,-192 160,-1-1,0 1,1-1,-1 1,0-1,1 0,-1 1,0-1,0 0,0 0,0 0,0 0,0 0,0 0,0-1,0 1,0 0,-1 0,1-1,0 1,-1 0,1-1,-1 1,0 0,1-1,-1 1,0-1,0 1,0-1,0 1,0 0,0-1,0 1,-1-1,1 1,0-1,-1 1,1 0,-1-1,1 1,-1 0,0 0,0-1,1 1,-1 0,0 0,0 0,0 0,0 0,-1 0,1 0,0 0,-126-80,72 54,95 35,140 44,-150-28,-30-23,0-1,1 1,-1 0,0-1,0 1,0 0,0-1,0 1,1 0,-1-1,0 1,-1 0,1 0,0-1,0 1,0 0,0-1,-1 1,1 0,0-1,0 1,-1 0,1-1,-1 1,1-1,0 1,-1-1,1 1,-1-1,1 1,-1-1,0 1,1-1,-1 0,1 1,-1-1,0 0,1 1,-1-1,0 0,1 0,-1 0,0 0,0 0,1 0,-1 0,0 0,1 0,-1 0,-32 5,18-5</inkml:trace>
  <inkml:trace contextRef="#ctx0" brushRef="#br0" timeOffset="33880.174">17193 1667,'205'-22,"472"-36,546 28,-1054 28,-131-2,-25-4,-15 1</inkml:trace>
  <inkml:trace contextRef="#ctx0" brushRef="#br0" timeOffset="35449.674">17674 116,'1'7,"1"0,0 0,0-1,1 1,0-1,0 0,1 0,0 0,-1 0,2-1,-1 1,1-1,0 0,0-1,6 5,8 7,1 0,1-2,1 0,0-2,0 0,2-1,-1-2,1 0,0-1,1-2,0 0,7-1,-24-3,0-1,0 0,0-1,0 1,0-1,1-1,-1 0,-1 0,1 0,0-1,0 0,0-1,-1 0,1 0,-1-1,0 1,0-1,0-1,-1 0,0 0,1 0,-2 0,1-1,-1 0,0 0,0-1,0 0,-1 1,0-1,0-1,0-2,-2 7,0-1,0 0,0 1,-1-1,0 0,1 0,-1 0,-1 0,1 0,-1 0,1 0,-1 0,0 0,0 0,-1 0,0 0,1 0,-1 0,0 0,-1 0,1 1,-1-1,1 0,-1 1,-1-1,1 1,0-1,-1 1,1 0,-1 0,0 0,-1 0,2 3,1-1,-1 1,0-1,1 1,-1 0,0 0,1 0,-1 0,0 0,0 0,1 0,-1 1,0-1,1 1,-1-1,0 1,1-1,-1 1,1 0,-1 0,1 0,-1 0,1 0,0 0,0 0,-1 1,1-1,0 0,0 1,0-1,0 1,0-1,1 1,-1-1,0 1,1 0,-19 64,15-1,2 1,4 0,3 0,2 0,3-1,3 0,3-1,7 14,8 46,-26-106,-2-10,0 1,-1 0,0 0,0 0,-1 0,0 0,0 1,-1-1,0 0,-1 0,0 0,-1 1,0-1,0-1,-3 9,4-16,0 1,0 0,-1-1,1 1,0-1,-1 1,1-1,-1 0,1 0,-1 1,0-1,0 0,1-1,-1 1,0 0,0 0,0-1,0 1,0-1,0 0,0 1,0-1,0 0,0 0,0 0,0 0,0-1,0 1,0-1,0 1,0-1,0 0,0 1,1-1,-1 0,0 0,0 0,1-1,-5-1,0-1,1 0,-1-1,1 1,0-1,1 0,-1-1,1 1,0-1,-2-3,1-3,0 0,0 0,2 0,-1-1,1 0,1 1,1-1,0 0,0 0,1 0,1 0,0 0,1 0,0 0,1 1,0-1,1 1,1 0,0 0,0 0,1 1,1 0,0 0,0 0,1 1,1 0,-1 0,2 1,-1 1,1-1,1 2,-1-1,1 1,0 1,1 0,0 0,0 2,0-1,0 1,1 1,-1 0,1 1,0 0,0 1,0 1,5 0,-7 3,1 0,-2 0,1 1,0 0,-1 1,0 1,0-1,0 2,-1-1,0 1,0 1,-1-1,1 1,-2 1,1 0,-1 0,-1 0,0 1,0 0,-1 0,0 0,-1 1,0 0,0 0,-1 0,-1 0,0 0,0 8,-3-9,0 0,-1 0,0 0,-1 0,0-1,0 1,-1-1,0 0,-1 0,0 0,0-1,-1 0,0 0,-1 0,0 0,0-1,0-1,-1 1,0-1,0 0,-1-1,1 0,-3 1,8-4,2-2,0 0,0 0,0 0,0 0,0 0,0 1,0-1,0 0,0 1,0-1,0 0,0 1,0-1,0 1,0 0,1-1,-1 1,0 0,0-1,1 1,-1 0,0 0,1 0,-1 0,1 0,-1 0,1-1,0 1,-1 0,1 0,0 0,0 0,-1 0,1 0,0 0,0 1,0-1,0 0,0 0,1 0,-1 0,0 0,0 0,1 0,-1 0,0 0,1-1,-1 1,1 0,0 0,0 1,90 9,197-23,-190 3</inkml:trace>
  <inkml:trace contextRef="#ctx0" brushRef="#br0" timeOffset="38143.25">6391 5998,'13'78,"2"33,-5 0,-4 0,-6 1,-8 43,7-126,-1-14,1 0,0 0,1 0,1-1,1 1,0 0,1 0,2 5,-4-17,0-1,0 1,0-1,0 1,1-1,-1 0,1 1,0-1,0 0,0 0,0 0,0 0,0 0,0-1,1 1,-1-1,1 0,-1 1,1-1,-1 0,1 0,0-1,0 1,-1 0,1-1,0 0,0 0,-1 1,1-2,0 1,0 0,1-1,87-26,35-33,-82 36,1 3,1 2,17-4,-58 21,1 0,-1 1,1 0,0 0,-1 0,1 0,0 1,-1 0,1 1,0-1,-1 1,1 0,0 0,-1 1,1-1,-1 1,0 1,0-1,2 2,70 31,-75-35,0-1,1 0,-1 0,0-1,0 1,0 0,1-1,-1 1,-1-1,1 0,0 0,0 1,-1-1,1 0,-1-1,1 1,-1 0,0 0,0-1,0 1,0 0,-1-1,1 1,0-1,-1 1,0-1,0 1,0-1,0 1,0-1,0 1,0-1,-1 1,1-1,-1 1,0 0,0-2,-1-2,0 0,-1 1,1-1,-1 1,0 0,0 0,-1 0,1 0,-1 0,0 1,0 0,-1 0,1 0,-1 0,0 1,0-1,0 1,-1 0,1 1,-1 0,1 0,-1 0,0 0,0 1,0 0,0 0,-2 0,-2 0,-1 1,1-1,0 2,-1-1,1 2,0-1,0 1,0 1,0 0,0 0,0 1,1 0,0 1,0 0,-6 4,12-7,-1 0,1 0,-1 1,1-1,0 1,0 0,0 0,0 0,1 0,-1 0,1 1,0-1,0 1,0-1,0 1,1 0,-1 0,1 0,0 0,0 0,1 0,-1 0,1 0,0 0,0 0,0 0,0 1,1-1,0 0,0 0,0 0,0 0,2 3,22 14,5-5</inkml:trace>
  <inkml:trace contextRef="#ctx0" brushRef="#br0" timeOffset="38826.399">7407 6560,'-15'-13,"-73"-50,85 61,0 1,-1-1,1 1,-1 0,1 0,-1 1,1-1,-1 1,1-1,-1 1,1 0,-1 0,0 1,1-1,-1 1,1 0,-1 0,1 0,0 0,-1 1,1-1,0 1,0 0,0 0,0 0,0 0,-2 2,0 2,-1 0,1 0,1 0,-1 1,1 0,0 0,0 0,1 0,0 0,1 1,-1-1,1 1,1 0,-1-1,1 1,1 0,0 0,0 0,1 7,-1-13,0 0,1 1,-1-1,1 0,0 0,0-1,0 1,-1 0,2 0,-1 0,0 0,0-1,1 1,-1-1,0 1,1-1,0 1,-1-1,1 0,0 0,0 0,-1 0,1 0,0 0,0 0,0-1,0 1,0-1,0 1,0-1,1 0,-1 0,0 0,0 0,0 0,0 0,0-1,0 1,1-1,4-1,1 0,-1-1,0 1,0-2,0 1,0-1,0 0,-1 0,1-1,-1 0,3-3,0-1,0 0,0 0,-1-1,-1 0,0 0,0-1,-1 0,0 0,-1 0,1-6,0 9,-2 22,-4-10,55 259,-24-124,8 94,-36-219,-1 0,0 0,-1 1,-1-1,0 0,-1 0,0 1,-1-1,-1 0,0 0,-1-1,0 1,-1-1,-1 1,-3 5,6-17,1 0,-1 0,1 0,-1 0,1-1,-1 1,0-1,0 0,0 0,0 0,0 0,0 0,0 0,0-1,-1 0,1 1,0-1,0 0,0-1,0 1,0 0,-1-1,1 0,0 0,0 0,0 0,0 0,1-1,-1 1,0-1,1 0,-1 0,1 0,-1 0,1 0,0 0,0-1,0 1,0-1,0 1,0-1,1 0,0 0,-1 0,1 0,-10-18,2 0,0-1,1-1,1 1,1-1,1 0,1-1,2 1,0-1,1 0,1 1,1-1,2 1,0-1,2-1,0-7,2 0,0 1,3 0,0 0,2 1,2 1,0 0,2 1,1 0,1 1,1 2,2-1,0 2,2 1,0 1,2 1,3-1,35-9,-61 30,0 1,0 0,0 0,-1 0,1 0,0 0,0 0,0 0,-1 0,1 1,0-1,0 1,-1-1,1 1,0 0,-1 0,1 0,0 0,-1 0,0 0,1 0,-1 0,0 1,1-1,-1 0,0 1,0-1,0 1,0-1,0 1,0 0,-1-1,1 1,-1 0,1 0,-1 0,47 172,-4-102,-42-70,1-1,-1 1,1 0,0 0,0-1,-1 1,1 0,0-1,0 0,1 0,-1 0,0 1,0-2,1 1,-1 0,0 0,1-1,-1 1,0-1,1 0,-1 0,1 0,-1 0,1 0,-1-1,0 1,1-1,-1 1,0-1,1 0,1-1,12-8</inkml:trace>
  <inkml:trace contextRef="#ctx0" brushRef="#br0" timeOffset="39106.652">7767 6158,'-15'0,"-9"0,1 3,4 4,12 7,14 2,15 4,15 0,1-3</inkml:trace>
  <inkml:trace contextRef="#ctx0" brushRef="#br0" timeOffset="39662.408">8235 6466,'1'-2,"-1"0,1 1,-1-1,0 1,1-1,-1 0,0 1,0-1,0 0,-1 1,1-1,0 0,-1 1,1-1,-1 1,1-1,-1 0,0 1,1 0,-1-1,0 1,0-1,0 1,0 0,-1 0,1-1,0 1,0 0,-1 0,1 0,0 1,-1-1,1 0,-1 0,1 1,-1-1,0 1,1-1,-1 1,1 0,-1 0,0-1,1 1,-1 0,0 1,0-1,-4 1,0 0,0 0,0 1,0 0,0 0,1 0,-1 1,1 0,0 0,0 0,0 0,0 1,0 0,1 0,-1 1,1-1,0 1,1 0,-1 0,1 0,0 0,0 1,1-1,-1 1,1 0,0-1,1 1,0 0,0 0,0 0,0 0,1 0,0 1,0-1,1 0,0 0,1 5,0-4,1 1,0-1,0 0,0 0,1 0,0-1,1 0,-1 1,1-1,0-1,1 1,-1-1,1 0,0 0,1-1,-1 1,1-1,0-1,4 3,7 2,1-1,0-1,0 0,0-2,1 0,-1-1,5-1,-8 1,0-2,0 0,0-1,0-1,0 0,0-1,0-1,-1 0,1-1,-1-1,0 0,0-2,0 1,-1-2,0 0,-1 0,1-1,-2-1,1 0,7-9,2-19,-10 63,-10-21,0 0,-1 0,1 0,0-1,1 1,-1-1,1 1,0-1,0 0,0 0,0 0,0 0,0-1,1 1,-1-1,1 0,0 0,0 0,0-1,0 1,0-1,0 0,0 0,0-1,0 1,1-1,-1 1,0-2,0 1,1 0,-1-1,0 0,4-1,-2 1,0-1,1 0,-1 0,0-1,-1 0,1 0,0 0,-1-1,0 1,0-1,0-1,0 1,-1-1,1 0,-1 0,-1 0,1 0,-1-1,1 1,-2-1,1 0,-1 0,0 0,0 0,0-1,-1 1,0 0,0-1,-1 1,1-1,-2 1,1-1,-1 1,0 0,0-1,0 1,-1 0,0 0,-1 0,0-1,-1 1,-1 0,0 0,-1 1,1 0,-1 0,0 0,0 1,-1-1,1 2,-1-1,0 1,0 0,0 0,0 1,-1 0,1 0,-1 1,1 0,-1 0,1 1,-1 0,0 0,1 0,-1 1,1 1,-1-1,1 1,0 0,-1 1,1 0,0 0,1 1,-1-1,1 1,-1 1,1-1,0 1,1 0,-1 1,1-1,0 1,0 0,1 0,0 1,0-1,0 1,1 0,0 1,1-4,1-1,-1 1,1 0,0 1,0-1,1 0,-1 0,1 0,0 0,0 1,0-1,0 0,1 0,0 0,0 0,0 0,0 0,1 0,-1 0,1 0,0 0,0-1,0 1,1-1,-1 0,1 1,0-1,0 0,0-1,0 1,1 0,-1-1,1 0,0 0,-1 0,1 0,0-1,0 1,6 0,0-1,-1 1,1-2,0 0,0 0,0 0,0-1,-1-1,1 0,0 0,-1-1,1 0,-1-1,0 1,0-2,-1 0,1 0,-1 0,0-1,0 0,-1-1,3-2,28-25</inkml:trace>
  <inkml:trace contextRef="#ctx0" brushRef="#br0" timeOffset="39906.756">9038 6065,'-14'-16,"-11"-12,-8-3,-8 3,-1 6,-1 10,3 11,6 13,9 8,8 6,7 5,8 7,9 3,7 2,2-7</inkml:trace>
  <inkml:trace contextRef="#ctx0" brushRef="#br0" timeOffset="40077.301">8958 6413,'11'18,"9"9,5 3,3-2,3-5,4-6,7-7,9-11,16-12,13-10,-6-2</inkml:trace>
  <inkml:trace contextRef="#ctx0" brushRef="#br0" timeOffset="41428.228">10695 6199,'-14'-9,"0"1,-1 0,1 1,-2 0,1 2,-1 0,0 0,0 2,0 0,-3 0,12 2,-1 1,1-1,0 1,0 1,0-1,-1 1,1 1,0-1,0 1,1 0,-1 1,0 0,1 0,-1 0,1 1,0 0,0 0,0 0,1 1,0 0,0 0,0 0,0 1,0 0,2-1,0 0,0 0,0 0,1 0,0 1,0-1,0 1,0 0,1-1,0 1,0 0,1 0,0 0,0-1,0 1,0 0,1 0,0 0,0-1,1 1,0 0,0-1,0 1,0-1,1 0,0 0,0 0,1 0,-1-1,1 1,0-1,0 0,4 4,7 1,1-1,0 0,0-1,0-1,1-1,0 0,0-1,0 0,0-2,1 0,-1-1,1-1,-1 0,1-1,-1-1,1-1,-1-1,0 0,0-1,-1-1,6-3,-1 3,-1-2,0-1,0 0,-1-1,-1-1,1-1,-2 0,0-2,0 0,-1-1,-1 0,-1-1,0-1,-1 0,3-7,-4 14,-6 28,-4-9,0 0,1 0,1-1,0 1,0-1,0 0,1-1,0 1,1-1,-1 0,1 0,1 0,-1-1,1 0,0-1,1 1,-1-1,1-1,0 1,1-1,-1-1,0 0,1 0,0 0,0-1,0-1,0 1,0-1,0-1,0 0,0 0,0-1,0 0,0 0,2-1,-7 1,1 0,-1-1,1 1,-1-1,1 0,-1 0,0 0,0 0,0-1,0 0,0 0,-1 0,1 0,-1 0,0-1,0 0,0 1,0-1,-1 0,1 0,-1-1,0 1,-1 0,1-1,-1 1,1-1,-1 0,-1 1,1-1,-1 0,0 1,0-1,0 0,0 0,-1 1,0-1,0 1,0-1,-1 0,1 1,-1 0,0-1,-1 1,-1-3,-7-4,1 1,-2 1,1 0,-1 0,-1 1,0 1,0 0,0 1,-1 0,1 1,-2 0,1 1,0 1,-1 0,1 2,-1-1,0 1,0 1,1 1,-13 2,18-2,19-1,246-34,-232 31,0-1,1 1,-1 1,1 1,-1 1,1 1,-1 1,8 3,-25-3,0 1,-1 0,1 1,0 0,-1 0,0 0,0 1,0 0,-1 0,1 0,-1 1,-1-1,1 1,-1 1,0-1,0 1,-1-1,1 1,-2 0,1 0,-1 0,0 1,0-1,-1 0,0 2,17 46,-17-52,0 0,1-1,-1 1,0 0,1 0,-1-1,1 1,0-1,0 0,0 1,0-1,0 0,1 0,-1 0,0 0,1-1,0 1,-1-1,1 0,0 1,0-1,0 0,0-1,0 1,0 0,0-1,0 0,0 1,0-1,0 0,0-1,2 1,8-5,1 1,-1-2,0 0,-1 0,1-2,-1 1,0-1,-1-1,0 0,-1-1,1 0,-2 0,0-1,0-1,-1 1,0-1,4-9,-6 11,0-1,0 1,-1-1,0 0,-1 0,0 0,1-11,-6 8,-7 20,6-1,-1 1,2-1,-1 0,0 0,1 1,0-1,0 1,1-1,0 1,0 0,0-1,0 1,1-1,0 1,0-1,1 1,-1-1,1 0,0 0,1 0,-1 0,1 0,0 0,0 0,0-1,1 0,0 0,0 0,0 0,0 0,0-1,1 0,0 0,0 0,-1 0,5 1,-1-3,0 1,0-1,1 0,-1 0,1-1,-1-1,1 1,-1-1,0-1,1 1,-1-1,0-1,0 0,0 0,-1 0,1-1,-1 0,0-1,0 1,0-1,0-1,-1 1,0-1,0 0,-1-1,0 1,0-1,0 0,-1-1,0 1,0-1,-1 1,0-1,0 0,-1 0,1-4,3-116,2 147,1-1,1 0,0-1,1 0,1 0,6 5,-12-13,0-2,1 1,0-1,0 0,1 0,0-1,0 0,0 0,1-1,0 0,0 0,0-1,0-1,1 1,0-2,-1 1,1-1,0-1,0 1,0-2,1 0,7 0,13-7</inkml:trace>
  <inkml:trace contextRef="#ctx0" brushRef="#br0" timeOffset="42109.411">12714 5424,'-16'-59,"15"59,1 0,0 0,0 0,0 0,-1 0,1 0,0 1,0-1,0 0,-1 0,1 0,0 0,0 0,-1 0,1 0,0 0,0 0,0-1,-1 1,1 0,0 0,0 0,0 0,-1 0,1 0,0 0,0 0,0 0,-1-1,1 1,0 0,0 0,0 0,0 0,0-1,0 1,-1 0,1 0,0 0,0-1,0 1,0 0,0 0,0 0,0-1,0 1,0 0,0 0,-3 23,0 85,4 1,5-1,8 32,-12-130,-1 2,0 0,1 1,0-1,1 0,1 0,0-1,0 1,1-1,1 0,0 0,2 3,-7-12,1-1,-1 0,0 0,0 0,1 0,-1 0,0-1,1 1,-1 0,1 0,-1-1,1 1,-1-1,1 0,0 1,-1-1,1 0,-1 0,1 0,0 0,-1 0,1 0,0 0,-1-1,1 1,-1-1,1 1,-1-1,1 1,-1-1,1 0,0 0,44-37,-35 28,-1 1,0-1,1 0,0 1,0 0,1 0,0 2,1-1,0 2,4-2,-14 7,-1 0,1 0,0 1,0-1,-1 1,1 0,0 0,0 0,-1 0,1 0,0 1,0-1,-1 1,1 0,0 0,-1 0,1 0,-1 0,1 0,-1 1,0-1,1 1,-1 0,0 0,0 0,0 0,0 0,0 0,-1 0,1 0,0 2,28 84,-29 17,-1-101,0-1,-1 0,0 0,0 0,1 0,-2 1,1-1,0 0,-1-1,1 1,-1 0,0 0,0-1,0 1,0-1,-1 1,1-1,-1 0,1 0,-1 0,0 0,1-1,-1 1,0-1,0 0,0 0,-1 0,1 0,0 0,-2 0,0-1,0-1,0 1,0-1,0 0,0 0,0-1,1 0,-1 1,0-1,1-1,0 1,-1-1,1 0,0 0,0 0,0 0,1-1,-1 1,1-1,0 0,0 0,0-1,1 1,-1 0,1-1,0 1,1-1,-1 0,1 0,-1 0,2 0,-1 0,0 0,1 0,0 0,0 0,1 0,-1 0,1 0,0 0,0 1,2-5,4-3,1 0,0 1,1 0,0 0,1 1,0 0,0 1,1 0,1 0,-1 1,1 1,1 0,-1 1,1 0,0 1,0 0,14-2,-20 4,-1 1,1 0,-1 0,1 1,0 0,-1 0,1 0,0 1,0 0,0 1,0-1,-1 1,1 1,0-1,-1 1,1 0,-1 0,1 1,-1 0,0 0,0 1,0 0,2 2,7 11,-1 0,-1 1,0 1,-2 1,0 0,-1 0,-1 1,4 12,-11-27,-2-4,1 1,0-1,0 1,0-1,0 0,0 1,1-1,-1 0,1 0,-1 0,1 0,0 0,0 0,-1 0,2-1,-1 1,0-1,2 2,6-2</inkml:trace>
  <inkml:trace contextRef="#ctx0" brushRef="#br0" timeOffset="42594.748">13249 5450,'35'16,"18"-4,-15-4,0 1,0 2,-1 2,2 3,-29-12,1 2,-1 0,0 0,0 1,0 0,-1 0,-1 1,1 0,-1 1,0 0,-1 0,0 1,-1 0,0 0,4 8,-2 3,-1 1,-1 1,0-1,-2 1,1 13,9 43,-13-71,2-1,-1 1,1-1,0 1,1-1,-1 0,1 0,1-1,-1 1,1-1,1 0,-1 0,2 0,-4-3,0-1,0 0,0 0,0 0,0 0,0-1,0 1,1-1,-1 0,1 0,-1 0,1 0,-1-1,1 0,0 1,-1-1,1 0,-1-1,1 1,0-1,-1 1,1-1,-1 0,1 0,-1-1,0 1,0-1,1 0,1-1,7-8,-1 0,-1 0,0-1,0 0,-1-1,-1 0,0-1,0 0,-2 0,0 0,0-1,-2 0,3-12,-7 27,27-72,-30 78,1 1,0 0,0 0,0 1,1-1,0 0,1 0,0 1,0-1,0 0,1 1,0-1,1 0,-1 0,1 0,1 0,-1 0,1 0,0-1,1 1,0-1,0 0,0 0,1 0,2 2,11 2,1-1,0-1,0-1,1 0,0-2,0 0,1-1,-1-1,1-1,0-1,0-1,-1-1,3 0,65-2</inkml:trace>
  <inkml:trace contextRef="#ctx0" brushRef="#br0" timeOffset="43760.228">14893 5624,'-36'-11,"30"7,-1 1,0 0,0 0,-1 1,1 0,-1 0,1 1,-1 0,1 0,-1 1,0 0,1 0,-1 0,1 1,-1 1,1-1,-1 1,1 0,0 1,0 0,0 0,-6 4,4 2,0 0,1 0,0 1,0 0,1 1,1 0,0 0,0 0,1 0,1 1,0 0,0 0,1 1,1-1,0 0,0 11,2-19,0 0,0-1,1 1,-1-1,1 1,0-1,0 1,0-1,0 1,1-1,0 0,-1 0,1 0,0 0,1 0,-1 0,0 0,1-1,-1 1,1-1,0 0,0 1,0-1,0-1,0 1,1 0,-1-1,0 0,1 0,0 0,6 2,1 0,0-1,-1-1,1 0,0-1,0 0,0 0,0-1,6-1,-7 0,0 1,-1-2,1 1,-1-1,1 0,-1-1,0 0,0-1,-1 0,1 0,-1-1,0 0,-1 0,1-1,-1 0,-1 0,1-1,-1 0,0 0,-1 0,0-1,0 1,-1-1,0 0,-1-1,0 1,0-1,-7-18,4 29,0-1,0 0,0 0,0 1,0-1,0 0,0 1,-1-1,1 0,0 0,0 1,0-1,-1 0,1 0,0 1,0-1,-1 0,1 0,0 0,0 1,-1-1,1 0,0 0,0 0,-1 0,1 0,0 0,-1 0,1 0,0 0,-1 1,1-1,0 0,-1-1,1 1,0 0,-1 0,1 0,0 0,-1 0,1 0,0 0,0 0,-1-1,1 1,0 0,0 0,-1 0,1 0,0-1,0 1,-1 0,1 0,0-1,0 1,0 0,0-1,-1 1,1 0,0 0,0-1,0 1,0 0,0-1,0 1,0 0,0-1,-2 7,1 0,0 0,1 0,-1 0,1 0,0 0,0-1,1 1,0 0,0 0,1 0,-1 0,1-1,0 1,1-1,-1 1,1-1,0 0,0 0,1 0,2 2,0 1,1 1,1-1,0 0,0-1,0 0,1 0,0 0,0-1,1-1,0 0,0 0,0-1,0 0,1-1,0 0,-1 0,1-1,0-1,0 0,0 0,0-1,0-1,0 0,0 0,0-1,0 0,0-1,-1-1,1 1,-1-2,0 1,0-1,0-1,-1 0,6-5,-6-1,0 0,-1-1,-1-1,0 1,0-1,-2 0,0 0,0-1,-2 0,1 1,-2-1,0-1,-1 1,0 0,-2 0,1 0,-4-13,-13-636,16 566,1 85,-2 23,-1 80,3 0,4 0,5 0,3-1,4 0,4-1,4-1,3-1,4-1,13 18,-32-76,-12-27,1 0,-1 0,0 0,0-1,1 1,-1 0,0 0,0 0,0 0,1 0,-1 0,0 0,0 0,1 0,-1 0,0 0,0 0,1 0,-1 0,0 0,0 0,1 0,-1 0,0 0,0 0,1 1,-1-1,0 0,0 0,0 0,1 0,-8-24,0 0,-1 0,-2 1,0 0,-1 1,-10-14,-17-27,-3 1,-2 2,-3 2,-3 2,-11-8,43 45,16 19,1-1,0 1,0-1,0 1,0-1,0 1,0-1,0 1,0-1,0 1,0-1,0 1,0 0,1-1,-1 1,0-1,0 1,0-1,1 1,-1-1,0 1,0 0,1-1,-1 1,0 0,1-1,-1 1,1 0,-1-1,0 1,1 0,-1 0,1-1,-1 1,1 0,-1 0,1 0,-1 0,1 0,-1-1,1 1,-1 0,1 0,-1 0,0 0,1 1,-1-1,1 0,-1 0,1 0,-1 0,1 0,-1 1,1-1,-1 0,1 0,-1 1,0-1,1 0,0 0,262 29,-213-23,-3-2,1 3,-1 1,0 3,44 16,-83-25,-1 1,0 1,0-1,0 1,0 0,0 0,-1 1,0 0,0 0,0 1,-1-1,1 1,-1 0,-1 1,1-1,-1 1,0 0,-1 0,0 0,0 1,0-1,-1 1,0 1,-6 107,-3-30,7-83,0 0,0-1,0 1,0 0,1-1,-1 1,1 0,0-1,-1 1,1-1,0 1,0-1,1 1,-1-1,1 0,-1 0,1 0,0 0,-1 0,1 0,0 0,0 0,1-1,-1 1,0-1,0 1,1-1,-1 0,1 0,-1 0,1 0,-1-1,1 1,0-1,-1 1,1-1,0 0,-1 0,1 0,0-1,-1 1,1 0,0-1,-1 0,1 0,0 0,5-2,-1-1,0 0,0 0,0-1,0 1,-1-1,0-1,0 0,0 1,-1-2,0 1,0-1,0 1,-1-1,0 0,0-1,-1 1,0-1,-1 0,1 1,-1-1,-1 0,1-1,-2 1,1-3,0 5,0 0,-1 0,0 0,0 0,0 0,-1 0,0 0,0 0,0 1,-1-1,0 0,0 0,0 1,-1-1,0 1,0 0,0 0,0 0,-1 0,0 1,0 0,-1-1,1 1,-1 1,0-1,1 1,-2-1,1 2,0-1,-1 0,1 1,-1 0,0 0,-3 0,2 1,-1 1,0 0,0 0,1 0,-1 1,0 0,1 1,-1-1,0 2,1-1,0 1,0 0,0 0,0 1,0 0,1 0,-1 1,1 0,0 0,1 0,-1 1,-2 3,1 0,-1 0,1 1,0-1,1 2,0-1,1 1,0-1,1 1,0 1,0-1,2 1,-1-1,1 1,0 6,2-14,0 0,0 1,0-1,0 0,1 0,0 0,0 1,0-1,0 0,0 0,1 0,0-1,0 1,0 0,0-1,0 1,1-1,0 0,0 1,0-1,0-1,0 1,0 0,1-1,-1 1,1-1,0 0,-1-1,1 1,0-1,0 1,0-1,1 0,0 0,3 0,1-1,0 0,-1 0,1-1,-1 0,1-1,-1 1,0-2,5-1,31-12</inkml:trace>
  <inkml:trace contextRef="#ctx0" brushRef="#br0" timeOffset="44083.928">16190 5062,'-10'-9,"0"1,-1 0,0 0,-1 1,1 1,-1 0,-1 1,1 0,-1 0,0 2,0-1,0 2,0 0,-1 0,-8 1,20 1,0 0,0 1,0-1,0 1,0-1,0 1,0-1,0 1,0 0,0 0,0 0,1 0,-1 1,0-1,1 0,-1 1,1-1,-1 1,1-1,0 1,-1 0,1-1,0 1,0 0,0 0,1 0,-1 0,0 0,1 0,-1 0,1 0,0 0,0 0,-1 0,1 0,1 1,-1-1,0 0,0 0,1 0,-1 0,1 0,0 0,0 0,-1 0,1 0,1-1,-1 1,64 89,-40-61,15 18,-3 2,-2 1,-2 1,-3 2,20 51,-32-59,-7-17,0-1,2 0,1-1,11 16,-22-39,0 0,1 0,-1 0,1 0,0-1,0 1,0-1,0 0,1 0,-1 0,1-1,0 0,0 0,0 0,0 0,0-1,0 0,0 0,0 0,0 0,1-1,-1 0,0 0,1-1,-1 1,0-1,0 0,0-1,0 1,0-1,4-2,11-5,0 0,-1-2,0-1,0 0,-2-1,1-1,-2-1,12-12,21-25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8:33.5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22,'-13'-1,"29"25,-9-16,77 89,-79-92,0-1,0 0,0 0,1-1,-1 1,1-1,0-1,0 1,0-1,1 0,-1 0,0-1,1 0,-1 0,1 0,-1-1,1 0,3 0,-4-3,1 1,0-1,-1-1,1 1,-1-1,0 0,-1 0,1-1,-1 0,1 0,-1 0,-1-1,1 0,-1 1,0-2,0 1,-1 0,0-1,0 1,0-1,-1 0,0 0,-1 0,1 0,-1-1,0 1,-1 0,0 0,-1-6,1 13,-1 1,1-1,0 1,-1 0,0-1,1 1,-1-1,1 0,-1 1,1-1,-1 1,0-1,1 0,-1 0,0 1,0-1,1 0,-1 0,0 0,1 0,-1 0,0 0,0 0,1 0,-1 0,0 0,1 0,-1 0,0 0,0-1,1 1,-1 0,0-1,1 1,-1 0,1-1,-1 1,0-1,1 1,-1-1,1 1,-1-1,1 1,-1-1,1 1,0-1,-1 0,1 1,0-1,-1 0,1 1,0-1,0 0,0 0,0 1,0-1,-1 0,1 1,0-1,1 0,-1 0,0 1,0-1,0 0,0 1,0-1,1 0,-1 0,0 1,1-1,-7 13,0 1,0 1,2-1,0 0,0 1,1 0,1 0,0 0,1 0,0 1,2 1,-1-15,0 87,4 0,4 0,19 86,1 8,-27-169,1-6,0 0,-1 0,0 1,0-1,0 1,-1-1,-1 1,1-1,-1 0,-1 1,1-1,-1 0,0 0,-1 0,1 0,-2 0,-2 6,2-12,1 1,-1-1,1 1,-1-1,0 0,0-1,1 1,-1 0,0-1,0 0,0 0,0 0,0-1,1 1,-1-1,0 0,0 0,1 0,-1-1,1 1,-1-1,1 0,-1 0,1 0,0 0,0 0,0-1,0 0,0 1,-13-11,0-1,1 0,0 0,1-2,1 0,0 0,1-1,1-1,1 0,0 0,1-1,1 0,-3-13,11 32,-1-2,0-1,0 1,0-1,0 1,0-1,1 0,-1 1,1-1,-1 0,1 0,0 1,0-1,1 0,-1 1,0-1,1 0,0 0,-1 1,1-1,0 1,0-1,1 1,-1-1,0 1,1 0,0-1,11-4,0 0,0 1,1 1,0 0,0 1,0 0,0 1,0 1,13-1,-21 2,121-11,-70 9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8:33.5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36,'9'-6,"1"1,1 0,-1 1,1 0,-1 1,1 0,0 1,2 0,-10 2,0-1,0 1,0 0,1 0,-1 0,0 0,0 0,0 1,0 0,1-1,-1 1,0 0,0 1,-1-1,1 0,0 1,0 0,-1 0,1-1,-1 2,1-1,-1 0,0 0,0 1,0-1,0 1,0 0,0-1,0 3,1 5,-1 1,0-1,-1 0,0 0,0 1,-1-1,-1 0,0 1,0-1,-1 0,0 0,-1 0,0 0,0 0,-1-1,0 1,-1-1,0 0,-1-1,-1 2,-35 91,42-100,-1 0,1 1,-1-1,1 1,0-1,0 0,0 1,0-1,0 1,0-1,0 0,1 1,-1-1,0 1,1-1,-1 0,1 1,-1-1,1 0,0 0,-1 0,1 1,0-1,0 0,0 0,0 0,0 0,0 0,0-1,0 1,1 0,-1 0,0-1,0 1,1-1,-1 1,0-1,1 1,58 4,40-20,-49 2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8:33.5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15,'21'-3,"18"0,15 0,11 0,6 2,-1 0,-5 2,-10 5,-13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8:33.5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6,'16'2,"19"1,21 0,20-3,15-6,-8-2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8:33.5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 45,'-7'0,"0"0,6 0,12 0,18 0,22-3,25-2,25-6,20-2,-10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8:33.5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1,'0'18,"0"13,0 8,0 4,0 2,0-3,2-5,1-8,0-8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8:33.5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 47,'-12'-3,"0"3,7 2,14 2,22-1,26 0,25-3,25-6,16-7,10-5,-17-1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8:33.5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54,'18'16,"13"12,10 8,7 4,5 3,0 3,-2 1,-3-4,-8-4,-7-6,-11-10</inkml:trace>
  <inkml:trace contextRef="#ctx0" brushRef="#br0" timeOffset="1">442 0,'-16'14,"-12"13,-8 14,-3 11,1 10,3 9,7 5,8 2,7-13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8:33.5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0,'2'7,"8"9,9 8,7 8,7 4,5 4,2 3,-1 4,-5 3,-5 0,-9-2,-7-4,-6-11</inkml:trace>
  <inkml:trace contextRef="#ctx0" brushRef="#br0" timeOffset="1">147 13,'-15'21,"-9"15,-1 11,0 7,5 5,6 2,3 2,4-3,2-12</inkml:trace>
  <inkml:trace contextRef="#ctx0" brushRef="#br0" timeOffset="2">321 321,'16'-10,"0"1,1 1,0 1,0 0,1 1,0 1,0 1,0 1,0 0,1 1,9 1,-26 1,0 0,0 0,0 0,1 0,-1 1,0-1,0 1,0-1,0 1,0 0,0 0,0 0,-1 0,1 0,0 0,0 1,-1-1,1 1,-1-1,1 1,-1-1,0 1,1 0,-1 0,0-1,0 1,0 0,-1 0,1 0,0 0,-1 0,1 0,-1 1,0-1,0 0,0 0,0 0,0 0,0 0,0 0,-1 1,-3 16,0 0,-2 0,0-1,-1 0,-1 0,-1-1,0 0,-1 0,-1-1,-3 2,-18 34,-9 36,41-86,0-1,0 1,0-1,0 1,1-1,-1 1,0-1,1 1,-1-1,1 0,-1 1,1-1,-1 1,1-1,0 0,0 0,0 1,0-1,0 0,0 0,0 0,0 0,0 0,0 0,1-1,-1 1,0 0,1 0,-1-1,1 1,-1-1,0 0,2 1,52 7,-32-8,-1-1,1-1,0-1,-1-1,0-1,2-2,26-8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8:33.5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1,'9'13,"17"5,20 0,24-4,24-7,15-8,6-9,-16-3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8:33.5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1,'21'16,"15"12,12 10,8 6,1 4,1 1,-5-1,-8-2,-8-4,-11-7,-10-7,-8-9</inkml:trace>
  <inkml:trace contextRef="#ctx0" brushRef="#br0" timeOffset="1">348 28,'-18'7,"-11"8,-7 12,-2 12,-1 11,1 8,5 6,9 1,7-4,12-5,6-12</inkml:trace>
  <inkml:trace contextRef="#ctx0" brushRef="#br0" timeOffset="2">642 496,'7'5,"1"0,-1 0,1 0,0-1,0 0,1-1,-1 0,1 0,0-1,-1 0,1-1,0 0,0 0,0 0,0-2,0 1,0-1,0 0,0-1,0 0,-1 0,1-1,-1 0,1 0,-1-1,0-1,0 1,-1-1,1 0,-1-1,0 0,-1 0,1 0,-1-1,-1 0,1 0,-1 0,0-1,-1 0,0 0,0 0,-1 0,3-8,-5 10,-1 1,1-1,-1 1,0-1,-1 1,1-1,-1 1,0-1,0 1,-1 0,0-1,0 1,0 0,0 0,-1 0,0 1,0-1,0 1,-1-1,1 1,-1 0,0 0,0 1,0-1,-1 1,1 0,-1 0,0 0,-2 0,-2-1,-1 0,1 0,0 2,-1-1,1 1,-1 0,0 1,0 0,0 1,1 0,-1 0,0 1,0 0,0 1,1 0,-3 2,-3 1,0 2,0 0,0 1,1 0,1 1,-1 1,2 0,-7 6,-12 15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8:33.5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1,'-2'18,"4"15,8 12,9 6,8 4,9 2,5-2,2-3,1-3,-2-1,-7-5,-6-3,-9-4,-7-3,-7-5,-3-8</inkml:trace>
  <inkml:trace contextRef="#ctx0" brushRef="#br0" timeOffset="1">350 148,'-16'0,"-10"5,-5 5,1 11,0 11,4 13,1 11,3 9,1 7,1 6,2-3,4-13</inkml:trace>
  <inkml:trace contextRef="#ctx0" brushRef="#br0" timeOffset="2">430 536,'15'-11,"2"0,-1 1,1 1,1 0,0 1,0 1,0 1,1 0,0 2,0 0,15-1,-30 4,0 0,0 1,0 0,0-1,0 1,-1 0,1 1,0-1,0 1,0 0,0 0,0 0,-1 0,1 1,0-1,-1 1,1 0,-1 0,0 0,0 1,0-1,0 1,0 0,0 0,-1 0,1 0,-1 0,0 0,0 1,0-1,0 1,-1-1,1 1,0 3,-2 8,-1 0,-1-1,0 1,-1-1,0 1,-1-1,-1 0,0 0,-1-1,0 0,-1 0,-1 0,-2 2,8-11,-74 131,75-134,0 0,0 1,0-1,0 1,0-1,0 1,0-1,1 1,-1 0,0-1,1 1,-1 0,1 0,0-1,0 1,-1 0,1 0,0 0,1-1,-1 1,0 0,0 0,1-1,-1 1,1 0,-1-1,1 1,0 0,0-1,0 1,0-1,0 1,0-1,0 1,0-1,1 0,-1 0,0 0,1 0,-1 0,1 0,-1 0,1 0,1 0,11 3,0-2,0 1,1-2,-1 0,0-1,1 0,-1-1,0-1,0 0,1-1,1-1,-7 2,81-16,-4-3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8:33.5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 4,'1'-1,"-1"1,0 0,1 0,-1-1,0 1,1 0,-1 0,1 0,-1-1,0 1,1 0,-1 0,1 0,-1 0,1 0,-1 0,0 0,1 0,-1 0,1 0,-1 0,1 0,-1 0,0 1,1-1,-1 0,1 0,-1 0,0 1,1-1,-1 0,1 0,-1 1,0-1,0 0,1 1,-1-1,0 0,1 1,-1-1,0 0,0 1,0-1,1 1,-1-1,0 0,0 1,0-1,0 1,0-1,0 1,0-1,0 1,0-1,0 0,0 1,0-1,0 1,0-1,-1 1,10 24,-2 1,-1-1,-1 1,1 27,-3-32,17 242,-11 1,-19 161,8-361,1-13,-28 1351,30-1120,-1-224</inkml:trace>
  <inkml:trace contextRef="#ctx0" brushRef="#br0" timeOffset="1">0 2985,'0'-2,"0"5,0 11,2 13,1 15,0 22,-1 20,0 19,-1 14,0 8,-1-17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8:33.5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0,'3'23,"2"23,3 25,5 22,2 23,2 19,-1 17,-1 11,0 5,-1-2,0-8,0-12,-1-15,1-18,-3-29</inkml:trace>
  <inkml:trace contextRef="#ctx0" brushRef="#br0" timeOffset="1">322 321,'13'14,"14"11,9 8,6 5,2 4,0 1,0-1,-3 1,-7-3,-4-4,-5-8,-7-9</inkml:trace>
  <inkml:trace contextRef="#ctx0" brushRef="#br0" timeOffset="2">642 321,'-14'2,"-11"8,-10 11,-4 11,0 10,2 8,8 7,8 6,8-1,9-5,4-11</inkml:trace>
  <inkml:trace contextRef="#ctx0" brushRef="#br0" timeOffset="3">923 589,'0'14,"0"1,1 0,1-1,1 1,0-1,0 0,5 10,-7-20,1 0,-1-1,1 1,0-1,0 1,1-1,-1 0,1 0,-1 0,1 0,0 0,0 0,0-1,0 1,1-1,-1 0,1 0,-1-1,1 1,0-1,0 1,0-1,-1 0,1-1,0 1,0-1,0 1,0-1,0 0,2-1,1-1,1-1,-1 1,0-2,0 1,0-1,0 0,-1 0,1-1,-1 0,0 0,-1 0,1-1,-1 0,0 0,0 0,-1-1,0 0,0 1,-1-1,1-1,-2 1,1 0,-1-1,0 0,0 1,-1-1,0 0,-1 0,0-3,0 6,0 0,0 0,-1 1,0-1,0 0,0 0,-1 1,0-1,0 1,0-1,0 1,-1 0,1-1,-1 1,0 1,0-1,-1 0,1 1,-1 0,0 0,0 0,0 0,0 0,0 1,0 0,-1 0,1 0,-1 0,0 1,1 0,-1 0,0 0,0 0,0 1,0 0,0 0,0 0,1 0,-1 1,0 0,0 0,0 1,-7 1,1 2,-1-1,1 2,0-1,0 2,0-1,1 2,0-1,0 1,1 1,-7 8,-21 24</inkml:trace>
  <inkml:trace contextRef="#ctx0" brushRef="#br0" timeOffset="4">522 1204,'4'16,"7"14,10 11,10 8,12 2,10 2,5-1,-1-6,-3-5,-6-8,-12-9</inkml:trace>
  <inkml:trace contextRef="#ctx0" brushRef="#br0" timeOffset="5">856 1190,'-16'16,"-10"14,-2 12,-2 9,1 8,2 5,4 1,5-4,6-13</inkml:trace>
  <inkml:trace contextRef="#ctx0" brushRef="#br0" timeOffset="6">1097 1578,'13'-32,"0"-1,-2-1,-2 0,5-30,-7 29,-6 78,-1-12,-2 27,3 0,3 0,7 37,-2-57</inkml:trace>
  <inkml:trace contextRef="#ctx0" brushRef="#br0" timeOffset="7">1391 27,'0'-3,"0"3,2 7,1 14,2 19,3 22,-1 22,2 22,-1 21,-3 13,1 8,2 2,1-5,2-10,1-16,3-15,2-20,-3-23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8:33.5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0,'71'182,"-28"-57,-6 1,-5 1,-5 2,-7 1,-1 44,3 231,-17 26,5 149,18-156,-6-145,-12 1,-22 204,7-436,-1 83,7-127,-1 1,1-1,0 0,0 0,0 0,1 0,0 0,-1 0,1 0,1-1,-1 1,0-1,1 1,2 1,-4-5,0 0,0 0,0 0,0 0,0 0,0-1,0 1,0 0,0-1,0 1,0-1,0 1,0-1,0 0,0 1,-1-1,1 0,0 1,0-1,-1 0,1 0,-1 0,1 0,-1 1,1-1,-1 0,1 0,-1 0,0 0,1 0,-1 0,0 0,0 0,0-1,0 1,0 0,0 0,7-22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09.82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188 128,'-9'2,"-1"10,3 12,6 15,5 13,2 11,0 6,-1 1,-2-3,-3-6,-2-13</inkml:trace>
  <inkml:trace contextRef="#ctx0" brushRef="#br0" timeOffset="383.972">1 167,'7'-3,"0"1,0 0,1 0,-1 1,1 0,-1 0,1 1,-1 0,1 0,-1 1,1 0,-1 0,0 1,1 0,-1 0,0 0,0 1,0 0,0 1,11 5,-1 2,0 0,0 0,-1 2,-1 0,8 8,1 4,-1 1,-2 1,0 0,-2 2,0 0,-3 1,0 1,-2 1,-1 0,-2 0,-1 2,-2-1,1 8,-8-37,0 1,0-1,0 1,0-1,-1 1,1-1,-1 1,-1-1,1 1,0 0,-1-1,0 1,0-1,0 0,-1 1,0-1,0 0,0 0,0 0,0 0,-1 0,0 0,1-1,-1 1,-1-1,1 0,0 0,-1 0,-8 1,-1 0,1-1,-1 0,0-1,0 0,0-1,0-1,0 0,0 0,-1-2,-10 2,-172-6,172 3,24 2,0 1,0 0,0-1,0 1,-1-1,1 1,0 0,0-1,0 1,0-1,0 1,0 0,0-1,0 1,0-1,0 1,0 0,0-1,0 1,1 0,-1-1,0 1,0-1,0 1,0 0,1-1,-1 1,0 0,0 0,1-1,-1 1,0 0,1-1,-1 1,0 0,1 0,-1 0,0-1,1 1,-1 0,0 0,1 0,-1 0,1 0,-1 0,0 0,1 0,-1 0,1 0,-1 0,0 0,1 0,-1 0,1 0,-1 0,0 0,0 0,23-8</inkml:trace>
  <inkml:trace contextRef="#ctx0" brushRef="#br0" timeOffset="699.131">602 755,'16'-5,"1"0,-1-2,-1 0,1 0,-2-1,1-1,-1-1,0 0,-1-1,0 0,-1-1,0-1,-1 1,0-2,4-7,0-19,-15 39,0 1,0-1,0 0,0 0,0 0,0 0,0 0,0 1,0-1,0 0,-1 0,1 0,0 0,-1 1,1-1,0 0,-1 0,1 1,-1-1,1 0,-1 1,0-1,1 0,-1 1,0-1,1 1,-1-1,0 1,0 0,1-1,-1 1,0 0,0-1,0 1,1 0,-1 0,0 0,0 0,0-1,0 1,0 1,0-1,1 0,-1 0,0 0,0 0,-5 3,0-1,0 1,1 0,-1 0,1 1,0 0,0 0,0 0,0 0,1 1,0 0,0 0,0 0,1 0,-1 1,1-1,1 1,-1 0,1 0,0 0,0 0,0 0,1 3,-2-3,1 1,1-1,-1 0,1 1,0-1,0 0,1 1,0-1,0 1,0-1,1 1,0-1,1 1,-1-1,1 0,0 0,1 0,-1 0,1 0,0 0,1-1,-1 1,1-1,0 0,1 0,-1-1,1 1,0-1,0 0,2 1,0-1,1-1,0 0,-1 0,1-1,0 0,0-1,0 1,1-1,6-1,29-1</inkml:trace>
  <inkml:trace contextRef="#ctx0" brushRef="#br0" timeOffset="1646.159">1257 234,'20'74,"-4"2,-3 0,-3 0,-4 1,-2 39,-4-149,1-80,-5 0,-4 1,-10-32,16 132,5 21,2 7,1-4,0 1,0-1,1-1,0 1,1-1,1 0,0-1,0 0,8 7,-13-14,-1 0,1-1,-1 1,1-1,0 0,0 1,0-2,0 1,0 0,0-1,0 0,1 0,-1 0,0 0,1-1,-1 0,0 0,1 0,-1 0,1-1,-1 0,0 1,1-2,-1 1,0 0,0-1,0 0,0 0,0 0,0 0,3-4,1-1,0 0,-1 0,1-1,-1-1,-1 1,0-1,0 0,-1-1,0 1,0-1,-1 0,-1 0,1 0,-2-1,2-5,1-15,-1 0,-1 0,-2 0,-1-22,-1 33,-1 15,-1 12,-3 17,6-24,-18 93,3 1,5 0,3 24,6-101,1 1,1 0,1 0,1-1,0 0,1 1,6 14,-8-27,0 0,0 0,0 0,1 0,0-1,0 1,0-1,1 0,-1 0,1 0,0 0,0-1,0 1,1-1,-1 0,1-1,0 1,0-1,0 0,0 0,0 0,0-1,0 0,1 0,-1 0,0 0,4-1,-3 0,-1-1,1 0,-1 0,1 0,-1 0,1-1,-1 0,0 0,0-1,0 1,0-1,0 0,-1-1,1 1,-1-1,0 0,0 0,0 0,0 0,-1-1,0 1,0-1,0 0,0-1,-3 6,0 0,0-1,0 1,0-1,0 1,0 0,0-1,0 1,0 0,0-1,1 1,-1 0,0-1,0 1,0 0,1-1,-1 1,0 0,0 0,1-1,-1 1,0 0,1 0,-1 0,0-1,0 1,1 0,-1 0,1 0,-1 0,0 0,1 0,-1-1,0 1,1 0,-1 0,0 0,1 0,-1 0,1 1,-1-1,0 0,1 0,-1 0,0 0,1 0,-1 0,0 0,1 1,-1-1,0 0,1 0,-1 1,0-1,0 0,1 1,8 22,-5-12,-1-3,1 1,0-1,1-1,0 1,0-1,1 0,0 0,0 0,0-1,8 6,-12-10,0 0,1 0,-1-1,1 1,0-1,-1 1,1-1,0 0,0 0,0 0,0 0,0-1,0 1,0-1,0 0,0 0,0 0,0 0,0 0,0-1,0 1,0-1,0 0,0 0,0 0,0 0,-1-1,1 1,0-1,-1 0,1 1,-1-1,2-2,1-1,-1-1,0 1,0-1,-1 0,0 0,0 0,0-1,-1 1,1 0,-2-1,1 0,-1 0,0 1,0-1,-1 0,0 0,0 0,-1 0,0 1,0-1,0 0,-1 1,0-1,0 1,-1-1,0 1,0 0,0 0,-1 0,0 0,0 1,0 0,-1 0,0 0,0 0,0 1,0-1,-1 1,0 1,0-1,0 1,0 0,0 0,-1 1,1 0,-2 0,4 1,1 0,-1 1,1 0,0 0,-1 0,1 0,-1 0,1 1,-1-1,1 1,0 0,0 0,-1 0,1 1,0-1,0 1,0-1,0 1,0 0,1 1,-1-1,1 0,-1 1,1-1,0 1,0 0,0-1,0 1,0 0,1 0,-1 1,1-1,0 0,0 0,0 1,0-1,1 0,-1 1,1-1,0 1,0-1,0 1,0-1,1 0,0 1,-1-1,1 0,1 2,12 23,3-4</inkml:trace>
  <inkml:trace contextRef="#ctx0" brushRef="#br0" timeOffset="3335.371">2126 648,'6'-19,"-1"0,-1 0,-1 0,0-1,-1 0,-2 1,0-1,-1 0,0 1,-2-1,-1 1,-5-18,9 36,0 0,-1 0,1 0,-1 1,1-1,0 0,0 0,0 0,0 0,-1 0,1 0,0 0,0 0,1 0,-1 1,0-1,0 0,0 0,1 0,-1 0,0 0,1 0,-1 1,1-1,-1 0,1 0,-1 1,1-1,-1 0,1 1,0-1,-1 0,1 1,0-1,0 1,-1-1,1 1,0 0,0-1,0 1,0 0,0-1,0 1,-1 0,1 0,0 0,0 0,0 0,0 0,0 0,0 0,0 0,0 0,0 1,-1-1,1 0,0 1,0-1,190 19,-185-19,0 0,-1 1,1 0,0 0,-1 0,1 1,-1 0,1 0,-1 0,0 1,0-1,0 1,0 0,-1 1,1-1,-1 1,0 0,0 0,0 1,0-1,-1 1,0 0,0 0,0 0,0 0,-1 0,1 4,-1 99,-1-105,0 0,1 0,-1 0,1 0,0-1,0 1,0-1,0 0,0 1,0-1,1 0,-1 0,1 0,-1 0,1-1,0 1,0-1,0 0,-1 0,1 0,1 0,-1 0,0 0,0-1,0 0,0 1,0-1,1-1,-1 1,0 0,0-1,0 1,0-1,3-1,31-4,0-1,0-2,-1-1,0-2,-1-2,0-1,25-16,-49 26,-1 1,0-2,0 0,-1 0,0 0,0-1,0-1,-1 1,0-1,0-1,-1 0,0 0,0-2,-6 9,0 0,0 1,0-1,-1 0,1 0,-1 1,1-1,-1 0,0 0,0 0,0 0,0 0,0 1,0-1,0 0,-1 0,1 0,-1 0,1 1,-1-1,0 0,0 0,1 1,-1-1,0 1,-1-1,1 1,0-1,0 1,-1-1,1 1,0 0,-1 0,0 0,1 0,-1 0,1 0,-1 0,-1 0,-73-12,69 13,1 1,-1-1,0 1,1 1,-1-1,1 1,0 0,0 1,-1-1,2 1,-1 0,0 1,0-1,1 1,0 1,0-1,0 1,0-1,1 1,0 0,0 1,0-1,1 1,0 0,0 0,0 0,0 0,1 0,0 1,0 5,2-10,0 0,0 0,0 0,0 0,0 0,1 0,-1 0,1 0,-1 0,1 0,0-1,0 1,0 0,0 0,0-1,0 1,1-1,-1 1,0-1,1 1,-1-1,1 0,-1 0,1 0,0 1,0-2,-1 1,1 0,0 0,0-1,0 1,0-1,0 1,0-1,0 0,72-6,-59 0,-1-1,0-1,0-1,-1 0,0 0,0-2,-1 1,-1-1,0-1,9-12,-20 25,0-1,-1 1,1-1,0 1,0-1,1 0,-1 1,0-1,0 1,0-1,0 1,0-1,0 1,1-1,-1 0,0 1,0-1,1 1,-1-1,0 0,0 1,1-1,-1 0,0 0,1 1,-1-1,1 0,-1 0,0 1,1-1,-1 0,1 0,-1 0,1 0,-1 1,0-1,1 0,-1 0,1 0,-1 0,1 0,-1 0,1 0,-1 0,0-1,1 1,-1 0,1 0,-1 0,1 0,-1-1,0 1,1 0,-1 0,1-1,-1 1,0 0,8 306,9-103,-4-72,-5 119,-7-240,-1 0,0 1,0-1,-1 1,0-1,-1 1,0-1,0 0,-1 0,-1 0,0 0,0-1,-1 1,0-1,-1 0,1-1,-2 1,-6 6,10-13,-1-1,1 1,-1-1,0 1,1-1,-1-1,0 1,0 0,0-1,0 0,0 0,1 0,-1 0,0-1,0 1,0-1,0 0,1 0,-1 0,0-1,1 1,-1-1,1 0,0 0,0 0,-1-1,1 1,-75-78,59 50,0-2,3 0,0 0,2-2,1 0,2 0,2-1,1-1,1 1,2-1,0-32,4 53,0-1,1 1,1 0,0 0,1 0,1-1,0 2,1-1,1 0,0 1,1 0,0 0,1 1,1-1,0 1,1 1,0 0,1 0,0 1,1 0,6-4,27-17,1 3,2 2,1 2,44-17,9-4,-78 34,-2 3,-1-1,0-1,-1-1,0 0,-1-2,1-1,-19 15,1 0,0 0,0-1,-1 1,1-1,-1 1,1-1,0 1,-1-1,1 1,-1-1,1 1,-1-1,1 0,-1 1,0-1,1 0,-1 1,0-1,0 0,1 1,-1-1,0 0,0 0,0 1,0-1,0 0,0 0,0 1,0-1,0 0,0 0,0 1,0-1,-1 0,1 0,0 1,-1-1,1 0,0 1,-1-1,1 0,-1 1,1-1,-1 1,1-1,-1 1,1-1,-1 1,0-1,1 1,-1-1,0 1,0 0,-41-8,32 9,1 0,-1 1,1 0,0 1,0 0,0 0,1 1,-1 0,1 0,0 1,0 1,0-1,1 1,0 0,0 1,0 0,1 0,0 0,0 1,1 0,0 0,0 0,1 0,0 1,1 0,0 0,0 0,-1 8,3-15,0 1,0 0,1 0,-1 0,1 0,0 0,-1 0,1 0,0-1,1 1,-1 0,0 0,1 0,0 0,0 0,0 0,0-1,0 1,0 0,1-1,-1 1,1-1,0 0,0 1,-1-1,2 0,-1 0,0 0,0 0,1 0,-1-1,1 1,-1-1,1 0,0 0,-1 1,1-2,0 1,0 0,0-1,0 1,0-1,0 0,5 1,-1-2,0 1,0-1,1 0,-1 0,0-1,0 0,0 0,0-1,-1 0,1 0,-1-1,0 1,0-1,0-1,0 1,0-1,-1 0,0 0,1-2,3-3,-1-1,0 0,0 0,-1-1,-1 0,0 0,-1 0,0-1,-1 0,2-7,-3 12,-1-1,0 1,-1-1,0 1,0-1,-1 0,0 1,0-1,-1 0,0 1,-1-1,0 1,0-1,1 9,0-1,1 1,-1-1,0 1,0 0,0-1,0 1,1 0,-1-1,0 1,0 0,0 0,0 0,0 0,0 0,0 0,0 0,1 0,-1 1,0-1,0 0,0 0,0 1,0-1,1 0,-1 1,0-1,0 1,0-1,1 1,-1 0,0-1,1 1,-1 0,1-1,-1 1,1 0,-1 0,1-1,-1 1,1 0,0 0,-1 0,1 0,0-1,0 1,-1 0,1 0,0 0,0 0,0 1,-4 7,0 0,0 0,1 1,0 0,0 0,1 0,1 0,0 0,0 0,1 0,0 0,0 0,1 0,1 0,0 0,0 0,1 0,0-1,1 1,2 4,-3-10,0-1,1 1,-1-1,1 1,-1-1,1 0,0-1,0 1,1-1,-1 1,0-1,1-1,0 1,-1 0,1-1,0 0,0 0,-1-1,1 1,0-1,0 0,0-1,0 1,-1-1,1 0,0 0,0 0,2-2,4 0,-1-1,0 0,0-1,0 0,0-1,-1 0,0 0,0-1,-1 0,0-1,0 0,1-3,-3 4,0-1,-1 0,0-1,-1 1,0-1,0 0,-1 0,0 0,0-1,-1 1,-1-1,0 1,0-1,0 1,-1-1,-1 0,0 1,0-1,-1 1,0-1,2 9,0 1,0-1,0 1,0 0,0-1,0 1,0-1,0 1,0-1,0 1,0-1,0 1,0-1,0 1,-1 0,1-1,0 1,0-1,-1 1,1 0,0-1,0 1,-1 0,1-1,0 1,-1 0,1-1,-1 1,1 0,0 0,-1-1,1 1,-1 0,1 0,-1 0,1 0,0 0,-1 0,1-1,-1 1,1 0,-1 0,1 0,-1 1,1-1,-1 0,1 0,-1 0,1 0,0 0,-1 0,0 1,-10 23,9-16,0 0,1 0,1 0,-1 0,1 0,1 1,0-1,0 0,0 0,1 0,0 0,0-1,1 1,0-1,1 1,0-1,0 0,0 0,1 0,0-1,0 0,1 0,-1 0,1-1,1 1,-1-1,1-1,0 1,0-1,0-1,0 1,1-1,-1 0,7 1,-8-4,-1 1,1-1,-1 0,1 0,0-1,-1 0,0 0,1 0,-1-1,0 1,1-1,-1-1,0 1,-1-1,1 1,0-1,-1-1,1 1,-1-1,0 0,0 1,-1-2,1 1,-1 0,1-2,4-6,0 0,-1-1,0 0,-1-1,0 1,-1-1,-1 0,0-1,-1 1,-1 3,1 1,-2-1,1 0,-2 0,1 0,-1 0,-1 0,0 0,-1 0,-2-9,4 19,0 1,0-1,-1 0,1 0,0 0,0 0,-1 0,1 1,-1-1,1 0,-1 0,1 1,-1-1,1 0,-1 1,0-1,1 0,-1 1,0-1,1 1,-1-1,0 1,0-1,0 1,0 0,1-1,-1 1,0 0,0 0,0 0,0 0,0-1,0 1,0 0,1 1,-1-1,0 0,0 0,0 0,0 0,0 1,0-1,1 0,-1 1,0-1,0 1,1-1,-1 1,0-1,0 1,1 0,-1-1,1 1,-1 0,0-1,1 1,-1 0,1 0,0-1,-1 1,1 0,0 0,-1 0,1 0,0 0,0-1,0 1,0 0,0 0,0 0,-4 11,0-1,1 1,0 0,1 0,1 0,0 0,0 1,1-1,1 0,0 0,1 0,0 0,1 0,0 0,1 0,3 7,-2-12,0-1,1 0,-1 1,1-2,1 1,-1-1,1 0,0 0,0 0,0-1,1 0,-1-1,1 0,0 0,0-1,0 0,0 0,1-1,-1 0,0 0,1-1,-1 0,1 0,-1-1,0 0,1-1,-1 0,2-1,65-11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8:38.773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3159 2060,'11'0,"11"0,8-3,7 0,5 0,5 1,3 0,3 1,1 0,0-1,-1-1,-9 0,-10 1</inkml:trace>
  <inkml:trace contextRef="#ctx0" brushRef="#br0" timeOffset="269.734">3279 2340,'16'2,"16"1,17 0,16-3,13-5,6-6,-1 1,-11 1,-17 2</inkml:trace>
  <inkml:trace contextRef="#ctx0" brushRef="#br0" timeOffset="2454.904">4697 322,'-17'24,"20"77,0-77,67 543,-12-122,58 185,-61-367,-11 1,8 248,-41 316,4-647,1-149,-10-33</inkml:trace>
  <inkml:trace contextRef="#ctx0" brushRef="#br0" timeOffset="3194.632">5418 910,'11'20,"9"14,10 8,8 6,10 1,6 0,2-5,1-2,-4-4,-10-2,-11-4,-12-6,-9-8</inkml:trace>
  <inkml:trace contextRef="#ctx0" brushRef="#br0" timeOffset="3445.919">5686 950,'-16'16,"-10"16,-5 17,-1 16,-1 10,4 4,6-2,8-14</inkml:trace>
  <inkml:trace contextRef="#ctx0" brushRef="#br0" timeOffset="4011.447">6113 1271,'3'-3,"0"1,-1 0,1 0,0 0,0 0,0 0,0 1,1-1,-1 1,0 0,1 0,-1 0,0 0,1 1,-1 0,1-1,-1 1,4 1,0-2,72 3,-77-2,1 1,-1 0,0-1,1 1,-1 0,0 1,0-1,0 0,0 1,0-1,0 1,0-1,0 1,0 0,-1 0,1 0,-1 0,1 0,-1 0,0 0,0 0,0 1,0-1,0 0,-1 1,1-1,-1 1,1-1,-1 1,0 1,-2 9,0 1,-1 0,0-1,-1 0,-1 1,0-1,-1-1,0 1,-1-1,0 0,-1-1,0 0,-1 0,-8 7,-3 8,17-21,-19 32,21-36,1 0,0 0,0 0,0 0,0-1,0 1,0 0,0 0,0 0,0 0,0 0,1 0,-1 0,0 0,1-1,-1 1,0 0,1 0,-1 0,1-1,-1 1,1 0,0-1,-1 1,1 0,0-1,-1 1,1-1,0 1,0-1,-1 1,1-1,0 0,0 1,0-1,0 0,-1 1,1-1,0 0,0 0,0 0,0 0,0 0,22 1,-1 0,1-1,-1-2,1 0,-1-1,0-1,0-2,0 0,16-7,9-5,-9 2</inkml:trace>
  <inkml:trace contextRef="#ctx0" brushRef="#br0" timeOffset="4518.086">5365 682,'16'-2,"18"-3,23-3,21-5,21-2,13-1,8 0,1 2,-22 5</inkml:trace>
  <inkml:trace contextRef="#ctx0" brushRef="#br0" timeOffset="9068.992">5739 3102,'5'13,"5"15,9 11,7 7,7 6,3 3,4 1,1-2,-1-6,-4-8,-3-10,-5-9,-4-10,-8-8</inkml:trace>
  <inkml:trace contextRef="#ctx0" brushRef="#br0" timeOffset="9274.021">6154 3089,'-14'-3,"-11"5,-8 6,-6 10,-2 15,1 11,4 14,10 9,8 8,7 4,6 0,4-13</inkml:trace>
  <inkml:trace contextRef="#ctx0" brushRef="#br0" timeOffset="9594.32">6328 3464,'15'-10,"0"2,0 0,1 1,1 1,-1 1,1 0,0 1,0 0,0 2,0 0,15 0,-28 2,-1 0,0 0,1 1,-1-1,0 1,0-1,1 1,-1 0,0 0,0 1,0-1,0 1,0-1,0 1,-1 0,1 0,-1 0,1 0,-1 1,0-1,1 1,-1-1,0 1,-1 0,1 0,-1 0,1 0,-1 0,0 0,0 0,0 0,0 1,-1-1,1 0,-1 0,0 3,-3 13,0-1,-1 0,-2 0,0 0,0 0,-2-1,0 0,-1-1,0 0,-2 0,0-1,0 0,-2-1,0 0,-5 3,10-8,-67 82,74-90,1-1,-1 1,0 0,0-1,1 1,-1 0,0 0,1 0,-1-1,1 1,-1 0,1 0,-1 0,1 0,0 0,-1 0,1 0,0 0,0 0,0 0,0 0,0 0,0 0,0 0,0 0,0 0,0 0,1 0,-1 0,0 0,1 0,-1 0,1 0,-1 0,1 0,-1-1,1 1,0 0,-1 0,1 0,0-1,0 1,-1 0,1-1,0 1,0-1,0 1,0-1,0 1,10 1,0 0,0-1,0 0,0 0,0-1,1-1,-1 0,0 0,0-1,1-1,-4 2,142-31,-75 13</inkml:trace>
  <inkml:trace contextRef="#ctx0" brushRef="#br0" timeOffset="5802.226">8092 1110,'-5'20,"-1"14,0 11,2 5,0 3,5-2,5-5,5-5,2-9,0-8</inkml:trace>
  <inkml:trace contextRef="#ctx0" brushRef="#br0" timeOffset="5995.865">7356 575,'-4'-2,"7"-1,17-2,23 0,27-2,27-2,24-1,14-4,-15 1</inkml:trace>
  <inkml:trace contextRef="#ctx0" brushRef="#br0" timeOffset="6736.464">9054 736,'16'-7,"10"-2,9 3,6 8,5 12,4 15,0 13,-2 13,-2 12,-2 5,-1-1,-4-3,-4-8,-4-10,-2-14,-3-13,-7-10</inkml:trace>
  <inkml:trace contextRef="#ctx0" brushRef="#br0" timeOffset="7007.575">9522 669,'-16'5,"-10"10,-4 14,0 14,2 12,5 14,3 8,6 3,7-1,6-8,5-15</inkml:trace>
  <inkml:trace contextRef="#ctx0" brushRef="#br0" timeOffset="7295.803">10043 1097,'-3'14,"-14"84,17-94,0 0,0 0,0 0,1 0,-1 0,1-1,0 1,0 0,0 0,1-1,-1 1,1-1,0 1,0-1,0 0,0 0,1 1,-1-2,1 1,0 0,0 0,0-1,1 1,5 1,1 0,-1 0,1-1,0-1,0 0,0 0,1-1,-1 0,0 0,0-1,0-1,1 0,-1 0,0-1,0 0,0-1,0 0,-1-1,1 0,-1 0,8-6,-12 8,-1-1,1 0,-1 0,0 0,0-1,0 1,-1-1,1 0,-1 0,0-1,0 1,0 0,-1-1,1 0,-1 0,0 1,-1-1,1 0,-1-1,0 1,0 0,-1 0,1 0,-1-1,0 1,-1 0,1 0,-1-1,0 1,0 0,-1 0,1 0,-1 0,-1 1,1-1,0 0,-1 1,0-1,0 1,0 0,-1 0,0 0,-3-2,0 2,-1 0,1 1,-1 0,0 1,0 0,0 0,0 0,0 1,0 0,0 1,0 0,-1 0,1 1,0 0,-3 1,-119 35,67-11,6-1</inkml:trace>
  <inkml:trace contextRef="#ctx0" brushRef="#br0" timeOffset="7675.788">9015 509,'18'0,"24"-3,26-4,23-7,22-4,14-3,4 1,-21 4</inkml:trace>
  <inkml:trace contextRef="#ctx0" brushRef="#br0" timeOffset="5273.583">7277 790,'11'11,"13"11,14 11,11 8,12 7,4 4,0 2,-4-1,-7 0,-14-3,-13-5,-12-8,-7-10</inkml:trace>
  <inkml:trace contextRef="#ctx0" brushRef="#br0" timeOffset="5525.909">7678 790,'-14'18,"-7"17,-1 15,0 12,1 9,1 6,2 1,6-3,4-15</inkml:trace>
  <inkml:trace contextRef="#ctx0" brushRef="#br0" timeOffset="11334.078">8654 3517,'-7'-56,"3"1,2-1,2 0,4-9,-1 44,5 59,-1 49,0 0,3 1,11 32,-13-89</inkml:trace>
  <inkml:trace contextRef="#ctx0" brushRef="#br0" timeOffset="11798.843">7744 2741,'9'0,"13"0,17-2,21-6,21-3,17-2,14-2,11 3,6 0,-20 3</inkml:trace>
  <inkml:trace contextRef="#ctx0" brushRef="#br0" timeOffset="12368.654">9268 3089,'-2'4,"1"5,4 0,3-2,0-1</inkml:trace>
  <inkml:trace contextRef="#ctx0" brushRef="#br0" timeOffset="13652.337">9549 2528,'-2'0,"3"0,9 0,17 0,18 0,26 0,20 0,18-3,13 0,1-2,-6-1,-23 2</inkml:trace>
  <inkml:trace contextRef="#ctx0" brushRef="#br0" timeOffset="12631.046">9710 2768,'18'9,"15"10,11 9,10 5,6 8,3 2,2 4,-4 0,-5 0,-8-2,-7-4,-8-7,-8-6,-8-9</inkml:trace>
  <inkml:trace contextRef="#ctx0" brushRef="#br0" timeOffset="12878.918">10191 2795,'-16'-3,"-8"3,-3 7,-3 11,2 15,3 15,4 11,3 8,5 8,4-1,4-4,5-6,3-15</inkml:trace>
  <inkml:trace contextRef="#ctx0" brushRef="#br0" timeOffset="13202.54">10618 3223,'-5'13,"0"0,1 0,0 0,1 0,1 1,0-1,0 10,2-19,0 1,0-1,0 0,0 0,1 0,0 1,0-1,0 0,0 0,1 0,-1-1,1 1,0 0,0 0,1-1,-1 0,1 1,0-1,0 0,0 0,0 0,0-1,0 1,1-1,-1 0,4 2,1-2,1 0,0-1,-1 0,1 0,0-1,0 0,-1-1,1 0,0 0,-1-1,1 0,-1 0,0-1,1 0,-1-1,-1 0,1 0,0 0,-1-1,0 0,0-1,-1 0,1 0,-1 0,0-1,-1 1,0-1,0-1,0 1,-1-2,0 5,-1-1,-1 0,1 0,-1 0,0-1,0 1,0 0,-1-1,0 0,0 1,0-1,-1 1,1-1,-2 0,1 1,0-1,-1 0,0 1,-1-1,1 1,-1-1,0 1,0 0,-1 0,1 0,-1 0,0 0,-1 0,1 1,-1 0,0 0,0 0,0 0,-1 0,1 1,-1 0,0 0,0 0,-1 0,-5-1,0 0,0 1,-1 0,0 1,1 0,-1 1,0 0,0 1,0 0,0 1,0 0,1 1,-5 1,-150 50,130-39,-26 9</inkml:trace>
  <inkml:trace contextRef="#ctx0" brushRef="#br0" timeOffset="10418.24">7811 2889,'7'13,"7"12,7 10,10 7,9 2,6 3,2 3,0 0,-4-3,-6-1,-7-5,-7-4,-6-7,-6-8</inkml:trace>
  <inkml:trace contextRef="#ctx0" brushRef="#br0" timeOffset="10666.576">8159 2929,'-19'14,"-9"10,-6 12,-1 10,3 9,3 6,3 7,7 2,4 2,5-3,3-13</inkml:trace>
  <inkml:trace contextRef="#ctx0" brushRef="#br0" timeOffset="15064.098">7543 2434,'237'-20,"433"-65,524-46,-262 33,-747 75,-185 23,-1-1,1 1,0 0,0 0,0-1,-1 1,1 0,0 0,0-1,0 1,0 0,0 0,-1-1,1 1,0 0,0-1,0 1,0 0,0-1,0 1,0 0,0-1,0 1,0 0,0 0,0-1,1 1,-1 0,0-1,0 1,0 0,0 0,0-1,1 1,-1 0,0 0,0-1,0 1,1 0,-1 0,0 0,0-1,1 1,-1 0,0 0,0 0,1 0,-1 0,0 0,1-1,-1 1,0 0,1 0,-1 0,0 0,0 0,1 0,-1 0,0 0,1 0,-1 0,0 1,1-1,-1 0,0 0,-13-7</inkml:trace>
  <inkml:trace contextRef="#ctx0" brushRef="#br0" timeOffset="16306.736">11140 0,'2'48,"3"-1,1 0,8 23,-4-16,66 367,172 877,-222-1180,68 328,14 244,-66 72,-31-574,-6-176,-2-18,-1-20,-4 12</inkml:trace>
  <inkml:trace contextRef="#ctx0" brushRef="#br1" timeOffset="22927.324">2010 2140,'-30'-78,"19"62,-1 1,0 1,-1-1,0 2,-1 0,-1 1,0 0,0 1,-1 1,-1 1,-14-7,22 11,-19-13,-1 2,-1 0,0 2,-1 2,0 1,-1 1,0 2,-1 1,0 1,-24 0,-120 0,-202 1,85 18,276-11,1 0,-1 1,1 1,0 1,0 0,0 1,0 1,-7 5,-67 23,87-34,-14 3,0 0,0 2,1 0,0 1,0 1,0 1,1 0,0 1,1 1,-7 6,13-9,0 0,0-1,1 1,0 1,0 0,1 0,0 0,0 1,1 0,0 0,1 1,1-1,-1 1,1 1,-6 58,4 1,2 0,3 1,4 12,1-52,1 0,1 0,2-1,1 0,1-1,2 0,1 0,40 121,0 84,-15-64,49 133,10-6,-84-251,-4-3,3 0,1-2,2 1,2-2,2 0,1-1,2-1,10 10,-14-24,0-2,2 0,1-1,1-1,0 0,2-2,0-1,1-1,1-1,1-2,0 0,0-2,11 3,24-1,0-2,2-4,-1-2,1-3,40-3,-75-1,1-2,0 0,-1-2,1-2,-1 0,-1-2,0-1,0-1,-1-1,0-2,3-3,28-20,-1-2,-1-3,-3-2,27-30,-59 51,0 0,-2-1,0-1,-2-1,0 0,-2-1,-1-1,-2 0,0-1,-2 0,-1-1,-2 0,3-23,4-70,-7-1,-4 0,-7-6,3 13,1 116,1-170,-7 0,-7 0,-8 1,-20-60,39 213,-2-1,0 1,-1 0,-1 1,-1-1,0 1,-1 0,0 1,-2 0,0 0,0 1,-1 0,-1 1,0 0,-1 1,0 1,-1 0,-1 0,-9-4,-33-5,5 9</inkml:trace>
  <inkml:trace contextRef="#ctx0" brushRef="#br1" timeOffset="25417.367">7197 2153,'-14'24,"1"1,1 0,2 0,0 2,2-1,1 1,1 0,1 0,1 1,2 0,1-1,2 28,8 48,4-1,4 0,5-1,5-1,4-1,14 25,-5-5,95 340,-127-422,2 0,2-1,1 0,2-1,1 0,2-1,1-1,2-1,1-1,2-1,0 0,2-2,28 23,-8-21,2-1,1-2,2-3,0-1,1-3,1-2,1-3,0-2,47 5,25 0,0-6,1-5,1-5,81-12,410-29,-528 28,-1-4,-1-4,-1-4,0-3,-2-5,-2-3,-1-3,6-9,159-102,60-17,-285 151,1-2,-2-1,-1 0,0-1,-1-2,-1 0,0-1,-2-1,-1 0,6-12,-7 9,-2-1,0 0,-1-1,-2-1,-1 1,-1-2,-1 1,-2-1,-1 0,1-29,2-55,6-110,-9-17,-6 213,-1 0,-1 1,-1-1,-1 1,-2 0,0 1,-3-2,-2-8,1-1,2 0,1-1,2 0,2-1,-1-30,6 33,-2-1,-2 1,0 0,-3 0,-1 1,-1 0,-10-22,9 32,-1-5,-1 1,-2-1,0 2,-2 0,-1 1,-1 0,-21-22,-2 10,-1 1,-2 1,-14-6,32 28,-1 1,0 1,-1 2,0 0,0 2,-1 1,0 2,0 0,-1 2,1 1,-1 2,1 1,-1 1,1 1,0 2,-7 2,-890 178,573-84,223-58,-2-6,-1-6,-1-5,-72 1,-241-15,441-11,-81 2,0 4,0 4,1 4,-21 8,105-22,-4 0,1 0,-1 1,1 0,-1 0,1 0,-1 1,1-1,0 1,0 0,1 1,-1-1,0 1,1 0,0 0,0 1,1 4</inkml:trace>
  <inkml:trace contextRef="#ctx0" brushRef="#br1" timeOffset="27545.009">8373 4613,'-94'83,"-4"-4,-3-4,-3-5,-44 19,-18-12,-2-8,-4-7,-2-8,-2-7,-101 10,-16-9,-2-14,-103-7,-595-14,899-13,-158-4,1-11,-102-25,208 19,1-6,-132-44,215 46,1-1,1-4,2-1,1-4,1-1,3-4,-44-40,-85-53,-55-80,46 36,190 177,0 0,0 1,0-1,0 0,0 0,1 0,-1 0,0 1,0-1,0 0,0 0,0 0,0 1,0-1,0 0,0 0,0 0,0 1,0-1,0 0,0 0,0 0,0 0,0 1,-1-1,1 0,0 0,0 0,0 0,0 1,0-1,0 0,0 0,-1 0,1 0,0 0,0 1,0-1,0 0,-1 0,1 0,0 0,0 0,0 0,0 0,-1 0,1 0,0 0,10 21,25 41,-3 2,-3 2,19 64,59 199,-88-292,-73-149,-22-70,-21-85,80 217,-85-228,127 302,-10-8,1 0,1-1,0-1,1 0,0-2,1 0,1-1,-1-1,2-1,-1 0,1-2,1-1,-1 0,16 1,11-1,-1-3,1-1,0-3,0-1,-1-3,16-5,-30 7,-32 4,-1-1,1 0,-1 1,1-1,-1 0,1 1,-1-1,1 0,-1 1,0-1,1 1,-1-1,0 1,1-1,-1 1,0-1,0 1,0-1,1 1,-1-1,0 1,0 0,0-1,0 1,0-1,0 1,0-1,0 1,0 0,0-1,0 1,-1-1,1 1,0-1,0 1,0-1,-1 1,1-1,0 1,-1-1,1 1,0-1,-1 1,1-1,-1 0,1 1,-1-1,1 1,0-1,-1 0,1 0,-1 1,0-1,1 0,-1 0,1 0,-1 0,1 1,-1-1,1 0,-1 0,0 0,-1 2,-263 226,77-66,104-91</inkml:trace>
  <inkml:trace contextRef="#ctx0" brushRef="#br1" timeOffset="29381.194">7758 4773,'372'-110,"-333"99,0 2,1 1,0 3,1 1,1 1,-41 3,1 0,-1-1,0 1,0 0,1 0,-1 0,0 0,0 1,1-1,-1 0,0 0,0 1,1-1,-1 1,0-1,0 1,0-1,0 1,0 0,0-1,0 1,0 0,0 0,0 0,0 0,0 0,-1 0,1 0,0 0,-1 0,1 0,-1 0,1 0,-1 1,1-1,-1 0,0 0,0 1,0-1,0 0,1 0,-2 1,1-1,-3 20,-1 0,-1-1,0 1,-2-1,-8 17,1-3,-96 267,109-298,1-3,1 1,-1-1,0 1,0 0,0-1,0 1,1 0,-1 0,0-1,0 1,0 0,-1-1,1 1,0 0,0-1,0 1,0 0,-1-1,1 1,0-1,-1 1,1 0,0-1,-1 1,1-1,-1 1,1-1,-1 1,1-1,-1 1,1-1,-1 0,1 1,-1-1,0 0,1 1,-1-1,0 0,1 0,-1 0,1 0,-1 1,0-1,0 0,1 0,-1 0,0 0,1 0,-1-1,0 1,0 0,-6-26,2 5,-1 0,-1 0,-1 1,-1 1,-6-12,5 13,-1 1,0 1,-2 0,1 0,-2 1,0 1,-1 0,0 1,-1 1,0 0,-1 1,0 1,-12-5,28 15,-1-1,0 0,0 1,1-1,-1 0,0 1,0 0,0-1,1 1,-1 0,0 0,0 0,0 0,0 1,1-1,-1 0,0 1,0-1,0 1,1 0,-1 0,0-1,1 1,-1 0,1 0,-1 1,1-1,0 0,-1 0,1 1,0-1,0 0,0 1,0 0,0-1,0 1,0-1,0 1,1 0,-1 1,-7 28,5 2</inkml:trace>
  <inkml:trace contextRef="#ctx0" brushRef="#br0" timeOffset="42329.558">12089 2260,'13'5,"15"1,13 0,11-2,8 2,3-1,2 1,-3 0,-5 1,-11-1,-12-2</inkml:trace>
  <inkml:trace contextRef="#ctx0" brushRef="#br0" timeOffset="42582.838">12116 2541,'16'9,"21"3,27 0,27-3,20-2,6-6,-17-1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31.53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151 163,'-1'-2,"0"0,-1 0,1 0,-1 0,1 0,-1 0,0 1,0-1,1 0,-1 1,0 0,-1-1,1 1,0 0,0 0,0 0,-1 1,1-1,0 0,-1 1,1 0,-1-1,1 1,-1 0,1 0,0 0,-1 1,1-1,-1 1,1-1,0 1,-1 0,1 0,0 0,0 0,0 0,0 0,0 1,0-1,0 1,0-1,0 1,0 0,-7 13,1 1,1 0,0 0,1 0,0 1,2 0,0 0,0 0,2 1,0-1,2 1,-1-1,2 1,1 0,-2-16,-1 73,3 1,4 0,3-1,4 0,3 2,7 6,-8-33,-3-1,-1 2,-3-1,0 22,-8-46,1 1,1-1,2 0,1 0,0 0,2-1,1 0,1 0,7 11,20 47,20 33,-51-112,-1 0,1 0,0-1,0 1,0-2,1 1,-1 0,1-1,0 0,-1 0,1-1,0 0,0 0,0 0,0 0,0-1,0 0,0-1,0 1,0-1,6-1,15 0,39 1,274-16,-170-6,203-19,81-2,-197 14,356-58,-302 63,223-16,-227 29,-89 7,155-13,134 7,-201-12,-100 14,-185 8,-1-2,1 0,0-1,-1 0,0-2,0-1,-1 0,0-2,17-9,-30 14,1-1,-1 1,0-2,0 1,-1 0,0-1,0 0,0 0,0-1,-1 1,0-1,-1 0,0 0,0 0,0-1,-1 1,2-6,11-134,-18 92,-3 1,-3 0,-1 0,-4 0,-9-23,-30-140,41 122,10 68,-1-1,-1 1,-1 0,-2 0,0 1,-10-19,14 38,-1 0,0 0,-1 1,0 0,0 0,0 0,0 1,-1-1,0 1,0 1,-1-1,1 1,-1 0,0 1,0-1,0 1,-7-1,-133-23,133 25,-166-9,-136 9,158 4,-862-1,251 25,196-11,-79-3,590-12,-78 0,-128 16,165-1,-121 9,210-24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34.32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52 1207,'-9'105,"4"98,2-36,-14 82,4-85,9 126,4-266,2 0,1-1,1 0,1 0,1 0,1 1,-4-17,-1 0,1 0,1 0,-1 0,1-1,0 1,1-1,0 0,0 0,0-1,0 1,1-1,0 0,0-1,0 1,1-1,-1-1,1 1,0-1,4 1,19 3,0-2,0-1,1-1,0-1,0-2,7-2,4 1,28 1,583 7,169 23,824 15,-571-12,196-54,23-10,-635 18,-649 13,-8 1,0-1,-1 1,1-1,0 0,0 1,0-1,-1 0,1 0,0-1,0 1,0 0,-1-1,1 1,0-1,0 1,-1-1,1 0,-1 0,1 1,0-1,-1 0,0-1,1 1,-1 0,0 0,1-1,-1 1,0 0,0-1,0 1,0-1,0-1,3-102,-6 66,1-50,-5 0,-4 1,-3 0,-5-2,-168-570,61 7,89 455,17 100,3-1,2-42,13 94,2 27,-2-1,0 1,-1 0,-1 0,-1 0,-6-19,9 35,-1 0,0 0,0 0,0 1,0-1,-1 1,1 0,-1-1,0 1,0 0,0 1,0-1,-1 0,1 1,-1 0,1 0,-1 0,0 0,0 0,0 1,0 0,0 0,0 0,0 0,0 1,0-1,-1 1,1 0,0 0,0 1,0-1,0 1,0 0,-1 0,1 1,0-1,-203 84,128-69,-1-3,-68 1,57-5,-939 64,-174-9,526-21,91 8,441-34,-89-3,-600 28,266-28,377 3,2 9,-8 10,13-3,-262 55,332-58,113-29,0 1,-1-1,1 1,0 0,0 0,0 0,0 1,0-1,1 0,-1 1,1-1,-1 1,1 0,0-1,0 1,0 0,0-1,1 1,-1 0,1 0,-1 0,1 0,0 0,0 0,1 0,-1-1,0 1,1 0,0 2,0 10,-5 336,-5-194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37.86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153 117,'2'44,"-3"0,-1 0,-2 0,-2 0,-2-1,-2 0,-1 0,-3-2,-1 1,-3 1,-38 91,47-130,9-21,58-227,38-163,-75 358,-20 49,-1-1,1 0,-1 0,1 0,-1 1,1-1,0 0,-1 0,1 1,0-1,0 1,-1-1,1 0,0 1,0 0,0-1,0 1,0-1,0 1,0 0,-1 0,1 0,0-1,0 1,0 0,0 0,0 0,0 0,0 1,0-1,0 0,0 0,0 0,0 1,0-1,0 1,0-1,-1 1,1-1,0 1,0-1,0 1,-1 0,1-1,0 1,-1 0,1-1,0 2,10 14,-1 0,-1 1,0 0,-1 1,-1 0,0 0,-2 1,4 17,-8-30,64 316,-16-59,-41-234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38.12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74,'32'4,"31"-3,25-8,20-8,13-5,1 0,-20 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39.17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52,'11'-2,"16"-2,16 1,17 1,12 0,5 1,1-2,-4 0,-5 0,-10-1,-11-3,-8-2,-12 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39.44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78 0,'-14'18,"-4"16,0 12,4 11,4 9,6 6,9 6,7 0,6-4,6-10,2-14,-3-14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40.03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28 203,'-13'442,"4"-589,8 119,-2-17,2 0,2 0,2 0,5-27,-6 61,0 0,1 0,0 0,1 1,0-1,1 1,0 0,0 0,1 0,0 1,1 0,0 0,1 0,0 1,0 0,0 1,1 0,0 0,1 1,7-4,-8 6,0 0,1 1,-1-1,1 2,-1 0,1 0,0 1,0 0,0 0,0 1,0 0,0 1,10 2,-15-2,1 1,-1-1,0 1,0 0,0 0,0 0,0 1,0 0,-1 0,1 0,-1 1,0-1,0 1,0 0,0 0,-1 0,0 1,0-1,0 1,0 0,-1 0,0 0,0 0,0 0,0 0,-1 1,0 6,-1 1,-1 0,0-1,-1 1,0 0,0-1,-2 0,1 1,-2-2,0 1,0 0,-1-1,0 0,-1 0,0-1,-1 0,0 0,-1 0,0-1,0-1,-1 0,-8 6,-17 10,41-35,4 4,-1 0,1 1,1 1,-1-1,1 2,0 0,0 0,0 0,0 2,0-1,1 2,0-1,-1 1,1 1,-1 0,1 1,0 0,-1 1,1 0,-1 1,0 0,0 1,0 0,0 1,-1 0,0 0,0 1,3 3,-8-4,1 0,-1 0,0 1,0 0,0 0,-1 1,0-1,0 1,-1 0,0-1,0 2,0-1,-1 0,0 1,-1-1,1 1,-2-1,1 1,-1-1,0 1,0 0,-1-1,0 1,-1-1,1 1,-2-1,1 0,-1 0,0 0,0 0,-1 0,0 0,0-1,-4 5,-1 1,-1 0,-1 0,0-1,0-1,-1 0,0 0,-1-1,0-1,-1 0,0-1,0 0,0-1,-1-1,-8 2,21-6,0 0,1 0,-1-1,0 1,0-1,0 1,0-1,0 0,0 0,0 0,0 0,-1 0,1 0,0 0,0-1,0 1,0-1,1 0,-1 1,0-1,0 0,0 0,0 0,1 0,-1 0,1-1,-1 1,1-1,-1 1,1-1,0 1,-1-1,0-1,-2-15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40.26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0,'21'0,"15"0,12 0,8 0,6 0,4 0,2 0,1 0,-2 0,-4 0,-5 0,-13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40.44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13,'14'12,"16"3,16-3,16-5,17-10,14-5,8-7,2-2,-16 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40.93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152 33,'-4'57,"-2"0,-3 0,-2-1,-2 0,-3-1,-3 0,-16 32,4-19,31-68,0 0,-1-1,1 1,0 0,0 0,0 0,0 0,-1 0,1-1,0 1,0 0,0 0,-1 0,1 0,0 0,0 0,0 0,-1 0,1 0,0 0,0 0,-1 0,1 0,0 0,0 0,-1 0,1 0,0 0,0 0,0 0,-1 0,1 0,0 0,0 1,0-1,-1 0,1 0,0 0,5-26,92-267,-12 66,-84 226,-1-1,0 1,0-1,1 1,-1-1,1 1,-1-1,1 1,-1 0,1-1,0 1,0 0,0-1,0 1,0 0,0 0,0 0,0 0,0 0,0 0,1 0,-1 0,0 0,1 1,-1-1,0 0,1 1,-1-1,1 1,-1 0,1-1,-1 1,1 0,-1 0,1 0,0 0,-1 0,1 0,-1 1,1-1,0 1,3 6,0 0,0 0,-1 1,0-1,0 1,-1 0,0 0,-1 1,2 5,2 7,30 82,5-2,4-1,4-3,22 27,-42-70,-26-39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41.19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60,'20'3,"19"0,15-3,13-3,9-6,2-5,-2-6,-15 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41.47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28,'28'-3,"24"0,24 1,20-1,16 2,14-3,6-2,-20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41.74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11,'14'0,"11"-5,1-1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42.81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71 149,'6'140,"-2"-100,-1 0,-3 0,-1-1,-2 1,-1 0,-2-1,-5 12,-14-5,24-46,-1 0,1 0,0-1,0 1,-1 0,1-1,0 1,0 0,0-1,0 0,0 1,0-1,0 0,0 1,0-1,0 0,0 0,0 0,0 0,1 0,-1 0,0 0,1 0,-1 0,1 0,-1 0,1-1,-1 1,1 0,0 0,0 0,0-1,-1 1,1 0,0 0,0-1,1 1,-1 0,0 0,0-1,1 0,-1 2,-5-55,3 0,2 0,3 0,1 0,4 1,7-25,-12 61,2 1,0-1,1 1,0 0,2 0,0 0,3-3,-7 15,-1-1,1 1,0-1,1 1,-1 1,1-1,0 1,0-1,1 1,-1 1,1-1,0 1,0 0,0 0,0 1,1 0,-1 0,0 0,1 1,0 0,1 0,1 1,-1 0,1 1,0 0,0 0,-1 1,1 0,-1 1,0 0,1 0,-1 1,0 0,-1 0,1 1,-1 0,0 0,0 0,-1 1,1 0,-1 1,-1 0,1-1,-1 2,0-1,-1 1,0-1,0 1,0 0,-1 1,0-1,-1 0,0 1,0 0,-1-1,0 1,-1 0,0 0,0 0,-1-1,0 1,0 0,-1-1,-2 7,-2-2,-1 0,0-1,-1 1,-1-1,0-1,0 0,-1 0,0-1,-1 0,-7 4,-11 13,30-27,-1 0,0 0,0 0,0 0,1 0,-1 0,0 0,0 0,0 0,1 0,-1 0,0 0,0 0,0 0,1 1,-1-1,0 0,0 0,0 0,0 0,1 0,-1 0,0 1,0-1,0 0,0 0,0 0,0 0,1 1,-1-1,0 0,0 0,0 0,0 1,0-1,0 0,0 0,0 0,0 1,0-1,0 0,0 0,0 0,0 1,0-1,0 0,0 0,0 0,0 1,0-1,0 0,-1 0,1 0,0 1,0-1,0 0,0 0,0 0,-1 0,1 0,0 1,25-5,-18 3,27-4,0 2,1 0,0 3,11 1,-35 0,1 0,-1 1,0 0,0 1,0 0,0 1,-1 0,1 0,-1 1,0 1,-1-1,1 2,-1-1,0 2,1 1,-6-5,0 0,-1 0,1 0,-1 1,0-1,-1 1,1 0,-1 0,0 0,0 0,0 0,-1 0,1 0,-2 1,1-1,0 0,-1 1,0-1,0 1,-1-1,1 1,-1-1,0 0,-1 0,0 1,1-1,-1 0,-1 0,1 0,-1-1,0 1,-1 1,-7 8,-1 0,0-1,-1-1,0 0,-1-1,0 0,-1-1,0-1,0 0,-1-1,0-1,-1 0,0-1,0-1,0-1,-15 3,22-6,0 0,0-1,-1 0,1-1,0 0,0 0,0-1,0 0,0-1,0 0,0-1,1 0,0 0,-7-5,-20-15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43.07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43,'22'0,"24"0,27 0,21-2,18-3,10-1,2-2,-6 1,-12-1,-23 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43.81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1 295,'330'10,"211"-31,-2-24,132-45,341-31,-647 102,-314 15,-76 1,6 2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45.64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161 465,'-2'-240,"-2"220,4 20,0 1,0-1,0 0,0 0,0 0,-1 0,1 0,0 0,0 0,0 0,0 0,0 0,-1 1,1-1,0 0,0 0,0 0,0 0,-1 0,1 0,0 0,0 0,0 0,0 0,0 0,-1-1,1 1,0 0,0 0,0 0,0 0,-38 284,17-194,-3 0,-11 15,20-70,15-35,0 0,0-1,-1 1,1 0,0 0,0-1,-1 1,1 0,0 0,0-1,-1 1,1 0,0 0,-1 0,1 0,0-1,-1 1,1 0,0 0,-1 0,1 0,0 0,-1 0,1 0,-1 0,1 0,0 0,-1 0,1 0,0 0,-1 1,1-1,0 0,-1 0,1 0,0 0,-1 1,1-1,0 0,0 0,-1 0,1 1,0-1,0 0,-1 1,1-1,0 0,0 0,0 1,0-1,-1 0,1 1,0-1,0 0,0 1,0-1,0 1,0-1,0 0,0 1,0-1,0 1,-2-32,34-166,-20 138,-3 14,15-72,33-99,-54 205,0 1,1-1,0 1,0-1,1 1,1 1,0-1,0 1,0 0,1 0,1 1,0-1,0 2,0-1,4-1,-7 8,-1 1,0 0,0 0,0 0,1 1,-1 0,0-1,0 1,0 1,0-1,0 1,0-1,0 1,0 0,-1 1,1-1,-1 0,0 1,1 0,-1 0,-1 0,1 0,0 0,-1 1,1-1,-1 1,0 0,0 0,-1-1,1 1,-1 1,23 43,-3 0,-2 2,-2 1,-2 0,-3 1,-2 0,-2 1,0 36,-3-47,2 11,-2 1,3-1,3 0,1 0,4 2,-5-27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45.92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99,'18'-2,"27"-3,28-6,26-5,23-4,9-4,-16 3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46.75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1,'20'13,"17"5,12-1,12-3,12-6,4-7,1-4,-8 0,-15-1,-15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47.02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7,'20'5,"21"1,17 0,14-6,11-5,5-4,-12-1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47.27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1,'9'16,"10"14,9 13,8 12,8 9,4 3,2 1,-1-1,-4-3,-6-4,-6-7,-10-8,-11-12,-6-11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47.47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276 1,'-18'22,"-13"20,-9 16,-3 13,1 9,5 3,6-3,9-5,11-10,13-15,7-16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47.74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37,'36'-10,"1"2,0 1,1 1,12 2,-47 3,0 1,1 0,-1 0,0 0,0 0,0 0,0 1,-1 0,1-1,0 1,0 0,0 0,0 1,-1-1,1 0,0 1,-1 0,0 0,1-1,-1 2,0-1,0 0,0 0,0 1,0-1,-1 1,1-1,-1 1,1 0,-1-1,0 1,0 0,0 0,-1 0,1 0,-1 0,0 0,1 0,-1 2,-2 17,0-1,-1 0,-1 1,-1-1,-1-1,0 1,-8 13,-11 38,11 22,14-91,0 0,1 0,-1 0,1 0,0 0,0 0,0 0,0-1,0 1,0 0,1 0,0-1,-1 1,1-1,0 0,0 1,0-1,1 0,-1 0,0 0,1 0,-1-1,1 1,0-1,0 1,-1-1,1 0,0 0,1 0,9 1,0-1,-1-1,1 0,0 0,-1-1,1-1,0 0,-1 0,0-1,1-1,-1 0,-1-1,1-1,-1 1,0-2,0 1,0-2,0 0,23-18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48.09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8,'23'7,"23"2,24-3,24-4,18-6,10-3,3-3,-20-1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48.59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0,'9'5,"10"1,6-3,2-6,-5-2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48.83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0,'4'16,"9"14,11 14,13 10,11 5,11 0,7-4,4-4,-1-4,-6-6,-8-2,-12-6,-13-7,-12-7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49.04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316 0,'-16'3,"-12"9,-11 12,-4 15,-1 15,1 14,5 10,7 4,9 0,10-7,12-9,6-17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49.26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1,'5'22,"1"17,0 14,-2 8,2 3,-1-2,1-5,0-8,-1-7,-2-11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49.53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123 168,'-18'-7,"-11"-2,-2-2,3-1,12-2,19 3,26 0,28-2,27-2,25 0,15 1,9-1,-6 3,-25 4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50.04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24 1,'-9'9,"-1"3,6 0,6-3,2-2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50.31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1,'9'22,"10"18,10 10,10 8,10 3,7 1,4-1,1-5,-6-2,-8-3,-11-7,-13-10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50.58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353 1,'-21'16,"-15"18,-11 18,-7 16,0 12,3 8,10 4,10-6,13-10,20-14,8-17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50.83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42 246,'5'9,"-1"-1,1 0,0 0,1 0,0-1,0 0,1 0,-1 0,2-1,-1 0,1 0,0-1,0 0,0-1,0 1,1-2,0 1,0-1,0 0,0-1,1 0,-1-1,0 0,1 0,-1-1,9-1,-8 1,1 0,0-1,-1-1,1 0,-1 0,0-1,0 0,0-1,0 0,0-1,-1 0,1 0,-1-1,-1 0,1-1,-1 0,0 0,-1 0,0-1,0-1,0 1,-1-1,3-7,-6 9,-1 0,0 0,0 0,-1-1,0 1,0-1,-1 1,0 0,0-1,0 1,-1-1,0 1,-1 0,0 0,0 0,-1 0,1 0,-1 0,-1 0,1 1,-1 0,-1-1,1 2,-1-1,0 0,0 1,0 0,-1 0,0 1,0-1,0 1,-1 0,1 1,-1 0,0 0,0 0,0 1,-2-1,-3 0,-1-1,0 1,1 1,-1 0,0 1,0 1,0 0,0 0,0 1,0 1,0 0,1 1,-1 1,1 0,0 0,0 1,0 0,0 1,1 1,0 0,1 0,-1 1,1 1,1-1,0 2,0-1,1 1,-4 6,-4 12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51.10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0,'25'7,"31"4,33 1,31-2,28-5,14-10,-19-4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52.42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175 0,'-7'27,"-6"28,-4 20,-4 13,0 7,2 2,0-2,3-9,1-13,0-18,4-18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52.88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1 150,'13'-14,"2"0,0 1,0 0,1 1,1 1,0 1,1 0,0 1,0 1,0 1,1 0,1 2,-1 0,1 1,-1 1,1 1,0 0,16 2,-28 0,1 0,-1 0,0 1,1 1,-1-1,0 1,0 0,0 1,0 0,0 0,0 1,-1 0,0 0,0 1,0 0,0 0,-1 0,0 1,0 0,0 1,-1-1,0 1,0 0,-1 0,0 0,0 1,1 4,-3-2,0 0,-1 1,-1-1,0 0,0 1,-1-1,0 0,-1 0,0 1,-1-1,0 0,0-1,-1 1,-3 4,-78 123,50-96,-2-2,-1-1,-2-2,-1-2,-35 21,69-49,17-10,-3 1,23-12,0 2,2 1,0 1,0 2,0 1,1 1,0 2,1 2,-1 0,24 3,-49 1,1 0,0 0,-1 1,1 0,-1 0,0 1,1 0,-1 1,-1 0,1 0,0 0,-1 1,0 0,0 1,-1 0,1 0,-1 0,-1 1,1-1,-1 2,0-1,-1 0,0 1,0 0,2 6,-2-2,-2 0,1 0,-2 0,0 0,0 0,-1 1,0-1,-1 0,-1 0,0 1,0-1,-1-1,-1 1,0 0,-1-1,0 0,0 0,-3 2,-5 10,-1-1,-2-1,0 0,-1-1,-1-1,-1-1,0 0,-2-1,-65 34,84-50,0 0,1 0,-1 0,0 0,1-1,-1 1,0-1,0 0,1 1,-1-1,0 0,0 0,0 0,1 0,-1 0,0 0,0-1,0 1,1-1,-1 1,0-1,1 0,-1 1,0-1,1 0,-1 0,1 0,-1 0,1-1,0 1,-1 0,1-1,0 1,0 0,0-1,0 0,0 1,0-1,1 1,-1-1,0 0,1 0,-1 1,1-3,-5-25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53.15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0,'20'3,"17"0,12 0,10-1,6-1,1 0,-4 0,-5 2,-13 4,-14 2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53.40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1,'18'6,"18"4,16-4,15-7,14-5,-6-2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53.65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0,'9'23,"10"19,11 13,11 11,9 6,6 2,3-2,-1-5,-7-4,-7-4,-11-8,-11-8,-10-10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53.83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370 1,'-18'22,"-15"22,-11 19,-8 15,-1 7,4 4,5-1,11-5,10-11,9-12,8-17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54.20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1,'33'-1,"99"10,-126-8,-1 0,1 1,-1 0,0 0,0 0,0 0,0 1,0 0,-1 0,1 0,-1 1,0-1,0 1,0 0,0 0,0 1,-1-1,0 1,0-1,0 1,1 5,-1-2,-1 1,0-1,-1 1,0-1,0 1,-1-1,0 1,-1-1,0 1,0-1,-1 1,0-1,0 0,-1 1,0-1,-1 2,-70 122,-69 64,142-195,0-1,0 1,0 0,0 0,0 0,0 0,1 0,-1 1,0-1,0 0,1 0,-1 0,1 1,-1-1,1 0,0 1,-1-1,1 0,0 1,0-1,0 1,0-1,0 0,0 1,0-1,0 0,1 1,-1-1,0 0,1 1,0-1,-1 0,1 1,-1-1,1 0,0 0,0 0,0 0,0 0,0 0,0 0,0 0,0 0,0 0,0-1,1 1,-1 0,0-1,0 1,1-1,-1 0,0 1,1-1,-1 0,16 2,-1-1,1 0,0-1,0-1,-1-1,1-1,-1 0,1-1,10-1,56-11,-5-1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55.47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25,'14'4,"15"-2,15-7,7-7,-6-1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55.73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0,'4'16,"7"17,10 14,11 10,10 5,13-2,8-4,5-4,-1-7,-4-9,-9-8,-10-7,-14-6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55.99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380 0,'-18'7,"-14"9,-9 15,-5 17,-4 15,0 12,4 5,7 4,11-4,9-11,9-17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56.26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64 0,'-4'21,"-7"18,-3 11,1 9,2 3,3-2,6-4,7-5,5-9,1-12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56.52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50,'16'-2,"23"-1,28 0,28 1,22-2,19-2,13-3,7-1,-23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56.92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1,'2'9,"8"3,7 0,0-3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57.17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0,'4'21,"7"17,7 17,11 10,9 5,11 0,10-3,5-6,1-6,-3-9,-10-9,-15-11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57.45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402 0,'-22'9,"-15"12,-10 17,-6 14,-3 15,1 10,5 5,10 0,10-7,18-11,18-15,7-16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57.70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0 223,'1'7,"1"1,-1 0,1-1,1 0,0 1,0-1,0 0,1 0,0 0,0-1,0 0,1 0,0 0,1 0,-1 0,1-1,0 0,0-1,1 1,-1-1,1 0,0-1,0 0,0 0,1 0,-1-1,1 0,-1 0,1-1,2 0,1-1,1 0,-1-2,0 1,0-1,0-1,-1 0,1 0,-1-1,1 0,-1-1,-1-1,1 1,-1-1,0-1,0 0,0 0,-1 0,1-2,-3 3,-1-1,1 1,-1-1,0 1,-1-2,1 1,-1 0,-1-1,0 0,0 0,0 0,-1 0,0 0,0 0,-1 0,0-1,-1 1,0-1,0 1,-1 0,0-1,0 1,-1 0,-1-2,0 3,0 0,-1 1,0 0,-1-1,1 2,-1-1,0 0,0 1,-1 0,1 0,-1 1,-1-1,1 1,0 1,-1-1,0 1,0 0,0 1,0-1,0 1,0 1,-1 0,1 0,-1 0,1 1,-1 0,1 0,0 1,-1 0,1 0,-1 1,1-1,0 2,0-1,0 1,0 0,0 1,-9 4,0 1,0 0,1 1,1 1,0 0,0 1,-3 5,-9 10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57.97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11,'16'-2,"17"-1,16 0,17 0,19 4,13 3,10 4,3 2,-4 2,-21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09:58.66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1,'1894'0,"-1421"15,-417-10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0:18.2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0 429,'0'2,"0"3,0 3,0 3,0-1</inkml:trace>
  <inkml:trace contextRef="#ctx0" brushRef="#br0" timeOffset="297.689">428 134,'18'12,"13"12,10 9,7 9,5 5,5 5,1 1,-3 2,-5-2,-8-3,-8-3,-11-6,-7-7,-6-9</inkml:trace>
  <inkml:trace contextRef="#ctx0" brushRef="#br0" timeOffset="545.608">842 188,'-14'7,"-11"11,-8 12,-5 12,-1 12,1 9,4 7,4 3,8-2,7-6,7-14</inkml:trace>
  <inkml:trace contextRef="#ctx0" brushRef="#br0" timeOffset="868.74">1176 749,'0'6,"0"0,1-1,-1 1,1 0,0 0,1-1,-1 1,1-1,0 1,1-1,-1 0,1 1,0-1,0-1,1 1,0 0,-1-1,1 0,1 0,-1 0,1 0,-1-1,1 0,0 0,0 0,1 0,-1-1,0 0,1 0,0 0,0-1,2 2,0-1,0 0,0 0,1-1,-1 0,0 0,1-1,-1 0,0-1,0 0,1 0,-1-1,0 0,0 0,0-1,0 0,-1 0,1-1,-1 0,0 0,0-1,0 0,-1 0,1 0,-1-1,-1 0,1 0,-1-1,0 0,0 1,-1-2,2-3,-5 7,0-1,0 1,-1-1,1 1,-1-1,0 0,0 1,-1-1,1 1,-1-1,0 1,0-1,-1 1,1 0,-1 0,0-1,0 1,0 0,-1 1,0-1,1 0,-1 1,0-1,-3-1,-1-2,-1 1,0 0,0 0,-1 0,0 1,0 1,0 0,0 0,0 0,-10-1,-12 0,-1 1,0 1,1 2,-1 1,0 2,0 1,1 1,-9 3,-12 3</inkml:trace>
  <inkml:trace contextRef="#ctx0" brushRef="#br0" timeOffset="1370.943">281 14,'16'0,"16"0,19 0,17 0,14-2,13-1,5 0,1 1,-4 0,-12 1,-17 1,-16-1,-18 4,-17 0,-18 0,-9-1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0:15.4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 54,'-7'0,"-2"2,5 1,8 2,12 3,12-1,16-1,16-1,15-5,12-3,7-5,-2-2,-16 0</inkml:trace>
  <inkml:trace contextRef="#ctx0" brushRef="#br0" timeOffset="2123.752">1544 14,'14'0,"16"0,16 0,18-3,18 0,11 1,7-1,3 2,-4 0,-18 0</inkml:trace>
  <inkml:trace contextRef="#ctx0" brushRef="#br0" timeOffset="1106.34">1678 241,'16'9,"14"10,9 10,7 8,5 7,0 4,-1 1,-3-1,-4-1,-8-5,-7-5,-7-6,-6-6,-6-8</inkml:trace>
  <inkml:trace contextRef="#ctx0" brushRef="#br0" timeOffset="1354.217">2093 214,'-14'20,"-11"19,-6 16,-4 12,-2 8,2 4,4-4,8-4,7-9,7-14</inkml:trace>
  <inkml:trace contextRef="#ctx0" brushRef="#br0" timeOffset="1636.056">2480 722,'5'-18,"1"-11,0-2,-2 1,0 4,-2 9,-1 11,-1 14,0 14,0 13,0 10,0 5,2 2,1-1,1-2,2-9,-2-7,-1-10</inkml:trace>
  <inkml:trace contextRef="#ctx0" brushRef="#br0" timeOffset="-1041.367">87 321,'2'-2,"4"1,4 6,6 6,4 10,6 9,8 9,4 6,5 4,3 1,-1 0,0-6,-4-5,-7-4,-6-7,-8-7</inkml:trace>
  <inkml:trace contextRef="#ctx0" brushRef="#br0" timeOffset="-787.047">435 254,'-10'18,"-6"18,-8 13,-5 11,-2 5,1 2,0-2,2-3,8-5,5-10,7-10,4-13</inkml:trace>
  <inkml:trace contextRef="#ctx0" brushRef="#br0" timeOffset="-431.964">675 642,'6'0,"1"1,-1-1,0 1,0 1,1-1,-1 1,0 0,-1 0,1 1,0 0,-1 0,1 0,-1 0,0 1,0 0,0 0,-1 1,1-1,-1 1,0 0,0 0,-1 0,0 0,0 1,0 0,0-1,-1 1,0 0,0 0,-1 0,1 3,-3 5,-1 0,-1-1,0 1,0-1,-1 1,-1-1,-1 0,1-1,-2 1,0-1,0-1,-1 1,-4 3,-42 79,53-93,0 0,1 1,-1-1,0 0,1 1,0-1,-1 1,1-1,0 1,0-1,0 1,0-1,0 1,0-1,0 1,0-1,1 1,-1-1,0 0,1 1,0-1,-1 1,1-1,0 0,-1 0,1 1,0-1,0 0,0 0,0 0,0 0,1 0,-1 0,0 0,0 0,0 0,1-1,-1 1,1-1,-1 1,0-1,1 1,-1-1,2 1,68 4,-53-7,0 0,0-1,-1-1,0-1,1 0,-2-1,1-1,-1-1,9-5,6-7</inkml:trace>
  <inkml:trace contextRef="#ctx0" brushRef="#br0" timeOffset="828.372">1263 522,'-2'2,"-1"3,2 1,5-1,2-1,1-1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0:22.0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0 148,'29'10,"21"1,1-2,0-3,0-2,0-2,33-4,-30 2,821-51,-362 11,806 8,-1065 30,110-20,-37-18,-175 40,-44 13,11-14,-112-6,-13 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0:26.8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107 69,'-2'2,"1"0,0 1,0-1,0 0,0 1,0-1,0 1,1-1,-1 1,1 0,0-1,-1 1,1-1,1 1,-1 0,0-1,1 1,-1-1,1 1,-1-1,2 2,-2-4,-1 0,1-1,0 1,0 0,-1 0,1-1,0 1,0 0,0-1,0 1,0 0,-1-1,1 1,0 0,0-1,0 1,0 0,0-1,0 1,0-1,0 1,0 0,0-1,0 1,0 0,1-1,-1 1,0 0,0-1,0 1,0 0,1 0,-1-1,0 1,0 0,0-1,1 1,-1 0,0 0,0 0,1-1,-1 1,0 0,1 0,-1 0,0 0,1-1,-1 1,0 0,1 0,-1 0,0 0,1 0,-1 0,0 0,1 0,-1 0,0 0,1 0,-1 0,1 0,-1 0,0 1,1-1,-1 1,0 0,0 0,0 0,0 0,-1-1,1 1,0 0,0 0,-1 0,1 0,0 0,-1 0,1 0,-1-1,1 1,-1 0,1 0,-1-1,0 1,1 0,-1-1,0 1,0-1,1 1,-1-1,0 1,0-1,0 1,0-1,0 0,0 0,1 1,-1-1,0 0,0 0,0 0,0 0,0 0,0 0,0 0,0 0,0 0,0-1,0 1,0 0,1-1,-1 1,0 0,0-1,0 1,0-1,1 0,-1 1,0-1,1 1,-1-1,0 0,1 0,-1 1,1-1,-1 0,1 0,-1 0,3 13,0 0</inkml:trace>
  <inkml:trace contextRef="#ctx0" brushRef="#br0" timeOffset="3475.024">133 82,'-3'2,"-1"-1,1 1,0 1,-1-1,1 0,1 1,-1-1,0 1,0 0,1 0,0 0,0 0,0 1,0-1,0 1,0-1,1 1,0-1,0 1,0 0,0 0,0-1,1 1,0 0,-1 0,2 0,-1 0,0 0,0-3,1 0,-1 0,0 0,1 0,-1 1,0-1,1 0,0 0,-1-1,1 1,-1 0,1 0,0 0,0 0,-1 0,1-1,0 1,0 0,0-1,0 1,0-1,0 1,0-1,0 1,0-1,0 0,0 1,1-1,-1 0,0 0,0 0,0 0,0 0,0 0,0 0,1 0,-1 0,0-1,0 1,0 0,0-1,0 1,0-1,0 1,0-1,0 0,0 1,0-1,-1 0,1 1,0-1,0 0,-1 0,1 0,0 0,-1 0,1 0,-1 0,1 0,-1 0,1 0,-1 0,0 0,0 0,1-1,0-1,1 0,-1 0,1 0,-1 0,0 0,0-1,-1 1,1-1,-1 1,1 0,-1-1,0 1,0-1,-1 1,1-1,-1 1,1 0,-1-1,0 1,-1 0,1 0,0-1,-1 1,0 0,0 1,0-1,0 0,0 0,0 1,-1-1,1 1,-1 0,0 0,0 0,1 0,-1 0,-1 1,1-1,0 1,0 0,0 0,-1 0,1 0,0 0,-1 1,1 0,-1 0,1 0,-1 0,1 0,-3 1,3 0,0-1,1 1,-1 0,0 0,1 1,-1-1,1 0,0 1,0 0,-1-1,1 1,0 0,0 0,0 0,1 0,-1 0,0 1,1-1,0 1,-1-1,1 1,0-1,0 1,1-1,-1 1,0 0,1 0,-1-1,1 1,0 0,0 0,0 0,1-1,-1 1,1 0,-1-1,1 1,0 0,0-1,0 1,0-1,1 1,-1-1,0 1,1-1,0 0,0 0,0 0,0 0,0 0,0 0,0-1,0 1,1 0,3-1,1 1,-1-1,1-1,0 1,-1-1,1 0,0 0,-1-1,1 0,0 0,-1 0,1-1,-1 0,0-1,0 1,4-3,-7 3,0 1,0-1,0 0,-1 0,1 0,-1 0,1 0,-1 0,0-1,0 0,0 1,0-1,0 0,-1 0,1 1,-1-1,0-1,0 1,0 0,0 0,-1 0,1 0,-1-1,0 1,1 0,-2 0,1-1,0 1,-1 0,1 0,-1-1,0 1,0 0,-1-1,1 0,0 1,0-1,-1 1,1 0,-1 0,0 0,0 0,0 0,0 0,-1 0,1 1,-1-1,0 1,1 0,-1 0,0 0,0 0,-1 0,1 0,0 1,0 0,-1 0,1 0,-1 0,1 0,-1 1,1-1,-1 1,0 0,1 0,-1 0,1 1,-1-1,0 1,1 0,0 0,-1 0,1 0,0 1,-1-1,1 1,0 0,0 0,0 0,0 1,1 0,-1 1,1-1,0 0,0 1,0-1,0 1,1 0,0-1,-1 1,1 0,0 0,1 0,-1 0,1 0,0 0,0 0,0 0,0 0,1 0,0 0,0 0,0 0,0-1,0 1,1 0,0-1,-1 1,1-1,1 1,-1-1,0 0,1 0,0 0,1 2,22 9,0-4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0:36.4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0 127,'0'-19,"0"-7,0-2,0 1,0 8,0 11,0 15,0 14,0 11,0 9,2 6,4 3,2-1,2-4,0-5,1-10,-3-10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0:36.8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0,'5'0,"8"0,11 0,13 0,13 3,15 0,9-1,9 1,1-2,-2 0,-6 2,-12 0,-11 0,-18 2,-15-1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0:37.7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64 1,'-4'7,"-5"4,0 6,2 1,1 0,2-5,2-7,1-7,1-5,0-5,1-2,-3 2,-3 1,-1 8,1 6,1 8,6 3,2-1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0:39.1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0,'86'16,"160"3,210-13,-483-6,13-1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0:38.0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0,'14'12,"11"12,10 11,9 12,6 9,3 6,2 4,1 0,-1-5,-2-8,-6-8,-6-10,-8-8,-10-12,-8-7</inkml:trace>
  <inkml:trace contextRef="#ctx0" brushRef="#br0" timeOffset="262.294">441 94,'-16'3,"-7"9,-5 12,-1 15,-2 13,2 11,2 6,4 3,5-2,7-6,11-9,6-14</inkml:trace>
  <inkml:trace contextRef="#ctx0" brushRef="#br0" timeOffset="592.944">829 575,'-12'80,"12"-77,0 0,1 0,-1-1,1 1,-1 0,1-1,0 1,0 0,1-1,-1 1,0-1,1 0,0 1,-1-1,1 0,0 0,0 0,0 0,0 0,1-1,-1 1,0-1,1 1,-1-1,1 0,0 0,0 0,5 1,-1 0,1 0,0-1,-1 0,1-1,0 0,-1 0,1-1,0 0,0 0,-1 0,1-1,-1-1,0 1,7-4,-10 5,0-1,-1 0,1 0,0 0,-1 0,0-1,1 1,-1-1,0 0,0 0,-1 0,1 0,0-1,-1 1,0-1,0 1,0-1,0 0,-1 0,1 0,-1 1,0-2,0 1,-1 0,1 0,-1 0,0 0,0 0,0 0,-1-2,0 1,-1 0,1 0,-1 0,0 0,0 0,-1 0,0 0,0 1,0-1,0 1,-1 0,1 0,-1 0,0 0,0 1,-1 0,1 0,-1 0,1 0,-1 0,-2 0,-6-2,-1-1,0 1,0 1,0 1,0 0,-1 1,-5-1,1 3,-1 0,1 1,0 1,0 0,0 2,1 0,-1 1,-17 8,2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0:35.9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4,'16'-2,"12"1,8 5,5 10,2 10,-2 11,-1 9,-2 8,-4 1,-3 2,-2-4,-3-5,-5-7,-3-8,-2-9,-2-9,-3-7</inkml:trace>
  <inkml:trace contextRef="#ctx0" brushRef="#br0" timeOffset="268.319">415 17,'-18'16,"-11"14,-5 16,-3 11,0 10,2 5,2 1,4 0,8-6,6-7,7-14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0:32.2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73 24,'2'-2,"3"-1,1-2,-1 0</inkml:trace>
  <inkml:trace contextRef="#ctx0" brushRef="#br0" timeOffset="1852.395">6 11,'-6'-10,"8"16,127 184,-90-135,3-2,2-2,2-1,25 17,-44-39,-23-21</inkml:trace>
  <inkml:trace contextRef="#ctx0" brushRef="#br0" timeOffset="2116.689">354 11,'-19'0,"-10"7,-4 13,-5 16,1 14,-1 13,2 9,3 3,4 1,5-3,6-10,7-16</inkml:trace>
  <inkml:trace contextRef="#ctx0" brushRef="#br0" timeOffset="2468.747">500 372,'12'-2,"-2"0,1 0,-1 0,1 1,0 1,-1-1,1 2,0-1,-1 2,1-1,-1 1,0 1,1 0,-1 0,0 1,-1 1,1-1,1 2,-9-3,1 0,-1-1,0 1,0 0,0 0,0 1,-1-1,1 0,-1 0,0 1,0-1,0 1,0-1,0 1,-1-1,0 1,0 0,0-1,0 1,0-1,-1 1,1 0,-1-1,0 1,0-1,-1 0,1 1,-1 0,-56 86,-148 123,205-212,-1-1,1 1,0 0,0 0,0 0,0-1,0 1,0 0,0 0,0 1,0-1,1 0,-1 0,0 0,1 0,-1 1,1-1,-1 0,1 1,0-1,-1 0,1 1,0-1,0 0,0 1,0-1,0 1,0-1,0 0,1 1,-1-1,0 0,1 1,-1-1,1 0,0 0,-1 1,1-1,0 0,0 0,-1 0,1 0,0 0,0 0,0 0,0 0,1 0,9 2,1-1,-1 0,1 0,0-1,-1-1,1 0,10-1,6 0,231-17,-209 11</inkml:trace>
  <inkml:trace contextRef="#ctx0" brushRef="#br0" timeOffset="3407.351">1142 252,'0'-3,"-2"0,-4 0,0 3,1 4,4 1,1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0:41.7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94,'397'-8,"119"3,-178-9,85-26,-205 32,115 1,-209 8,52-8,131 1,-132 33,-156-23,-19-4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0:58.8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29 148,'-28'0,"39"0,645 0,-219-26,-308 25,163-9,-33-11,201 12,223-32,-120 34,194-3,7-6,86 9,-517 9,-319-2,938 17,-228-7,-171-6,1017 4,-930 7,14-15,-348 12,-120-12,-167-2,-16-1</inkml:trace>
  <inkml:trace contextRef="#ctx0" brushRef="#br0" timeOffset="1491.851">11793 55,'5'0,"8"2,6 1,5 0,0 0,-6-6,-6-3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0:46.7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1 161,'398'-8,"-64"1,-210 9,1142-2,-887-15,-160 2,77-1,269-33,-223 40,-211 9,209-2,-80 13,-149-5,-110-7,1 0,0 0,0 0,0 0,0 0,0 0,0-1,0 1,1-1,-1 0,0 0,0 0,0 0,0 0,0 0,1 0,-1 0,0-1,0 1,0-1,0 0,0 0,0 0,0 0,0 0,-1 0,1 0,0 0,0-1,-1 1,1-1,-1 1,0-1,1 0,-1 1,0-1,0 0,1-1,1-14</inkml:trace>
  <inkml:trace contextRef="#ctx0" brushRef="#br0" timeOffset="13253.634">4787 0,'361'0,"-344"2,-14 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2:31.3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11,'0'-4,"0"-2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3:39.6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139 8,'-7'2,"1"0,-1 0,1 1,0 0,-1 0,1 0,1 1,-1 0,0 0,1 0,0 1,0 0,0 0,1 0,-1 0,1 1,1 0,-1 0,1 0,0 0,0 0,1 1,-1-1,2 1,-2 4,-2 6,1 1,0-1,2 1,0 0,0-1,2 1,0 0,2 0,-1-1,2 1,1-1,0 1,1-1,0 0,2-1,0 1,1-1,0-1,11 14,-16-25,0 1,1-1,-1 0,1 0,0-1,0 1,0-1,1 0,-1 0,1-1,0 1,0-1,0 0,0 0,0 0,0-1,0 0,1 0,-1 0,0-1,1 0,-1 0,0 0,1 0,-1-1,0 0,1 0,-1-1,0 1,0-1,0 0,0-1,0 1,-1-1,1 0,3-3,5-8,-1-1,0 0,-1-1,-1 0,0-1,-1 0,-1 0,-1-1,0 0,-2-1,0 1,0-1,0-18,-2 29,-1-1,0 1,0-1,-1 0,0 0,-1 0,0 0,0 0,-1 0,0 1,0-1,-1 0,-1 0,1 1,-1 0,-1-1,1 1,-1 0,-1 0,0 1,0 0,0-1,-1 2,0-1,-1 1,1 1,-1-1,0 2,0-1,0 1,-1 0,0 1,0-1,1 2,-2-1,1 1,0 0,0 1,-1 0,1 0,-1 1,1 0,-1 0,1 1,-1 0,1 1,0 0,0 0,0 0,0 1,0 1,0-1,-2 3,2 1,0 1,1 0,0 0,0 0,1 1,0 0,0 1,1-1,1 1,-1 0,2 1,-1-1,1 0,1 1,0 0,0 0,1 0,1-1,0 1,0 0,1 0,0 0,1 0,0-1,1 1,0-1,2 4,12 17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3:42.4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0 507,'62'-115,"59"-82,-32 56,-54 89,-34 52,0 0,-1-1,1 1,0 0,-1 0,1 0,0 0,-1 0,1 0,0 0,-1 0,1 0,0 0,-1 0,1 0,-1 1,1-1,0 0,-1 0,1 1,-1-1,1 0,0 1,-1-1,1 1,-1-1,1 0,-1 1,0-1,1 1,-1 0,1-1,-1 1,0-1,0 1,1-1,-1 1,0 0,0-1,0 1,1 0,-1-1,0 1,0 0,0-1,0 1,0 0,0-1,-1 1,1 0,0-1,0 1,0 0,-1-1,1 1,0-1,0 1,-1-1,1 1,-1 0,1 0,-4 315,3 29,2-344,-1 0,0 0,0 1,0-1,0 0,0 1,0-1,0 0,-1 1,1-1,0 0,-1 0,1 1,-1-1,1 0,-1 0,0 0,1 0,-1 0,0 0,0 0,0 0,0 0,0 0,0 0,0 0,0-1,0 1,0 0,0-1,-1 1,1-1,0 1,-1-1,21-9,34 4,-1 2,1 2,13 3,55 14,-121-15,-6-1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3:40.5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1 387,'83'-209,"-4"41,-79 167,0 1,0 0,0-1,0 1,0-1,0 1,0 0,0-1,1 1,-1-1,0 1,0 0,0-1,1 1,-1 0,0-1,1 1,-1 0,0 0,0-1,1 1,-1 0,0 0,1-1,-1 1,1 0,-1 0,0 0,1 0,-1 0,1 0,-1 0,0-1,1 1,-1 0,1 0,-1 1,1-1,-1 0,0 0,1 0,-1 0,1 0,-1 0,0 0,1 1,-1-1,0 0,1 0,-1 1,0-1,1 0,-1 0,0 1,1-1,-1 0,0 1,0-1,0 0,1 1,-1-1,0 0,0 1,0-1,0 1,0-1,1 0,-1 1,0-1,0 1,7 33,-7-31,6 73,-3 0,-4 0,-10 74,7-95,-4 95,13-129,-1-22</inkml:trace>
  <inkml:trace contextRef="#ctx0" brushRef="#br0" timeOffset="4542.759">28 600,'0'3,"2"2,4 1,2-1,2-1,3-1,2-1,4 1,3 0,3 0,0-4,2-2,-4-2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3:41.3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1 407,'16'-40,"168"-275,-178 305,30-31,-35 41,1 1,-1 0,0-1,0 1,0 0,0 0,0-1,0 1,0 0,0 0,0 0,0 0,-1 1,1-1,0 0,-1 0,1 0,-1 1,1-1,-1 0,0 0,1 1,-1-1,0 0,0 1,0-1,0 0,0 2,0-2,5 54,-2 1,-2-1,-3 0,-7 37,7-68,-13 188,15-210,-1 1,0 0,1 1,0-1,-1 1,2-1,-1 0,0 1,1-1,-1 1,1-1,0 0,0 1,0-1,0 0,1 0,0 0,-1 0,1 0,0 0,0-1,0 1,1 0,0 0,7-1</inkml:trace>
  <inkml:trace contextRef="#ctx0" brushRef="#br0" timeOffset="2735.335">121 648,'0'2,"0"4,2 0,3-1,6-1,5-1,4-2,6 0,3-1,1 0,-3 2,-2 1,-5 2,-5 2,-7 1,-5-2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46.9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0 493,'1'-8,"1"-1,0 1,0 0,0 0,1 0,0 0,1 1,0-1,0 1,1-1,6-12,17-31,-3-1,-2-1,-2-1,-2-1,-3-1,-1-8,-16 167,14 386,-13-480,-1-6,1 0,-1-1,1 1,0-1,-1 1,1 0,1-1,-1 1,0 0,1-1,-1 1,1 0,0-1,0 1,0-1,0 1,0-1,1 0,-1 0,1 1,-1-1,1 0,0 0,0 0,0-1,0 1,2 1,6-1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47.9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161 172,'-7'0,"1"-1,0 2,-1-1,1 1,0-1,-1 2,1-1,0 1,0 0,0 0,0 1,0-1,1 1,-1 1,1-1,0 1,0 0,0 0,0 0,1 1,0 0,-1-1,2 2,-1-1,1 0,0 1,0 0,0-1,1 1,0 0,0 0,0 1,1-1,0 3,0 2,1 1,0 0,1 0,0-1,1 1,1-1,0 1,0-1,1 0,0 0,1-1,0 1,1-1,0 0,1 0,0-1,0 0,1 0,0-1,1 0,0 0,0-1,0 0,1-1,0 0,1 0,-1-1,1 0,0-1,0-1,0 1,1-2,-1 0,1 0,-1-1,1 0,0-1,0 0,1-1,-3-1,-1-1,0 1,1-2,-2 1,1-1,0 0,-1-1,1 0,-1-1,-1 1,1-1,-1-1,0 0,0 0,-1 0,0 0,0-1,-1 0,0-1,-1 1,1-1,2-8,-1 0,0 0,-1-1,-1 1,0-1,-1 0,-2 0,1-1,-2 1,0 0,-2 0,-2-15,3 23,0 0,0 0,-1 1,-1-1,1 1,-2-1,1 1,-1 0,-1 0,1 0,-2 1,1-1,-1 1,0 1,-1-1,0 1,0 0,0 1,-1-1,0 1,-1 1,1 0,-1 0,0 1,0 0,0 0,0 1,-1 0,0 1,-5-1,3 3,1 2,-1-1,1 1,0 1,-1 0,1 1,1 0,-1 0,1 1,-1 1,2 0,-1 0,0 1,1 0,1 0,-1 1,1 0,0 1,-5 8,7-9,-1 0,2 0,-1 1,1-1,1 1,0 1,0-1,0 0,1 1,1 0,0 0,0 0,1 0,0 0,1 0,0 0,0 0,1 0,0 0,1 0,0 0,4 7,22 33,6-9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48.4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129 226,'-7'6,"0"1,0-1,1 1,0 0,0 1,1-1,0 1,0 0,1 1,0-1,0 1,1 0,0-1,1 1,0 1,0-1,1 0,0 0,1 1,0-1,0 0,1 1,1-1,-1 0,1 0,1 0,-1 0,2 0,-1-1,1 1,1-1,2 4,-1-3,1 0,1-1,0 0,0-1,1 1,-1-2,2 1,-1-1,1 0,-1-1,2 0,-1-1,0 0,1-1,0 0,0 0,0-1,0-1,0 0,0 0,0-1,0-1,1 0,-1 0,0-1,0 0,-1-1,1-1,0 1,-1-2,0 1,0-1,0-1,-1 0,0 0,0-1,5-5,-5 1,0 0,-1-1,0 0,-1 0,0-1,-1 0,-1 0,0-1,-1 1,0-1,-1 0,0 0,-2 0,1 0,-2-1,0 1,0 0,-2-1,1 1,-2 0,0 0,-1 0,0 1,-5-10,5 11,-1 0,0 0,-1 1,-1 0,1 0,-2 0,0 1,0 0,-1 1,0-1,0 2,-1-1,0 1,-1 1,0 0,0 1,0 0,-1 0,0 1,0 1,0 0,0 0,-1 1,0 1,0 0,1 1,-6 1,6 0,0 2,1 0,-1 0,0 1,1 0,0 1,0 1,0-1,0 2,1 0,0 0,0 0,0 1,1 1,0 0,-1 1,5-4,-1 1,1 0,0 0,1 0,-1 0,1 1,1 0,-1 0,1 0,0 0,1 0,-1 1,1-1,1 1,0-1,0 1,0 0,1-1,0 1,0 0,1-1,0 1,1 0,0-1,0 2,2-1,-1 0,1-1,0 1,1-1,0 0,0 0,1-1,0 0,0 0,0 0,1 0,2 1,38 25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49.0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101 189,'-4'12,"0"0,1 1,1-1,0 0,0 1,1-1,1 1,0-1,1 1,0-1,1 1,1-1,-1 0,2 1,0-2,0 1,1 0,1-1,0 0,0 0,1-1,1 1,4 4,-5-8,1 1,0-1,0 0,1 0,0-1,0 0,1-1,-1 0,1-1,0 0,0 0,1-1,-1 0,1-1,-1 0,1-1,0 0,0-1,0 0,-1 0,1-1,0-1,0 0,-1 0,1-1,-1 0,0-1,0-1,0 1,-1-1,1-1,-1 0,-1 0,1-1,-1 0,0 0,0-1,0-1,-2 0,0 0,-1 0,0 0,-1-1,0 0,0 0,-1 0,0 0,-1 0,0-1,-1 1,0-1,-1 1,0-1,0 1,-2-10,-1 2,0 0,-1 0,-1 0,-1 1,0-1,-1 2,-1-1,-1 1,-3-4,7 11,0 1,0 0,-1 0,0 0,-1 1,0 0,0 0,0 1,-1 0,0 0,0 1,-1 0,1 0,-1 1,0 0,0 1,0 0,-1 0,1 1,-1 0,0 1,1 0,-1 0,0 1,0 0,1 1,-1 0,0 1,1 0,-1 0,-4 3,-2 2,0 2,1-1,0 2,1 0,0 0,1 2,0 0,1 0,0 1,1 0,0 1,1 1,1-1,0 1,1 1,0 0,2 0,0 1,1-1,0 1,0 8,1 7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59.1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1 554,'100'-301,"-24"67,-69 215,-6 59,-9 31,-4 32,3 1,5 0,9 88,3-130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5:59.9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111 230,'-9'5,"1"1,1 0,-1 0,1 0,0 1,0 0,1 0,0 1,0 0,1 0,0 0,0 0,1 1,0 0,0 0,1 0,1 1,-1-1,2 0,-1 1,1 0,1-1,-1 1,2 0,-1-1,1 1,1 0,0-1,0 0,1 1,0-1,1 0,-1 0,2-1,-1 1,2-1,-1 0,2 1,2-1,1 0,0-1,1 0,0-1,0 0,0 0,1-1,0-1,0 0,0-1,0 0,0-1,1 0,-1-1,1 0,0-1,-1-1,1 0,-1 0,1-1,-1-1,0 0,0-1,0 0,0-1,-1 0,0-1,0 0,0-1,0 1,-2-1,1-1,-1 1,0-1,0-1,-1 0,-1 0,1-1,-1 1,-1-2,0 1,0-1,-1 0,-1 0,1 0,-2-1,0 1,0-1,-1 0,0 0,-1 0,-1 0,0 0,0 0,-1 0,-1 0,0 0,-1 1,0-1,0 0,-1 1,-3-5,-2-2,-1 1,0 0,-1 1,-1 0,0 0,-2 1,1 1,-2 0,0 1,0 1,-2 0,1 1,-1 1,-17-8,28 16,0 0,1 0,-1 0,0 1,0 0,1 0,-1 0,0 1,0 0,0 0,0 0,0 1,0 0,0 0,1 1,-1-1,0 1,1 0,-1 1,1 0,0-1,0 2,0-1,0 0,0 1,1 0,0 0,0 1,0-1,0 1,0 1,-4 7,1 0,0 1,1-1,1 2,0-1,1 1,1-1,0 1,1 0,0 0,1 1,1-1,0 0,2 0,-1 0,2 0,0 0,12 52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0.7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149 228,'-10'7,"0"1,1 1,0-1,1 1,0 1,0-1,1 2,0-1,1 1,0 0,1 0,0 0,0 1,2 0,-1 0,2 0,-1 0,1 1,1-4,0-1,1 1,0-1,0 0,0 1,1-1,0 0,1 1,0-1,1 0,-1 0,1 0,1-1,-1 1,1-1,1 0,-1 0,1 0,1 0,-1-1,1 0,0 0,1-1,-1 1,1-1,5 2,-3-1,1-1,-1-1,1 0,0 0,0-1,1 0,-1-1,1 0,-1 0,1-1,0-1,-1 0,1 0,0-1,-1-1,1 0,-1 0,0-1,1 0,-1 0,-1-1,1-1,0 0,-1 0,0-1,0 0,-1-1,3-2,2-7,-1 0,-1 0,0-1,-2-1,0 0,0 0,-2-1,0 1,-2-2,0 1,-1-1,0 1,-2-1,-1 0,0 0,-1 0,-1 0,-2 0,1 0,-3-3,3 12,0 1,-1 0,0 0,0 1,-1-1,-1 1,1 0,-1 0,-1 0,0 0,0 1,-1 0,0 1,0-1,-1 1,0 1,0-1,0 1,-1 1,0 0,0 0,-1 0,1 1,-1 1,0 0,0 0,0 1,0 0,-6 0,2 3,1 0,-1 1,1 0,0 1,0 1,0 0,1 1,-1 0,1 1,0 0,1 1,-1 0,2 1,-1 1,1-1,0 1,0 1,1 0,1 0,0 1,0 0,1 1,0-1,1 1,1 1,0-1,0 1,1 0,1 0,0 0,1 0,0 1,1-1,1 0,0 8,1-10,0 0,0 1,1-1,0 0,1 0,1 0,-1-1,2 1,3 6,19 29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1.6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1 394,'149'-274,"-110"170,-32 89,0 43,-14 192,2-132,3 1,5-1,5 24,1-57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2.7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0 554,'3'-37,"1"0,1 0,3 0,10-31,5-28,-11 42,-3 1,-2-2,-2-12,-10 55,-4 32,0 22,2 0,3 1,1-1,2 1,1-1,5 23,14 101,-6-96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3.3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176 168,'-7'0,"0"-1,0 1,0 0,1 1,-1 0,0 0,0 0,0 1,1 0,-1 0,1 1,-1-1,1 2,0-1,0 1,0-1,1 2,-1-1,1 1,0-1,1 1,-1 1,1-1,0 1,-2 2,3 0,-1 1,1 0,1 0,0 0,0 0,0 0,1 1,1-1,0 0,0 1,1-1,0 0,0 0,1 1,0-1,1 0,0-1,0 1,1 0,0-1,1 0,0 0,0 0,0-1,1 1,0-1,1-1,0 1,3 1,-1 1,2 0,-1-1,1-1,0 0,0 0,1-1,0 0,0-1,1-1,-1 0,1-1,0 0,0 0,0-2,0 0,0 0,0-1,0-1,1 0,10-2,-14-1,1 1,-1-2,0 1,0-1,-1-1,1 0,-1 0,-1-1,1 0,-1 0,0-1,-1 0,0 0,0-1,-1 0,0 0,0-1,0-2,2-4,-1 0,0-1,-1 0,-1 0,-1 0,0 0,-1-1,-1 1,-1-1,-1 0,0 0,0 8,-1-1,0 1,0-1,-1 1,-1 0,1-1,-2 1,1 1,-2-1,1 0,-1 1,-1 0,1 0,-2 1,1-1,-1 1,0 1,-1-1,0 1,0 1,0-1,-1 1,0 1,0 0,-1 0,1 1,-1 0,0 0,-10-1,7 4,-1 0,1 1,0 0,0 1,-1 1,1 0,0 1,0 1,1-1,-1 2,1 0,0 0,0 2,0-1,1 1,0 1,1 0,-1 0,2 1,-1 1,-1 2,8-8,-1 0,1 0,0 1,0-1,1 1,-1 0,1 0,0 0,1 0,-1 0,1 1,0-1,0 0,1 1,-1-1,1 0,0 1,1-1,-1 0,1 1,0-1,1 0,-1 1,1-1,1 1,17 33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3.9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0 534,'9'-50,"3"1,1 0,20-46,-6 16,35-112,-53 171,-9 20,0 0,0 0,-1 0,1 1,0-1,0 0,0 0,0 1,-1-1,1 0,0 1,0-1,0 0,0 0,0 1,0-1,0 0,0 1,0-1,0 0,0 0,0 1,0-1,0 0,0 1,0-1,0 0,0 0,1 1,-1-1,0 0,0 1,0-1,0 0,1 0,-1 0,0 1,0-1,0 0,1 0,-1 0,0 1,0-1,1 0,-1 0,0 0,1 0,-1 0,0 0,0 0,1 1,-1-1,0 0,1 0,-1 0,0 0,0 0,1 0,-1-1,0 1,-44 210,31-150,2 0,3 0,3 1,2 54,7-67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4.4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85 300,'-11'12,"1"1,0 1,0 0,2 0,0 1,0 0,-1 4,7-13,0-1,1 1,-1-1,1 1,0 0,0 0,1 0,-1 0,2-1,-1 1,0 0,1 0,0 0,1-1,-1 1,1 0,0-1,0 1,1-1,0 0,0 0,0 0,6 5,1-1,1-1,0 0,0 0,0-1,1-1,0 0,0 0,0-1,1-1,0 0,0-1,0 0,0-1,0 0,1-1,-1-1,0 0,1-1,-1 0,0-1,9-3,-6 3,0-2,0 0,-1-1,1-1,-1 0,0-1,-1 0,0-2,0 1,0-2,-1 0,-1 0,0-1,0-1,-1 0,-1 0,0-1,0-1,-2 0,1 0,-2 0,0-1,-1 0,0-1,-1 1,-1-1,0 0,-2 0,1 0,-2-1,0 1,-2-9,1 14,-2 0,0 0,0 0,-1 1,0-1,-1 1,0 0,0 0,-1 0,-1 0,1 1,-2 0,1 0,-1 1,-1 0,1 0,-1 0,-1 1,1 0,-1 1,0 0,-1 0,0 1,1 1,-2-1,1 2,0-1,-3 1,-1-1,1 2,0 0,0 1,-1 0,1 1,-1 0,1 1,-1 1,1 0,0 1,0 0,0 1,1 1,-1 0,1 0,0 1,0 1,1 0,0 1,0 0,0 0,1 1,1 1,0-1,0 2,1-1,0 1,0 0,2 1,-1 0,-3 11,1 1,1 1,1-1,1 1,1 1,1 0,-3 41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5.5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1 572,'-1'-19,"1"0,1 0,0 0,1-1,2 1,0 1,0-1,2 1,4-9,-1-2,20-69,-3-2,-1-25,-20 102,-18 212,4-88,5 0,7 70,2-119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6.6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172 308,'-6'-1,"1"1,-1-1,0 1,1 0,-1 0,1 1,-1-1,0 1,1 1,-1-1,1 1,0 0,0 0,0 0,0 1,0 0,0 0,0 0,1 0,-1 1,1 0,0 0,1 0,-1 0,1 1,-1-1,1 1,-1 4,-1-2,1 0,0 0,1 1,0 0,0 0,0-1,1 2,1-1,-1 0,1 0,0 1,1-1,0 0,1 1,-1-1,2 0,-1 0,1 0,0 0,1 0,0 0,0 0,0-1,1 1,0-1,1 0,0 0,0-1,0 1,1-1,1 1,5 1,0-1,0 0,1-1,-1 0,2-1,-1-1,0 0,1 0,0-1,0-1,0-1,0 0,0 0,0-1,0-1,0-1,0 0,0-1,-1 0,1-1,-1 0,0-1,0-1,0 0,-1-1,0 0,0-1,0 0,-1-1,-1 0,0-1,0 0,0-1,-2 1,1-2,-1 1,-1-2,0 1,0-3,-1-3,-1 0,-1 0,-1-1,0 1,-2-1,0 1,-1-1,0 0,-2 1,0-1,-2 1,0 0,0 0,-2 0,0 0,-1 1,-1 0,-1 0,0 1,-1 0,-1 1,0 0,-1 1,-12-12,19 21,-1 1,1-1,0 1,-1 0,0 1,0 0,0-1,-1 2,1-1,-1 1,1 0,-1 0,0 1,0 0,1 0,-1 0,0 1,0 0,0 1,0-1,0 1,0 1,1-1,-1 1,1 1,-1-1,1 1,0 0,-1 0,-4 4,0 0,1 1,0 0,0 1,1 0,0 1,0 0,1 0,1 1,-1 0,2 0,0 0,0 1,1 0,0 0,1 1,1-1,0 1,0 0,1 0,1 0,0 0,1 0,1 0,0 0,0 0,1 0,3 10,15 29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7.1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0 535,'8'-38,"1"0,1 1,2 0,15-30,16-47,-2-78,-40 181,-1 17,-3 22,-7 100,6 0,6 16,13-33,-4-72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7.6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1 470,'-1'-29,"2"-1,1 1,1 0,2 0,1 1,1-1,1 1,2 1,0-1,3 0,29-93,-37 86,-13 42,-4 16,1 0,0 1,2 0,1 1,0 0,0 10,-1-5,1-1,2 2,1-1,1 0,2 1,0 0,3 0,0 0,2-1,1 1,2-1,1 0,9 25,3-17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9.2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0 473,'35'-88,"-4"-3,-5 0,15-91,-39 162,-5 28,-8 36,-7 47,4 1,4 1,2 52,9-80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09.8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81 515,'-16'-61,"3"0,3-1,2 0,0-62,11-13,2 129,-3 27,-28 267,17-82,8-154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0.5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13 124,'0'2,"-5"29,1 1,1-1,2 1,2-1,1 1,1-1,1 1,2-1,2 2,-6-26,0-1,1 0,0 0,0-1,0 1,1-1,0 1,0-1,0 0,0 0,1-1,0 0,0 1,0-1,1-1,-1 1,1-1,0 0,0-1,0 1,0-1,0 0,0-1,1 1,-1-1,1 0,-1-1,1 0,-1 0,1 0,5-2,4-2,1-2,-1 0,0-1,0-1,-1 0,0-1,-1 0,0-2,0 1,-1-2,0 0,-1 0,-1-1,0-1,-1 0,3-4,-6 10,-1-1,0 1,-1-1,0 0,0 0,-1 0,0-1,-1 1,0-1,0 0,-1 0,0 0,-1-1,0 1,-1 0,0 0,0-1,-1 1,-1 0,0 0,0 0,-1 0,0 0,0 0,-1 1,-1 0,0 0,0 0,0 0,-1 1,-1 0,1 0,-4-3,2 5,-1 0,1 1,-1 0,0 0,-1 1,1 0,-1 1,1-1,-1 2,0 0,0 0,0 1,0 0,-1 0,1 1,0 1,0 0,0 0,0 1,0 0,0 1,0 0,1 0,-1 1,1 1,0-1,0 1,1 1,-1 0,1 0,0 1,1 0,0 0,0 0,0 1,1 0,0 1,1-1,0 1,0 0,1 0,0 1,1-1,-1 1,2 0,-1 4,1-1,2 0,-1-1,2 1,-1 0,2 0,0-1,0 1,1-1,1 0,0 0,0 0,1 0,1 0,6 8,21 32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0.9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210 267,'-5'14,"1"0,0 0,1 1,1-1,0 1,1 0,1 0,0-1,1 1,0 0,1-1,1 1,3 7,-4-14,0 0,1-1,0 1,1-1,0 0,0 0,0 0,1-1,0 1,0-1,1 0,-1-1,1 1,0-1,1 0,0-1,-1 0,1 0,1 0,-1-1,0 0,1 0,0-1,0 0,3 1,-4-3,1 1,0-1,-1 0,1 0,0-1,-1 0,1-1,-1 0,1 0,-1 0,0-1,0 0,0-1,0 1,-1-1,1 0,-1-1,0 0,-1 0,2-1,6-7,0 0,-2-1,1-1,-2 1,0-2,0 1,-2-2,0 1,-1 0,0-1,-2 0,0 0,0 0,-2-1,0 1,-1-1,-1 1,-1-1,0 0,-3-16,2 24,-1 0,0 0,-1 1,0-1,0 1,-1 0,0 0,-1 0,0 0,0 1,-1-1,0 2,0-1,-1 1,0-1,-1 2,1-1,-1 1,0 1,-1-1,-6-2,3 3,1 0,-1 1,0 0,1 2,-1-1,-1 1,1 1,0 0,0 1,-1 0,1 0,0 2,0 0,0 0,0 1,0 0,0 1,1 0,-1 1,1 1,1 0,-3 1,-7 6,0 0,1 2,0 0,1 1,1 1,0 1,2 0,0 1,1 1,-10 17,-9 26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1.8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0 498,'3'-42,"1"0,2 1,2-1,3-3,15-86,-15-23,-17 168,-7 72,3 1,4 0,4 0,5 15,2-43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2.3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1 461,'5'-69,"4"0,3 1,2 0,4 1,16-36,-29 87,-21 77,4 1,2 0,-1 62,6-75,3 0,2 0,3 0,1 0,3 6,4-5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3.0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181 103,'-5'-2,"-1"1,0 0,0 1,0-1,0 1,-1 0,1 1,0 0,0 0,1 0,-1 0,0 1,0 0,1 0,-1 1,1 0,-1 0,1 0,0 0,1 1,-1 0,0 0,1 0,0 0,0 1,0 0,1-1,-1 2,-1 7,0 1,0 0,1 0,1 0,0 0,1 1,1-1,0 1,1 0,1-1,0 1,1-1,0 1,1-1,1 0,0 0,1 0,1 0,0-1,0 0,2 0,-1-1,2 0,0 0,0-1,1 0,0-1,1 0,0 0,0-1,1-1,9 5,-15-9,1 0,0-1,1 1,-1-2,0 1,1-1,0 0,-1 0,1-1,0 0,0 0,0-1,0 0,0-1,0 0,0 0,-1 0,1-1,0 0,-1-1,1 0,-1 0,0 0,0-1,0 0,-1 0,6-5,3-7,-1 0,-1 0,-1-1,0-1,-1 0,-1 0,-1-1,-1-1,0 1,-2-1,0-1,-1 1,-1-1,-1 0,-1 0,-1 0,0 0,-2 0,-1-6,1 14,0-1,0 1,-2-1,0 1,0 0,-1 0,-1 0,-3-5,6 14,0-1,0 2,0-1,-1 0,0 0,0 1,0-1,0 1,0 0,-1 0,1 0,-1 1,0-1,0 1,0 0,0 0,0 0,-1 0,1 1,0 0,-1 0,1 0,-1 0,1 1,-1 0,-4 0,-5 2,0 2,0 0,0 0,1 2,-1-1,1 2,1 0,-1 0,1 1,0 1,1 0,0 0,0 1,1 1,1 0,0 0,-5 7,6-8,1 0,-1 0,2 1,-1-1,2 2,-1-1,2 1,-1-1,2 1,-1 0,2 1,-1-1,2 0,0 1,0-1,1 1,1-1,0 1,0-1,2 1,1 7,18 32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3.5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4 431,'-1'-82,"-1"22,3-1,2 1,11-57,1 66,-10 53,-7 65,-10 50,3-36,2 1,5-1,6 59,3-91,1-11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4.8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1 484,'48'-170,"-24"89,-3 0,6-51,-24 112,-16 360,12-118,4-167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5.3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1 526,'2'-27,"2"1,1 0,1 0,1 0,1 1,2 0,0 1,8-14,12-30,44-146,-95 287,3 1,3 1,4 1,-2 74,15-91,2-10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6.8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272 57,'-10'-1,"-1"1,1 1,-1-1,1 2,-1-1,1 1,0 1,0 0,0 0,0 1,0 1,1-1,0 2,0-1,0 1,1 0,-6 6,5-3,0 1,0 0,1 1,0-1,1 2,0-1,1 1,1 0,-1 0,2 1,-1 3,3-9,0 0,1 0,0 0,0 0,0 0,1 0,0 0,1 0,0-1,0 1,0 0,1 0,0 0,0-1,1 1,0-1,0 1,0-1,1 0,0-1,0 1,1 1,7 3,0-1,0 0,1 0,0-1,0-1,1 0,0-1,0 0,1-1,-1-1,1 0,0-1,0-1,1 0,-1-1,2-1,32 3</inkml:trace>
  <inkml:trace contextRef="#ctx0" brushRef="#br0" timeOffset="310.241">285 3,'16'-2,"15"1,8 4,5 5,1 9,-2 7,-6 8,-10 6,-8 5,-9 0,-12 1,-13 0,-10-4,-11-4,-7-3,-7-7,6-9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16.1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213 485,'2'-20,"2"-1,0 1,1 1,1-1,0 1,2 0,0 0,2 1,2-5,0 0,55-134,-66 141,-13 29,-2 16,2-1,1 2,1-1,2 1,0 1,2 0,2 0,1 0,1 30,1-40,2 0,0 1,1-1,2 0,0 0,6 18,4-1</inkml:trace>
  <inkml:trace contextRef="#ctx0" brushRef="#br0" timeOffset="1846.989">266 4,'0'-2,"0"1,-4 6,-7 8,-10 7,-10 7,-7 5,-4 5,-2 0,2-4,9-8</inkml:trace>
  <inkml:trace contextRef="#ctx0" brushRef="#br0" timeOffset="2266.732">387 17,'-3'0,"0"2,-2 6,0 8,1 8,-2 9,1 10,1 12,1 8,1 4,1 2,1-1,2-6,2-13</inkml:trace>
  <inkml:trace contextRef="#ctx0" brushRef="#br0" timeOffset="3166.145">401 44,'-5'-7,"-5"-2,-9 3,-10 9,-13 10,0 5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52.4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1 160,'1'-8,"0"0,1 1,0-1,1 1,-1-1,1 1,1 0,-1 0,1 0,1 1,-1-1,1 1,0 0,0 0,1 1,0 0,0 0,0 0,0 0,1 1,0 0,0 1,0-1,0 1,1 1,-1 0,1 0,-1 0,1 1,0 0,0 0,0 1,0 0,-1 0,1 1,0 0,0 0,-1 1,1 0,-1 1,1-1,-1 1,0 1,0-1,2 3,0 1,1 0,-1 1,-1 0,1 0,-1 1,-1 0,0 1,0 0,-1 0,0 0,-1 1,0 0,-1 0,0 0,0 0,-1 1,1 8,3 26,-2 0,-2 1,-3 39,0-85,-4 91,-4-1,-8 22,3-16,10-74</inkml:trace>
  <inkml:trace contextRef="#ctx0" brushRef="#br0" timeOffset="268.32">135 480,'-2'-2,"6"-1,11 0,14 1,19-2,17-2,15-3,11-1,4-3,-1 0,-8 2,-14 2,-17 4,-18 2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51.8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1 160,'9'9,"12"6,12-1,11-1,12-4,8-3,4-6,0-1,-3-4,-7-1,-10 1,-12 1</inkml:trace>
  <inkml:trace contextRef="#ctx0" brushRef="#br0" timeOffset="246.342">295 0,'0'21,"2"15,1 11,2 9,0 4,0 1,0-4,3-4,4-8,0-13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49.8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 66,'-9'-7,"-3"0,3 6,5 10,5 10,8 8,6 8,8 3,6 5,6 0,3-1,3-3,0-6,-2-6,-3-8,-5-7,-8-5</inkml:trace>
  <inkml:trace contextRef="#ctx0" brushRef="#br0" timeOffset="402.048">597 25,'9'-21,"-10"21,1 0,0 1,0-1,0 0,-1 0,1 0,0 0,0 0,0 1,-1-1,1 0,0 0,0 0,-1 0,1 0,0 0,0 0,-1 0,1 0,0 0,0 0,-1 0,1 0,0 0,0 0,-1 0,1 0,0 0,0 0,0-1,-1 1,1 0,0 0,0 0,0 0,-1 0,1-1,0 1,0 0,0 0,0 0,-1-1,1 1,0 0,0 0,0 0,0-1,0 1,0 0,0 0,0-1,0 1,-11 12,1 0,1 1,0 0,1 0,0 1,1 0,1 1,-3 8,5-15,-17 46,2 0,2 2,3 0,3 0,1 1,2 20,-7 199,19-215,1-51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6:16:50.5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0 214,'7'0,"12"0,10-2,14-3,9-1,8-2,4 1,2 2,-7 1,-9 6,-12 3</inkml:trace>
  <inkml:trace contextRef="#ctx0" brushRef="#br0" timeOffset="257.31">94 508,'19'7,"16"2,15-2,9-6,-5-2</inkml:trace>
  <inkml:trace contextRef="#ctx0" brushRef="#br0" timeOffset="630.858">869 0,'10'18,"9"13,10 11,10 6,7 5,5 2,3 1,2-2,-5-4,-4-3,-8-5,-8-8,-9-7,-8-5,-8-8</inkml:trace>
  <inkml:trace contextRef="#ctx0" brushRef="#br0" timeOffset="887.176">1284 13,'-14'16,"-11"17,-6 16,-4 14,-6 9,-4 6,-3 2,2-4,5-8,10-12,13-14,9-15</inkml:trace>
  <inkml:trace contextRef="#ctx0" brushRef="#br0" timeOffset="2990.652">121 442,'9'6,"8"3,7 2,9-1,8-2,6-2,5-3,4-1,-1-2,0 0,-5 0,-6 0,-11 1,-11 2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1:19.8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269 296,'0'15,"4"20,2 17,2 16,0 11,-2 7,-4 2,-7 0,-7-4,-4-9,-3-15,1-18</inkml:trace>
  <inkml:trace contextRef="#ctx0" brushRef="#br0" timeOffset="328.156">1 242,'16'-12,"1"1,0 0,1 2,0 0,0 0,1 2,0 1,0 0,1 1,0 1,0 1,0 1,0 0,0 2,0 0,18 3,-16-1,0 0,0 1,0 2,0 0,-1 1,0 1,0 1,8 5,-22-9,0-1,0 1,0 0,0 1,-1 0,0 0,0 0,0 1,-1 0,1 0,-2 0,1 1,-1 0,1 0,-2 0,1 0,-1 0,0 1,-1-1,0 1,0 0,0 0,-1 0,0 5,-2-1,0 0,-1 0,0-1,0 1,-1-1,-1 0,0 0,-1 0,0 0,0-1,-1 0,-1 0,1 0,-2-1,1 0,-1 0,-3 2,-4 3,0-1,0-1,-2 0,1-1,-1 0,-1-2,0 0,0-1,-17 5,-29-3,53-16,9-4</inkml:trace>
  <inkml:trace contextRef="#ctx0" brushRef="#br0" timeOffset="611.69">924 1,'-14'20,"-2"21,6 19,8 18,7 13,7 12,2 7,-1 0,-2-4,-3-8,-4-10,-1-16,-2-16,-1-17</inkml:trace>
  <inkml:trace contextRef="#ctx0" brushRef="#br0" timeOffset="887.948">563 670,'-16'-3,"-3"0,11 1,20-1,27-1,29 0,23 0,17 2,9 0,-17 1</inkml:trace>
  <inkml:trace contextRef="#ctx0" brushRef="#br0" timeOffset="1229.045">1271 1071,'21'-289,"-21"269,0 0,-2 0,0 1,-1-1,-1 1,0-1,-2 1,0 0,-6-10,2 19,12 18,5-1,1-1,0 0,0 0,1-1,0 0,0 0,0-1,0 0,1-1,0 0,0-1,-1 0,1 0,0-1,1 0,-1-1,210 16,-218-16,0 0,0 1,0-1,0 0,-1 1,1 0,0-1,-1 1,1 0,0 0,-1 0,1 0,-1 0,1 0,-1 0,0 1,1-1,-1 0,0 1,0-1,0 1,0 0,0-1,0 1,-1 0,1-1,0 1,-1 0,1 0,-1-1,0 1,0 0,0 0,0 0,0 0,0-1,0 1,0 0,-1 0,1 0,-1 0,0 0,-31 72,26-65,1 0,0 1,1-1,0 1,0 0,1 0,0 0,1 1,0-1,1 1,0-1,1 9,1-14,1 0,0-1,1 1,-1-1,1 1,0-1,0 0,1 0,-1 0,1-1,-1 1,1-1,0 0,1 0,-1 0,0 0,1-1,0 0,-1 0,1 0,0 0,0-1,0 0,0 0,0 0,0-1,0 0,1 0,54 5,-1-2,1-4,0-2,-1-2,48-12,15-2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1:18.6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731 187,'4'18,"7"20,5 15,5 11,6 7,2 3,4-1,2-5,1-7,-2-8,-2-10,-5-10,-6-11</inkml:trace>
  <inkml:trace contextRef="#ctx0" brushRef="#br0" timeOffset="247.372">1105 442,'-16'-10,"-9"-2,-8 5,-3 13,0 16,0 19,-1 16,-1 9,1 5,1-3,5-12</inkml:trace>
  <inkml:trace contextRef="#ctx0" brushRef="#br0" timeOffset="501.734">343 708,'30'0,"27"-2,27-6,23-7,12-9,5-7,-3 0,-10 0,-16 3,-23 7</inkml:trace>
  <inkml:trace contextRef="#ctx0" brushRef="#br0" timeOffset="837.88">1279 187,'-19'-19,"-2"1,0 1,0 0,-2 2,0 1,-1 1,0 0,-1 2,0 1,-1 1,0 1,0 2,-1 0,0 2,0 1,0 1,0 1,0 1,-1 2,-11 2,1 3,0 1,0 1,1 2,0 2,1 2,1 1,0 1,2 2,0 2,1 1,0 1,2 2,2 0,0 3,1 0,2 1,1 2,1 0,2 2,1 0,2 2,1-1,2 2,1 0,-1 12,10-25,0 0,2 1,1-1,0 1,2-1,1 1,1-1,1 1,0-1,2 0,1 0,1 0,1-1,0 0,2-1,1 0,0 0,2-1,0-1,1 0,1-1,1 0,0-1,2-1,0-1,1 0,15 7,1-2,0-2,2-1,0-1,1-3,0-1,1-1,1-3,-1-1,1-2,0-1,0-3,1-1,-1-2,0-1,0-2,-1-3,11-3,-21 4,-1-1,0-1,0-1,-1-2,-1 0,0-2,-1-1,0-1,-1-1,-1-2,-1 0,0-1,-2-1,0-1,-2-1,0 0,-1-1,-2-1,0-1,-2 0,-1-1,0-2,-2-5,0-1,-3 0,-1 0,-1-1,-2 1,-1-1,-2 0,-2 0,-1 0,-8-34,7 48,-1 1,-1 0,-1 0,-1 0,-1 1,0 0,-2 1,0 0,-1 0,-1 1,-1 1,0 0,-1 1,-1 1,0 0,-1 1,-1 1,-6-3,6 7,1 1,-1 0,0 2,0 0,-1 1,0 1,1 0,-2 2,1 0,0 1,0 1,0 1,-1 1,1 0,0 2,1 0,-1 1,1 1,0 0,0 2,0 0,1 1,-8 3,1 2,1 1,0 1,1 1,0 1,2 0,0 2,1 0,1 2,1 0,1 0,1 2,1 0,-10 25,-9 57,20-12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1:21.8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0,'5'28,"1"0,0 0,3 0,0-1,1-1,2 1,1-2,1 0,1 0,1-1,1-1,3 1,-14-15,0-1,1 1,0-2,1 1,0-1,0 0,0-1,1 0,0 0,0-1,1 0,-1 0,1-1,0 0,0-1,0 0,1-1,-1 0,1-1,-1 0,1-1,0 0,-1 0,1-1,-1 0,1-1,-1 0,0-1,0 0,3-2,-1-2,-1 0,0-1,0-1,0 1,-1-2,-1 0,1 0,-2 0,1-1,-1 0,-1-1,0 0,-1 0,0-1,-1 1,-1-1,1 0,-2-1,0 1,-1-1,0 1,-1-1,0-10,-1 23,0 0,1 0,-1 0,0 0,1 0,-1 0,0 0,0 0,0 0,0 0,0 0,0 0,0 0,0 0,0 0,-1 0,1 1,0-1,-1 0,1 0,-1 0,1 0,0 0,-1 1,0-1,1 0,-1 0,0 1,1-1,-1 0,0 1,0-1,1 1,-1-1,0 1,0-1,0 1,0-1,0 1,0 0,1 0,-1-1,0 1,0 0,0 0,0 0,0 0,0 0,0 0,0 0,0 1,0-1,0 0,-1 1,-4 6,1 1,0 0,0 1,1-1,0 1,0 0,1 0,0 0,1 0,0 1,0-1,0 8,1-11,-8 77,3 1,4 0,4 0,3 0,6 13,-3-10,-5-47,14 308,-16-332,-2 0,0 0,0 0,-1 1,-1-2,-1 1,-1 0,0-1,-1 3,5-17,1 1,-1 0,1-1,-1 1,0-1,0 1,1-1,-1 1,0-1,-1 1,1-1,0 0,0 0,0 1,-1-1,1 0,-1 0,1 0,-1 0,1-1,-1 1,1 0,-1-1,0 1,1-1,-1 1,0-1,0 0,1 0,-1 0,0 0,1 0,-1 0,0 0,0-1,1 1,-1-1,0 1,1-1,-1 1,1-1,-2-1,-6-5,1 0,0-1,1 0,-1 0,2-1,-1 0,1 0,0-1,1 1,-2-7,1 4,-28-52,4-2,2-1,3-2,4 0,18 60,0 3,1 1,-1-1,1 0,0 1,0-1,1 0,0 0,0-1,0 1,1 0,0 0,0 0,1 0,-1 0,1 0,1 0,-1 0,1 0,0 0,0 0,1 1,0-1,0 1,0 0,1-1,-1 2,3-3,5 1,0 0,1 1,0 0,0 1,0 1,0 0,0 0,8 0,172-21,-94 14</inkml:trace>
  <inkml:trace contextRef="#ctx0" brushRef="#br0" timeOffset="1290.29">910 1230,'21'-12,"1"1,0 1,1 1,0 1,1 1,0 0,0 2,0 2,0 0,5 1,-23 0,-1 1,0 1,0-1,0 1,0 0,0 0,0 0,1 1,-1 0,0 0,0 0,0 1,0-1,-1 1,1 0,0 1,-1-1,1 1,-1 0,0 0,0 0,0 1,0-1,2 4,-6-1,-1 0,0 0,0-1,-1 1,1 0,-1-1,0 1,-1-1,1 0,-1 0,0 0,0 0,-1 0,1-1,-1 1,0-1,0 0,-1 0,1 0,-1-1,0 0,0 1,-14 10,0 0,-1-2,0 0,-1-1,-18 7,22-10,32-4,7-6,0 2,0 0,0 1,0 2,-1 0,1 1,-1 1,0 1,0 1,0 1,-1 1,0 0,-1 2,0 0,-1 1,5 5,-19-13,0 0,0 1,0-1,-1 1,1 0,-1 0,0 0,-1 0,1 0,-1 1,0-1,-1 1,1-1,-1 1,0 0,0 0,-1-1,0 1,0 0,0 0,-1 0,0-1,0 1,0 0,-1-1,0 1,0-1,0 1,0-1,-1 0,0 0,0 0,-1-1,1 1,-1-1,0 1,0-1,-1 0,1-1,-17 11,-1-1,0 0,-1-2,0-1,-1-1,0-1,0-1,0-1,-1-1,0-1,0-2,-1 0,-17-2,-33 1,51-1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1:46.10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177 186,'-11'8,"1"0,0 0,0 1,1 1,0 0,0 0,1 0,1 1,0 1,0-1,1 1,1 0,0 0,0 1,1-1,1 1,0 0,1 0,0 1,1-1,1 0,0 0,0 1,2-1,0 0,0 0,1 0,0 0,1-1,1 1,0-1,1 0,0 0,1-1,0 0,1 0,5 6,-2-4,1-1,0-1,0 0,1 0,1-2,-1 1,2-2,-1 0,1 0,0-2,1 0,0 0,0-2,0 0,0-1,0 0,1-1,-1-1,1-1,0 0,-1-1,1-1,-1-1,0 0,1-1,-1 0,-1-2,1 0,-1 0,0-2,-1 0,1 0,7-8,-10 5,-1 0,0-1,-1 0,-1-1,0 0,-1-1,0 0,-1 0,0 0,-1-1,-1 0,0 0,-1-1,-1 1,-1-1,0 0,0 0,-2 0,0 0,-1 1,-1-1,-2-13,0 10,0-1,-1 1,-1 0,-1 1,0-1,-2 1,0 1,-1-1,0 2,-2-1,0 2,0-1,-2 2,0 0,0 0,-2 1,1 1,-5-2,9 8,0 0,-1 1,1 0,-1 1,0 0,0 1,0 1,-1-1,1 2,-1 0,1 0,-1 1,1 1,-1 0,1 1,0 0,-1 1,1 0,0 1,1 0,-1 1,1 0,-3 3,-5 3,0 1,1 0,0 2,1 0,0 2,1-1,1 2,1 0,0 1,1 0,1 1,1 0,1 1,0 0,-2 12,-13 43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1:46.62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1 485,'0'-20,"1"0,0 0,2 0,1 1,0-1,1 1,1 0,1 0,1 1,0 0,2 0,0 1,9-12,1-7,40-98,-58 96,-28 63,15-1,2 0,0 1,2 0,1 1,1 0,1 0,1 0,1 0,2 5,-3 55,4 0,5 1,2-1,5-1,7 17,0-15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1:47.38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0 512,'6'-22,"1"0,0 0,2 0,0 1,1 0,2 1,0 0,7-7,5-12,120-220,-132 242,-15 44,2-17,-19 91,4 0,5 2,4-1,5 1,5 0,5 17,5-47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1:48.00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0 485,'8'-32,"1"0,1 0,2 1,0 1,3 0,0 1,12-15,17-38,27-60,-70 162,-53 387,42-173,7-131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1:48.7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12 495,'-4'-30,"0"0,2 0,0 0,3 0,0 0,2 0,2 0,0 0,2 0,5-11,8-51,-9 30,-10 86,-17 148,8 1,7 0,9 24,7-91,2-20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1:49.22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1 536,'106'-495,"-99"464,-2 21,-3 26,-1 296,-1-231,-1 55,14 107,-2-157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1:49.97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1 427,'136'-310,"-99"218,-23 68,-5 23,-1 75,-22 486,12-476,1-16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1:50.42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5 402,'-3'-31,"2"1,1-1,1 1,2-1,1 1,1 0,2 0,0 1,3 0,0 0,10-18,-7 25,-13 22,1 0,-1 0,0-1,1 1,-1 0,1 0,-1-1,1 1,-1 0,0 0,1 0,-1 0,1 0,-1 0,1 0,-1 0,1 0,-1 0,0 0,1 0,-1 0,1 0,-1 0,1 0,-1 0,0 0,1 1,-1-1,1 0,-1 0,0 1,1-1,-1 0,0 0,1 1,-1-1,0 0,1 1,-1-1,0 1,0-1,1 0,-1 1,0-1,0 1,0-1,0 0,0 1,1-1,-1 1,0-1,0 1,0-1,0 1,0-1,0 1,-1-1,1 0,0 1,0-1,0 1,0-1,0 1,-1-1,1 0,0 1,0-1,8 185,22 234,-22-327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1:51.66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3,'7'4,"11"5,16 0,21-4,19-5,13-7,-2-4,-15-1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2:27.63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1285 45,'-6'-5,"1"0,-1 1,-1 0,1 0,-1 0,1 1,-1 0,0 1,0-1,0 1,0 1,-1-1,1 1,-1 0,1 1,0 0,-1 0,1 1,-1-1,-5 3,-13 2,1 1,-1 2,2 0,-1 2,-4 3,-32 16,3 3,0 3,3 2,1 2,1 3,3 2,1 2,3 2,2 2,1 2,-18 34,31-35,3 2,1 1,3 2,3 0,0 7,-10 25,7-25,-9 21,3 2,5 0,3 2,-3 43,11 72,9 0,11 52,0 5,-5-150,6 0,21 105,55 275,-74-398,-6-27,3 0,2-1,4 0,2 0,3-2,2 0,18 34,18 6,4-3,46 57,-49-89,3-4,2-1,3-4,2-2,3-4,36 19,-64-40,1-2,1-3,1-1,1-2,2-2,0-3,1-1,0-2,1-3,1-2,0-2,98 0,106-9,-121-2,-71 3,0-2,0-4,0-2,0-3,22-9,6-11,-1-4,-1-4,-2-4,-2-3,-2-4,32-29,-59 37,-2-2,-2-3,-2-2,-2-2,-2-2,-3-2,-2-2,16-31,43-86,-8-4,16-60,-68 131,-4-2,-6-1,-4-1,-5-2,-4-12,-3 25,12-59,-8-1,-7-1,-6 0,-8-15,-21-31,-9 2,-33-97,35 180,-5 2,-5 1,-6 2,-4 2,-6 2,-35-47,82 142,-1 1,-1-1,-1 2,-1 0,0 1,-1 0,0 1,-1 0,-1 2,0 0,-1 1,0 0,-10-3,-34-9,-1 3,0 3,-1 3,-1 2,-59-2,32 5,-1 4,1 4,-1 4,0 4,1 4,1 5,0 3,-6 6,-271 108,178-54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2:42.34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645 56,'-8'-2,"0"1,0 0,0 0,0 1,0 0,0 1,0 0,0 0,0 0,1 1,-1 0,0 1,1 0,0 0,0 1,0-1,0 2,0-1,1 1,-6 5,-22 24,1 1,3 2,0 1,3 2,1 0,2 2,2 0,2 2,1 0,-4 22,-11 44,5 1,4 1,6 1,4 2,2 90,-1-41,11-125,-37 591,39-347,34 257,61 211,-53-538,39 104,-69-275,0 0,11 54,4-1,5-2,4 0,3-3,5-1,9 9,5-13,4-3,4-2,25 21,-44-53,2-3,1-2,3-1,1-4,2-1,2-3,1-2,1-3,1-3,2-2,0-3,2-3,0-3,20 1,117 3,1-9,96-12,-227-1,-1-4,0-2,0-4,-1-3,-1-2,-1-4,27-13,-23 7,-2-2,-2-3,0-4,-3-2,-1-3,24-22,-44 25,-1-1,-2-3,-2-1,-2-1,-2-2,-2-2,-2-1,-2-1,-3-1,7-23,12-41,-4 8,51-94,-73 167,11-18,-2-1,-3-1,13-47,10-82,16-149,2-225,-49 428,1-6,-5 0,-6-23,-30-185,1-19,9 271,-4 1,-29-84,3 14,32 116,-2 1,-3 0,-1 1,-16-26,9 21,5 5,-3 1,-1 0,-2 2,-1 1,-3 1,-4-2,-31-20,-2 3,-2 3,-3 3,-2 3,-29-11,7 11,-2 4,-43-10,-58-25,102 42,-2 3,-2 6,0 3,-2 6,-38-1,-84-1,-1 9,-120 14,273-2,1 2,0 4,0 3,0 3,1 3,1 4,1 2,-29 15,-149 114,168-105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2:52.5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0,'2'17,"1"-1,1 0,1 0,0 0,1-1,1 1,0-1,1-1,1 0,0 0,1 0,0-1,1-1,0 0,1 0,1-1,0-1,0 0,14 8,-12-8,0 0,1-1,0-1,0 0,0-1,1-1,0 0,1-1,-1-1,1-1,0 0,5-1,-16-2,-1-1,0 0,0 0,0 0,0-1,0 0,0 0,0 0,-1-1,1 0,-1 0,0 0,0 0,0-1,0 0,0 0,-1-1,0 1,0-1,0 0,0 0,-1 0,1-3,6-10,0-2,-2 1,0-1,-2 0,0-1,-1-2,1 14,-3 30,-3-20,54 493,-42-408,44 439,-56-521,4 24,-2 1,-1-1,-1 1,-2-1,-1 0,-1 0,-1 0,-1 0,-2-1,-3 7,10-31,-1 0,1 0,-1 0,0 0,0-1,0 1,0 0,0-1,0 0,-1 1,0-1,1 0,-1 0,0 0,0 0,0-1,0 1,0-1,0 0,0 0,0 0,-1 0,1-1,0 1,-1-1,1 0,-1 0,1 0,0 0,-1-1,1 1,0-1,0 0,-4-1,-6-4,1-1,0 0,0-1,0 0,1-1,0 0,0-1,1 0,1-1,0 0,0 0,1-2,-14-16,2-2,1 0,1-1,2-1,2-1,0 0,3-1,0 0,3 0,-4-35,10 57,1 0,1 0,0 0,1 0,0 0,1 0,0 0,2 0,-1 0,1 1,1-1,0 1,1 0,0 1,1 0,0 0,1 0,2-1,56-53,3 11</inkml:trace>
  <inkml:trace contextRef="#ctx0" brushRef="#br0" timeOffset="1894.308">910 1257,'46'0,"-27"-2,0 2,1 0,-1 2,1 0,-1 1,11 3,-27-6,0 1,0 0,0 0,-1 0,1 0,0 0,0 1,-1-1,1 1,0-1,-1 1,0 0,1 0,-1 0,0 1,0-1,0 0,0 1,-1-1,1 1,-1 0,1 0,-1-1,0 1,0 0,0 0,-1 0,1 0,-1 0,1 0,-1 0,0 0,0 0,0 0,-1 0,1 0,-1 1,0-1,-5 8,-2 0,1-1,-1 0,-1 0,1-1,-2 0,1 0,-1-1,-1 0,1-1,-1 0,-7 2,-5 6,22-15,1 1,-1-1,1 0,-1 1,0-1,1 0,-1 1,1-1,-1 1,1-1,-1 1,1-1,0 1,-1 0,1-1,0 1,-1-1,1 1,0 0,0-1,-1 1,1 0,0-1,0 1,0 0,0-1,0 1,0 0,0-1,0 1,0 0,0-1,0 1,1 0,-1-1,0 1,0 0,1-1,-1 1,0 0,1-1,-1 1,1-1,-1 1,1-1,-1 1,1-1,-1 1,1-1,-1 0,1 1,0-1,-1 0,1 1,-1-1,1 0,0 0,-1 0,1 0,0 1,-1-1,1 0,0 0,0 0,-1 0,1 0,0-1,-1 1,1 0,0 0,19 9,-1-2,0 1,0 1,-1 0,0 2,-1 0,0 1,-1 0,0 2,-1 0,3 5,-15-17,-1 1,0 0,-1 0,1 0,0 0,-1 0,0 0,1 0,-1 0,0 1,-1-1,1 0,-1 1,1-1,-1 1,0-1,0 0,-1 1,1-1,-1 1,1-1,-1 0,0 1,0-1,-1 0,1 0,-1 0,1 0,-1 0,0 0,0-1,0 1,-1 0,1-1,-1 0,1 1,-1-1,0 0,-7 4,1 0,-1 0,0-1,0 0,-1-1,0 0,1-1,-1 0,0-1,-1 0,1 0,0-1,-6-1,15 0,1 0,-1 1,0-1,0-1,0 1,0 0,1 0,-1-1,0 1,0-1,0 1,1-1,-1 0,0 0,1 1,-1-1,1-1,-1 1,1 0,-1 0,1 0,0-1,-1 1,1-1,0 1,0-1,0 1,0-1,1 0,-1 1,0-1,0 0,-4-19</inkml:trace>
  <inkml:trace contextRef="#ctx0" brushRef="#br0" timeOffset="2156.596">1404 656,'21'2,"17"1,15 0,9 0,5-2,-1 2,-10 5,-15 6,-14 0</inkml:trace>
  <inkml:trace contextRef="#ctx0" brushRef="#br0" timeOffset="2413.29">1472 1017,'23'2,"20"1,22-2,18-4,11-2,5-1,-15-1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1:24.233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2727 2300,'-11'-91,"8"148,22 745,-14-665,51 1197,-54-1222,-4 0,-4-1,-17 77,14-150,2-28,2-26,1-175,4 109</inkml:trace>
  <inkml:trace contextRef="#ctx0" brushRef="#br0" timeOffset="1567.081">2567 2353,'-7'-17,"2"0,0-1,1 0,0 0,2 0,0 0,1-1,1 1,1-11,-1 4,0-8,2-12,-3 0,-1 0,-3 1,-1-1,-3 1,-9-28,17 71,0-1,0 1,0-1,1 0,-1 1,0-1,0 0,1 1,-1-1,1 0,0 0,0 0,-1 0,1 1,0-1,0 0,1 0,-1 0,0 0,1 1,-1-1,1 0,-1 0,1 1,0-1,0 0,0 1,0-1,0 1,0-1,0 1,0-1,1 1,-1 0,0 0,1 0,-1 0,1 0,0 0,-1 0,2 0,20-7,0 2,1 1,0 1,-1 0,1 2,1 1,17 2,-19-1,157 0,106 16,50 10,247-15,462-65,134-5,304-50,1235-11,-1201 101,-1284 20,286 12,-396-25,-121 13,0-1,0 1,-1-1,1 1,0-1,0 1,-1 0,1 0,-1 0,1 0,-1 0,1 0,-1 0,1 0,-1 0,0 1,0-1,0 1,0-1,0 1,0-1,0 1,0 0,0-1,-1 1,1 0,-1 0,1-1,-1 1,0 0,0 0,0 0,0 0,0-1,0 1,0 0,-1 0,1 0,-1-1,1 1,-1 0,1-1,-1 1,0 0,0 0,-1 10,-13 160,7 0,8 0,19 141,-19-310,58 743,-54-568,21 423,50 228,-29-204,-34-488,-11-112</inkml:trace>
  <inkml:trace contextRef="#ctx0" brushRef="#br0" timeOffset="3457.501">2620 4800,'18'88,"-5"0,0 54,-7-79,3 69,-4-49,3-1,15 59,-23-135,1 0,0 0,0 0,0 0,1-1,-1 1,1 0,1-1,-1 0,1 1,0-1,0 0,1-1,-1 1,1 0,0-1,0 0,1 0,-1 0,1-1,0 1,0-1,0 0,0 0,1-1,-1 0,1 0,-1 0,3 0,7-3,-1 0,1-1,0 0,0-1,-1-1,0 0,0-1,0-1,0 0,2-2,16-6,39-13,1 3,0 3,2 3,0 4,1 3,53-1,482-18,426-86,969-58,-1929 166,1434-108,-488 86,637-22,-963 54,-634 2,0 2,0 4,31 9,52-4,42 29,-113-25,-65-26,-10-1</inkml:trace>
  <inkml:trace contextRef="#ctx0" brushRef="#br0" timeOffset="4955.704">2820 3570,'403'-30,"-72"12,67 16,943-18,-1130 9,820-29,823 35,394-34,-1286 45,-291 5,-494-24,-156 8,-24 0</inkml:trace>
  <inkml:trace contextRef="#ctx0" brushRef="#br0" timeOffset="5654.742">7447 1698,'16'24,"-1"1,-1 0,-1 1,-1 0,-1 1,-2 0,-1 1,-1 0,-1 0,-1 1,-2 0,0 15,21 282,-13 71,-11-373,6 1109,0-977,6 0,7-2,7 0,7-1,49 140,-18-147,-48-121</inkml:trace>
  <inkml:trace contextRef="#ctx0" brushRef="#br0" timeOffset="6306.607">9999 1444,'5'4,"0"0,-1 1,0 0,0 0,0 0,0 1,-1-1,0 1,0 0,-1 0,1 0,-1 0,-1 0,1 1,-1-1,0 0,0 1,-1 2,10 84,-3 0,-6 70,-1-91,36 1038,26-57,-58-992,1 43,4 0,5-1,4 0,8 10,-21-97,0-1,1 0,0 0,2-1,-1 1,2-2,1 3,19 16</inkml:trace>
  <inkml:trace contextRef="#ctx0" brushRef="#br0" timeOffset="7036.713">4973 1791,'29'108,"-5"1,-4 0,-5 2,-1 76,16 402,16 192,-9-494,40 130,-9-42,-60-289</inkml:trace>
  <inkml:trace contextRef="#ctx0" brushRef="#br0" timeOffset="7885.5">521 201,'25'25,"1"-2,1 0,1-2,1 0,1-3,0 0,3-1,-23-11,480 236,-357-180,-50-23,87 36,-4 7,-4 8,-4 6,119 97,105 162,-334-316</inkml:trace>
  <inkml:trace contextRef="#ctx0" brushRef="#br0" timeOffset="8465.532">0 1057,'20'13,"15"12,6 11,7 7,1 5,2-1,-1 0,-5-2,-5-4,-7-6,-9-10</inkml:trace>
  <inkml:trace contextRef="#ctx0" brushRef="#br0" timeOffset="8719.015">307 1057,'-13'20,"-10"19,-3 13,1 10,3 3,2-1,4-3,6-13</inkml:trace>
  <inkml:trace contextRef="#ctx0" brushRef="#br0" timeOffset="9003.322">481 1284,'26'-8,"0"1,0 2,0 0,1 2,0 1,0 1,14 1,-36 0,0 1,0-1,0 0,0 1,-1 0,1 0,0 1,0-1,-1 1,1 0,-1 1,0-1,0 1,1-1,-2 1,1 0,0 1,-1-1,1 1,-1-1,0 1,0 0,0 0,-1 0,0 1,1-1,-2 1,1-1,0 1,-1 0,0-1,0 1,0 2,-3 8,0 0,-2 1,1-1,-2 0,0-1,-1 1,0-1,-1 0,-1 0,0-1,-1 0,0-1,-5 4,13-14,-91 127,91-128,0 0,0 0,0 1,0-1,0 0,1 0,-1 1,0-1,0 1,1-1,-1 0,1 1,-1-1,1 1,0-1,0 1,0 0,-1-1,1 1,1-1,-1 1,0-1,0 1,1-1,-1 1,0-1,1 1,0-1,-1 1,1-1,0 0,0 1,0-1,0 0,0 0,0 1,0-1,0 0,0 0,0 0,1-1,-1 1,0 0,1 0,-1-1,0 1,1 0,-1-1,1 0,-1 1,1-1,1 0,16 2,0 0,0-2,1 0,-1-1,0-1,0-1,0-1,-1 0,9-5,-13 6,90-25,-3-3</inkml:trace>
  <inkml:trace contextRef="#ctx0" brushRef="#br0" timeOffset="9553.872">1430 40,'5'9,"10"8,12 10,13 7,8 7,8 3,1 1,-3 0,-3-3,-8-7,-12-7,-10-8</inkml:trace>
  <inkml:trace contextRef="#ctx0" brushRef="#br0" timeOffset="9815.691">1711 53,'-9'16,"-6"14,-4 14,-1 11,-5 9,1 5,-1 3,4-5,5-8,6-16</inkml:trace>
  <inkml:trace contextRef="#ctx0" brushRef="#br0" timeOffset="9973.9">1965 241,'0'16,"-2"14,-1 11,-2 8,-1 5,2 2,2-2,8-5,4-7,3-10,-1-11</inkml:trace>
  <inkml:trace contextRef="#ctx0" brushRef="#br0" timeOffset="10205.422">2112 107,'18'11,"16"11,10 11,10 8,4 5,2 3,-6 1,-6-3,-7-3,-11-8,-11-10</inkml:trace>
  <inkml:trace contextRef="#ctx0" brushRef="#br0" timeOffset="10454.734">2567 1,'-18'6,"-14"15,-6 14,-3 15,1 12,8 11,7 5,8-2,11-8,7-16</inkml:trace>
  <inkml:trace contextRef="#ctx0" brushRef="#br0" timeOffset="10709.572">2754 348,'0'15,"-2"-9,1 1,0-1,1 1,-1-1,1 1,0-1,1 1,0-1,0 1,0-1,1 1,0-1,0 0,1 0,-1 0,1 0,1 0,-1-1,1 1,0-1,0 0,0 0,1-1,0 1,0-1,0 0,0 0,5 2,-2-3,0-1,1-1,-1 1,0-1,0-1,1 1,-1-2,0 1,0-1,1 0,-1-1,0 0,0 0,0 0,-1-1,1-1,-1 1,1-1,-1 0,0-1,0 0,-1 0,4-4,-5 5,0 0,0 0,-1-1,0 1,0-1,0 0,-1 0,1-1,-1 1,0-1,-1 0,1 1,-1-1,0 0,-1 0,0-1,1 1,-2 0,1 0,-1-1,0 1,0 0,-1 0,0-1,0 1,0 0,-1 0,0 0,0 0,-1 0,0 0,1 2,0 0,-1 0,1 1,-1-1,0 1,0 0,0-1,0 2,0-1,-1 0,1 1,-1-1,0 1,0 0,0 0,0 1,0-1,0 1,0 0,-1 0,1 0,0 0,-1 1,1 0,0 0,-1 0,1 0,0 1,-1 0,-1 0,-5 2,1 0,0 1,-1 0,2 1,-1 0,0 0,1 1,0 0,0 1,1 0,-7 7,3-1,1 1,0 0,1 1,0 0,1 1,-1 4,-13 32</inkml:trace>
  <inkml:trace contextRef="#ctx0" brushRef="#br0" timeOffset="11154.903">3516 1163,'6'15,"-2"-3,0-1,0 0,1 0,1-1,0 1,0-1,1 0,0-1,1 0,0 0,1 0,-1-1,2 0,5 3,-12-9,-1-1,0 0,1 0,-1 0,1 0,0 0,-1-1,1 1,-1-1,1 0,0 1,-1-1,1-1,0 1,-1 0,1-1,0 1,-1-1,1 0,-1 1,1-1,-1-1,1 1,-1 0,0-1,1 1,-1-1,0 1,0-1,0 0,0 0,-1 0,1 0,-1 0,1-1,-1 1,1-2,3-4,-1 0,-1 0,0 0,0-1,0 1,-1-1,0 0,-1 0,0 0,0-8,-1 13,0-1,0 1,-1-1,0 0,1 1,-2-1,1 1,0 0,-1-1,0 1,0 0,0 0,0 0,-1 0,0 0,0 1,0-1,0 1,0 0,-1 0,1 0,-1 0,0 1,0-1,0 1,0 0,0 0,0 0,-1 1,1 0,-1 0,1 0,-1 0,1 0,-1 1,1 0,-1 0,0 0,1 1,-1 0,1 0,-1 0,1 0,-1 0,1 1,0 0,0 0,0 0,0 1,-3 1,4-1,-1 0,1-1,1 1,-1 0,0 1,1-1,0 0,-1 1,1-1,1 1,-1 0,0 0,1 0,0 0,0 0,0 0,0 0,1 0,0 0,-1 0,1 0,1 0,-1 0,1 0,0 0,-1 0,2 0,-1 0,0 0,2 2,13 21</inkml:trace>
  <inkml:trace contextRef="#ctx0" brushRef="#br0" timeOffset="11477.041">4078 1190,'-48'56,"46"-55,2 0,-1 1,0 0,0-1,0 1,1-1,-1 1,1 0,-1 0,1-1,0 1,0 0,0 0,0-1,0 1,0 0,0 0,0-1,1 1,-1 0,1-1,-1 1,1 0,0-1,-1 1,1-1,0 1,0-1,0 1,0-1,1 0,-1 1,0-1,1 0,-1 0,0 0,1 0,-1 0,1 0,8 3,0-1,0 0,0 0,0-1,1-1,-1 0,1 0,-1-1,0 0,1-1,-1 0,0 0,1-2,-1 1,0-1,0 0,-1-1,1 0,2-2,-5 2,0 0,-1 0,1-1,-1 1,0-2,0 1,0 0,-1-1,0 0,0-1,-1 1,1-1,-1 0,2-5,-5 8,1 1,-1-1,0 0,0 0,0-1,0 1,-1 0,1 0,-1 0,0 0,-1 0,1-1,-1 1,0 0,0 0,0 0,0 0,-1 0,1 1,-1-1,0 0,0 1,-1-1,1 1,-1 0,0-1,1 1,-2 0,-4-3,-1-1,1 2,-1-1,0 2,-1-1,1 1,-1 0,1 1,-1 0,0 1,-1 0,1 0,0 1,0 1,-1-1,1 2,0 0,-1 0,1 0,0 1,0 1,0 0,0 0,1 1,-4 2,9-4,1 0,-1 1,1 0,-1-1,1 1,0 0,0 1,1-1,-1 0,1 1,-1 0,1-1,0 1,1 0,-1 0,1 0,-1 0,1 0,0 0,1 1,-1-1,1 0,0 4,2 23</inkml:trace>
  <inkml:trace contextRef="#ctx0" brushRef="#br0" timeOffset="11985.739">5628 1003,'-4'21,"1"0,2 0,0 0,1 1,1-1,1 0,1 0,2 5,-4-20,1 1,0-1,0 1,1-1,0 0,0 1,0-1,1-1,0 1,0-1,0 1,1-1,-1 0,1-1,1 1,-1-1,1 0,-1 0,1-1,0 0,0 0,1 0,-1-1,1 0,-1 0,7 1,-7-2,-1 0,1-1,-1 0,0 0,1 0,-1 0,1-1,-1 0,0 0,0-1,1 1,-1-1,0 0,0-1,-1 1,1-1,0 0,-1 0,0 0,0-1,0 1,0-1,0 0,-1 0,1-1,-1 1,0-1,-1 1,1-1,-1 0,0 0,0 0,0 0,-1 0,0-1,0 1,0 0,-1-1,0 1,0-1,0 1,0 0,-1-1,0 1,-1-3,-1 1,0 0,0 0,-1 0,0 0,0 1,0 0,-1-1,0 2,-1-1,1 1,-1-1,0 2,0-1,0 1,-1 0,0 0,0 0,0 1,0 0,0 1,-1 0,1 0,-1 0,1 1,-1 0,0 0,1 1,-1 0,0 1,1 0,-1 0,0 0,1 1,-2 0,7-1,0 0,-1 0,1 0,0 0,0 1,0-1,-1 1,1-1,1 1,-1 0,0-1,0 1,1 0,-1 0,1 0,-1 1,1-1,0 0,0 0,0 1,0-1,1 1,-1-1,0 0,1 1,0 0,0-1,0 1,0-1,0 1,0-1,0 1,1-1,-1 1,1-1,0 0,0 1,0-1,0 0,0 1,0-1,1 0,-1 0,2 1,17 19</inkml:trace>
  <inkml:trace contextRef="#ctx0" brushRef="#br0" timeOffset="12208.043">6190 922,'-5'9,"-1"15,3 14,6 12,7 12,9 3,7 3,5-3,-3-14</inkml:trace>
  <inkml:trace contextRef="#ctx0" brushRef="#br0" timeOffset="12619.527">8435 682,'2'18,"2"15,-1 14,1 12,3 7,2 5,2-2,0-5,-3-7,-3-9,-2-11</inkml:trace>
  <inkml:trace contextRef="#ctx0" brushRef="#br0" timeOffset="13374.55">8850 709,'0'16,"0"19,0 16,0 17,0 10,5 5,5 0,7-6,-1-14</inkml:trace>
  <inkml:trace contextRef="#ctx0" brushRef="#br0" timeOffset="13886.179">11176 535,'-3'18,"0"18,0 16,1 12,1 8,2 2,4-2,3-6,0-9,-1-8,-2-11,-1-11</inkml:trace>
  <inkml:trace contextRef="#ctx0" brushRef="#br0" timeOffset="14225.27">11510 829,'-7'14,"1"-1,0 1,1 0,1 1,0-1,-1 15,4-24,1-1,-1 1,1-1,0 0,1 1,-1-1,1 1,0-1,0 0,0 1,0-1,1 0,0 0,0 0,0 0,0 0,0 0,1-1,0 1,0-1,0 0,0 1,0-1,1-1,0 1,6 2,0 0,0-1,1-1,0 1,0-2,0 0,0 0,0-1,0 0,0-1,0 0,0 0,1-2,-1 1,0-2,0 1,-1-1,1-1,5-2,-10 4,0-1,0 1,0-1,0 0,-1-1,1 1,-1-1,0 0,0 0,-1-1,1 1,-1-1,0 0,0 0,0-1,-1 1,0-1,0 0,0 1,-1-1,0-1,0 1,0 0,-1 0,0-1,0 1,-1-1,0 1,0-1,0 1,-1 0,-1-7,-1 4,-1-1,-1 1,1 0,-1 1,-1-1,1 1,-2 0,1 0,-1 0,0 1,-1 0,1 1,-1 0,-1 0,1 1,-1-1,0 2,0-1,0 2,-1-1,0 1,1 0,-1 1,0 1,0-1,0 1,0 1,0 0,-1 0,1 1,0 0,0 1,0 0,-7 3,-4 4,0 1,1 1,0 0,1 2,0 0,1 1,0 1,2 1,-14 15,-27 30</inkml:trace>
  <inkml:trace contextRef="#ctx0" brushRef="#br0" timeOffset="15071.534">1965 2567,'-7'4,"-1"0,1 0,0 0,0 1,0 0,1 1,0-1,0 1,0 0,1 1,-1-1,2 1,-1 0,1 0,0 1,0-1,1 1,0 0,0 0,1 0,0 0,1 0,0 1,0-1,1 1,-1-1,2 0,-1 1,1-1,1 0,0 0,0 1,0-1,1 0,0-1,1 1,0-1,0 1,0-1,3 3,2-3,-1 0,1-1,0 0,0 0,0-1,1-1,0 1,0-2,0 1,0-1,1-1,-1 0,1 0,0-1,0-1,-1 1,1-2,0 1,-1-2,1 1,-1-2,1 1,-1-1,0-1,0 0,0 0,0-1,-1 0,0-1,0 0,0 0,-1-1,0 0,0-1,-1 0,0 0,0 0,5-10,-6 9,-1 0,0-1,-1 0,0 0,0 0,-1-1,-1 1,0-1,0 0,-1 1,0-1,-1 0,0 0,0 5,-1 1,0-1,0 1,0-1,-1 1,1-1,-1 1,0 0,-1-1,0 1,1 1,-2-1,1 0,0 1,-1-1,0 1,0 0,0 0,-1 1,1-1,-1 1,0 0,0 0,0 1,-2-1,-1 0,1 0,-1 1,0 0,-1 0,1 1,0 0,0 1,-1-1,1 2,0-1,-1 1,1 0,0 1,0 0,0 0,0 1,0 0,1 1,-1-1,-3 4,-2 1,-1 1,1 0,1 2,0-1,0 1,1 1,1 0,0 1,0 0,-1 4,-27 54,9-2</inkml:trace>
  <inkml:trace contextRef="#ctx0" brushRef="#br0" timeOffset="15457.541">2299 4278,'0'18,"0"22,0 23,5 20,5 17,7 10,2 4,-3-17</inkml:trace>
  <inkml:trace contextRef="#ctx0" brushRef="#br1" timeOffset="45541.95">3703 4118,'-5'1,"0"1,1-1,-1 1,1 0,0 1,-1-1,1 1,0 0,1 0,-1 0,1 1,-1-1,1 1,0 0,0-1,0 2,1-1,-1 0,1 0,0 1,0 1,-29 102,30-102,-17 110,6 1,5 0,5 39,1-113,3-1,1 0,2 1,1-1,3-1,1 0,14 34,-12-40,2 0,2 0,1-1,1-1,2-1,1-1,2 0,1-2,1-1,2-1,0-1,2-1,0-1,2-2,1-1,26 12,64 14,2-4,2-6,1-6,78 7,530 87,-72-28,94-21,-345-42,448 24,621-21,-953-44,172-38,-640 41,942-72,-924 69,431-39,-2-23,48-32,454-179,-923 254,-2-2,0-5,-3-3,-1-4,-2-3,-2-4,42-34,-94 63,0-1,-2 0,0-2,-2-1,0 0,-1-2,-1 0,-2-1,0-1,-2 0,-1-1,-1 0,-1-1,1-8,-10 22,-1 0,0 0,-1 0,-1 0,0 0,-1 0,0 0,-1 0,0 0,-2 1,1-1,-2 1,1 0,-2 1,0-1,0 1,-1 1,-1-1,0 2,0-1,-1 1,-1 0,-3-2,-48-38,-2 3,-1 3,-3 3,-41-18,4 1,-38-24,-5 5,-2 8,-65-18,-570-140,665 189,-61-20,-181-33,-13 36,-232 1,-96 43,459 12,-482 7,-379 34,144-11,-566 9,-179 30,1485-57,-878 80,1030-86,-1 2,1 4,-56 18,124-31,0 1,-1 0,1 0,0 0,0 1,-1-1,1 0,0 0,0 1,0-1,0 0,1 1,-1-1,0 1,1-1,-1 1,0-1,1 1,0 0,-1-1,1 1,0-1,0 1,0 0,0-1,0 1,1 0,-1-1,0 1,1 0,-1-1,1 1,-1-1,1 1,0-1,0 1,0-1,0 0,0 1,0-1,0 0,0 0,1 1,3 10,34 90,-20-44</inkml:trace>
  <inkml:trace contextRef="#ctx0" brushRef="#br1" timeOffset="46623.983">3503 3824,'2'22,"1"22,0 21,1 18,3 11,0 5,-1-14</inkml:trace>
  <inkml:trace contextRef="#ctx0" brushRef="#br0" timeOffset="96732.765">2286 4145,'-2'16,"-6"14,-5 13,-6 11,-4 8,0 2,2 2,4-1,5-6,4-12</inkml:trace>
  <inkml:trace contextRef="#ctx0" brushRef="#br0" timeOffset="96991.075">2125 4960,'11'3,"9"0,10-1,6 1,7-2,4 3,0-1,-4 2,-10 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3:38.0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31,'16'2,"16"-1,15-4,10-2,5-4,0 0,-5 2,-10 6,-13 6,-12 6,-11 2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3:38.2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0,'21'9,"17"3,17 0,12-3,10-4,7-9,-12-3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3:41.0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1 307,'18'0,"17"-2,15-1,9 0,9 1,2 0,0 1,-3 1,-5 0,-14 0</inkml:trace>
  <inkml:trace contextRef="#ctx0" brushRef="#br0" timeOffset="244.388">321 53,'-4'16,"-5"16,-2 17,1 14,1 9,5 4,8 1,8-4,6-8,4-9,-1-16</inkml:trace>
  <inkml:trace contextRef="#ctx0" brushRef="#br0" timeOffset="499.469">735 53,'14'18,"14"15,13 9,11 5,8 0,5-1,1-1,-2-2,-8-3,-10-6,-11-9,-11-9</inkml:trace>
  <inkml:trace contextRef="#ctx0" brushRef="#br0" timeOffset="766.871">1203 0,'-18'14,"-15"13,-11 14,-7 13,-5 9,4 5,8 2,9 1,11-2,11-7,13-7,13-10,4-13</inkml:trace>
  <inkml:trace contextRef="#ctx0" brushRef="#br0" timeOffset="943.439">1431 628,'9'9,"0"-1,1 1,0-2,1 1,0-1,0-1,0 0,1-1,0 0,0 0,0-1,0-1,1 0,-1-1,1-1,0 1,0-2,-1 0,1 0,0-2,0 1,-1-2,1 1,-1-2,0 0,0 0,0-1,0 0,-1-1,0-1,1 0,-7 5,-1-1,1 0,-1 0,0 0,0-1,0 0,0 1,0-1,-1 0,1-1,-1 1,-1-1,1 1,0-1,-1 0,0 0,0 0,-1 0,1 0,-1-1,0 1,-1 0,1-1,-1 1,0 0,0-1,-1 1,1-1,-1 1,0 0,-1 0,0 0,1 0,-1 0,-1 0,-1-4,-4 3,0-1,0 1,-1 1,1 0,-1 0,0 0,0 1,-1 1,1-1,-1 2,0-1,0 1,0 1,0 0,0 0,0 1,0 0,0 1,0 0,0 1,0 0,0 0,-1 1,-81 22,1 5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3:38.6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0 161,'14'16,"13"12,12 11,10 4,6 6,3 0,-2 1,-6-1,-7-2,-8-4,-8-6,-9-6,-7-9</inkml:trace>
  <inkml:trace contextRef="#ctx0" brushRef="#br0" timeOffset="460.765">455 148,'-14'21,"-11"17,-10 15,-9 11,-5 8,-5 4,4 0,7-6,12-15</inkml:trace>
  <inkml:trace contextRef="#ctx0" brushRef="#br0" timeOffset="852.56">723 522,'5'-5,"1"0,0 1,0 0,0 0,0 0,1 1,-1-1,1 2,0-1,0 1,0 0,0 0,6 0,-9 2,-1-1,0 1,0 0,0 0,0 0,0 1,0-1,0 1,0-1,0 1,0 0,0 0,0 1,0-1,-1 0,1 1,0 0,-1-1,1 1,-1 0,0 1,0-1,0 0,0 1,0-1,0 1,0-1,-1 1,0 0,1 0,-1-1,0 1,0 1,0 8,0 0,-1 1,-1-1,0 0,-1 0,0 0,0 0,-2-1,1 1,-1 0,-1-1,0 0,-1 0,0-1,0 0,-1 0,-1 0,0 0,-68 100,76-109,-1 0,0 0,1 0,-1 0,1 0,-1 0,1 0,0 0,-1 0,1 0,0 0,-1 0,1 0,0 0,0 0,0 0,0 0,0 0,0 0,0 0,1 0,-1 0,0 0,1 1,-1-1,0-1,1 1,-1 0,1 0,-1 0,1 0,0 0,0 0,-1-1,1 1,0 0,0 0,0-1,-1 1,1-1,0 1,0-1,0 1,0-1,0 1,0-1,0 0,0 0,0 0,1 1,58-4,-7-11,0-3</inkml:trace>
  <inkml:trace contextRef="#ctx0" brushRef="#br0" timeOffset="1119.005">1230 322,'23'0,"19"0,15 0,15 0,6 0,1 0,-6 0,-10 0,-15 0,-14 0</inkml:trace>
  <inkml:trace contextRef="#ctx0" brushRef="#br0" timeOffset="1371.375">1631 122,'-13'20,"-8"19,1 13,3 12,8 9,8 3,13-2,10-7,8-11,0-14</inkml:trace>
  <inkml:trace contextRef="#ctx0" brushRef="#br0" timeOffset="1633.253">2045 1,'0'16,"5"14,10 9,13 7,11 5,14 0,9-3,5-4,-2-5,-5-3,-8-7,-13-8</inkml:trace>
  <inkml:trace contextRef="#ctx0" brushRef="#br0" timeOffset="1894.719">2407 15,'-16'16,"-9"16,-6 17,-2 13,0 11,4 5,6 2,8-4,6-9,4-14</inkml:trace>
  <inkml:trace contextRef="#ctx0" brushRef="#br0" timeOffset="2082.34">2701 576,'3'-14,"0"-11,2-10,0-4,-1 0,0 4,-2 11,-1 16,0 16,-1 19,0 15,-1 10,6 5,7 3,10-3,9-5,12-5,-3-12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2:56.0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0,'4'84,"4"0,4 0,5 6,-1-3,63 463,-24 4,-18 295,-37 95,-11-680,11-264,0 0,-1 0,1 0,0 0,0 0,0 0,0-1,-1 1,1 0,0 0,0 0,0 0,-1 0,1-17</inkml:trace>
  <inkml:trace contextRef="#ctx0" brushRef="#br0" timeOffset="1177.76">816 495,'5'16,"8"12,13 10,11 6,11 5,7 2,2 2,-1-1,-3-1,-7 1,-8-2,-11-5,-10-6,-8-9</inkml:trace>
  <inkml:trace contextRef="#ctx0" brushRef="#br0" timeOffset="1432.08">1057 468,'-18'14,"-13"15,-8 18,-2 13,2 10,4 8,7 3,8 0,7-5,6-9,7-8,2-15</inkml:trace>
  <inkml:trace contextRef="#ctx0" brushRef="#br0" timeOffset="3968.205">1538 910,'1'-4,"1"1,0 0,0 0,0 0,0 0,1 0,-1 0,1 1,0-1,0 1,0 0,0-1,0 1,0 1,0-1,1 0,-1 1,1 0,-1 0,1 0,0 0,25-6,1 2,0 1,0 2,1 1,-1 1,12 2,39 19,-79-19,0-1,0 0,0 1,0-1,-1 1,1-1,0 1,-1 0,0 0,1 0,-1 0,0 0,0 0,0 0,0 0,0 0,0 0,-1 1,1-1,-1 0,1 0,-1 1,0-1,0 0,0 1,0-1,-1 0,1 1,-1-1,1 0,-1 0,0 1,0-1,0 1,-9 14,-1 0,0-1,-1-1,-1 0,0 0,-1-1,-1-1,0 0,-1-1,0-1,-1-1,-7 4,9-4,-50 38,65-48,-1 1,1-1,-1 0,1 1,0-1,-1 0,1 1,-1-1,1 0,0 1,-1-1,1 1,0-1,0 1,-1-1,1 1,0-1,0 1,0-1,-1 1,1-1,0 1,0 0,0-1,0 1,0-1,0 1,0-1,0 1,1-1,-1 1,0-1,0 1,0 0,1-1,-1 0,0 1,0-1,1 1,-1-1,0 1,1-1,-1 1,1-1,-1 0,0 1,1-1,-1 0,1 0,-1 1,1-1,-1 0,1 0,-1 1,1-1,-1 0,1 0,35 5,17-6,1-2,-1-2,0-3,15-6,-42 9,22-4</inkml:trace>
  <inkml:trace contextRef="#ctx0" brushRef="#br0" timeOffset="31184.463">1070 2006,'7'-2,"7"1,9 6,9 8,7 12,7 12,2 10,-1 7,-3 7,-5 3,-4-1,-4-5,-5-8,-4-11,-4-11,-5-10</inkml:trace>
  <inkml:trace contextRef="#ctx0" brushRef="#br0" timeOffset="31452.746">1418 1899,'-19'14,"-14"15,-9 17,-4 14,-1 13,1 8,6 3,7-1,7-3,8-6,7-12,6-15</inkml:trace>
  <inkml:trace contextRef="#ctx0" brushRef="#br0" timeOffset="31740.038">1699 2434,'6'10,"1"-1,0 1,0-1,1 0,0 0,1-1,0-1,0 1,1-1,0-1,0 0,1 0,-1-1,1 0,0-1,7 1,-11-3,1 0,-1 0,0-1,1 0,-1-1,1 0,0 0,-1 0,1-1,-1 0,0-1,1 0,-1 0,0 0,0-1,0 0,0 0,-1-1,1 0,-1 0,0 0,0-1,0 0,-1 0,0-1,2-2,-2 1,-1-1,0 1,0-1,-1 0,0 0,0 0,-1 0,0 0,-1-1,1 1,-2-1,1 1,-1-1,-1 1,1-1,-1 1,-1-1,0 1,0 0,0 0,-1 0,0 0,-1 0,0 0,0 1,0 0,-1 0,0 0,-1 0,0 1,0 0,0 0,0 1,-1-1,0 2,0-1,-1 1,1 0,-8-3,8 5,0 1,0 0,0 0,0 1,0-1,0 2,0-1,0 1,0 0,1 0,-1 1,0 0,0 0,1 1,-1-1,1 1,0 1,0-1,0 1,1 0,-1 1,-2 2,-11 10,1 1,0 1,1 0,1 1,-4 9,-26 40</inkml:trace>
  <inkml:trace contextRef="#ctx0" brushRef="#br0" timeOffset="32750.693">215 3490,'0'11,"-2"13,-1 16,-1 20,2 21,0 21,4 20,2 14,4 7,1-1,-2-24</inkml:trace>
  <inkml:trace contextRef="#ctx0" brushRef="#br0" timeOffset="38198.789">1003 3383,'7'9,"7"10,10 6,9 8,10 7,5 7,5 3,-1 4,-4 2,-9 2,-7-2,-10-11</inkml:trace>
  <inkml:trace contextRef="#ctx0" brushRef="#br0" timeOffset="38458.118">1378 3383,'-18'6,"-13"13,-6 11,-3 14,-2 13,2 14,3 7,5 7,7 2,7-4,6-9,6-18</inkml:trace>
  <inkml:trace contextRef="#ctx0" brushRef="#br0" timeOffset="38885.973">1619 4037,'13'-399,"-23"614,14 133,1-246</inkml:trace>
  <inkml:trace contextRef="#ctx0" brushRef="#br0" timeOffset="40982.219">2474 54,'5'81,"3"-1,4 0,13 43,-7-37,49 256,-15 1,2 251,-51-336,-3-92,7 0,6-1,17 56,-29-216,17 76,-4 1,-4 0,-3 1,-4 32,-16 158,39-100,-25 259,-1-211,-4-197,-2-15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3:49.5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1,'37'76,"-14"-24,3-1,2-1,3-2,34 43,-57-81,0-1,1-1,0 0,0 0,1-1,0 0,1 0,-1-1,1-1,1 0,-8-3,0 0,1-1,-1 0,1 0,0 0,-1 0,1-1,0 0,-1 0,1 0,0 0,-1-1,1 0,-1 0,1 0,-1 0,1-1,-1 0,0 1,1-2,-1 1,0 0,0-1,-1 0,1 0,3-3,1-5,0 0,0 0,-1 0,0-1,-1 0,0-1,-1 1,-1-1,0 0,-1 0,0 0,-1-1,0 1,-1-1,0 1,-2-1,1 1,-3-10,-11-25,14 49,0-1,0 0,0 1,0-1,0 1,0-1,0 0,0 1,0-1,-1 0,1 1,0-1,0 0,0 1,0-1,0 0,-1 1,1-1,0 0,0 0,0 1,-1-1,1 0,0 0,0 1,-1-1,1 0,0 0,-1 0,1 1,0-1,-1 0,1 0,0 0,-1 0,1 0,0 0,-1 0,1 0,-1 0,1 0,0 0,-1 0,1 0,0 0,-1 0,1 0,0 0,-1 0,1 0,0-1,-1 1,1 0,0 0,-1 0,1-1,0 1,0 0,-1 0,1-1,0 1,0 0,0 0,-1-1,1 1,0 0,0-1,0 1,0-1,-2 14,0-1,1 1,1 0,0 0,1-1,1 1,0-1,0 1,1 0,-1-4,140 560,-132-520,-3 0,-1 1,-2-1,-3 1,-2 0,-2 0,-8 40,9-81,0-1,-1 0,0 0,0 0,-1 0,0-1,0 1,-1-1,-5 7,8-12,0 0,0 0,0-1,0 1,0 0,0-1,0 1,-1-1,1 0,0 1,-1-1,1 0,-1-1,0 1,1 0,-1-1,0 0,1 1,-1-1,0 0,1 0,-1-1,0 1,1 0,-1-1,0 0,1 1,-1-1,1 0,-1 0,1-1,-2 0,-12-10,1-1,1-1,0 0,0-1,2-1,0 1,1-2,0 0,2 0,0-1,1 0,-3-8,10 22,-1 1,-15-31,2-1,1 0,2-1,-4-21,15 55,1 0,-1 0,1 0,-1 0,1 0,0 0,0 0,0 0,0-1,0 1,1 0,-1 0,1 0,-1 0,1 0,0 0,-1 0,1 0,0 1,1-1,-1 0,0 0,0 1,1-1,-1 1,1-1,-1 1,1-1,0 1,-1 0,1 0,0 0,0 0,0 0,0 0,0 1,0-1,0 1,20-6,0 1,0 2,1 0,-1 1,9 2,6-2,148-13,-96 6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3:50.4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15,'83'-11,"-62"11,130-2,-148 1,-1 1,0 0,0-1,0 1,1 0,-1 0,0 0,0 1,1-1,-1 0,0 1,0-1,0 1,0 0,0 0,0 0,0 0,0 0,0 0,0 1,0-1,-1 0,1 1,0 0,-1-1,0 1,1 0,-1 0,0 0,0-1,0 1,0 1,0-1,0 0,0 2,-4 4,-1 0,1 0,-2 0,1 0,-1-1,0 1,-1-1,1 0,-1-1,-1 0,1 0,-6 4,5-4,-85 82,91-87,0 0,0 0,0 0,1 0,-1 0,0 0,1 0,-1 0,0 0,1 1,0-1,-1 0,1 1,0-1,-1 0,1 0,0 1,0-1,0 0,0 1,0-1,1 0,-1 1,0-1,1 0,-1 1,0-1,1 0,0 0,-1 0,1 0,0 1,-1-1,1 0,0 0,0 0,0 0,0-1,0 1,0 0,0 0,0-1,1 1,-1 0,0-1,0 1,0-1,1 0,-1 1,1-1,207 57,-202-55,7 1,0 2,0 0,0 0,-1 1,0 1,0 0,0 1,-1 1,1 1,-11-8,0 0,0 0,-1 0,1 0,-1 0,0 0,0 1,1-1,-1 0,-1 1,1-1,0 0,-1 1,1-1,-1 1,0 0,1-1,-1 1,-1-1,1 1,0-1,0 1,-1-1,0 1,1-1,-1 0,0 1,0-1,0 0,-1 1,1-1,-1 0,1 0,-1 0,-1 1,-70 62,50-52,1 0,-2-1,0-1,0-1,-1-1,-4-1,28-7,-1 0,0 0,0 0,0 0,0-1,0 1,0-1,0 1,0-1,0 0,0 0,0 1,0-2,0 1,0 0,0 0,0-1,0 1,0-1,0 1,0-1,0 0,0 0,0 0,0 0,1 0,-1-1,0 1,1 0,-1-1,1 1,0-1,-1 0,1-20,6-2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3:50.7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0,'23'0,"23"0,20 0,15 0,7 0,0 0,-6 0,-13 0,-15 3,-17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3:51.0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23,'25'4,"27"2,24-5,25-7,20-7,-10-1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3:54.9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33 51,'0'2,"0"0,0 0,1-1,-1 1,1 0,0 0,-1 0,1 0,0 0,0-1,0 1,0 0,0-1,1 1,-1-1,0 1,1-1,-1 0,1 1,-1-1,1 0,0 0,-1 0,1 0,0 0,0-1,0 1,0-1,0 1,0-1,0 1,0-1,0 0,0 0,0 0,-1 0,1 0,0-1,0 1,0-1,0 1,0-1,0 0,0 1,0-1,-1 0,1 0,0 0,-1-1,1 1,-1 0,1 0,-1-1,0 1,1-1,-1 0,0 1,0-1,0 0,0 0,0 1,-1-1,1 0,0-1,-1 1,1 1,-1-1,0 0,0 0,1 0,-1 0,0 0,-1 1,1-1,0 0,0 0,-1 0,1 0,-1 1,0-1,1 0,-1 0,0 1,0-1,0 1,0-1,0 1,-1-1,1 1,0-1,-1 1,1 0,-1 0,1 0,-1 0,0 0,1 0,-1 0,0 1,1-1,-1 1,0-1,0 1,0-1,-2 1,1-1,-1 0,1 1,-1 0,1 0,-1 0,1 0,-1 1,1-1,-1 1,1 0,-1 0,1 0,0 1,-1-1,1 1,0 0,0-1,0 1,-2 2,4-3,0 0,0 0,0 1,0-1,0 0,0 0,0 1,0-1,0 0,1 1,-1-1,1 1,-1-1,1 1,-1-1,1 1,0-1,0 1,0 0,0-1,0 1,0-1,0 1,0-1,1 1,-1 0,1-1,-1 1,1-1,-1 0,1 1,0-1,0 1,0-1,11 14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3:55.1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227 254,'10'21,"6"15,11 11,10 9,9 4,9-1,3-5,5-5,-3-11,-5-8,-8-9,-14-9</inkml:trace>
  <inkml:trace contextRef="#ctx0" brushRef="#br0" timeOffset="276.812">549 308,'-21'16,"-10"16,-8 17,-4 14,1 9,4 7,7 1,9-5,11-7,8-16</inkml:trace>
  <inkml:trace contextRef="#ctx0" brushRef="#br0" timeOffset="555.063">1017 816,'2'7,"1"1,0-1,0-1,1 1,0 0,0-1,1 0,-1 0,1 0,1-1,-1 1,1-1,0 0,0-1,0 0,1 0,-1 0,1-1,0 1,0-2,1 1,-1-1,0 0,1-1,-1 0,1 0,-1 0,1-1,0 0,-1-1,1 1,1-2,0-1,0 0,0-1,-1-1,1 1,-1-1,0 0,-1-1,1 0,-1 0,0-1,-1 0,0 0,0 0,0-1,-1 0,0 0,0-1,1-4,-4 8,1 0,-1-1,0 0,0 1,-1-1,0 0,0 0,0 1,-1-1,1 0,-1 0,-1 0,1 0,-1 0,0 0,-1 1,1-1,-1 0,0 1,-1-1,1 1,-1 0,0 0,0 0,-1 0,1 0,-1 1,0-1,-1 1,1 0,-3-1,0 0,-1 0,1 1,-1-1,0 2,0-1,0 1,-1 1,1-1,-1 1,0 1,1 0,-1 0,0 0,0 1,1 1,-1-1,-8 3,-3 1,1 0,0 2,1 0,-1 1,1 1,0 1,-14 10,-2 2</inkml:trace>
  <inkml:trace contextRef="#ctx0" brushRef="#br0" timeOffset="835.314">0 1,'16'11,"17"6,20 3,23 0,20-3,19-5,13-9,5-7,-20-3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3:53.5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0 263,'7'14,"7"11,8 10,6 9,6 3,7 1,4-2,7-3,3-7,0-5,-6-6,-6-6,-11-10,-11-5</inkml:trace>
  <inkml:trace contextRef="#ctx0" brushRef="#br0" timeOffset="289.436">362 289,'-14'14,"-8"15,-4 13,-1 12,1 9,3 4,3 3,5-2,5-5,9-7,4-13</inkml:trace>
  <inkml:trace contextRef="#ctx0" brushRef="#br0" timeOffset="534.849">856 663,'12'-18,"5"-8,3-2,-3 1,-3 8,-5 11,-3 15,-2 14,0 13,1 8,2 5,2 2,4 0,2-5,3-7,-1-7,-4-10</inkml:trace>
  <inkml:trace contextRef="#ctx0" brushRef="#br0" timeOffset="717.358">122 116,'-7'-7,"4"-2,17-2,22-2,23 0,21 0,21 1,15 1,9 0,3 2,-20 3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3:51.5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161 211,'0'-5,"3"2,4 7,9 10,10 12,12 13,12 11,7 6,7 5,1-1,-2-2,-4-6,-10-7,-11-12,-13-11</inkml:trace>
  <inkml:trace contextRef="#ctx0" brushRef="#br0" timeOffset="258.322">589 185,'-18'20,"-13"21,-8 17,-6 12,-1 7,4 3,8-3,11-9,8-10,8-16</inkml:trace>
  <inkml:trace contextRef="#ctx0" brushRef="#br0" timeOffset="560.5">923 599,'135'3,"-133"-3,0 0,1 0,-1 1,0-1,0 1,1 0,-1-1,0 1,0 0,0 0,0 1,0-1,0 0,0 1,-1-1,1 1,0-1,-1 1,1 0,-1 0,0 0,1-1,-1 2,0-1,0 0,0 0,-1 0,1 0,0 0,-1 1,1-1,-1 0,0 1,0-1,0 0,0 0,0 1,-1 1,-3 14,-1-1,-1 0,0 1,-2-2,0 1,0-1,-10 11,-9 22,23-42,0 0,-1 0,1 1,1-1,0 1,0-1,0 1,1 0,0 0,0 0,1 0,0 1,1-1,-1 0,2 4,1-9,0 0,1 0,-1 0,1 0,0-1,0 1,0-1,0 0,0 1,1-2,-1 1,0 0,1 0,0-1,-1 0,1 0,0 0,0 0,-1-1,1 1,0-1,0 0,0 0,2-1,21 2,0-2,0 0,-1-2,1-1,-1-2,0 0,0-2,4-2,24-9</inkml:trace>
  <inkml:trace contextRef="#ctx0" brushRef="#br0" timeOffset="1066.727">1 24,'18'0,"20"0,19 0,18 0,15-2,12-3,7-4,-14 1</inkml:trace>
  <inkml:trace contextRef="#ctx0" brushRef="#br0" timeOffset="1719.748">1659 492,'5'7,"3"2,0-3,0-4,-3-5,-1-5,-2-2,-3 0,-4 1,-3 3,-3 3,0 3,3 4,2 6,5 4,7-1,9 0,2-2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3:57.4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1 379,'1'2,"0"0,0 0,0-1,0 1,1-1,-1 1,0-1,1 1,0-1,-1 0,1 0,0 0,-1 0,1 0,0 0,0 0,0 0,0-1,0 1,0-1,0 1,0-1,0 0,0 0,0 0,0 0,0 0,0-1,1 1,3 0,260-13,439-8,573-58,-654 35,1811-79,-1958 113,820-37,-1237 43,195-25,-251 28,-3 2,0-1,1 0,-1 0,1-1,-1 1,0 0,1 0,-1-1,0 1,0-1,1 1,-1-1,0 1,0-1,0 0,1 0,-1 1,0-1,0 0,0 0,0 0,-1 0,1 0,0-1,0 1,-1 0,1 0,0 0,-1-1,-5-10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4:43.3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0,'7'14,"9"11,9 6,9 2,5 3,6-1,2 1,-3-4,-2-2,-3-5,-7-3,-8-7</inkml:trace>
  <inkml:trace contextRef="#ctx0" brushRef="#br0" timeOffset="1">309 0,'-16'16,"-8"15,-4 10,1 8,2 4,3 3,6-2,5 0,5-6,3-10</inkml:trace>
  <inkml:trace contextRef="#ctx0" brushRef="#br0" timeOffset="3">281 655,'5'106,"5"-1,9 32,-3-30,-5 1,-4 19,-7-110,13 146,1-100,-2 1,-4 0,-1 17,6 215,-13 111,13-227,23 174,40 466,-59-559,-12 152,-6-276,29 364,-28 323,13-437,-5 228,-2-48,-7-347,1 1523,-8-1540,-14 48,3-35,0 158,-2-15,5-159,-35 666,33-327,-47 238,28 2,40-234,-1-474,1 604,-17-36,14-624,-1 47,2 0,2-1,4 1,2-1,10 32,-4-43</inkml:trace>
  <inkml:trace contextRef="#ctx0" brushRef="#br0" timeOffset="4">442 1537,'-7'6,"-1"0,1 0,1 0,-1 1,1 0,0 0,1 1,-1-1,1 1,1 1,0-1,0 1,1-1,0 1,0 0,1 0,0 0,0 9,2-15,1 0,0 0,0 0,1 0,-1 0,1 0,-1 0,1-1,0 1,0 0,0-1,0 0,1 1,-1-1,1 0,-1 0,1-1,0 1,-1 0,1-1,0 0,0 1,0-1,0-1,0 1,1 0,-1-1,0 1,0-1,0 0,1 0,-1 0,0-1,0 1,0-1,0 1,1-1,-1 0,0-1,-1 1,1 0,0-1,0 1,0-1,-1 0,3-2,0 2,1-1,0 0,-1 0,1-1,-1 0,0 0,0 0,0 0,-1-1,0 0,1 0,-2 0,1 0,-1-1,1 1,-2-1,1 0,-1 0,1 0,-2 0,2-3,-4 7,1-1,-1 1,1 0,-1-1,0 1,0 0,0-1,0 1,0 0,-1 0,1 0,-1 0,1 0,-1 0,0 0,0 1,1-1,-1 1,0-1,-1 1,1 0,0 0,0 0,0 0,-1 0,1 0,-1 0,-67-10,65 12,0-1,1 1,-1 0,1 0,-1 1,1-1,0 1,0 0,0 0,0 0,0 1,0 0,0-1,1 1,-1 0,1 1,0-1,0 1,0-1,1 1,-1 0,1 0,0 0,0 0,0 0,0 1,1-1,0 1,0-1,0 1,0-1,1 1,0-1,0 1,0 0,0-1,1 1,0-1,0 1,0-1,0 1,1-1,0 1,0-2,0 0,1 0,-1 0,1-1,0 1,0-1,0 1,0-1,1 0,-1 0,1 0,-1-1,1 1,-1-1,1 0,0 0,0 0,-1-1,1 1,0-1,0 0,0 0,0 0,0 0,-1-1,1 0,0 1,0-1,-1-1,1 1,3-2,-4 2,0 0,-1 0,1 0,0 0,0 0,-1-1,1 1,0-1,-1 0,0 0,1 0,-1 0,0 0,0 0,0-1,0 1,-1-1,1 1,-1-1,1 0,-1 0,0 0,0 1,0-1,-1 0,1 0,-1 0,1 0,-1 0,0 0,0 0,0 0,-1 0,1-1,-1 2,0-1,1 0,-1 0,-2-2,0 1,0 0,-1 0,1 1,-1-1,0 1,0 0,-1 0,1 1,0-1,-1 1,0 0,0 0,1 1,-1-1,0 1,0 0,0 0,0 1,0-1,-1 1,1 0,0 1,-2 0,53 5,367 12,122-14,-406-13,-127 9,0 1,0 0,0 0,-1 0,1 0,0 0,0 0,-1 1,1-1,-1 1,0-1,1 1,-1-1,0 1,0 0,0 0,0-1,0 1,0 0,0 0,-1 0,1 0,-1 0,1 0,-1 0,0 0,0 0,0 0,0 0,0 0,0 0,-1 0,1 0,-1 0,1 0,-1 0,0 0,0 1,0 10,-18 397,27-360,-3-43</inkml:trace>
  <inkml:trace contextRef="#ctx0" brushRef="#br0" timeOffset="5">1164 2112,'6'3,"13"0,13-1,18-2,13-3,10-2,7-2,-2 1,-5 0,-8 2,-10 2,-13 3,-11 1,-11 1</inkml:trace>
  <inkml:trace contextRef="#ctx0" brushRef="#br0" timeOffset="6">1164 2046,'-3'16,"0"14,1 14,2 10,3 8,2 6,2 2,2-1,2-3,1-5,-1-13</inkml:trace>
  <inkml:trace contextRef="#ctx0" brushRef="#br0" timeOffset="7">1899 2032,'-2'21,"-3"17,-1 17,1 12,1 6,1 5,4 0,4-5,0-4,0-15</inkml:trace>
  <inkml:trace contextRef="#ctx0" brushRef="#br0" timeOffset="8">856 2607,'61'11,"0"-3,0-3,1-2,-1-4,14-3,-54 4,884-22,-809 22,-67 0</inkml:trace>
  <inkml:trace contextRef="#ctx0" brushRef="#br0" timeOffset="9">870 2567,'-18'188,"13"-154,3 1,1 0,1-1,2 1,2 0,1-1,1 0,2 0,2 0,4 9,-1-18,2 0,0-1,2-1,1 0,0-1,2-1,0-1,1-1,1 0,1-2,1-1,0 0,1-2,0-1,1-1,1-1,0-1,0-2,1-1,0 0,0-3,1 0,-1-2,1-1,0-1,-1-1,1-2,-1-1,1-1,22-7,-10 0,-1-2,-1-1,0-2,-1-2,0-1,-2-2,-1-2,-1-1,0-1,-1-4,-19 16,-1-1,-1-1,-1 0,0-1,-1 0,0 0,-2-1,0 0,-1-1,-1 0,0 0,-2 0,0 0,-1-1,5-50,-4 0,-2 0,-5-22,2 50,1 24,-9-44,3 56</inkml:trace>
  <inkml:trace contextRef="#ctx0" brushRef="#br0" timeOffset="10">1284 3570,'-8'15,"1"0,0 1,1 0,1 1,1-1,0 1,1 0,1 0,0 0,2 0,0 10,0-20,1 0,1 0,-1 0,1 0,0 0,1-1,-1 1,1-1,1 1,-1-1,1 0,0 0,1-1,-1 1,1-1,0 0,0 0,1-1,-1 0,1 1,0-2,0 1,1-1,-1 0,1 0,-1-1,1 0,0 0,3 0,2 1,-1-1,1-1,-1 0,1 0,0-1,-1-1,1 0,-1 0,1-1,-1-1,0 1,1-2,-2 0,1 0,0-1,-1-1,9-5,-12 5,0 0,0 0,0-1,-1 0,0 0,0-1,-1 0,0 0,-1 0,1 0,-1-1,-1 0,0 0,0 0,-1 0,0 0,0 0,-1-1,-1 1,1 0,-2-1,1 1,-1-1,0 1,-1 0,0 0,-1 0,0 0,0 0,-1 0,0 1,0 0,-1 0,0 0,-1 0,0 1,0-1,0 2,-1-1,0 1,-5-3,6 4,0 2,0-1,0 1,-1 0,1 0,-1 0,0 1,0 0,0 1,0 0,0 0,0 0,-1 1,1 0,0 0,0 1,0 0,0 0,0 0,0 1,0 0,0 1,1 0,-1 0,-3 2,-4 3,1 0,-1 1,1 1,1 0,0 0,0 1,1 1,1 0,0 1,-8 12,-9 22</inkml:trace>
  <inkml:trace contextRef="#ctx0" brushRef="#br0" timeOffset="11">1405 3998,'-12'29,"11"-26,-1 60,2 0,3 0,9 42,-5-42,-1 40,-4 0,-4 0,-13 78,3 164,12-162,-6-102,-4-1,-12 48,-6 38,-45 380,56-277,13 131,4-268,38 320,-22-189,-3-76,1 153,-1-20,-13-305,0 58,3 0,10 43,-7-78,7 41,-3 1,-1 37,-5 30,22 131,-8-53,-5 86,0-21,1 12,-8 139,-7-272,1 1284,14-1146,-43 303,16-302,1-78,-13 34,30 24,0-178,4 224,-5-199,-13 112,6 352,17-359,13 65,13-49,-41-32,-1-219,-1-11</inkml:trace>
  <inkml:trace contextRef="#ctx0" brushRef="#br0" timeOffset="12">416 16457,'-3'2,"0"8,0 11,1 14,0 14,1 16,0 19,3 15,2 13,-1 9,2 4,-1-4,1-22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4:46.6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0,'7'14,"9"11,9 6,9 2,5 3,6-1,2 1,-3-4,-2-2,-3-5,-7-3,-8-7</inkml:trace>
  <inkml:trace contextRef="#ctx0" brushRef="#br0" timeOffset="1">309 0,'-16'16,"-8"15,-4 10,1 8,2 4,3 3,6-2,5 0,5-6,3-10</inkml:trace>
  <inkml:trace contextRef="#ctx0" brushRef="#br0" timeOffset="3">281 655,'5'106,"5"-1,9 32,-3-30,-5 1,-4 19,-7-110,13 146,1-100,-2 1,-4 0,-1 17,6 215,-13 111,13-227,23 174,40 466,-59-559,-12 152,-6-276,29 364,-28 323,13-437,-5 228,-2-48,-7-347,1 1523,-8-1540,-14 48,3-35,0 158,-2-15,5-159,-35 666,33-327,-47 238,28 2,40-234,-1-474,1 604,-17-36,14-624,-1 47,2 0,2-1,4 1,2-1,10 32,-4-43</inkml:trace>
  <inkml:trace contextRef="#ctx0" brushRef="#br0" timeOffset="4">442 1537,'-7'6,"-1"0,1 0,1 0,-1 1,1 0,0 0,1 1,-1-1,1 1,1 1,0-1,0 1,1-1,0 1,0 0,1 0,0 0,0 9,2-15,1 0,0 0,0 0,1 0,-1 0,1 0,-1 0,1-1,0 1,0 0,0-1,0 0,1 1,-1-1,1 0,-1 0,1-1,0 1,-1 0,1-1,0 0,0 1,0-1,0-1,0 1,1 0,-1-1,0 1,0-1,0 0,1 0,-1 0,0-1,0 1,0-1,0 1,1-1,-1 0,0-1,-1 1,1 0,0-1,0 1,0-1,-1 0,3-2,0 2,1-1,0 0,-1 0,1-1,-1 0,0 0,0 0,0 0,-1-1,0 0,1 0,-2 0,1 0,-1-1,1 1,-2-1,1 0,-1 0,1 0,-2 0,2-3,-4 7,1-1,-1 1,1 0,-1-1,0 1,0 0,0-1,0 1,0 0,-1 0,1 0,-1 0,1 0,-1 0,0 0,0 1,1-1,-1 1,0-1,-1 1,1 0,0 0,0 0,0 0,-1 0,1 0,-1 0,-67-10,65 12,0-1,1 1,-1 0,1 0,-1 1,1-1,0 1,0 0,0 0,0 0,0 1,0 0,0-1,1 1,-1 0,1 1,0-1,0 1,0-1,1 1,-1 0,1 0,0 0,0 0,0 0,0 1,1-1,0 1,0-1,0 1,0-1,1 1,0-1,0 1,0 0,0-1,1 1,0-1,0 1,0-1,0 1,1-1,0 1,0-2,0 0,1 0,-1 0,1-1,0 1,0-1,0 1,0-1,1 0,-1 0,1 0,-1-1,1 1,-1-1,1 0,0 0,0 0,-1-1,1 1,0-1,0 0,0 0,0 0,0 0,-1-1,1 0,0 1,0-1,-1-1,1 1,3-2,-4 2,0 0,-1 0,1 0,0 0,0 0,-1-1,1 1,0-1,-1 0,0 0,1 0,-1 0,0 0,0 0,0-1,0 1,-1-1,1 1,-1-1,1 0,-1 0,0 0,0 1,0-1,-1 0,1 0,-1 0,1 0,-1 0,0 0,0 0,0 0,-1 0,1-1,-1 2,0-1,1 0,-1 0,-2-2,0 1,0 0,-1 0,1 1,-1-1,0 1,0 0,-1 0,1 1,0-1,-1 1,0 0,0 0,1 1,-1-1,0 1,0 0,0 0,0 1,0-1,-1 1,1 0,0 1,-2 0,53 5,367 12,122-14,-406-13,-127 9,0 1,0 0,0 0,-1 0,1 0,0 0,0 0,-1 1,1-1,-1 1,0-1,1 1,-1-1,0 1,0 0,0 0,0-1,0 1,0 0,0 0,-1 0,1 0,-1 0,1 0,-1 0,0 0,0 0,0 0,0 0,0 0,0 0,-1 0,1 0,-1 0,1 0,-1 0,0 0,0 1,0 10,-18 397,27-360,-3-43</inkml:trace>
  <inkml:trace contextRef="#ctx0" brushRef="#br0" timeOffset="5">1164 2112,'6'3,"13"0,13-1,18-2,13-3,10-2,7-2,-2 1,-5 0,-8 2,-10 2,-13 3,-11 1,-11 1</inkml:trace>
  <inkml:trace contextRef="#ctx0" brushRef="#br0" timeOffset="6">1164 2046,'-3'16,"0"14,1 14,2 10,3 8,2 6,2 2,2-1,2-3,1-5,-1-13</inkml:trace>
  <inkml:trace contextRef="#ctx0" brushRef="#br0" timeOffset="7">1899 2032,'-2'21,"-3"17,-1 17,1 12,1 6,1 5,4 0,4-5,0-4,0-15</inkml:trace>
  <inkml:trace contextRef="#ctx0" brushRef="#br0" timeOffset="8">856 2607,'61'11,"0"-3,0-3,1-2,-1-4,14-3,-54 4,884-22,-809 22,-67 0</inkml:trace>
  <inkml:trace contextRef="#ctx0" brushRef="#br0" timeOffset="9">870 2567,'-18'188,"13"-154,3 1,1 0,1-1,2 1,2 0,1-1,1 0,2 0,2 0,4 9,-1-18,2 0,0-1,2-1,1 0,0-1,2-1,0-1,1-1,1 0,1-2,1-1,0 0,1-2,0-1,1-1,1-1,0-1,0-2,1-1,0 0,0-3,1 0,-1-2,1-1,0-1,-1-1,1-2,-1-1,1-1,22-7,-10 0,-1-2,-1-1,0-2,-1-2,0-1,-2-2,-1-2,-1-1,0-1,-1-4,-19 16,-1-1,-1-1,-1 0,0-1,-1 0,0 0,-2-1,0 0,-1-1,-1 0,0 0,-2 0,0 0,-1-1,5-50,-4 0,-2 0,-5-22,2 50,1 24,-9-44,3 56</inkml:trace>
  <inkml:trace contextRef="#ctx0" brushRef="#br0" timeOffset="10">1284 3570,'-8'15,"1"0,0 1,1 0,1 1,1-1,0 1,1 0,1 0,0 0,2 0,0 10,0-20,1 0,1 0,-1 0,1 0,0 0,1-1,-1 1,1-1,1 1,-1-1,1 0,0 0,1-1,-1 1,1-1,0 0,0 0,1-1,-1 0,1 1,0-2,0 1,1-1,-1 0,1 0,-1-1,1 0,0 0,3 0,2 1,-1-1,1-1,-1 0,1 0,0-1,-1-1,1 0,-1 0,1-1,-1-1,0 1,1-2,-2 0,1 0,0-1,-1-1,9-5,-12 5,0 0,0 0,0-1,-1 0,0 0,0-1,-1 0,0 0,-1 0,1 0,-1-1,-1 0,0 0,0 0,-1 0,0 0,0 0,-1-1,-1 1,1 0,-2-1,1 1,-1-1,0 1,-1 0,0 0,-1 0,0 0,0 0,-1 0,0 1,0 0,-1 0,0 0,-1 0,0 1,0-1,0 2,-1-1,0 1,-5-3,6 4,0 2,0-1,0 1,-1 0,1 0,-1 0,0 1,0 0,0 1,0 0,0 0,0 0,-1 1,1 0,0 0,0 1,0 0,0 0,0 0,0 1,0 0,0 1,1 0,-1 0,-3 2,-4 3,1 0,-1 1,1 1,1 0,0 0,0 1,1 1,1 0,0 1,-8 12,-9 22</inkml:trace>
  <inkml:trace contextRef="#ctx0" brushRef="#br0" timeOffset="11">1405 3998,'-12'29,"11"-26,-1 60,2 0,3 0,9 42,-5-42,-1 40,-4 0,-4 0,-13 78,3 164,12-162,-6-102,-4-1,-12 48,-6 38,-45 380,56-277,13 131,4-268,38 320,-22-189,-3-76,1 153,-1-20,-13-305,0 58,3 0,10 43,-7-78,7 41,-3 1,-1 37,-5 30,22 131,-8-53,-5 86,0-21,1 12,-8 139,-7-272,1 1284,14-1146,-43 303,16-302,1-78,-13 34,30 24,0-178,4 224,-5-199,-13 112,6 352,17-359,13 65,13-49,-41-32,-1-219,-1-11</inkml:trace>
  <inkml:trace contextRef="#ctx0" brushRef="#br0" timeOffset="12">416 16457,'-3'2,"0"8,0 11,1 14,0 14,1 16,0 19,3 15,2 13,-1 9,2 4,-1-4,1-22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7:50.0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0 429,'0'2,"0"3,0 3,0 3,0-1</inkml:trace>
  <inkml:trace contextRef="#ctx0" brushRef="#br0" timeOffset="1">428 134,'18'12,"13"12,10 9,7 9,5 5,5 5,1 1,-3 2,-5-2,-8-3,-8-3,-11-6,-7-7,-6-9</inkml:trace>
  <inkml:trace contextRef="#ctx0" brushRef="#br0" timeOffset="2">842 188,'-14'7,"-11"11,-8 12,-5 12,-1 12,1 9,4 7,4 3,8-2,7-6,7-14</inkml:trace>
  <inkml:trace contextRef="#ctx0" brushRef="#br0" timeOffset="3">1176 749,'0'6,"0"0,1-1,-1 1,1 0,0 0,1-1,-1 1,1-1,0 1,1-1,-1 0,1 1,0-1,0-1,1 1,0 0,-1-1,1 0,1 0,-1 0,1 0,-1-1,1 0,0 0,0 0,1 0,-1-1,0 0,1 0,0 0,0-1,2 2,0-1,0 0,0 0,1-1,-1 0,0 0,1-1,-1 0,0-1,0 0,1 0,-1-1,0 0,0 0,0-1,0 0,-1 0,1-1,-1 0,0 0,0-1,0 0,-1 0,1 0,-1-1,-1 0,1 0,-1-1,0 0,0 1,-1-2,2-3,-5 7,0-1,0 1,-1-1,1 1,-1-1,0 0,0 1,-1-1,1 1,-1-1,0 1,0-1,-1 1,1 0,-1 0,0-1,0 1,0 0,-1 1,0-1,1 0,-1 1,0-1,-3-1,-1-2,-1 1,0 0,0 0,-1 0,0 1,0 1,0 0,0 0,0 0,-10-1,-12 0,-1 1,0 1,1 2,-1 1,0 2,0 1,1 1,-9 3,-12 3</inkml:trace>
  <inkml:trace contextRef="#ctx0" brushRef="#br0" timeOffset="4">281 14,'16'0,"16"0,19 0,17 0,14-2,13-1,5 0,1 1,-4 0,-12 1,-17 1,-16-1,-18 4,-17 0,-18 0,-9-1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7:50.0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 54,'-7'0,"-2"2,5 1,8 2,12 3,12-1,16-1,16-1,15-5,12-3,7-5,-2-2,-16 0</inkml:trace>
  <inkml:trace contextRef="#ctx0" brushRef="#br0" timeOffset="1">1544 14,'14'0,"16"0,16 0,18-3,18 0,11 1,7-1,3 2,-4 0,-18 0</inkml:trace>
  <inkml:trace contextRef="#ctx0" brushRef="#br0" timeOffset="2">1678 241,'16'9,"14"10,9 10,7 8,5 7,0 4,-1 1,-3-1,-4-1,-8-5,-7-5,-7-6,-6-6,-6-8</inkml:trace>
  <inkml:trace contextRef="#ctx0" brushRef="#br0" timeOffset="3">2093 214,'-14'20,"-11"19,-6 16,-4 12,-2 8,2 4,4-4,8-4,7-9,7-14</inkml:trace>
  <inkml:trace contextRef="#ctx0" brushRef="#br0" timeOffset="4">2480 722,'5'-18,"1"-11,0-2,-2 1,0 4,-2 9,-1 11,-1 14,0 14,0 13,0 10,0 5,2 2,1-1,1-2,2-9,-2-7,-1-10</inkml:trace>
  <inkml:trace contextRef="#ctx0" brushRef="#br0" timeOffset="5">87 321,'2'-2,"4"1,4 6,6 6,4 10,6 9,8 9,4 6,5 4,3 1,-1 0,0-6,-4-5,-7-4,-6-7,-8-7</inkml:trace>
  <inkml:trace contextRef="#ctx0" brushRef="#br0" timeOffset="6">435 254,'-10'18,"-6"18,-8 13,-5 11,-2 5,1 2,0-2,2-3,8-5,5-10,7-10,4-13</inkml:trace>
  <inkml:trace contextRef="#ctx0" brushRef="#br0" timeOffset="7">675 642,'6'0,"1"1,-1-1,0 1,0 1,1-1,-1 1,0 0,-1 0,1 1,0 0,-1 0,1 0,-1 0,0 1,0 0,0 0,-1 1,1-1,-1 1,0 0,0 0,-1 0,0 0,0 1,0 0,0-1,-1 1,0 0,0 0,-1 0,1 3,-3 5,-1 0,-1-1,0 1,0-1,-1 1,-1-1,-1 0,1-1,-2 1,0-1,0-1,-1 1,-4 3,-42 79,53-93,0 0,1 1,-1-1,0 0,1 1,0-1,-1 1,1-1,0 1,0-1,0 1,0-1,0 1,0-1,0 1,0-1,1 1,-1-1,0 0,1 1,0-1,-1 1,1-1,0 0,-1 0,1 1,0-1,0 0,0 0,0 0,0 0,1 0,-1 0,0 0,0 0,0 0,1-1,-1 1,1-1,-1 1,0-1,1 1,-1-1,2 1,68 4,-53-7,0 0,0-1,-1-1,0-1,1 0,-2-1,1-1,-1-1,9-5,6-7</inkml:trace>
  <inkml:trace contextRef="#ctx0" brushRef="#br0" timeOffset="8">1263 522,'-2'2,"-1"3,2 1,5-1,2-1,1-1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7:50.0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0 148,'29'10,"21"1,1-2,0-3,0-2,0-2,33-4,-30 2,821-51,-362 11,806 8,-1065 30,110-20,-37-18,-175 40,-44 13,11-14,-112-6,-13 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7:50.0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107 69,'-2'2,"1"0,0 1,0-1,0 0,0 1,0-1,0 1,1-1,-1 1,1 0,0-1,-1 1,1-1,1 1,-1 0,0-1,1 1,-1-1,1 1,-1-1,2 2,-2-4,-1 0,1-1,0 1,0 0,-1 0,1-1,0 1,0 0,0-1,0 1,0 0,-1-1,1 1,0 0,0-1,0 1,0 0,0-1,0 1,0-1,0 1,0 0,0-1,0 1,0 0,1-1,-1 1,0 0,0-1,0 1,0 0,1 0,-1-1,0 1,0 0,0-1,1 1,-1 0,0 0,0 0,1-1,-1 1,0 0,1 0,-1 0,0 0,1-1,-1 1,0 0,1 0,-1 0,0 0,1 0,-1 0,0 0,1 0,-1 0,0 0,1 0,-1 0,1 0,-1 0,0 1,1-1,-1 1,0 0,0 0,0 0,0 0,-1-1,1 1,0 0,0 0,-1 0,1 0,0 0,-1 0,1 0,-1-1,1 1,-1 0,1 0,-1-1,0 1,1 0,-1-1,0 1,0-1,1 1,-1-1,0 1,0-1,0 1,0-1,0 0,0 0,1 1,-1-1,0 0,0 0,0 0,0 0,0 0,0 0,0 0,0 0,0 0,0-1,0 1,0 0,1-1,-1 1,0 0,0-1,0 1,0-1,1 0,-1 1,0-1,1 1,-1-1,0 0,1 0,-1 1,1-1,-1 0,1 0,-1 0,3 13,0 0</inkml:trace>
  <inkml:trace contextRef="#ctx0" brushRef="#br0" timeOffset="1">133 82,'-3'2,"-1"-1,1 1,0 1,-1-1,1 0,1 1,-1-1,0 1,0 0,1 0,0 0,0 0,0 1,0-1,0 1,0-1,1 1,0-1,0 1,0 0,0 0,0-1,1 1,0 0,-1 0,2 0,-1 0,0 0,0-3,1 0,-1 0,0 0,1 0,-1 1,0-1,1 0,0 0,-1-1,1 1,-1 0,1 0,0 0,0 0,-1 0,1-1,0 1,0 0,0-1,0 1,0-1,0 1,0-1,0 1,0-1,0 0,0 1,1-1,-1 0,0 0,0 0,0 0,0 0,0 0,0 0,1 0,-1 0,0-1,0 1,0 0,0-1,0 1,0-1,0 1,0-1,0 0,0 1,0-1,-1 0,1 1,0-1,0 0,-1 0,1 0,0 0,-1 0,1 0,-1 0,1 0,-1 0,1 0,-1 0,0 0,0 0,1-1,0-1,1 0,-1 0,1 0,-1 0,0 0,0-1,-1 1,1-1,-1 1,1 0,-1-1,0 1,0-1,-1 1,1-1,-1 1,1 0,-1-1,0 1,-1 0,1 0,0-1,-1 1,0 0,0 1,0-1,0 0,0 0,0 1,-1-1,1 1,-1 0,0 0,0 0,1 0,-1 0,-1 1,1-1,0 1,0 0,0 0,-1 0,1 0,0 0,-1 1,1 0,-1 0,1 0,-1 0,1 0,-3 1,3 0,0-1,1 1,-1 0,0 0,1 1,-1-1,1 0,0 1,0 0,-1-1,1 1,0 0,0 0,0 0,1 0,-1 0,0 1,1-1,0 1,-1-1,1 1,0-1,0 1,1-1,-1 1,0 0,1 0,-1-1,1 1,0 0,0 0,0 0,1-1,-1 1,1 0,-1-1,1 1,0 0,0-1,0 1,0-1,1 1,-1-1,0 1,1-1,0 0,0 0,0 0,0 0,0 0,0 0,0-1,0 1,1 0,3-1,1 1,-1-1,1-1,0 1,-1-1,1 0,0 0,-1-1,1 0,0 0,-1 0,1-1,-1 0,0-1,0 1,4-3,-7 3,0 1,0-1,0 0,-1 0,1 0,-1 0,1 0,-1 0,0-1,0 0,0 1,0-1,0 0,-1 0,1 1,-1-1,0-1,0 1,0 0,0 0,-1 0,1 0,-1-1,0 1,1 0,-2 0,1-1,0 1,-1 0,1 0,-1-1,0 1,0 0,-1-1,1 0,0 1,0-1,-1 1,1 0,-1 0,0 0,0 0,0 0,0 0,-1 0,1 1,-1-1,0 1,1 0,-1 0,0 0,0 0,-1 0,1 0,0 1,0 0,-1 0,1 0,-1 0,1 0,-1 1,1-1,-1 1,0 0,1 0,-1 0,1 1,-1-1,0 1,1 0,0 0,-1 0,1 0,0 1,-1-1,1 1,0 0,0 0,0 0,0 1,1 0,-1 1,1-1,0 0,0 1,0-1,0 1,1 0,0-1,-1 1,1 0,0 0,1 0,-1 0,1 0,0 0,0 0,0 0,0 0,1 0,0 0,0 0,0 0,0-1,0 1,1 0,0-1,-1 1,1-1,1 1,-1-1,0 0,1 0,0 0,1 2,22 9,0-4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7:50.0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0 127,'0'-19,"0"-7,0-2,0 1,0 8,0 11,0 15,0 14,0 11,0 9,2 6,4 3,2-1,2-4,0-5,1-10,-3-10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7:50.0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0,'5'0,"8"0,11 0,13 0,13 3,15 0,9-1,9 1,1-2,-2 0,-6 2,-12 0,-11 0,-18 2,-15-1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7:50.0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64 1,'-4'7,"-5"4,0 6,2 1,1 0,2-5,2-7,1-7,1-5,0-5,1-2,-3 2,-3 1,-1 8,1 6,1 8,6 3,2-1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7:50.0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0,'86'16,"160"3,210-13,-483-6,13-1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7:50.0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0,'14'12,"11"12,10 11,9 12,6 9,3 6,2 4,1 0,-1-5,-2-8,-6-8,-6-10,-8-8,-10-12,-8-7</inkml:trace>
  <inkml:trace contextRef="#ctx0" brushRef="#br0" timeOffset="1">441 94,'-16'3,"-7"9,-5 12,-1 15,-2 13,2 11,2 6,4 3,5-2,7-6,11-9,6-14</inkml:trace>
  <inkml:trace contextRef="#ctx0" brushRef="#br0" timeOffset="2">829 575,'-12'80,"12"-77,0 0,1 0,-1-1,1 1,-1 0,1-1,0 1,0 0,1-1,-1 1,0-1,1 0,0 1,-1-1,1 0,0 0,0 0,0 0,0 0,1-1,-1 1,0-1,1 1,-1-1,1 0,0 0,0 0,5 1,-1 0,1 0,0-1,-1 0,1-1,0 0,-1 0,1-1,0 0,0 0,-1 0,1-1,-1-1,0 1,7-4,-10 5,0-1,-1 0,1 0,0 0,-1 0,0-1,1 1,-1-1,0 0,0 0,-1 0,1 0,0-1,-1 1,0-1,0 1,0-1,0 0,-1 0,1 0,-1 1,0-2,0 1,-1 0,1 0,-1 0,0 0,0 0,0 0,-1-2,0 1,-1 0,1 0,-1 0,0 0,0 0,-1 0,0 0,0 1,0-1,0 1,-1 0,1 0,-1 0,0 0,0 1,-1 0,1 0,-1 0,1 0,-1 0,-2 0,-6-2,-1-1,0 1,0 1,0 1,0 0,-1 1,-5-1,1 3,-1 0,1 1,0 1,0 0,0 2,1 0,-1 1,-17 8,2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7:50.0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4,'16'-2,"12"1,8 5,5 10,2 10,-2 11,-1 9,-2 8,-4 1,-3 2,-2-4,-3-5,-5-7,-3-8,-2-9,-2-9,-3-7</inkml:trace>
  <inkml:trace contextRef="#ctx0" brushRef="#br0" timeOffset="1">415 17,'-18'16,"-11"14,-5 16,-3 11,0 10,2 5,2 1,4 0,8-6,6-7,7-14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7:50.0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73 24,'2'-2,"3"-1,1-2,-1 0</inkml:trace>
  <inkml:trace contextRef="#ctx0" brushRef="#br0" timeOffset="1">6 11,'-6'-10,"8"16,127 184,-90-135,3-2,2-2,2-1,25 17,-44-39,-23-21</inkml:trace>
  <inkml:trace contextRef="#ctx0" brushRef="#br0" timeOffset="2">354 11,'-19'0,"-10"7,-4 13,-5 16,1 14,-1 13,2 9,3 3,4 1,5-3,6-10,7-16</inkml:trace>
  <inkml:trace contextRef="#ctx0" brushRef="#br0" timeOffset="3">500 372,'12'-2,"-2"0,1 0,-1 0,1 1,0 1,-1-1,1 2,0-1,-1 2,1-1,-1 1,0 1,1 0,-1 0,0 1,-1 1,1-1,1 2,-9-3,1 0,-1-1,0 1,0 0,0 0,0 1,-1-1,1 0,-1 0,0 1,0-1,0 1,0-1,0 1,-1-1,0 1,0 0,0-1,0 1,0-1,-1 1,1 0,-1-1,0 1,0-1,-1 0,1 1,-1 0,-56 86,-148 123,205-212,-1-1,1 1,0 0,0 0,0 0,0-1,0 1,0 0,0 0,0 1,0-1,1 0,-1 0,0 0,1 0,-1 1,1-1,-1 0,1 1,0-1,-1 0,1 1,0-1,0 0,0 1,0-1,0 1,0-1,0 0,1 1,-1-1,0 0,1 1,-1-1,1 0,0 0,-1 1,1-1,0 0,0 0,-1 0,1 0,0 0,0 0,0 0,0 0,1 0,9 2,1-1,-1 0,1 0,0-1,-1-1,1 0,10-1,6 0,231-17,-209 11</inkml:trace>
  <inkml:trace contextRef="#ctx0" brushRef="#br0" timeOffset="4">1142 252,'0'-3,"-2"0,-4 0,0 3,1 4,4 1,1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7:50.0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94,'397'-8,"119"3,-178-9,85-26,-205 32,115 1,-209 8,52-8,131 1,-132 33,-156-23,-19-4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7:50.0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29 148,'-28'0,"39"0,645 0,-219-26,-308 25,163-9,-33-11,201 12,223-32,-120 34,194-3,7-6,86 9,-517 9,-319-2,938 17,-228-7,-171-6,1017 4,-930 7,14-15,-348 12,-120-12,-167-2,-16-1</inkml:trace>
  <inkml:trace contextRef="#ctx0" brushRef="#br0" timeOffset="1">11793 55,'5'0,"8"2,6 1,5 0,0 0,-6-6,-6-3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7:50.0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1 161,'398'-8,"-64"1,-210 9,1142-2,-887-15,-160 2,77-1,269-33,-223 40,-211 9,209-2,-80 13,-149-5,-110-7,1 0,0 0,0 0,0 0,0 0,0 0,0-1,0 1,1-1,-1 0,0 0,0 0,0 0,0 0,0 0,1 0,-1 0,0-1,0 1,0-1,0 0,0 0,0 0,0 0,0 0,-1 0,1 0,0 0,0-1,-1 1,1-1,-1 1,0-1,1 0,-1 1,0-1,0 0,1-1,1-14</inkml:trace>
  <inkml:trace contextRef="#ctx0" brushRef="#br0" timeOffset="1">4787 0,'361'0,"-344"2,-14 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19:22.28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28582 16491,'1'335,"27"-203,-4-40,-8 19,22 75,-25-134,1-1,3-1,2 0,2-1,11 16,17 50,-41-101,0 0,1-1,0 0,1 0,1-1,0 0,0-1,1-1,1 0,0 0,0-1,1-1,0 0,0-1,1-1,51 22,1-4,2-3,0-2,1-4,0-3,11-2,285 58,-311-59,193 30,69-5,146 10,-36-18,-362-18,-1-4,1-2,0-4,-1-2,1-3,12-5,-59 8,1-2,-1 0,0-1,-1-1,0-1,0 0,2-3,92-41,-88 45,-2 4,-1-2,0-1,-1 0,1-1,-1-1,-1-1,0-1,0 0,-1-2,-1 1,9-10,6-17,-2-2,-2 0,-1-2,19-44,-45 85,13-24,-2-1,-1 0,-2 0,0-1,-2 0,0-8,36-161,-23 124,-4-1,-3 0,1-75,-14 96,-3 0,-2 0,-2 1,-3-1,-17-49,-16-7,41 103,-1 1,-1-1,1 1,-1 0,0 1,0-1,0 1,-1 0,1 0,-6-2,-22-17,-51-56,-25 20,26-8,79 64,0 0,0 1,0 0,0 0,0 0,0 0,-1 1,1 0,-1 0,1 0,-1 0,1 1,-1-1,1 1,-3 1,-42-9,27 2,1 1,-1 1,0 1,0 1,-1 1,1 1,-20 3,-19-1,-819-3,773 16,-80-15,80 13,-516-13,475 13,-30-5,4-2,108-7,-470 1,526 1,0 1,0 0,1 0,-1 1,0 0,1 0,-1 2,1-1,0 1,1 0,-1 1,1 0,0 0,1 0,-1 1,1 1,0-1,0 3,-58 55,25-29</inkml:trace>
  <inkml:trace contextRef="#ctx0" brushRef="#br1" timeOffset="120279.382">19305 676,'-2'0,"1"0,6-2,1-1</inkml:trace>
  <inkml:trace contextRef="#ctx0" brushRef="#br1" timeOffset="121004.363">20362 408,'0'3,"0"0,0 0,0 0,1 0,0 0,-1 0,1 0,0 0,0 0,1-1,-1 1,1 0,-1-1,1 1,0-1,0 0,0 1,0-1,0 0,0 0,1 0,-1-1,1 1,-1-1,1 1,0-1,-1 0,1 0,0 0,0 0,0 0,0-1,0 1,0-1,0 0,0 0,0 0,0 0,0-1,0 1,2-1,16-4,0-1,0-1,-1-1,0 0,0-2,-1 0,0-1,-1-1,7-6,-14 11,-1 1,0-1,-1-1,0 0,0 0,0-1,-1 0,-1-1,0 1,0-1,0-1,-2 1,1-1,-1 0,-1 0,3-9,-7 18,0 0,0 1,-1-1,1 1,0-1,-1 1,1-1,-1 1,1-1,-1 1,0 0,0-1,1 1,-1 0,0 0,0-1,0 1,0 0,-1 0,1 0,0 0,0 0,-1 0,1 1,0-1,-1 0,1 1,-1-1,1 1,-1-1,1 1,-1 0,1 0,-1 0,1-1,-1 1,1 1,-1-1,0 0,1 0,-1 1,1-1,-1 0,1 1,0 0,-1-1,1 1,-1 0,1 0,0 0,0-1,-1 2,-8 6,1-1,0 2,0-1,1 1,1 0,-1 1,1 0,1 0,0 0,0 1,1 0,1 0,0 1,0-1,1 1,0 0,1 5,-9 52,4 0,3 1,2 0,4-1,3 1,3-1,7 21,9 120,-22-49,-8-102</inkml:trace>
  <inkml:trace contextRef="#ctx0" brushRef="#br1" timeOffset="121348.435">20428 850,'0'-2,"-1"0,0 1,0-1,1 0,-1 0,1 0,-1 0,1 0,0 0,0 0,0 0,0 0,0 0,1 0,-1 0,0 0,1 0,0 0,-1 0,1 0,0 0,0 1,0-1,0 0,0 1,1-1,-1 0,0 1,1 0,-1-1,1 1,-1 0,1 0,0 0,0-1,67-36,18 7,1 3,1 5,64-8,-137 27,-11 3,-1-1,1 1,0 0,0 0,-1 0,1 1,0 0,0-1,0 2,0-1,0 1,-1 0,1 0,0 0,1 1,-4 0,0 1,-1-1,1 1,-1-1,0 1,0 0,0 0,0-1,0 1,0 0,-1 0,0 0,1 0,-1 0,0 0,0 0,-1 0,1 0,-1-1,1 1,-1 0,0 0,0 0,-1 0,0 7,0 2,-1-4,1 0,1 0,-1 0,1 0,1 1,0-1,0 0,0 1,1-1,0 0,1 0,0 0,1 4,18 7,-9-17</inkml:trace>
  <inkml:trace contextRef="#ctx0" brushRef="#br1" timeOffset="121853.362">20936 355,'34'1,"0"1,1 2,-1 1,-1 2,1 2,28 10,-50-15,0 1,0 0,0 0,0 2,-1-1,0 1,0 1,-1 0,0 0,-1 1,1 1,-2-1,1 1,-1 1,-1 0,0 0,-1 0,0 1,0 0,-1 0,3 12,5 58,-12-66,0-1,2 1,0-1,1 1,0-1,1 0,1-1,2 5,-7-16,1 0,-1-1,0 1,1 0,0-1,-1 1,1-1,0 0,0 0,1 0,-1 0,0 0,1 0,-1 0,1-1,-1 1,1-1,0 0,0 0,0 0,-1 0,1 0,0-1,0 1,0-1,0 0,0 0,0 0,0 0,0 0,0-1,0 1,0-1,0 0,0 0,0 0,0 0,-1 0,1-1,0 1,-1-1,0 0,2-1,3-7,-1 0,0 0,0 0,-1-1,-1 0,0 0,0 0,-1 0,-1-1,1 1,-2-1,0 1,0-9,9-51,4 120,-9-41,-1 0,1 0,0 0,1 0,0-1,0 0,1 0,-1-1,2 0,-1 0,0 0,1-1,0 0,1-1,-1 0,1 0,-1 0,1-1,0-1,1 0,-1 0,0-1,0 0,1 0,-1-1,2 0,40 4</inkml:trace>
  <inkml:trace contextRef="#ctx0" brushRef="#br1" timeOffset="122782.684">22246 676,'-10'-7,"-1"1,0-1,-1 2,0 0,0 0,0 1,0 1,0 0,-1 0,0 1,1 1,-1 0,0 1,0 0,1 1,-1 0,0 1,1 1,-1 0,-29 24,41-26,0 0,1 0,-1 0,1 0,-1 0,1 0,0 0,-1 0,1 0,0 0,0 0,-1 0,1 1,0-1,0 0,0 0,1 0,-1 0,0 0,0 0,1 0,-1 0,0 0,1 1,-1-1,1 0,-1-1,1 1,0 0,-1 0,1 0,0 0,0 0,0-1,-1 1,1 0,0-1,0 1,0 0,0-1,0 0,0 1,10 4,0 0,0-1,0-1,0 0,1 0,-1-1,1 0,0-1,-1 0,1-1,0-1,-1 0,1 0,0-1,2-1,110-46,-124 48,0 1,1 0,-1 0,0-1,1 1,-1 0,0 0,1-1,-1 1,1 0,-1 0,0 0,1 0,-1-1,1 1,-1 0,1 0,-1 0,1 0,-1 0,0 0,1 0,-1 0,1 0,-1 1,1-1,-1 0,0 0,1 0,-1 0,1 1,-1-1,0 0,1 0,-1 1,0-1,1 0,-1 1,0-1,1 0,-1 1,0-1,0 0,1 1,-1-1,0 1,0-1,0 0,0 1,0-1,1 1,-3 27,0-15,2-11,0 0,0 0,0 1,1-1,-1 0,1 0,-1 1,1-1,0 0,0 0,0 0,0 0,0 0,1 0,-1-1,1 1,-1 0,1-1,-1 1,1 0,0-1,0 0,0 0,0 1,0-1,0 0,0 0,0-1,0 1,0 0,0-1,1 1,-1-1,0 0,1 0,82-6,-66 0,0-1,0 0,-1-2,0 0,0-1,-1-1,0-1,-1 0,0-1,-1-1,-1 0,0-1,-1-1,-1 0,0 0,-1-1,-1-1,0 0,-2 0,0-1,-1 0,-1 0,0-1,-2 0,1-7,-1 8,-1 0,-1 0,-1-1,0 1,-1 0,-1-1,-1 1,-1 0,-1 0,0 0,-2 0,0 1,-1-1,-5-7,11 23,0 0,-1 0,0 0,0 0,0 0,0 1,0-1,-1 1,1-1,-1 1,1 0,-1 0,0 0,0 0,0 1,0-1,0 1,0 0,0 0,-1 0,1 0,0 0,-1 1,1-1,0 1,-1 0,1 0,-1 0,1 1,-4 0,-3 6,0 0,1 0,-1 1,1 1,1 0,-1 0,2 0,-1 1,1 0,1 1,0-1,0 1,1 1,1-1,-1 0,2 1,0 0,0 3,-5 10,2 1,0 0,2 0,1 0,1 1,1-1,2 1,0-1,4 14,-3-29,0 1,0-1,1 0,1 0,0 0,1 0,0 0,0-1,1 0,1 0,0-1,0 1,0-1,1-1,1 0,0 0,0-1,0 1,1-2,0 0,0 0,6 2,-5-3,2 0,-1-1,0-1,1 0,0 0,-1-1,1-1,0 0,0-1,0-1,0 1,0-2,0 0,-1-1,1 0,-1 0,1-2,-1 1,-1-2,1 0,-1 0,0-1,0 0,-1-1,1 0,-2 0,0-1,0-1,1-1,12-17,-13 51,-8-17,1 0,0-1,0 1,1-1,0 1,0-1,0 0,0 0,1 0,0 0,0-1,0 0,1 0,-1 0,1 0,0-1,0 1,0-1,1 0,-1-1,1 0,-1 1,1-2,0 1,2 0,1 0,0 0,1-1,-1 1,1-2,-1 1,1-1,-1-1,1 0,-1 0,0-1,1 0,-1-1,0 0,0 0,0-1,-1 0,-5 3,0-1,0 0,0 1,0-1,0 0,-1-1,1 1,-1 0,0-1,0 1,1-1,-2 0,1 1,0-1,0 0,-1 0,0 0,0-1,0 1,0 0,0 0,0-1,-1 1,0 0,1-1,-1 1,0 0,-1-1,1 1,-1 0,1-1,-1 1,0 0,0 0,-1 0,1 0,-1 0,1 0,-2-2,-2-1,-1-1,1 1,-1 1,0-1,-1 1,1 0,-1 1,0-1,0 1,-1 1,1-1,-1 1,1 0,-1 1,0 0,0 0,0 1,-1 0,1 1,0-1,0 1,0 1,-1 0,1 0,1 0,0 0,1 0,0 0,-1 1,1 0,0 1,0-1,0 1,0 0,0 1,1-1,-1 1,1 0,0 0,0 1,1 0,-1 0,1 0,0 0,0 0,1 1,0 0,0 0,0 0,0 0,1 0,0 1,1-1,-2 6,3-8,0-1,-1 1,1-1,0 1,1-1,-1 1,1-1,0 0,-1 1,1-1,1 0,-1 1,0-1,1 0,0 0,-1 0,1 0,1 0,-1-1,0 1,1-1,-1 1,1-1,0 0,-1 0,1 0,0 0,1 0,4 1,-1 0,0 0,1 0,-1-1,1-1,0 1,-1-1,1 0,0-1,0 0,0 0,2-1,33-7,-4-4</inkml:trace>
  <inkml:trace contextRef="#ctx0" brushRef="#br1" timeOffset="123140.652">23382 342,'-7'-11,"0"0,-1 0,0 1,-1 0,0 1,-1 0,0 0,0 1,-1 1,-8-6,13 10,1 0,-1 0,0 0,0 1,0 0,0 0,0 0,-1 1,1 0,0 0,-1 0,1 1,-1 0,1 1,0-1,-1 1,1 0,0 1,-1-1,1 1,0 1,-3 1,6-2,0 0,0 0,1 1,-1 0,0-1,1 1,0 0,0 0,0 0,0 0,0 0,1 1,-1-1,1 0,0 1,0-1,0 1,1 0,-1-1,1 1,0-1,0 1,0 0,0-1,1 1,-1 0,1-1,0 1,0-1,0 1,1-1,-1 0,1 1,0-1,0 0,0 0,0 0,0-1,1 1,0 0,-1-1,1 1,0-1,0 0,1 1,62 54,-52-47,-1 0,0 1,-1 0,0 1,-1 1,0 0,-1 0,0 1,-1 0,0 1,-2 0,0 0,1 5,2 30,-10-44,0 0,1-1,-1 1,1 0,0-1,0 1,1-1,0 1,0-1,0 0,0 0,1 0,0 0,0 0,1 0,-1-1,1 0,0 1,0-2,0 1,0 0,1-1,0 0,0 0,3 2,12 0,1-1,0-1,0-1,0 0,1-2,-1 0,0-2,0 0,4-2,19-3</inkml:trace>
  <inkml:trace contextRef="#ctx0" brushRef="#br1" timeOffset="123401.954">23970 743,'0'-2,"0"-4,0-2,0 0</inkml:trace>
  <inkml:trace contextRef="#ctx0" brushRef="#br1" timeOffset="119359.586">17647 262,'-21'-2,"0"0,0 2,0 0,0 1,-1 1,-12 4,25-4,0 0,0 1,1-1,0 2,-1-1,1 1,0 0,1 1,-1 0,1 0,0 1,0 0,0 0,1 1,0-1,-4 7,8-10,1-1,0 0,-1 1,1-1,0 1,0 0,1-1,-1 1,0 0,1-1,0 1,-1 0,1 0,0 0,1-1,-1 1,0 0,1 0,0-1,-1 1,1 0,0-1,0 1,1-1,-1 1,0-1,1 1,0-1,-1 0,1 0,0 0,0 0,0 0,0 0,1-1,-1 1,0-1,2 1,20 12,1-2,0 0,1-2,0-1,0-1,2 0,11 3,-5-1,-1-1,-1 1,0 2,0 1,20 13,-49-25,0 0,-1 0,1 0,0 1,-1-1,1 1,-1-1,1 1,-1 0,0 0,1 0,-1 1,0-1,-1 0,1 1,0-1,-1 1,1 0,-1-1,0 1,0 0,0 0,0 0,-1 0,1 0,-1 0,1 0,-1 0,0 0,0 0,-1 0,1 0,0 0,-1 0,0 0,0 0,0-1,0 1,0 0,-1 0,1-1,-1 1,0-1,0 2,-11 4,-1 0,1-1,-1-1,-1 0,1-1,-1-1,0 0,0-1,0 0,0-1,0-1,-1 0,1-1,0-1,-10-2,22 3,-41-2,57-4,8 2</inkml:trace>
  <inkml:trace contextRef="#ctx0" brushRef="#br1" timeOffset="120032.045">18276 516,'-7'-3,"-1"0,1 1,0 0,-1 0,0 1,1 0,-1 0,0 1,0 0,1 0,-1 1,0 0,0 1,1-1,-1 2,1-1,0 1,0 0,0 0,0 1,0 0,0 0,1 0,0 1,0 0,0 0,1 1,0 0,0 0,-2 3,5-6,1 1,-1-1,1 1,0-1,0 1,1-1,-1 1,1-1,-1 1,1 0,0-1,1 1,-1 0,1-1,-1 1,1-1,0 1,0-1,1 1,-1-1,1 0,-1 1,1-1,0 0,1 0,-1 0,0-1,1 1,-1 0,1-1,0 0,0 0,0 0,0 0,0 0,1 0,-1-1,0 1,1-1,-1 0,1 0,-1-1,1 1,0-1,0 1,7 0,-1-1,1 0,0 0,-1-1,1-1,-1 1,1-2,-1 1,0-2,0 1,0-1,0-1,-1 0,1 0,-1-1,-1 0,7-6,4-3,-2 0,0-2,-1 0,-1-1,0-1,-2 0,8-13,-9 9,-1 0,-1-1,-1 0,-2-1,0 0,-1 0,-2 0,0-1,-2 1,0-1,-2 0,-3-23,3 41,-1-1,0 1,0 0,0-1,-1 1,-1 0,1 0,-1 0,-1 0,1 1,-1-1,-1 1,1 0,-1 0,-1 0,1 1,-6-6,8 12,0-1,1 1,-1 0,0-1,0 1,0 0,1 0,-1 1,0-1,0 1,1-1,-1 1,0 0,1 0,-1 0,0 0,1 1,0-1,-1 1,1-1,0 1,0 0,0 0,0 0,0 0,0 0,0 1,1-1,-1 0,1 1,0-1,0 1,0-1,0 1,0 0,0 0,1-1,-1 3,-4 9,2 1,-1 0,2 0,0 1,0-1,2 0,0 0,1 1,0-1,1 0,1 0,1 5,63 176,-64-188,87 214,-90-221,0 0,0 0,0 1,0-1,1 0,-1 0,0 0,0 0,1 0,-1 0,0 0,1 0,-1 0,1 0,0 0,-1 0,1 0,0 0,-1 0,1-1,0 1,0 0,0 0,0-1,0 1,0-1,0 1,0-1,0 1,0-1,0 1,0-1,0 0,0 0,0 0,0 1,1-1,-1 0,0 0,0-1,0 1,0 0,0 0,0 0,0-1,0 1,1-1,-1 1,0-1,0 1,-1-1,2 0,50-75,20-19,-71 94,-1-1,1 1,0 0,0 0,0 0,0 1,0-1,0 0,0 0,0 0,0 1,0-1,0 0,0 1,1-1,-1 1,0 0,0-1,1 1,-1 0,0 0,0 0,1 0,-1 0,0 0,1 0,-1 0,0 0,0 1,1-1,-1 0,0 1,0-1,0 1,1-1,-1 1,0 0,0 0,0-1,0 1,0 0,0 0,-1 0,1 0,0 0,0 0,-1 0,1 0,0 1,-1-1,1 0,-1 0,16 151,-13-148,0 0,1 0,-1 0,1-1,0 1,0-1,0 0,0 0,0 0,1-1,-1 0,1 1,0-1,-1-1,1 1,0-1,0 0,0 0,0 0,0-1,1 0,-1 0,0 0,0-1,0 1,0-1,0 0,4-2,32-2</inkml:trace>
  <inkml:trace contextRef="#ctx0" brushRef="#br1" timeOffset="125172.08">0 395,'7'14,"9"11,9 6,9 2,5 3,6-1,2 1,-3-4,-2-2,-3-5,-7-3,-8-7</inkml:trace>
  <inkml:trace contextRef="#ctx0" brushRef="#br1" timeOffset="125414.514">309 395,'-16'16,"-8"15,-4 10,1 8,2 4,3 3,6-2,5 0,5-6,3-10</inkml:trace>
  <inkml:trace contextRef="#ctx0" brushRef="#br1" timeOffset="125711.72">509 569,'0'0,"30"-5,0 2,0 1,1 1,-1 2,0 1,1 2,-28-4,1 0,-1 0,0 1,0-1,0 1,0 0,0 0,0 0,0 0,0 1,0-1,-1 1,1 0,0 0,-1 0,1 0,-1 0,0 0,0 1,0-1,0 1,0 0,-1-1,1 1,-1 0,1 0,-1 0,0 0,0 0,-1 0,1 0,0 0,-1 1,0-1,0 0,0 0,0 0,-5 14,0 0,-2 0,1-1,-2 0,0 0,-1-1,-1 0,0-1,-1 0,-3 3,-25 35,30-38,4-8,0 0,1 0,0 0,0 1,1-1,0 1,0 0,0 0,1 0,0 1,0-1,1 4,1-9,0 0,1-1,-1 1,1-1,-1 1,1-1,0 1,0-1,0 1,0-1,0 0,0 1,0-1,0 0,0 0,1 0,-1 0,0 0,1 0,-1 0,1 0,-1-1,1 1,-1-1,1 1,-1-1,1 1,0-1,-1 0,1 0,0 0,0 0,14 2,1-2,-1 0,1-1,-1-1,1 0,6-3,48-9</inkml:trace>
  <inkml:trace contextRef="#ctx0" brushRef="#br1" timeOffset="129058.277">281 1050,'5'106,"5"-1,9 32,-3-30,-5 1,-4 19,-7-110,13 146,1-100,-2 1,-4 0,-1 17,6 215,-13 111,13-227,23 174,40 466,-59-559,-12 152,-6-276,29 364,-28 323,13-437,-5 228,-2-48,-7-347,1 1523,-8-1540,-14 48,3-35,0 158,-2-15,5-159,-35 666,33-327,-47 238,28 2,40-234,-1-474,1 604,-17-36,14-624,-1 47,2 0,2-1,4 1,2-1,10 32,-4-43</inkml:trace>
  <inkml:trace contextRef="#ctx0" brushRef="#br1" timeOffset="131145.908">442 1932,'-7'6,"-1"0,1 0,1 0,-1 1,1 0,0 0,1 1,-1-1,1 1,1 1,0-1,0 1,1-1,0 1,0 0,1 0,0 0,0 9,2-15,1 0,0 0,0 0,1 0,-1 0,1 0,-1 0,1-1,0 1,0 0,0-1,0 0,1 1,-1-1,1 0,-1 0,1-1,0 1,-1 0,1-1,0 0,0 1,0-1,0-1,0 1,1 0,-1-1,0 1,0-1,0 0,1 0,-1 0,0-1,0 1,0-1,0 1,1-1,-1 0,0-1,-1 1,1 0,0-1,0 1,0-1,-1 0,3-2,0 2,1-1,0 0,-1 0,1-1,-1 0,0 0,0 0,0 0,-1-1,0 0,1 0,-2 0,1 0,-1-1,1 1,-2-1,1 0,-1 0,1 0,-2 0,2-3,-4 7,1-1,-1 1,1 0,-1-1,0 1,0 0,0-1,0 1,0 0,-1 0,1 0,-1 0,1 0,-1 0,0 0,0 1,1-1,-1 1,0-1,-1 1,1 0,0 0,0 0,0 0,-1 0,1 0,-1 0,-67-10,65 12,0-1,1 1,-1 0,1 0,-1 1,1-1,0 1,0 0,0 0,0 0,0 1,0 0,0-1,1 1,-1 0,1 1,0-1,0 1,0-1,1 1,-1 0,1 0,0 0,0 0,0 0,0 1,1-1,0 1,0-1,0 1,0-1,1 1,0-1,0 1,0 0,0-1,1 1,0-1,0 1,0-1,0 1,1-1,0 1,0-2,0 0,1 0,-1 0,1-1,0 1,0-1,0 1,0-1,1 0,-1 0,1 0,-1-1,1 1,-1-1,1 0,0 0,0 0,-1-1,1 1,0-1,0 0,0 0,0 0,0 0,-1-1,1 0,0 1,0-1,-1-1,1 1,3-2,-4 2,0 0,-1 0,1 0,0 0,0 0,-1-1,1 1,0-1,-1 0,0 0,1 0,-1 0,0 0,0 0,0-1,0 1,-1-1,1 1,-1-1,1 0,-1 0,0 0,0 1,0-1,-1 0,1 0,-1 0,1 0,-1 0,0 0,0 0,0 0,-1 0,1-1,-1 2,0-1,1 0,-1 0,-2-2,0 1,0 0,-1 0,1 1,-1-1,0 1,0 0,-1 0,1 1,0-1,-1 1,0 0,0 0,1 1,-1-1,0 1,0 0,0 0,0 1,0-1,-1 1,1 0,0 1,-2 0,53 5,367 12,122-14,-406-13,-127 9,0 1,0 0,0 0,-1 0,1 0,0 0,0 0,-1 1,1-1,-1 1,0-1,1 1,-1-1,0 1,0 0,0 0,0-1,0 1,0 0,0 0,-1 0,1 0,-1 0,1 0,-1 0,0 0,0 0,0 0,0 0,0 0,0 0,-1 0,1 0,-1 0,1 0,-1 0,0 0,0 1,0 10,-18 397,27-360,-3-43</inkml:trace>
  <inkml:trace contextRef="#ctx0" brushRef="#br1" timeOffset="131689.275">1164 2507,'6'3,"13"0,13-1,18-2,13-3,10-2,7-2,-2 1,-5 0,-8 2,-10 2,-13 3,-11 1,-11 1</inkml:trace>
  <inkml:trace contextRef="#ctx0" brushRef="#br1" timeOffset="132161.807">1164 2441,'-3'16,"0"14,1 14,2 10,3 8,2 6,2 2,2-1,2-3,1-5,-1-13</inkml:trace>
  <inkml:trace contextRef="#ctx0" brushRef="#br1" timeOffset="132792.283">1899 2427,'-2'21,"-3"17,-1 17,1 12,1 6,1 5,4 0,4-5,0-4,0-15</inkml:trace>
  <inkml:trace contextRef="#ctx0" brushRef="#br1" timeOffset="133640.005">856 3002,'61'11,"0"-3,0-3,1-2,-1-4,14-3,-54 4,884-22,-809 22,-67 0</inkml:trace>
  <inkml:trace contextRef="#ctx0" brushRef="#br1" timeOffset="134659.402">870 2962,'-18'188,"13"-154,3 1,1 0,1-1,2 1,2 0,1-1,1 0,2 0,2 0,4 9,-1-18,2 0,0-1,2-1,1 0,0-1,2-1,0-1,1-1,1 0,1-2,1-1,0 0,1-2,0-1,1-1,1-1,0-1,0-2,1-1,0 0,0-3,1 0,-1-2,1-1,0-1,-1-1,1-2,-1-1,1-1,22-7,-10 0,-1-2,-1-1,0-2,-1-2,0-1,-2-2,-1-2,-1-1,0-1,-1-4,-19 16,-1-1,-1-1,-1 0,0-1,-1 0,0 0,-2-1,0 0,-1-1,-1 0,0 0,-2 0,0 0,-1-1,5-50,-4 0,-2 0,-5-22,2 50,1 24,-9-44,3 56</inkml:trace>
  <inkml:trace contextRef="#ctx0" brushRef="#br1" timeOffset="135471.332">1284 3965,'-8'15,"1"0,0 1,1 0,1 1,1-1,0 1,1 0,1 0,0 0,2 0,0 10,0-20,1 0,1 0,-1 0,1 0,0 0,1-1,-1 1,1-1,1 1,-1-1,1 0,0 0,1-1,-1 1,1-1,0 0,0 0,1-1,-1 0,1 1,0-2,0 1,1-1,-1 0,1 0,-1-1,1 0,0 0,3 0,2 1,-1-1,1-1,-1 0,1 0,0-1,-1-1,1 0,-1 0,1-1,-1-1,0 1,1-2,-2 0,1 0,0-1,-1-1,9-5,-12 5,0 0,0 0,0-1,-1 0,0 0,0-1,-1 0,0 0,-1 0,1 0,-1-1,-1 0,0 0,0 0,-1 0,0 0,0 0,-1-1,-1 1,1 0,-2-1,1 1,-1-1,0 1,-1 0,0 0,-1 0,0 0,0 0,-1 0,0 1,0 0,-1 0,0 0,-1 0,0 1,0-1,0 2,-1-1,0 1,-5-3,6 4,0 2,0-1,0 1,-1 0,1 0,-1 0,0 1,0 0,0 1,0 0,0 0,0 0,-1 1,1 0,0 0,0 1,0 0,0 0,0 0,0 1,0 0,0 1,1 0,-1 0,-3 2,-4 3,1 0,-1 1,1 1,1 0,0 0,0 1,1 1,1 0,0 1,-8 12,-9 22</inkml:trace>
  <inkml:trace contextRef="#ctx0" brushRef="#br1" timeOffset="138990.492">1405 4393,'-12'29,"11"-26,-1 60,2 0,3 0,9 42,-5-42,-1 40,-4 0,-4 0,-13 78,3 164,12-162,-6-102,-4-1,-12 48,-6 38,-45 380,56-277,13 131,4-268,38 320,-22-189,-3-76,1 153,-1-20,-13-305,0 58,3 0,10 43,-7-78,7 41,-3 1,-1 37,-5 30,22 131,-8-53,-5 86,0-21,1 12,-8 139,-7-272,1 1284,14-1146,-43 303,16-302,1-78,-13 34,30 24,0-178,4 224,-5-199,-13 112,6 352,17-359,13 65,13-49,-41-32,-1-219,-1-11</inkml:trace>
  <inkml:trace contextRef="#ctx0" brushRef="#br1" timeOffset="139610.631">416 16852,'-3'2,"0"8,0 11,1 14,0 14,1 16,0 19,3 15,2 13,-1 9,2 4,-1-4,1-22</inkml:trace>
  <inkml:trace contextRef="#ctx0" brushRef="#br1" timeOffset="167638.591">2114 7641,'0'0</inkml:trace>
  <inkml:trace contextRef="#ctx0" brushRef="#br1" timeOffset="169035.104">3142 850,'2'-23,"1"0,1 0,1 0,1 1,1 0,0 0,9-15,-8 22,-3 16,-7 57,-7 26,4 1,4-1,8 78,1-104</inkml:trace>
  <inkml:trace contextRef="#ctx0" brushRef="#br1" timeOffset="170350.239">5709 796,'0'15,"-1"9,2-1,0 1,1 0,2-1,3 12,-6-29,1-1,0 1,0-1,0 0,1 0,0 0,0 0,0 0,0-1,1 1,0-1,0 0,0 0,0 0,1-1,-1 1,1-1,0 0,0 0,0-1,1 0,-1 0,0 0,1 0,1-1,2 0,0-1,0 0,0 0,0-1,0-1,0 1,-1-1,1-1,0 1,-1-2,0 1,1-1,-2 0,1-1,0 0,-1 0,0-1,0 0,0 0,-1 0,0-1,0 0,-1 0,0 0,0-1,-1 0,0 0,0 0,0-1,-1 1,-1-1,0 1,0-1,0 0,-1 0,-1 0,1-9,-2 12,-1 0,1-1,-1 1,0 0,0 0,-1 0,0 0,0 1,0-1,-1 1,0 0,0 0,0 0,-1 0,1 1,-1 0,0 0,0 0,-1 0,1 1,-1 0,0 0,0 0,0 1,0 0,0 0,0 1,0 0,-1 0,1 0,-1 1,1-1,-1 2,1-1,0 1,-1 0,1 0,0 1,0-1,-1 1,1 1,1-1,-1 1,0 0,1 1,-2 0,-7 9,1 0,1 1,0 1,0 0,1 0,1 1,1 0,0 1,1 0,1 1,-1 6,-24 58</inkml:trace>
  <inkml:trace contextRef="#ctx0" brushRef="#br1" timeOffset="199345.376">25522 4272,'16'35,"-2"-15,1 0,1-1,1 0,1-2,0 0,1-1,1 0,0-2,2-1,-1 0,1-1,1-2,0 0,1-2,9 3,-24-9,1 1,-1-2,0 1,1-1,-1 0,1-1,-1 0,1-1,-1 0,0 0,1-1,-1-1,0 1,0-1,0-1,-1 1,1-2,-1 1,0-1,0 0,0-1,-1 0,1 0,-2-1,1 0,-1 0,0 0,0-1,2-4,-4 5,-1 0,1 0,-1-1,-1 1,1-1,-1 0,0 0,-1 0,0 0,-1 0,1 0,-1 0,-1 0,1 0,-2-3,1 9,1 0,-1 0,0 0,0 1,0-1,0 0,0 0,0 1,-1-1,1 1,0-1,-1 1,1-1,-1 1,0 0,1 0,-1 0,0 0,0 0,0 0,0 0,0 1,0-1,0 1,0-1,0 1,0 0,0 0,0 0,0 0,0 0,0 0,0 1,0-1,0 0,0 1,0 0,0-1,0 1,1 0,-1 0,0 0,0 0,1 1,-1-1,1 0,-1 1,1-1,-1 1,1-1,0 1,-1 1,-8 13,0 1,1 0,1 1,0 0,2 1,0 0,1 0,1 0,0 0,2 0,0 1,1 0,1-1,2 11,2 44,4 0,3 0,17 57,18 133,-48-140,2-121,-1 1,1 0,-1 0,0 0,0-1,-1 1,1-1,-1 1,1-1,-1 1,0-1,-1 0,1 0,-1 0,1 0,-1 0,0-1,0 1,0-1,0 0,0 1,-1-1,1-1,-1 1,1-1,-1 1,0-1,1 0,-1 0,-1-1,-6-1,1-2,-1 0,0 0,1-1,0 0,-1 0,2-1,-1-1,1 0,-1 0,2-1,-1 0,1 0,0-1,0 0,1-1,0 1,1-2,0 1,-14-14,2 0,1-2,1 0,1 0,1-2,1 1,-6-20,18 45,0-1,0 0,0 0,0 0,1 0,-1 0,0 0,1 0,0 0,-1 0,1 0,0 0,0 0,0 0,0 0,0 0,1 0,-1 0,1 0,-1 0,1 0,0 0,-1 0,1 0,0 0,1 1,-1-1,0 0,0 1,1-1,-1 1,1-1,-1 1,1 0,-1-1,1 1,0 0,0 0,0 0,0 0,-1 1,1-1,0 0,0 1,2-1,25-3,1 1,0 2,-1 0,16 3,1 0,382 3,-381-3,-46-1,-1 0,1-1,-1 1,0 0,1-1,-1 1,0 0,0 0,1 0,-1-1,0 1,0 0,0 0,0-1,0 1,0 0,0 0,0 0,0-1,0 1,-1 0,1 0,0-1,0 1,-1 0,1 0,0-1,-1 1,1 0,-1-1,1 1,-1-1,0 1,1 0,-1-1,1 1,-1-1,0 0,1 1,-1-1,0 1,-2 2,-2 3,0 0,0 0,0 0,1 0,0 1,1 0,-1 0,1 0,1 0,-1 0,1 1,0-1,1 1,0-1,0 1,1 0,0-1,0 1,1 0,-1-1,2 1,-1-1,1 1,0-1,1 0,0 1,0-1,0-1,1 1,0 0,1-1,-1 0,5 4,0-2,1-1,0-1,0 0,1 0,0-1,0 0,0-1,1 0,-1-1,1 0,0-1,0 0,0-1,0 0,0-1,0 0,0-1,0-1,-1 1,1-2,0 0,-4 0,-1-1,0 0,0 0,-1 0,1-1,-1 0,0 0,0-1,-1 1,0-1,0-1,0 1,0-1,-1 1,0-1,-1-1,0 1,0 0,0-1,-1 1,0-1,-1 0,1 0,-1 0,-1 0,0 0,0 0,0 0,-1 0,-1 1,1-1,-1 0,0 0,-1 1,0-1,0 1,0 0,-1 0,0 0,-1 0,1 1,-1 0,-1 0,1 0,-1 1,0-1,0 1,-1 1,1-1,-1 1,0 0,0 1,0-1,-1 2,-4-2,0 2,-1 2,1-1,0 2,-1 0,1 0,0 1,-1 0,1 1,0 1,1 0,-1 1,1 0,0 0,-1 2,-44 23</inkml:trace>
  <inkml:trace contextRef="#ctx0" brushRef="#br1" timeOffset="197227.582">6578 4820,'0'0,"-1"0,1-1,0 1,-1 0,1-1,-1 1,1 0,0 0,-1-1,1 1,-1 0,1 0,-1 0,1-1,-1 1,1 0,-1 0,1 0,-1 0,1 0,-1 0,1 0,-1 0,1 0,-1 0,1 1,-1-1,1 0,-1 0,1 0,-1 1,1-1,-1 0,1 0,0 1,-1-1,1 0,-1 1,1-1,0 0,-1 1,1-1,0 1,0-1,-1 1,1-1,0 1,0-1,0 1,-3 4,0 0,0 0,1 0,0 1,0-1,0 1,1-1,0 1,0-1,0 1,1 0,0 0,0-1,0 1,1 0,0-1,0 2,0-5,0-1,0 1,0 0,1 0,-1-1,0 1,1 0,-1-1,1 1,-1-1,1 0,0 0,0 0,0 0,0 0,-1 0,1 0,0 0,1-1,-1 1,0-1,0 1,0-1,0 0,0 0,0 0,0 0,1 0,-1-1,0 1,0 0,0-1,0 0,0 0,0 1,0-1,0 0,-1 0,1-1,0 1,0 0,-1-1,1 1,-1-1,1 1,-1-1,0 0,1 1,-1-1,1-5,0 1,-1 0,0-1,0 1,0-1,0 0,-1 1,-1-1,1 0,-1 1,0-1,-2-5,2 10,-1 0,0 0,0 1,0-1,0 1,0-1,0 1,0 0,0 0,-1 0,1 0,0 0,-1 1,1-1,0 1,-1-1,1 1,-1 0,1 0,-1 0,1 0,-1 0,1 1,-1-1,1 1,0-1,-1 1,1 0,0 0,0 0,-1 0,1 1,0-1,0 1,0-1,1 1,-1 0,-1 0,-2 4,-1-1,1 1,0 0,0 1,1-1,-1 1,1 0,1 0,0 0,0 0,0 1,0 4,1-9,1 1,1 0,-1-1,0 1,1 0,0 0,0-1,0 1,0 0,1-1,-1 1,1 0,0-1,0 1,0 0,1-1,-1 0,1 1,0-1,0 0,0 0,0 0,1 0,-1 0,1 0,-1-1,2 1,2 1,0-1,0 1,0-1,1 0,0-1,-1 0,1 0,0 0,0-1,0 0,0 0,0-1,0 0,0 0,0 0,0-1,3-1,-6 1,1 0,-1 0,0 0,0-1,0 1,0-1,0 0,0 0,0-1,0 1,-1-1,0 0,1 0,-1 0,0 0,0 0,-1-1,1 0,-1 1,1-1,-1 0,0 0,-1 0,1 0,-1 0,0-1,1-3,-1 3,0 0,-1-1,0 1,0 0,0 0,0-1,-1 1,0 0,0 0,-1 0,1 0,-1 0,0 0,0 0,-1 1,1-1,-1 1,0-1,0 1,-1 0,1 0,-1 1,0-1,0 1,0 0,0 0,-1 0,1 0,-1 1,0 0,0 0,0 0,0 0,0 1,0 0,0 0,0 0,0 1,-4 0,2 2,0 1,0 0,0 1,1 0,-1 0,1 0,0 1,0-1,1 1,-1 1,1-1,1 1,-1 0,1 0,0 1,0-1,0 1,1 0,0 0,1 0,0 0,-1 4,1-7,1 0,-1 0,1 0,0 0,0 0,1 0,-1 0,1 0,0 1,0-1,0 0,1 0,-1 0,1 0,0 0,0 0,1 0,-1 0,1 0,0 0,0-1,0 1,0-1,1 1,0-1,-1 0,1 0,0 0,0 0,1-1,-1 1,1-1,-1 0,1 0,0 0,-1 0,1-1,0 0,2 1,5 1,1 0,-1-1,0-1,1 0,-1 0,1-1,-1-1,1 0,-1 0,9-3,-15 3,-1 0,1-1,-1 1,1-1,-1 0,0 0,0 0,0 0,0-1,0 0,0 0,-1 0,1 0,-1 0,0-1,0 1,0-1,0 0,-1 0,0 0,0 0,0-1,0 1,0 0,-1-1,0 1,0-3,-1-1,-1 1,0-1,-1 1,0 0,0-1,-1 1,0 0,0 0,-1 1,1-1,-1 1,-1-1,1 1,-1 1,0-1,-1 1,1 0,-1 0,0 0,0 1,-1 0,1 0,-1 0,0 1,-2-1,6 3,0-1,0 0,0 1,0 0,0-1,0 1,-1 0,1 1,0-1,-1 1,1-1,0 1,-1 0,1 0,0 1,-1-1,1 0,0 1,-1 0,1 0,0 0,0 0,0 1,0-1,0 1,0 0,0 0,0 0,1 0,-1 0,1 1,-1-1,1 3,0 0,0 0,1 1,0-1,-1 0,2 1,-1-1,1 1,-1-1,2 0,-1 1,0-1,1 1,0-1,1 0,-1 1,1-1,0 0,0 0,0 0,1-1,0 1,0 0,0-1,0 0,1 0,0 0,0 0,0 0,0-1,0 1,1-1,-1-1,1 1,0-1,0 1,0-1,0-1,0 1,1-1,-1 0,0 0,1 0,-1-1,1 0,-1 0,1 0,-1-1,0 1,1-1,-1-1,5-1,-7 2,0 0,0-1,0 1,0-1,-1 0,1 0,0 0,-1-1,1 1,-1 0,0-1,0 0,0 1,0-1,-1 0,1 0,-1 0,1 0,-1 0,0 0,0-1,0 1,-1 0,1-1,-1 1,0 0,0-1,0 1,0 0,-1-1,1 1,-1 0,0-4,0 1,-1-1,0 1,0 0,0 0,-1 0,0 0,0 0,0 0,-1 1,0-1,0 1,0 0,-1 1,0-1,0 1,1 1,1 0,-1 0,0 1,-1-1,1 1,0 0,-1 1,1-1,-1 1,1 0,-1 0,0 0,1 0,-1 1,0 0,0 0,1 0,-1 1,0 0,1 0,-1 0,0 0,1 0,-1 1,1 0,0 0,0 0,-2 2,6-3,-1 0,1 0,-1 0,1 1,-1-1,1 0,0 0,-1 1,1-1,0 0,0 0,0 1,0-1,0 0,1 0,-1 1,0-1,0 0,1 0,-1 1,1-1,-1 0,1 0,0 0,-1 0,1 0,0 0,0 0,0 0,-1 0,1 0,0 0,0-1,0 1,0 0,1-1,-1 1,0-1,0 1,0-1,1 1,-1-1,0 0,0 1,1-1,-1 0,0 0,0 0,1 0,-1 0,0-1,0 1,1 0,-1 0,0-1,0 1,0-1,1 1,-1-1,0 0,-1 0,1 0,-1 0,0 1,1-1,-1 0,0 0,0 0,1 0,-1 0,0 0,0 0,0 0,0 0,0 0,0 0,-1 1,1-1,0 0,0 0,-1 0,1 0,0 0,-1 0,1 1,-1-1,1 0,-1 0,0 1,1-1,-1 0,0 1,1-1,-1 0,0 1,0-1,1 1,-1-1,0 1,0 0,0-1,0 1,0 0,0 0,0-1,0 1,0-1,0 0,0 0,0 1,-1-1,1 0,0 0,0 1,0-1,-1 1,1-1,0 1,-1-1,1 1,-1 0,1 0,0-1,-1 1,1 0,-1 0,1 1,0-1,-1 0,1 0,-1 1,1-1,0 1,-1-1,31 13,206-12,-168-5,0-2,47-11,107-10,98 5,93-23,-72 19,450-19,-68 35,-462 12,299-13,-78 0,330 0,15-5,-135 11,-40 19,-509-14,686 14,19 25,368-12,-1116-27,1069 17,-270-15,-796-5,351 0,364-15,102-5,-73 10,-778 13,742-17,-353 7,-697-7,156 5,0-3,2-4,0-3,-12-8,276 71,71 28,-89-23,56 5,-181-41,-53-5,-158 4,52 15,-95 33,107-27,-57 20,148-39,26-3,35-8,-31 0</inkml:trace>
  <inkml:trace contextRef="#ctx0" brushRef="#br1" timeOffset="198185.949">23877 4700,'148'17,"0"-7,137-9,-168-1,190-1,-298 1,-6 0,0-1,1 0,-1 1,0 0,0 0,0 0,0 0,0 1,0-1,0 1,0-1,0 1,0 0,0 0,-1 1,1-1,0 1,-1-1,1 1,-1 0,1 0,-1 0,0 0,0 0,0 0,0 1,0-1,0 1,0 2,1 3</inkml:trace>
  <inkml:trace contextRef="#ctx0" brushRef="#br1" timeOffset="-192277.04">6565 5836,'-2'-1,"1"0,-1 1,0-1,0 1,1-1,-1 1,0-1,0 1,0 0,1 0,-1 0,0 0,0 0,0 0,0 1,1-1,-1 1,0-1,0 1,1 0,-1-1,0 1,1 0,-1 0,1 0,-1 0,1 1,-1-1,1 0,0 0,0 1,0-1,0 1,0-1,0 1,0 0,0-1,0 1,1 0,-1 0,1-1,-1 1,1 0,0 0,-1 2,0-1,0 1,0 0,1 0,0 0,-1-1,2 1,-1 0,0 0,1 0,-1-1,1 1,0 0,1 0,-1-1,0 1,1-1,0 0,0 1,0-1,0 0,1 0,-1 0,1 0,-1-1,1 1,0-1,0 1,1-1,-1 0,0 0,1 0,-1-1,1 0,-1 1,1-1,0 0,0 0,-1-1,1 1,0-1,-1 1,1-1,0 0,-1 0,1-1,0 1,-1-1,1 0,-1 0,1 0,-1 0,1-1,-1 1,0-1,1 0,-1 0,0 0,-1 0,1-1,0 1,-1-1,1 0,-1 0,0 0,1 0,-2 0,1 0,0 0,-1-1,1 1,-1 0,0-1,0 0,0 1,-1-1,1 1,-1-1,0 0,1 0,0 0,0-1,-1 1,0 0,0 0,0 0,0 0,-1 0,1 0,-1 0,0-1,0 2,-1-1,1 0,-1 0,0 0,0 1,0-1,0 1,-1-1,1 1,-1 0,0 0,0 0,0 0,0 1,-1-1,1 1,-1 0,1 0,-1 0,0 1,0-1,0 1,-3-1,3 2,0 0,0 0,0 0,0 1,0-1,0 1,0 0,0 0,0 1,0-1,1 1,-1 0,1 0,-1 0,1 0,0 1,0-1,0 1,0 0,0 0,0 0,1 0,0 0,0 1,-1 0,-1 2,0 1,1-1,0 1,0 0,0-1,1 1,0 1,0-1,1 0,0 0,0 1,1-1,0 5,0-9,1 0,0 0,0 0,0 0,0 0,0 0,1 0,-1 0,1 0,0 0,0-1,0 1,0-1,0 0,1 1,-1-1,1 0,0 0,-1 0,1-1,0 1,0-1,0 0,0 1,0-1,0-1,0 1,1 0,-1-1,0 1,1-1,4 1,0-1,0 1,0-1,0-1,0 1,1-1,-1-1,-1 0,1 0,0 0,0-1,1-1,-7 3,1-1,0 1,-1-1,1 0,-1 0,0 0,1 0,-1-1,0 1,0 0,-1-1,1 0,0 1,-1-1,0 0,1 0,-1 0,0 0,-1 0,1 0,0 0,-1 0,0 0,0 0,0 0,0-1,0 1,0 0,-1 0,0 0,1 0,-1 0,0 0,-1 0,1 0,0 1,-1-1,0 0,0 1,1-1,-1 1,-1 0,1-1,0 1,0 0,-1 0,0 1,1-1,-3-1,-1 0,0 0,0 1,0 0,0 0,0 0,0 1,0 0,-1 0,1 0,0 1,-1 0,1 0,-1 1,1-1,0 2,-1-1,1 1,0 0,0 0,0 0,0 1,1 0,-5 2,10-5,-1 1,1-1,-1 0,1 0,-1 0,1 0,-1 1,1-1,-1 0,1 0,-1 1,1-1,-1 0,1 1,-1-1,1 1,0-1,-1 0,1 1,0-1,-1 1,1-1,0 1,0-1,0 1,-1-1,1 1,0-1,0 1,0 0,0-1,0 1,0-1,0 1,0-1,0 1,0-1,0 1,0-1,0 1,1 0,-1-1,0 1,0-1,1 1,-1-1,0 0,1 1,-1-1,0 1,1-1,-1 0,0 1,1-1,-1 1,1-1,-1 0,1 0,-1 1,1-1,-1 0,1 0,-1 0,1 0,-1 1,1-1,0 0,39 5,-6-13,-52 2,16 7,0-1,0 1,-1 0,1-1,0 1,0 0,0 0,0 1,0-1,0 0,1 1,-1-1,0 1,1-1,-1 1,1 0,-1 0,1 0,0 0,0 0,0 0,0 0,0 0,0 0,0 0,1 1,-1-1,1 0,0 0,0 1,0-1,0 0,0 0,0 1,0-1,1 0,-1 1,1-1,0 0,-1 0,1 0,0 0,0 0,1 0,-1 0,0 0,1 0,-1 0,1-1,-1 1,1-1,0 1,1 0,-1 0,0 0,1 0,-1 0,1 0,-1 0,1 0,0-1,0 1,-1-1,1 0,0 0,0 0,0 0,1-1,-1 1,0-1,0 0,0 0,0 0,0 0,0 0,1-1,-1 1,0-1,0 0,0 0,0 0,-1-1,1 1,0 0,0-1,-1 0,1 0,-1 0,1 0,-1 0,0 0,0 0,0-1,0 1,0-1,-1 0,2-2,0 1,-1-1,1 1,-1 0,0-1,-1 1,1-1,-1 0,0 1,0-1,0 0,-1 0,0 0,0 0,0 0,0 1,-1-1,0 0,0 0,0 0,0 1,-1-1,0 1,0-1,0 1,-1 0,1 0,-1-1,0 2,0-1,0 0,-1 1,1-1,-1 1,0 0,-2-1,0 1,0 1,0 0,-1 1,1-1,0 1,-1 0,1 1,-1 0,1 0,-1 0,1 0,0 1,-1 0,1 1,0 0,-1 0,1 0,0 0,1 1,-1 0,0 0,1 1,0-1,-1 1,1 1,1-1,-1 1,1-1,0 1,0 0,0 1,1-1,-1 1,1 0,1-1,-1 1,1 0,0 1,0-1,0 5,2-8,0 0,0 0,0 1,1-1,-1 0,1 0,-1 0,1 0,0 0,1 0,-1 0,0 0,1 0,-1-1,1 1,0 0,0-1,0 0,0 1,1-1,-1 0,0 0,1 0,0 0,-1-1,1 1,0-1,0 0,0 1,0-1,1 0,3 1,0 0,0 0,1-1,-1 0,0 0,1-1,-1 1,1-2,-1 1,0-1,1 0,-1-1,1 0,-3 1,0 0,0-1,0 0,0 0,-1 0,1 0,-1-1,1 0,-1 1,0-2,0 1,-1 0,1-1,0 0,-1 0,0 0,0 0,0 0,-1-1,0 1,1-1,-1 1,-1-1,1 0,-1 0,0 0,0 0,0 0,-1 0,1 0,-1 0,-1 0,1-1,-1 1,0 0,0 0,0 0,-1 1,1-1,-1 0,-3-4,1 4,-1 0,1 0,-2 0,1 0,0 1,-1 0,0 0,0 1,0-1,0 1,-1 0,1 1,-1 0,1 0,-1 0,0 1,0 0,0 0,3 1,0-1,0 1,1 0,-1 1,0-1,1 1,-1-1,0 1,1 0,-1 1,1-1,-1 0,1 1,0 0,0 0,0 0,0 0,0 0,0 1,0-1,1 1,-1 0,1 0,0 0,0 0,0 0,0 0,0 1,1-1,-1 1,1-1,0 1,0 3,0-4,0 0,1 0,-1 0,1 0,0 0,0 1,0-1,1 0,-1 0,1 0,-1 0,1 0,0 0,0 0,1 0,-1 0,1 0,-1-1,1 1,0 0,0-1,0 0,0 1,0-1,1 0,-1 0,1 0,-1 0,1-1,0 1,0-1,-1 1,1-1,0 0,0 0,0-1,1 1,-1 0,0-1,0 0,0 0,0 0,0 0,1 0,-1-1,1 0,116-39,-10 29,1 5,75 8,-57-1,456-9,-222-8,-152 13,-210 3,-1 0,1 0,0 0,0 0,0 0,0 0,0 0,0 0,0 0,-1 0,1 0,0 0,0 1,0-1,0 0,0 1,-1-1,1 1,0-1,0 1,-1-1,1 1,0-1,-1 1,1 0,-1-1,1 1,-1 0,1 0,-1-1,1 1,-1 0,1 0,-1 0,0 0,0-1,0 1,1 0,-1 0,0 0,0 0,0 0,-7 2</inkml:trace>
  <inkml:trace contextRef="#ctx0" brushRef="#br1" timeOffset="-189258.834">3918 6250,'-4'0,"0"-1,-1 1,1-1,-1 1,1 1,-1-1,1 1,0-1,-1 1,1 1,0-1,0 0,0 1,-1 0,2 0,-1 0,0 1,0-1,1 1,-1 0,1 0,0 0,0 0,0 1,0-1,1 1,0 0,-1-1,1 1,0 0,1 0,-2 5,2-6,1 1,-1-1,1 0,0 1,0-1,0 1,0-1,0 0,1 1,0-1,0 0,0 1,0-1,0 0,1 0,-1 0,1 0,0 0,0 0,0-1,0 1,0 0,0-1,1 0,0 0,-1 1,1-1,0-1,0 1,0 0,0-1,0 0,0 1,1-1,-1 0,1-1,4 3,1-1,0 0,0-1,0 0,0 0,0-1,0 0,0 0,0-1,4-2,-9 3,-1-1,0 0,0 0,0 0,0 0,0-1,0 1,0-1,0 1,-1-1,1 0,-1 0,1-1,-1 1,0 0,0-1,0 0,0 1,0-1,-1 0,1 0,-1 0,1 0,-1 0,0 0,-1 0,1 0,0-1,-1 1,0 0,1-2,-1 0,0 0,-1 1,1-1,-1 0,0 1,0-1,0 0,-1 1,0 0,1-1,-2 1,1 0,0 0,-1 0,0 0,0 0,0 1,0-1,-1 1,1 0,-1 0,0 0,0 1,0-1,0 1,0 0,-1 0,1 0,-1 1,1-1,-1 1,1 0,-1 1,0-1,0 1,1 0,-1 0,0 0,-3 1,4 1,0-1,1 1,-1-1,1 1,0 0,-1 1,1-1,0 1,0-1,1 1,-1 0,0 0,1 0,0 0,0 0,0 1,0-1,0 1,1-1,-1 1,1 0,0-1,0 1,0 2,0 1,-1 1,1 0,1-1,-1 1,1-1,1 1,-1 0,1-1,1 1,-1-1,1 1,1 1,1-4,-1 1,1-1,1 0,-1 0,1 0,0 0,0-1,0 0,0 0,1 0,0-1,0 0,0 0,0 0,0-1,0 0,1 0,-1-1,1 1,-1-2,1 1,0 0,-1-1,1-1,0 1,-1-1,1 0,-1 0,1-1,-1 0,1 0,-1-1,0 0,0 0,0 0,-1 0,1-1,-1 0,0 0,0-1,0 0,0 1,-1-1,1-2,-2-1,0 1,0-1,-1 1,-1-1,1 0,-1 0,0 0,-1 0,0 1,0-1,-1 0,0 0,0 0,-1 0,0 1,0-1,-1 0,0 1,0 0,0 0,-1 0,-1 0,1 1,-1-1,0 1,0 0,-1 1,0-1,0 1,0 0,0 1,-1-1,0 1,0 1,0-1,0 1,-8-2,10 5,0-1,-1 1,1 1,0-1,0 1,-1 0,1 0,0 0,0 1,0 0,0 0,0 0,1 0,-1 1,1 0,-1 0,1 0,0 0,0 1,0 0,-1 2,-3 2,1 1,0 0,1 0,-1 0,2 1,-1 0,2 1,-1-1,-1 7,4-12,0 0,0 0,1 0,0 0,0 0,0 0,0 0,1 0,0 0,0 1,0-1,1 0,-1 0,1 0,1 0,-1 0,1 0,-1 0,2 0,-1-1,0 1,1-1,0 1,0-1,0 0,0 0,1 0,0-1,1 2,7 0,-1-1,1 0,0-1,0-1,0 0,0 0,1-1,-1-1,0 0,0 0,1-1,-1-1,0 0,0-1,0 0,0-1,2-2,-8 5,-1 0,0 0,0-1,-1 0,1 0,0 0,-1 0,1-1,-1 0,0 0,0 0,0 0,0-1,0 1,-1-1,1 0,-1 0,0-1,-1 1,1-1,-1 1,0-1,0 0,0 0,0 0,-1 0,0 0,0 0,-1 0,1 0,-1 0,0 0,0-1,-1 1,1 0,-2-4,-3 0,-1 1,1 1,-1-1,0 1,-1 0,0 0,0 1,0-1,-1 2,0-1,0 1,0 0,-1 1,1 0,-1 1,0-1,0 2,-1-1,1 1,-1 1,1-1,-1 2,1-1,-1 1,1 1,-1 0,-7 1,14-1,-1-1,0 1,0 0,0 0,0 0,1 0,-1 1,1-1,-1 1,1 0,-1 0,1 0,0 1,0-1,0 1,0 0,1-1,-1 1,1 0,0 1,0-1,0 0,0 1,0-1,1 1,-1 0,1 0,3-2,-1 1,1-1,0 0,0 1,0-1,0 0,1 0,-1 0,1-1,-1 1,1-1,0 1,-1-1,1 0,0 0,0 0,0 0,0 0,0-1,0 1,0-1,0 0,0 0,0 0,0 0,0-1,0 1,0-1,4 1,463-1,286-7,-92 2,-420 7,190 12,-306-13,-10-2,0 5,-1 5,16 7,-63-6,0-4,63-3,-29-1,140 12,-42-6,-27-1,-87 26,11 3,-21-19,-73-13,-2 0</inkml:trace>
  <inkml:trace contextRef="#ctx0" brushRef="#br1" timeOffset="-188498.749">8329 5382,'3'65,"74"322,-64-236,-7 0,-9 53,1-38,1-102,0-26,0 1,3-1,1 1,2-1,1 0,3 3,12-9,-11-50,-8 8</inkml:trace>
  <inkml:trace contextRef="#ctx0" brushRef="#br1" timeOffset="-187296.703">8329 5435,'255'-39,"-193"35,-1 3,0 3,0 2,0 3,0 2,-1 3,-1 3,11 6,-57-16,0 0,-1 1,0 1,0 0,-1 0,0 1,0 1,0 0,-1 0,-1 1,0 0,0 0,-1 1,0 1,-1-1,0 1,3 8,5 22,-2-1,-2 2,-1-1,-3 1,-1 1,-2-1,-3 1,-1 0,-1 0,-3-1,-2 1,-2-1,-3 6,3-7,-2 0,-2-1,-2 0,-11 22,9-42,0 0,-1-1,0 0,-2-1,-1-2,0 0,-1-1,0-1,-2 0,0-2,0-1,-1-1,-21 7,39-15,-38 13,-1-1,0-3,0-1,-1-3,-1-1,1-3,-8-1,1 1,50-3,18-3,5-1</inkml:trace>
  <inkml:trace contextRef="#ctx0" brushRef="#br1" timeOffset="-186390.53">9479 6024,'-5'5,"0"0,1 0,-1 0,1 1,0-1,0 1,1 0,-1 0,2 0,-1 1,1-1,-1 1,2 0,-1-1,1 1,0 0,0 0,1 5,0-5,1 0,0 0,0-1,0 1,1 0,0-1,0 1,1-1,-1 1,2-1,-1 0,1 0,-1 0,2-1,-1 1,1-1,-1 0,1-1,1 1,-1-1,1 0,0 0,-1 0,2-1,3 2,8 3,0-1,1 0,0-1,0-2,0 1,1-2,-1-1,11 0,-27-1,1 0,0 0,0-1,0 1,-1-1,1 0,0 0,0 0,0-1,0 1,0-1,-1 0,1 0,0 0,-1-1,1 1,-1-1,1 0,-1 0,0 0,0 0,0-1,0 1,0-1,0 0,-1 0,1 0,-1 0,0 0,1-3,0-9,0-1,-1 1,-1-1,-1 0,0 0,-1 0,-1 0,0 1,-1-1,-1 1,0-1,-1 1,-4-8,7 16,0-1,-1 1,1 0,-1 0,-1-1,0 2,1-1,-2 0,1 1,-1 0,0 0,-1 0,1 1,-1 0,0 0,0 0,-1 1,1 0,-1 0,0 0,0 1,0 0,-1 1,1-1,-1 2,1-1,-1 1,-4-1,5 2,0 1,0-1,0 1,0 1,0-1,0 1,0 0,0 1,1-1,-1 2,1-1,0 0,-1 1,2 0,-1 1,0-1,1 1,0 0,0 1,1-1,-1 1,1 0,0 0,1 0,-1 0,1 1,1 0,-1-1,1 1,0 0,1 0,-1 0,2 0,-1 1,1-1,0 0,0 2,27 36,-7-30</inkml:trace>
  <inkml:trace contextRef="#ctx0" brushRef="#br1" timeOffset="-185709.837">9921 6197,'29'8,"0"-1,1-1,-1-1,1-2,0-1,1-1,-1-2,10-1,-13 1,834-26,100 18,-184 4,-811 2,16 1</inkml:trace>
  <inkml:trace contextRef="#ctx0" brushRef="#br1" timeOffset="-184160.653">10563 5288,'20'0,"16"0,14 0,9 0,8 0,4 0,2 0,-4 0,-12 0</inkml:trace>
  <inkml:trace contextRef="#ctx0" brushRef="#br1" timeOffset="-182319.227">11672 5248,'9'0,"12"0,16-2,16-4,14 1,12 0,4 1,-3 1,-13 1,-18 2</inkml:trace>
  <inkml:trace contextRef="#ctx0" brushRef="#br1" timeOffset="-185091.928">10589 5529,'4'11,"7"11,8 9,7 5,4 1,4 2,0-2,0-5,-5-3,-4-4,-6-4,-7-4,-6-4</inkml:trace>
  <inkml:trace contextRef="#ctx0" brushRef="#br1" timeOffset="-184842.83">10829 5582,'-9'7,"-5"7,-5 5,-4 7,-2 5,-2 2,2 3,3-1,4-2,7-1,6-5,5-6</inkml:trace>
  <inkml:trace contextRef="#ctx0" brushRef="#br1" timeOffset="-184472.813">11057 5823,'2'-14,"3"-6,1-3,-1 6,-1 9,-1 11,-2 10,0 9,-1 6,0 2,2 1,1-3,2-4,1-5</inkml:trace>
  <inkml:trace contextRef="#ctx0" brushRef="#br1" timeOffset="-183601.074">11458 5662,'0'3,"0"2,0 3,0 3,0-1</inkml:trace>
  <inkml:trace contextRef="#ctx0" brushRef="#br1" timeOffset="-183291.16">11658 5449,'5'2,"3"6,5 7,6 7,5 6,6 5,5 3,2 1,3-1,1-6,-2-2,-5-4,-6-6,-9-6</inkml:trace>
  <inkml:trace contextRef="#ctx0" brushRef="#br1" timeOffset="-183032.847">11952 5449,'-18'11,"-8"11,-5 8,1 9,2 6,2 4,4 4,5-3,7-3,3-8,4-10</inkml:trace>
  <inkml:trace contextRef="#ctx0" brushRef="#br1" timeOffset="-182690.76">12140 5823,'12'7,"1"0,-1-1,1 0,0-1,1 0,-1-2,1 1,0-1,0-1,0-1,0 0,0-1,1 0,-1-1,0-1,0 0,3-1,-15 2,1 0,0 0,-1 0,1 0,-1-1,1 1,-1-1,0 0,0 0,1 1,-1-1,0 0,-1-1,1 1,0 0,-1-1,1 1,-1-1,0 1,1-1,-1 1,-1-1,1 0,0 0,-1 1,1-1,-1 0,0 0,0 0,0 0,0 0,0 1,-1-1,0 0,1 0,-1 1,0-1,0 0,0 1,-1-1,1 1,0-1,-1 1,0 0,0-1,-3-3,-1 0,0 0,-1 1,1 0,-1 0,0 0,0 1,-1 0,1 0,-1 1,0 0,0 0,0 1,0 0,0 1,-1 0,1 0,0 0,-1 1,1 0,-1 1,1 0,0 0,0 1,-1 0,1 1,1 0,-1 0,0 0,1 1,-8 4,-29 28,29-20</inkml:trace>
  <inkml:trace contextRef="#ctx0" brushRef="#br1" timeOffset="-157450.143">10816 6853,'739'-27,"210"-46,-776 63,-169 8,-7 0</inkml:trace>
  <inkml:trace contextRef="#ctx0" brushRef="#br1" timeOffset="-156413.122">10548 5007,'117'11,"157"-12,24-13,-49 2,550 1,-739 14,-58 2,-11 1</inkml:trace>
  <inkml:trace contextRef="#ctx0" brushRef="#br1" timeOffset="-180891.449">8557 7334,'29'162,"-1"10,-7 2,-7 0,-9 123,-8 82,3-342</inkml:trace>
  <inkml:trace contextRef="#ctx0" brushRef="#br1" timeOffset="-179845.143">8690 7321,'51'-14,"1"3,1 2,-1 2,53 0,-102 7,54-4,-1 3,1 3,-1 1,45 11,-77-10,0 2,0 1,0 0,-1 2,-1 1,1 0,-1 2,-1 1,-1 0,1 2,-2 0,4 5,-7-4,0 0,-1 1,-1 1,-1 1,0 0,-1 1,-1 0,-1 0,-1 1,-1 1,-1-1,-1 1,0 1,-2-1,-1 1,1 17,-7 8,-2-1,-2 0,-2 0,-2-1,-2 0,-2-1,-2-1,-2 0,-2-1,-13 18,20-32,-3 0,0-1,-1-1,-2 0,-1-2,-1 0,-13 10,21-23,0 0,-1-1,0 0,-1-1,0-1,0-1,-1 0,-1-1,1-1,-1 0,0-2,0 0,-18 2,-92 2,60-5,0 3,-56 13,72-12,50-10</inkml:trace>
  <inkml:trace contextRef="#ctx0" brushRef="#br1" timeOffset="-179038.749">9934 7842,'-5'4,"0"0,1 0,-1 0,1 1,0 0,0 0,0 0,1 0,0 0,0 1,0 0,1-1,0 1,0 0,0 0,1 0,0 0,0 1,0-1,1 0,0 0,0 1,1-1,-1 0,1 0,1 0,-1 0,1 0,0 0,1 0,-1 0,1-1,2 3,1 2,1-1,0 1,0-2,1 1,0-1,0 0,1-1,0 0,0-1,1 1,0-2,0 1,1-2,-1 1,1-1,0-1,0 0,0 0,-3-2,0 1,-1-1,1-1,0 1,-1-1,1 0,0-1,-1 0,1 0,0-1,-1 0,0 0,1-1,-1 0,0 0,0 0,-1-1,1 0,-1-1,1 1,-2-1,1-1,0 1,-1-1,0 1,4-7,-5 6,0-1,0 1,-1 0,0-1,0 0,0 0,-1 0,0 0,0 0,-1 0,0-1,0 1,-1 0,0-1,0 1,-1 0,0-1,0 1,-1 0,1 0,-2 0,1 0,-1 0,0 0,0 1,-1-1,0 1,0 0,0 0,-1 1,0-1,0 1,-1 0,1 0,-2 0,-1 0,0 0,0 0,0 1,-1 0,0 0,1 1,-1 0,-1 1,1 0,0 0,0 1,-1 1,1-1,-1 1,1 1,0 0,-1 0,1 1,0 0,0 0,0 1,0 1,0-1,1 1,-1 1,1 0,0 0,1 0,-1 1,1 0,0 0,-4 7,8-11,1 1,0 0,-1 1,1-1,1 0,-1 1,0-1,1 1,0-1,0 1,0 0,0-1,0 1,1 0,0 0,-1 0,1-1,1 1,-1 0,1 0,-1-1,1 1,0 0,1-1,-1 1,0 0,1-1,0 0,0 1,0-1,0 0,1 0,-1 0,3 2,21 16</inkml:trace>
  <inkml:trace contextRef="#ctx0" brushRef="#br1" timeOffset="-178744.037">10455 7949,'16'0,"17"0,18 0,19-2,18-1,16-3,15-1,8-1,4 0,-3 0,-6 0,-11-1,-16 0,-18 3,-19 2,-23 1,-17 2</inkml:trace>
  <inkml:trace contextRef="#ctx0" brushRef="#br1" timeOffset="-175320.831">8597 7668,'-31'13,"-10"-4,0-2,-1-1,1-2,-27-2,-273 11,-18-13,127 13,-646-13,652 26,105-11,-39 11,53-13,14 0,29-11,63-2,1-1,-1 0,1 1,-1-1,1 0,-1 1,1-1,0 0,-1 1,1-1,0 0,-1 0,1 0,0 1,0-1,0 0,0 0,0 0,0 1,0-1,0 0,0 0,0 0,0 0,0 1,1-1,-1 0,0 0,0 1,1-1,-1 0,1 0,-1 1,1-1,-1 0,1 1,-1-1,1 1,0-1,-1 1,4-11,-3 10,-1-1,0 0,1 0,-1 0,0 0,0 0,0 0,0 1,0-1,-1 0,1 0,0 0,-1 0,0 1,1-1,-1 0,0 0,0 1,0-1,0 1,0-1,0 1,0-1,-1 1,1 0,0-1,-1 1,1 0,-1 0,0 0,1 0,-1 0,0 1,1-1,-1 0,0 1,0-1,0 1,0 0,1-1,-1 1,0 0,0 0,0 0,-1 1,-4 1,1-1,-1 2,1-1,0 1,0 0,0 0,0 1,0 0,1 0,0 0,-1 1,2-1,-1 1,0 1,1-1,0 1,0-1,1 1,0 0,0 0,0 0,1 1,-1-1,2 1,-1 0,1-1,0 1,0 0,1 0,0 3,0-6,0 0,0 0,0 0,1 0,0-1,0 1,0 0,0-1,1 1,-1-1,1 1,0-1,0 0,0 1,1-1,-1 0,1 0,-1-1,1 1,0-1,0 1,0-1,0 0,1 0,-1 0,1 0,-1-1,1 0,-1 1,2-1,1 1,0-1,1 0,-1 0,0 0,0-1,0 0,1 0,-1 0,0-1,0 0,0 0,0-1,0 0,0 0,0 0,-1-1,1 1,3-3,-4 1,0 0,0 0,0-1,0 1,-1-1,1 0,-1 0,-1-1,1 1,-1-1,0 0,0 0,0 0,-1 0,0 0,0 0,-1-1,0 1,0-1,0 1,-1-1,0 1,0-1,-1 1,0-1,0 1,0-1,-1 1,0 0,0-1,-1 1,1 0,-1 0,-1 1,1-1,-1 1,0 0,0 0,0 0,-1 0,0 1,0-1,0 1,0 1,-2-2,3 4,1-1,-1 0,0 1,0 0,0 0,0 0,0 0,0 0,0 1,0 0,0 0,0 0,0 0,0 1,0 0,0 0,0 0,0 0,0 0,0 1,1 0,-1-1,1 1,-1 1,1-1,0 0,-1 1,1 0,1 0,-1 0,0 0,-1 3,0-2,1 1,0-1,0 1,0 0,1 0,0 0,0 0,0 1,0-1,1 1,0-1,0 1,0-1,1 1,0-1,0 1,0 0,1-1,0 1,0-1,0 1,1-1,0 0,0 1,1 0,1 0,0-1,0 1,1-1,0 0,0 0,0 0,0 0,1-1,0 0,0 0,4 1,35 18</inkml:trace>
  <inkml:trace contextRef="#ctx0" brushRef="#br1" timeOffset="-172671.384">8690 8190,'-28'10,"-170"-7,-154-11,-327 9,289 6,-146 7,-72 15,102 13,-235 26,582-56,-182-2,235-4,1 6,-55 14,-104-7,148-9,-1-5,-5-5,115 0,-38 9,44-9,0 0,0 1,1-1,-1 0,0 0,0 0,0 1,1-1,-1 0,0 1,1-1,-1 1,0-1,1 1,-1-1,0 1,1-1,-1 1,1 0,-1-1,1 1,-1 0,1 0,0-1,-1 1,1 0,0 0,-1-1,1 1,0 0,0 0,0 0,0-1,0 1,0 0,0 0,0 0,0 0,0-1,0 1,1 0,-1 0,0 0,1-1,-1 1,0 0,1-1,-1 1,1 0,-1-1,1 1,0 0,0 0,0 0,0 0,0 0,0 0,0-1,0 1,0 0,0-1,0 1,1-1,-1 1,0-1,1 1,-1-1,0 0,1 0,-1 1,0-1,1 0,-1 0,0-1,1 1,-1 0,0 0,1-1,-1 1,0 0,0-1,1 0,-1 1,0-1,0 0,0 1,0-1,0 0,0 0,1-1,34-39,-8-35,-27 74,-1-1,0 1,1 0,-1-1,0 1,0-1,0 1,0 0,-1-1,1 1,-1 0,1-1,-1 1,0 0,0 0,0-1,0 1,0 0,-1 0,1 0,-1 0,1 1,-1-1,1 0,-1 1,0-1,0 1,0-1,0 1,0 0,0 0,0 0,-4 0,1 0,-1 0,0 0,1 1,-1 0,1 0,-1 0,0 1,1 0,-1 0,1 0,-1 1,1 0,0 0,0 0,0 1,0 0,0-1,0 2,1-1,0 1,-1-1,1 1,0 0,1 1,-1-1,1 1,0-1,0 1,0 0,1 0,0 0,0 1,0-1,0 0,1 1,0-1,0 1,1-1,-1 1,1 0,0-1,1 1,-1 0,1-1,0 1,1-1,-1 0,1 1,0-1,1 0,-1 0,1 0,0 0,0-1,0 1,1-1,0 1,1-1,1-1,0 1,0-1,0 0,0 0,1 0,-1-1,1 0,-1-1,1 1,0-1,-1 0,1-1,0 0,0 0,0 0,-1-1,1 0,0 0,0-1,-1 0,1 0,-1-1,0 1,0-1,0-1,0 1,0-1,-1 0,1 0,-1-1,0 1,0-1,-1 0,0-1,0 1,0-1,0 0,-1 0,0 0,0 0,-1 0,1-1,-2 1,1-1,-1 0,1 0,-2 1,1-8,-1 9,-1 0,0-1,0 1,0 0,0 0,-1 0,0 0,0 0,0 0,0 1,-1-1,0 1,0-1,0 1,-1 0,1 0,-1 1,0-1,0 1,0-1,-1 1,1 1,-1-1,1 1,-1-1,0 1,0 1,0-1,0 1,0 0,-1 0,1 0,0 1,-5-1,7 2,-1 0,1 0,-1 1,1-1,0 1,0 0,-1-1,1 1,0 1,1-1,-1 0,0 1,1 0,-1-1,1 1,0 0,0 0,0 0,0 0,0 1,1-1,-1 1,1-1,0 0,0 1,0 2,-1 3,1 0,-1 0,1 1,1-1,0 0,0 1,1-1,0 0,3 10,-3-13,0 0,1 0,0 0,0 0,1 0,-1 0,1 0,1-1,-1 1,1-1,0 0,0 0,0 0,1-1,-1 0,1 0,0 0,1 0,-1-1,0 1,1-1,0-1,0 1,0-1,0 0,0-1,0 1,1-1,-1 0,0-1,1 0,-1 0,1 0,-1 0,0-1,1 0,-1-1,0 1,0-1,0-1,0 1,0-1,0 0,-1 0,-1 1,0-1,1 0,-1 0,0-1,-1 1,1-1,-1 0,1 0,-1 0,-1 0,1 0,0-1,-1 1,0-1,0 0,0 0,-1 0,0 0,0 0,0 0,0 0,-1 0,0 0,0 0,0 0,-1 0,1-1,-1 1,0 0,-1 1,1-1,-1 0,0 0,-1 1,1-1,-1 1,1-1,-1 1,-1 0,1 0,0 1,-3-3,3 4,-1 0,0 0,1 0,-1 1,0 0,0-1,0 1,0 0,0 1,0-1,0 1,-1 0,1 0,0 0,0 0,0 1,0 0,0 0,0 0,0 0,0 1,0-1,1 1,-1 0,0 0,1 0,0 1,-1-1,1 1,0 0,0 0,0 0,-12 13,1 1,0 0,1 1,1 0,-4 9,14-23,-33 56</inkml:trace>
  <inkml:trace contextRef="#ctx0" brushRef="#br1" timeOffset="-160083.1">11044 7093,'11'9,"9"10,4 8,4 9,2 8,-1 2,-2 1,-2-3,-2-5,-3-4,-3-6,-4-7</inkml:trace>
  <inkml:trace contextRef="#ctx0" brushRef="#br1" timeOffset="-159865.659">11284 7093,'-16'9,"-10"10,-4 11,-5 9,-1 7,4 5,3 3,6 1,7-4,6-6,5-11</inkml:trace>
  <inkml:trace contextRef="#ctx0" brushRef="#br1" timeOffset="-159535.98">11498 7467,'7'-16,"2"-9,2-8,-1-3,-3 1,-1 3,-3 6,-2 4,0 10,-1 15,0 14,-3 14,-1 12,1 7,3 5,4 2,3-5,1-10</inkml:trace>
  <inkml:trace contextRef="#ctx0" brushRef="#br1" timeOffset="-159008.774">11885 7080,'5'18,"6"13,5 10,5 5,4 2,1-1,-1-2,0-3,-2-5,-5-6,-4-6,-3-8</inkml:trace>
  <inkml:trace contextRef="#ctx0" brushRef="#br1" timeOffset="-158763.3">12100 7066,'-16'14,"-10"11,-7 10,-3 9,1 5,1 2,4-1,8-2,7-5,7-6,8-6,5-8</inkml:trace>
  <inkml:trace contextRef="#ctx0" brushRef="#br1" timeOffset="-158481.059">12260 7574,'9'4,"1"0,-1-1,1 0,0-1,-1 0,1 0,0-1,0-1,0 0,0 0,0-1,0 0,0 0,0-1,0-1,-1 1,1-2,-1 1,0-1,0-1,0 0,-1 0,1-1,-1 1,0-2,-1 1,0-1,0-1,4-4,-9 8,0 1,0-1,0 0,-1 0,1 0,-1-1,0 1,0 0,-1 0,1-1,-1 1,0 0,0-1,0 1,-1 0,1 0,-1-1,0 1,0 0,-1 0,1 0,-1 0,0 0,0 0,0 1,-1-1,1 0,-3-1,0-1,-1 0,0 1,0-1,-1 1,1 1,-1-1,0 1,0 0,-1 1,1 0,-1 0,0 1,0-1,-7 0,5 2,1 1,-1 0,0 0,0 1,1 0,-1 1,1 0,-1 1,1 0,0 0,0 1,0 0,0 0,1 1,-1 0,1 1,1 0,-1 0,1 1,0-1,0 2,1-1,0 1,0 0,1 0,0 0,-3 9,-8 19</inkml:trace>
  <inkml:trace contextRef="#ctx0" brushRef="#br1" timeOffset="-154177.363">11712 7922,'362'-6,"-37"0,26 15,-224 0,25 3,0-8,19-6,-54-5,-113 5,-1 0,0 0,0 1,-1-2,1 1,0 0,-1-1,1 1,-1-1,0 0,0 0,0 0,0 0,0 0,-1 0,1 0,-1 0,0-1,0 1,0-1,-1 1,1-1,-1 1,0-1,0 1,0-1,0 1,0-1,-1 1,0-4,1-9,6-129,-11-90,-8 99,-19-76,7 47,16 39,44 60,-32 64,0-1,1 1,-1 0,1 0,0 0,0 0,-1 0,1 1,0 0,1 0,-1 0,0 0,0 1,0 0,0-1,1 2,-1-1,0 0,0 1,0 0,4 1,14-1,156 3,164-19,289-45,-620 59,-17 0,-10 2</inkml:trace>
  <inkml:trace contextRef="#ctx0" brushRef="#br1" timeOffset="-153110.608">12768 6104,'51'-12,"-42"12,599-1,503 1,-1097 0</inkml:trace>
  <inkml:trace contextRef="#ctx0" brushRef="#br1" timeOffset="-152699.189">14600 5676,'1'82,"4"-1,3 0,6 15,14 69,-8 1,-2 109,-18 21,10-216,-5-67</inkml:trace>
  <inkml:trace contextRef="#ctx0" brushRef="#br1" timeOffset="-152050.532">14626 5743,'4'-4,"1"-1,-1 1,1 0,0 0,0 1,1-1,-1 1,1 0,-1 1,1 0,0-1,0 2,0-1,0 1,0 0,0 0,1 0,-1 1,5 1,-4-2,45-1,1 3,0 2,-1 2,1 2,47 14,-42-10,-1 2,0 2,0 3,-2 2,0 3,-2 2,0 3,-2 1,-1 3,-2 2,0 4,-30-21,0 1,-2 1,0 0,-2 1,0 1,-1 0,-1 1,-1 0,0 1,-2 0,-1 1,-1 0,-1 0,-1 0,-2 1,0 0,-1 0,-1 0,-2 0,-1-1,0 1,-2 0,-2 6,-7 13,-3-1,-1 0,-2-1,-1-1,-3-1,-1-1,-2-1,-1-2,-2 0,-2-2,-1-1,-2-2,0-1,-3-1,0-2,-1-2,-2-2,-14 6,28-16,-1 0,0-2,-1-1,0-2,0 0,-1-2,0-1,0-1,0-2,0-1,-1-1,1-1,0-2,-26-5,-18-11,73 19,-1-1,0 1,1-1,-1 1,1-1,-1 0,1 1,-1-1,1 1,-1-1,1 0,0 0,-1 1,1-1,0 0,0 1,-1-1,1 0,0 0,0 0,0 1,0-1,0 0,0 0,0 1,0-1,0 0,0 0,1 0,-1 1,0-1,1 0,-1 1,0-1,1 0,-1 1,1-1,-1 0,1 1,4-10</inkml:trace>
  <inkml:trace contextRef="#ctx0" brushRef="#br1" timeOffset="-151769.771">14759 6786,'-2'14,"-1"13,0 11,1 11,0 8,1 4,3 0,1-1,2-1,1-7,-2-12</inkml:trace>
  <inkml:trace contextRef="#ctx0" brushRef="#br1" timeOffset="-150918.669">15976 6304,'-5'9,"0"0,1 0,1 0,-1 0,1 1,1 0,-1-1,2 1,0 0,0 0,0 0,1 0,1 0,0 0,0 0,1 0,0 0,1-1,0 1,0-1,1 0,0 0,1 0,0 0,3 4,4-4,0-1,0 0,0-1,1 0,0-1,0 0,1-1,0-1,0 0,0-1,0 0,0-1,1-1,-1 0,1-1,-1-1,7 0,-12 0,-1 0,0 0,0 0,0-1,0 0,0-1,0 0,-1 0,1 0,-1-1,0 0,0-1,0 0,0 0,-1 0,0-1,0 1,-1-1,1-1,-1 1,-1-1,1 0,-1 0,0-1,-1 1,0-1,0 0,0 0,-1 0,-1 0,1 0,-1-3,-1-1,0 0,-2 0,1 0,-1 0,-1 0,0 1,-1-1,0 1,-1 0,0 0,-1 0,0 1,0 0,-1 0,-1 1,0 0,0 0,0 0,-5-2,7 5,-1 0,0 0,-1 1,1 0,-1 0,0 0,0 1,-1 1,1-1,-1 1,0 1,0 0,0 0,0 0,0 1,0 1,0 0,0 0,-1 0,1 1,0 1,0-1,0 2,1-1,-6 3,6 0,-1 0,1 1,0 0,1 0,0 1,0 0,0 0,1 1,0 0,0 0,1 0,0 1,0-1,1 1,0 0,1 1,0-1,1 1,0-1,0 1,1 0,0 0,0-1,1 1,1 0,0 0,0 0,1-1,2 8,9 26</inkml:trace>
  <inkml:trace contextRef="#ctx0" brushRef="#br1" timeOffset="-149916.453">16497 6451,'1'1,"-1"0,0 0,1 0,-1-1,1 1,-1 0,1 0,-1-1,1 1,-1-1,1 1,0 0,-1-1,1 1,0-1,-1 1,1-1,0 0,0 1,-1-1,1 0,0 0,0 1,0-1,0 0,-1 0,1 0,0 0,0 0,0 0,0 0,0 0,-1 0,1-1,0 1,0 0,0-1,1 1,351-10,666 9,382 8,-127-9,865-5,-1328 8,577-1,-1326-5,-70-8,-4 6</inkml:trace>
  <inkml:trace contextRef="#ctx0" brushRef="#br1" timeOffset="-149484.058">23570 6197,'60'38,"195"136,-240-163,-1 1,0 1,-1 0,-1 1,0 0,0 3,-9-13,0 0,0 0,-1 0,0 0,0 1,0-1,0 1,-1-1,0 1,0 0,0 0,0-1,-1 1,0 0,0 0,0 0,0 0,-1 0,0-1,0 1,0 0,-1 0,1-1,-1 1,-2 1,-5 7,-1-1,-1-1,0 0,-1 0,0-1,0-1,-1 0,0-1,-1 0,1-1,-2 0,-5 1,-244 96,189-78</inkml:trace>
  <inkml:trace contextRef="#ctx0" brushRef="#br1" timeOffset="-148490.339">25722 6104,'-1'14,"2"-1,0 1,0 0,1 0,1-1,0 1,1-1,1 0,0 0,0-1,2 1,-1-1,2 0,-1-1,8 9,-6-9,0 1,1-2,0 1,1-1,0-1,0 0,1-1,1 0,-1 0,1-1,0-1,1-1,-1 1,1-2,4 1,-12-4,-1 0,0-1,0 0,0 0,0 0,0 0,0-1,0 0,0 0,0 0,0-1,0 1,0-1,-1 0,1-1,-1 1,1-1,-1 0,0 0,0 0,0-1,-1 1,1-1,-1 0,0 0,0 0,0 0,0-1,-1 1,2-5,2-6,0 0,-1 0,0-1,-2 0,1 0,-2 0,0 0,-1 0,-1-3,0 12,0 1,0-1,0 1,-1-1,0 1,0 0,-1 0,0-1,0 1,0 0,-1 0,0 0,2 5,1 0,0 1,-1-1,1 0,-1 0,0 1,1-1,-1 0,1 1,-1-1,0 1,0-1,1 1,-1-1,0 1,0 0,1-1,-1 1,0 0,0 0,0-1,0 1,0 0,1 0,-1 0,0 0,0 0,0 0,0 0,0 0,1 1,-1-1,0 0,0 0,0 1,0-1,1 1,-1-1,0 0,0 1,1 0,-1-1,0 1,1-1,-1 1,1 0,-1-1,1 1,-26 39,14-2,2 0,1 0,1 1,3 0,-1 31,2 40,4 0,5-1,8 21,-8-76,-4-44,1 2,0 1,0-1,-1 1,0-1,-1 1,-1-1,0 1,-1-1,0 1,0-1,-2 0,0 0,0 0,-1 0,0-1,-1 0,0 0,-1 0,5-9,0 0,0 0,0 0,0 0,-1 0,1-1,0 1,-1-1,1 0,-1 1,1-1,-1 0,0-1,0 1,1 0,-1-1,0 0,0 1,0-1,1 0,-1-1,0 1,0 0,0-1,1 1,-1-1,0 0,1 0,-1 0,1 0,-1-1,1 1,-1-1,-1-1,-4-3,0-1,1 0,0-1,0 0,1 0,0 0,0-1,1 1,-1-3,-13-30,2-1,2 0,2-1,1 0,3-1,0-9,8 46,0 5,0 0,0 0,0 0,0 0,0 0,1 0,-1 0,1 0,0 0,0 0,0-1,0 1,0 0,0 0,0 0,1-1,-1 1,1 0,-1 0,1 0,0 0,0 0,0 0,0 0,0 0,1 1,-1-1,0 0,1 1,-1-1,1 1,0-1,-1 1,1 0,0 0,0 0,0 0,0 0,0 0,1 0,144-1,77 13,-160-7</inkml:trace>
  <inkml:trace contextRef="#ctx0" brushRef="#br1" timeOffset="-148155.214">26404 6892,'0'-15,"0"-1,2 1,0 0,0 0,2 0,0 0,0 0,1 1,1-1,1 1,6-10,-13 25,0-1,1 1,-1-1,0 1,0 0,1-1,-1 1,0-1,1 1,-1-1,1 1,-1-1,0 1,1-1,-1 0,1 1,0-1,-1 1,1-1,-1 0,1 0,-1 1,1-1,0 0,-1 0,1 0,0 0,-1 0,1 1,-1-1,1 0,0-1,-1 1,1 0,0 0,-1 0,1 0,0 0,-1-1,1 1,-1 0,1 0,-1-1,1 1,-1-1,1 1,-1 0,1-1,-1 1,1-1,-1 1,1-1,-1 1,0-1,1 1,-1-1,0 0,0 1,1-1,-1 1,0-1,0 0,0 1,0-1,0 0,3 217,-5 59,2-272,1 1,-1-1,0 0,0 1,-1-1,1 1,-1-1,0 0,0 1,0-1,0 0,0 0,-1 0,0 0,1 0,-1 0,0 0,0-1,-1 1,1 0,-1-1,1 0,-2 1,-8 3</inkml:trace>
  <inkml:trace contextRef="#ctx0" brushRef="#br1" timeOffset="-147900.918">26350 7240,'21'0,"13"0,12 0,8 0,3 0,4 0,-2 0,-1 0,-5 0,-4 0,-3 0,-6 0,-7 0,-6 0,-6 0,-5 0,-6 0,-6 0</inkml:trace>
  <inkml:trace contextRef="#ctx0" brushRef="#br1" timeOffset="-67552.372">8610 9473,'23'359,"-4"-146,-8-29,-9 0,-7 0,-25 145,-32 53,54-341,5-34</inkml:trace>
  <inkml:trace contextRef="#ctx0" brushRef="#br1" timeOffset="-66198.39">8638 9433,'13'-10,"0"1,1 0,0 1,1 1,0 0,0 1,1 0,-1 2,1 0,0 0,0 2,1 0,-1 0,0 2,1 0,2 1,-15-1,55-3,0 2,1 2,-1 4,0 1,0 4,-1 2,10 5,-11 2,-2 2,0 2,-2 3,0 1,-2 4,40 31,-69-44,-1 2,-1 1,-1 0,0 1,-2 1,-1 1,0 0,-2 1,-1 1,-1 0,-1 1,-2 0,7 26,-2 12,-2 0,-3 1,-2 0,-4 0,-3 35,-1-62,-2 1,-2-1,-1 0,-2-1,-1 0,-2 0,-2-1,-1 0,-2-1,-2-1,-1-1,-1 0,-2-2,-19 21,-3 3,-2-2,-3-3,-1-1,-3-3,-2-2,-2-3,-2-2,-1-3,-2-2,-30 10,66-33,-1-2,1 0,-1-2,-1-1,0-1,1-2,-2 0,1-2,0-1,0-1,-1-2,1-1,0-1,-14-4,-100-29,83 27,48 8</inkml:trace>
  <inkml:trace contextRef="#ctx0" brushRef="#br1" timeOffset="-59908.612">8597 9753,'-227'11,"88"2,-1-7,-79-7,60-1,-16 2,63-13,-632 13,716 0,15-1,0 0,0 2,-1-1,1 2,0 0,0 0,1 1,-1 1,-5 2,-40 34,56-38,1-1,0 1,0 0,0 0,0 0,0 0,0 0,0 0,1 0,-1 0,1 0,-1 0,1 0,0 1,0-1,0 0,0 0,0 0,1 0,-1 1,0-1,1 0,0 0,0 0,-1 0,1 0,0 0,0 0,1-1,-1 1,1 0,3 5,0-1,1 0,0 0,0 0,1-1,0 0,0 0,0 0,0-1,1-1,-1 1,1-1,0 0,0-1,0 0,1 0,-1 0,0-1,1-1,0 0,-5 0,-1 0,0-1,1 0,-1 0,0 0,0 0,0-1,0 1,0-1,0 0,0 0,0 0,-1 0,1 0,-1 0,0-1,1 1,-1-1,0 0,0 0,-1 1,1-1,-1 0,1-1,-1 1,0 0,0 0,0 0,-1-1,1 1,-1 0,0-1,0-2,1-4,-1 1,-1 0,1 0,-2 0,1 0,-1 0,0 0,-1 1,0-1,-1 1,0-1,0 0,2 5,0 1,0-1,0 1,0 0,0-1,-1 1,1 0,-1 1,0-1,0 0,0 1,0-1,-1 1,1 0,-1 0,1 0,-1 1,0-1,1 1,-1 0,0 0,0 0,0 1,0-1,0 1,0 0,0 0,0 0,0 1,1 0,-1-1,0 1,0 0,0 1,0-1,1 1,-1 0,1-1,-1 2,1-1,-3 6,0 0,1 0,0 1,0 0,1 0,0 0,1 1,0-1,0 1,1-1,0 1,1 0,0 0,1 0,0 0,0 0,1 0,0 0,1 0,0-1,1 3,-1-7,0 0,1 0,0 0,0-1,0 1,0 0,1-1,-1 0,1 0,0 0,1-1,-1 1,0-1,1 0,0 0,0-1,0 1,0-1,2 1,-4-2,0 0,0 0,0 0,1-1,-1 1,0-1,0 0,0 0,1 0,-1 0,0 0,0-1,0 1,0-1,0 0,1 0,-1 0,-1-1,1 1,0-1,0 1,0-1,-1 0,1 0,-1 0,0 0,1-1,-1 1,0 0,0-1,-1 0,1 1,0-3,2-2,-1 0,0 0,-1-1,1 1,-2-1,1 1,-1-1,0 0,-1 1,1-1,-2 0,1 0,-1 0,0 1,-1-1,0 1,0-1,0 1,-1 0,0-1,-1 1,1 1,-1-1,-1 1,1-1,-1 1,0 0,-1 1,1-1,-1 1,0 0,-1 1,1-1,-1 1,1 1,-3-1,6 3,0 0,-1 0,1 0,-1 1,0-1,1 1,-1 0,1 0,-1 0,1 1,-1-1,1 1,-1 0,1 0,-1 0,1 0,0 1,-1-1,1 1,0 0,0 0,0 0,1 0,-1 1,0-1,1 1,0-1,-1 1,1 0,0 0,0 0,0 1,-1 2,0 1,0-1,1 0,0 1,0-1,0 1,1 0,0 0,0-1,1 1,0 0,0 0,0 0,1-1,0 1,2 5,19 38,7-5</inkml:trace>
  <inkml:trace contextRef="#ctx0" brushRef="#br1" timeOffset="-56928.718">8717 10355,'-1066'0,"855"-14,-50 0,-51 2,234 11,-74 0,-89-14,18-8,-156 9,100 1,11-9,38 15,141 9,-294-2,271-14,-64 36,169-21,-19 4,0 1,1 1,-1 1,-21 10,-56 27,101-44,0 0,0 1,0-1,0 0,1 1,-1 0,0-1,1 1,-1 0,1 0,-1-1,1 1,0 0,0 1,0-1,0 0,0 0,1 0,-1 0,1 1,-1-1,1 0,0 1,0-1,0 0,0 1,0-1,0 0,1 1,-1-1,1 0,0 0,0 0,-1 1,2-1,-1 0,0 0,0 0,0 0,1-1,-1 1,1 0,0-1,-1 1,1 0,0-1,0 0,0 0,0 1,0-1,0 0,0 0,0-1,1 1,-1 0,0-1,0 0,1 1,1-1,1-1,0 0,0-1,0 1,0-1,-1 0,1 0,-1-1,1 1,-1-1,0 0,0 0,0-1,-1 1,1-1,-1 0,0 0,0 0,0 0,0 0,-1-1,1 1,-1-1,0 0,-1 1,1-1,-1 0,0 0,0 0,-1 0,1 0,-1 0,0 0,-1 0,1-1,-1 1,0 0,0 1,-1-1,1 0,-1 0,0 0,0 1,-1-1,1 1,-1 0,0 0,0 0,-1 0,1 0,-1 1,-1-2,0 1,-1 1,1-1,-1 1,1 0,-1 0,0 1,0 0,-1 0,1 0,0 1,0 0,-1 0,1 1,-1-1,1 1,0 1,-1-1,1 1,-1 0,1 1,0 0,0-1,0 2,0-1,0 1,0 0,1 0,-1 1,1 0,0-1,0 2,1-1,-1 1,1-1,0 1,0 0,-1 3,0-2,1 0,0 0,1 1,-1-1,1 1,0 0,1 0,0 0,0 0,1 0,-1 0,1 1,1-1,0 0,0 1,0-1,1 0,0 1,0-1,1 0,0 0,0 0,1 0,0 0,0-1,0 1,1-1,0 0,0 0,1 0,0 0,0-1,0 0,0 0,1 0,0-1,0 0,0 0,5 2,-1-3,1 0,-1 0,1-1,0-1,-1 0,1 0,0-1,-1-1,1 1,0-2,-1 1,1-2,-1 1,1-2,-5 2,0 0,-1 0,1-1,-1 0,1 0,-1 0,0-1,0 0,-1 0,1 0,-1 0,0-1,0 0,0 0,0 0,-1 0,0 0,0-1,-1 1,0-1,1 0,-2 0,1 0,0-6,-2 4,0 0,0 0,-1 0,0 0,-1 0,0 0,0 1,0-1,-1 0,0 1,-1 0,0 0,0 0,0 0,-1 1,0-1,0 1,-1 0,1 1,-2-1,1 1,0 1,-1-1,0 1,0 0,0 0,0 1,-1 0,1 0,-1 1,0 0,0 0,0 1,0 0,0 1,0-1,0 2,0-1,0 1,3 1,1 0,0 0,0 0,0 1,0 0,0-1,1 2,-1-1,1 0,0 1,0-1,0 1,0 0,0 0,1 0,0 0,0 0,0 1,0-1,1 1,0-1,0 1,0 0,0-1,1 1,0 0,0 0,0-1,0 1,1 0,0-1,0 1,0 0,0-1,1 1,0-1,0 0,0 0,0 1,1-1,0-1,0 1,0 0,0-1,0 1,4 1,35 33,5-6</inkml:trace>
  <inkml:trace contextRef="#ctx0" brushRef="#br1" timeOffset="-52378.893">8664 10957,'-198'13,"-47"1,-202-1,-2-39,386 24,-122-3,-102-18,22-3,-45 5,200 1,-61-5,-29 17,-135-10,-347 19,291 12,-148-13,227 13,-1572-14,1778 29,39-15,65-13,1 1,0-1,-1 1,1-1,0 1,-1 0,1-1,0 1,0 0,0 0,-1 0,1 0,0 0,0 0,0 0,1 0,-1 0,0 1,0-1,1 0,-1 1,1-1,-1 0,1 1,-1-1,1 1,0-1,0 0,0 1,0-1,0 1,0-1,0 1,0-1,0 1,1-1,-1 0,0 1,1-1,0 0,-1 1,1-1,0 0,0 1,0 0,1 0,0 0,0 0,0 0,0 0,0-1,0 1,0 0,0-1,1 0,-1 0,0 0,1 0,-1 0,1 0,0 0,-1-1,1 1,-1-1,1 0,0 0,-1 0,1 0,0 0,-1-1,1 1,0-1,-1 0,1 1,-1-1,1-1,-1 1,0 0,1 0,-1-1,0 1,0-1,0 0,0 0,0 0,0 0,-1 0,1 0,-1 0,1 0,-1-1,0 1,0 0,0-1,0 0,2-2,0 0,0 0,-1 0,0 0,0-1,0 1,-1 0,0-1,0 1,0-1,-1 1,0-1,0 0,0 1,-1-1,1 1,-1-1,-1 1,1-1,-1 1,0 0,0 0,0 0,-1 0,0 0,0 0,0 1,-1-1,1 1,-1 0,0 0,0 0,-1 1,1-1,-1 1,1 0,-1 1,0-1,0 1,-1 0,1 0,0 0,-2 0,1 2,1 0,-1 0,0 0,1 1,-1 0,1 0,-1 0,1 1,0 0,-1 0,1 0,0 0,0 1,0 0,1 0,-1 1,1-1,0 1,0 0,0 0,-1 1,-3 4,0 1,1-1,0 2,1-1,0 1,0 0,1 0,0 1,1 2,2-10,1 0,0 0,0 1,0-1,1 0,-1 0,1 1,0-1,0 0,1 1,-1-1,1 0,0 1,0-1,1 0,-1 0,1 0,0 0,0 0,0-1,0 1,1 0,-1-1,1 0,0 0,0 0,1 0,-1 0,0 0,1-1,0 1,-1-1,1 0,0-1,0 1,0 0,0-1,2 0,4 2,1-1,0 0,0 0,0-2,0 1,1-1,-1-1,0 0,0 0,0-1,0-1,-1 0,1 0,4-3,-10 4,0 0,1-1,-1 0,-1 1,1-2,0 1,-1 0,0-1,0 0,0 0,0 0,0-1,-1 1,0-1,0 0,0 0,-1 0,1 0,-1 0,0-1,-1 1,1-1,-1 1,0-1,-1 0,1 1,-1-1,0 0,-1 1,1-2,-1 1,0-1,-1 1,1-1,-1 1,-1 0,1 0,-1 0,0 0,0 0,-1 1,1-1,-1 1,-1 0,1 0,-1 0,0 1,0 0,0 0,0 0,-1 0,1 1,-1 0,0 0,0 0,0 1,-1 0,1 0,-1 1,1 0,-1 0,1 0,-1 1,1 0,-1 0,1 1,-1 0,1 0,-1 0,1 1,-1 0,1 0,0 0,0 1,0 0,1 1,-1-1,-4 4,7-4,-1 0,1 0,0 0,0 1,0 0,1-1,-1 1,1 0,-1 0,2 0,-1 0,0 1,1-1,-1 0,1 1,1-1,-1 1,0-1,1 1,0 0,0-1,1 1,-1-1,1 1,0-1,0 1,0-1,1 0,-1 1,1-1,0 0,1 0,-1 0,1 0,-1-1,1 1,0-1,1 1,-1-1,0 0,1 0,0-1,-1 1,11 1,0-1,0 0,0-1,1-1,-1 0,0-1,0 0,1-1,-1-1,0 0,0-1,7-3,-18 6,-1 0,0 0,1-1,-1 1,1-1,-1 1,0-1,1 0,-1 0,0 0,0-1,1 1,-1 0,0-1,0 1,-1-1,1 0,0 1,-1-1,1 0,-1 0,1 0,-1 0,0-1,0 1,0 0,0 0,0-1,0 1,-1-1,1 1,-1 0,0-1,1 1,-1-1,0 1,-1-1,1 1,0-1,-1 1,1-1,-1 1,0 0,0-1,0 1,0 0,0 0,0 0,-2-2,2 3,0 0,0-1,0 1,0 0,-1 0,1 0,-1 0,1 0,-1 0,1 0,-1 0,1 0,-1 1,0-1,1 1,-1-1,0 1,0 0,1 0,-1-1,0 1,0 0,1 1,-1-1,0 0,0 0,1 1,-1-1,0 1,1 0,-1-1,0 1,1 0,-1 0,1 0,0 0,-1 0,1 0,0 0,-1 1,1-1,0 0,0 1,0-1,0 1,0 0,1-5,0 2,0 0,1 1,-1-1,0 0,0 0,0 1,0-1,0 0,0 0,0 0,0 1,0-1,0 0,-1 0,1 1,0-1,0 0,-1 1,1-1,0 0,-1 0,1 1,-1-1,1 1,-1-1,1 0,-1 1,0-1,1 1,-1 0,1-1,-1 1,0-1,0 1,1 0,-1-1,0 1,1 0,0 0,0 1,1-1,-1 0,0 0,0 0,0 0,0 1,1-1,-1 0,0 0,0 1,0-1,0 0,0 0,0 0,0 1,0-1,0 0,0 0,0 1,0-1,0 0,0 0,0 1,0-1,0 0,0 0,0 1,0-1,0 0,0 0,0 0,0 1,1-3,0 1,0-1,0 1,0-1,0 0,0 1,-1-1,1 0,0 0,-1 1,0-1,1 0,-1 0,0 0,0 0,0 0,0 1,0-1,0 0,-1 0,1 0,0 0,-1 1,0-1,1 0,-1 0,0 1,0-1,0 0,0 1,0-1,0 1,-1 0,1-1,0 1,-1 0,1 0,-1 0,1 0,-1 0,0 0,1 0,-1 0,0 1,0-1,1 1,-1-1,0 1,0 0,0-1,0 1,0 0,0 0,1 1,-1-1,0 0,0 1,0-1,0 1,1-1,-1 1,0 0,1 0,-3 1,1 1,-1 0,1 0,0 1,0-1,1 1,-1-1,1 1,0 0,0 0,0 0,0 0,0 0,1 1,0-1,0 0,0 1,1-1,-1 1,1-1,0 0,0 1,1-1,-1 1,1-1,0 0,0 1,1-1,0 1,-1-3,0-1,0 0,0 0,1 1,-1-1,1 0,-1-1,0 1,1 0,0 0,-1 0,1-1,-1 1,1-1,0 1,-1-1,1 0,0 0,0 0,-1 0,1 0,0 0,-1 0,1 0,0-1,-1 1,1-1,0 1,-1-1,1 0,-1 1,1-1,-1 0,1 0,-1 0,1-1,45-45,-43 42,-1-1,0 0,-1 0,0 0,1 0,-2 0,1-1,-1 1,0-1,0 1,-1-4,0 8,0 0,0 0,0 0,0 0,0 0,-1 0,1-1,-1 1,0 0,1 1,-1-1,0 0,0 0,0 0,0 0,-1 1,1-1,0 0,-1 1,1-1,-1 1,0 0,1-1,-1 1,0 0,0 0,0 0,1 0,-1 1,0-1,0 0,0 1,-1 0,1-1,0 1,-1 0,0 0,0 0,1 1,-1 0,0-1,0 1,0 0,0 0,1 1,-1-1,0 0,1 1,-1 0,1-1,0 1,0 0,0 0,0 1,0-1,0 0,0 1,0-1,1 1,0-1,-1 1,1 0,0 0,0-1,0 1,1 0,-1 0,1 0,0 0,-1 0,1 0,0 0,1 0,-1 0,1 0,-1 0,1-1,0 1,0 0,0 0,0 0,1-1,-1 1,2 2,13 10</inkml:trace>
  <inkml:trace contextRef="#ctx0" brushRef="#br1" timeOffset="-48896.857">10147 10208,'-11'16,"1"0,0 1,2 0,-1 0,2 1,1 0,0 1,-1 9,5-19,0-1,1 1,0 0,1 0,0-1,0 1,1 0,0 0,1-1,0 1,0-1,1 1,0-1,0 0,1 0,0 0,0-1,1 1,4 4,-1-5,1 0,0 0,1-1,-1 0,1-1,0 0,0 0,1-1,0 0,-1-1,1-1,0 1,0-2,1 1,-1-2,0 0,0 0,0-1,1 0,-1 0,0-2,0 1,-1-2,1 1,0-1,-1-1,0 0,0 0,-1-1,1 0,-1-1,0 0,1-2,-4 3,0-1,-1 1,0-1,0 0,0-1,-1 1,0-1,-1 0,0 0,0 0,0 0,-1-1,-1 1,1-1,-1 1,-1-1,1 0,-1 1,-1-1,0 0,0 1,-1-1,0 1,0 0,-1-1,0 1,0 0,-1 1,0-1,-1 1,1-1,-2 1,1 1,-2-2,1-1,-2 1,1 0,-1 1,0 0,0 0,-1 1,0 0,0 0,-1 1,1 0,-1 1,0 0,0 0,-1 1,1 0,-1 1,0 1,1-1,-1 2,0-1,0 2,0-1,1 1,-1 1,0 0,1 1,0 0,-1 0,1 1,0 0,1 1,-1 0,1 1,0 0,0 0,1 1,0 0,-6 6,8-7,1 1,0-1,0 1,0 0,1 0,0 0,1 0,0 1,0 0,0-1,1 1,0 0,1 0,-1 0,2 1,-1-1,1 0,0 0,1 0,0 0,0 1,1-1,0 0,0 0,17 29</inkml:trace>
  <inkml:trace contextRef="#ctx0" brushRef="#br1" timeOffset="-47188.798">10683 10395,'613'-35,"-397"17,332-36,-331 34,12 10,-38 2,123-22,-84-7,-127 22,-31 19,-1 3,-1 4,5 3,90 26,-158-37</inkml:trace>
  <inkml:trace contextRef="#ctx0" brushRef="#br1" timeOffset="-45948.598">11418 9473,'0'2,"2"3,3 6,6 7,5 5,4 6,4 4,1 2,2 1,-1 2,-4-2,-2-1,-5-6,-6-4,-3-8</inkml:trace>
  <inkml:trace contextRef="#ctx0" brushRef="#br1" timeOffset="-45701.624">11604 9512,'-13'16,"-10"13,-4 9,-4 8,3 5,3 3,3 0,6-6,6-8,4-11</inkml:trace>
  <inkml:trace contextRef="#ctx0" brushRef="#br1" timeOffset="-45387.053">11792 9727,'11'-3,"-5"0,1 0,0 1,0 0,0 0,0 1,0 0,0 0,0 1,0-1,1 2,-1-1,0 1,0 0,0 1,0-1,0 1,2 2,-6 0,0 0,0 0,-1 0,0 1,0-1,0 1,0 0,-1 0,0-1,0 1,0 0,-1 0,1 0,-1 0,-1 0,1 0,0 0,-1 0,0 0,0 0,-1-1,0 1,1 0,-3 2,3-4,-25 114,26-115,0-1,-1 1,1 0,0-1,0 1,1 0,-1-1,0 1,0 0,1-1,-1 1,1-1,-1 1,1-1,0 1,0-1,-1 1,1-1,0 0,0 1,0-1,1 0,-1 0,0 0,0 0,1 0,-1 0,1 0,-1 0,0 0,1-1,0 1,-1 0,1-1,-1 0,1 1,0-1,-1 0,1 0,0 0,-1 0,1 0,1 0,73-15,-36 1,-3 1</inkml:trace>
  <inkml:trace contextRef="#ctx0" brushRef="#br1" timeOffset="-45065.701">11244 9312,'16'7,"19"2,17 0,17-2,17-4,10-6,6-3,-15-2</inkml:trace>
  <inkml:trace contextRef="#ctx0" brushRef="#br1" timeOffset="-44603.41">12220 9633,'-2'0,"1"0,3 2,4 1,0 0</inkml:trace>
  <inkml:trace contextRef="#ctx0" brushRef="#br1" timeOffset="-44343.584">12460 9459,'7'9,"7"10,7 9,6 5,6 3,5 2,0-1,1-3,-1-2,-6-2,-6-6,-4-8,-7-6</inkml:trace>
  <inkml:trace contextRef="#ctx0" brushRef="#br1" timeOffset="-44135.923">12741 9499,'-13'14,"-10"11,-5 10,0 7,2 2,6 3,6 1,6-4,6-7,3-9</inkml:trace>
  <inkml:trace contextRef="#ctx0" brushRef="#br1" timeOffset="-43902.547">13062 9686,'-3'18,"-2"14,-1 7,1 4,1 2,2-3,2-6,5-6,3-9,3-8,-1-6</inkml:trace>
  <inkml:trace contextRef="#ctx0" brushRef="#br1" timeOffset="-43648.192">12460 9325,'3'-2,"11"-1,20-2,20-2,18-1,19-1,11 2,2 1,-16 2</inkml:trace>
  <inkml:trace contextRef="#ctx0" brushRef="#br1" timeOffset="-43197.855">13329 9660,'-2'4,"1"2,4 0,3-1,2-2,1-1</inkml:trace>
  <inkml:trace contextRef="#ctx0" brushRef="#br1" timeOffset="-42923.194">13530 9433,'6'16,"10"9,11 8,13 5,7 3,6-1,1-3,-5-3,-6-3,-8-5,-10-3,-7-7,-6-6</inkml:trace>
  <inkml:trace contextRef="#ctx0" brushRef="#br1" timeOffset="-42658.902">13877 9459,'-18'5,"-13"8,-5 8,-4 11,0 6,5 5,9 6,8 0,9-1,14-4,15-7,10-11,1-8</inkml:trace>
  <inkml:trace contextRef="#ctx0" brushRef="#br1" timeOffset="-42385.657">14132 9807,'3'10,"0"1,1 0,1-1,0 1,0-1,1 0,0-1,1 0,0 0,0 0,1-1,0 0,5 4,-8-8,0 0,0 0,1-1,-1 0,0 0,1 0,0-1,0 0,0 0,0 0,0-1,0 0,0 0,1 0,-1-1,0 0,0 0,1-1,-1 0,0 0,0 0,0-1,0 0,0 0,1-1,-2 1,-1 0,0-1,0 0,0 1,0-2,0 1,0 0,-1-1,0 1,1-1,-1 0,-1 0,1-1,-1 1,1 0,-1-1,0 1,-1-1,1 0,-1 0,0 1,0-1,-1 0,1 0,-1 0,0 0,0 0,-1 0,0 0,0 0,0 0,0 1,-1-1,1 0,-1 1,0-1,-1 1,1-1,-1 1,-2-3,0 2,0 0,-1 1,1 0,-1 0,1 0,-1 1,-1-1,1 1,0 1,-1-1,1 1,-1 0,0 1,1 0,-1 0,0 0,0 1,0 0,0 0,0 1,1-1,-1 2,0-1,0 1,1 0,-1 0,1 1,0 0,0 0,0 0,0 1,0 0,1 0,-1 0,-3 6,-7 6</inkml:trace>
  <inkml:trace contextRef="#ctx0" brushRef="#br1" timeOffset="-42162.722">13650 9285,'-7'-2,"3"1,10 4,16 0,19 1,14-1,15-3,7-4,-10-1</inkml:trace>
  <inkml:trace contextRef="#ctx0" brushRef="#br1" timeOffset="-40716.035">11057 9031,'62'14,"2"-3,-1-3,1-2,0-4,13-2,-40 0,1688-29,-939 17,-711 24,-70-11</inkml:trace>
  <inkml:trace contextRef="#ctx0" brushRef="#br1" timeOffset="-39701.189">13690 10235,'25'-13,"135"-8,-100 17,-39 2,302-26,177 14,-490 14</inkml:trace>
  <inkml:trace contextRef="#ctx0" brushRef="#br0" timeOffset="3736.963">13329 5222,'-12'199,"-1"-19,-2 135,13-336,-1 10</inkml:trace>
  <inkml:trace contextRef="#ctx0" brushRef="#br0" timeOffset="4511.534">13115 5649,'44'66,"-41"-62,26 41,-3 1,-1 1,5 20,-90-163,-35-49,95 144,-1 0,1 0,0 0,-1 0,1 0,0 0,0 0,0 0,0-1,0 1,0 0,0 0,0 0,1 0,-1 0,0 0,1 0,-1 0,0 0,1 0,-1 0,1 0,0 0,-1 0,1 1,0-1,-1 0,1 0,0 0,0 1,0-1,0 1,0-1,-1 1,1-1,0 1,0-1,1 1,-1 0,0-1,0 1,0 0,0 0,0 0,0 0,0 0,0 0,0 0,0 0,0 0,0 1,0-1,0 0,0 1,0-1,1 1,6-2,61-7,0 3,1 3,0 3,-69-2,0 1,-1-1,1 1,0 0,0-1,-1 1,1 0,0-1,0 1,0 0,0 0,-1 0,1 0,0 0,0 0,0 0,0 0,-1 0,1 1,0-1,0 0,0 0,-1 1,1-1,0 0,0 1,-1-1,1 1,0-1,-1 1,1-1,0 1,-1 0,1-1,-1 1,1 0,-1-1,0 1,1 0,-1-1,1 1,-1 0,0 0,0 0,0-1,1 1,-1 0,0 0,0 0,0 0,0-1,0 1,0 0,-1 0,1 0,0 0,0-1,0 1,-1 0,1 0,-1-1,1 1,0 0,-1 0,1-1,-1 1,-17 21,4-7,1 2,0-1,1 1,1 1,1 0,0 1,2 0,0 0,0 3,-8 44,13-48</inkml:trace>
  <inkml:trace contextRef="#ctx0" brushRef="#br0" timeOffset="18692.431">13904 6104,'27'-1,"-25"1,1 0,-1-1,1 1,-1 0,0-1,1 0,-1 1,0-1,1 0,-1 0,0 0,0-1,0 1,0 0,0-1,0 1,0-1,-1 0,1 0,0 0,-1 1,1-1,-1-1,0 1,0 0,0 0,0 0,0-1,0 1,-1 0,1-1,-1 1,0-1,1 1,-1 0,0-1,0 1,-1-1,1 1,-1-1,1 1,-1 0,1-1,-2 0,0 0,-1 0,0 1,0-1,0 1,0-1,-1 1,1 0,-1 0,1 1,-1-1,0 1,1-1,-1 1,0 1,0-1,0 0,0 1,0 0,0 0,0 0,0 0,1 1,-1-1,0 1,0 0,0 0,0 1,1-1,-1 1,1 0,-3 1,2-1,0 0,0 0,0 0,0 0,1 1,-1 0,1 0,-1 0,1 0,0 0,1 1,-1 0,0-1,1 1,0 0,0 0,0 0,0 0,1 0,-1 1,1-1,0 1,1-1,-1 0,1 1,0-1,0 1,0-1,0 1,1-1,0 1,0-1,0 0,0 1,1-1,0 0,0 0,0 0,0 0,2 2,1 1,1-1,0 0,0 0,0-1,1 1,-1-1,1 0,1-1,-1 0,1 0,-1-1,1 0,0 0,0-1,6 2,-11-3,1-1,0 1,-1 0,1-1,0 0,0 0,0 0,-1 0,1-1,0 1,0-1,-1 0,1 0,0-1,-1 1,1-1,-1 1,0-1,0 0,1-1,-1 1,0 0,-1-1,1 0,0 1,-1-1,0 0,1 0,-1-1,0 1,-1 0,1-1,-1 1,1-1,-1 0,0-2,-1-1,1 0,-1 0,-1 0,1 1,-1-1,0 0,-1 1,0-1,0 1,0-1,-1 1,1 0,-2 0,1 0,-1 0,0 1,0-1,0 1,-1 0,0 0,0 1,0-1,0 1,-1 0,0 1,1-1,-1 1,-1 1,1-1,0 1,-1 0,1 0,-1 0,0 1,1 0,-1 1,0 0,0 0,1 0,-1 1,-2 0,4 1,1 0,-1 1,1 0,0 0,0 0,0 0,0 1,0-1,1 1,0 0,0 0,0 0,0 1,0-1,1 1,0 0,0-1,0 1,1 0,0 0,-1 0,2 0,-1 0,1 0,-1 0,1 1,1-1,-1 0,1 0,0 0,0 0,0 0,1 0,0 0,0-1,0 1,0-1,1 1,0-1,0 0,0 0,0 0,1 0,0 0,2 0,0 0,0 0,0-1,0 0,1 0,-1-1,1 0,0 0,0-1,0 1,0-1,0-1,0 0,0 1,0-2,0 1,0-1,-1-1,1 1,0-1,0 0,-1 0,3-2,-4 2,0-1,0 1,0-1,-1 0,1 0,-1 0,0 0,0-1,0 0,-1 0,1 0,-1 0,0-1,0 1,0-1,-1 0,0 0,0 0,0 0,0 0,-1 0,0 0,0 0,0-1,-1 1,1-1,-2 1,1 0,0-1,-1-2,-1 0,1 0,-1 0,-1 0,1 0,-2 1,1-1,-1 1,0 0,0 0,-1 0,1 0,-2 1,1 0,-1 0,0 0,0 1,0 0,-1 0,0 0,0 1,0 0,-1 1,1-1,-1 2,0-1,0 1,0 0,-4 0,9 2,0 0,0 0,0 1,0-1,0 1,0 0,0 0,1 0,-1 0,0 1,0-1,1 1,-1-1,1 1,0 0,-1 0,1 0,0 0,0 1,0-1,0 0,1 1,-1-1,1 1,-1 0,1 0,0-1,0 1,0 0,0 1,-1 4,1-1,-1 1,1-1,1 1,-1-1,1 1,0 0,1-1,0 1,0-1,2 6,-1-6,0-1,1 0,0 0,0 0,0-1,0 1,1-1,0 0,0 0,0 0,1 0,0-1,0 1,0-1,0-1,0 1,1-1,0 0,0 0,0 0,0-1,0 0,0 0,1-1,-1 1,0-2,1 1,-1-1,1 1,-1-2,1 1,-1-1,1 0,-1 0,4-2,-6 1,0 0,0 0,-1 0,1 0,-1-1,1 0,-1 0,0 0,0 0,0 0,-1 0,1-1,-1 1,1-1,-1 0,0 0,-1 0,1 0,-1 0,0 0,0 0,0 0,0-1,-1 1,0 0,1-1,-2 0,1-4,0-1,-1 1,0 0,0 0,-1 0,0 0,-1 0,0 1,-1-1,0 1,0-1,-2-2,4 7,0 1,0-1,0 0,0 1,0 0,-1 0,0 0,0 0,1 0,-1 0,-1 1,1-1,0 1,-1 0,1 0,-1 0,0 0,0 1,1 0,-1-1,0 1,0 1,0-1,0 1,0-1,0 1,0 0,-1 1,1-1,0 1,0-1,0 1,1 0,-1 1,0-1,0 1,1 0,-1 0,-1 1,-1 3,0 1,0 0,1 1,0-1,0 1,1 0,0 0,1 0,0 1,0-1,0 1,1 0,1 0,-1 0,1 0,1 0,0 0,0 0,1 0,0 0,1 4,-1-10,0 0,1 0,-1 0,1-1,-1 1,1 0,0-1,0 1,0-1,0 1,1-1,-1 0,1 0,-1 0,1 0,0-1,-1 1,1-1,0 1,0-1,0 0,0 0,0-1,1 1,-1 0,0-1,0 0,0 0,4 0,1 0,1-1,0 1,-1-2,1 1,-1-1,0-1,1 1,-1-1,0-1,4-2,-7 4,0 0,-1-1,1 1,-1-1,0 0,0 0,0 0,0-1,-1 1,1-1,-1 0,0 0,0 0,0 0,-1-1,1 1,-1-1,0 0,0 1,-1-1,0 0,1 0,-2 0,1 0,0 0,-1 0,0-1,0 1,-1 0,0 0,1 0,-2 0,1 0,0 0,-1 1,0-1,0 0,-1 1,1-1,-1 1,0 0,-2-2,1 3,0 0,-1 0,1 1,-1 0,1 0,-1 0,0 1,0-1,1 1,-1 0,0 1,0-1,0 1,0 0,0 0,0 1,0-1,0 1,0 0,0 1,0-1,0 1,1 0,-1 0,1 0,-1 1,1-1,0 1,0 0,0 0,0 1,1-1,-1 1,1 0,0 0,0 0,0 0,1 0,0 1,-1-1,0 5,1-6,0 1,1 0,-1 0,1 1,0-1,0 0,0 0,0 0,1 1,0-1,0 0,0 1,0-1,1 0,0 1,-1-1,2 0,-1 0,0 0,1 0,0 0,0 0,0 0,0-1,1 1,-1-1,1 1,0-1,0 0,0 0,1 1,0-3,-1 1,0-1,1 1,-1-1,1 0,0 0,-1 0,1-1,0 1,-1-1,1 0,0 0,0-1,-1 1,1-1,0 1,-1-1,1 0,-1 0,1-1,-1 1,1-1,-1 0,0 0,0 0,0 0,0 0,0-1,0 0,-1 1,1-1,-1 0,0 0,0 0,0 0,0-1,0 1,-1 0,0-1,1 1,-1-1,-1 0,1 1,0-1,-1-1,1 0,-1 0,0 0,0 0,-1 0,1 0,-1 0,0 0,0 1,-1-1,1 0,-1 1,0-1,-1 1,1-1,-1 1,1 0,-1 0,-1 0,1 0,0 1,-1-1,0 1,0 0,0 0,0 1,0-1,-1 1,1 0,-1 0,0 0,3 1,0 1,0 0,0 0,0 0,0 0,0 0,0 0,0 1,1-1,-1 1,0-1,0 1,0 0,0 0,1 0,-1 0,0 0,1 0,-1 0,1 0,-1 1,1-1,0 0,-1 1,1 0,0-1,0 1,0-1,0 1,0 0,0 1,-17 59,17 5,1-65,0-1,1 1,-1-1,0 1,1-1,0 1,-1-1,1 1,0-1,0 0,-1 0,1 1,0-1,0 0,1 0,-1 0,0 0,0 0,0 0,1 0,-1 0,1 0,-1-1,0 1,1-1,-1 1,1-1,-1 1,1-1,-1 0,1 0,0 0,-1 0,1 0,-1 0,1 0,-1 0,1-1,-1 1,1-1,-1 1,5-2,-1 0,0 0,1 0,-1-1,0 1,-1-1,1-1,0 1,-1-1,0 1,0-1,0 0,0-1,-1 1,1-1,-1 0,0 1,-1-1,1-1,-1 1,0 0,0 0,-1-1,1 1,-1-1,0 0,-1 1,1-1,-1 0,-1 1,1-1,-1 0,0 1,0-1,0 1,-1-1,0-1,0 5,0-1,0 1,0-1,-1 1,1 0,-1 0,1 0,-1 0,0 1,1-1,-1 1,0-1,0 1,0 0,0 0,0 0,0 1,-1-1,1 1,0-1,0 1,0 0,-1 1,1-1,0 0,0 1,0 0,0 0,0 0,0 0,0 0,0 0,0 1,0-1,1 1,-1 0,1 0,-1 0,1 0,0 1,-1-1,1 0,0 1,1 0,-1-1,0 1,1 0,0 0,-1 2,0-2,1 0,0 0,0-1,1 1,-1 0,0 0,1 0,0 0,0 0,0 0,0-1,0 1,1 0,-1 0,1 0,0 0,-1 0,1-1,1 1,-1 0,0-1,1 1,-1-1,1 1,0-1,0 0,0 0,0 0,0 0,0 0,0 0,1 0,-1-1,1 1,-1-1,1 0,2 1,52 5,-56-7,1-1,-1 1,0 0,1 0,-1 0,1-1,-1 1,0-1,0 1,1-1,-1 1,0-1,0 0,1 0,-1 1,0-1,0 0,0 0,0 0,0 0,0 0,-1-1,1 1,0 0,0 0,-1 0,1-1,-1 1,1 0,-1-1,0 1,1-1,-1 1,0 0,0-1,0 1,0-1,0 1,0-1,-2-1,1 0,0 0,0 0,-1 0,0 0,0 0,0 0,0 0,0 1,0-1,-1 1,1-1,-1 1,0 0,1 0,-1 0,0 0,0 1,0-1,-1 1,1 0,0 0,0 0,-1 0,1 1,-1-1,1 1,0 0,-1 0,1 0,-1 0,-1 1,4 0,-1 0,1 1,0-1,-1 1,1-1,0 1,0-1,0 1,0-1,0 1,1 0,-1 0,0-1,1 1,-1 0,1 0,0 0,-1 0,1 0,0-1,0 1,0 0,1 0,-1 0,0 0,1 0,-1-1,1 1,0 0,-1 0,1-1,0 1,0 0,0-1,0 1,0-1,1 1,-1-1,0 0,1 1,-1-1,2 1,4 11,8 21,-1 1,-2 1,-1 0,2 19,3 39,11 93,-28 59,-40 71,15 151,-1 95,25-415,-5-1,-15 63,-5 30,10 22,-18 165,24-337,-10 71,1 146,8 116,12 448,-26-566,26-234,1-69,1 0,-1 0,0 0,1 0,0 0,-1-1,1 1,0 0,0-1,0 1,0-1,0 0,0 0,0 0,0 0,1 0,-1 0,0 0,1-1,-1 1,1-1,-1 0,0 0,1 0,-1 0,1 0,-1 0,0-1,1 1,1-1,6 1,375-12,-228 2,0 8,96 12,-91 12,-152-20</inkml:trace>
  <inkml:trace contextRef="#ctx0" brushRef="#br0" timeOffset="23923.509">509 11852,'-32'-48,"24"71,24 51,-15-72,0 0,0 0,0 0,0 0,0-1,1 1,-1 0,0-1,1 1,0-1,-1 0,1 1,0-1,0 0,-1 0,1 0,0 0,0 0,0-1,0 1,1 0,-1-1,0 0,0 1,0-1,0 0,0 0,0 0,1 0,-1-1,0 1,0-1,0 1,0-1,4-3,0 0,0 0,-1-1,0 0,0 0,0 0,-1 0,0-1,0 0,0 0,-1 0,1 0,-1-1,-1 1,1-1,-1 1,-1-1,1 0,0-7,0 5,-1 0,0-1,0 1,-1-1,0 1,0 0,-1-1,-1 1,-1-7,2 12,0 1,0-1,0 1,-1 0,1 0,-1 0,0 0,0 0,0 0,0 0,-1 0,1 1,-1-1,1 1,-1 0,0 0,0 0,0 0,0 0,0 1,-1-1,1 1,0 0,-1 0,1 0,-1 0,0 1,0-1,0 1,0 0,-1 1,1-1,0 1,0 0,-1 0,1 0,0 0,0 1,1 0,-1 0,0 0,0 0,1 0,-1 1,1-1,0 1,0 0,0 0,0 0,0 1,1-1,0 1,-1-1,1 1,-4 7,0 1,0-1,1 1,1 0,0 0,0 0,1 1,1 2,0-10,1 0,0 0,1 0,-1 0,1 0,0 0,0 0,0 0,1 0,0 0,0 0,0 0,1 0,0 0,0 0,0-1,0 1,1-1,-1 1,1-1,0 0,1 0,-1 0,1-1,-1 1,1-1,0 0,1 0,-1 0,2 0,1 1,1-1,0 0,0-1,0 0,0 0,0 0,0-1,0 0,0-1,1 0,-1 0,0-1,0 0,0-1,0 1,0-1,0-1,0 0,-1 0,1 0,-1-1,0 0,0-1,0 1,0-1,-1-1,0 1,0-1,-1 0,1 0,-1-1,0 0,-1 0,0 0,0 0,2-7,-5 11,-1 0,1-1,-1 1,0 0,0 0,0-1,-1 1,1 0,-1 0,0-1,0 1,0 0,0 0,0 0,-1 0,1 0,-1 0,0 1,0-1,0 0,0 1,0 0,0-1,-1 1,1 0,-1 0,0 0,0 1,1-1,-2 0,-5-3,0 1,-1 0,0 0,1 1,-1 0,-1 1,1 0,0 0,-1 1,6 0,0 0,0 1,1 0,-1 0,0 0,0 0,0 1,0-1,0 1,0 0,0 1,1-1,-1 1,1 0,-1 0,1 1,0-1,-1 1,1 0,1 0,-1 1,0-1,1 1,0-1,-1 1,2 0,-1 0,0 1,1-1,0 0,0 1,-1 3,1-5,1 0,0 1,-1-1,1 1,1 0,-1-1,0 1,1 0,0-1,0 1,0 0,0-1,1 1,-1 0,1-1,0 1,0 0,0-1,1 1,-1-1,1 0,0 0,0 1,0-1,0 0,0-1,1 1,-1 0,1-1,0 1,0-1,0 1,11 1,0 0,0 0,0-1,1-1,-1 0,1-1,-1-1,1 0,-1-1,1 0,-1-1,1-1,59-4,160 6,-94 2,0-6,10-7,51-18,160-15,67 41,-199 5,95-16,101-9,153 22,-294 3,-99-6,-74 1,-1 4,8 6,232 13,84 10,382 71,27-32,-745-60,513 27,160-22,-168 13,158 9,-157-16,388-20,-600 24,-251-11,271 15,-147-6,317 2,-198 3,-27 0,-89-15,108-6,-352-8,-15 0</inkml:trace>
  <inkml:trace contextRef="#ctx0" brushRef="#br0" timeOffset="24616.602">14933 11197,'50'152,"-46"-138,18 109,-5 1,-6 1,-5 0,-7 73,0-144,-5 151,1-100,4-1,11 84,21-50,-20-127,-4-30,-6 16,5-17</inkml:trace>
  <inkml:trace contextRef="#ctx0" brushRef="#br0" timeOffset="25554.094">14933 11197,'28'-11,"1"0,0 2,1 2,0 0,0 2,0 1,0 2,1 1,-1 1,1 2,-1 0,7 4,31 7,-1 3,-1 3,0 3,6 6,-14-6,-40-16,35 11,-1 3,-1 2,-1 2,-1 2,-2 2,21 17,-54-32,0 0,-1 1,-1 0,0 1,-1 0,-1 1,-1 0,0 1,0-1,-2 2,0-1,2 14,2 10,-2 0,-2 1,-2 0,-2 0,-1 6,-2-14,-2-1,-1 1,-1-1,-2 0,-2-1,0 1,-3-2,0 1,-2-1,-3 2,-15 31,-3 0,-2-3,-3-1,-7 4,28-48,0 0,0-1,-1-1,-1-1,-1-1,0 0,0-2,-1 0,0-2,-1 0,1-1,-2-2,1 0,0-2,-2 0,10 0,-242 28,75 4,183-35,-1 0,0 0,0-1,0 1,0 0,0-1,0 1,0 0,0-1,0 1,0 0,0-1,0 1,0 0,-1-1,1 1,0 0,0-1,0 1,0 0,0-1,-1 1,1 0,0 0,0-1,0 1,-1 0,1 0,0 0,-1-1,1 1,0 0,0 0,-1 0,1 0,0-1,-1 1,1 0,0 0,-1 0,1 0,0 0,-1 0,1 0,0 0,-1 0,1 0,0 0,-1 0,1 0,0 0,-1 1,1-1,0 0,0 0,-1 0,1 0,0 1,-1-1,1 0,0 0,0 0,-1 1,1-1,0 0,0 1,0-1,-1 0,1 0,7-9</inkml:trace>
  <inkml:trace contextRef="#ctx0" brushRef="#br0" timeOffset="26350.094">16351 11879,'-3'-5,"-5"19,-5 23,9-22,1 0,0 0,1 0,1 1,0-1,1 0,1 1,2 11,-2-20,1-1,-1 0,1 1,1-1,-1 0,1 0,0 0,1 0,-1 0,1-1,0 0,0 1,1-2,0 1,-1 0,2-1,-1 0,0 0,1-1,0 1,2 0,1 0,0 0,1 0,-1-1,1-1,-1 1,1-2,0 1,0-1,0-1,0 0,0 0,0-1,0 0,-1-1,1 0,0 0,-1-1,1-1,-1 1,0-2,0 1,-1-1,1 0,-1-1,0 0,-1 0,1-1,-1 0,0 0,-1-1,0 0,0 0,-1 0,0-1,0 0,-1 0,1-2,-4 4,0 0,0 0,-1 0,1-1,-2 1,1 0,-1 0,0-1,-1 1,0 0,0 0,0 0,-1 1,0-1,0 0,-1 1,1 0,-1 0,-1 0,1 0,-1 1,0 0,-1 0,-3-3,-2-1,0 1,0 0,0 0,-1 2,-1-1,1 1,-1 1,0 0,0 1,0 1,-1 0,-9-1,16 3,1 0,-1 0,0 1,0 0,0 0,0 0,1 1,-1 0,0 1,1-1,-1 1,1 1,-1-1,1 1,0 0,0 0,0 1,1 0,-1 0,1 0,0 1,0 0,0 0,1 0,0 0,0 1,0 0,1-1,-1 1,1 1,1-1,-1 0,1 1,0 0,2-3,0 1,0-1,1 0,0 1,0-1,0 0,0 0,0 1,1-1,0 0,0 0,0-1,0 1,0 0,1-1,0 1,0-1,0 0,0 0,0 0,1 0,-1-1,1 1,26 17</inkml:trace>
  <inkml:trace contextRef="#ctx0" brushRef="#br0" timeOffset="29139.658">16792 12013,'223'23,"240"-5,-452-18,-9 1,0-1,0 1,-1-1,1 1,0-1,0 0,0 0,0 0,0 0,0 0,0 0,0 0,0-1,0 1,-1-1,1 1,0-1,0 0,-1 0,1 0,0 0,-1 0,1 0,-1 0,1 0,-1-1,1 1,-1-1,0 1,0-1,0 1,0-1,0 0,0 1,0-1,0 0,-1 0,1-1,-15-226,-1 50,8-1,7 0,9 1,8-16,14-46,-39 215,-1 16</inkml:trace>
  <inkml:trace contextRef="#ctx0" brushRef="#br1" timeOffset="34658.05">14813 10141,'32'-12,"183"8,548-27,57-3,-88 49,-328-3,675 17,-641-5,-370-25,-64-1</inkml:trace>
  <inkml:trace contextRef="#ctx0" brushRef="#br1" timeOffset="35743.998">17540 10729,'5'3,"0"0,-1 0,1-1,0 1,0-1,1-1,-1 1,0-1,1 1,-1-2,1 1,-1-1,1 1,1-2,1 2,410 3,462-4,-521 23,-319-22,-30-4</inkml:trace>
  <inkml:trace contextRef="#ctx0" brushRef="#br1" timeOffset="36348.395">19452 9606,'27'203,"-14"-132,6 71,-6 1,-7 1,-5-1,-7 1,-11 37,-3 51,10 184,10-362,-5-62,3-4</inkml:trace>
  <inkml:trace contextRef="#ctx0" brushRef="#br1" timeOffset="37357.579">19506 9700,'29'-11,"1"1,0 1,1 1,0 2,0 1,0 1,1 2,-1 1,1 2,-1 1,0 1,1 2,-1 1,21 7,0 2,0 3,-1 2,-1 2,-1 3,-1 1,-2 3,0 1,-2 3,-2 1,-1 2,-2 2,-1 2,-2 1,13 21,-32-37,-1 1,-1 0,-1 1,-1 1,-2 0,0 0,-2 1,-2 1,0-1,-2 1,-1 0,-2 1,0-1,-2 0,-2 1,-5 28,-2 0,-2-1,-3-1,-3 0,-2-1,-2-1,-3-1,-3-1,-16 24,25-50,-1-2,-2 0,0-1,-1-1,-2-1,0-1,-1-2,-1 0,-1-1,-1-2,0-1,-1-1,0-2,-1 0,0-2,-1-2,-28 5,-59 6,84-16,-1 2,1 1,0 2,1 1,0 2,0 1,-30 16,37-13,17-11</inkml:trace>
  <inkml:trace contextRef="#ctx0" brushRef="#br1" timeOffset="38342.225">20909 10435,'-4'3,"0"1,0-1,0 1,0 0,1 0,-1 0,1 1,0-1,0 1,1-1,-1 1,1 0,0 0,0 0,1 1,-1-1,1 0,1 1,-1-1,1 0,-1 1,2-1,-1 1,1-1,-1 0,1 1,1-1,-1 0,1 0,0 0,0 0,0 0,1 0,0 0,6 5,0 0,1 0,0-1,0-1,1 1,0-2,0 0,1 0,0-1,0 0,1-1,0 0,0-1,0-1,0 0,0-1,1 0,-1-1,1 0,-1-1,1-1,-1 0,1-1,-1 0,0-1,7-3,-13 4,0-1,0 0,0-1,0 1,-1-1,0-1,1 1,-1-1,-1 0,1 0,-1-1,0 1,0-1,-1-1,0 1,0 0,0-1,-1 0,0 0,0 0,0 0,-1-1,-1 1,1 0,-1-1,0 0,-1 1,0-1,0 1,0-1,-1 0,0 1,-1-1,0 1,0-1,-2-3,0 0,0 0,-1 1,0-1,-1 1,0 0,-1 1,0 0,0 0,-1 0,0 1,-1 0,0 1,0 0,0 0,-1 1,0 0,0 0,-1 2,0-1,0 1,0 1,0 0,0 0,-1 1,1 0,-1 1,1 1,-1 0,1 0,-1 1,1 1,-1 0,1 0,0 1,0 1,0 0,0 0,0 1,-5 4,11-6,-1 2,0-1,1 0,0 1,0 0,0 0,1 1,0-1,0 1,0 0,1 0,-1 1,1-1,1 0,-1 1,1 0,1 0,-1-1,1 1,0 0,1 0,0 0,0 0,0 0,1 0,0 0,0 0,1 0,-1 0,2-1,-1 1,1-1,0 1,0-1,1 0,2 3,27 20,3-7</inkml:trace>
  <inkml:trace contextRef="#ctx0" brushRef="#br1" timeOffset="39128.174">21298 10462,'85'17,"16"-9,0-4,13-5,-32 0,647 9,739-10,-813-4,390-2,93 3,-1050-3,-88 8,1 0,-1 0,0-1,0 1,1 0,-1 0,0 0,0 0,1 0,-1-1,0 1,0 0,1 0,-1 0,0-1,0 1,0 0,0 0,1-1,-1 1,0 0,0 0,0-1,0 1,0 0,0-1,0 1,0 0,0 0,0-1,0 1,0 0,0-1,0 1,0 0,0-1,0 1,0 0,0 0,0-1,0 1,0 0,-1 0,1-1,0 1,0 0,0 0,-1-1,1 1,0 0,0 0,0 0,-1-1,1 1,0 0,0 0,-1 0,1 0,0 0,-1 0,1 0,0-1,0 1,-1 0,1 0,0 0,-14-7</inkml:trace>
  <inkml:trace contextRef="#ctx0" brushRef="#br1" timeOffset="39566.291">24773 10168,'49'27,"111"29,-115-42,0 1,-1 2,-1 3,8 5,-48-24,0 0,0 0,-1 0,1 0,-1 1,1-1,-1 0,1 1,-1 0,0 0,0 0,0 0,0 0,0 0,0 0,-1 1,1-1,-1 0,1 1,-1 0,0-1,0 1,0 0,0-1,-1 1,1 0,-1 0,0 0,0 0,0-1,0 1,0 0,0 0,-1 0,1 0,-1 0,-5 4,0 1,0-2,0 1,-1-1,0 0,0 0,-1 0,0-1,1-1,-5 3,-80 41,-2-3,-84 26,113-45,-5 1,16-7</inkml:trace>
  <inkml:trace contextRef="#ctx0" brushRef="#br1" timeOffset="40612.723">25976 8924,'1'20,"0"0,1-1,1 1,1-1,0 0,2 0,0-1,1 1,1-1,1-1,0 1,1-2,1 1,1-1,0-1,1 0,1-1,9 8,-20-19,1 1,0-1,0 0,0 0,0 0,0-1,1 1,-1-1,1 0,0-1,-1 1,1-1,0 0,0 0,0 0,0-1,0 1,0-1,0 0,0-1,0 1,0-1,0 0,0-1,0 1,0-1,-1 0,1 0,-1 0,1-1,-1 1,2-2,2-8,1 0,-1 0,-1-1,0 0,-1 0,-1 0,0-1,0 0,-2 0,1 0,-2 0,0-1,-1 1,0-1,-1 1,-1-1,-1-8,2 19,0-1,0 1,0 0,0 0,0 0,-1 0,1-1,-1 1,0 0,0 0,-1 0,1 0,-1 1,0-1,0 0,0 1,-1-1,2 4,1 0,-1-1,0 1,1 0,-1 0,0 0,1 0,-1 0,0 0,1 0,-1 0,0 0,1 0,-1 1,0-1,1 0,-1 0,0 1,1-1,-1 0,1 1,-1-1,0 1,1-1,-1 0,1 1,-1-1,1 1,0 0,-1-1,1 1,-1-1,1 1,0 0,0-1,-1 1,1-1,0 1,0 0,0 0,-7 18,1-1,1 1,1 0,1 1,1-1,0 1,1-1,2 6,-2-20,3 80,4 0,3-1,10 29,0 17,-18-123,3 91,-5-95,1 0,0-1,-1 1,0-1,1 1,-1-1,0 1,0-1,-1 1,1-1,0 0,-1 0,1 0,-1 0,0 0,0 0,0 0,0 0,0-1,0 1,0-1,0 1,-1-1,1 0,-1 0,1 0,-1 0,1-1,-1 1,1-1,-1 1,0-1,1 0,-3 0,-6-2,0 0,0-1,0-1,0 0,0 0,1-1,-1 0,1-1,1 0,-1-1,1 0,0 0,1-1,-1 0,2-1,-7-7,4 4,-1 1,2-1,0-1,0 0,2 0,-1-1,2 0,0 0,0 0,1-1,1 0,-1-5,6 17,-1 0,1 0,0 1,0-1,0 0,0 1,0-1,1 1,-1-1,1 1,-1 0,1-1,0 1,0 0,0 0,0 1,0-1,0 0,1 1,-1-1,1 1,-1-1,1 1,-1 0,1 0,0 1,-1-1,1 0,0 1,0 0,0-1,-1 1,1 0,0 1,0-1,0 0,-1 1,3 0,1-2,234-16,-147 10</inkml:trace>
  <inkml:trace contextRef="#ctx0" brushRef="#br1" timeOffset="41523.579">26591 9606,'7'-2,"0"1,0-1,0 1,1 0,-1 1,0 0,1 0,-1 0,0 1,0 0,1 1,-1-1,0 2,0-1,0 1,-4-2,0 0,0 1,1 0,-1 0,0 0,-1 0,1 0,0 1,-1-1,1 1,-1 0,0-1,1 1,-2 0,1 0,0 1,0-1,-1 0,0 0,0 1,0-1,0 1,0-1,-1 1,1-1,-1 1,0 0,0-1,-1 1,1-1,-1 1,-4 12,0-1,-2 0,0 0,0 0,-2-1,1 0,-2-1,0 0,-1 0,0-1,0 0,-12 8,15-13,-61 62,69-68,-1 0,0-1,1 1,-1 0,0-1,1 1,-1 0,1-1,-1 1,1 0,-1 0,1 0,0 0,-1 0,1-1,0 1,0 0,0 0,0 0,-1 0,1 0,1 0,-1 0,0 0,0 0,0-1,0 1,1 0,-1 0,0 0,1 0,-1 0,0-1,1 1,-1 0,1 0,0 0,-1-1,1 1,0-1,-1 1,1 0,0-1,-1 1,1-1,0 1,0-1,0 0,49 12,27-8,1-4,0-4,-1-3,0-3,33-10,7-2</inkml:trace>
  <inkml:trace contextRef="#ctx0" brushRef="#br1" timeOffset="64697.376">8932 13497,'0'-65,"-35"1073,-22-383,53-509,5-126</inkml:trace>
  <inkml:trace contextRef="#ctx0" brushRef="#br1" timeOffset="66051.94">9091 13403,'0'-1,"0"0,-1 0,1 0,0 0,0 0,0 0,0 0,0 0,0 0,0 0,0 0,0 0,0 0,0 0,1 0,-1 0,0 0,1 0,-1 0,1 0,-1 0,1 0,0 0,-1 0,1 1,0-1,0 0,-1 0,1 1,0-1,0 1,0-1,0 1,0-1,0 1,0-1,0 1,0 0,0 0,0-1,50-5,-42 5,177-3,57 10,-134 0,0 5,0 5,-2 4,0 5,-2 5,9 8,-79-26,-1 1,-1 2,0 1,-1 1,0 2,-2 1,0 2,-2 1,0 1,-2 1,0 2,-2 0,-1 2,-1 0,-2 2,-1 0,-1 1,0 4,3 27,-2 1,-3 0,-3 2,-3-1,-2 1,-2 63,-6-67,-2 1,-4-1,-1 0,-4 0,-2-1,-3-1,-3 0,-2-1,-2-1,-3-1,-3-2,-2 0,-2-3,-3 0,-2-2,-4 1,-6-4,-2-1,-2-3,-1-3,-3-1,0-3,-3-3,-1-2,-31 10,29-18,0-4,-2-2,0-3,0-2,-39 0,-40 12,1 7,-7 9,137-37,-93 25,103-28,0 0,0-1,1 1,-1-1,0 1,0-1,0 0,1 0,-1 0,0 0,1 0,-1 0,1 0,-1 0,1-1,0 1,-1-1,1 1,0-1,0 1,0-1,0 0,0 1,0-1,1 0,-1-1,-6-13</inkml:trace>
  <inkml:trace contextRef="#ctx0" brushRef="#br1" timeOffset="66364.091">8864 15088,'0'-7,"0"2,0 12,2 17,2 24,1 26,0 22,2 19,-1 12,-1 1,-1-22</inkml:trace>
  <inkml:trace contextRef="#ctx0" brushRef="#br1" timeOffset="67313.356">11044 14433,'-4'4,"0"0,1 1,0 0,0 0,0-1,0 2,1-1,0 0,0 0,0 1,1-1,0 1,0 0,0-1,1 1,-1 0,1-1,1 1,-1 0,1-1,0 1,1-1,0 3,3 7,1 0,1-1,0 0,1 0,0-1,1 0,1 0,0-1,1-1,0 1,0-2,1 1,1-2,0 0,0 0,1-1,0-1,0 0,0-1,1-1,0 0,1-1,-1 0,0-1,1-1,0-1,12 0,-18-1,1 0,-1-1,1 0,-1 0,0-1,0-1,1 0,-1 0,-1-1,1 0,-1 0,1-1,-1-1,-1 0,1 0,-1 0,0-1,0 0,-1-1,0 0,0 0,-1 0,0-1,-1 0,0 0,0-1,-1 1,0-1,-1 0,1-2,-1 3,0 0,-1 0,0 0,0 0,-1 0,0 0,-1 0,0 0,-1 0,0 0,0 0,0-1,-2 2,1-1,-1 0,0 0,-1 1,1 0,-2 0,1 0,-1 0,-1 1,1-1,-1 1,0 1,-1-1,0 1,0 0,0 1,-5-3,1 3,-1 0,0 1,0 0,0 1,0 1,0 0,0 0,-1 1,1 1,-1 0,1 0,-1 2,1-1,0 2,0 0,0 0,0 1,0 0,1 1,0 0,0 1,0 1,1-1,-1 2,2-1,-1 1,1 1,0 0,1 0,0 1,-4 6,9-12,0-1,1 1,-1 0,1 0,0 0,0 0,0 0,1 0,0 0,-1 0,1 1,1-1,-1 1,1-1,-1 0,1 1,1-1,-1 1,0-1,1 1,0-1,0 0,1 1,-1-1,1 0,0 1,24 20,4-5</inkml:trace>
  <inkml:trace contextRef="#ctx0" brushRef="#br1" timeOffset="67793.737">11619 14539,'9'-3,"1"0,-1 0,1 1,0 1,0 0,-1 0,1 1,0 0,3 0,8 0,826-25,10-4,241-33,-884 47,-187 9,-45-1,-56 5,29 2</inkml:trace>
  <inkml:trace contextRef="#ctx0" brushRef="#br1" timeOffset="71576.845">8824 13884,'40'0,"-167"27,16-10,0-4,-1-5,-12-5,-191-12,128 4,-167 18,28 1,-199 18,312-15,-687 78,-95-41,-23 15,242-20,650-41,-511 16,437-56,174 27,-1 1,1 1,0 2,-1 1,1 1,-1 1,1 1,0 1,0 2,0 0,1 2,0 1,-15 7,37-14,0 0,0-1,0 1,0 0,0 1,1-1,-1 0,1 1,-1-1,1 1,0 0,0 0,0 0,0 0,1 1,1-3,1 0,0 1,-1-1,1 0,0 0,0 0,0 1,0-1,0 0,0 0,1 0,-1-1,0 1,0 0,1 0,-1-1,0 1,1 0,-1-1,1 0,-1 1,1-1,-1 0,1 0,-1 0,1 0,-1 0,1 0,-1 0,0 0,1 0,-1-1,1 1,2 0,9 1,1-1,-1 0,0 0,1-1,-1-1,0-1,0 0,0 0,0-1,0-1,-1 0,0-1,0 0,1-1,-11 5,0 0,0 0,0 0,-1 0,1 0,0 0,-1 0,0-1,0 1,1 0,-1-1,-1 1,1-1,0 1,-1-1,1 0,-1 1,0-1,1 0,-1 1,-1-1,1 0,0 1,-1-1,1 1,-1-1,0 1,0-1,0 1,0-1,0 1,-1 0,1-1,-1 1,1 0,-1 0,0 0,0 0,0 0,0 1,0-1,0 1,0-1,0 1,-1 0,1 0,-1 0,1 0,-1 0,0 0,0-1,-1 0,1 1,-1-1,0 1,1-1,-1 1,0 1,0-1,0 0,0 1,0 0,0 0,1 0,-1 0,0 1,0-1,0 1,0 0,0 0,1 0,-1 1,1 0,-1-1,1 1,-1 0,1 1,0-1,0 0,0 1,0 0,0 0,1 0,-1 0,1 0,0 0,0 1,0-1,1 1,-2 2,0 1,1 0,1 0,-1 0,1 0,0 0,0 0,1 0,0 0,0 0,1 0,0 0,0 0,1 0,0 0,0 0,0 0,1-1,0 1,1-1,-1 0,1 0,0 0,0-1,1 1,0-1,0 0,0 0,1-1,-1 1,1-1,0 0,0-1,1 0,-1 0,1 0,-1-1,1 1,0-2,0 1,0-1,0 0,2 0,-2-2,0 1,0-1,0 0,0-1,-1 1,1-1,0-1,-1 1,0-1,1 0,-1-1,0 1,-1-1,1-1,-1 1,1-1,-1 0,-1 0,1 0,-1 0,0-1,0 0,0 0,-1 0,0 0,0-1,-1 1,0-1,0 0,0 0,-1 1,0-1,0 0,-1 0,0 0,0 0,-1 0,1 0,-2 0,1 0,-2-6,0 5,0 0,0 0,-1 0,0 0,0 1,-1-1,0 1,0 0,-1 1,0-1,0 1,0 0,-1 0,0 1,0 0,0 0,0 1,-1 0,0 0,0 1,0 0,0 0,-1 1,1 0,-1 1,0-1,1 2,-1-1,0 1,1 1,-1-1,0 1,1 1,-1 0,1 0,0 0,0 1,-1 1,-5 3,4 0,0 1,1 0,0 1,0 0,1 0,0 1,0 0,1 0,1 1,0 0,0 0,1 1,0-1,1 1,1 0,0 1,0-1,1 0,1 1,0 8,1-16,1 0,-1 0,1 0,0 0,1 0,-1 0,1 0,0 0,0-1,0 1,1-1,0 0,0 1,0-1,0 0,1-1,-1 1,1-1,0 1,0-1,0 0,1 0,-1-1,1 0,-1 1,1-1,0-1,0 1,0-1,0 0,0 0,0 0,0-1,4 0,-3 1,0-1,0 0,0 0,-1 0,1-1,0 0,0 0,-1 0,1-1,-1 0,1 0,-1-1,0 1,0-1,0 0,0 0,0-1,-1 1,1-1,-1 0,0-1,0 1,-1-1,1 1,-1-1,0 0,0 0,-1-1,0 1,2-4,-4 3,0 0,-1-1,1 1,-1 0,-1 0,1 0,-1 0,0 0,0 0,-1 1,1-1,-1 1,-1 0,1-1,-1 1,0 1,0-1,0 0,-1 1,1 0,-1 0,0 1,0-1,-1 1,1 0,-1 0,1 1,-1 0,0 0,0 0,0 0,0 1,0 0,0 1,-6-1,9 2,0-1,0 1,-1-1,1 1,0 0,0 0,0 1,0-1,1 1,-1-1,0 1,0 0,1 0,0 0,-1 0,1 1,0-1,0 1,0-1,0 1,0 0,1-1,-1 1,1 0,0 0,0 0,0 0,0 0,1 1,-1-1,1 0,-1 0,1 0,0 1,1-1,-1 0,0 0,1 0,0 1,0-1,0 0,0 0,0 0,0 0,1-1,0 1,-1 0,3 1,1 2,1 0,0 0,0-1,0 0,1 0,0 0,0-1,0 0,0-1,2 1,37 16</inkml:trace>
  <inkml:trace contextRef="#ctx0" brushRef="#br1" timeOffset="74182.63">4011 14660,'-4'16,"0"-1,0 1,2 0,0 0,0 1,2 7,0-20,0 0,0 0,1 0,0 0,0 0,0 0,0-1,0 1,1 0,0-1,-1 1,2 0,-1-1,0 0,1 0,-1 0,1 0,0 0,0 0,0-1,0 1,0-1,1 0,-1 0,1 0,0 0,-1-1,3 1,0 0,0-1,0 0,1-1,-1 1,0-1,1-1,-1 1,0-1,1 0,-1 0,0-1,0 0,0 0,0 0,0-1,0 0,-1 0,1 0,-1-1,0 0,0 0,0 0,-1 0,3-4,-4 5,0 0,1-1,-1 0,-1 1,1-1,0 0,-1-1,0 1,0 0,0 0,-1-1,0 1,1-1,-1 0,-1 1,1-1,-1 0,0 0,0 1,0-1,0 0,-1 1,0-1,0 0,0 1,-1-1,0 1,0 0,0-1,0 1,0 0,-4-4,3 5,0-1,-1 0,0 1,0-1,0 1,0 0,0 1,-1-1,1 1,-1 0,1 0,-1 0,0 0,0 1,0 0,0 0,0 0,0 1,0 0,0 0,0 0,-1 0,1 1,0 0,0 0,-1 1,-2 0,0 0,1 1,-1 0,1 1,0-1,0 1,0 1,1-1,-1 1,1 1,0-1,1 1,-1 0,1 0,0 0,-1 4,3-7,1 0,-1 1,1 0,0-1,0 1,0 0,1 0,-1 0,1 0,0 0,0 0,1 1,-1-1,1 0,0 0,0 1,0-1,0 0,1 0,0 1,0-1,0 0,0 0,1 0,-1 0,1 0,0-1,1 1,-1 0,0-1,1 1,0-1,0 0,0 0,2 2,5 0,1-1,-1 0,1 0,0-1,0 0,0-1,0 0,0-1,0 0,1-1,-1 0,0-1,0 0,0-1,0 0,0 0,0-2,0 1,-1-1,1-1,-1 0,0 0,1-2,-9 6,1-1,0 0,-1 0,1 0,-1 0,0 0,1 0,-1-1,0 1,0-1,-1 1,1-1,0 0,-1 0,0 0,0 0,0 0,0 0,0 0,0 0,-1 0,0 0,1 0,-1 0,0-1,-1 1,1 0,0 0,-1 0,0 0,0 0,0 0,0 0,0 0,-1 0,1 0,-1 0,0 1,0-1,0 1,0-1,0 1,0 0,-2-2,-2-1,1 0,-1 1,0-1,0 1,0 0,-1 1,1 0,-1 0,0 0,0 0,0 1,0 1,0-1,0 1,-1 0,1 1,0-1,-1 1,1 1,0 0,-1 0,1 0,0 1,0 0,0 0,0 1,0 0,1 0,-1 0,1 1,0 0,0 1,0-1,0 1,1 0,0 0,0 1,0 0,1 0,0 0,0 0,0 0,1 1,0 0,-2 6,5-11,-1 0,1 1,0-1,0 0,-1 0,2 0,-1 0,0 1,0-1,1 0,-1 0,1 0,0 0,0 0,-1 0,1 0,0 0,1 0,-1 0,0-1,1 1,-1 0,1-1,-1 1,1-1,0 1,-1-1,1 0,0 0,0 0,0 0,0 0,0 0,0-1,0 1,0-1,0 1,2-1,86 2,33-38,-102 27,0 2,0 0,1 1,0 2,1 0,8 0,236 0,783-88,-301 36,165 37,-394 18,-284-12,-124 4,0 5,59 8,106 18,-8-21,-163 12,-77-13,-48 2,-4 1</inkml:trace>
  <inkml:trace contextRef="#ctx0" brushRef="#br1" timeOffset="75688.184">6378 15476,'-10'64,"9"-60,0-1,1 1,-1 0,1-1,0 1,0 0,0-1,1 1,-1 0,1-1,0 1,0-1,0 1,1-1,-1 1,1-1,0 0,0 0,0 0,0 0,0 0,1 0,-1 0,1-1,0 0,0 1,0-1,0 0,0 0,0 0,3 1,4-2,-1 1,1-1,0 0,-1-1,1 0,0 0,-1-1,1-1,-1 0,1 0,-1 0,0-1,0-1,0 0,0 0,0 0,-1-1,0-1,0 1,-1-1,1 0,-1-1,0 0,-1 0,0-1,3-4,-6 9,-2 1,1-1,0 1,0-1,-1 0,1 1,-1-1,0 0,0 0,0 0,0 0,-1 0,1 0,-1 0,1 0,-1-1,0 1,-1 0,1 0,0 0,-1 0,0 0,1 0,-1 0,-1 0,1 0,0 0,-1 1,1-1,-1 0,0 1,0-1,0 1,0-1,-7-2,-1 0,1 1,-1 0,1 0,-1 1,0 1,0-1,-1 2,1-1,0 1,-1 1,1 0,0 0,-1 1,1 1,0-1,0 2,0-1,0 1,0 1,1 0,-1 0,1 1,0 0,0 1,1 0,-1 1,5-5,1 0,0 0,0 0,0 1,0-1,0 1,1-1,-1 1,1 0,0 0,0 0,0 1,0-1,0 0,1 1,-1-1,1 1,0 0,0-1,1 1,-1 0,1-1,-1 1,1 0,0 0,1 0,-1-1,1 1,-1 0,1-1,0 1,1 0,-1-1,0 1,1-1,0 0,0 0,0 1,0-1,1 0,0 0,7 3,0 0,1 0,0-1,0 0,0-1,1 0,-1-1,1-1,0 0,0 0,0-1,0 0,0-1,0-1,0 0,0 0,-1-1,1-1,0 0,7-4,50-34,-68 39,1 1,0-1,-1 0,0 1,1-1,-1 0,0 0,0 0,0 0,0 0,0-1,0 1,-1 0,1 0,-1-1,1 1,-1 0,0 0,0-1,0 1,0 0,0-1,-1 1,1 0,-1 0,0 0,1-1,-1 1,0 0,0 0,0 0,0 0,-1 0,-4-4,0 0,-1 1,0 0,0 0,0 0,-1 1,1 0,-1 1,0 0,0 0,-1 1,1-1,0 2,-1-1,1 1,-1 1,1-1,-2 2,3-2,0 0,0 1,1 0,-1 1,0 0,0 0,0 0,1 1,-1-1,0 2,1-1,0 1,0 0,0 0,0 1,0 0,0 0,1 0,0 0,0 1,-3 3,7-7,0 0,1 0,-1 0,0 0,1 0,-1 1,0-1,1 0,-1 0,1 0,0 0,-1 1,1-1,0 0,0 0,0 1,0-1,0 0,0 1,0-1,0 0,0 0,1 1,-1-1,1 0,-1 0,1 0,-1 0,1 1,-1-1,1 0,0 0,0 0,0 0,-1 0,1-1,0 1,0 0,0 0,0-1,0 1,1 0,-1-1,1 1,57 15,-12-15,-1-2,1-2,-1-2,45-11,-40 8,144-20,1 9,114 7,582 14,-655 12,-125-2,-47-1,-63-9,-10-1</inkml:trace>
  <inkml:trace contextRef="#ctx0" brushRef="#br1" timeOffset="78239.072">14639 14366,'425'24,"535"-34,-181 24,550-1,-864-15,-36 3,-421-1,-6 0,0 1,-1-1,1 0,0 1,-1-1,1 0,0 0,0 0,-1 0,1-1,0 1,-1 0,1-1,0 1,-1-1,1 0,0 1,-1-1,1 0,-1 0,0 0,1 0,-1 0,0 0,1 0,-1-1,0 1,0 0,0-1,0 1,0-2,-13-89,5 65,-12-63,5-2,3 1,3-33,0-541,2 431,6 231,1 0,-1 0,0 0,1-1,0 1,-1 0,1 0,0 0,1 0,-1 0,0 1,1-1,0 0,0 1,0-1,0 1,0-1,0 1,0 0,1 0,-1 0,1 0,0 0,-1 1,1-1,0 1,0 0,0 0,0 0,0 0,0 0,0 1,3-1,34-3,0 1,0 2,0 2,0 2,20 4,-47-6,345 30,51-15,568-5,222 20,54-46,318-39,-1256 34,304-12,-153 30,239-7,-645 7,-126 1,23 1</inkml:trace>
  <inkml:trace contextRef="#ctx0" brushRef="#br1" timeOffset="78855.387">24599 12574,'9'8,"23"9,1-1,1-2,0-1,8 0,21 8,-4 0,-17-8,0 2,-1 2,0 2,-2 1,0 2,5 6,-40-26,0 0,-1 1,1-1,-1 1,1-1,-1 1,0 0,0 1,0-1,-1 0,1 1,-1-1,0 1,0 0,0 0,0 0,-1 0,0 0,1 0,-1 1,-1-1,1 0,-1 0,0 1,0-1,0 0,0 1,-1-1,1 0,-1 0,-1 4,-4 1,0 0,-1-1,0 1,0-2,0 1,-1-1,0 0,-1 0,0-1,0 0,-2 0,-61 36,-2-4,-67 24,23-10,73-31</inkml:trace>
  <inkml:trace contextRef="#ctx0" brushRef="#br1" timeOffset="79857.245">27700 12214,'14'27,"6"14,1-2,2-1,1-1,6 5,-16-25,1-1,0-1,1 0,1-1,0-1,1 0,0-1,1-1,12 5,-20-12,-1 1,1-1,1-1,-1 0,0-1,1 0,0 0,-1-2,1 1,0-1,-1-1,1 0,0-1,-1 0,0-1,1 0,-1-1,7-3,-5 0,-1 0,0-1,-1 0,0-1,-1-1,1 0,-2 0,1-1,-1 0,-1 0,0-1,-1 0,0-1,-1 1,0-1,-1 0,-1-1,0 0,-1 1,0-1,-1 0,-1 0,0 0,0-3,-16-36,15 52,-1 0,1 1,-1-1,0 0,1 0,-1 0,0 0,1 1,-1-1,0 0,0 1,0-1,0 1,0-1,1 1,-1-1,0 1,0 0,0-1,0 1,0 0,0 0,-1 0,1-1,0 1,0 0,0 1,0-1,0 0,0 0,0 0,0 1,0-1,0 0,0 1,0-1,0 1,1-1,-1 1,0-1,0 1,0 0,0-1,1 1,-1 0,0 0,1 0,-1 0,0 0,-6 10,0 0,1 0,0 0,1 1,0 0,1 0,0 0,1 1,0-1,1 1,0 0,1 4,-2 39,2-1,3 1,2-1,2 0,3 0,2 3,14 91,-14-52,-3 1,-5 0,-5 18,3-106,-1-1,0 1,-1-1,0 1,-1-1,0 1,0-1,-1 0,0 0,0 0,-1-1,-1 1,1-1,-1 0,-1 0,-2 4,5-11,1 0,0 0,-1 1,1-1,0-1,-1 1,0 0,1-1,-1 1,1-1,-1 0,1 1,-1-1,0-1,1 1,-1 0,1-1,-1 1,0-1,1 0,-1 0,1 0,0 0,-1 0,1 0,0-1,0 1,0-1,-1 0,-56-56,34 24,2-2,1 0,2-2,1 0,2-1,-7-26,21 55,-12-47,14 56,1-1,0 1,0-1,0 1,0-1,0 0,0 1,0-1,0 1,1-1,-1 1,1-1,-1 0,1 1,-1 0,1-1,0 1,0-1,0 1,0 0,0 0,0-1,0 1,0 0,0 0,0 0,1 0,-1 0,1 1,-1-1,0 0,1 1,12-3,-1 0,1 1,0 1,0 1,0 0,0 0,3 2,26-1,155-10,-136 4</inkml:trace>
  <inkml:trace contextRef="#ctx0" brushRef="#br1" timeOffset="80335.506">28743 13002,'-1'0,"-15"5,19 0,42 0,-37-5,0-1,0 2,1-1,-1 1,0 0,0 1,0 0,-1 0,1 1,0 0,-1 0,0 1,0 0,0 0,0 1,0 0,-1 0,0 0,0 1,0 0,-5-3,0-1,1 1,-1-1,-1 1,1-1,0 1,-1 0,1-1,-1 1,0 0,0-1,0 1,0 0,0-1,-1 1,1 0,-1-1,0 1,0-1,0 1,0-1,0 1,0-1,-1 1,1-1,-1 0,1 0,-1 0,0 0,-1 1,-65 51,4-14,64-39,0 0,0 0,0 0,1 1,-1-1,0 0,1 0,-1 0,1 0,-1 0,1 0,-1 0,1 0,0 0,-1 0,1 0,0 0,0-1,0 1,0 0,0 0,0-1,0 1,0-1,0 1,0-1,0 1,0-1,0 0,0 1,0-1,1 0,-1 0,0 0,0 0,0 0,1 0,1 1,54 16,-41-15,0 2,0 0,0 1,0 0,0 1,-1 1,0 1,-1 0,0 0,0 2,-1 0,0 0,0 1,-1 1,-1 0,4 5,-14-14,1 0,0-1,-1 1,1 0,-1 0,0 0,0 0,0 0,0 1,0-1,-1 0,1 0,-1 1,0-1,0 0,-1 0,1 1,0-1,-1 0,0 0,0 0,0 1,0-1,0 0,-1 0,1-1,-1 1,0 0,0 0,0-1,0 1,0-1,-1 0,1 0,-3 2,-11 6,-1 0,0-2,0 0,-1-1,0 0,0-1,-1-2,-18 4,-177 20,98-21</inkml:trace>
  <inkml:trace contextRef="#ctx0" brushRef="#br1" timeOffset="90626.265">1539 3336,'-5'0,"-1"0</inkml:trace>
  <inkml:trace contextRef="#ctx0" brushRef="#br1" timeOffset="91325.237">4065 3577,'0'0</inkml:trace>
  <inkml:trace contextRef="#ctx0" brushRef="#br1" timeOffset="91938.354">6618 3484,'0'0</inkml:trace>
  <inkml:trace contextRef="#ctx0" brushRef="#br1" timeOffset="92673.384">9025 5984,'13'2,"10"3,0 1</inkml:trace>
  <inkml:trace contextRef="#ctx0" brushRef="#br1" timeOffset="93171.667">9292 8016,'19'4,"5"2</inkml:trace>
  <inkml:trace contextRef="#ctx0" brushRef="#br1" timeOffset="94290.465">15281 6318,'-5'5,"8"3,11 0,2 0</inkml:trace>
  <inkml:trace contextRef="#ctx0" brushRef="#br1" timeOffset="95156.741">15575 12186,'9'3,"8"0,3-1,-2 1</inkml:trace>
  <inkml:trace contextRef="#ctx0" brushRef="#br1" timeOffset="95843.214">20227 10997,'0'0</inkml:trace>
  <inkml:trace contextRef="#ctx0" brushRef="#br1" timeOffset="97334.443">18690 1852,'-3'11,"1"0,0 0,1-1,0 1,0 0,1 0,0 0,1 0,1 0,0 0,0-1,1 1,0 0,1-1,0 0,5 9,9 15,3 0,0 0,26 28,-7-11,-18-26,-1 2,-1 0,-2 1,-1 1,10 23,-25-48,0 0,0-1,-1 1,1 1,-1-1,0 0,0 0,0 0,0 1,-1-1,0 0,0 1,0-1,-1 0,1 1,-1-1,0 0,0 0,0 0,-1 0,1 0,-1 0,0 0,0 0,-1 0,1-1,-1 0,0 1,0-1,-1 1,-2 0,0 0,0 0,-1-1,1 0,-1 0,0 0,0-1,0 0,0-1,0 1,-1-1,1-1,0 1,0-1,-1-1,1 1,0-1,0 0,0-1,-1 0,2 0,-1 0,0-1,0 0,1-1,-1 1,1-1,-2-2,-1 0,1 0,-1-1,1 0,0 0,0-1,1 0,0 0,1-1,0 1,0-2,1 1,0-1,0 1,1-1,1-1,0 1,0 0,1-1,0 0,3 1,0 0,1 1,0-1,1 0,0 1,1 0,0 0,0 0,0 0,2 1,-1 0,1 0,0 0,0 0,1 1,0 0,0 1,3-2,3-6,-11 12,30-28,-2-3,-1 0,-2-2,-1 0,-1-2,-3-1,9-20,-29 54,0-1,0 1,0-1,0 0,-1 1,1-1,-1 0,-1 0,1 0,-1 0,0 0,0 0,0 0,0 0,-1 0,0 1,0-1,-1 0,1 0,-1 1,0-1,0 1,0-1,-1 1,0 0,0 0,0 0,0 0,0 1,-1-1,-4 0,0 0,0 1,-1 0,1 0,-1 1,1 0,-1 0,0 1,0 0,0 1,0 0,1 0,-1 1,0 0,0 1,0-1,1 2,-1-1,1 1,0 1,0 0,0 0,0 0,0 1,1 0,0 0,0 1,1 0,-1 0,1 1,-2 3,3-3,0 0,0 1,1-1,0 1,0 0,0 0,1 1,1-1,0 1,0-1,0 1,1 0,0 0,1-1,0 1,0 0,2 4,6 34</inkml:trace>
  <inkml:trace contextRef="#ctx0" brushRef="#br1" timeOffset="99640.527">19987 1906,'-4'68,"-2"0,-4 0,-5 12,11-61,4-18,-8 47,-3 0,-1-1,-9 17,9-49,7-36,23-171,6-64,-5 333,-5-43,1-1,2 0,1-1,2-1,1-1,1-1,2 0,0-2,2-1,1-1,1-1,9 4,12 3,-48-30,0-1,-1 0,1 0,0 1,0-1,0 0,0 0,-1 0,1 0,0 0,0 0,0 0,0 0,-1 0,1-1,0 1,0 0,0 0,-1-1,1 1,0-1,0 1,-1 0,1-1,0 0,-1 1,1-1,-1 1,1-1,-1 0,1 1,-1-1,1 0,-1 1,1-1,-1 0,0 0,1 0,-1 1,0-1,0 0,0-1,5-40,-5 36,2-594,10 515,-12 85,0-1,0 0,0 0,0 1,0-1,0 0,0 0,0 1,0-1,1 0,-1 0,0 1,1-1,-1 0,0 1,1-1,-1 0,1 1,-1-1,1 1,-1-1,1 1,-1-1,1 1,0-1,-1 1,1-1,0 1,-1 0,1 0,0-1,-1 1,1 0,0 0,0 0,0-1,-1 1,1 0,0 0,0 0,-1 1,1-1,0 0,0 0,-1 0,1 0,0 1,-1-1,1 0,0 1,0-1,-1 0,1 1,-1-1,1 1,0-1,-1 1,1 0,-1-1,1 1,-1-1,0 1,1 0,-1-1,0 1,1 0,-1 0,0 0,14 19</inkml:trace>
  <inkml:trace contextRef="#ctx0" brushRef="#br1" timeOffset="100230.541">20776 1839,'-50'157,"-66"174,88-279,22-54,6-55,78-331,-71 355,-4 15,1-1,1 1,0 1,1-1,1 1,1 0,3-5,-10 21,-1 0,1 0,0 0,-1 0,1 0,0 0,0 0,0 0,0 0,0 1,0-1,0 0,0 1,0-1,0 1,0-1,0 1,0-1,1 1,-1 0,0 0,0-1,0 1,1 0,-1 0,0 0,0 1,0-1,1 0,-1 0,0 1,0-1,0 0,0 1,0-1,1 1,-1-1,0 1,1 1,35 35,-9 6,-1 0,-2 2,-3 0,-1 2,-3 0,-1 1,-3 1,-2 1,-1 0,-4 0,-1 0,-1 31,-6-55,-2-26</inkml:trace>
  <inkml:trace contextRef="#ctx0" brushRef="#br1" timeOffset="100934.261">20762 2160,'-146'-26,"182"13,180-49,-99 25,1 6,62-6,-171 36,91-4,-97 6,0-1,0 1,0-1,0 1,0 0,-1 0,1 1,0-1,-1 0,1 1,-1 0,1-1,-1 1,0 0,0 0,0 0,0 1,0-1,0 0,0 1,-1-1,0 1,1 0,-1-1,0 1,0 0,0 0,-1 0,1 0,-1 0,1 0,-1 20,-1 0,-1-1,-1 1,-1-1,0 0,-2 0,-1 0,0-1,-11 20,-30 54,48-96,0 1,0 0,0-1,-1 1,1 0,0 0,0-1,-1 1,1 0,0 0,-1 0,1-1,0 1,-1 0,1 0,0 0,-1 0,1 0,0 0,-1 0,1 0,0 0,-1 0,1 0,-1 0,1 0,0 0,-1 0,1 0,0 0,-1 0,1 0,0 0,-1 1,1-1,0 0,-1 0,1 0,0 1,0-1,-1 0,1 0,0 1,0-1,-1 0,1 0,0 1,0-1,0 0,0 1,-1-1,1 0,0 1,0-1,0 1,2-35,51-335,-32 275,-20 93,0 0,1 0,-1 0,0 1,0-1,0 0,1 1,-1-1,0 1,1 0,-1-1,0 1,1 0,-1 0,1 0,-1 0,0 0,1 0,-1 0,1 0,-1 1,0-1,1 0,-1 1,0-1,1 1,-1 0,0-1,0 1,0 0,0 0,1 0,-1 0,0 0,-1 0,1 0,0 0,0 0,0 0,0 0,-1 1,1-1,-1 0,1 0,-1 1,1-1,-1 0,0 1,0 0,27 43,-3 1,-1 0,11 37,54 108,-88-191,3 6,-1 0,1 0,0-1,0 1,1-1,0 0,0 0,0 0,0 0,1-1,0 0,0 0,0 0,0 0,1-1,-1 0,1 0,0 0,0-1,0 0,0 0,2 0,-3-5,-1 0,1 0,0 0,-1-1,1 0,-1 0,0 0,0 0,-1 0,1-1,-1 0,0 1,0-1,-1 0,1-1,-1 1,0 0,-1-1,1 1,-1-4,11-40,-3 0,-2 0,-3 0,-1-1,-3 0,-2-2,2 40,-1-59,-4 1,-2 0,-7-15,7 47,7 37,0 1,0 0,-1-1,1 1,0 0,0-1,-1 1,1 0,0-1,0 1,0 0,0-1,0 1,0-1,-1 1,1 0,0-1,0 1,0-1,0 1,0 0,1-1,-1 1,0-1,0 1,0 0,0-1,0 1,0 0,1-1,-1 1,0 0,0-1,1 1,-1 0,0-1,0 1,1 0,-1 0,0-1,1 1,-1 0,0 0,1 0,-1-1,0 1,1 0,-1 0,1 0,-1 0,0 0,1 0,-1 0,1 0,-1 0,0 0,1 0,-1 0,0 0,1 0,-1 0,1 0,-1 0,0 1,1-1,-1 0,24 19,-21-15,27 25,0 3</inkml:trace>
  <inkml:trace contextRef="#ctx0" brushRef="#br1" timeOffset="101481.348">22287 1732,'-38'159,"33"-128,-31 235,38-246,7-20,13-33,-8-1,-1 0,-3-1,0 0,-3-1,-1 1,-1-2,-2 1,-2 0,-1-4,0 12,-1-1,-2 1,0-1,-2 1,-1 0,-9-23,4 29,10 22,1 0,-1 0,1 0,-1 0,1 0,-1-1,1 1,-1 0,1 0,-1 0,1 1,-1-1,1 0,-1 0,1 0,-1 0,1 0,-1 1,1-1,-1 0,1 0,-1 1,1-1,0 0,-1 1,1-1,0 0,-1 1,1-1,0 1,-1-1,1 1,0-1,0 0,-1 1,1-1,0 1,0-1,0 1,0-1,0 1,-1 0,1-1,0 1,0-1,0 1,1-1,-1 1,0-1,0 1,0-1,0 1,0-1,1 1,-1-1,0 1,0-1,2 22,0 0,1 0,1 0,1 0,1-1,1 0,0 0,2-1,0 0,2 0,0-1,7 9,22 29,2-1,2-2,21 18,44 52,-108-122,40 59,-40-59,0 0,0 0,0 0,-1 0,1 0,-1 0,1 0,-1 0,0 0,0 1,0-1,0 0,0 0,0 0,-1 0,1 0,0 0,-1 0,0 0,0 0,1 0,-1 0,0 0,-1 0,1-1,0 1,0 0,-1-1,1 1,-1-1,-1 2,-10 4,-2-1,1 0,-1-1,0 0,0-1,0-1,-1 0,1-2,-1 1,1-2,-1 0,-1-1,12 1,-26 2,0-2,0-2,0 0,0-2,1-2,-1-1,-19-7,29 3,8 1</inkml:trace>
  <inkml:trace contextRef="#ctx0" brushRef="#br1" timeOffset="102307.622">23864 2053,'-4'-3,"1"1,-2 0,1 0,0 1,0-1,0 1,-1 0,1 0,-1 0,1 1,-1-1,1 1,-1 0,1 0,-1 1,1 0,0-1,-1 1,1 1,0-1,-1 1,1-1,0 1,0 1,0-1,1 0,-1 1,1 0,-1 0,1 0,0 0,0 0,0 1,0 0,1-1,-1 1,1 0,0 0,0 0,-1 4,1-2,-1 0,1 0,0 0,0 0,1 0,-1 1,1-1,1 0,-1 1,1-1,1 1,-1-1,1 1,0-1,0 0,1 1,0-1,0 0,0 0,1 0,0-1,0 1,0 0,1-1,0 0,0 0,0 0,1 0,-1-1,1 0,0 0,1 0,-1-1,1 1,-1-1,6 2,5 0,0 0,0-2,0 1,0-2,0 0,0-1,1-1,-1 0,0-2,1 1,-1-2,0 0,0-1,0-1,-1 0,0-1,0-1,0 0,-1-1,0-1,-5 3,0 0,-1 0,0-1,0 0,-1-1,1 0,-2 0,1 0,-1-1,-1 0,0 0,0-1,0 1,-1-1,-1 0,0 0,0 0,-1-1,0 1,-1-1,0 1,-1-1,0-4,0 14,1 0,-1 0,0 0,0 0,1 0,-1 0,0-1,0 1,0 0,0 0,0 0,-1 0,1 0,0 0,0 0,-1 0,1 0,-1 0,1 0,-1 0,1 0,-1 0,0 0,1 0,-1 0,0 1,0-1,1 0,-1 0,0 1,0-1,0 1,0-1,0 1,0-1,0 1,0-1,0 1,0 0,0 0,-1 0,1-1,0 1,0 0,0 0,0 0,0 1,0-1,0 0,0 0,0 1,0-1,-1 0,1 1,1-1,-1 1,0-1,-1 2,-2 5,1 1,0 1,1-1,-1 0,2 1,-1-1,1 1,0-1,1 1,0-1,0 1,1 0,2 7,-1-7,0-1,1 0,1 0,-1 0,1-1,1 1,-1-1,1 0,0 0,1-1,0 0,0 0,0 0,1 0,0-1,0 0,0-1,0 1,1-1,0-1,0 0,0 0,0 0,0-1,0 0,1-1,-1 1,1-2,0 1,-1-1,1-1,-1 0,1 0,-1 0,1-1,-1 0,1-1,-2 0,-1 0,1 0,-1 0,0-1,0 0,0-1,0 1,-1-1,0 0,1 0,-2-1,1 1,-1-1,0 0,0 0,-1-1,1 1,-1-1,-1 0,0 0,1 1,-2-2,1 1,-1 0,0 0,-1 0,0-1,0 1,0 0,-1 0,0 0,-1-1,2 6,1 0,-1 0,0 0,0 1,0-1,0 0,-1 0,1 0,0 1,-1-1,1 0,-1 0,0 1,1-1,-1 1,0-1,0 0,0 1,0-1,0 1,-1 0,1-1,0 1,-1 0,1 0,-1 0,1 0,-1 0,1 0,-1 0,0 1,1-1,-1 1,0-1,0 1,1-1,-1 1,0 0,0 0,-1 0,-1 3,0 1,0 0,0 0,1 0,-1 1,1-1,0 1,1-1,-1 1,1 0,0 0,0 0,0 1,1-1,0 0,0 1,0-1,0 1,1-1,0 0,0 1,1-1,0 1,-1-1,2 1,-1-1,1 0,0 0,4 5,0 0,1-1,0 0,1 0,0-1,0 0,1 0,0-1,1 0,-1 0,1-1,1-1,-1 0,1 0,-1-1,1 0,1-1,9 2,47 13</inkml:trace>
  <inkml:trace contextRef="#ctx0" brushRef="#br1" timeOffset="102728.052">25936 1893,'14'0,"-1"1,1 0,0 1,-1 0,1 1,-1 1,0 0,0 0,0 2,-1-1,1 2,-2 0,1 0,-1 1,0 0,0 1,6 7,-15-12,0 0,0 1,0-1,-1 0,1 1,-1-1,0 1,0-1,-1 1,1 0,-1-1,0 1,0 0,-1-1,1 1,-1 0,0-1,0 1,-1-1,1 0,-1 1,-1 0,-58 86,-72 49,110-105,23-34,0 0,0-1,-1 1,1 0,0 0,0 0,0 0,0 0,0-1,0 1,0 0,0 0,0 0,0 0,1 0,-1-1,0 1,1 0,-1 0,0-1,1 1,-1 0,1 0,-1-1,1 1,-1 0,1-1,0 1,-1-1,1 1,0-1,0 1,-1-1,1 1,0-1,0 0,-1 1,1-1,0 0,0 0,0 0,0 1,0-1,23 3,1 0,-1-2,0 0,0-2,1-1,16-3,-25 3,55-7,-6 0</inkml:trace>
  <inkml:trace contextRef="#ctx0" brushRef="#br1" timeOffset="103051.194">27420 2067,'3'16,"2"11,1 9,-1 3,-1-1,-2-3,0-4,-4-8,0-8</inkml:trace>
  <inkml:trace contextRef="#ctx0" brushRef="#br1" timeOffset="103830.393">27339 1692,'50'27,"1"-1,1-3,11 1,78 36,-132-56,1 0,-1 1,-1 0,1 0,-1 1,0 0,0 0,-1 1,1 0,-2 0,1 1,-1 0,0 0,0 1,-1-1,-1 1,1 0,-1 0,-1 1,0-1,0 1,-1 0,0 0,0 1,-2 7,-1 1,0-1,-2 0,0 0,0 0,-3 4,-5 27,10-48,1 0,-1 1,1-1,0 0,-1 1,1-1,0 0,0 1,0-1,0 1,0-1,0 0,0 1,1-1,-1 1,0-1,1 0,-1 1,1-1,0 0,-1 0,1 1,0-1,0 0,-1 0,1 0,0 0,0 0,0 0,1 0,-1 0,0-1,0 1,0 0,1-1,-1 1,0-1,0 1,1-1,-1 1,1-1,-1 0,0 0,1 0,-1 0,1 0,-1 0,0 0,1 0,11-3,0-1,-1 0,0 0,0-1,0-1,0 0,-1-1,0 0,-1 0,1-1,-1-1,-1 0,0 0,6-7,2-6,0 1,-2-2,-1 0,10-23,-14 40,-7 23,-2-10,-1 4,1 1,1 0,0-1,1 1,0-1,0 0,1 0,1 0,0 0,0-1,1 0,1 0,0 0,0-1,0 0,1 0,1-1,-1 0,1-1,1 0,0 0,-1-1,2 0,-1-1,3 1,-5-3,0 0,0-1,1 0,-1-1,0 0,0 0,1-1,-1 0,1 0,-1-1,0 0,0-1,1 1,-1-2,0 1,-1-1,1 0,0-1,-1 0,0 0,0 0,0-1,0 0,-1-1,0 1,4-6,4-11,-1-1,-1 0,-1-1,-1 0,-2-1,0 0,-1-1,-2 1,-1-1,1-17,-2 26,67-548,-67 533,-1 18,-1 0,0 0,0 0,-2-1,0 1,0 0,-4-11,5 25,0-1,0 1,0-1,0 1,0-1,0 0,0 1,0-1,0 1,0-1,-1 1,1-1,0 1,0 0,-1-1,1 1,0-1,0 1,-1-1,1 1,-1 0,1-1,0 1,-1 0,1-1,-1 1,1 0,-1 0,1 0,-1-1,1 1,-1 0,1 0,-1 0,1 0,-1 0,1 0,-1 0,1 0,-1 0,1 0,-1 0,1 0,-1 0,1 0,-1 0,1 1,-1-1,1 0,-1 0,1 1,-1-1,1 0,0 1,-1-1,1 0,-1 1,1-1,0 0,-1 1,1-1,0 1,0-1,-1 1,1-1,0 1,0-1,0 1,0-1,-9 15,2-1,0 1,0 1,2-1,0 1,0 0,2 1,-1 9,1-13,-10 53,4 0,2 1,3 1,3-1,3 0,3 0,3 0,3-1,3 0,20 59,-30-108,2-1,0 1,1-1,0 0,1-1,1 0,0 0,1-1,1 0,11 11,-21-24,0 1,0-1,0-1,0 1,0 0,0 0,0 0,0 0,0-1,0 1,0 0,1-1,-1 1,0-1,0 1,1-1,-1 0,0 0,0 1,1-1,-1 0,0 0,1 0,-1 0,0-1,1 1,-1 0,0 0,0-1,1 1,-1-1,0 1,0-1,0 0,1 1,-1-1,0 0,0 0,6-13</inkml:trace>
  <inkml:trace contextRef="#ctx0" brushRef="#br1" timeOffset="104092.695">28288 1666,'30'-3,"30"3,25 2,21 4,11 5,-1 7,-9 8,-16 9,-23-2</inkml:trace>
  <inkml:trace contextRef="#ctx0" brushRef="#br1" timeOffset="104492.208">28984 2307,'48'-126,"-40"97,-2 0,-1-1,-2 1,-1-1,-1 1,-1-1,-2 0,-1 1,-2-7,5 35,-1 1,0-1,1 1,0-1,-1 0,1 1,-1-1,1 1,0-1,-1 0,1 1,0-1,-1 0,1 1,0-1,0 0,0 0,0 1,0-1,0 0,0 1,0-1,0 0,0 0,0 1,0-1,1 0,-1 1,0-1,0 0,1 1,-1-1,0 0,1 1,-1-1,1 1,-1-1,1 1,-1-1,1 1,-1-1,1 1,0-1,-1 1,1 0,0-1,-1 1,1 0,0 0,-1-1,1 1,0 0,-1 0,1 0,0 0,0 0,-1 0,1 0,0 0,-1 0,1 0,0 1,0-1,0 0,204 83,-181-73,-10-6,0 1,0 0,-1 1,1 1,-2 0,1 1,-1 0,0 1,-1 1,0-1,10 12,-20-18,1 0,0 0,-1 1,0-1,1 0,-1 1,-1-1,1 1,0-1,-1 1,0-1,0 1,0 0,0-1,0 1,-1-1,0 1,0-1,0 1,0-1,0 0,0 1,-1-1,-1 3,-55 69,55-72,-73 86,75-88,0 0,0 1,1-1,-1 0,1 0,-1 1,1-1,0 0,-1 1,1-1,0 0,0 1,0-1,0 1,0-1,0 0,0 1,1-1,-1 0,0 1,1-1,-1 0,1 0,-1 1,1-1,0 0,-1 0,1 0,0 0,0 0,0 0,0 0,0 0,0 0,0 0,0 0,0-1,1 1,-1 0,0-1,1 1,56 13,150-10,-157-5</inkml:trace>
  <inkml:trace contextRef="#ctx0" brushRef="#br1" timeOffset="104743.538">30027 2361,'2'0,"1"-3,0 0</inkml:trace>
  <inkml:trace contextRef="#ctx0" brushRef="#br1" timeOffset="107007.343">10001 14526,'0'0</inkml:trace>
  <inkml:trace contextRef="#ctx0" brushRef="#br1" timeOffset="109202.495">18731 3162,'-1'-4,"1"0,0 0,0 0,0 0,0 0,1 0,0 0,-1 0,1 0,1 1,-1-1,1 0,-1 1,1-1,0 1,0-1,1 1,-1 0,1 0,-1 0,1 0,0 0,0 1,0-1,3-1,4-2,1-1,0 1,0 1,0 0,0 0,1 2,10-3,-9 2,1 1,0 1,0 0,0 1,0 1,0 0,4 1,-14-1,0 1,0-1,0 1,0 0,0 1,0-1,0 0,0 1,-1 0,1 0,-1 0,1 1,-1-1,0 1,0 0,0 0,0 0,0 0,-1 0,0 0,1 1,-1 0,0-1,-1 1,1 0,0 2,0 8,-1 0,-1 0,0 0,-1 0,-1 0,0 0,-1 0,0 0,-1-1,-1 1,0-1,-1 0,0-1,-1 1,0-1,-1-1,-6 8,-166 215,176-230,2-3,1 1,-1-1,1 0,0 0,-1 1,1-1,0 0,0 1,-1-1,1 1,0 0,1-1,-1 1,0 0,0 0,1 0,-1-1,1 1,0 0,-1 0,1 0,0 0,0 0,0 0,0 0,1-1,-1 1,0 0,1 0,-1 0,1 0,0-1,57 11,-18-15,0-1,-1-2,1-3,-1 0,15-8,-20 8,145-41,-103 30</inkml:trace>
  <inkml:trace contextRef="#ctx0" brushRef="#br1" timeOffset="109638.335">20281 2949,'-2'16,"-4"16,-2 13,-2 9,-2 7,-4 5,-1 2,1-4,-1-5,4-9,4-17,3-14</inkml:trace>
  <inkml:trace contextRef="#ctx0" brushRef="#br1" timeOffset="109979.424">20188 3136,'15'28,"2"-1,1-1,1 0,1-2,1 0,1-1,1-1,1-1,11 6,-14-8,2-1,-1 0,2-2,1-1,11 5,-36-19,1-1,0 1,0-1,0 1,0-1,0 1,0-1,0 1,0-1,0 0,0 0,0 1,0-1,0 0,0 0,0 0,0 0,0 0,0 0,0-1,0 1,0 0,0 0,0-1,0 1,0-1,0 1,0-1,0 1,-1-1,1 1,0-1,0 0,0 1,-1-1,1 0,0 0,-1 0,1 0,-1 1,1-1,-1 0,1 0,-1 0,0 0,1 0,-1 0,0 0,0 0,0 0,0 0,0-1,0-171,-2 116,0-1,1 0,4 1,4-25,-5 72,-1 0,2 0,0 1,0-1,0 1,1-1,1 1,0 0,0 0,1 1,-1 0,2 0,0 0,17-15</inkml:trace>
  <inkml:trace contextRef="#ctx0" brushRef="#br1" timeOffset="110422.239">21003 3002,'-55'175,"-55"109,150-358,-11 8,-3 0,-3-2,-2 0,8-60,-5 15,-25 112,1 1,0-1,0 0,0 1,0-1,0 1,0-1,1 1,-1-1,0 0,0 1,0-1,0 1,1-1,-1 1,0-1,1 1,-1-1,0 1,1-1,-1 1,0 0,1-1,-1 1,1 0,-1-1,1 1,-1 0,1-1,-1 1,1 0,-1 0,1 0,-1-1,1 1,0 0,-1 0,1 0,-1 0,1 0,-1 0,1 0,0 0,-1 0,1 1,-1-1,1 0,-1 0,1 0,-1 1,1-1,-1 0,1 0,-1 1,1-1,-1 0,1 1,-1 0,20 32,0 20,-3 1,-2 1,-2 0,-3 1,1 44,1 6,-5 1,-6 62,-1-156</inkml:trace>
  <inkml:trace contextRef="#ctx0" brushRef="#br1" timeOffset="111074.531">20976 3230,'110'-6,"0"-5,-1-5,90-25,-169 35,-4-1,-16 4,-1 1,1 0,0 0,0 1,-1 0,1 1,0 0,0 0,0 1,4 1,-11 0,0 0,0 1,-1-1,1 1,0 0,-1 0,0 0,0 0,0 0,0 0,0 1,0-1,-1 1,0-1,0 1,0 0,0-1,0 1,-1 0,1 0,-1-1,0 1,-1 0,1 0,0 0,-1-1,0 1,0 0,0-1,0 1,-2 2,-8 38,-2 0,-2-2,-1 1,-13 20,16-39,13-25,0 1,0 0,0 0,0-1,0 1,0 0,0 0,0-1,0 1,0 0,0-1,0 1,0 0,0 0,0-1,0 1,0 0,-1 0,1 0,0-1,0 1,0 0,-1 0,1 0,0-1,0 1,0 0,-1 0,1 0,0 0,0-1,-1 1,1 0,0 0,0 0,-1 0,1 0,0 0,-1 0,1 0,0 0,0 0,-1 0,1 0,0 0,-1 0,1 0,27-221,-23 187,20-88,-24 121,1 1,-1-1,0 0,1 0,-1 1,1-1,-1 0,1 1,-1-1,1 0,-1 1,1-1,0 1,-1-1,1 1,0-1,-1 1,1-1,0 1,0 0,-1 0,1-1,0 1,0 0,0 0,-1 0,1 0,0 0,0 0,0 0,0 0,-1 0,1 0,0 0,0 0,0 1,-1-1,1 0,0 1,0-1,-1 0,1 1,0-1,-1 1,1-1,0 1,30 30,-2 10,-2 1,-1 2,4 13,-6-13,-3-4,-8-13,1-1,1-1,2 0,0-1,10 9,-26-32,0 1,0-1,0 0,1 0,-1 1,0-1,1 0,-1 0,1 0,-1-1,1 1,-1 0,1-1,-1 1,1 0,0-1,-1 0,1 1,0-1,0 0,-1 0,1 0,0 0,0 0,-1-1,1 1,0 0,-1-1,1 1,0-1,-1 0,1 1,-1-1,1 0,-1 0,1 0,-1 0,0 0,0 0,1-1,-1 1,0 0,0-1,0 1,0-1,0 1,-1-1,1 0,7-14,-2-1,0 0,-1 0,-1-1,0 1,-2-1,0 0,0 0,-2-2,0 13,5-385,-5 385,0 4,-1 1,0-1,1 0,0 1,-1-1,1 0,0 1,0-1,1 0,-1 1,0-1,1 0,0 1,0-1,-1 1,1-1,1 1,-1-1,0 1,1 0,-1 0,1 0,0-1,-1 1,1 1,0-1,0 0,0 0,1 1,-1-1,0 1,1 0,-1 0,3-1,19 4,1 5</inkml:trace>
  <inkml:trace contextRef="#ctx0" brushRef="#br1" timeOffset="111322.735">22513 2962,'-2'16,"-3"12,-1 10,-1 11,0 5,1 3,2 3,2-2,1-4,0-6,1-10,3-10,0-14,3-14,1-15,1-5</inkml:trace>
  <inkml:trace contextRef="#ctx0" brushRef="#br1" timeOffset="111559.1">22527 2975,'-31'-147,"31"147,0 0,0-1,0 1,0 0,1-1,-1 1,0 0,0 0,1-1,-1 1,0 0,1-1,-1 1,0 0,0 0,1 0,-1-1,0 1,1 0,-1 0,1 0,-1 0,0 0,1 0,-1 0,0 0,1 0,-1 0,1 0,-1 0,0 0,1 0,-1 0,0 0,1 0,-1 0,1 0,-1 1,0-1,1 0,-1 0,0 0,0 1,1-1,-1 0,0 0,1 1,-1-1,0 0,0 1,0-1,1 0,-1 1,0-1,0 0,0 1,0-1,0 0,1 1,-1-1,0 1,0-1,0 0,0 1,0-1,0 1,1 0,158 177,-90-108,-27-29,-2 2,-2 1,28 44,-61-82,0 0,-1-1,0 1,0 1,-1-1,0 0,0 1,0 0,-1 0,0-1,-1 1,1 0,-1 1,0-1,-1 0,0 0,0 0,-1 1,1-1,-1 0,-1 0,0 0,0 0,0-1,-1 1,-2 5,-8 1,0-2,0 0,-1 0,-1-1,0-1,0-1,0 0,-1-1,-1 0,1-1,-1-1,0-1,0 0,-15 0,-138 21,98-19</inkml:trace>
  <inkml:trace contextRef="#ctx0" brushRef="#br1" timeOffset="112367.489">24279 3095,'-8'0,"1"-1,-1 1,1 0,0 1,-1-1,1 2,0-1,0 1,-1 0,1 0,1 1,-1 0,0 0,1 1,-1-1,1 2,0-1,0 0,1 1,0 0,-1 1,2-1,-1 1,1 0,-1 0,2 1,-1-1,1 1,0-1,0 1,1 0,0 0,0 1,0-1,1 0,0 0,1 1,0-1,0 1,0-1,1 0,1 6,0-9,0 1,0-1,1 1,0-1,-1 0,1 0,1 0,-1 0,1-1,-1 1,1-1,0 0,0 0,0-1,1 1,-1-1,1 1,-1-2,1 1,0 0,-1-1,1 0,0 0,0 0,2-1,8 2,-1-2,1 0,-1 0,1-2,-1 1,1-2,-1 0,4-2,-3 1,1-1,-1-1,-1 0,1-1,-1-1,0 0,-1-1,0 0,-1-1,1-1,-2 0,0 0,0-1,-1 0,0-1,-1 0,-1-1,1-1,-4-1,-15 58,9-36,0 0,0 0,1 0,0-1,0 1,0 0,1 0,0 0,0 0,1-1,-1 1,1-1,1 1,-1-1,1 1,-1-1,2 0,-1 0,0-1,1 1,0-1,0 0,1 0,-1 0,1 0,-1-1,1 1,0-1,1-1,-1 1,0-1,1 0,-1 0,1 0,0-1,0 0,-1 0,1 0,4-1,-5-1,1 0,-1 0,1 0,-1-1,0 0,1 0,-1 0,0-1,0 0,-1 0,1 0,-1 0,1-1,-1 0,0 0,0 0,-1 0,1-1,-1 1,0-1,0 0,-1 0,2-2,1-4,-1-1,1 1,-2-1,0 0,0 0,-1 0,0 0,-1-1,-1 1,0-3,-6-13,6 28,0-1,0 1,0 0,0-1,0 1,0-1,0 1,0 0,-1-1,1 1,0 0,0-1,0 1,-1 0,1-1,0 1,0 0,-1-1,1 1,0 0,-1 0,1 0,0-1,-1 1,1 0,0 0,-1 0,1 0,0-1,-1 1,1 0,-1 0,1 0,0 0,-1 0,1 0,0 0,-1 0,1 0,-1 0,1 0,0 0,-1 1,1-1,-1 0,1 0,0 0,-1 0,1 1,0-1,-1 0,1 0,0 1,0-1,-1 0,1 0,0 1,0-1,-1 0,1 1,0-1,0 0,0 1,0-1,-1 1,-1 5,-1 0,1 1,0-1,0 1,1-1,0 1,0 0,1-1,-1 1,1 0,1 0,0-1,-1 1,2 0,-1-1,1 1,0-1,1 0,-1 0,1 1,0-2,3 5,2 1,1-1,0 0,0 0,1-1,1 0,-1-1,1 0,0 0,1-1,0-1,0 0,1-1,-1 0,1-1,0 0,2-1,48 12</inkml:trace>
  <inkml:trace contextRef="#ctx0" brushRef="#br1" timeOffset="112972.502">26257 2922,'63'-11,"1"4,-1 2,1 3,14 4,-73-2,2-1,1 1,0 0,0 1,-1 0,1 0,-1 0,1 1,-1 0,0 1,1-1,-1 1,0 1,-1-1,6 5,-11-7,0 0,0 0,0 1,0-1,0 0,0 1,-1-1,1 1,0-1,-1 1,1-1,-1 1,1-1,-1 1,0 0,0-1,0 1,0-1,0 1,0 0,0-1,-1 1,1-1,0 1,-1 0,1-1,-1 1,0-1,1 1,-1-1,0 0,0 1,0-1,0 0,0 0,-1 1,-45 41,-97 30,144-73,0 0,0 0,1 0,-1 0,0 0,1 0,-1 0,0 0,0 0,1 0,-1 0,0 0,0 1,1-1,-1 0,0 0,0 0,1 0,-1 0,0 0,0 1,0-1,1 0,-1 0,0 0,0 0,0 1,0-1,1 0,-1 0,0 1,0-1,0 0,0 0,0 1,0-1,0 0,0 0,0 1,0-1,0 0,0 0,0 1,0-1,0 0,0 0,0 1,0-1,0 0,0 0,0 1,0-1,0 0,0 0,-1 1,1-1,0 0,0 0,0 0,0 1,-1-1,1 0,0 0,0 0,-1 0,1 1,0-1,0 0,28 4,-24-3,8 1,16 0,0 1,0 2,-1 0,0 2,0 1,0 2,-1 0,21 13,-43-21,0 0,0 0,-1 0,1 1,-1-1,0 1,1 0,-1 0,-1 0,1 0,0 1,-1-1,1 1,-1-1,0 1,-1 0,1 0,-1 0,1 0,-1 0,0 0,0 1,-1-1,0 0,1 0,-1 1,-1-1,1 0,-1 0,1 1,-1-1,-1 1,-5 6,0 0,-1-1,-1 1,0-2,0 1,-1-1,0-1,0 1,-1-2,0 0,-1 0,1-1,-1 0,-12 3,-9 7,0-3,-1-1,0-1,-1-2,-7 0,19-6</inkml:trace>
  <inkml:trace contextRef="#ctx0" brushRef="#br1" timeOffset="113236.375">28155 3189,'-7'16,"-2"12,3 11,4 7,8 3,4 0,4-7,-2-7,-2-10</inkml:trace>
  <inkml:trace contextRef="#ctx0" brushRef="#br1" timeOffset="113954.711">27968 2975,'163'34,"-133"-30,0 1,0 1,-1 1,0 1,0 2,-1 1,0 2,20 12,-40-20,-1 1,-1 0,1 0,-1 1,0-1,0 1,-1 1,0-1,0 1,-1 0,0 0,0 0,-1 0,0 1,-1-1,0 1,0 0,0 0,-1 0,-1 0,0 0,0 3,-1 15,0-20,0-1,1 0,0 0,-1 1,2-1,-1 0,1 1,0-1,1 0,-1 0,1 0,0 0,1 0,-1 0,1 0,3 4,-2-9,-1 1,1-1,-1 0,1 0,-1 0,1-1,0 1,-1-1,1 0,0 0,-1 0,1 0,0-1,-1 0,1 1,-1-1,1-1,-1 1,1 0,-1-1,0 0,1 1,-1-1,0-1,0 1,-1 0,2-1,9-8,1-1,-2 0,0 0,0-2,-1 1,-1-1,0-1,-1 0,0 0,-2 0,0-1,5-16,-7 83,-5-35,1 0,0 1,2-1,0 0,0 0,2 0,5 14,-8-26,0 1,0-1,0 1,1-1,-1 0,1 0,0 0,1 0,-1-1,1 1,-1-1,1 0,0 0,0 0,0 0,1-1,-1 0,1 0,-1 0,1 0,0-1,0 1,-1-1,1-1,0 1,0-1,0 1,1-2,1 1,0-1,0 0,0-1,0 0,0 0,-1 0,1-1,-1 0,0 0,0-1,0 0,0 0,0 0,-1 0,0-1,0 0,0 0,4-6,2-4,-1 0,0-1,-1 0,-1-1,0 0,3-13,6-31,-3-1,-2 0,-4-1,-2 0,-2 0,-4-24,-10-90,0 147,10 29,0 1,0 0,0-1,0 1,-1-1,1 1,0 0,-1-1,1 1,0-1,0 1,-1 0,1-1,-1 1,1 0,0 0,-1-1,1 1,-1 0,1 0,0 0,-1 0,1-1,-1 1,1 0,-1 0,1 0,-1 0,1 0,-1 0,1 0,-1 0,1 0,-1 0,1 0,0 1,-1-1,1 0,-1 0,1 0,-1 1,1-1,0 0,-1 0,1 1,0-1,-1 0,1 1,0-1,-1 0,1 1,0-1,0 1,-1-1,1 1,0-1,0 0,0 1,0-1,-1 1,-5 11,1-1,-1 2,2-1,0 1,0-1,1 1,1 0,0 5,-2 1,-4 28,2 1,1 0,3 0,2 0,2 1,3 3,-2-28,1 0,1-1,1 1,1-1,1-1,1 1,1-2,1 1,1-1,1-1,0 0,2-1,2 2,13 8,-5-10</inkml:trace>
  <inkml:trace contextRef="#ctx0" brushRef="#br1" timeOffset="114204.007">28917 2949,'16'-5,"21"-1,25 0,19 1,16 7,3 6,-5 10,-15 8,-20 0</inkml:trace>
  <inkml:trace contextRef="#ctx0" brushRef="#br1" timeOffset="114639.951">29479 3430,'14'-20,"0"-1,-1 0,-1 0,-1-2,-1 1,-1-1,-1-1,-1 0,-1 0,-1 0,1-16,-6 34,1 0,0 1,-1-1,0 0,-1 0,1 0,-1 1,0-1,-1 0,1 1,-1-1,0 1,0-1,-1 1,0 0,0 0,0 0,0 0,-2 0,6 5,0 1,-1-1,1 1,-1-1,1 1,-1-1,1 1,-1-1,1 1,-1-1,1 1,-1-1,0 1,1 0,-1-1,0 1,0 0,0-1,1 1,-1 0,0-1,0 1,0 0,0 0,0-1,0 1,0 0,0-1,-1 1,1 0,0-1,0 1,0 0,-1-1,1 1,0 0,-1-1,1 1,-1-1,1 1,-1-1,1 1,-1-1,1 1,-1-1,1 1,-1-1,1 0,-1 1,0-1,1 0,-1 1,0-1,1 0,-1 0,0 0,1 0,-1 0,0 0,0 0,1 0,-1 0,0 0,1 0,-1 0,0 0,1 0,-1-1,0 1,0 0,8 7,0 1,1-1,0-1,0 1,0-1,1 0,0-1,0 0,0-1,1 0,17 10,-22-11,18 9,-1 1,0 1,-1 0,-1 2,11 10,-27-22,0 0,0 1,0-1,-1 1,0 0,1 0,-2 0,1 0,0 0,-1 1,0-1,-1 1,1-1,-1 1,0 0,0 0,-1 0,1-1,-1 1,-1 0,1 0,-1 0,0-1,0 1,-1 0,0-1,0 1,-52 78,54-84,-1 1,1-1,-1 1,1 0,0-1,-1 1,1 0,0 0,0-1,-1 1,1 0,0 0,0-1,0 1,0 0,0 0,0-1,0 1,0 0,0 0,0 0,0-1,1 1,-1 0,0 0,1-1,-1 1,0 0,1-1,-1 1,1 0,-1-1,1 1,-1-1,1 1,-1-1,1 1,0-1,-1 1,1-1,0 0,-1 1,1-1,0 0,-1 1,2-1,37 8,263-7,-156-7,-110 3</inkml:trace>
  <inkml:trace contextRef="#ctx0" brushRef="#br1" timeOffset="114886.332">30494 3497,'3'0,"-3"0,-6-3,-4 0</inkml:trace>
  <inkml:trace contextRef="#ctx0" brushRef="#br2" timeOffset="122038.549">18115 2307,'0'0,"0"0,0 0,0-1,0 1,0 0,0-1,0 1,0 0,-1 0,1-1,0 1,0 0,0 0,0-1,1 1,-1 0,0-1,0 1,0 0,0 0,0-1,0 1,0 0,0 0,1 0,-1-1,0 1,0 0,0 0,0-1,1 1,-1 0,0 0,0 0,0 0,1 0,-1-1,0 1,0 0,1 0,-1 0,0 0,1 0,-31-2,-389 12,-533-37,950 26,4 0,8-2</inkml:trace>
  <inkml:trace contextRef="#ctx0" brushRef="#br2" timeOffset="122508.587">17019 2133,'-34'-1,"-1"1,1 1,0 2,0 2,0 1,1 1,0 2,-11 5,7-3,1 1,1 2,0 1,1 2,-2 3,34-20,1 1,0-1,0 0,0 0,0 1,0-1,0 1,0-1,0 1,0-1,0 1,0 0,0-1,1 1,-1 0,0 0,0 0,1 0,-1-1,1 1,-1 0,0 0,1 0,0 0,-1 0,1 1,0-1,-1 0,1 0,0 0,0 0,0 0,0 0,0 0,0 0,0 1,0-1,1 0,-1 0,0 0,1 0,-1 0,1 0,-1 0,1 0,-1 0,1 0,0 0,-1 0,8 3,0 0,1-1,-1 1,1-2,-1 1,1-1,0 0,0-1,8 0,3 2,31 4,-17-4,-1 1,1 2,-1 2,0 0,-1 3,0 0,0 2,-1 2,18 26,-48-41,0 0,0 1,0-1,0 0,0 0,-1 0,1 0,0 0,0 0,0-1,0 1,0 0,0 0,-1-1,1 1,0 0,0-1,0 1,-1-1,1 1,0-1,-1 1,1-1,0 0,-1 1,1-1,-1 0,1 1,-1-1,1 0,-1 0,1 0,-1 1,0-1,1 0,-1 0,0 0,0 0,0 0,0 0,0 1,0-1,0 0,0 0,0 0,0 0,0 0,-1 0,1 1,0-1,-1 0,1 0,0 0,-1 0,2-7,7-55,-3 0,-3 0,-4-34,3 92,-1 0,0 1,0-1,-1 0,1 0,-1 1,0-1,0 0,-1 1,0-1,1 1,-1 0,-1 0,1-1,-1 1,-2-3,-9-4</inkml:trace>
  <inkml:trace contextRef="#ctx0" brushRef="#br2" timeOffset="123813.727">9853 2053,'-1'-1,"1"1,-1 0,0 0,1 0,-1-1,0 1,1 0,-1-1,0 1,1-1,-1 1,1-1,-1 1,1-1,-1 1,1-1,-1 1,1-1,-1 0,1 1,0-1,-1 0,1 1,0-1,0 0,-1 0,1 1,0-1,0 0,0 1,0-1,0 0,0 0,0 1,0-1,0 0,1 0,-1 1,0-1,0 0,1 1,-1-1,3-4,-1 0,1 0,0 1,0-1,1 1,-1 0,1 0,0 0,0 1,1 0,-1-1,1 1,-1 1,1-1,0 1,0-1,0 1,0 1,1-1,0-1,0-1,0 1,0 1,1-1,-1 1,1 0,0 1,0 0,-1 0,1 0,0 1,0 0,0 0,0 0,0 1,0 0,-1 1,1 0,0 0,-1 0,0 1,1 0,-1 0,0 0,0 1,-1 0,1 0,-1 0,0 1,0 0,0 0,-1 0,3 4,-3-2,-1 1,0 0,0 0,0 0,-1 1,-1-1,1 0,-1 1,-1-1,0 1,0 0,0-1,-1 1,-1-1,1 0,-1 1,-1-1,1 0,-1 0,-1 0,1 0,-2 0,-7 14,-1-2,0 1,-2-2,0 0,-1-1,-1 0,-5 2,-59 39,81-59,0 0,0 0,0-1,0 1,0 0,0 0,0 0,0 0,0-1,0 1,0 0,-1 0,1 0,0-1,0 1,0 0,0 0,0 0,0 0,0 0,-1 0,1-1,0 1,0 0,0 0,0 0,-1 0,1 0,0 0,0 0,0 0,0 0,-1 0,1 0,0-1,0 1,0 0,0 0,-1 0,1 0,0 1,0-1,0 0,-1 0,1 0,0 0,0 0,0 0,0 0,13-13,-7 9,1 0,-1 0,1 1,0 0,0 0,0 1,0 0,1 0,-1 0,0 1,1 0,-1 1,1 0,-1 0,1 0,-1 1,1 0,-1 1,0 0,1 0,-1 0,0 1,0 0,15 7,1 0,0 0,0-2,0 0,1-2,15 2,-14-5,0 0,0-2,0-1,0-1,0-1,0-1,0-2,15-4,-23 3,-4-1</inkml:trace>
  <inkml:trace contextRef="#ctx0" brushRef="#br2" timeOffset="127256.122">11418 2120,'0'-2,"1"0,-1 0,0 0,1 0,-1 0,0-1,0 1,0 0,0 0,-1 0,1 0,-1 0,1 0,-1-1,0 1,1 0,-1 1,0-1,-1 0,1 0,0 0,0 1,-1-1,1 0,-1 1,1-1,-1 1,0 0,0-1,1 1,-1 0,0 0,0 0,0 1,0-1,0 0,0 1,0-1,-1 1,1 0,0 0,0-1,0 1,-2 1,1-1,0 1,-1-1,1 1,-1 0,1 0,0 0,0 1,-1-1,1 1,0-1,0 1,1 0,-1 1,0-1,1 0,-1 1,1-1,0 1,0 0,0 0,0 0,0 0,1 0,-1 0,1 0,0 0,0 1,0-1,-1 5,0 1,0-1,1 0,0 1,1-1,0 1,0-1,1 1,0-1,0 0,2 3,0 0,1-1,0 1,1-1,0 0,1 0,0 0,0-1,1 0,1 0,-1-1,1 0,1 0,-1-1,1 0,1 0,-1-1,6 2,-9-4,1-1,0 0,0 0,0 0,0-1,1 0,-1-1,1 1,-1-1,1-1,-1 0,1 0,0 0,-1-1,1 0,-1 0,0-1,1 0,-1 0,0-1,0 0,0 0,0-1,-1 0,1 0,1-2,3-4,-1 0,0-1,-1 0,0 0,-1-1,0 0,0-1,-2 1,0-2,0 1,-1-1,-1 1,0-1,-1 0,0-1,-1 1,-1 0,0-1,-1-4,-1 107,1-78,1 1,0-1,1 1,1-1,0 1,0-1,0 0,2 0,-1-1,1 1,0-1,1 0,0 0,1-1,0 0,0 0,0 0,3 0,4-1</inkml:trace>
  <inkml:trace contextRef="#ctx0" brushRef="#br2" timeOffset="127504.015">11712 1786,'-5'16,"6"9,9 8,12 3,3-5</inkml:trace>
  <inkml:trace contextRef="#ctx0" brushRef="#br2" timeOffset="127876.859">12006 2347,'14'-264,"-14"264,1-8,-1 0,0 1,0-1,-1 1,1-1,-2 1,1-1,-1 1,0 0,0 0,-1 0,0 0,-1 0,1 0,-1 1,0-1,-5-3,10 10,-1 1,1-1,-1 0,1 1,-1-1,1 1,-1-1,0 1,1-1,-1 1,0-1,1 1,-1-1,0 1,0 0,0-1,1 1,-1-1,0 1,0 0,0-1,0 1,0 0,0-1,0 1,0-1,-1 1,1 0,0-1,0 1,0-1,-1 1,1-1,0 1,-1 0,1-1,0 1,-1-1,1 0,-1 1,1-1,-1 1,1-1,-1 1,1-1,-1 0,1 0,-1 1,1-1,-1 0,1 0,-1 1,0-1,1 0,-1 0,1 0,-1 0,0 0,1 0,-1 0,0 0,1 0,-1 0,1-1,-1 1,8 6,1 0,-1-1,1 0,0-1,1 0,-1 0,1 0,0-1,0-1,0 1,0-2,0 1,0-1,1 0,-1-1,1 0,2 1,17 1,-19-2,-1 0,1 1,-1 0,1 1,-1 0,0 0,1 1,-1 0,4 3,-10-3,-1 0,1 0,-1 0,0 1,0-1,-1 0,1 1,-1-1,1 1,-1 0,0-1,-1 1,1 0,-1 0,1 0,-1-1,0 1,-1 0,1 0,0 0,-1 0,0-1,0 1,0 0,-1-1,1 1,-1-1,0 2,-1 5,-1 2,-1 5,0 0,1 1,1-1,1 0,0 1,1 5,1-20,1 0,-1 0,1 0,-1-1,1 1,0 0,0 0,1 0,-1-1,0 1,1 0,-1-1,1 1,0-1,0 0,0 0,0 0,1 0,-1 0,0 0,1 0,-1-1,1 1,0-1,-1 0,1 0,0 0,0 0,1 0,88 5,-33-14,-5-4</inkml:trace>
  <inkml:trace contextRef="#ctx0" brushRef="#br2" timeOffset="128142.115">12821 2039,'-17'-5,"-1"0,0 1,0 1,0 0,0 1,0 1,-15 2,30-1,-1 1,0 0,1 0,-1 0,1 0,-1 1,1-1,0 1,0 0,-1 0,1 0,1 0,-1 0,0 1,0 0,1-1,0 1,-1 0,1 0,0 0,0 0,1 1,-1-1,1 0,0 1,-1-1,1 3,-1 2,1 1,0-1,0 1,0-1,1 1,1 0,-1-1,2 1,-1-1,1 0,1 5,1-2,1 0,0 0,0-1,1 0,1 0,0 0,0 0,0-1,2-1,-1 1,1-1,0-1,0 1,1-2,0 1,0-1,1-1,0 0,0 0,0-1,0-1,9 2,23 4</inkml:trace>
  <inkml:trace contextRef="#ctx0" brushRef="#br2" timeOffset="128403.411">13209 2294,'-2'7,"1"4,4 0,7-1,7-7,1-4</inkml:trace>
  <inkml:trace contextRef="#ctx0" brushRef="#br2" timeOffset="128711.659">14012 1919,'4'16,"4"12,1 10,-2 6,-1 2,-3-2,2-7,-1-6,-1-10</inkml:trace>
  <inkml:trace contextRef="#ctx0" brushRef="#br2" timeOffset="129618.007">13904 1745,'77'14,"-49"-11,-1 2,0 0,0 2,-1 1,1 1,-2 1,1 1,-2 1,9 7,-23-10,-1 0,0 1,-1 0,0 1,-1 0,0 0,0 0,-1 1,-1 0,0 0,-1 1,0-1,-1 1,0 0,-1 0,-1 0,0 0,0 0,-2 9,23 81,-21-101,-1 1,1-1,0 1,0-1,1 0,-1 1,0-1,1 0,-1 0,1 0,0 0,0 0,-1-1,1 1,0 0,1-1,-1 1,0-1,0 0,1 0,-1 0,0 0,1 0,-1 0,1-1,-1 1,1-1,0 0,-1 0,1 0,-1 0,1 0,0 0,-1-1,1 1,-1-1,3-1,3-2,0-1,0-1,-1 0,0 0,0 0,0-1,-1 0,0 0,0-1,-1 1,0-1,0-1,-1 1,0-1,0 1,-1-1,0 0,-1-1,0 1,0 0,-1 0,0-3,3-1,-1 33,-1-5,31 86,-31-98,0 0,-1 0,1 0,0-1,0 1,1 0,-1-1,1 1,-1-1,1 0,0 0,-1 0,1 0,0 0,1-1,-1 1,0-1,0 0,0 0,1 0,-1 0,1-1,-1 0,1 1,-1-1,0 0,1 0,-1-1,2 0,4-2,-1-2,0 1,-1-1,1 0,-1-1,0 0,0 0,-1 0,0-1,0 0,0 0,-1-1,0 1,0-1,-1 0,0-1,-1 1,0-1,0 1,0-1,-1 0,0-3,8-38,-1-2,-3 1,-2-1,-2 0,-4-32,1 47,2-4,0 21,-1 1,0-1,-2 1,0-1,-1 1,-2-2,-8 11,3 30,3 9,1 0,2 0,0 0,3 1,0 20,0-18,1 0,2-1,1 1,1-1,2 0,1 0,2 0,0-1,2 0,2-1,0 0,2-1,1-1,1 0,2-2,10 12,-22-30,0-1,0 0,1 0,-1 0,2-1,-1 0,0-1,9 4,-14-7,0 0,0 0,0 0,0-1,0 1,0-1,0 0,0 0,0 0,0 0,1 0,-1-1,0 1,0-1,0 0,0 0,-1 0,1 0,0 0,0-1,-1 1,1-1,0 0,-1 0,0 0,1 0,-1 0,0 0,0-1,5-7,-1-1,1 1,-2-1,0-1,0 1,-1-1,0 0,-1 0,0 0,-1 0,-1 0,0-1,0 1,-1 0,-1-4,-17-31,18 46,-1 0,1 0,-1 1,0-1,1 0,-1 0,0 1,0-1,0 0,1 1,-1-1,0 1,0-1,0 1,0 0,0-1,0 1,0 0,0 0,0-1,0 1,0 0,0 0,0 0,0 0,0 0,0 1,0-1,0 0,0 0,0 1,0-1,1 0,-1 1,0-1,0 1,0-1,0 1,0 0,1-1,-1 1,0 0,1-1,-1 1,0 0,1 0,-1 1,-2 2,0 1,1 0,0 1,0-1,0 0,0 1,1-1,0 1,0-1,1 1,-1-1,1 1,0 0,1-1,-1 1,1 0,1-1,-1 0,1 1,-1-1,1 0,1 1,-1-1,1 0,0-1,0 1,1-1,-1 1,1-1,0 0,3 3,0-2,0 1,1-1,0 0,0 0,0-1,0 0,1-1,-1 0,1 0,0 0,0-1,0-1,0 0,0 0,0-1,1 0,24-2</inkml:trace>
  <inkml:trace contextRef="#ctx0" brushRef="#br2" timeOffset="129868.561">14773 1786,'30'4,"30"2,25 2,21 2,11 2,1 0,-8 4,-23-2</inkml:trace>
  <inkml:trace contextRef="#ctx0" brushRef="#br2" timeOffset="130789.75">15656 2013,'-82'-67,"78"64,-1 0,1 1,-1-1,1 1,-1 0,0 1,0-1,0 1,0 0,0 0,0 1,0-1,0 1,0 0,0 0,0 1,0 0,0 0,-2 0,2 2,1 0,-1 1,1-1,0 1,1-1,-1 1,1 0,-1 0,1 1,0-1,1 1,-1 0,1-1,0 1,0 0,0 0,1 0,0 1,0-1,0 0,1 0,-1 1,1-1,1 0,-1 1,1-1,0 0,0 0,0 1,1-1,-1 0,1 0,1-1,-1 1,1 0,0-1,0 1,0-1,1 1,1-1,0 1,1 0,-1-1,1 0,0-1,0 1,1-1,-1 0,1-1,-1 1,1-1,0-1,0 1,0-1,0 0,0-1,0 0,0 0,0 0,0-1,0 0,0 0,0-1,0 0,0 0,-1-1,1 0,-1 0,0 0,0-1,0 0,0 0,0 0,-1-1,0 0,0 0,0 0,-1-1,0 0,0 0,-1 2,1-2,-7 18,-8 49,1 1,4 0,2 0,4 47,0-37,-2-1,-4 1,-7 24,12-86,-1 0,0 0,0-1,-1 1,0 0,-1-1,0 0,0 0,-1 0,-1-1,1 1,-1-1,0 0,-1-1,0 0,0 0,-3 2,8-8,0 0,0 0,0 0,0 0,0 0,0 0,0-1,0 1,-1-1,1 1,0-1,0 0,0 0,-1 0,1 0,0 0,0-1,-1 1,1-1,0 1,0-1,0 0,0 0,0 0,0 0,0 0,0 0,0 0,1-1,-1 1,0-1,1 1,-1-1,1 0,-3-3,0-1,0 0,1 0,-1 0,1 0,1 0,0-1,-1 1,2-1,-2-5,1-6,1 0,0 0,2 0,0-1,1 1,0 0,2 1,0-1,1 1,1-1,6-13,10-17,2 2,2 0,16-20,142-183,-179 243,-1 0,0-1,0 0,0 0,-1 0,0 0,-1 0,1-1,-1 1,-1-1,1 0,-1 1,-1-1,1 0,-1 0,-1 0,1 0,-2 4,1 0,0 0,-1 1,0-1,1 1,-1 0,-1-1,1 1,0 0,-1 0,0 1,0-1,1 0,-1 1,-1 0,1-1,0 1,-1 0,1 1,-1-1,1 1,-1 0,0-1,-1 1,0-1,57 10,-25-2,0 0,-1 1,1 2,-2 1,18 9,-40-18,0 1,-1-1,1 1,-1-1,1 1,-1 0,0 0,1 0,-1 0,0 1,0-1,-1 0,1 1,0 0,-1-1,0 1,1 0,-1 0,0-1,0 1,-1 0,1 0,-1 0,1 0,-1 0,0 0,0 0,0 0,-1 0,1 0,-1 0,0 2,-113 190,113-193,1 0,-1 0,0 0,1 0,-1 0,1 0,0 1,0-1,-1 0,1 0,1 0,-1 0,0 0,1 0,-1 0,1 0,-1 1,1-2,0 1,0 0,0 0,0 0,0 0,0 0,1-1,-1 1,0-1,1 1,-1-1,1 1,0-1,0 0,-1 0,1 0,0 0,0 0,0 0,81 11,-67-13,-1-2,1 1,0-2,-1 0,0-1,0 0,0-1,-1-1,13-7,13-13</inkml:trace>
  <inkml:trace contextRef="#ctx0" brushRef="#br2" timeOffset="147215.141">16792 3510,'295'18,"461"15,-623-35,-133 2,-1 0,1 0,0 0,0 0,0 0,0 0,-1 0,1 0,0 0,0-1,0 1,0 0,0 0,-1 0,1 0,0 0,0 0,0-1,0 1,0 0,0 0,0 0,0 0,-1-1,1 1,0 0,0 0,0 0,0 0,0-1,0 1,0 0,0 0,0 0,0-1,0 1,0 0,0 0,1 0,-1 0,0-1,0 1,0 0,0 0,0 0,0 0,0-1,-20-4,-101-5,96 9</inkml:trace>
  <inkml:trace contextRef="#ctx0" brushRef="#br2" timeOffset="147788.608">16993 3310,'-57'22,"1"3,1 3,-1 3,0-1,-116 62,172-92,-1 0,1 0,-1 0,1 0,0 0,-1 0,1 0,-1 0,1 0,-1 0,1 1,-1-1,1 0,-1 0,1 0,0 1,-1-1,1 0,-1 0,1 1,0-1,-1 0,1 1,0-1,-1 0,1 1,0-1,0 1,-1-1,1 0,0 1,0-1,0 1,0-1,-1 1,1-1,0 1,0-1,0 1,0-1,0 1,0-1,0 0,0 1,0-1,1 1,-1-1,0 1,0-1,0 1,0-1,1 0,-1 1,0-1,1 1,-1-1,0 0,1 1,29 7,-25-7,0 0,35 6,-1 1,0 2,0 2,31 14,-32-6,-1 2,-2 2,0 1,29 28,-54-44,-7-7,-2 0,0 0,1 0,-1-1,0 1,0 0,1-1,-1 1,1-1,-1 0,1 1,0-1,0 0,-1 0,1 0,0 0,0 0,0-1,0 1,0-1,0 1,0-1,0 1,0-1,0 0,0 0,1 0,-1-1,0 1,0 0,0-1,0 1,0-1,0 0,0 1,-1-1,1 0,0 0,0 0,0-1,-1 1,1 0,0-1,2-11,0-1,-1 0,0 0,-1 0,0 0,-1 0,-1 0,-1 0,0 0,-2-10,0-4,-2 0,0 0,-3 0,0 1,-11-24,-3 15,12 27</inkml:trace>
  <inkml:trace contextRef="#ctx0" brushRef="#br2" timeOffset="148727.281">9921 3698,'82'-264,"-62"186,-14 106,14 346,-21-355,0 0,-1 0,-1 0,-1 0,-1-1,0 0,-2 1,-9 17</inkml:trace>
  <inkml:trace contextRef="#ctx0" brushRef="#br2" timeOffset="148991.135">9934 3978,'-2'-7,"3"-2,9 3,12 4,15 3,16 1,11 0,10 0,3 0,-12-1</inkml:trace>
  <inkml:trace contextRef="#ctx0" brushRef="#br2" timeOffset="149517.944">10857 3630,'18'34,"-18"-51,-1 14,-1 0,1 1,-1-1,0 1,0-1,0 1,0 0,0 0,-1 0,1 0,-1 0,1 1,-1-1,1 1,-1-1,0 1,0 0,0 0,0 0,0 1,0-1,0 1,0 0,0-1,0 1,0 0,0 1,0-1,0 1,0-1,-1 1,-2 1,0 0,-1 0,1 0,0 1,0 0,0 0,0 1,0-1,1 1,0 0,0 1,0-1,-3 5,4-5,0 0,1 0,0 0,-1 1,2-1,-1 1,0-1,1 1,0 0,0 0,1 0,-1 0,1 1,0-1,0 0,1 0,0 1,0-1,0 0,0 1,1-1,0 0,0 0,0 1,1-1,0 0,0 0,0-1,0 1,1 0,0-1,0 1,0-1,1 0,-1 0,3 2,2-1,1-1,-1 0,1 0,0 0,0-1,0-1,1 0,-1 0,1 0,-1-1,1-1,-1 0,1 0,-1-1,1 0,-1 0,9-3,-2 0,-1-1,1 0,-1-1,0-1,0 0,-1-1,0-1,0 0,-1-1,1-2,-8 8,-1 0,1-1,-1 0,0-1,0 1,-1-1,0 0,0 0,0 0,-1 0,1-1,-2 1,1-1,-1 0,0 0,0 0,-1 0,0 0,0 0,0 0,-1-3,0 11,-1-1,1 0,0 0,0 1,0-1,0 0,0 0,-1 1,1-1,0 0,0 0,0 1,-1-1,1 0,0 0,0 0,-1 0,1 1,0-1,0 0,-1 0,1 0,0 0,-1 0,1 0,0 0,0 0,-1 0,1 0,0 0,-1 0,1 0,0 0,0 0,-1 0,1 0,0 0,-1 0,1 0,0-1,0 1,-1 0,1 0,0 0,0 0,-1-1,1 1,0 0,0 0,0 0,-1-1,1 1,0 0,0 0,0-1,0 1,0 0,0-1,0 1,-1 0,1 0,0-1,0 1,0 0,0-1,0 1,-9 23,7-15,0-1,1 1,0 0,1 0,0 0,0-1,1 1,0 0,0 0,1-1,0 1,0-1,0 1,1-1,1 0,-1 0,1 0,0 0,0-1,1 0,0 1,0-2,1 1,-1-1,1 0,1 0,-1 0,0-1,1 0,0 0,0-1,7 3,8-3</inkml:trace>
  <inkml:trace contextRef="#ctx0" brushRef="#br2" timeOffset="149773.273">11044 3297,'-7'15,"4"13,15 6,14 4,14 2,0-5</inkml:trace>
  <inkml:trace contextRef="#ctx0" brushRef="#br2" timeOffset="150125.555">11378 3831,'1'-76,"1"27,-3-1,-1 0,-6-20,7 62,-18-44,15 61,8-3,1 0,-1 0,1-1,0 1,0-1,1-1,0 1,0-1,0 0,0 0,1 0,-1-1,1 0,0 0,2 0,220 53,-226-56,-1 1,1-1,0 0,-1 1,1 0,0-1,-1 1,1 0,-1 0,1 1,-1-1,0 1,1-1,-1 1,0-1,0 1,0 0,0 0,0 0,-1 0,1 1,-1-1,1 0,-1 1,0-1,0 1,0-1,0 1,0 0,-1-1,1 2,-27 76,6-34,20-44,-2 0,1 1,-1 0,1-1,0 1,0 0,0 0,0 0,1 0,-1 0,1 0,-1 0,1 0,0 0,0 0,1 0,-1 0,1 0,-1 0,1 0,0 0,0 0,0 0,1-1,-1 1,1 0,-1-1,1 1,0-1,0 0,0 1,0-1,1 0,8 2,1-1,0-1,0 1,0-2,1 0,-1 0,0-1,1-1,-1 0,0-1,0 0,0-1,0 0,5-3,29-9,-7-2</inkml:trace>
  <inkml:trace contextRef="#ctx0" brushRef="#br2" timeOffset="150421.402">12233 3657,'-6'-5,"0"0,-1 0,0 1,1 0,-2 0,1 0,0 1,-1 0,1 1,-1-1,0 1,0 1,0 0,0 0,0 0,0 1,0 0,0 1,0 0,0 0,0 1,0-1,1 2,-1-1,0 1,1 1,0-1,0 1,0 0,-4 3,7-3,-1 1,1-1,0 0,0 1,1 0,-1 0,1 0,0 0,0 1,1-1,-1 1,1 0,1 0,-1-1,1 1,0 0,0 0,1 0,-1 1,2-1,-1 0,0 0,1 0,0 0,1 0,-1-1,1 1,0 0,1-1,-1 1,1-1,0 1,1-1,-1 0,1-1,0 1,0-1,2 2,10 5,1-1,0 0,1-1,0-1,0 0,1-2,0 0,0-1,1-1,-1-1,1 0,0-2,7 0,26 2</inkml:trace>
  <inkml:trace contextRef="#ctx0" brushRef="#br2" timeOffset="150589.472">12581 3857,'2'3,"1"2,2 1,3 0,-1-2</inkml:trace>
  <inkml:trace contextRef="#ctx0" brushRef="#br2" timeOffset="150961.99">13490 3550,'0'16,"2"15,1 8,0 7,-1 2,0 0,-1-6,0-7,-1-11</inkml:trace>
  <inkml:trace contextRef="#ctx0" brushRef="#br2" timeOffset="151709.992">13289 3350,'35'-3,"0"1,0 2,1 2,-1 1,28 6,-48-7,0-1,0 2,-1 0,0 1,1 0,-1 1,-1 1,1 0,-1 1,0 0,-1 1,1 0,-1 1,-1 1,0 0,0 0,-1 1,-1 0,0 1,0 0,-1 0,-1 1,0 0,2 5,-4 6,-1 0,-1 0,-1 0,-1 1,-1-1,-3 23,1-12,1-33,1 1,-1 0,1 0,-1 0,1 0,0-1,0 1,0 0,1 0,-1 0,1 0,-1-1,1 1,0 0,0-1,1 1,-1 0,0-1,1 1,-1-1,1 0,0 0,0 1,0-1,0 0,0-1,0 1,1 0,-1-1,0 1,1-1,0 1,-1-1,1 0,6-2,-1 1,0-1,1-1,-1 0,0 0,0-1,-1 1,1-2,0 1,-1-1,0 0,0-1,0 0,0 0,-1 0,0-1,0 0,0 0,-1 0,0-1,3-4,1-3,0 0,-2-1,1 1,-1-2,-1 1,-1-1,0 1,-2-1,1-1,0-10,-6 35,0 0,1-1,1 1,-1 0,1 0,0 0,1-1,0 1,0 0,1 0,0-1,0 1,1-1,-1 0,2 0,-1 0,1 0,0 0,1-1,-1 0,1 0,0 0,1 0,0-1,0 0,0 0,3 2,-2-4,-1 0,1-1,0 0,-1 0,1 0,0-1,0 0,0 0,0-1,0 0,0 0,0-1,0 1,0-2,0 1,0-1,0 0,-1 0,1-1,-1 0,1 0,-1 0,0-1,0 0,-1 0,1-1,-1 0,0 0,0 0,-1 0,1-1,-1 1,0-2,9-19,-2-1,-1 1,-1-2,-1 1,-1-1,-2 0,-1-1,-1 1,-1-1,-2 0,-1 0,1 28,4-122,-5 0,-15-101,10 194,6 31,0-1,0 0,0 1,0-1,0 0,-1 1,1-1,0 0,0 0,0 1,-1-1,1 0,0 0,0 1,-1-1,1 0,0 0,0 0,-1 1,1-1,0 0,-1 0,1 0,0 0,-1 0,1 0,0 0,-1 0,1 0,0 0,-1 0,1 0,0 0,-1 0,1 0,0 0,-1 0,1 0,0 0,-1 0,1-1,0 1,-1 0,1 0,0 0,0-1,-1 1,1 0,0 0,0-1,0 1,-1 0,1 0,0-1,0 1,0 0,0-1,-1 1,1 0,-7 21,1 0,1 1,1-1,0 1,2 0,1 0,0 12,0-8,-2 69,4 0,4 0,4-1,13 51,-20-130,0-1,1 0,1 0,0-1,0 1,1-1,1 0,1 0,0 0,0-1,1 0,1-1,5 7,-11-16,-1 0,0-1,1 1,-1-1,1 1,-1-1,1 0,-1 0,1 0,0-1,0 1,-1-1,1 1,0-1,0 0,0 0,0 0,1-1,20-4</inkml:trace>
  <inkml:trace contextRef="#ctx0" brushRef="#br2" timeOffset="151953.395">14185 3176,'-16'0,"-9"0,3 3,15 0,25 2,26 0,28 2,19-1,9 3,1 6,-12 5,-19 1</inkml:trace>
  <inkml:trace contextRef="#ctx0" brushRef="#br2" timeOffset="152217.688">14626 3778,'11'0,"0"0,0 0,0-1,-1-1,1 0,0 0,-1-1,1 0,-1-1,0 0,0 0,0-1,-1-1,0 0,0 0,0 0,-1-1,0-1,0 0,0 0,-1 0,-1-1,1 1,-2-2,4-5,-7 11,0 1,0 0,0-1,0 1,-1-1,0 0,1 1,-2-1,1 0,0 0,-1 0,1 0,-1 0,0 0,-1 1,1-1,-1 0,1 0,-1 0,0 0,-1 1,1-1,0 0,-1 1,0-1,0 1,0 0,-1-1,0 3,0 1,0 0,0-1,0 1,0 0,0 1,0-1,0 0,0 1,0 0,1-1,-1 1,0 0,0 1,0-1,1 0,-1 1,1 0,-1-1,1 1,0 0,-1 0,1 0,0 1,0-1,-1 3,-4 2,0 2,0-1,1 1,1 0,-1 0,1 1,1 0,0 0,-3 9,6-16,-1 1,1 0,1 0,-1 0,0 0,1 1,0-1,0 0,0 0,0 0,1 0,0 0,0 0,0 0,0 0,0 0,1 0,0-1,0 1,0 0,0-1,0 1,1-1,0 0,-1 0,1 0,1 0,12 5,0-1,0 0,1-1,0-1,1-1,-1 0,1-2,-1 0,1 0,0-2,0 0,0-1,-1-1,1-1,7-2,36-3</inkml:trace>
  <inkml:trace contextRef="#ctx0" brushRef="#br2" timeOffset="152653.799">15362 3644,'0'-4,"1"0,-1-1,0 1,0-1,0 1,-1 0,1-1,-1 1,0 0,0 0,-1 0,1 0,-1 0,0 0,0 0,0 0,-1 0,1 1,-1-1,0 1,0 0,0 0,0 0,-1 0,1 1,-1-1,0 1,0 0,1 0,-1 0,-3 0,-1-1,-1 0,0 1,0 0,0 0,0 1,0 0,0 0,0 1,-1 1,1 0,0 0,0 0,0 1,-5 2,7-2,1 0,0 1,0-1,0 1,0 0,0 1,1-1,-1 1,1 0,0 1,0-1,1 1,-1 0,1 0,0 0,1 1,-3 4,6-7,0-1,0 0,0 0,0 1,1-1,-1 0,1 0,0 1,0-1,0 0,0 0,0 0,0 0,0 0,1 0,-1 0,1-1,-1 1,1 0,0-1,-1 1,1-1,0 0,0 0,0 1,0-1,0 0,0-1,1 1,-1 0,0-1,0 1,1-1,-1 0,0 0,1 1,-1-2,0 1,1 0,-1 0,2-1,25 2,0-1,0-1,-1-1,1-2,0 0,-1-3,26-8,-52 15,-1-1,0 0,0 1,1-1,-1 1,0 0,1-1,-1 1,0 0,1 0,-1-1,0 1,1 0,-1 1,0-1,1 0,-1 0,0 0,1 1,-1-1,0 1,0-1,0 1,1-1,-1 1,0 0,0 0,0 0,0-1,0 1,0 0,0 0,0 0,0 0,-1 1,1-1,0 0,-1 0,1 0,-1 1,1-1,-1 0,1 0,-1 1,0-1,0 0,0 1,0-1,0 1,0-1,-10 147,-20 214,13-305,17-56,-1-1,0 1,0-1,1 1,-1-1,0 1,0-1,0 0,1 1,-1-1,0 0,0 0,0 0,0 1,0-1,0 0,1 0,-1 0,0-1,0 1,0 0,0 0,0 0,0-1,1 1,-1 0,0-1,0 1,0-1,1 1,-1-1,0 1,1-1,-1 1,0-1,1 0,-1 1,1-1,-1 0,1 0,-1 1,1-1,-1 0,1 0,0 0,0 1,-1-1,1 0,0 0,0 0,0 0,0 0,0 0,0 0,0 0,-8-24,2 0,0-1,2 0,1 1,1-1,1-1,1 1,2-11,-2 29,0 1,0-1,1 0,0 1,0-1,0 1,1-1,1 1,-1 0,1 0,0 0,1 0,-1 0,1 1,1-1,-1 1,1 1,0-1,1 0,-1 1,1 0,0 1,6-5,113-26,-52 22</inkml:trace>
  <inkml:trace contextRef="#ctx0" brushRef="#br2" timeOffset="154144.416">17259 7761,'49'-13,"0"1,0 3,1 2,0 2,38 1,-79 3,0 0,0 0,0 1,0 0,0 1,0 0,0 0,0 1,0 0,-1 1,1 0,-1 0,1 1,-1 0,0 0,0 1,-1 0,0 1,6 4,-12-7,0-1,1 1,-1 0,0 0,0 0,-1 0,1-1,-1 1,1 0,-1 0,0 0,0 1,0-1,-1 0,1-1,-1 1,1 0,-1 0,0 0,0 0,0 0,-1-1,1 1,-1 0,1-1,-2 2,-56 58,24-37,-1-2,-2-1,0-2,-1-1,-27 7,40-14,20-6,19-5,48-3,-23-1,-1 3,1 1,-1 1,14 4,-29-2,-1 2,0 0,-1 1,1 1,-1 1,6 4,-18-9,0 1,0 0,0 0,-1 1,0 0,0 0,0 1,-1 0,0 0,-1 0,1 1,-1 0,-1 0,1 0,-2 1,1 0,-3-5,0-1,0 1,-1 0,1 0,-1-1,0 1,0 0,0 0,0 0,-1-1,0 1,0 0,0 0,0-1,0 1,-1-1,0 1,1-1,-1 0,0 1,-1-1,1 0,-1 0,1-1,-3 2,-81 53,45-40,-2-2,0-2,0-2,-1-2,0-2,-1-1,0-3,-40-2,26-6,59 2,55-2,-15 3</inkml:trace>
  <inkml:trace contextRef="#ctx0" brushRef="#br2" timeOffset="155131.29">19092 8016,'0'5,"0"-4,1-1,-1 1,0-1,1 1,-1-1,0 1,1-1,-1 1,0-1,0 1,1-1,-1 1,0 0,0-1,0 1,0-1,0 1,0 0,0-1,0 1,0-1,0 1,0 0,0-1,0 1,0-1,-1 1,1-1,0 1,0 0,-1-1,1 1,0-1,-1 1,1-1,0 1,-1-1,1 0,-1 1,1-1,-1 1,1-1,-1 0,1 0,-1 1,0-1,1 0,-1 0,1 0,-1 1,1-1,-1 0,0 0,1 0,-1 0,0 0,1 0,-1 0,1 0,-1-1,0 1,1 0,-1 0,1 0,-1-1,1 1,-1 0,-4-4,1-2,-1 1,-1 0,1 0,-1 1,0 0,0-1,0 2,0-1,-1 1,1 0,-1 0,0 1,0 0,0 0,0 1,0 0,0 0,-1 0,1 1,0 0,-7 2,10-1,1 1,0-1,0 1,0 0,0 0,0 0,0 0,0 1,1-1,-1 1,1 0,0 0,0 0,0 0,0 0,0 0,1 0,0 0,-1 1,1-1,0 1,0-1,1 1,-1-1,1 1,0-1,0 1,0 1,0 4,1 0,0 1,0-1,1 0,0 1,1-1,0-1,0 1,1 0,2 3,2-1,0 0,1-1,1 1,-1-2,2 1,-1-1,1-1,1 0,0-1,0 0,0-1,0 0,1-1,0 0,1-1,-1 0,1-2,-1 1,1-1,0-1,0-1,-1 0,1-1,0 0,0-1,-1 0,1-1,-1-1,1 0,-1-1,-1 0,1-1,-1-1,0 0,2-2,-2 1,-1-1,0 0,0-1,-1 0,0 0,-1-1,0-1,-1 1,0-2,-1 1,0-1,-1 0,0 0,-1 0,-1-1,0 0,-1 0,-1 0,0-2,-3-10,1 27,0-1,0 0,0 1,0-1,-1 0,1 0,0 1,0-1,0 0,0 0,0 1,-1-1,1 0,0 0,0 1,0-1,-1 0,1 0,0 0,0 0,-1 1,1-1,0 0,0 0,-1 0,1 0,0 0,0 0,-1 0,1 0,0 0,-1 0,1 0,0 0,0 0,-1 0,1 0,0 0,-1 0,1 0,0 0,0 0,-1 0,1-1,0 1,0 0,-1 0,1 0,0 0,0-1,0 1,-1 0,1 0,0 0,0-1,0 1,0 0,-1 0,1-1,0 1,0 0,-5 13,0 0,1 0,1 1,0-1,0 1,2 0,0 0,0 0,1 0,1 1,-1-8,0 1,1-1,-1 0,2 0,-1 0,1 0,0 0,0 0,1 0,0 0,0-1,0 0,1 1,0-1,0-1,1 1,0-1,0 1,0-1,0-1,1 1,0-1,0 0,0 0,1 0,-1-1,1 0,-1-1,1 1,0-1,0-1,4 1,18 0</inkml:trace>
  <inkml:trace contextRef="#ctx0" brushRef="#br2" timeOffset="155415.563">19386 7521,'6'18,"15"15,16 9,3-2</inkml:trace>
  <inkml:trace contextRef="#ctx0" brushRef="#br2" timeOffset="155727.213">19813 8269,'7'-21,"-1"0,-1-1,-1 1,-1-1,-1 0,-1-1,-1 1,0 0,-2 0,-1 0,-1 0,0 0,-7-16,8 31,3 6,-1 1,1-1,-1 1,1-1,-1 1,1-1,-1 1,1-1,-1 0,1 1,-1-1,1 1,0-1,0 0,-1 0,1 1,0-1,0 0,0 1,0-1,-1 0,1 0,0 1,1-1,-1 0,0 0,0 1,0-1,0 0,0 0,1 1,-1-1,0 0,1 1,-1-1,0 0,1 1,-1-1,1 1,-1-1,1 1,-1-1,1 1,0-1,-1 1,1-1,0 1,-1 0,1-1,0 1,-1 0,1 0,0-1,0 1,154 36,36 0,-187-35,-1 1,0-1,1 1,-1 0,0 0,0 0,0 0,-1 1,1-1,0 1,-1 0,0-1,0 1,1 0,-2 0,1 1,0-1,-1 0,1 1,-1-1,0 1,0-1,-1 1,1-1,-1 1,1 0,-1-1,0 1,0 0,-1-1,1 1,-1-1,0 1,-1 2,-1 19,0-19,1 0,1 1,-1-1,1 0,0 0,0 1,1-1,0 1,0-1,0 1,1-1,0 0,0 0,1 1,0-1,0 0,0 0,1 0,0-1,0 1,0 0,1-1,0 0,0 0,0 0,0-1,1 1,2 0,4 0,1 0,0-1,0-1,0 0,0-1,0 0,1-1,-1 0,1-1,-1 0,1-1,-1-1,0 0,7-2,33-7</inkml:trace>
  <inkml:trace contextRef="#ctx0" brushRef="#br2" timeOffset="156049.555">20989 7989,'-14'-7,"0"1,0 0,-1 2,1 0,-1 0,0 1,0 1,-1 0,1 2,0-1,-1 2,-4 1,12-1,0 0,-1 1,1 0,0 0,0 1,0 0,1 0,-1 1,1 0,0 1,0-1,0 1,0 1,1-1,0 1,0 0,1 1,0-1,0 1,0 0,1 0,-3 7,4-8,2 1,-1-1,1 0,0 0,0 1,0-1,1 0,0 1,0-1,1 0,0 1,0-1,0 0,1 0,0 0,0 0,1 0,-1 0,1 0,0-1,1 1,0-1,-1 0,2 0,-1-1,0 1,1-1,0 0,0 0,0 0,1-1,-1 0,1 0,0 0,0-1,0 1,5 0,21 5,0 0,1-3,0 0,1-2,-1-2,0-1,1-2,-1 0,0-3,0-1,22-7,-2 2</inkml:trace>
  <inkml:trace contextRef="#ctx0" brushRef="#br2" timeOffset="156329.03">21645 8216,'0'0</inkml:trace>
  <inkml:trace contextRef="#ctx0" brushRef="#br2" timeOffset="156593.327">22714 7896,'3'18,"2"15,3 11,2 5,0 1,-2-2,-4-3,-8-6,-4-9</inkml:trace>
  <inkml:trace contextRef="#ctx0" brushRef="#br2" timeOffset="157455.879">22540 7615,'308'206,"-306"-204,24 14,-1 1,0 1,-2 2,0 0,-1 1,-2 1,17 23,-15 25,-21-69,0 0,0 0,0 0,1-1,-1 1,0 0,1 0,-1-1,0 1,1 0,-1-1,1 0,-1 1,1-1,-1 0,1 0,-1 0,1 0,-1 0,1 0,0 0,-1 0,1-1,-1 1,0 0,1-1,-1 0,1 1,-1-1,0 0,1 1,-1-1,0 0,0 0,0 0,1 0,-1 0,0-1,-1 1,1 0,15-12,-2 0,0 0,-1-2,0 0,9-14,-22 28,0 0,0 1,1-1,-1 1,0-1,0 1,0-1,1 1,-1-1,0 1,1-1,-1 1,0-1,1 1,-1 0,1-1,-1 1,0 0,1-1,-1 1,1 0,-1-1,1 1,-1 0,1 0,-1 0,1-1,0 1,-1 0,1 0,-1 0,1 0,-1 0,1 0,-1 0,1 0,0 0,-1 1,1-1,-1 0,1 0,-1 0,1 1,-1-1,1 0,-1 0,1 1,-1-1,1 0,-1 1,0-1,1 1,-1-1,0 1,1-1,-1 0,0 1,1-1,10 39,-8-25,-1-2,1-1,1 0,0-1,0 1,1-1,1 0,-1 0,2 0,-1-1,1 0,1 0,-1 0,2-1,-1-1,1 1,0-1,0-1,1 0,0 0,0-1,1 0,-1-1,1 0,0 0,0-1,0-1,1 0,-1-1,1 0,-1 0,2-1,-4-1,0-1,0 0,-1 0,1 0,-1-1,0 0,0-1,0 0,0 0,-1-1,1 0,-1 0,0 0,-1-1,0 0,1-1,-2 0,1 1,-1-2,0 1,-1 0,1-2,6-13,-1-1,-1-1,-1 0,0 0,-2 0,-1-1,-1-5,10-91,-5 0,-6-90,-3 196,0-14,-1 0,-1 0,-1 1,-2-1,-1-3,5 32,1 1,0 0,-1 0,1-1,-1 1,1 0,-1-1,1 1,-1-1,0 1,1 0,-1-1,0 0,1 1,-1-1,0 1,0-1,1 0,-1 1,0-1,0 0,0 0,1 0,-1 0,0 1,0-1,0 0,0-1,1 1,-1 0,0 0,0 0,0 0,0-1,1 1,-1 0,0-1,0 1,1 0,-1-1,0 1,1-1,-1 1,0-1,1 0,-1 1,1-1,-1 0,1 1,-1-1,1 0,0 1,-1-1,1 0,0 0,-1 0,1 1,0-1,0 0,0 0,0 0,-10 31,2 1,1-1,2 1,0 0,3 1,0 26,1-37,-3 33,2 0,2 0,3 0,2 0,2-1,3 1,2-2,8 20,-15-60,1 0,0 0,0 0,1 0,0-1,1 0,1-1,-1 0,10 8,-14-14,1 0,0-1,0 1,0-1,0 0,1 0,0-1,-1 1,1-1,0 0,0-1,0 0,0 1,0-2,0 1,0-1,1 0,-1 0,0-1,0 0,0 0,1-1,2 0,-1-1,0 0,0-1,0 0,0-1,-1 1,0-1,0-1,0 1,0-1,-1 0,0-1,0 0,-1 0,0 0,0 0,1-3,56-138,-58 134,-8 83,2-59,1 0,1 0,-1 0,2 0,-1 0,2 0,-1 0,1 0,0 0,1-1,1 1,-1-1,1 0,1 0,0 0,0 0,0-1,1 0,1 0,-1 0,1-1,1 0,-1-1,1 1,0-2,1 1,-1-1,33 8,-4-7</inkml:trace>
  <inkml:trace contextRef="#ctx0" brushRef="#br2" timeOffset="157728.153">23543 7668,'25'7,"33"4,37 3,31 1,28 3,21 0,11 2,-25-2</inkml:trace>
  <inkml:trace contextRef="#ctx0" brushRef="#br2" timeOffset="158149.609">24920 8055,'-3'-2,"-92"-62,92 62,-1 1,0-1,1 1,-1 0,0 0,1 1,-1-1,0 1,0 0,1 0,-1 0,0 0,0 0,0 1,1 0,-1 0,0 0,1 0,-1 1,1-1,-1 1,1 0,0 0,0 0,0 1,0-1,0 0,0 2,-1-2,1 0,0 1,0-1,0 1,1 0,-1-1,1 1,-1 1,1-1,0 0,0 1,0-1,1 1,-1-1,1 1,0 0,0-1,0 1,0 0,1 0,0 0,-1 0,1 0,1 0,-1 0,1-1,-1 1,1 0,0 0,0 0,1-1,-1 1,1-1,0 1,0-1,0 0,0 1,1-1,-1 0,1 0,0-1,0 1,0-1,0 1,8 1,0 0,0-1,0-1,1 0,-1 0,0-1,1-1,-1 0,1 0,-1-1,1-1,-1 0,0 0,0-1,0 0,0-1,-1-1,1 1,-1-2,0 1,8-7,-13 8,-1 0,1 0,-1-1,1 1,-1-1,-1 0,1 0,-1-1,0 1,0-1,0 1,-1-1,0 0,0 0,0 0,-1-2,1 3,-3 16,-1 10,9 269,2-112,-6-132,-3 1,-2-1,-2 0,-1 0,-3 0,-5 10,-24 23,35-76,0-1,1 1,-1-1,0 1,0-1,-1 0,1 0,0 0,-1 0,1 0,-1 0,1-1,-1 1,0-1,0 0,0 0,0 0,0 0,0 0,0-1,0 1,0-1,0 0,0 0,-2 0,-20-13,6-7</inkml:trace>
  <inkml:trace contextRef="#ctx0" brushRef="#br2" timeOffset="159441.18">25161 8377,'14'-29,"-2"-1,-1 1,-1-2,-1 1,-2-1,-1-1,-2 1,-1-1,-1 0,-2 0,-1 0,-1 0,-7-28,8 54,0-1,0 1,-1 0,0 0,0-1,-1 1,0 1,0-1,0 0,-1 1,0 0,-1-2,5 7,1 0,-1 0,0 1,1-1,-1 0,0 1,1-1,-1 0,0 1,0-1,1 0,-1 1,0-1,0 0,0 1,0-1,0 0,1 1,-1-1,0 1,0-1,0 1,0-1,0 0,0 1,0-1,0 1,0-1,0 0,-1 1,1-1,0 1,0-1,0 0,0 1,-1-1,1 0,0 1,0-1,-1 0,1 1,0-1,0 0,-1 0,1 1,0-1,-1 0,1 0,0 1,-1-1,1 0,-1 0,1 0,0 0,-1 0,1 0,-1 0,1 0,0 0,-1 0,10 9,0-1,1-1,0 0,0-1,0 1,1-2,0 0,0 0,1-1,0 0,-1-1,1 0,0-1,0-1,0 0,0 0,5-1,-16 0,231 8,-231-8,47 6,-47-6,0 0,0 1,0-1,0 1,0-1,0 1,-1 0,1-1,0 1,0 0,-1 0,1 0,0-1,-1 1,1 0,0 0,-1 0,1 0,-1 0,0 0,1 0,-1 0,0 0,0 0,0 0,1 0,-1 0,0 0,0 0,-1 0,1 1,0-1,0 0,0 0,-1 0,1 0,0 0,-1 0,1 0,-1 0,-22 46,-10 28,33-72,-1 0,1 0,0 0,0 0,0 0,0 0,0 0,1 0,0 0,-1 0,1 0,0 0,0 0,1 0,-1 0,1-1,-1 1,1 0,0-1,0 0,0 1,0-1,0 0,1 0,-1 0,12 6,1 0,0-1,0-1,0 0,1-1,0 0,0-2,0 0,0-1,1 0,-1-1,10-1,-21 0,25 3,1 0,0-2,-1-2,1-1,0-1,-1-1,0-2,0-1,0-1,-1-2,0-1,-1-1,13-8,-39 19,1 0,-1-1,1 1,-1 0,0-1,0 1,1-1,-1 1,0-1,0 0,-1 0,1 0,0 0,-1 0,1-1,-1 1,0 0,0-1,0 1,0-1,0 1,0-1,-1 0,1 1,-1-1,1 1,-1-1,0 0,0 1,-1-1,1 0,0 1,-1-1,0 0,0 1,0-2,-6 0,-1-1,0 1,0 1,0 0,0 0,0 0,-1 1,1 0,-1 1,0 0,1 0,-1 1,0 0,-7 1,13-1,-9-1,1 1,-1 0,0 0,0 1,1 1,-1 0,0 1,1 0,0 1,0 0,0 1,0 0,1 0,0 1,0 1,0 0,1 0,0 1,0 0,-4 5,12-11,0 0,0-1,0 1,0 0,0 0,0-1,0 1,0 0,1 0,-1 0,1 0,0 0,-1 0,1 0,0 0,0 0,0 0,1 0,-1 0,0 0,1 0,-1 0,1 0,0 0,0 0,-1 0,1 0,0-1,1 1,-1 0,0-1,0 1,1-1,-1 1,1-1,-1 1,1-1,0 0,-1 0,1 0,0 0,0 0,0-1,2 2,90 21,-79-21,0-2,0 0,0-1,0 0,-1-1,1-1,0 0,-1-1,0-1,0 0,0-1,-1 0,8-6,-21 12,1-1,-1 1,1-1,-1 1,1 0,-1-1,1 1,0 0,-1 0,1-1,-1 1,1 0,0 0,-1 0,1 0,0-1,-1 1,1 0,0 0,-1 0,1 1,-1-1,1 0,0 0,-1 0,1 0,0 1,-1-1,1 0,-1 0,1 1,-1-1,1 0,-1 1,1-1,-1 1,1-1,-1 1,1-1,-1 1,0-1,1 1,-1-1,0 1,1 0,-1-1,0 1,0-1,0 1,1 0,-1-1,0 1,0 0,0-1,0 1,0-1,0 1,0 0,-1-1,1 1,0 0,0-1,0 1,-1-1,1 1,0 0,0 4,1 1,1 1,-1-1,1 0,0 0,0-1,1 1,0 0,0-1,0 0,0 1,1-1,0 0,0-1,1 1,-1-1,1 0,0 0,0 0,0-1,1 0,-1 0,1 0,-1-1,1 1,0-1,0-1,0 1,1-1,6 2,0-1,1 0,-1-1,0 0,1-1,-1 0,0-2,1 1,-1-1,0-1,0-1,12-4,-12 2,0-1,0-1,-1 0,1 0,-2-1,1-1,-2 0,1-1,-1 1,-1-2,0 0,0 0,4-9,6-15,-1 0,-3-1,0-1,3-18,2-11,-3-1,-3-1,-2 0,1-66,-13 133,1-2,-1-1,0 1,0-1,0 1,0 0,0-1,-1 1,0-1,0 1,0 0,-1-1,1 1,-1 0,-2-4,3 8,-1-1,1 1,0-1,0 1,-1-1,1 1,0 0,-1-1,1 1,0 0,-1 0,1 0,0 0,-1 0,1 1,0-1,-1 0,1 1,0-1,-1 0,1 1,0 0,0-1,0 1,0 0,-1-1,1 1,0 0,0 0,0 0,1 0,-1 0,0 0,0 0,0 0,0 1,-14 18,0 0,2 1,0 0,1 1,1 1,1-1,1 2,1-1,-3 22,2-15,2-1,2 1,0 0,2 1,2-1,0 1,2-1,2 7,-1-24,0 0,0-1,1 0,1 1,0-1,0 0,1-1,1 1,0-1,1 0,0-1,0 1,1-1,1-1,-1 1,2-2,-1 1,1-1,0-1,9 6,-11-8,0 0,1-1,-1 0,1 0,-1-1,1 0,0 0,0-1,0 0,1-1,-1 0,0 0,1-1,-1 0,1-1,-1 0,0 0,0-1,0 0,0-1,0 0,0-1,0 1,-1-2,0 1,0-1,0 0,-1-1,1 0,-1 0,0 0,-1-1,5-6,-1-3,-1-1,-1 0,0-1,-1 0,-1 0,-1 0,0-1,-1-3,-18 63,12-33,-1 0,1 0,0 0,1 1,0-1,0 1,1-1,0 1,1-1,-1 1,2-1,-1 1,1-1,1 0,-1 0,1 0,1 0,-1 0,1-1,1 1,-1-1,1 0,1-1,-1 1,1-1,-2-2,1 0,-1-1,0 0,1 0,0 0,0-1,0 1,0-1,0 0,0-1,1 1,-1-1,1 0,-1 0,1-1,-1 0,1 0,-1 0,1 0,-1-1,1 0,-1 0,0-1,1 1,-1-1,0 0,0-1,0 1,0-1,-1 0,1 0,-1 0,0-1,4-3,5-15</inkml:trace>
  <inkml:trace contextRef="#ctx0" brushRef="#br2" timeOffset="159687.365">26765 7828,'-21'-9,"-8"-5,-3-3,6-1,10 4,18 3,24 1,29 3,27 3,24 1,18 2,8 1,-3 0,-12 0,-25 1</inkml:trace>
  <inkml:trace contextRef="#ctx0" brushRef="#br1" timeOffset="-120451.247">18557 17120,'26'102,"27"58,-49-151,0 0,1-1,0 1,1-1,-1 0,2 0,-1-1,1 0,0 0,1 0,0-1,0 0,0-1,0 0,9 4,-14-8,0 1,0-1,1 0,-1-1,0 1,1 0,-1-1,1 0,-1 0,0 0,1 0,-1 0,0-1,1 0,-1 1,0-1,1 0,-1-1,0 1,0-1,0 1,0-1,0 0,-1 0,1 0,0 0,-1-1,1 1,-1-1,0 1,0-1,0 0,1-2,3-5,-1 0,0-1,0 0,-1-1,0 1,-1-1,0 1,-1-1,-1-1,2-8,-1 1,0-1,-2 0,-1 1,0-1,-2 0,0-2,3 24,0-1,-1 0,1 0,0 0,0 0,0 1,0-1,0 0,0 0,0 0,0 0,-1 0,1 1,0-1,0 0,0 0,0 0,0 0,-1 0,1 0,0 0,0 0,0 0,-1 0,1 1,0-1,0 0,0 0,0 0,-1 0,1 0,0 0,0 0,0 0,-1-1,1 1,0 0,0 0,0 0,-3 25,25 457,-20-439,1-9,-2 0,-1 1,-2-1,-1 0,-2 1,-3 7,7-39,0 1,1 0,-1-1,0 0,0 1,-1-1,1 1,-1-1,0 0,0 0,0 0,0 0,0 0,-1-1,1 1,-1-1,0 1,0-1,0 0,0 0,0 0,0-1,0 1,-1-1,1 1,0-1,-1 0,1 0,-1-1,0 1,1-1,-1 0,1 0,-1 0,0 0,1-1,-1 1,1-1,-1 0,1 0,-1 0,-1-1,-7-7,0 0,1 0,0-1,1-1,0 0,0 0,1-1,1 0,0 0,0-1,2 0,-1-1,2 1,-1-3,4 11,1 4,-1-1,1 0,0 0,-1 1,1-1,0 0,0 0,0 0,1 0,-1 0,0-1,1 1,0 0,-1 0,1 0,0 0,0-1,0 1,0 0,1 0,-1 0,0 0,1-1,0 1,-1 0,1 0,0 0,0 0,0 0,0 1,1-1,-1 0,0 0,1 1,0-1,-1 1,1-1,0 1,0 0,14-3,1 1,-1 0,1 1,0 2,0-1,8 2,6 0,265 1,-294-2,1-1,0 1,0 0,0 0,-1 0,1 0,0 0,0 1,-1-1,1 1,0 0,0 0,-1 0,1 0,-1 0,1 1,-1-1,0 1,1-1,-1 1,0 0,0 0,0 0,-1 0,1 0,0 1,-1-1,1 0,-1 1,0-1,0 1,0 0,1 0,1 14,1 0,-2 0,0 0,-1 0,-1 0,-1 0,0 1,-1-1,-1 0,0-1,-2 1,0-1,0 1,-2-2,0 1,-5 7,-47 72,58-94,1 0,0 0,-1 0,1 0,0 0,0 0,0 0,0 0,0 0,0 0,0 0,0 0,1-1,-1 1,0 0,0 0,1 0,-1 0,1 0,-1 0,1 0,-1-1,1 1,-1 0,1 0,0-1,-1 1,1 0,0-1,0 1,-1-1,1 1,0-1,0 1,0-1,0 1,0-1,0 0,-1 0,1 1,0-1,0 0,46 6,-45-6,36 0,0-2,0-1,0-2,-1-2,4-2,13-5</inkml:trace>
  <inkml:trace contextRef="#ctx0" brushRef="#br1" timeOffset="-120136.156">19559 17414,'7'2,"9"1,13 0,15-1,12 0,8-1,-1-1,-6 3,-13 2,-14 1</inkml:trace>
  <inkml:trace contextRef="#ctx0" brushRef="#br1" timeOffset="-119871.857">19626 17654,'23'3,"21"0,21-1,18 1,10-2,-10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9T17:54:35.1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22.10.2024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22.10.2024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22.10.2024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22.10.2024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22.10.2024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22.10.2024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22.10.2024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22.10.2024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22.10.2024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22.10.2024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22.10.2024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22.10.2024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22.10.2024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8" Type="http://schemas.openxmlformats.org/officeDocument/2006/relationships/customXml" Target="../ink/ink4.xml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6.xml"/><Relationship Id="rId21" Type="http://schemas.openxmlformats.org/officeDocument/2006/relationships/customXml" Target="../ink/ink28.xml"/><Relationship Id="rId42" Type="http://schemas.openxmlformats.org/officeDocument/2006/relationships/image" Target="../media/image39.png"/><Relationship Id="rId63" Type="http://schemas.openxmlformats.org/officeDocument/2006/relationships/customXml" Target="../ink/ink49.xml"/><Relationship Id="rId84" Type="http://schemas.openxmlformats.org/officeDocument/2006/relationships/image" Target="../media/image60.png"/><Relationship Id="rId138" Type="http://schemas.openxmlformats.org/officeDocument/2006/relationships/image" Target="../media/image87.png"/><Relationship Id="rId159" Type="http://schemas.openxmlformats.org/officeDocument/2006/relationships/customXml" Target="../ink/ink97.xml"/><Relationship Id="rId170" Type="http://schemas.openxmlformats.org/officeDocument/2006/relationships/image" Target="../media/image103.png"/><Relationship Id="rId191" Type="http://schemas.openxmlformats.org/officeDocument/2006/relationships/customXml" Target="../ink/ink113.xml"/><Relationship Id="rId107" Type="http://schemas.openxmlformats.org/officeDocument/2006/relationships/customXml" Target="../ink/ink71.xml"/><Relationship Id="rId11" Type="http://schemas.openxmlformats.org/officeDocument/2006/relationships/customXml" Target="../ink/ink23.xml"/><Relationship Id="rId32" Type="http://schemas.openxmlformats.org/officeDocument/2006/relationships/image" Target="../media/image34.png"/><Relationship Id="rId53" Type="http://schemas.openxmlformats.org/officeDocument/2006/relationships/customXml" Target="../ink/ink44.xml"/><Relationship Id="rId74" Type="http://schemas.openxmlformats.org/officeDocument/2006/relationships/image" Target="../media/image55.png"/><Relationship Id="rId128" Type="http://schemas.openxmlformats.org/officeDocument/2006/relationships/image" Target="../media/image82.png"/><Relationship Id="rId149" Type="http://schemas.openxmlformats.org/officeDocument/2006/relationships/customXml" Target="../ink/ink92.xml"/><Relationship Id="rId5" Type="http://schemas.openxmlformats.org/officeDocument/2006/relationships/customXml" Target="../ink/ink20.xml"/><Relationship Id="rId95" Type="http://schemas.openxmlformats.org/officeDocument/2006/relationships/customXml" Target="../ink/ink65.xml"/><Relationship Id="rId160" Type="http://schemas.openxmlformats.org/officeDocument/2006/relationships/image" Target="../media/image98.png"/><Relationship Id="rId181" Type="http://schemas.openxmlformats.org/officeDocument/2006/relationships/customXml" Target="../ink/ink108.xml"/><Relationship Id="rId22" Type="http://schemas.openxmlformats.org/officeDocument/2006/relationships/image" Target="../media/image29.png"/><Relationship Id="rId43" Type="http://schemas.openxmlformats.org/officeDocument/2006/relationships/customXml" Target="../ink/ink39.xml"/><Relationship Id="rId64" Type="http://schemas.openxmlformats.org/officeDocument/2006/relationships/image" Target="../media/image50.png"/><Relationship Id="rId118" Type="http://schemas.openxmlformats.org/officeDocument/2006/relationships/image" Target="../media/image77.png"/><Relationship Id="rId139" Type="http://schemas.openxmlformats.org/officeDocument/2006/relationships/customXml" Target="../ink/ink87.xml"/><Relationship Id="rId85" Type="http://schemas.openxmlformats.org/officeDocument/2006/relationships/customXml" Target="../ink/ink60.xml"/><Relationship Id="rId150" Type="http://schemas.openxmlformats.org/officeDocument/2006/relationships/image" Target="../media/image93.png"/><Relationship Id="rId171" Type="http://schemas.openxmlformats.org/officeDocument/2006/relationships/customXml" Target="../ink/ink103.xml"/><Relationship Id="rId192" Type="http://schemas.openxmlformats.org/officeDocument/2006/relationships/image" Target="../media/image114.png"/><Relationship Id="rId12" Type="http://schemas.openxmlformats.org/officeDocument/2006/relationships/image" Target="../media/image24.png"/><Relationship Id="rId33" Type="http://schemas.openxmlformats.org/officeDocument/2006/relationships/customXml" Target="../ink/ink34.xml"/><Relationship Id="rId108" Type="http://schemas.openxmlformats.org/officeDocument/2006/relationships/image" Target="../media/image72.png"/><Relationship Id="rId129" Type="http://schemas.openxmlformats.org/officeDocument/2006/relationships/customXml" Target="../ink/ink82.xml"/><Relationship Id="rId54" Type="http://schemas.openxmlformats.org/officeDocument/2006/relationships/image" Target="../media/image45.png"/><Relationship Id="rId75" Type="http://schemas.openxmlformats.org/officeDocument/2006/relationships/customXml" Target="../ink/ink55.xml"/><Relationship Id="rId96" Type="http://schemas.openxmlformats.org/officeDocument/2006/relationships/image" Target="../media/image66.png"/><Relationship Id="rId140" Type="http://schemas.openxmlformats.org/officeDocument/2006/relationships/image" Target="../media/image88.png"/><Relationship Id="rId161" Type="http://schemas.openxmlformats.org/officeDocument/2006/relationships/customXml" Target="../ink/ink98.xml"/><Relationship Id="rId182" Type="http://schemas.openxmlformats.org/officeDocument/2006/relationships/image" Target="../media/image109.png"/><Relationship Id="rId6" Type="http://schemas.openxmlformats.org/officeDocument/2006/relationships/image" Target="../media/image21.png"/><Relationship Id="rId23" Type="http://schemas.openxmlformats.org/officeDocument/2006/relationships/customXml" Target="../ink/ink29.xml"/><Relationship Id="rId119" Type="http://schemas.openxmlformats.org/officeDocument/2006/relationships/customXml" Target="../ink/ink77.xml"/><Relationship Id="rId44" Type="http://schemas.openxmlformats.org/officeDocument/2006/relationships/image" Target="../media/image40.png"/><Relationship Id="rId65" Type="http://schemas.openxmlformats.org/officeDocument/2006/relationships/customXml" Target="../ink/ink50.xml"/><Relationship Id="rId86" Type="http://schemas.openxmlformats.org/officeDocument/2006/relationships/image" Target="../media/image61.png"/><Relationship Id="rId130" Type="http://schemas.openxmlformats.org/officeDocument/2006/relationships/image" Target="../media/image83.png"/><Relationship Id="rId151" Type="http://schemas.openxmlformats.org/officeDocument/2006/relationships/customXml" Target="../ink/ink93.xml"/><Relationship Id="rId172" Type="http://schemas.openxmlformats.org/officeDocument/2006/relationships/image" Target="../media/image104.png"/><Relationship Id="rId13" Type="http://schemas.openxmlformats.org/officeDocument/2006/relationships/customXml" Target="../ink/ink24.xml"/><Relationship Id="rId18" Type="http://schemas.openxmlformats.org/officeDocument/2006/relationships/image" Target="../media/image27.png"/><Relationship Id="rId39" Type="http://schemas.openxmlformats.org/officeDocument/2006/relationships/customXml" Target="../ink/ink37.xml"/><Relationship Id="rId109" Type="http://schemas.openxmlformats.org/officeDocument/2006/relationships/customXml" Target="../ink/ink72.xml"/><Relationship Id="rId34" Type="http://schemas.openxmlformats.org/officeDocument/2006/relationships/image" Target="../media/image35.png"/><Relationship Id="rId50" Type="http://schemas.openxmlformats.org/officeDocument/2006/relationships/image" Target="../media/image43.png"/><Relationship Id="rId55" Type="http://schemas.openxmlformats.org/officeDocument/2006/relationships/customXml" Target="../ink/ink45.xml"/><Relationship Id="rId76" Type="http://schemas.openxmlformats.org/officeDocument/2006/relationships/image" Target="../media/image56.png"/><Relationship Id="rId97" Type="http://schemas.openxmlformats.org/officeDocument/2006/relationships/customXml" Target="../ink/ink66.xml"/><Relationship Id="rId104" Type="http://schemas.openxmlformats.org/officeDocument/2006/relationships/image" Target="../media/image70.png"/><Relationship Id="rId120" Type="http://schemas.openxmlformats.org/officeDocument/2006/relationships/image" Target="../media/image78.png"/><Relationship Id="rId125" Type="http://schemas.openxmlformats.org/officeDocument/2006/relationships/customXml" Target="../ink/ink80.xml"/><Relationship Id="rId141" Type="http://schemas.openxmlformats.org/officeDocument/2006/relationships/customXml" Target="../ink/ink88.xml"/><Relationship Id="rId146" Type="http://schemas.openxmlformats.org/officeDocument/2006/relationships/image" Target="../media/image91.png"/><Relationship Id="rId167" Type="http://schemas.openxmlformats.org/officeDocument/2006/relationships/customXml" Target="../ink/ink101.xml"/><Relationship Id="rId188" Type="http://schemas.openxmlformats.org/officeDocument/2006/relationships/image" Target="../media/image112.png"/><Relationship Id="rId7" Type="http://schemas.openxmlformats.org/officeDocument/2006/relationships/customXml" Target="../ink/ink21.xml"/><Relationship Id="rId71" Type="http://schemas.openxmlformats.org/officeDocument/2006/relationships/customXml" Target="../ink/ink53.xml"/><Relationship Id="rId92" Type="http://schemas.openxmlformats.org/officeDocument/2006/relationships/image" Target="../media/image64.png"/><Relationship Id="rId162" Type="http://schemas.openxmlformats.org/officeDocument/2006/relationships/image" Target="../media/image99.png"/><Relationship Id="rId183" Type="http://schemas.openxmlformats.org/officeDocument/2006/relationships/customXml" Target="../ink/ink109.xml"/><Relationship Id="rId2" Type="http://schemas.openxmlformats.org/officeDocument/2006/relationships/customXml" Target="../ink/ink19.xml"/><Relationship Id="rId29" Type="http://schemas.openxmlformats.org/officeDocument/2006/relationships/customXml" Target="../ink/ink32.xml"/><Relationship Id="rId24" Type="http://schemas.openxmlformats.org/officeDocument/2006/relationships/image" Target="../media/image30.png"/><Relationship Id="rId40" Type="http://schemas.openxmlformats.org/officeDocument/2006/relationships/image" Target="../media/image38.png"/><Relationship Id="rId45" Type="http://schemas.openxmlformats.org/officeDocument/2006/relationships/customXml" Target="../ink/ink40.xml"/><Relationship Id="rId66" Type="http://schemas.openxmlformats.org/officeDocument/2006/relationships/image" Target="../media/image51.png"/><Relationship Id="rId87" Type="http://schemas.openxmlformats.org/officeDocument/2006/relationships/customXml" Target="../ink/ink61.xml"/><Relationship Id="rId110" Type="http://schemas.openxmlformats.org/officeDocument/2006/relationships/image" Target="../media/image73.png"/><Relationship Id="rId115" Type="http://schemas.openxmlformats.org/officeDocument/2006/relationships/customXml" Target="../ink/ink75.xml"/><Relationship Id="rId131" Type="http://schemas.openxmlformats.org/officeDocument/2006/relationships/customXml" Target="../ink/ink83.xml"/><Relationship Id="rId136" Type="http://schemas.openxmlformats.org/officeDocument/2006/relationships/image" Target="../media/image86.png"/><Relationship Id="rId157" Type="http://schemas.openxmlformats.org/officeDocument/2006/relationships/customXml" Target="../ink/ink96.xml"/><Relationship Id="rId178" Type="http://schemas.openxmlformats.org/officeDocument/2006/relationships/image" Target="../media/image107.png"/><Relationship Id="rId61" Type="http://schemas.openxmlformats.org/officeDocument/2006/relationships/customXml" Target="../ink/ink48.xml"/><Relationship Id="rId82" Type="http://schemas.openxmlformats.org/officeDocument/2006/relationships/image" Target="../media/image59.png"/><Relationship Id="rId152" Type="http://schemas.openxmlformats.org/officeDocument/2006/relationships/image" Target="../media/image94.png"/><Relationship Id="rId173" Type="http://schemas.openxmlformats.org/officeDocument/2006/relationships/customXml" Target="../ink/ink104.xml"/><Relationship Id="rId19" Type="http://schemas.openxmlformats.org/officeDocument/2006/relationships/customXml" Target="../ink/ink27.xml"/><Relationship Id="rId14" Type="http://schemas.openxmlformats.org/officeDocument/2006/relationships/image" Target="../media/image25.png"/><Relationship Id="rId30" Type="http://schemas.openxmlformats.org/officeDocument/2006/relationships/image" Target="../media/image33.png"/><Relationship Id="rId35" Type="http://schemas.openxmlformats.org/officeDocument/2006/relationships/customXml" Target="../ink/ink35.xml"/><Relationship Id="rId56" Type="http://schemas.openxmlformats.org/officeDocument/2006/relationships/image" Target="../media/image46.png"/><Relationship Id="rId77" Type="http://schemas.openxmlformats.org/officeDocument/2006/relationships/customXml" Target="../ink/ink56.xml"/><Relationship Id="rId100" Type="http://schemas.openxmlformats.org/officeDocument/2006/relationships/image" Target="../media/image68.png"/><Relationship Id="rId105" Type="http://schemas.openxmlformats.org/officeDocument/2006/relationships/customXml" Target="../ink/ink70.xml"/><Relationship Id="rId126" Type="http://schemas.openxmlformats.org/officeDocument/2006/relationships/image" Target="../media/image81.png"/><Relationship Id="rId147" Type="http://schemas.openxmlformats.org/officeDocument/2006/relationships/customXml" Target="../ink/ink91.xml"/><Relationship Id="rId168" Type="http://schemas.openxmlformats.org/officeDocument/2006/relationships/image" Target="../media/image102.png"/><Relationship Id="rId8" Type="http://schemas.openxmlformats.org/officeDocument/2006/relationships/image" Target="../media/image22.png"/><Relationship Id="rId51" Type="http://schemas.openxmlformats.org/officeDocument/2006/relationships/customXml" Target="../ink/ink43.xml"/><Relationship Id="rId72" Type="http://schemas.openxmlformats.org/officeDocument/2006/relationships/image" Target="../media/image54.png"/><Relationship Id="rId93" Type="http://schemas.openxmlformats.org/officeDocument/2006/relationships/customXml" Target="../ink/ink64.xml"/><Relationship Id="rId98" Type="http://schemas.openxmlformats.org/officeDocument/2006/relationships/image" Target="../media/image67.png"/><Relationship Id="rId121" Type="http://schemas.openxmlformats.org/officeDocument/2006/relationships/customXml" Target="../ink/ink78.xml"/><Relationship Id="rId142" Type="http://schemas.openxmlformats.org/officeDocument/2006/relationships/image" Target="../media/image89.png"/><Relationship Id="rId163" Type="http://schemas.openxmlformats.org/officeDocument/2006/relationships/customXml" Target="../ink/ink99.xml"/><Relationship Id="rId184" Type="http://schemas.openxmlformats.org/officeDocument/2006/relationships/image" Target="../media/image110.png"/><Relationship Id="rId189" Type="http://schemas.openxmlformats.org/officeDocument/2006/relationships/customXml" Target="../ink/ink112.xml"/><Relationship Id="rId3" Type="http://schemas.openxmlformats.org/officeDocument/2006/relationships/image" Target="../media/image19.png"/><Relationship Id="rId25" Type="http://schemas.openxmlformats.org/officeDocument/2006/relationships/customXml" Target="../ink/ink30.xml"/><Relationship Id="rId46" Type="http://schemas.openxmlformats.org/officeDocument/2006/relationships/image" Target="../media/image41.png"/><Relationship Id="rId67" Type="http://schemas.openxmlformats.org/officeDocument/2006/relationships/customXml" Target="../ink/ink51.xml"/><Relationship Id="rId116" Type="http://schemas.openxmlformats.org/officeDocument/2006/relationships/image" Target="../media/image76.png"/><Relationship Id="rId137" Type="http://schemas.openxmlformats.org/officeDocument/2006/relationships/customXml" Target="../ink/ink86.xml"/><Relationship Id="rId158" Type="http://schemas.openxmlformats.org/officeDocument/2006/relationships/image" Target="../media/image97.png"/><Relationship Id="rId20" Type="http://schemas.openxmlformats.org/officeDocument/2006/relationships/image" Target="../media/image28.png"/><Relationship Id="rId41" Type="http://schemas.openxmlformats.org/officeDocument/2006/relationships/customXml" Target="../ink/ink38.xml"/><Relationship Id="rId62" Type="http://schemas.openxmlformats.org/officeDocument/2006/relationships/image" Target="../media/image49.png"/><Relationship Id="rId83" Type="http://schemas.openxmlformats.org/officeDocument/2006/relationships/customXml" Target="../ink/ink59.xml"/><Relationship Id="rId88" Type="http://schemas.openxmlformats.org/officeDocument/2006/relationships/image" Target="../media/image62.png"/><Relationship Id="rId111" Type="http://schemas.openxmlformats.org/officeDocument/2006/relationships/customXml" Target="../ink/ink73.xml"/><Relationship Id="rId132" Type="http://schemas.openxmlformats.org/officeDocument/2006/relationships/image" Target="../media/image84.png"/><Relationship Id="rId153" Type="http://schemas.openxmlformats.org/officeDocument/2006/relationships/customXml" Target="../ink/ink94.xml"/><Relationship Id="rId174" Type="http://schemas.openxmlformats.org/officeDocument/2006/relationships/image" Target="../media/image105.png"/><Relationship Id="rId179" Type="http://schemas.openxmlformats.org/officeDocument/2006/relationships/customXml" Target="../ink/ink107.xml"/><Relationship Id="rId190" Type="http://schemas.openxmlformats.org/officeDocument/2006/relationships/image" Target="../media/image113.png"/><Relationship Id="rId15" Type="http://schemas.openxmlformats.org/officeDocument/2006/relationships/customXml" Target="../ink/ink25.xml"/><Relationship Id="rId36" Type="http://schemas.openxmlformats.org/officeDocument/2006/relationships/image" Target="../media/image36.png"/><Relationship Id="rId57" Type="http://schemas.openxmlformats.org/officeDocument/2006/relationships/customXml" Target="../ink/ink46.xml"/><Relationship Id="rId106" Type="http://schemas.openxmlformats.org/officeDocument/2006/relationships/image" Target="../media/image71.png"/><Relationship Id="rId127" Type="http://schemas.openxmlformats.org/officeDocument/2006/relationships/customXml" Target="../ink/ink81.xml"/><Relationship Id="rId10" Type="http://schemas.openxmlformats.org/officeDocument/2006/relationships/image" Target="../media/image23.png"/><Relationship Id="rId31" Type="http://schemas.openxmlformats.org/officeDocument/2006/relationships/customXml" Target="../ink/ink33.xml"/><Relationship Id="rId52" Type="http://schemas.openxmlformats.org/officeDocument/2006/relationships/image" Target="../media/image44.png"/><Relationship Id="rId73" Type="http://schemas.openxmlformats.org/officeDocument/2006/relationships/customXml" Target="../ink/ink54.xml"/><Relationship Id="rId78" Type="http://schemas.openxmlformats.org/officeDocument/2006/relationships/image" Target="../media/image57.png"/><Relationship Id="rId94" Type="http://schemas.openxmlformats.org/officeDocument/2006/relationships/image" Target="../media/image65.png"/><Relationship Id="rId99" Type="http://schemas.openxmlformats.org/officeDocument/2006/relationships/customXml" Target="../ink/ink67.xml"/><Relationship Id="rId101" Type="http://schemas.openxmlformats.org/officeDocument/2006/relationships/customXml" Target="../ink/ink68.xml"/><Relationship Id="rId122" Type="http://schemas.openxmlformats.org/officeDocument/2006/relationships/image" Target="../media/image79.png"/><Relationship Id="rId143" Type="http://schemas.openxmlformats.org/officeDocument/2006/relationships/customXml" Target="../ink/ink89.xml"/><Relationship Id="rId148" Type="http://schemas.openxmlformats.org/officeDocument/2006/relationships/image" Target="../media/image92.png"/><Relationship Id="rId164" Type="http://schemas.openxmlformats.org/officeDocument/2006/relationships/image" Target="../media/image100.png"/><Relationship Id="rId169" Type="http://schemas.openxmlformats.org/officeDocument/2006/relationships/customXml" Target="../ink/ink102.xml"/><Relationship Id="rId185" Type="http://schemas.openxmlformats.org/officeDocument/2006/relationships/customXml" Target="../ink/ink110.xml"/><Relationship Id="rId4" Type="http://schemas.openxmlformats.org/officeDocument/2006/relationships/image" Target="../media/image20.png"/><Relationship Id="rId9" Type="http://schemas.openxmlformats.org/officeDocument/2006/relationships/customXml" Target="../ink/ink22.xml"/><Relationship Id="rId180" Type="http://schemas.openxmlformats.org/officeDocument/2006/relationships/image" Target="../media/image108.png"/><Relationship Id="rId26" Type="http://schemas.openxmlformats.org/officeDocument/2006/relationships/image" Target="../media/image31.png"/><Relationship Id="rId47" Type="http://schemas.openxmlformats.org/officeDocument/2006/relationships/customXml" Target="../ink/ink41.xml"/><Relationship Id="rId68" Type="http://schemas.openxmlformats.org/officeDocument/2006/relationships/image" Target="../media/image52.png"/><Relationship Id="rId89" Type="http://schemas.openxmlformats.org/officeDocument/2006/relationships/customXml" Target="../ink/ink62.xml"/><Relationship Id="rId112" Type="http://schemas.openxmlformats.org/officeDocument/2006/relationships/image" Target="../media/image74.png"/><Relationship Id="rId133" Type="http://schemas.openxmlformats.org/officeDocument/2006/relationships/customXml" Target="../ink/ink84.xml"/><Relationship Id="rId154" Type="http://schemas.openxmlformats.org/officeDocument/2006/relationships/image" Target="../media/image95.png"/><Relationship Id="rId175" Type="http://schemas.openxmlformats.org/officeDocument/2006/relationships/customXml" Target="../ink/ink105.xml"/><Relationship Id="rId16" Type="http://schemas.openxmlformats.org/officeDocument/2006/relationships/image" Target="../media/image26.png"/><Relationship Id="rId37" Type="http://schemas.openxmlformats.org/officeDocument/2006/relationships/customXml" Target="../ink/ink36.xml"/><Relationship Id="rId58" Type="http://schemas.openxmlformats.org/officeDocument/2006/relationships/image" Target="../media/image47.png"/><Relationship Id="rId79" Type="http://schemas.openxmlformats.org/officeDocument/2006/relationships/customXml" Target="../ink/ink57.xml"/><Relationship Id="rId102" Type="http://schemas.openxmlformats.org/officeDocument/2006/relationships/image" Target="../media/image69.png"/><Relationship Id="rId123" Type="http://schemas.openxmlformats.org/officeDocument/2006/relationships/customXml" Target="../ink/ink79.xml"/><Relationship Id="rId144" Type="http://schemas.openxmlformats.org/officeDocument/2006/relationships/image" Target="../media/image90.png"/><Relationship Id="rId90" Type="http://schemas.openxmlformats.org/officeDocument/2006/relationships/image" Target="../media/image63.png"/><Relationship Id="rId165" Type="http://schemas.openxmlformats.org/officeDocument/2006/relationships/customXml" Target="../ink/ink100.xml"/><Relationship Id="rId186" Type="http://schemas.openxmlformats.org/officeDocument/2006/relationships/image" Target="../media/image111.png"/><Relationship Id="rId27" Type="http://schemas.openxmlformats.org/officeDocument/2006/relationships/customXml" Target="../ink/ink31.xml"/><Relationship Id="rId48" Type="http://schemas.openxmlformats.org/officeDocument/2006/relationships/image" Target="../media/image42.png"/><Relationship Id="rId69" Type="http://schemas.openxmlformats.org/officeDocument/2006/relationships/customXml" Target="../ink/ink52.xml"/><Relationship Id="rId113" Type="http://schemas.openxmlformats.org/officeDocument/2006/relationships/customXml" Target="../ink/ink74.xml"/><Relationship Id="rId134" Type="http://schemas.openxmlformats.org/officeDocument/2006/relationships/image" Target="../media/image85.png"/><Relationship Id="rId80" Type="http://schemas.openxmlformats.org/officeDocument/2006/relationships/image" Target="../media/image58.png"/><Relationship Id="rId155" Type="http://schemas.openxmlformats.org/officeDocument/2006/relationships/customXml" Target="../ink/ink95.xml"/><Relationship Id="rId176" Type="http://schemas.openxmlformats.org/officeDocument/2006/relationships/image" Target="../media/image106.png"/><Relationship Id="rId17" Type="http://schemas.openxmlformats.org/officeDocument/2006/relationships/customXml" Target="../ink/ink26.xml"/><Relationship Id="rId38" Type="http://schemas.openxmlformats.org/officeDocument/2006/relationships/image" Target="../media/image37.png"/><Relationship Id="rId59" Type="http://schemas.openxmlformats.org/officeDocument/2006/relationships/customXml" Target="../ink/ink47.xml"/><Relationship Id="rId103" Type="http://schemas.openxmlformats.org/officeDocument/2006/relationships/customXml" Target="../ink/ink69.xml"/><Relationship Id="rId124" Type="http://schemas.openxmlformats.org/officeDocument/2006/relationships/image" Target="../media/image80.png"/><Relationship Id="rId70" Type="http://schemas.openxmlformats.org/officeDocument/2006/relationships/image" Target="../media/image53.png"/><Relationship Id="rId91" Type="http://schemas.openxmlformats.org/officeDocument/2006/relationships/customXml" Target="../ink/ink63.xml"/><Relationship Id="rId145" Type="http://schemas.openxmlformats.org/officeDocument/2006/relationships/customXml" Target="../ink/ink90.xml"/><Relationship Id="rId166" Type="http://schemas.openxmlformats.org/officeDocument/2006/relationships/image" Target="../media/image101.png"/><Relationship Id="rId187" Type="http://schemas.openxmlformats.org/officeDocument/2006/relationships/customXml" Target="../ink/ink111.xml"/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32.png"/><Relationship Id="rId49" Type="http://schemas.openxmlformats.org/officeDocument/2006/relationships/customXml" Target="../ink/ink42.xml"/><Relationship Id="rId114" Type="http://schemas.openxmlformats.org/officeDocument/2006/relationships/image" Target="../media/image75.png"/><Relationship Id="rId60" Type="http://schemas.openxmlformats.org/officeDocument/2006/relationships/image" Target="../media/image48.png"/><Relationship Id="rId81" Type="http://schemas.openxmlformats.org/officeDocument/2006/relationships/customXml" Target="../ink/ink58.xml"/><Relationship Id="rId135" Type="http://schemas.openxmlformats.org/officeDocument/2006/relationships/customXml" Target="../ink/ink85.xml"/><Relationship Id="rId156" Type="http://schemas.openxmlformats.org/officeDocument/2006/relationships/image" Target="../media/image96.png"/><Relationship Id="rId177" Type="http://schemas.openxmlformats.org/officeDocument/2006/relationships/customXml" Target="../ink/ink106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9.png"/><Relationship Id="rId117" Type="http://schemas.openxmlformats.org/officeDocument/2006/relationships/customXml" Target="../ink/ink171.xml"/><Relationship Id="rId21" Type="http://schemas.openxmlformats.org/officeDocument/2006/relationships/customXml" Target="../ink/ink123.xml"/><Relationship Id="rId42" Type="http://schemas.openxmlformats.org/officeDocument/2006/relationships/image" Target="../media/image36.png"/><Relationship Id="rId47" Type="http://schemas.openxmlformats.org/officeDocument/2006/relationships/customXml" Target="../ink/ink136.xml"/><Relationship Id="rId63" Type="http://schemas.openxmlformats.org/officeDocument/2006/relationships/customXml" Target="../ink/ink144.xml"/><Relationship Id="rId68" Type="http://schemas.openxmlformats.org/officeDocument/2006/relationships/image" Target="../media/image47.png"/><Relationship Id="rId84" Type="http://schemas.openxmlformats.org/officeDocument/2006/relationships/image" Target="../media/image123.png"/><Relationship Id="rId89" Type="http://schemas.openxmlformats.org/officeDocument/2006/relationships/customXml" Target="../ink/ink157.xml"/><Relationship Id="rId112" Type="http://schemas.openxmlformats.org/officeDocument/2006/relationships/image" Target="../media/image137.png"/><Relationship Id="rId16" Type="http://schemas.openxmlformats.org/officeDocument/2006/relationships/image" Target="../media/image25.png"/><Relationship Id="rId107" Type="http://schemas.openxmlformats.org/officeDocument/2006/relationships/customXml" Target="../ink/ink166.xml"/><Relationship Id="rId11" Type="http://schemas.openxmlformats.org/officeDocument/2006/relationships/customXml" Target="../ink/ink118.xml"/><Relationship Id="rId32" Type="http://schemas.openxmlformats.org/officeDocument/2006/relationships/image" Target="../media/image31.png"/><Relationship Id="rId37" Type="http://schemas.openxmlformats.org/officeDocument/2006/relationships/customXml" Target="../ink/ink131.xml"/><Relationship Id="rId53" Type="http://schemas.openxmlformats.org/officeDocument/2006/relationships/customXml" Target="../ink/ink139.xml"/><Relationship Id="rId58" Type="http://schemas.openxmlformats.org/officeDocument/2006/relationships/image" Target="../media/image43.png"/><Relationship Id="rId74" Type="http://schemas.openxmlformats.org/officeDocument/2006/relationships/image" Target="../media/image50.png"/><Relationship Id="rId79" Type="http://schemas.openxmlformats.org/officeDocument/2006/relationships/customXml" Target="../ink/ink152.xml"/><Relationship Id="rId102" Type="http://schemas.openxmlformats.org/officeDocument/2006/relationships/image" Target="../media/image132.png"/><Relationship Id="rId5" Type="http://schemas.openxmlformats.org/officeDocument/2006/relationships/customXml" Target="../ink/ink115.xml"/><Relationship Id="rId90" Type="http://schemas.openxmlformats.org/officeDocument/2006/relationships/image" Target="../media/image126.png"/><Relationship Id="rId95" Type="http://schemas.openxmlformats.org/officeDocument/2006/relationships/customXml" Target="../ink/ink160.xml"/><Relationship Id="rId22" Type="http://schemas.openxmlformats.org/officeDocument/2006/relationships/image" Target="../media/image27.png"/><Relationship Id="rId27" Type="http://schemas.openxmlformats.org/officeDocument/2006/relationships/customXml" Target="../ink/ink126.xml"/><Relationship Id="rId43" Type="http://schemas.openxmlformats.org/officeDocument/2006/relationships/customXml" Target="../ink/ink134.xml"/><Relationship Id="rId48" Type="http://schemas.openxmlformats.org/officeDocument/2006/relationships/image" Target="../media/image38.png"/><Relationship Id="rId64" Type="http://schemas.openxmlformats.org/officeDocument/2006/relationships/image" Target="../media/image45.png"/><Relationship Id="rId69" Type="http://schemas.openxmlformats.org/officeDocument/2006/relationships/customXml" Target="../ink/ink147.xml"/><Relationship Id="rId113" Type="http://schemas.openxmlformats.org/officeDocument/2006/relationships/customXml" Target="../ink/ink169.xml"/><Relationship Id="rId118" Type="http://schemas.openxmlformats.org/officeDocument/2006/relationships/image" Target="../media/image140.png"/><Relationship Id="rId80" Type="http://schemas.openxmlformats.org/officeDocument/2006/relationships/image" Target="../media/image121.png"/><Relationship Id="rId85" Type="http://schemas.openxmlformats.org/officeDocument/2006/relationships/customXml" Target="../ink/ink155.xml"/><Relationship Id="rId12" Type="http://schemas.openxmlformats.org/officeDocument/2006/relationships/image" Target="../media/image23.png"/><Relationship Id="rId17" Type="http://schemas.openxmlformats.org/officeDocument/2006/relationships/customXml" Target="../ink/ink121.xml"/><Relationship Id="rId33" Type="http://schemas.openxmlformats.org/officeDocument/2006/relationships/customXml" Target="../ink/ink129.xml"/><Relationship Id="rId38" Type="http://schemas.openxmlformats.org/officeDocument/2006/relationships/image" Target="../media/image34.png"/><Relationship Id="rId59" Type="http://schemas.openxmlformats.org/officeDocument/2006/relationships/customXml" Target="../ink/ink142.xml"/><Relationship Id="rId103" Type="http://schemas.openxmlformats.org/officeDocument/2006/relationships/customXml" Target="../ink/ink164.xml"/><Relationship Id="rId108" Type="http://schemas.openxmlformats.org/officeDocument/2006/relationships/image" Target="../media/image135.png"/><Relationship Id="rId54" Type="http://schemas.openxmlformats.org/officeDocument/2006/relationships/image" Target="../media/image41.png"/><Relationship Id="rId70" Type="http://schemas.openxmlformats.org/officeDocument/2006/relationships/image" Target="../media/image48.png"/><Relationship Id="rId75" Type="http://schemas.openxmlformats.org/officeDocument/2006/relationships/customXml" Target="../ink/ink150.xml"/><Relationship Id="rId91" Type="http://schemas.openxmlformats.org/officeDocument/2006/relationships/customXml" Target="../ink/ink158.xml"/><Relationship Id="rId96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23" Type="http://schemas.openxmlformats.org/officeDocument/2006/relationships/customXml" Target="../ink/ink124.xml"/><Relationship Id="rId28" Type="http://schemas.openxmlformats.org/officeDocument/2006/relationships/image" Target="../media/image117.png"/><Relationship Id="rId49" Type="http://schemas.openxmlformats.org/officeDocument/2006/relationships/customXml" Target="../ink/ink137.xml"/><Relationship Id="rId114" Type="http://schemas.openxmlformats.org/officeDocument/2006/relationships/image" Target="../media/image138.png"/><Relationship Id="rId119" Type="http://schemas.openxmlformats.org/officeDocument/2006/relationships/customXml" Target="../ink/ink172.xml"/><Relationship Id="rId10" Type="http://schemas.openxmlformats.org/officeDocument/2006/relationships/image" Target="../media/image22.png"/><Relationship Id="rId31" Type="http://schemas.openxmlformats.org/officeDocument/2006/relationships/customXml" Target="../ink/ink128.xml"/><Relationship Id="rId44" Type="http://schemas.openxmlformats.org/officeDocument/2006/relationships/image" Target="../media/image118.png"/><Relationship Id="rId52" Type="http://schemas.openxmlformats.org/officeDocument/2006/relationships/image" Target="../media/image40.png"/><Relationship Id="rId60" Type="http://schemas.openxmlformats.org/officeDocument/2006/relationships/image" Target="../media/image119.png"/><Relationship Id="rId65" Type="http://schemas.openxmlformats.org/officeDocument/2006/relationships/customXml" Target="../ink/ink145.xml"/><Relationship Id="rId73" Type="http://schemas.openxmlformats.org/officeDocument/2006/relationships/customXml" Target="../ink/ink149.xml"/><Relationship Id="rId78" Type="http://schemas.openxmlformats.org/officeDocument/2006/relationships/image" Target="../media/image120.png"/><Relationship Id="rId81" Type="http://schemas.openxmlformats.org/officeDocument/2006/relationships/customXml" Target="../ink/ink153.xml"/><Relationship Id="rId86" Type="http://schemas.openxmlformats.org/officeDocument/2006/relationships/image" Target="../media/image124.png"/><Relationship Id="rId94" Type="http://schemas.openxmlformats.org/officeDocument/2006/relationships/image" Target="../media/image128.png"/><Relationship Id="rId99" Type="http://schemas.openxmlformats.org/officeDocument/2006/relationships/customXml" Target="../ink/ink162.xml"/><Relationship Id="rId101" Type="http://schemas.openxmlformats.org/officeDocument/2006/relationships/customXml" Target="../ink/ink163.xml"/><Relationship Id="rId4" Type="http://schemas.openxmlformats.org/officeDocument/2006/relationships/image" Target="../media/image20.png"/><Relationship Id="rId9" Type="http://schemas.openxmlformats.org/officeDocument/2006/relationships/customXml" Target="../ink/ink117.xml"/><Relationship Id="rId13" Type="http://schemas.openxmlformats.org/officeDocument/2006/relationships/customXml" Target="../ink/ink119.xml"/><Relationship Id="rId18" Type="http://schemas.openxmlformats.org/officeDocument/2006/relationships/image" Target="../media/image26.png"/><Relationship Id="rId39" Type="http://schemas.openxmlformats.org/officeDocument/2006/relationships/customXml" Target="../ink/ink132.xml"/><Relationship Id="rId109" Type="http://schemas.openxmlformats.org/officeDocument/2006/relationships/customXml" Target="../ink/ink167.xml"/><Relationship Id="rId34" Type="http://schemas.openxmlformats.org/officeDocument/2006/relationships/image" Target="../media/image32.png"/><Relationship Id="rId50" Type="http://schemas.openxmlformats.org/officeDocument/2006/relationships/image" Target="../media/image39.png"/><Relationship Id="rId55" Type="http://schemas.openxmlformats.org/officeDocument/2006/relationships/customXml" Target="../ink/ink140.xml"/><Relationship Id="rId76" Type="http://schemas.openxmlformats.org/officeDocument/2006/relationships/image" Target="../media/image51.png"/><Relationship Id="rId97" Type="http://schemas.openxmlformats.org/officeDocument/2006/relationships/customXml" Target="../ink/ink161.xml"/><Relationship Id="rId104" Type="http://schemas.openxmlformats.org/officeDocument/2006/relationships/image" Target="../media/image133.png"/><Relationship Id="rId120" Type="http://schemas.openxmlformats.org/officeDocument/2006/relationships/image" Target="../media/image141.png"/><Relationship Id="rId7" Type="http://schemas.openxmlformats.org/officeDocument/2006/relationships/customXml" Target="../ink/ink116.xml"/><Relationship Id="rId71" Type="http://schemas.openxmlformats.org/officeDocument/2006/relationships/customXml" Target="../ink/ink148.xml"/><Relationship Id="rId92" Type="http://schemas.openxmlformats.org/officeDocument/2006/relationships/image" Target="../media/image127.png"/><Relationship Id="rId2" Type="http://schemas.openxmlformats.org/officeDocument/2006/relationships/customXml" Target="../ink/ink114.xml"/><Relationship Id="rId29" Type="http://schemas.openxmlformats.org/officeDocument/2006/relationships/customXml" Target="../ink/ink127.xml"/><Relationship Id="rId24" Type="http://schemas.openxmlformats.org/officeDocument/2006/relationships/image" Target="../media/image28.png"/><Relationship Id="rId40" Type="http://schemas.openxmlformats.org/officeDocument/2006/relationships/image" Target="../media/image35.png"/><Relationship Id="rId45" Type="http://schemas.openxmlformats.org/officeDocument/2006/relationships/customXml" Target="../ink/ink135.xml"/><Relationship Id="rId66" Type="http://schemas.openxmlformats.org/officeDocument/2006/relationships/image" Target="../media/image46.png"/><Relationship Id="rId87" Type="http://schemas.openxmlformats.org/officeDocument/2006/relationships/customXml" Target="../ink/ink156.xml"/><Relationship Id="rId110" Type="http://schemas.openxmlformats.org/officeDocument/2006/relationships/image" Target="../media/image136.png"/><Relationship Id="rId115" Type="http://schemas.openxmlformats.org/officeDocument/2006/relationships/customXml" Target="../ink/ink170.xml"/><Relationship Id="rId61" Type="http://schemas.openxmlformats.org/officeDocument/2006/relationships/customXml" Target="../ink/ink143.xml"/><Relationship Id="rId82" Type="http://schemas.openxmlformats.org/officeDocument/2006/relationships/image" Target="../media/image122.png"/><Relationship Id="rId19" Type="http://schemas.openxmlformats.org/officeDocument/2006/relationships/customXml" Target="../ink/ink122.xml"/><Relationship Id="rId14" Type="http://schemas.openxmlformats.org/officeDocument/2006/relationships/image" Target="../media/image24.png"/><Relationship Id="rId30" Type="http://schemas.openxmlformats.org/officeDocument/2006/relationships/image" Target="../media/image30.png"/><Relationship Id="rId35" Type="http://schemas.openxmlformats.org/officeDocument/2006/relationships/customXml" Target="../ink/ink130.xml"/><Relationship Id="rId56" Type="http://schemas.openxmlformats.org/officeDocument/2006/relationships/image" Target="../media/image42.png"/><Relationship Id="rId77" Type="http://schemas.openxmlformats.org/officeDocument/2006/relationships/customXml" Target="../ink/ink151.xml"/><Relationship Id="rId100" Type="http://schemas.openxmlformats.org/officeDocument/2006/relationships/image" Target="../media/image131.png"/><Relationship Id="rId105" Type="http://schemas.openxmlformats.org/officeDocument/2006/relationships/customXml" Target="../ink/ink165.xml"/><Relationship Id="rId8" Type="http://schemas.openxmlformats.org/officeDocument/2006/relationships/image" Target="../media/image115.png"/><Relationship Id="rId51" Type="http://schemas.openxmlformats.org/officeDocument/2006/relationships/customXml" Target="../ink/ink138.xml"/><Relationship Id="rId72" Type="http://schemas.openxmlformats.org/officeDocument/2006/relationships/image" Target="../media/image49.png"/><Relationship Id="rId93" Type="http://schemas.openxmlformats.org/officeDocument/2006/relationships/customXml" Target="../ink/ink159.xml"/><Relationship Id="rId98" Type="http://schemas.openxmlformats.org/officeDocument/2006/relationships/image" Target="../media/image130.png"/><Relationship Id="rId3" Type="http://schemas.openxmlformats.org/officeDocument/2006/relationships/image" Target="../media/image19.png"/><Relationship Id="rId25" Type="http://schemas.openxmlformats.org/officeDocument/2006/relationships/customXml" Target="../ink/ink125.xml"/><Relationship Id="rId46" Type="http://schemas.openxmlformats.org/officeDocument/2006/relationships/image" Target="../media/image37.png"/><Relationship Id="rId67" Type="http://schemas.openxmlformats.org/officeDocument/2006/relationships/customXml" Target="../ink/ink146.xml"/><Relationship Id="rId116" Type="http://schemas.openxmlformats.org/officeDocument/2006/relationships/image" Target="../media/image139.png"/><Relationship Id="rId20" Type="http://schemas.openxmlformats.org/officeDocument/2006/relationships/image" Target="../media/image116.png"/><Relationship Id="rId41" Type="http://schemas.openxmlformats.org/officeDocument/2006/relationships/customXml" Target="../ink/ink133.xml"/><Relationship Id="rId62" Type="http://schemas.openxmlformats.org/officeDocument/2006/relationships/image" Target="../media/image44.png"/><Relationship Id="rId83" Type="http://schemas.openxmlformats.org/officeDocument/2006/relationships/customXml" Target="../ink/ink154.xml"/><Relationship Id="rId88" Type="http://schemas.openxmlformats.org/officeDocument/2006/relationships/image" Target="../media/image125.png"/><Relationship Id="rId111" Type="http://schemas.openxmlformats.org/officeDocument/2006/relationships/customXml" Target="../ink/ink168.xml"/><Relationship Id="rId15" Type="http://schemas.openxmlformats.org/officeDocument/2006/relationships/customXml" Target="../ink/ink120.xml"/><Relationship Id="rId36" Type="http://schemas.openxmlformats.org/officeDocument/2006/relationships/image" Target="../media/image33.png"/><Relationship Id="rId57" Type="http://schemas.openxmlformats.org/officeDocument/2006/relationships/customXml" Target="../ink/ink141.xml"/><Relationship Id="rId106" Type="http://schemas.openxmlformats.org/officeDocument/2006/relationships/image" Target="../media/image134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9.png"/><Relationship Id="rId21" Type="http://schemas.openxmlformats.org/officeDocument/2006/relationships/customXml" Target="../ink/ink182.xml"/><Relationship Id="rId42" Type="http://schemas.openxmlformats.org/officeDocument/2006/relationships/image" Target="../media/image36.png"/><Relationship Id="rId47" Type="http://schemas.openxmlformats.org/officeDocument/2006/relationships/customXml" Target="../ink/ink195.xml"/><Relationship Id="rId63" Type="http://schemas.openxmlformats.org/officeDocument/2006/relationships/customXml" Target="../ink/ink203.xml"/><Relationship Id="rId68" Type="http://schemas.openxmlformats.org/officeDocument/2006/relationships/image" Target="../media/image47.png"/><Relationship Id="rId84" Type="http://schemas.openxmlformats.org/officeDocument/2006/relationships/image" Target="../media/image145.png"/><Relationship Id="rId89" Type="http://schemas.openxmlformats.org/officeDocument/2006/relationships/customXml" Target="../ink/ink216.xml"/><Relationship Id="rId16" Type="http://schemas.openxmlformats.org/officeDocument/2006/relationships/image" Target="../media/image25.png"/><Relationship Id="rId11" Type="http://schemas.openxmlformats.org/officeDocument/2006/relationships/customXml" Target="../ink/ink177.xml"/><Relationship Id="rId32" Type="http://schemas.openxmlformats.org/officeDocument/2006/relationships/image" Target="../media/image31.png"/><Relationship Id="rId37" Type="http://schemas.openxmlformats.org/officeDocument/2006/relationships/customXml" Target="../ink/ink190.xml"/><Relationship Id="rId53" Type="http://schemas.openxmlformats.org/officeDocument/2006/relationships/customXml" Target="../ink/ink198.xml"/><Relationship Id="rId58" Type="http://schemas.openxmlformats.org/officeDocument/2006/relationships/image" Target="../media/image43.png"/><Relationship Id="rId74" Type="http://schemas.openxmlformats.org/officeDocument/2006/relationships/image" Target="../media/image50.png"/><Relationship Id="rId79" Type="http://schemas.openxmlformats.org/officeDocument/2006/relationships/customXml" Target="../ink/ink211.xml"/><Relationship Id="rId5" Type="http://schemas.openxmlformats.org/officeDocument/2006/relationships/customXml" Target="../ink/ink174.xml"/><Relationship Id="rId90" Type="http://schemas.openxmlformats.org/officeDocument/2006/relationships/image" Target="../media/image148.png"/><Relationship Id="rId14" Type="http://schemas.openxmlformats.org/officeDocument/2006/relationships/image" Target="../media/image24.png"/><Relationship Id="rId22" Type="http://schemas.openxmlformats.org/officeDocument/2006/relationships/image" Target="../media/image27.png"/><Relationship Id="rId27" Type="http://schemas.openxmlformats.org/officeDocument/2006/relationships/customXml" Target="../ink/ink185.xml"/><Relationship Id="rId30" Type="http://schemas.openxmlformats.org/officeDocument/2006/relationships/image" Target="../media/image30.png"/><Relationship Id="rId35" Type="http://schemas.openxmlformats.org/officeDocument/2006/relationships/customXml" Target="../ink/ink189.xml"/><Relationship Id="rId43" Type="http://schemas.openxmlformats.org/officeDocument/2006/relationships/customXml" Target="../ink/ink193.xml"/><Relationship Id="rId48" Type="http://schemas.openxmlformats.org/officeDocument/2006/relationships/image" Target="../media/image38.png"/><Relationship Id="rId56" Type="http://schemas.openxmlformats.org/officeDocument/2006/relationships/image" Target="../media/image42.png"/><Relationship Id="rId64" Type="http://schemas.openxmlformats.org/officeDocument/2006/relationships/image" Target="../media/image45.png"/><Relationship Id="rId69" Type="http://schemas.openxmlformats.org/officeDocument/2006/relationships/customXml" Target="../ink/ink206.xml"/><Relationship Id="rId77" Type="http://schemas.openxmlformats.org/officeDocument/2006/relationships/customXml" Target="../ink/ink210.xml"/><Relationship Id="rId8" Type="http://schemas.openxmlformats.org/officeDocument/2006/relationships/image" Target="../media/image115.png"/><Relationship Id="rId51" Type="http://schemas.openxmlformats.org/officeDocument/2006/relationships/customXml" Target="../ink/ink197.xml"/><Relationship Id="rId72" Type="http://schemas.openxmlformats.org/officeDocument/2006/relationships/image" Target="../media/image49.png"/><Relationship Id="rId80" Type="http://schemas.openxmlformats.org/officeDocument/2006/relationships/image" Target="../media/image143.png"/><Relationship Id="rId85" Type="http://schemas.openxmlformats.org/officeDocument/2006/relationships/customXml" Target="../ink/ink214.xml"/><Relationship Id="rId3" Type="http://schemas.openxmlformats.org/officeDocument/2006/relationships/image" Target="../media/image19.png"/><Relationship Id="rId12" Type="http://schemas.openxmlformats.org/officeDocument/2006/relationships/image" Target="../media/image23.png"/><Relationship Id="rId17" Type="http://schemas.openxmlformats.org/officeDocument/2006/relationships/customXml" Target="../ink/ink180.xml"/><Relationship Id="rId25" Type="http://schemas.openxmlformats.org/officeDocument/2006/relationships/customXml" Target="../ink/ink184.xml"/><Relationship Id="rId33" Type="http://schemas.openxmlformats.org/officeDocument/2006/relationships/customXml" Target="../ink/ink188.xml"/><Relationship Id="rId38" Type="http://schemas.openxmlformats.org/officeDocument/2006/relationships/image" Target="../media/image34.png"/><Relationship Id="rId46" Type="http://schemas.openxmlformats.org/officeDocument/2006/relationships/image" Target="../media/image37.png"/><Relationship Id="rId59" Type="http://schemas.openxmlformats.org/officeDocument/2006/relationships/customXml" Target="../ink/ink201.xml"/><Relationship Id="rId67" Type="http://schemas.openxmlformats.org/officeDocument/2006/relationships/customXml" Target="../ink/ink205.xml"/><Relationship Id="rId20" Type="http://schemas.openxmlformats.org/officeDocument/2006/relationships/image" Target="../media/image116.png"/><Relationship Id="rId41" Type="http://schemas.openxmlformats.org/officeDocument/2006/relationships/customXml" Target="../ink/ink192.xml"/><Relationship Id="rId54" Type="http://schemas.openxmlformats.org/officeDocument/2006/relationships/image" Target="../media/image41.png"/><Relationship Id="rId62" Type="http://schemas.openxmlformats.org/officeDocument/2006/relationships/image" Target="../media/image44.png"/><Relationship Id="rId70" Type="http://schemas.openxmlformats.org/officeDocument/2006/relationships/image" Target="../media/image48.png"/><Relationship Id="rId75" Type="http://schemas.openxmlformats.org/officeDocument/2006/relationships/customXml" Target="../ink/ink209.xml"/><Relationship Id="rId83" Type="http://schemas.openxmlformats.org/officeDocument/2006/relationships/customXml" Target="../ink/ink213.xml"/><Relationship Id="rId88" Type="http://schemas.openxmlformats.org/officeDocument/2006/relationships/image" Target="../media/image147.png"/><Relationship Id="rId91" Type="http://schemas.openxmlformats.org/officeDocument/2006/relationships/customXml" Target="../ink/ink2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5" Type="http://schemas.openxmlformats.org/officeDocument/2006/relationships/customXml" Target="../ink/ink179.xml"/><Relationship Id="rId23" Type="http://schemas.openxmlformats.org/officeDocument/2006/relationships/customXml" Target="../ink/ink183.xml"/><Relationship Id="rId28" Type="http://schemas.openxmlformats.org/officeDocument/2006/relationships/image" Target="../media/image117.png"/><Relationship Id="rId36" Type="http://schemas.openxmlformats.org/officeDocument/2006/relationships/image" Target="../media/image33.png"/><Relationship Id="rId49" Type="http://schemas.openxmlformats.org/officeDocument/2006/relationships/customXml" Target="../ink/ink196.xml"/><Relationship Id="rId57" Type="http://schemas.openxmlformats.org/officeDocument/2006/relationships/customXml" Target="../ink/ink200.xml"/><Relationship Id="rId10" Type="http://schemas.openxmlformats.org/officeDocument/2006/relationships/image" Target="../media/image22.png"/><Relationship Id="rId31" Type="http://schemas.openxmlformats.org/officeDocument/2006/relationships/customXml" Target="../ink/ink187.xml"/><Relationship Id="rId44" Type="http://schemas.openxmlformats.org/officeDocument/2006/relationships/image" Target="../media/image118.png"/><Relationship Id="rId52" Type="http://schemas.openxmlformats.org/officeDocument/2006/relationships/image" Target="../media/image40.png"/><Relationship Id="rId60" Type="http://schemas.openxmlformats.org/officeDocument/2006/relationships/image" Target="../media/image119.png"/><Relationship Id="rId65" Type="http://schemas.openxmlformats.org/officeDocument/2006/relationships/customXml" Target="../ink/ink204.xml"/><Relationship Id="rId73" Type="http://schemas.openxmlformats.org/officeDocument/2006/relationships/customXml" Target="../ink/ink208.xml"/><Relationship Id="rId78" Type="http://schemas.openxmlformats.org/officeDocument/2006/relationships/image" Target="../media/image142.png"/><Relationship Id="rId81" Type="http://schemas.openxmlformats.org/officeDocument/2006/relationships/customXml" Target="../ink/ink212.xml"/><Relationship Id="rId86" Type="http://schemas.openxmlformats.org/officeDocument/2006/relationships/image" Target="../media/image146.png"/><Relationship Id="rId4" Type="http://schemas.openxmlformats.org/officeDocument/2006/relationships/image" Target="../media/image20.png"/><Relationship Id="rId9" Type="http://schemas.openxmlformats.org/officeDocument/2006/relationships/customXml" Target="../ink/ink176.xml"/><Relationship Id="rId13" Type="http://schemas.openxmlformats.org/officeDocument/2006/relationships/customXml" Target="../ink/ink178.xml"/><Relationship Id="rId18" Type="http://schemas.openxmlformats.org/officeDocument/2006/relationships/image" Target="../media/image26.png"/><Relationship Id="rId39" Type="http://schemas.openxmlformats.org/officeDocument/2006/relationships/customXml" Target="../ink/ink191.xml"/><Relationship Id="rId34" Type="http://schemas.openxmlformats.org/officeDocument/2006/relationships/image" Target="../media/image32.png"/><Relationship Id="rId50" Type="http://schemas.openxmlformats.org/officeDocument/2006/relationships/image" Target="../media/image39.png"/><Relationship Id="rId55" Type="http://schemas.openxmlformats.org/officeDocument/2006/relationships/customXml" Target="../ink/ink199.xml"/><Relationship Id="rId76" Type="http://schemas.openxmlformats.org/officeDocument/2006/relationships/image" Target="../media/image51.png"/><Relationship Id="rId7" Type="http://schemas.openxmlformats.org/officeDocument/2006/relationships/customXml" Target="../ink/ink175.xml"/><Relationship Id="rId71" Type="http://schemas.openxmlformats.org/officeDocument/2006/relationships/customXml" Target="../ink/ink207.xml"/><Relationship Id="rId92" Type="http://schemas.openxmlformats.org/officeDocument/2006/relationships/image" Target="../media/image149.png"/><Relationship Id="rId2" Type="http://schemas.openxmlformats.org/officeDocument/2006/relationships/customXml" Target="../ink/ink173.xml"/><Relationship Id="rId29" Type="http://schemas.openxmlformats.org/officeDocument/2006/relationships/customXml" Target="../ink/ink186.xml"/><Relationship Id="rId24" Type="http://schemas.openxmlformats.org/officeDocument/2006/relationships/image" Target="../media/image28.png"/><Relationship Id="rId40" Type="http://schemas.openxmlformats.org/officeDocument/2006/relationships/image" Target="../media/image35.png"/><Relationship Id="rId45" Type="http://schemas.openxmlformats.org/officeDocument/2006/relationships/customXml" Target="../ink/ink194.xml"/><Relationship Id="rId66" Type="http://schemas.openxmlformats.org/officeDocument/2006/relationships/image" Target="../media/image46.png"/><Relationship Id="rId87" Type="http://schemas.openxmlformats.org/officeDocument/2006/relationships/customXml" Target="../ink/ink215.xml"/><Relationship Id="rId61" Type="http://schemas.openxmlformats.org/officeDocument/2006/relationships/customXml" Target="../ink/ink202.xml"/><Relationship Id="rId82" Type="http://schemas.openxmlformats.org/officeDocument/2006/relationships/image" Target="../media/image144.png"/><Relationship Id="rId19" Type="http://schemas.openxmlformats.org/officeDocument/2006/relationships/customXml" Target="../ink/ink181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9.png"/><Relationship Id="rId117" Type="http://schemas.openxmlformats.org/officeDocument/2006/relationships/customXml" Target="../ink/ink275.xml"/><Relationship Id="rId21" Type="http://schemas.openxmlformats.org/officeDocument/2006/relationships/customXml" Target="../ink/ink227.xml"/><Relationship Id="rId42" Type="http://schemas.openxmlformats.org/officeDocument/2006/relationships/image" Target="../media/image36.png"/><Relationship Id="rId47" Type="http://schemas.openxmlformats.org/officeDocument/2006/relationships/customXml" Target="../ink/ink240.xml"/><Relationship Id="rId63" Type="http://schemas.openxmlformats.org/officeDocument/2006/relationships/customXml" Target="../ink/ink248.xml"/><Relationship Id="rId68" Type="http://schemas.openxmlformats.org/officeDocument/2006/relationships/image" Target="../media/image47.png"/><Relationship Id="rId84" Type="http://schemas.openxmlformats.org/officeDocument/2006/relationships/image" Target="../media/image153.png"/><Relationship Id="rId89" Type="http://schemas.openxmlformats.org/officeDocument/2006/relationships/customXml" Target="../ink/ink261.xml"/><Relationship Id="rId112" Type="http://schemas.openxmlformats.org/officeDocument/2006/relationships/image" Target="../media/image167.png"/><Relationship Id="rId16" Type="http://schemas.openxmlformats.org/officeDocument/2006/relationships/image" Target="../media/image25.png"/><Relationship Id="rId107" Type="http://schemas.openxmlformats.org/officeDocument/2006/relationships/customXml" Target="../ink/ink270.xml"/><Relationship Id="rId11" Type="http://schemas.openxmlformats.org/officeDocument/2006/relationships/customXml" Target="../ink/ink222.xml"/><Relationship Id="rId32" Type="http://schemas.openxmlformats.org/officeDocument/2006/relationships/image" Target="../media/image31.png"/><Relationship Id="rId37" Type="http://schemas.openxmlformats.org/officeDocument/2006/relationships/customXml" Target="../ink/ink235.xml"/><Relationship Id="rId53" Type="http://schemas.openxmlformats.org/officeDocument/2006/relationships/customXml" Target="../ink/ink243.xml"/><Relationship Id="rId58" Type="http://schemas.openxmlformats.org/officeDocument/2006/relationships/image" Target="../media/image43.png"/><Relationship Id="rId74" Type="http://schemas.openxmlformats.org/officeDocument/2006/relationships/image" Target="../media/image50.png"/><Relationship Id="rId79" Type="http://schemas.openxmlformats.org/officeDocument/2006/relationships/customXml" Target="../ink/ink256.xml"/><Relationship Id="rId102" Type="http://schemas.openxmlformats.org/officeDocument/2006/relationships/image" Target="../media/image162.png"/><Relationship Id="rId5" Type="http://schemas.openxmlformats.org/officeDocument/2006/relationships/customXml" Target="../ink/ink219.xml"/><Relationship Id="rId90" Type="http://schemas.openxmlformats.org/officeDocument/2006/relationships/image" Target="../media/image156.png"/><Relationship Id="rId95" Type="http://schemas.openxmlformats.org/officeDocument/2006/relationships/customXml" Target="../ink/ink264.xml"/><Relationship Id="rId22" Type="http://schemas.openxmlformats.org/officeDocument/2006/relationships/image" Target="../media/image27.png"/><Relationship Id="rId27" Type="http://schemas.openxmlformats.org/officeDocument/2006/relationships/customXml" Target="../ink/ink230.xml"/><Relationship Id="rId43" Type="http://schemas.openxmlformats.org/officeDocument/2006/relationships/customXml" Target="../ink/ink238.xml"/><Relationship Id="rId48" Type="http://schemas.openxmlformats.org/officeDocument/2006/relationships/image" Target="../media/image38.png"/><Relationship Id="rId64" Type="http://schemas.openxmlformats.org/officeDocument/2006/relationships/image" Target="../media/image45.png"/><Relationship Id="rId69" Type="http://schemas.openxmlformats.org/officeDocument/2006/relationships/customXml" Target="../ink/ink251.xml"/><Relationship Id="rId113" Type="http://schemas.openxmlformats.org/officeDocument/2006/relationships/customXml" Target="../ink/ink273.xml"/><Relationship Id="rId118" Type="http://schemas.openxmlformats.org/officeDocument/2006/relationships/image" Target="../media/image170.png"/><Relationship Id="rId80" Type="http://schemas.openxmlformats.org/officeDocument/2006/relationships/image" Target="../media/image151.png"/><Relationship Id="rId85" Type="http://schemas.openxmlformats.org/officeDocument/2006/relationships/customXml" Target="../ink/ink259.xml"/><Relationship Id="rId12" Type="http://schemas.openxmlformats.org/officeDocument/2006/relationships/image" Target="../media/image23.png"/><Relationship Id="rId17" Type="http://schemas.openxmlformats.org/officeDocument/2006/relationships/customXml" Target="../ink/ink225.xml"/><Relationship Id="rId33" Type="http://schemas.openxmlformats.org/officeDocument/2006/relationships/customXml" Target="../ink/ink233.xml"/><Relationship Id="rId38" Type="http://schemas.openxmlformats.org/officeDocument/2006/relationships/image" Target="../media/image34.png"/><Relationship Id="rId59" Type="http://schemas.openxmlformats.org/officeDocument/2006/relationships/customXml" Target="../ink/ink246.xml"/><Relationship Id="rId103" Type="http://schemas.openxmlformats.org/officeDocument/2006/relationships/customXml" Target="../ink/ink268.xml"/><Relationship Id="rId108" Type="http://schemas.openxmlformats.org/officeDocument/2006/relationships/image" Target="../media/image165.png"/><Relationship Id="rId54" Type="http://schemas.openxmlformats.org/officeDocument/2006/relationships/image" Target="../media/image41.png"/><Relationship Id="rId70" Type="http://schemas.openxmlformats.org/officeDocument/2006/relationships/image" Target="../media/image48.png"/><Relationship Id="rId75" Type="http://schemas.openxmlformats.org/officeDocument/2006/relationships/customXml" Target="../ink/ink254.xml"/><Relationship Id="rId91" Type="http://schemas.openxmlformats.org/officeDocument/2006/relationships/customXml" Target="../ink/ink262.xml"/><Relationship Id="rId96" Type="http://schemas.openxmlformats.org/officeDocument/2006/relationships/image" Target="../media/image1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23" Type="http://schemas.openxmlformats.org/officeDocument/2006/relationships/customXml" Target="../ink/ink228.xml"/><Relationship Id="rId28" Type="http://schemas.openxmlformats.org/officeDocument/2006/relationships/image" Target="../media/image117.png"/><Relationship Id="rId49" Type="http://schemas.openxmlformats.org/officeDocument/2006/relationships/customXml" Target="../ink/ink241.xml"/><Relationship Id="rId114" Type="http://schemas.openxmlformats.org/officeDocument/2006/relationships/image" Target="../media/image168.png"/><Relationship Id="rId119" Type="http://schemas.openxmlformats.org/officeDocument/2006/relationships/customXml" Target="../ink/ink276.xml"/><Relationship Id="rId10" Type="http://schemas.openxmlformats.org/officeDocument/2006/relationships/image" Target="../media/image22.png"/><Relationship Id="rId31" Type="http://schemas.openxmlformats.org/officeDocument/2006/relationships/customXml" Target="../ink/ink232.xml"/><Relationship Id="rId44" Type="http://schemas.openxmlformats.org/officeDocument/2006/relationships/image" Target="../media/image118.png"/><Relationship Id="rId52" Type="http://schemas.openxmlformats.org/officeDocument/2006/relationships/image" Target="../media/image40.png"/><Relationship Id="rId60" Type="http://schemas.openxmlformats.org/officeDocument/2006/relationships/image" Target="../media/image119.png"/><Relationship Id="rId65" Type="http://schemas.openxmlformats.org/officeDocument/2006/relationships/customXml" Target="../ink/ink249.xml"/><Relationship Id="rId73" Type="http://schemas.openxmlformats.org/officeDocument/2006/relationships/customXml" Target="../ink/ink253.xml"/><Relationship Id="rId78" Type="http://schemas.openxmlformats.org/officeDocument/2006/relationships/image" Target="../media/image150.png"/><Relationship Id="rId81" Type="http://schemas.openxmlformats.org/officeDocument/2006/relationships/customXml" Target="../ink/ink257.xml"/><Relationship Id="rId86" Type="http://schemas.openxmlformats.org/officeDocument/2006/relationships/image" Target="../media/image154.png"/><Relationship Id="rId94" Type="http://schemas.openxmlformats.org/officeDocument/2006/relationships/image" Target="../media/image158.png"/><Relationship Id="rId99" Type="http://schemas.openxmlformats.org/officeDocument/2006/relationships/customXml" Target="../ink/ink266.xml"/><Relationship Id="rId101" Type="http://schemas.openxmlformats.org/officeDocument/2006/relationships/customXml" Target="../ink/ink267.xml"/><Relationship Id="rId4" Type="http://schemas.openxmlformats.org/officeDocument/2006/relationships/image" Target="../media/image20.png"/><Relationship Id="rId9" Type="http://schemas.openxmlformats.org/officeDocument/2006/relationships/customXml" Target="../ink/ink221.xml"/><Relationship Id="rId13" Type="http://schemas.openxmlformats.org/officeDocument/2006/relationships/customXml" Target="../ink/ink223.xml"/><Relationship Id="rId18" Type="http://schemas.openxmlformats.org/officeDocument/2006/relationships/image" Target="../media/image26.png"/><Relationship Id="rId39" Type="http://schemas.openxmlformats.org/officeDocument/2006/relationships/customXml" Target="../ink/ink236.xml"/><Relationship Id="rId109" Type="http://schemas.openxmlformats.org/officeDocument/2006/relationships/customXml" Target="../ink/ink271.xml"/><Relationship Id="rId34" Type="http://schemas.openxmlformats.org/officeDocument/2006/relationships/image" Target="../media/image32.png"/><Relationship Id="rId50" Type="http://schemas.openxmlformats.org/officeDocument/2006/relationships/image" Target="../media/image39.png"/><Relationship Id="rId55" Type="http://schemas.openxmlformats.org/officeDocument/2006/relationships/customXml" Target="../ink/ink244.xml"/><Relationship Id="rId76" Type="http://schemas.openxmlformats.org/officeDocument/2006/relationships/image" Target="../media/image51.png"/><Relationship Id="rId97" Type="http://schemas.openxmlformats.org/officeDocument/2006/relationships/customXml" Target="../ink/ink265.xml"/><Relationship Id="rId104" Type="http://schemas.openxmlformats.org/officeDocument/2006/relationships/image" Target="../media/image163.png"/><Relationship Id="rId120" Type="http://schemas.openxmlformats.org/officeDocument/2006/relationships/image" Target="../media/image171.png"/><Relationship Id="rId7" Type="http://schemas.openxmlformats.org/officeDocument/2006/relationships/customXml" Target="../ink/ink220.xml"/><Relationship Id="rId71" Type="http://schemas.openxmlformats.org/officeDocument/2006/relationships/customXml" Target="../ink/ink252.xml"/><Relationship Id="rId92" Type="http://schemas.openxmlformats.org/officeDocument/2006/relationships/image" Target="../media/image157.png"/><Relationship Id="rId2" Type="http://schemas.openxmlformats.org/officeDocument/2006/relationships/customXml" Target="../ink/ink218.xml"/><Relationship Id="rId29" Type="http://schemas.openxmlformats.org/officeDocument/2006/relationships/customXml" Target="../ink/ink231.xml"/><Relationship Id="rId24" Type="http://schemas.openxmlformats.org/officeDocument/2006/relationships/image" Target="../media/image28.png"/><Relationship Id="rId40" Type="http://schemas.openxmlformats.org/officeDocument/2006/relationships/image" Target="../media/image35.png"/><Relationship Id="rId45" Type="http://schemas.openxmlformats.org/officeDocument/2006/relationships/customXml" Target="../ink/ink239.xml"/><Relationship Id="rId66" Type="http://schemas.openxmlformats.org/officeDocument/2006/relationships/image" Target="../media/image46.png"/><Relationship Id="rId87" Type="http://schemas.openxmlformats.org/officeDocument/2006/relationships/customXml" Target="../ink/ink260.xml"/><Relationship Id="rId110" Type="http://schemas.openxmlformats.org/officeDocument/2006/relationships/image" Target="../media/image166.png"/><Relationship Id="rId115" Type="http://schemas.openxmlformats.org/officeDocument/2006/relationships/customXml" Target="../ink/ink274.xml"/><Relationship Id="rId61" Type="http://schemas.openxmlformats.org/officeDocument/2006/relationships/customXml" Target="../ink/ink247.xml"/><Relationship Id="rId82" Type="http://schemas.openxmlformats.org/officeDocument/2006/relationships/image" Target="../media/image152.png"/><Relationship Id="rId19" Type="http://schemas.openxmlformats.org/officeDocument/2006/relationships/customXml" Target="../ink/ink226.xml"/><Relationship Id="rId14" Type="http://schemas.openxmlformats.org/officeDocument/2006/relationships/image" Target="../media/image24.png"/><Relationship Id="rId30" Type="http://schemas.openxmlformats.org/officeDocument/2006/relationships/image" Target="../media/image30.png"/><Relationship Id="rId35" Type="http://schemas.openxmlformats.org/officeDocument/2006/relationships/customXml" Target="../ink/ink234.xml"/><Relationship Id="rId56" Type="http://schemas.openxmlformats.org/officeDocument/2006/relationships/image" Target="../media/image42.png"/><Relationship Id="rId77" Type="http://schemas.openxmlformats.org/officeDocument/2006/relationships/customXml" Target="../ink/ink255.xml"/><Relationship Id="rId100" Type="http://schemas.openxmlformats.org/officeDocument/2006/relationships/image" Target="../media/image161.png"/><Relationship Id="rId105" Type="http://schemas.openxmlformats.org/officeDocument/2006/relationships/customXml" Target="../ink/ink269.xml"/><Relationship Id="rId8" Type="http://schemas.openxmlformats.org/officeDocument/2006/relationships/image" Target="../media/image115.png"/><Relationship Id="rId51" Type="http://schemas.openxmlformats.org/officeDocument/2006/relationships/customXml" Target="../ink/ink242.xml"/><Relationship Id="rId72" Type="http://schemas.openxmlformats.org/officeDocument/2006/relationships/image" Target="../media/image49.png"/><Relationship Id="rId93" Type="http://schemas.openxmlformats.org/officeDocument/2006/relationships/customXml" Target="../ink/ink263.xml"/><Relationship Id="rId98" Type="http://schemas.openxmlformats.org/officeDocument/2006/relationships/image" Target="../media/image160.png"/><Relationship Id="rId3" Type="http://schemas.openxmlformats.org/officeDocument/2006/relationships/image" Target="../media/image19.png"/><Relationship Id="rId25" Type="http://schemas.openxmlformats.org/officeDocument/2006/relationships/customXml" Target="../ink/ink229.xml"/><Relationship Id="rId46" Type="http://schemas.openxmlformats.org/officeDocument/2006/relationships/image" Target="../media/image37.png"/><Relationship Id="rId67" Type="http://schemas.openxmlformats.org/officeDocument/2006/relationships/customXml" Target="../ink/ink250.xml"/><Relationship Id="rId116" Type="http://schemas.openxmlformats.org/officeDocument/2006/relationships/image" Target="../media/image169.png"/><Relationship Id="rId20" Type="http://schemas.openxmlformats.org/officeDocument/2006/relationships/image" Target="../media/image116.png"/><Relationship Id="rId41" Type="http://schemas.openxmlformats.org/officeDocument/2006/relationships/customXml" Target="../ink/ink237.xml"/><Relationship Id="rId62" Type="http://schemas.openxmlformats.org/officeDocument/2006/relationships/image" Target="../media/image44.png"/><Relationship Id="rId83" Type="http://schemas.openxmlformats.org/officeDocument/2006/relationships/customXml" Target="../ink/ink258.xml"/><Relationship Id="rId88" Type="http://schemas.openxmlformats.org/officeDocument/2006/relationships/image" Target="../media/image155.png"/><Relationship Id="rId111" Type="http://schemas.openxmlformats.org/officeDocument/2006/relationships/customXml" Target="../ink/ink272.xml"/><Relationship Id="rId15" Type="http://schemas.openxmlformats.org/officeDocument/2006/relationships/customXml" Target="../ink/ink224.xml"/><Relationship Id="rId36" Type="http://schemas.openxmlformats.org/officeDocument/2006/relationships/image" Target="../media/image33.png"/><Relationship Id="rId57" Type="http://schemas.openxmlformats.org/officeDocument/2006/relationships/customXml" Target="../ink/ink245.xml"/><Relationship Id="rId106" Type="http://schemas.openxmlformats.org/officeDocument/2006/relationships/image" Target="../media/image164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7.png"/><Relationship Id="rId18" Type="http://schemas.openxmlformats.org/officeDocument/2006/relationships/customXml" Target="../ink/ink285.xml"/><Relationship Id="rId26" Type="http://schemas.openxmlformats.org/officeDocument/2006/relationships/customXml" Target="../ink/ink289.xml"/><Relationship Id="rId39" Type="http://schemas.openxmlformats.org/officeDocument/2006/relationships/image" Target="../media/image190.png"/><Relationship Id="rId21" Type="http://schemas.openxmlformats.org/officeDocument/2006/relationships/image" Target="../media/image181.png"/><Relationship Id="rId34" Type="http://schemas.openxmlformats.org/officeDocument/2006/relationships/customXml" Target="../ink/ink293.xml"/><Relationship Id="rId42" Type="http://schemas.openxmlformats.org/officeDocument/2006/relationships/customXml" Target="../ink/ink297.xml"/><Relationship Id="rId47" Type="http://schemas.openxmlformats.org/officeDocument/2006/relationships/image" Target="../media/image194.png"/><Relationship Id="rId7" Type="http://schemas.openxmlformats.org/officeDocument/2006/relationships/image" Target="../media/image174.png"/><Relationship Id="rId2" Type="http://schemas.openxmlformats.org/officeDocument/2006/relationships/customXml" Target="../ink/ink277.xml"/><Relationship Id="rId16" Type="http://schemas.openxmlformats.org/officeDocument/2006/relationships/customXml" Target="../ink/ink284.xml"/><Relationship Id="rId29" Type="http://schemas.openxmlformats.org/officeDocument/2006/relationships/image" Target="../media/image185.png"/><Relationship Id="rId11" Type="http://schemas.openxmlformats.org/officeDocument/2006/relationships/image" Target="../media/image176.png"/><Relationship Id="rId24" Type="http://schemas.openxmlformats.org/officeDocument/2006/relationships/customXml" Target="../ink/ink288.xml"/><Relationship Id="rId32" Type="http://schemas.openxmlformats.org/officeDocument/2006/relationships/customXml" Target="../ink/ink292.xml"/><Relationship Id="rId37" Type="http://schemas.openxmlformats.org/officeDocument/2006/relationships/image" Target="../media/image189.png"/><Relationship Id="rId40" Type="http://schemas.openxmlformats.org/officeDocument/2006/relationships/customXml" Target="../ink/ink296.xml"/><Relationship Id="rId45" Type="http://schemas.openxmlformats.org/officeDocument/2006/relationships/image" Target="../media/image193.png"/><Relationship Id="rId5" Type="http://schemas.openxmlformats.org/officeDocument/2006/relationships/image" Target="../media/image173.png"/><Relationship Id="rId15" Type="http://schemas.openxmlformats.org/officeDocument/2006/relationships/image" Target="../media/image178.png"/><Relationship Id="rId23" Type="http://schemas.openxmlformats.org/officeDocument/2006/relationships/image" Target="../media/image182.png"/><Relationship Id="rId28" Type="http://schemas.openxmlformats.org/officeDocument/2006/relationships/customXml" Target="../ink/ink290.xml"/><Relationship Id="rId36" Type="http://schemas.openxmlformats.org/officeDocument/2006/relationships/customXml" Target="../ink/ink294.xml"/><Relationship Id="rId49" Type="http://schemas.openxmlformats.org/officeDocument/2006/relationships/image" Target="../media/image195.png"/><Relationship Id="rId10" Type="http://schemas.openxmlformats.org/officeDocument/2006/relationships/customXml" Target="../ink/ink281.xml"/><Relationship Id="rId19" Type="http://schemas.openxmlformats.org/officeDocument/2006/relationships/image" Target="../media/image180.png"/><Relationship Id="rId31" Type="http://schemas.openxmlformats.org/officeDocument/2006/relationships/image" Target="../media/image186.png"/><Relationship Id="rId44" Type="http://schemas.openxmlformats.org/officeDocument/2006/relationships/customXml" Target="../ink/ink298.xml"/><Relationship Id="rId4" Type="http://schemas.openxmlformats.org/officeDocument/2006/relationships/customXml" Target="../ink/ink278.xml"/><Relationship Id="rId9" Type="http://schemas.openxmlformats.org/officeDocument/2006/relationships/image" Target="../media/image175.png"/><Relationship Id="rId14" Type="http://schemas.openxmlformats.org/officeDocument/2006/relationships/customXml" Target="../ink/ink283.xml"/><Relationship Id="rId22" Type="http://schemas.openxmlformats.org/officeDocument/2006/relationships/customXml" Target="../ink/ink287.xml"/><Relationship Id="rId27" Type="http://schemas.openxmlformats.org/officeDocument/2006/relationships/image" Target="../media/image184.png"/><Relationship Id="rId30" Type="http://schemas.openxmlformats.org/officeDocument/2006/relationships/customXml" Target="../ink/ink291.xml"/><Relationship Id="rId35" Type="http://schemas.openxmlformats.org/officeDocument/2006/relationships/image" Target="../media/image188.png"/><Relationship Id="rId43" Type="http://schemas.openxmlformats.org/officeDocument/2006/relationships/image" Target="../media/image192.png"/><Relationship Id="rId48" Type="http://schemas.openxmlformats.org/officeDocument/2006/relationships/customXml" Target="../ink/ink300.xml"/><Relationship Id="rId8" Type="http://schemas.openxmlformats.org/officeDocument/2006/relationships/customXml" Target="../ink/ink280.xml"/><Relationship Id="rId3" Type="http://schemas.openxmlformats.org/officeDocument/2006/relationships/image" Target="../media/image172.png"/><Relationship Id="rId12" Type="http://schemas.openxmlformats.org/officeDocument/2006/relationships/customXml" Target="../ink/ink282.xml"/><Relationship Id="rId17" Type="http://schemas.openxmlformats.org/officeDocument/2006/relationships/image" Target="../media/image179.png"/><Relationship Id="rId25" Type="http://schemas.openxmlformats.org/officeDocument/2006/relationships/image" Target="../media/image183.png"/><Relationship Id="rId33" Type="http://schemas.openxmlformats.org/officeDocument/2006/relationships/image" Target="../media/image187.png"/><Relationship Id="rId38" Type="http://schemas.openxmlformats.org/officeDocument/2006/relationships/customXml" Target="../ink/ink295.xml"/><Relationship Id="rId46" Type="http://schemas.openxmlformats.org/officeDocument/2006/relationships/customXml" Target="../ink/ink299.xml"/><Relationship Id="rId20" Type="http://schemas.openxmlformats.org/officeDocument/2006/relationships/customXml" Target="../ink/ink286.xml"/><Relationship Id="rId41" Type="http://schemas.openxmlformats.org/officeDocument/2006/relationships/image" Target="../media/image19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79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58.xml"/><Relationship Id="rId21" Type="http://schemas.openxmlformats.org/officeDocument/2006/relationships/customXml" Target="../ink/ink310.xml"/><Relationship Id="rId42" Type="http://schemas.openxmlformats.org/officeDocument/2006/relationships/image" Target="../media/image36.png"/><Relationship Id="rId63" Type="http://schemas.openxmlformats.org/officeDocument/2006/relationships/customXml" Target="../ink/ink331.xml"/><Relationship Id="rId84" Type="http://schemas.openxmlformats.org/officeDocument/2006/relationships/image" Target="../media/image199.png"/><Relationship Id="rId138" Type="http://schemas.openxmlformats.org/officeDocument/2006/relationships/image" Target="../media/image225.png"/><Relationship Id="rId159" Type="http://schemas.openxmlformats.org/officeDocument/2006/relationships/image" Target="../media/image235.png"/><Relationship Id="rId170" Type="http://schemas.openxmlformats.org/officeDocument/2006/relationships/customXml" Target="../ink/ink386.xml"/><Relationship Id="rId107" Type="http://schemas.openxmlformats.org/officeDocument/2006/relationships/customXml" Target="../ink/ink353.xml"/><Relationship Id="rId11" Type="http://schemas.openxmlformats.org/officeDocument/2006/relationships/customXml" Target="../ink/ink305.xml"/><Relationship Id="rId32" Type="http://schemas.openxmlformats.org/officeDocument/2006/relationships/image" Target="../media/image31.png"/><Relationship Id="rId53" Type="http://schemas.openxmlformats.org/officeDocument/2006/relationships/customXml" Target="../ink/ink326.xml"/><Relationship Id="rId74" Type="http://schemas.openxmlformats.org/officeDocument/2006/relationships/image" Target="../media/image50.png"/><Relationship Id="rId128" Type="http://schemas.openxmlformats.org/officeDocument/2006/relationships/image" Target="../media/image221.png"/><Relationship Id="rId149" Type="http://schemas.openxmlformats.org/officeDocument/2006/relationships/image" Target="../media/image230.png"/><Relationship Id="rId5" Type="http://schemas.openxmlformats.org/officeDocument/2006/relationships/customXml" Target="../ink/ink302.xml"/><Relationship Id="rId95" Type="http://schemas.openxmlformats.org/officeDocument/2006/relationships/customXml" Target="../ink/ink347.xml"/><Relationship Id="rId160" Type="http://schemas.openxmlformats.org/officeDocument/2006/relationships/customXml" Target="../ink/ink381.xml"/><Relationship Id="rId181" Type="http://schemas.openxmlformats.org/officeDocument/2006/relationships/image" Target="../media/image246.png"/><Relationship Id="rId22" Type="http://schemas.openxmlformats.org/officeDocument/2006/relationships/image" Target="../media/image27.png"/><Relationship Id="rId43" Type="http://schemas.openxmlformats.org/officeDocument/2006/relationships/customXml" Target="../ink/ink321.xml"/><Relationship Id="rId64" Type="http://schemas.openxmlformats.org/officeDocument/2006/relationships/image" Target="../media/image45.png"/><Relationship Id="rId118" Type="http://schemas.openxmlformats.org/officeDocument/2006/relationships/image" Target="../media/image216.png"/><Relationship Id="rId139" Type="http://schemas.openxmlformats.org/officeDocument/2006/relationships/customXml" Target="../ink/ink370.xml"/><Relationship Id="rId85" Type="http://schemas.openxmlformats.org/officeDocument/2006/relationships/customXml" Target="../ink/ink342.xml"/><Relationship Id="rId150" Type="http://schemas.openxmlformats.org/officeDocument/2006/relationships/customXml" Target="../ink/ink376.xml"/><Relationship Id="rId171" Type="http://schemas.openxmlformats.org/officeDocument/2006/relationships/image" Target="../media/image241.png"/><Relationship Id="rId12" Type="http://schemas.openxmlformats.org/officeDocument/2006/relationships/image" Target="../media/image23.png"/><Relationship Id="rId33" Type="http://schemas.openxmlformats.org/officeDocument/2006/relationships/customXml" Target="../ink/ink316.xml"/><Relationship Id="rId108" Type="http://schemas.openxmlformats.org/officeDocument/2006/relationships/image" Target="../media/image211.png"/><Relationship Id="rId129" Type="http://schemas.openxmlformats.org/officeDocument/2006/relationships/customXml" Target="../ink/ink364.xml"/><Relationship Id="rId54" Type="http://schemas.openxmlformats.org/officeDocument/2006/relationships/image" Target="../media/image41.png"/><Relationship Id="rId75" Type="http://schemas.openxmlformats.org/officeDocument/2006/relationships/customXml" Target="../ink/ink337.xml"/><Relationship Id="rId96" Type="http://schemas.openxmlformats.org/officeDocument/2006/relationships/image" Target="../media/image205.png"/><Relationship Id="rId140" Type="http://schemas.openxmlformats.org/officeDocument/2006/relationships/image" Target="../media/image226.png"/><Relationship Id="rId161" Type="http://schemas.openxmlformats.org/officeDocument/2006/relationships/image" Target="../media/image236.png"/><Relationship Id="rId6" Type="http://schemas.openxmlformats.org/officeDocument/2006/relationships/image" Target="../media/image21.png"/><Relationship Id="rId23" Type="http://schemas.openxmlformats.org/officeDocument/2006/relationships/customXml" Target="../ink/ink311.xml"/><Relationship Id="rId119" Type="http://schemas.openxmlformats.org/officeDocument/2006/relationships/customXml" Target="../ink/ink359.xml"/><Relationship Id="rId44" Type="http://schemas.openxmlformats.org/officeDocument/2006/relationships/image" Target="../media/image118.png"/><Relationship Id="rId60" Type="http://schemas.openxmlformats.org/officeDocument/2006/relationships/image" Target="../media/image119.png"/><Relationship Id="rId65" Type="http://schemas.openxmlformats.org/officeDocument/2006/relationships/customXml" Target="../ink/ink332.xml"/><Relationship Id="rId81" Type="http://schemas.openxmlformats.org/officeDocument/2006/relationships/customXml" Target="../ink/ink340.xml"/><Relationship Id="rId86" Type="http://schemas.openxmlformats.org/officeDocument/2006/relationships/image" Target="../media/image200.png"/><Relationship Id="rId130" Type="http://schemas.openxmlformats.org/officeDocument/2006/relationships/customXml" Target="../ink/ink365.xml"/><Relationship Id="rId135" Type="http://schemas.openxmlformats.org/officeDocument/2006/relationships/customXml" Target="../ink/ink368.xml"/><Relationship Id="rId151" Type="http://schemas.openxmlformats.org/officeDocument/2006/relationships/image" Target="../media/image231.png"/><Relationship Id="rId156" Type="http://schemas.openxmlformats.org/officeDocument/2006/relationships/customXml" Target="../ink/ink379.xml"/><Relationship Id="rId177" Type="http://schemas.openxmlformats.org/officeDocument/2006/relationships/image" Target="../media/image244.png"/><Relationship Id="rId172" Type="http://schemas.openxmlformats.org/officeDocument/2006/relationships/customXml" Target="../ink/ink387.xml"/><Relationship Id="rId13" Type="http://schemas.openxmlformats.org/officeDocument/2006/relationships/customXml" Target="../ink/ink306.xml"/><Relationship Id="rId18" Type="http://schemas.openxmlformats.org/officeDocument/2006/relationships/image" Target="../media/image26.png"/><Relationship Id="rId39" Type="http://schemas.openxmlformats.org/officeDocument/2006/relationships/customXml" Target="../ink/ink319.xml"/><Relationship Id="rId109" Type="http://schemas.openxmlformats.org/officeDocument/2006/relationships/customXml" Target="../ink/ink354.xml"/><Relationship Id="rId34" Type="http://schemas.openxmlformats.org/officeDocument/2006/relationships/image" Target="../media/image32.png"/><Relationship Id="rId50" Type="http://schemas.openxmlformats.org/officeDocument/2006/relationships/image" Target="../media/image39.png"/><Relationship Id="rId55" Type="http://schemas.openxmlformats.org/officeDocument/2006/relationships/customXml" Target="../ink/ink327.xml"/><Relationship Id="rId76" Type="http://schemas.openxmlformats.org/officeDocument/2006/relationships/image" Target="../media/image51.png"/><Relationship Id="rId97" Type="http://schemas.openxmlformats.org/officeDocument/2006/relationships/customXml" Target="../ink/ink348.xml"/><Relationship Id="rId104" Type="http://schemas.openxmlformats.org/officeDocument/2006/relationships/image" Target="../media/image209.png"/><Relationship Id="rId120" Type="http://schemas.openxmlformats.org/officeDocument/2006/relationships/image" Target="../media/image217.png"/><Relationship Id="rId125" Type="http://schemas.openxmlformats.org/officeDocument/2006/relationships/customXml" Target="../ink/ink362.xml"/><Relationship Id="rId141" Type="http://schemas.openxmlformats.org/officeDocument/2006/relationships/customXml" Target="../ink/ink371.xml"/><Relationship Id="rId146" Type="http://schemas.openxmlformats.org/officeDocument/2006/relationships/customXml" Target="../ink/ink374.xml"/><Relationship Id="rId167" Type="http://schemas.openxmlformats.org/officeDocument/2006/relationships/image" Target="../media/image239.png"/><Relationship Id="rId7" Type="http://schemas.openxmlformats.org/officeDocument/2006/relationships/customXml" Target="../ink/ink303.xml"/><Relationship Id="rId71" Type="http://schemas.openxmlformats.org/officeDocument/2006/relationships/customXml" Target="../ink/ink335.xml"/><Relationship Id="rId92" Type="http://schemas.openxmlformats.org/officeDocument/2006/relationships/image" Target="../media/image203.png"/><Relationship Id="rId162" Type="http://schemas.openxmlformats.org/officeDocument/2006/relationships/customXml" Target="../ink/ink382.xml"/><Relationship Id="rId2" Type="http://schemas.openxmlformats.org/officeDocument/2006/relationships/customXml" Target="../ink/ink301.xml"/><Relationship Id="rId29" Type="http://schemas.openxmlformats.org/officeDocument/2006/relationships/customXml" Target="../ink/ink314.xml"/><Relationship Id="rId24" Type="http://schemas.openxmlformats.org/officeDocument/2006/relationships/image" Target="../media/image28.png"/><Relationship Id="rId40" Type="http://schemas.openxmlformats.org/officeDocument/2006/relationships/image" Target="../media/image35.png"/><Relationship Id="rId45" Type="http://schemas.openxmlformats.org/officeDocument/2006/relationships/customXml" Target="../ink/ink322.xml"/><Relationship Id="rId66" Type="http://schemas.openxmlformats.org/officeDocument/2006/relationships/image" Target="../media/image46.png"/><Relationship Id="rId87" Type="http://schemas.openxmlformats.org/officeDocument/2006/relationships/customXml" Target="../ink/ink343.xml"/><Relationship Id="rId110" Type="http://schemas.openxmlformats.org/officeDocument/2006/relationships/image" Target="../media/image212.png"/><Relationship Id="rId115" Type="http://schemas.openxmlformats.org/officeDocument/2006/relationships/customXml" Target="../ink/ink357.xml"/><Relationship Id="rId131" Type="http://schemas.openxmlformats.org/officeDocument/2006/relationships/customXml" Target="../ink/ink366.xml"/><Relationship Id="rId136" Type="http://schemas.openxmlformats.org/officeDocument/2006/relationships/image" Target="../media/image224.png"/><Relationship Id="rId157" Type="http://schemas.openxmlformats.org/officeDocument/2006/relationships/image" Target="../media/image234.png"/><Relationship Id="rId178" Type="http://schemas.openxmlformats.org/officeDocument/2006/relationships/customXml" Target="../ink/ink390.xml"/><Relationship Id="rId61" Type="http://schemas.openxmlformats.org/officeDocument/2006/relationships/customXml" Target="../ink/ink330.xml"/><Relationship Id="rId82" Type="http://schemas.openxmlformats.org/officeDocument/2006/relationships/image" Target="../media/image198.png"/><Relationship Id="rId152" Type="http://schemas.openxmlformats.org/officeDocument/2006/relationships/customXml" Target="../ink/ink377.xml"/><Relationship Id="rId173" Type="http://schemas.openxmlformats.org/officeDocument/2006/relationships/image" Target="../media/image242.png"/><Relationship Id="rId19" Type="http://schemas.openxmlformats.org/officeDocument/2006/relationships/customXml" Target="../ink/ink309.xml"/><Relationship Id="rId14" Type="http://schemas.openxmlformats.org/officeDocument/2006/relationships/image" Target="../media/image24.png"/><Relationship Id="rId30" Type="http://schemas.openxmlformats.org/officeDocument/2006/relationships/image" Target="../media/image30.png"/><Relationship Id="rId35" Type="http://schemas.openxmlformats.org/officeDocument/2006/relationships/customXml" Target="../ink/ink317.xml"/><Relationship Id="rId56" Type="http://schemas.openxmlformats.org/officeDocument/2006/relationships/image" Target="../media/image42.png"/><Relationship Id="rId77" Type="http://schemas.openxmlformats.org/officeDocument/2006/relationships/customXml" Target="../ink/ink338.xml"/><Relationship Id="rId100" Type="http://schemas.openxmlformats.org/officeDocument/2006/relationships/image" Target="../media/image207.png"/><Relationship Id="rId105" Type="http://schemas.openxmlformats.org/officeDocument/2006/relationships/customXml" Target="../ink/ink352.xml"/><Relationship Id="rId126" Type="http://schemas.openxmlformats.org/officeDocument/2006/relationships/image" Target="../media/image220.png"/><Relationship Id="rId147" Type="http://schemas.openxmlformats.org/officeDocument/2006/relationships/image" Target="../media/image229.png"/><Relationship Id="rId168" Type="http://schemas.openxmlformats.org/officeDocument/2006/relationships/customXml" Target="../ink/ink385.xml"/><Relationship Id="rId8" Type="http://schemas.openxmlformats.org/officeDocument/2006/relationships/image" Target="../media/image115.png"/><Relationship Id="rId51" Type="http://schemas.openxmlformats.org/officeDocument/2006/relationships/customXml" Target="../ink/ink325.xml"/><Relationship Id="rId72" Type="http://schemas.openxmlformats.org/officeDocument/2006/relationships/image" Target="../media/image49.png"/><Relationship Id="rId93" Type="http://schemas.openxmlformats.org/officeDocument/2006/relationships/customXml" Target="../ink/ink346.xml"/><Relationship Id="rId98" Type="http://schemas.openxmlformats.org/officeDocument/2006/relationships/image" Target="../media/image206.png"/><Relationship Id="rId121" Type="http://schemas.openxmlformats.org/officeDocument/2006/relationships/customXml" Target="../ink/ink360.xml"/><Relationship Id="rId142" Type="http://schemas.openxmlformats.org/officeDocument/2006/relationships/image" Target="../media/image227.png"/><Relationship Id="rId163" Type="http://schemas.openxmlformats.org/officeDocument/2006/relationships/image" Target="../media/image237.png"/><Relationship Id="rId3" Type="http://schemas.openxmlformats.org/officeDocument/2006/relationships/image" Target="../media/image19.png"/><Relationship Id="rId25" Type="http://schemas.openxmlformats.org/officeDocument/2006/relationships/customXml" Target="../ink/ink312.xml"/><Relationship Id="rId46" Type="http://schemas.openxmlformats.org/officeDocument/2006/relationships/image" Target="../media/image37.png"/><Relationship Id="rId67" Type="http://schemas.openxmlformats.org/officeDocument/2006/relationships/customXml" Target="../ink/ink333.xml"/><Relationship Id="rId116" Type="http://schemas.openxmlformats.org/officeDocument/2006/relationships/image" Target="../media/image215.png"/><Relationship Id="rId137" Type="http://schemas.openxmlformats.org/officeDocument/2006/relationships/customXml" Target="../ink/ink369.xml"/><Relationship Id="rId158" Type="http://schemas.openxmlformats.org/officeDocument/2006/relationships/customXml" Target="../ink/ink380.xml"/><Relationship Id="rId20" Type="http://schemas.openxmlformats.org/officeDocument/2006/relationships/image" Target="../media/image116.png"/><Relationship Id="rId41" Type="http://schemas.openxmlformats.org/officeDocument/2006/relationships/customXml" Target="../ink/ink320.xml"/><Relationship Id="rId62" Type="http://schemas.openxmlformats.org/officeDocument/2006/relationships/image" Target="../media/image44.png"/><Relationship Id="rId83" Type="http://schemas.openxmlformats.org/officeDocument/2006/relationships/customXml" Target="../ink/ink341.xml"/><Relationship Id="rId88" Type="http://schemas.openxmlformats.org/officeDocument/2006/relationships/image" Target="../media/image201.png"/><Relationship Id="rId111" Type="http://schemas.openxmlformats.org/officeDocument/2006/relationships/customXml" Target="../ink/ink355.xml"/><Relationship Id="rId132" Type="http://schemas.openxmlformats.org/officeDocument/2006/relationships/image" Target="../media/image222.png"/><Relationship Id="rId153" Type="http://schemas.openxmlformats.org/officeDocument/2006/relationships/image" Target="../media/image232.png"/><Relationship Id="rId174" Type="http://schemas.openxmlformats.org/officeDocument/2006/relationships/customXml" Target="../ink/ink388.xml"/><Relationship Id="rId179" Type="http://schemas.openxmlformats.org/officeDocument/2006/relationships/image" Target="../media/image245.png"/><Relationship Id="rId15" Type="http://schemas.openxmlformats.org/officeDocument/2006/relationships/customXml" Target="../ink/ink307.xml"/><Relationship Id="rId36" Type="http://schemas.openxmlformats.org/officeDocument/2006/relationships/image" Target="../media/image33.png"/><Relationship Id="rId57" Type="http://schemas.openxmlformats.org/officeDocument/2006/relationships/customXml" Target="../ink/ink328.xml"/><Relationship Id="rId106" Type="http://schemas.openxmlformats.org/officeDocument/2006/relationships/image" Target="../media/image210.png"/><Relationship Id="rId127" Type="http://schemas.openxmlformats.org/officeDocument/2006/relationships/customXml" Target="../ink/ink363.xml"/><Relationship Id="rId10" Type="http://schemas.openxmlformats.org/officeDocument/2006/relationships/image" Target="../media/image22.png"/><Relationship Id="rId31" Type="http://schemas.openxmlformats.org/officeDocument/2006/relationships/customXml" Target="../ink/ink315.xml"/><Relationship Id="rId52" Type="http://schemas.openxmlformats.org/officeDocument/2006/relationships/image" Target="../media/image40.png"/><Relationship Id="rId73" Type="http://schemas.openxmlformats.org/officeDocument/2006/relationships/customXml" Target="../ink/ink336.xml"/><Relationship Id="rId78" Type="http://schemas.openxmlformats.org/officeDocument/2006/relationships/image" Target="../media/image196.png"/><Relationship Id="rId94" Type="http://schemas.openxmlformats.org/officeDocument/2006/relationships/image" Target="../media/image204.png"/><Relationship Id="rId99" Type="http://schemas.openxmlformats.org/officeDocument/2006/relationships/customXml" Target="../ink/ink349.xml"/><Relationship Id="rId101" Type="http://schemas.openxmlformats.org/officeDocument/2006/relationships/customXml" Target="../ink/ink350.xml"/><Relationship Id="rId122" Type="http://schemas.openxmlformats.org/officeDocument/2006/relationships/image" Target="../media/image218.png"/><Relationship Id="rId143" Type="http://schemas.openxmlformats.org/officeDocument/2006/relationships/customXml" Target="../ink/ink372.xml"/><Relationship Id="rId148" Type="http://schemas.openxmlformats.org/officeDocument/2006/relationships/customXml" Target="../ink/ink375.xml"/><Relationship Id="rId164" Type="http://schemas.openxmlformats.org/officeDocument/2006/relationships/customXml" Target="../ink/ink383.xml"/><Relationship Id="rId169" Type="http://schemas.openxmlformats.org/officeDocument/2006/relationships/image" Target="../media/image240.png"/><Relationship Id="rId4" Type="http://schemas.openxmlformats.org/officeDocument/2006/relationships/image" Target="../media/image20.png"/><Relationship Id="rId9" Type="http://schemas.openxmlformats.org/officeDocument/2006/relationships/customXml" Target="../ink/ink304.xml"/><Relationship Id="rId180" Type="http://schemas.openxmlformats.org/officeDocument/2006/relationships/customXml" Target="../ink/ink391.xml"/><Relationship Id="rId26" Type="http://schemas.openxmlformats.org/officeDocument/2006/relationships/image" Target="../media/image29.png"/><Relationship Id="rId47" Type="http://schemas.openxmlformats.org/officeDocument/2006/relationships/customXml" Target="../ink/ink323.xml"/><Relationship Id="rId68" Type="http://schemas.openxmlformats.org/officeDocument/2006/relationships/image" Target="../media/image47.png"/><Relationship Id="rId89" Type="http://schemas.openxmlformats.org/officeDocument/2006/relationships/customXml" Target="../ink/ink344.xml"/><Relationship Id="rId112" Type="http://schemas.openxmlformats.org/officeDocument/2006/relationships/image" Target="../media/image213.png"/><Relationship Id="rId133" Type="http://schemas.openxmlformats.org/officeDocument/2006/relationships/customXml" Target="../ink/ink367.xml"/><Relationship Id="rId154" Type="http://schemas.openxmlformats.org/officeDocument/2006/relationships/customXml" Target="../ink/ink378.xml"/><Relationship Id="rId175" Type="http://schemas.openxmlformats.org/officeDocument/2006/relationships/image" Target="../media/image243.png"/><Relationship Id="rId16" Type="http://schemas.openxmlformats.org/officeDocument/2006/relationships/image" Target="../media/image25.png"/><Relationship Id="rId37" Type="http://schemas.openxmlformats.org/officeDocument/2006/relationships/customXml" Target="../ink/ink318.xml"/><Relationship Id="rId58" Type="http://schemas.openxmlformats.org/officeDocument/2006/relationships/image" Target="../media/image43.png"/><Relationship Id="rId79" Type="http://schemas.openxmlformats.org/officeDocument/2006/relationships/customXml" Target="../ink/ink339.xml"/><Relationship Id="rId102" Type="http://schemas.openxmlformats.org/officeDocument/2006/relationships/image" Target="../media/image208.png"/><Relationship Id="rId123" Type="http://schemas.openxmlformats.org/officeDocument/2006/relationships/customXml" Target="../ink/ink361.xml"/><Relationship Id="rId144" Type="http://schemas.openxmlformats.org/officeDocument/2006/relationships/customXml" Target="../ink/ink373.xml"/><Relationship Id="rId90" Type="http://schemas.openxmlformats.org/officeDocument/2006/relationships/image" Target="../media/image202.png"/><Relationship Id="rId165" Type="http://schemas.openxmlformats.org/officeDocument/2006/relationships/image" Target="../media/image238.png"/><Relationship Id="rId27" Type="http://schemas.openxmlformats.org/officeDocument/2006/relationships/customXml" Target="../ink/ink313.xml"/><Relationship Id="rId48" Type="http://schemas.openxmlformats.org/officeDocument/2006/relationships/image" Target="../media/image38.png"/><Relationship Id="rId69" Type="http://schemas.openxmlformats.org/officeDocument/2006/relationships/customXml" Target="../ink/ink334.xml"/><Relationship Id="rId113" Type="http://schemas.openxmlformats.org/officeDocument/2006/relationships/customXml" Target="../ink/ink356.xml"/><Relationship Id="rId134" Type="http://schemas.openxmlformats.org/officeDocument/2006/relationships/image" Target="../media/image223.png"/><Relationship Id="rId80" Type="http://schemas.openxmlformats.org/officeDocument/2006/relationships/image" Target="../media/image197.png"/><Relationship Id="rId155" Type="http://schemas.openxmlformats.org/officeDocument/2006/relationships/image" Target="../media/image233.png"/><Relationship Id="rId176" Type="http://schemas.openxmlformats.org/officeDocument/2006/relationships/customXml" Target="../ink/ink389.xml"/><Relationship Id="rId17" Type="http://schemas.openxmlformats.org/officeDocument/2006/relationships/customXml" Target="../ink/ink308.xml"/><Relationship Id="rId38" Type="http://schemas.openxmlformats.org/officeDocument/2006/relationships/image" Target="../media/image34.png"/><Relationship Id="rId59" Type="http://schemas.openxmlformats.org/officeDocument/2006/relationships/customXml" Target="../ink/ink329.xml"/><Relationship Id="rId103" Type="http://schemas.openxmlformats.org/officeDocument/2006/relationships/customXml" Target="../ink/ink351.xml"/><Relationship Id="rId124" Type="http://schemas.openxmlformats.org/officeDocument/2006/relationships/image" Target="../media/image219.png"/><Relationship Id="rId70" Type="http://schemas.openxmlformats.org/officeDocument/2006/relationships/image" Target="../media/image48.png"/><Relationship Id="rId91" Type="http://schemas.openxmlformats.org/officeDocument/2006/relationships/customXml" Target="../ink/ink345.xml"/><Relationship Id="rId145" Type="http://schemas.openxmlformats.org/officeDocument/2006/relationships/image" Target="../media/image228.png"/><Relationship Id="rId166" Type="http://schemas.openxmlformats.org/officeDocument/2006/relationships/customXml" Target="../ink/ink384.xml"/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117.png"/><Relationship Id="rId49" Type="http://schemas.openxmlformats.org/officeDocument/2006/relationships/customXml" Target="../ink/ink324.xml"/><Relationship Id="rId114" Type="http://schemas.openxmlformats.org/officeDocument/2006/relationships/image" Target="../media/image214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04.xml"/><Relationship Id="rId21" Type="http://schemas.openxmlformats.org/officeDocument/2006/relationships/image" Target="../media/image256.png"/><Relationship Id="rId42" Type="http://schemas.openxmlformats.org/officeDocument/2006/relationships/customXml" Target="../ink/ink412.xml"/><Relationship Id="rId47" Type="http://schemas.openxmlformats.org/officeDocument/2006/relationships/image" Target="../media/image269.png"/><Relationship Id="rId63" Type="http://schemas.openxmlformats.org/officeDocument/2006/relationships/image" Target="../media/image277.png"/><Relationship Id="rId68" Type="http://schemas.openxmlformats.org/officeDocument/2006/relationships/customXml" Target="../ink/ink425.xml"/><Relationship Id="rId16" Type="http://schemas.openxmlformats.org/officeDocument/2006/relationships/customXml" Target="../ink/ink399.xml"/><Relationship Id="rId11" Type="http://schemas.openxmlformats.org/officeDocument/2006/relationships/image" Target="../media/image251.png"/><Relationship Id="rId32" Type="http://schemas.openxmlformats.org/officeDocument/2006/relationships/customXml" Target="../ink/ink407.xml"/><Relationship Id="rId37" Type="http://schemas.openxmlformats.org/officeDocument/2006/relationships/image" Target="../media/image264.png"/><Relationship Id="rId53" Type="http://schemas.openxmlformats.org/officeDocument/2006/relationships/image" Target="../media/image272.png"/><Relationship Id="rId58" Type="http://schemas.openxmlformats.org/officeDocument/2006/relationships/customXml" Target="../ink/ink420.xml"/><Relationship Id="rId74" Type="http://schemas.openxmlformats.org/officeDocument/2006/relationships/customXml" Target="../ink/ink428.xml"/><Relationship Id="rId79" Type="http://schemas.openxmlformats.org/officeDocument/2006/relationships/image" Target="../media/image285.png"/><Relationship Id="rId5" Type="http://schemas.openxmlformats.org/officeDocument/2006/relationships/image" Target="../media/image248.png"/><Relationship Id="rId61" Type="http://schemas.openxmlformats.org/officeDocument/2006/relationships/image" Target="../media/image276.png"/><Relationship Id="rId19" Type="http://schemas.openxmlformats.org/officeDocument/2006/relationships/image" Target="../media/image255.png"/><Relationship Id="rId14" Type="http://schemas.openxmlformats.org/officeDocument/2006/relationships/customXml" Target="../ink/ink398.xml"/><Relationship Id="rId22" Type="http://schemas.openxmlformats.org/officeDocument/2006/relationships/customXml" Target="../ink/ink402.xml"/><Relationship Id="rId27" Type="http://schemas.openxmlformats.org/officeDocument/2006/relationships/image" Target="../media/image259.png"/><Relationship Id="rId30" Type="http://schemas.openxmlformats.org/officeDocument/2006/relationships/customXml" Target="../ink/ink406.xml"/><Relationship Id="rId35" Type="http://schemas.openxmlformats.org/officeDocument/2006/relationships/image" Target="../media/image263.png"/><Relationship Id="rId43" Type="http://schemas.openxmlformats.org/officeDocument/2006/relationships/image" Target="../media/image267.png"/><Relationship Id="rId48" Type="http://schemas.openxmlformats.org/officeDocument/2006/relationships/customXml" Target="../ink/ink415.xml"/><Relationship Id="rId56" Type="http://schemas.openxmlformats.org/officeDocument/2006/relationships/customXml" Target="../ink/ink419.xml"/><Relationship Id="rId64" Type="http://schemas.openxmlformats.org/officeDocument/2006/relationships/customXml" Target="../ink/ink423.xml"/><Relationship Id="rId69" Type="http://schemas.openxmlformats.org/officeDocument/2006/relationships/image" Target="../media/image280.png"/><Relationship Id="rId77" Type="http://schemas.openxmlformats.org/officeDocument/2006/relationships/image" Target="../media/image284.png"/><Relationship Id="rId8" Type="http://schemas.openxmlformats.org/officeDocument/2006/relationships/customXml" Target="../ink/ink395.xml"/><Relationship Id="rId51" Type="http://schemas.openxmlformats.org/officeDocument/2006/relationships/image" Target="../media/image271.png"/><Relationship Id="rId72" Type="http://schemas.openxmlformats.org/officeDocument/2006/relationships/customXml" Target="../ink/ink427.xml"/><Relationship Id="rId80" Type="http://schemas.openxmlformats.org/officeDocument/2006/relationships/customXml" Target="../ink/ink431.xml"/><Relationship Id="rId3" Type="http://schemas.openxmlformats.org/officeDocument/2006/relationships/image" Target="../media/image247.png"/><Relationship Id="rId12" Type="http://schemas.openxmlformats.org/officeDocument/2006/relationships/customXml" Target="../ink/ink397.xml"/><Relationship Id="rId17" Type="http://schemas.openxmlformats.org/officeDocument/2006/relationships/image" Target="../media/image254.png"/><Relationship Id="rId25" Type="http://schemas.openxmlformats.org/officeDocument/2006/relationships/image" Target="../media/image258.png"/><Relationship Id="rId33" Type="http://schemas.openxmlformats.org/officeDocument/2006/relationships/image" Target="../media/image262.png"/><Relationship Id="rId38" Type="http://schemas.openxmlformats.org/officeDocument/2006/relationships/customXml" Target="../ink/ink410.xml"/><Relationship Id="rId46" Type="http://schemas.openxmlformats.org/officeDocument/2006/relationships/customXml" Target="../ink/ink414.xml"/><Relationship Id="rId59" Type="http://schemas.openxmlformats.org/officeDocument/2006/relationships/image" Target="../media/image275.png"/><Relationship Id="rId67" Type="http://schemas.openxmlformats.org/officeDocument/2006/relationships/image" Target="../media/image279.png"/><Relationship Id="rId20" Type="http://schemas.openxmlformats.org/officeDocument/2006/relationships/customXml" Target="../ink/ink401.xml"/><Relationship Id="rId41" Type="http://schemas.openxmlformats.org/officeDocument/2006/relationships/image" Target="../media/image266.png"/><Relationship Id="rId54" Type="http://schemas.openxmlformats.org/officeDocument/2006/relationships/customXml" Target="../ink/ink418.xml"/><Relationship Id="rId62" Type="http://schemas.openxmlformats.org/officeDocument/2006/relationships/customXml" Target="../ink/ink422.xml"/><Relationship Id="rId70" Type="http://schemas.openxmlformats.org/officeDocument/2006/relationships/customXml" Target="../ink/ink426.xml"/><Relationship Id="rId75" Type="http://schemas.openxmlformats.org/officeDocument/2006/relationships/image" Target="../media/image28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94.xml"/><Relationship Id="rId15" Type="http://schemas.openxmlformats.org/officeDocument/2006/relationships/image" Target="../media/image253.png"/><Relationship Id="rId23" Type="http://schemas.openxmlformats.org/officeDocument/2006/relationships/image" Target="../media/image257.png"/><Relationship Id="rId28" Type="http://schemas.openxmlformats.org/officeDocument/2006/relationships/customXml" Target="../ink/ink405.xml"/><Relationship Id="rId36" Type="http://schemas.openxmlformats.org/officeDocument/2006/relationships/customXml" Target="../ink/ink409.xml"/><Relationship Id="rId49" Type="http://schemas.openxmlformats.org/officeDocument/2006/relationships/image" Target="../media/image270.png"/><Relationship Id="rId57" Type="http://schemas.openxmlformats.org/officeDocument/2006/relationships/image" Target="../media/image274.png"/><Relationship Id="rId10" Type="http://schemas.openxmlformats.org/officeDocument/2006/relationships/customXml" Target="../ink/ink396.xml"/><Relationship Id="rId31" Type="http://schemas.openxmlformats.org/officeDocument/2006/relationships/image" Target="../media/image261.png"/><Relationship Id="rId44" Type="http://schemas.openxmlformats.org/officeDocument/2006/relationships/customXml" Target="../ink/ink413.xml"/><Relationship Id="rId52" Type="http://schemas.openxmlformats.org/officeDocument/2006/relationships/customXml" Target="../ink/ink417.xml"/><Relationship Id="rId60" Type="http://schemas.openxmlformats.org/officeDocument/2006/relationships/customXml" Target="../ink/ink421.xml"/><Relationship Id="rId65" Type="http://schemas.openxmlformats.org/officeDocument/2006/relationships/image" Target="../media/image278.png"/><Relationship Id="rId73" Type="http://schemas.openxmlformats.org/officeDocument/2006/relationships/image" Target="../media/image282.png"/><Relationship Id="rId78" Type="http://schemas.openxmlformats.org/officeDocument/2006/relationships/customXml" Target="../ink/ink430.xml"/><Relationship Id="rId81" Type="http://schemas.openxmlformats.org/officeDocument/2006/relationships/image" Target="../media/image286.png"/><Relationship Id="rId4" Type="http://schemas.openxmlformats.org/officeDocument/2006/relationships/customXml" Target="../ink/ink393.xml"/><Relationship Id="rId9" Type="http://schemas.openxmlformats.org/officeDocument/2006/relationships/image" Target="../media/image250.png"/><Relationship Id="rId13" Type="http://schemas.openxmlformats.org/officeDocument/2006/relationships/image" Target="../media/image252.png"/><Relationship Id="rId18" Type="http://schemas.openxmlformats.org/officeDocument/2006/relationships/customXml" Target="../ink/ink400.xml"/><Relationship Id="rId39" Type="http://schemas.openxmlformats.org/officeDocument/2006/relationships/image" Target="../media/image265.png"/><Relationship Id="rId34" Type="http://schemas.openxmlformats.org/officeDocument/2006/relationships/customXml" Target="../ink/ink408.xml"/><Relationship Id="rId50" Type="http://schemas.openxmlformats.org/officeDocument/2006/relationships/customXml" Target="../ink/ink416.xml"/><Relationship Id="rId55" Type="http://schemas.openxmlformats.org/officeDocument/2006/relationships/image" Target="../media/image273.png"/><Relationship Id="rId76" Type="http://schemas.openxmlformats.org/officeDocument/2006/relationships/customXml" Target="../ink/ink429.xml"/><Relationship Id="rId7" Type="http://schemas.openxmlformats.org/officeDocument/2006/relationships/image" Target="../media/image249.png"/><Relationship Id="rId71" Type="http://schemas.openxmlformats.org/officeDocument/2006/relationships/image" Target="../media/image281.png"/><Relationship Id="rId2" Type="http://schemas.openxmlformats.org/officeDocument/2006/relationships/customXml" Target="../ink/ink392.xml"/><Relationship Id="rId29" Type="http://schemas.openxmlformats.org/officeDocument/2006/relationships/image" Target="../media/image260.png"/><Relationship Id="rId24" Type="http://schemas.openxmlformats.org/officeDocument/2006/relationships/customXml" Target="../ink/ink403.xml"/><Relationship Id="rId40" Type="http://schemas.openxmlformats.org/officeDocument/2006/relationships/customXml" Target="../ink/ink411.xml"/><Relationship Id="rId45" Type="http://schemas.openxmlformats.org/officeDocument/2006/relationships/image" Target="../media/image268.png"/><Relationship Id="rId66" Type="http://schemas.openxmlformats.org/officeDocument/2006/relationships/customXml" Target="../ink/ink424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29.png"/><Relationship Id="rId21" Type="http://schemas.openxmlformats.org/officeDocument/2006/relationships/image" Target="../media/image256.png"/><Relationship Id="rId42" Type="http://schemas.openxmlformats.org/officeDocument/2006/relationships/customXml" Target="../ink/ink452.xml"/><Relationship Id="rId63" Type="http://schemas.openxmlformats.org/officeDocument/2006/relationships/image" Target="../media/image302.png"/><Relationship Id="rId84" Type="http://schemas.openxmlformats.org/officeDocument/2006/relationships/customXml" Target="../ink/ink473.xml"/><Relationship Id="rId138" Type="http://schemas.openxmlformats.org/officeDocument/2006/relationships/customXml" Target="../ink/ink500.xml"/><Relationship Id="rId159" Type="http://schemas.openxmlformats.org/officeDocument/2006/relationships/image" Target="../media/image350.png"/><Relationship Id="rId107" Type="http://schemas.openxmlformats.org/officeDocument/2006/relationships/image" Target="../media/image324.png"/><Relationship Id="rId11" Type="http://schemas.openxmlformats.org/officeDocument/2006/relationships/image" Target="../media/image251.png"/><Relationship Id="rId32" Type="http://schemas.openxmlformats.org/officeDocument/2006/relationships/customXml" Target="../ink/ink447.xml"/><Relationship Id="rId53" Type="http://schemas.openxmlformats.org/officeDocument/2006/relationships/image" Target="../media/image297.png"/><Relationship Id="rId74" Type="http://schemas.openxmlformats.org/officeDocument/2006/relationships/customXml" Target="../ink/ink468.xml"/><Relationship Id="rId128" Type="http://schemas.openxmlformats.org/officeDocument/2006/relationships/customXml" Target="../ink/ink495.xml"/><Relationship Id="rId149" Type="http://schemas.openxmlformats.org/officeDocument/2006/relationships/image" Target="../media/image345.png"/><Relationship Id="rId5" Type="http://schemas.openxmlformats.org/officeDocument/2006/relationships/image" Target="../media/image248.png"/><Relationship Id="rId95" Type="http://schemas.openxmlformats.org/officeDocument/2006/relationships/image" Target="../media/image318.png"/><Relationship Id="rId160" Type="http://schemas.openxmlformats.org/officeDocument/2006/relationships/customXml" Target="../ink/ink511.xml"/><Relationship Id="rId22" Type="http://schemas.openxmlformats.org/officeDocument/2006/relationships/customXml" Target="../ink/ink442.xml"/><Relationship Id="rId43" Type="http://schemas.openxmlformats.org/officeDocument/2006/relationships/image" Target="../media/image292.png"/><Relationship Id="rId64" Type="http://schemas.openxmlformats.org/officeDocument/2006/relationships/customXml" Target="../ink/ink463.xml"/><Relationship Id="rId118" Type="http://schemas.openxmlformats.org/officeDocument/2006/relationships/customXml" Target="../ink/ink490.xml"/><Relationship Id="rId139" Type="http://schemas.openxmlformats.org/officeDocument/2006/relationships/image" Target="../media/image340.png"/><Relationship Id="rId85" Type="http://schemas.openxmlformats.org/officeDocument/2006/relationships/image" Target="../media/image313.png"/><Relationship Id="rId150" Type="http://schemas.openxmlformats.org/officeDocument/2006/relationships/customXml" Target="../ink/ink506.xml"/><Relationship Id="rId12" Type="http://schemas.openxmlformats.org/officeDocument/2006/relationships/customXml" Target="../ink/ink437.xml"/><Relationship Id="rId17" Type="http://schemas.openxmlformats.org/officeDocument/2006/relationships/image" Target="../media/image254.png"/><Relationship Id="rId33" Type="http://schemas.openxmlformats.org/officeDocument/2006/relationships/image" Target="../media/image287.png"/><Relationship Id="rId38" Type="http://schemas.openxmlformats.org/officeDocument/2006/relationships/customXml" Target="../ink/ink450.xml"/><Relationship Id="rId59" Type="http://schemas.openxmlformats.org/officeDocument/2006/relationships/image" Target="../media/image300.png"/><Relationship Id="rId103" Type="http://schemas.openxmlformats.org/officeDocument/2006/relationships/image" Target="../media/image322.png"/><Relationship Id="rId108" Type="http://schemas.openxmlformats.org/officeDocument/2006/relationships/customXml" Target="../ink/ink485.xml"/><Relationship Id="rId124" Type="http://schemas.openxmlformats.org/officeDocument/2006/relationships/customXml" Target="../ink/ink493.xml"/><Relationship Id="rId129" Type="http://schemas.openxmlformats.org/officeDocument/2006/relationships/image" Target="../media/image335.png"/><Relationship Id="rId54" Type="http://schemas.openxmlformats.org/officeDocument/2006/relationships/customXml" Target="../ink/ink458.xml"/><Relationship Id="rId70" Type="http://schemas.openxmlformats.org/officeDocument/2006/relationships/customXml" Target="../ink/ink466.xml"/><Relationship Id="rId75" Type="http://schemas.openxmlformats.org/officeDocument/2006/relationships/image" Target="../media/image308.png"/><Relationship Id="rId91" Type="http://schemas.openxmlformats.org/officeDocument/2006/relationships/image" Target="../media/image316.png"/><Relationship Id="rId96" Type="http://schemas.openxmlformats.org/officeDocument/2006/relationships/customXml" Target="../ink/ink479.xml"/><Relationship Id="rId140" Type="http://schemas.openxmlformats.org/officeDocument/2006/relationships/customXml" Target="../ink/ink501.xml"/><Relationship Id="rId145" Type="http://schemas.openxmlformats.org/officeDocument/2006/relationships/image" Target="../media/image343.png"/><Relationship Id="rId161" Type="http://schemas.openxmlformats.org/officeDocument/2006/relationships/image" Target="../media/image351.png"/><Relationship Id="rId166" Type="http://schemas.openxmlformats.org/officeDocument/2006/relationships/customXml" Target="../ink/ink51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34.xml"/><Relationship Id="rId23" Type="http://schemas.openxmlformats.org/officeDocument/2006/relationships/image" Target="../media/image257.png"/><Relationship Id="rId28" Type="http://schemas.openxmlformats.org/officeDocument/2006/relationships/customXml" Target="../ink/ink445.xml"/><Relationship Id="rId49" Type="http://schemas.openxmlformats.org/officeDocument/2006/relationships/image" Target="../media/image295.png"/><Relationship Id="rId114" Type="http://schemas.openxmlformats.org/officeDocument/2006/relationships/customXml" Target="../ink/ink488.xml"/><Relationship Id="rId119" Type="http://schemas.openxmlformats.org/officeDocument/2006/relationships/image" Target="../media/image330.png"/><Relationship Id="rId44" Type="http://schemas.openxmlformats.org/officeDocument/2006/relationships/customXml" Target="../ink/ink453.xml"/><Relationship Id="rId60" Type="http://schemas.openxmlformats.org/officeDocument/2006/relationships/customXml" Target="../ink/ink461.xml"/><Relationship Id="rId65" Type="http://schemas.openxmlformats.org/officeDocument/2006/relationships/image" Target="../media/image303.png"/><Relationship Id="rId81" Type="http://schemas.openxmlformats.org/officeDocument/2006/relationships/image" Target="../media/image311.png"/><Relationship Id="rId86" Type="http://schemas.openxmlformats.org/officeDocument/2006/relationships/customXml" Target="../ink/ink474.xml"/><Relationship Id="rId130" Type="http://schemas.openxmlformats.org/officeDocument/2006/relationships/customXml" Target="../ink/ink496.xml"/><Relationship Id="rId135" Type="http://schemas.openxmlformats.org/officeDocument/2006/relationships/image" Target="../media/image338.png"/><Relationship Id="rId151" Type="http://schemas.openxmlformats.org/officeDocument/2006/relationships/image" Target="../media/image346.png"/><Relationship Id="rId156" Type="http://schemas.openxmlformats.org/officeDocument/2006/relationships/customXml" Target="../ink/ink509.xml"/><Relationship Id="rId13" Type="http://schemas.openxmlformats.org/officeDocument/2006/relationships/image" Target="../media/image252.png"/><Relationship Id="rId18" Type="http://schemas.openxmlformats.org/officeDocument/2006/relationships/customXml" Target="../ink/ink440.xml"/><Relationship Id="rId39" Type="http://schemas.openxmlformats.org/officeDocument/2006/relationships/image" Target="../media/image290.png"/><Relationship Id="rId109" Type="http://schemas.openxmlformats.org/officeDocument/2006/relationships/image" Target="../media/image325.png"/><Relationship Id="rId34" Type="http://schemas.openxmlformats.org/officeDocument/2006/relationships/customXml" Target="../ink/ink448.xml"/><Relationship Id="rId50" Type="http://schemas.openxmlformats.org/officeDocument/2006/relationships/customXml" Target="../ink/ink456.xml"/><Relationship Id="rId55" Type="http://schemas.openxmlformats.org/officeDocument/2006/relationships/image" Target="../media/image298.png"/><Relationship Id="rId76" Type="http://schemas.openxmlformats.org/officeDocument/2006/relationships/customXml" Target="../ink/ink469.xml"/><Relationship Id="rId97" Type="http://schemas.openxmlformats.org/officeDocument/2006/relationships/image" Target="../media/image319.png"/><Relationship Id="rId104" Type="http://schemas.openxmlformats.org/officeDocument/2006/relationships/customXml" Target="../ink/ink483.xml"/><Relationship Id="rId120" Type="http://schemas.openxmlformats.org/officeDocument/2006/relationships/customXml" Target="../ink/ink491.xml"/><Relationship Id="rId125" Type="http://schemas.openxmlformats.org/officeDocument/2006/relationships/image" Target="../media/image333.png"/><Relationship Id="rId141" Type="http://schemas.openxmlformats.org/officeDocument/2006/relationships/image" Target="../media/image341.png"/><Relationship Id="rId146" Type="http://schemas.openxmlformats.org/officeDocument/2006/relationships/customXml" Target="../ink/ink504.xml"/><Relationship Id="rId167" Type="http://schemas.openxmlformats.org/officeDocument/2006/relationships/image" Target="../media/image354.png"/><Relationship Id="rId7" Type="http://schemas.openxmlformats.org/officeDocument/2006/relationships/image" Target="../media/image249.png"/><Relationship Id="rId71" Type="http://schemas.openxmlformats.org/officeDocument/2006/relationships/image" Target="../media/image306.png"/><Relationship Id="rId92" Type="http://schemas.openxmlformats.org/officeDocument/2006/relationships/customXml" Target="../ink/ink477.xml"/><Relationship Id="rId162" Type="http://schemas.openxmlformats.org/officeDocument/2006/relationships/customXml" Target="../ink/ink512.xml"/><Relationship Id="rId2" Type="http://schemas.openxmlformats.org/officeDocument/2006/relationships/customXml" Target="../ink/ink432.xml"/><Relationship Id="rId29" Type="http://schemas.openxmlformats.org/officeDocument/2006/relationships/image" Target="../media/image260.png"/><Relationship Id="rId24" Type="http://schemas.openxmlformats.org/officeDocument/2006/relationships/customXml" Target="../ink/ink443.xml"/><Relationship Id="rId40" Type="http://schemas.openxmlformats.org/officeDocument/2006/relationships/customXml" Target="../ink/ink451.xml"/><Relationship Id="rId45" Type="http://schemas.openxmlformats.org/officeDocument/2006/relationships/image" Target="../media/image293.png"/><Relationship Id="rId66" Type="http://schemas.openxmlformats.org/officeDocument/2006/relationships/customXml" Target="../ink/ink464.xml"/><Relationship Id="rId87" Type="http://schemas.openxmlformats.org/officeDocument/2006/relationships/image" Target="../media/image314.png"/><Relationship Id="rId110" Type="http://schemas.openxmlformats.org/officeDocument/2006/relationships/customXml" Target="../ink/ink486.xml"/><Relationship Id="rId115" Type="http://schemas.openxmlformats.org/officeDocument/2006/relationships/image" Target="../media/image328.png"/><Relationship Id="rId131" Type="http://schemas.openxmlformats.org/officeDocument/2006/relationships/image" Target="../media/image336.png"/><Relationship Id="rId136" Type="http://schemas.openxmlformats.org/officeDocument/2006/relationships/customXml" Target="../ink/ink499.xml"/><Relationship Id="rId157" Type="http://schemas.openxmlformats.org/officeDocument/2006/relationships/image" Target="../media/image349.png"/><Relationship Id="rId61" Type="http://schemas.openxmlformats.org/officeDocument/2006/relationships/image" Target="../media/image301.png"/><Relationship Id="rId82" Type="http://schemas.openxmlformats.org/officeDocument/2006/relationships/customXml" Target="../ink/ink472.xml"/><Relationship Id="rId152" Type="http://schemas.openxmlformats.org/officeDocument/2006/relationships/customXml" Target="../ink/ink507.xml"/><Relationship Id="rId19" Type="http://schemas.openxmlformats.org/officeDocument/2006/relationships/image" Target="../media/image255.png"/><Relationship Id="rId14" Type="http://schemas.openxmlformats.org/officeDocument/2006/relationships/customXml" Target="../ink/ink438.xml"/><Relationship Id="rId30" Type="http://schemas.openxmlformats.org/officeDocument/2006/relationships/customXml" Target="../ink/ink446.xml"/><Relationship Id="rId35" Type="http://schemas.openxmlformats.org/officeDocument/2006/relationships/image" Target="../media/image288.png"/><Relationship Id="rId56" Type="http://schemas.openxmlformats.org/officeDocument/2006/relationships/customXml" Target="../ink/ink459.xml"/><Relationship Id="rId77" Type="http://schemas.openxmlformats.org/officeDocument/2006/relationships/image" Target="../media/image309.png"/><Relationship Id="rId100" Type="http://schemas.openxmlformats.org/officeDocument/2006/relationships/customXml" Target="../ink/ink481.xml"/><Relationship Id="rId105" Type="http://schemas.openxmlformats.org/officeDocument/2006/relationships/image" Target="../media/image323.png"/><Relationship Id="rId126" Type="http://schemas.openxmlformats.org/officeDocument/2006/relationships/customXml" Target="../ink/ink494.xml"/><Relationship Id="rId147" Type="http://schemas.openxmlformats.org/officeDocument/2006/relationships/image" Target="../media/image344.png"/><Relationship Id="rId8" Type="http://schemas.openxmlformats.org/officeDocument/2006/relationships/customXml" Target="../ink/ink435.xml"/><Relationship Id="rId51" Type="http://schemas.openxmlformats.org/officeDocument/2006/relationships/image" Target="../media/image296.png"/><Relationship Id="rId72" Type="http://schemas.openxmlformats.org/officeDocument/2006/relationships/customXml" Target="../ink/ink467.xml"/><Relationship Id="rId93" Type="http://schemas.openxmlformats.org/officeDocument/2006/relationships/image" Target="../media/image317.png"/><Relationship Id="rId98" Type="http://schemas.openxmlformats.org/officeDocument/2006/relationships/customXml" Target="../ink/ink480.xml"/><Relationship Id="rId121" Type="http://schemas.openxmlformats.org/officeDocument/2006/relationships/image" Target="../media/image331.png"/><Relationship Id="rId142" Type="http://schemas.openxmlformats.org/officeDocument/2006/relationships/customXml" Target="../ink/ink502.xml"/><Relationship Id="rId163" Type="http://schemas.openxmlformats.org/officeDocument/2006/relationships/image" Target="../media/image352.png"/><Relationship Id="rId3" Type="http://schemas.openxmlformats.org/officeDocument/2006/relationships/image" Target="../media/image247.png"/><Relationship Id="rId25" Type="http://schemas.openxmlformats.org/officeDocument/2006/relationships/image" Target="../media/image258.png"/><Relationship Id="rId46" Type="http://schemas.openxmlformats.org/officeDocument/2006/relationships/customXml" Target="../ink/ink454.xml"/><Relationship Id="rId67" Type="http://schemas.openxmlformats.org/officeDocument/2006/relationships/image" Target="../media/image304.png"/><Relationship Id="rId116" Type="http://schemas.openxmlformats.org/officeDocument/2006/relationships/customXml" Target="../ink/ink489.xml"/><Relationship Id="rId137" Type="http://schemas.openxmlformats.org/officeDocument/2006/relationships/image" Target="../media/image339.png"/><Relationship Id="rId158" Type="http://schemas.openxmlformats.org/officeDocument/2006/relationships/customXml" Target="../ink/ink510.xml"/><Relationship Id="rId20" Type="http://schemas.openxmlformats.org/officeDocument/2006/relationships/customXml" Target="../ink/ink441.xml"/><Relationship Id="rId41" Type="http://schemas.openxmlformats.org/officeDocument/2006/relationships/image" Target="../media/image291.png"/><Relationship Id="rId62" Type="http://schemas.openxmlformats.org/officeDocument/2006/relationships/customXml" Target="../ink/ink462.xml"/><Relationship Id="rId83" Type="http://schemas.openxmlformats.org/officeDocument/2006/relationships/image" Target="../media/image312.png"/><Relationship Id="rId88" Type="http://schemas.openxmlformats.org/officeDocument/2006/relationships/customXml" Target="../ink/ink475.xml"/><Relationship Id="rId111" Type="http://schemas.openxmlformats.org/officeDocument/2006/relationships/image" Target="../media/image326.png"/><Relationship Id="rId132" Type="http://schemas.openxmlformats.org/officeDocument/2006/relationships/customXml" Target="../ink/ink497.xml"/><Relationship Id="rId153" Type="http://schemas.openxmlformats.org/officeDocument/2006/relationships/image" Target="../media/image347.png"/><Relationship Id="rId15" Type="http://schemas.openxmlformats.org/officeDocument/2006/relationships/image" Target="../media/image253.png"/><Relationship Id="rId36" Type="http://schemas.openxmlformats.org/officeDocument/2006/relationships/customXml" Target="../ink/ink449.xml"/><Relationship Id="rId57" Type="http://schemas.openxmlformats.org/officeDocument/2006/relationships/image" Target="../media/image299.png"/><Relationship Id="rId106" Type="http://schemas.openxmlformats.org/officeDocument/2006/relationships/customXml" Target="../ink/ink484.xml"/><Relationship Id="rId127" Type="http://schemas.openxmlformats.org/officeDocument/2006/relationships/image" Target="../media/image334.png"/><Relationship Id="rId10" Type="http://schemas.openxmlformats.org/officeDocument/2006/relationships/customXml" Target="../ink/ink436.xml"/><Relationship Id="rId31" Type="http://schemas.openxmlformats.org/officeDocument/2006/relationships/image" Target="../media/image261.png"/><Relationship Id="rId52" Type="http://schemas.openxmlformats.org/officeDocument/2006/relationships/customXml" Target="../ink/ink457.xml"/><Relationship Id="rId73" Type="http://schemas.openxmlformats.org/officeDocument/2006/relationships/image" Target="../media/image307.png"/><Relationship Id="rId78" Type="http://schemas.openxmlformats.org/officeDocument/2006/relationships/customXml" Target="../ink/ink470.xml"/><Relationship Id="rId94" Type="http://schemas.openxmlformats.org/officeDocument/2006/relationships/customXml" Target="../ink/ink478.xml"/><Relationship Id="rId99" Type="http://schemas.openxmlformats.org/officeDocument/2006/relationships/image" Target="../media/image320.png"/><Relationship Id="rId101" Type="http://schemas.openxmlformats.org/officeDocument/2006/relationships/image" Target="../media/image321.png"/><Relationship Id="rId122" Type="http://schemas.openxmlformats.org/officeDocument/2006/relationships/customXml" Target="../ink/ink492.xml"/><Relationship Id="rId143" Type="http://schemas.openxmlformats.org/officeDocument/2006/relationships/image" Target="../media/image342.png"/><Relationship Id="rId148" Type="http://schemas.openxmlformats.org/officeDocument/2006/relationships/customXml" Target="../ink/ink505.xml"/><Relationship Id="rId164" Type="http://schemas.openxmlformats.org/officeDocument/2006/relationships/customXml" Target="../ink/ink513.xml"/><Relationship Id="rId4" Type="http://schemas.openxmlformats.org/officeDocument/2006/relationships/customXml" Target="../ink/ink433.xml"/><Relationship Id="rId9" Type="http://schemas.openxmlformats.org/officeDocument/2006/relationships/image" Target="../media/image250.png"/><Relationship Id="rId26" Type="http://schemas.openxmlformats.org/officeDocument/2006/relationships/customXml" Target="../ink/ink444.xml"/><Relationship Id="rId47" Type="http://schemas.openxmlformats.org/officeDocument/2006/relationships/image" Target="../media/image294.png"/><Relationship Id="rId68" Type="http://schemas.openxmlformats.org/officeDocument/2006/relationships/customXml" Target="../ink/ink465.xml"/><Relationship Id="rId89" Type="http://schemas.openxmlformats.org/officeDocument/2006/relationships/image" Target="../media/image315.png"/><Relationship Id="rId112" Type="http://schemas.openxmlformats.org/officeDocument/2006/relationships/customXml" Target="../ink/ink487.xml"/><Relationship Id="rId133" Type="http://schemas.openxmlformats.org/officeDocument/2006/relationships/image" Target="../media/image337.png"/><Relationship Id="rId154" Type="http://schemas.openxmlformats.org/officeDocument/2006/relationships/customXml" Target="../ink/ink508.xml"/><Relationship Id="rId16" Type="http://schemas.openxmlformats.org/officeDocument/2006/relationships/customXml" Target="../ink/ink439.xml"/><Relationship Id="rId37" Type="http://schemas.openxmlformats.org/officeDocument/2006/relationships/image" Target="../media/image289.png"/><Relationship Id="rId58" Type="http://schemas.openxmlformats.org/officeDocument/2006/relationships/customXml" Target="../ink/ink460.xml"/><Relationship Id="rId79" Type="http://schemas.openxmlformats.org/officeDocument/2006/relationships/image" Target="../media/image310.png"/><Relationship Id="rId102" Type="http://schemas.openxmlformats.org/officeDocument/2006/relationships/customXml" Target="../ink/ink482.xml"/><Relationship Id="rId123" Type="http://schemas.openxmlformats.org/officeDocument/2006/relationships/image" Target="../media/image332.png"/><Relationship Id="rId144" Type="http://schemas.openxmlformats.org/officeDocument/2006/relationships/customXml" Target="../ink/ink503.xml"/><Relationship Id="rId90" Type="http://schemas.openxmlformats.org/officeDocument/2006/relationships/customXml" Target="../ink/ink476.xml"/><Relationship Id="rId165" Type="http://schemas.openxmlformats.org/officeDocument/2006/relationships/image" Target="../media/image353.png"/><Relationship Id="rId27" Type="http://schemas.openxmlformats.org/officeDocument/2006/relationships/image" Target="../media/image259.png"/><Relationship Id="rId48" Type="http://schemas.openxmlformats.org/officeDocument/2006/relationships/customXml" Target="../ink/ink455.xml"/><Relationship Id="rId69" Type="http://schemas.openxmlformats.org/officeDocument/2006/relationships/image" Target="../media/image305.png"/><Relationship Id="rId113" Type="http://schemas.openxmlformats.org/officeDocument/2006/relationships/image" Target="../media/image327.png"/><Relationship Id="rId134" Type="http://schemas.openxmlformats.org/officeDocument/2006/relationships/customXml" Target="../ink/ink498.xml"/><Relationship Id="rId80" Type="http://schemas.openxmlformats.org/officeDocument/2006/relationships/customXml" Target="../ink/ink471.xml"/><Relationship Id="rId155" Type="http://schemas.openxmlformats.org/officeDocument/2006/relationships/image" Target="../media/image348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72.xml"/><Relationship Id="rId21" Type="http://schemas.openxmlformats.org/officeDocument/2006/relationships/customXml" Target="../ink/ink524.xml"/><Relationship Id="rId42" Type="http://schemas.openxmlformats.org/officeDocument/2006/relationships/image" Target="../media/image36.png"/><Relationship Id="rId63" Type="http://schemas.openxmlformats.org/officeDocument/2006/relationships/customXml" Target="../ink/ink545.xml"/><Relationship Id="rId84" Type="http://schemas.openxmlformats.org/officeDocument/2006/relationships/image" Target="../media/image358.png"/><Relationship Id="rId16" Type="http://schemas.openxmlformats.org/officeDocument/2006/relationships/image" Target="../media/image25.png"/><Relationship Id="rId107" Type="http://schemas.openxmlformats.org/officeDocument/2006/relationships/customXml" Target="../ink/ink567.xml"/><Relationship Id="rId11" Type="http://schemas.openxmlformats.org/officeDocument/2006/relationships/customXml" Target="../ink/ink519.xml"/><Relationship Id="rId32" Type="http://schemas.openxmlformats.org/officeDocument/2006/relationships/image" Target="../media/image31.png"/><Relationship Id="rId37" Type="http://schemas.openxmlformats.org/officeDocument/2006/relationships/customXml" Target="../ink/ink532.xml"/><Relationship Id="rId53" Type="http://schemas.openxmlformats.org/officeDocument/2006/relationships/customXml" Target="../ink/ink540.xml"/><Relationship Id="rId58" Type="http://schemas.openxmlformats.org/officeDocument/2006/relationships/image" Target="../media/image43.png"/><Relationship Id="rId74" Type="http://schemas.openxmlformats.org/officeDocument/2006/relationships/image" Target="../media/image50.png"/><Relationship Id="rId79" Type="http://schemas.openxmlformats.org/officeDocument/2006/relationships/customXml" Target="../ink/ink553.xml"/><Relationship Id="rId102" Type="http://schemas.openxmlformats.org/officeDocument/2006/relationships/image" Target="../media/image367.png"/><Relationship Id="rId123" Type="http://schemas.openxmlformats.org/officeDocument/2006/relationships/customXml" Target="../ink/ink575.xml"/><Relationship Id="rId128" Type="http://schemas.openxmlformats.org/officeDocument/2006/relationships/image" Target="../media/image380.png"/><Relationship Id="rId5" Type="http://schemas.openxmlformats.org/officeDocument/2006/relationships/customXml" Target="../ink/ink516.xml"/><Relationship Id="rId90" Type="http://schemas.openxmlformats.org/officeDocument/2006/relationships/image" Target="../media/image361.png"/><Relationship Id="rId95" Type="http://schemas.openxmlformats.org/officeDocument/2006/relationships/customXml" Target="../ink/ink561.xml"/><Relationship Id="rId22" Type="http://schemas.openxmlformats.org/officeDocument/2006/relationships/image" Target="../media/image27.png"/><Relationship Id="rId27" Type="http://schemas.openxmlformats.org/officeDocument/2006/relationships/customXml" Target="../ink/ink527.xml"/><Relationship Id="rId43" Type="http://schemas.openxmlformats.org/officeDocument/2006/relationships/customXml" Target="../ink/ink535.xml"/><Relationship Id="rId48" Type="http://schemas.openxmlformats.org/officeDocument/2006/relationships/image" Target="../media/image38.png"/><Relationship Id="rId64" Type="http://schemas.openxmlformats.org/officeDocument/2006/relationships/image" Target="../media/image45.png"/><Relationship Id="rId69" Type="http://schemas.openxmlformats.org/officeDocument/2006/relationships/customXml" Target="../ink/ink548.xml"/><Relationship Id="rId113" Type="http://schemas.openxmlformats.org/officeDocument/2006/relationships/customXml" Target="../ink/ink570.xml"/><Relationship Id="rId118" Type="http://schemas.openxmlformats.org/officeDocument/2006/relationships/image" Target="../media/image375.png"/><Relationship Id="rId134" Type="http://schemas.openxmlformats.org/officeDocument/2006/relationships/image" Target="../media/image383.png"/><Relationship Id="rId80" Type="http://schemas.openxmlformats.org/officeDocument/2006/relationships/image" Target="../media/image356.png"/><Relationship Id="rId85" Type="http://schemas.openxmlformats.org/officeDocument/2006/relationships/customXml" Target="../ink/ink556.xml"/><Relationship Id="rId12" Type="http://schemas.openxmlformats.org/officeDocument/2006/relationships/image" Target="../media/image23.png"/><Relationship Id="rId17" Type="http://schemas.openxmlformats.org/officeDocument/2006/relationships/customXml" Target="../ink/ink522.xml"/><Relationship Id="rId33" Type="http://schemas.openxmlformats.org/officeDocument/2006/relationships/customXml" Target="../ink/ink530.xml"/><Relationship Id="rId38" Type="http://schemas.openxmlformats.org/officeDocument/2006/relationships/image" Target="../media/image34.png"/><Relationship Id="rId59" Type="http://schemas.openxmlformats.org/officeDocument/2006/relationships/customXml" Target="../ink/ink543.xml"/><Relationship Id="rId103" Type="http://schemas.openxmlformats.org/officeDocument/2006/relationships/customXml" Target="../ink/ink565.xml"/><Relationship Id="rId108" Type="http://schemas.openxmlformats.org/officeDocument/2006/relationships/image" Target="../media/image370.png"/><Relationship Id="rId124" Type="http://schemas.openxmlformats.org/officeDocument/2006/relationships/image" Target="../media/image378.png"/><Relationship Id="rId129" Type="http://schemas.openxmlformats.org/officeDocument/2006/relationships/customXml" Target="../ink/ink578.xml"/><Relationship Id="rId54" Type="http://schemas.openxmlformats.org/officeDocument/2006/relationships/image" Target="../media/image41.png"/><Relationship Id="rId70" Type="http://schemas.openxmlformats.org/officeDocument/2006/relationships/image" Target="../media/image48.png"/><Relationship Id="rId75" Type="http://schemas.openxmlformats.org/officeDocument/2006/relationships/customXml" Target="../ink/ink551.xml"/><Relationship Id="rId91" Type="http://schemas.openxmlformats.org/officeDocument/2006/relationships/customXml" Target="../ink/ink559.xml"/><Relationship Id="rId96" Type="http://schemas.openxmlformats.org/officeDocument/2006/relationships/image" Target="../media/image3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23" Type="http://schemas.openxmlformats.org/officeDocument/2006/relationships/customXml" Target="../ink/ink525.xml"/><Relationship Id="rId28" Type="http://schemas.openxmlformats.org/officeDocument/2006/relationships/image" Target="../media/image117.png"/><Relationship Id="rId49" Type="http://schemas.openxmlformats.org/officeDocument/2006/relationships/customXml" Target="../ink/ink538.xml"/><Relationship Id="rId114" Type="http://schemas.openxmlformats.org/officeDocument/2006/relationships/image" Target="../media/image373.png"/><Relationship Id="rId119" Type="http://schemas.openxmlformats.org/officeDocument/2006/relationships/customXml" Target="../ink/ink573.xml"/><Relationship Id="rId44" Type="http://schemas.openxmlformats.org/officeDocument/2006/relationships/image" Target="../media/image118.png"/><Relationship Id="rId60" Type="http://schemas.openxmlformats.org/officeDocument/2006/relationships/image" Target="../media/image119.png"/><Relationship Id="rId65" Type="http://schemas.openxmlformats.org/officeDocument/2006/relationships/customXml" Target="../ink/ink546.xml"/><Relationship Id="rId81" Type="http://schemas.openxmlformats.org/officeDocument/2006/relationships/customXml" Target="../ink/ink554.xml"/><Relationship Id="rId86" Type="http://schemas.openxmlformats.org/officeDocument/2006/relationships/image" Target="../media/image359.png"/><Relationship Id="rId130" Type="http://schemas.openxmlformats.org/officeDocument/2006/relationships/image" Target="../media/image381.png"/><Relationship Id="rId135" Type="http://schemas.openxmlformats.org/officeDocument/2006/relationships/customXml" Target="../ink/ink581.xml"/><Relationship Id="rId13" Type="http://schemas.openxmlformats.org/officeDocument/2006/relationships/customXml" Target="../ink/ink520.xml"/><Relationship Id="rId18" Type="http://schemas.openxmlformats.org/officeDocument/2006/relationships/image" Target="../media/image26.png"/><Relationship Id="rId39" Type="http://schemas.openxmlformats.org/officeDocument/2006/relationships/customXml" Target="../ink/ink533.xml"/><Relationship Id="rId109" Type="http://schemas.openxmlformats.org/officeDocument/2006/relationships/customXml" Target="../ink/ink568.xml"/><Relationship Id="rId34" Type="http://schemas.openxmlformats.org/officeDocument/2006/relationships/image" Target="../media/image32.png"/><Relationship Id="rId50" Type="http://schemas.openxmlformats.org/officeDocument/2006/relationships/image" Target="../media/image39.png"/><Relationship Id="rId55" Type="http://schemas.openxmlformats.org/officeDocument/2006/relationships/customXml" Target="../ink/ink541.xml"/><Relationship Id="rId76" Type="http://schemas.openxmlformats.org/officeDocument/2006/relationships/image" Target="../media/image51.png"/><Relationship Id="rId97" Type="http://schemas.openxmlformats.org/officeDocument/2006/relationships/customXml" Target="../ink/ink562.xml"/><Relationship Id="rId104" Type="http://schemas.openxmlformats.org/officeDocument/2006/relationships/image" Target="../media/image368.png"/><Relationship Id="rId120" Type="http://schemas.openxmlformats.org/officeDocument/2006/relationships/image" Target="../media/image376.png"/><Relationship Id="rId125" Type="http://schemas.openxmlformats.org/officeDocument/2006/relationships/customXml" Target="../ink/ink576.xml"/><Relationship Id="rId7" Type="http://schemas.openxmlformats.org/officeDocument/2006/relationships/customXml" Target="../ink/ink517.xml"/><Relationship Id="rId71" Type="http://schemas.openxmlformats.org/officeDocument/2006/relationships/customXml" Target="../ink/ink549.xml"/><Relationship Id="rId92" Type="http://schemas.openxmlformats.org/officeDocument/2006/relationships/image" Target="../media/image362.png"/><Relationship Id="rId2" Type="http://schemas.openxmlformats.org/officeDocument/2006/relationships/customXml" Target="../ink/ink515.xml"/><Relationship Id="rId29" Type="http://schemas.openxmlformats.org/officeDocument/2006/relationships/customXml" Target="../ink/ink528.xml"/><Relationship Id="rId24" Type="http://schemas.openxmlformats.org/officeDocument/2006/relationships/image" Target="../media/image28.png"/><Relationship Id="rId40" Type="http://schemas.openxmlformats.org/officeDocument/2006/relationships/image" Target="../media/image35.png"/><Relationship Id="rId45" Type="http://schemas.openxmlformats.org/officeDocument/2006/relationships/customXml" Target="../ink/ink536.xml"/><Relationship Id="rId66" Type="http://schemas.openxmlformats.org/officeDocument/2006/relationships/image" Target="../media/image46.png"/><Relationship Id="rId87" Type="http://schemas.openxmlformats.org/officeDocument/2006/relationships/customXml" Target="../ink/ink557.xml"/><Relationship Id="rId110" Type="http://schemas.openxmlformats.org/officeDocument/2006/relationships/image" Target="../media/image371.png"/><Relationship Id="rId115" Type="http://schemas.openxmlformats.org/officeDocument/2006/relationships/customXml" Target="../ink/ink571.xml"/><Relationship Id="rId131" Type="http://schemas.openxmlformats.org/officeDocument/2006/relationships/customXml" Target="../ink/ink579.xml"/><Relationship Id="rId136" Type="http://schemas.openxmlformats.org/officeDocument/2006/relationships/image" Target="../media/image384.png"/><Relationship Id="rId61" Type="http://schemas.openxmlformats.org/officeDocument/2006/relationships/customXml" Target="../ink/ink544.xml"/><Relationship Id="rId82" Type="http://schemas.openxmlformats.org/officeDocument/2006/relationships/image" Target="../media/image357.png"/><Relationship Id="rId19" Type="http://schemas.openxmlformats.org/officeDocument/2006/relationships/customXml" Target="../ink/ink523.xml"/><Relationship Id="rId14" Type="http://schemas.openxmlformats.org/officeDocument/2006/relationships/image" Target="../media/image24.png"/><Relationship Id="rId30" Type="http://schemas.openxmlformats.org/officeDocument/2006/relationships/image" Target="../media/image30.png"/><Relationship Id="rId35" Type="http://schemas.openxmlformats.org/officeDocument/2006/relationships/customXml" Target="../ink/ink531.xml"/><Relationship Id="rId56" Type="http://schemas.openxmlformats.org/officeDocument/2006/relationships/image" Target="../media/image42.png"/><Relationship Id="rId77" Type="http://schemas.openxmlformats.org/officeDocument/2006/relationships/customXml" Target="../ink/ink552.xml"/><Relationship Id="rId100" Type="http://schemas.openxmlformats.org/officeDocument/2006/relationships/image" Target="../media/image366.png"/><Relationship Id="rId105" Type="http://schemas.openxmlformats.org/officeDocument/2006/relationships/customXml" Target="../ink/ink566.xml"/><Relationship Id="rId126" Type="http://schemas.openxmlformats.org/officeDocument/2006/relationships/image" Target="../media/image379.png"/><Relationship Id="rId8" Type="http://schemas.openxmlformats.org/officeDocument/2006/relationships/image" Target="../media/image115.png"/><Relationship Id="rId51" Type="http://schemas.openxmlformats.org/officeDocument/2006/relationships/customXml" Target="../ink/ink539.xml"/><Relationship Id="rId72" Type="http://schemas.openxmlformats.org/officeDocument/2006/relationships/image" Target="../media/image49.png"/><Relationship Id="rId93" Type="http://schemas.openxmlformats.org/officeDocument/2006/relationships/customXml" Target="../ink/ink560.xml"/><Relationship Id="rId98" Type="http://schemas.openxmlformats.org/officeDocument/2006/relationships/image" Target="../media/image365.png"/><Relationship Id="rId121" Type="http://schemas.openxmlformats.org/officeDocument/2006/relationships/customXml" Target="../ink/ink574.xml"/><Relationship Id="rId3" Type="http://schemas.openxmlformats.org/officeDocument/2006/relationships/image" Target="../media/image19.png"/><Relationship Id="rId25" Type="http://schemas.openxmlformats.org/officeDocument/2006/relationships/customXml" Target="../ink/ink526.xml"/><Relationship Id="rId46" Type="http://schemas.openxmlformats.org/officeDocument/2006/relationships/image" Target="../media/image37.png"/><Relationship Id="rId67" Type="http://schemas.openxmlformats.org/officeDocument/2006/relationships/customXml" Target="../ink/ink547.xml"/><Relationship Id="rId116" Type="http://schemas.openxmlformats.org/officeDocument/2006/relationships/image" Target="../media/image374.png"/><Relationship Id="rId20" Type="http://schemas.openxmlformats.org/officeDocument/2006/relationships/image" Target="../media/image116.png"/><Relationship Id="rId41" Type="http://schemas.openxmlformats.org/officeDocument/2006/relationships/customXml" Target="../ink/ink534.xml"/><Relationship Id="rId62" Type="http://schemas.openxmlformats.org/officeDocument/2006/relationships/image" Target="../media/image44.png"/><Relationship Id="rId83" Type="http://schemas.openxmlformats.org/officeDocument/2006/relationships/customXml" Target="../ink/ink555.xml"/><Relationship Id="rId88" Type="http://schemas.openxmlformats.org/officeDocument/2006/relationships/image" Target="../media/image360.png"/><Relationship Id="rId111" Type="http://schemas.openxmlformats.org/officeDocument/2006/relationships/customXml" Target="../ink/ink569.xml"/><Relationship Id="rId132" Type="http://schemas.openxmlformats.org/officeDocument/2006/relationships/image" Target="../media/image382.png"/><Relationship Id="rId15" Type="http://schemas.openxmlformats.org/officeDocument/2006/relationships/customXml" Target="../ink/ink521.xml"/><Relationship Id="rId36" Type="http://schemas.openxmlformats.org/officeDocument/2006/relationships/image" Target="../media/image33.png"/><Relationship Id="rId57" Type="http://schemas.openxmlformats.org/officeDocument/2006/relationships/customXml" Target="../ink/ink542.xml"/><Relationship Id="rId106" Type="http://schemas.openxmlformats.org/officeDocument/2006/relationships/image" Target="../media/image369.png"/><Relationship Id="rId127" Type="http://schemas.openxmlformats.org/officeDocument/2006/relationships/customXml" Target="../ink/ink577.xml"/><Relationship Id="rId10" Type="http://schemas.openxmlformats.org/officeDocument/2006/relationships/image" Target="../media/image22.png"/><Relationship Id="rId31" Type="http://schemas.openxmlformats.org/officeDocument/2006/relationships/customXml" Target="../ink/ink529.xml"/><Relationship Id="rId52" Type="http://schemas.openxmlformats.org/officeDocument/2006/relationships/image" Target="../media/image40.png"/><Relationship Id="rId73" Type="http://schemas.openxmlformats.org/officeDocument/2006/relationships/customXml" Target="../ink/ink550.xml"/><Relationship Id="rId78" Type="http://schemas.openxmlformats.org/officeDocument/2006/relationships/image" Target="../media/image355.png"/><Relationship Id="rId94" Type="http://schemas.openxmlformats.org/officeDocument/2006/relationships/image" Target="../media/image363.png"/><Relationship Id="rId99" Type="http://schemas.openxmlformats.org/officeDocument/2006/relationships/customXml" Target="../ink/ink563.xml"/><Relationship Id="rId101" Type="http://schemas.openxmlformats.org/officeDocument/2006/relationships/customXml" Target="../ink/ink564.xml"/><Relationship Id="rId122" Type="http://schemas.openxmlformats.org/officeDocument/2006/relationships/image" Target="../media/image377.png"/><Relationship Id="rId4" Type="http://schemas.openxmlformats.org/officeDocument/2006/relationships/image" Target="../media/image20.png"/><Relationship Id="rId9" Type="http://schemas.openxmlformats.org/officeDocument/2006/relationships/customXml" Target="../ink/ink518.xml"/><Relationship Id="rId26" Type="http://schemas.openxmlformats.org/officeDocument/2006/relationships/image" Target="../media/image29.png"/><Relationship Id="rId47" Type="http://schemas.openxmlformats.org/officeDocument/2006/relationships/customXml" Target="../ink/ink537.xml"/><Relationship Id="rId68" Type="http://schemas.openxmlformats.org/officeDocument/2006/relationships/image" Target="../media/image47.png"/><Relationship Id="rId89" Type="http://schemas.openxmlformats.org/officeDocument/2006/relationships/customXml" Target="../ink/ink558.xml"/><Relationship Id="rId112" Type="http://schemas.openxmlformats.org/officeDocument/2006/relationships/image" Target="../media/image372.png"/><Relationship Id="rId133" Type="http://schemas.openxmlformats.org/officeDocument/2006/relationships/customXml" Target="../ink/ink580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88.xml"/><Relationship Id="rId18" Type="http://schemas.openxmlformats.org/officeDocument/2006/relationships/image" Target="../media/image347.png"/><Relationship Id="rId26" Type="http://schemas.openxmlformats.org/officeDocument/2006/relationships/image" Target="../media/image351.png"/><Relationship Id="rId3" Type="http://schemas.openxmlformats.org/officeDocument/2006/relationships/image" Target="../media/image385.png"/><Relationship Id="rId21" Type="http://schemas.openxmlformats.org/officeDocument/2006/relationships/customXml" Target="../ink/ink592.xml"/><Relationship Id="rId34" Type="http://schemas.openxmlformats.org/officeDocument/2006/relationships/image" Target="../media/image386.png"/><Relationship Id="rId7" Type="http://schemas.openxmlformats.org/officeDocument/2006/relationships/customXml" Target="../ink/ink585.xml"/><Relationship Id="rId12" Type="http://schemas.openxmlformats.org/officeDocument/2006/relationships/image" Target="../media/image344.png"/><Relationship Id="rId17" Type="http://schemas.openxmlformats.org/officeDocument/2006/relationships/customXml" Target="../ink/ink590.xml"/><Relationship Id="rId25" Type="http://schemas.openxmlformats.org/officeDocument/2006/relationships/customXml" Target="../ink/ink594.xml"/><Relationship Id="rId33" Type="http://schemas.openxmlformats.org/officeDocument/2006/relationships/customXml" Target="../ink/ink598.xml"/><Relationship Id="rId2" Type="http://schemas.openxmlformats.org/officeDocument/2006/relationships/customXml" Target="../ink/ink582.xml"/><Relationship Id="rId16" Type="http://schemas.openxmlformats.org/officeDocument/2006/relationships/image" Target="../media/image346.png"/><Relationship Id="rId20" Type="http://schemas.openxmlformats.org/officeDocument/2006/relationships/image" Target="../media/image348.png"/><Relationship Id="rId29" Type="http://schemas.openxmlformats.org/officeDocument/2006/relationships/customXml" Target="../ink/ink59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1.png"/><Relationship Id="rId11" Type="http://schemas.openxmlformats.org/officeDocument/2006/relationships/customXml" Target="../ink/ink587.xml"/><Relationship Id="rId24" Type="http://schemas.openxmlformats.org/officeDocument/2006/relationships/image" Target="../media/image350.png"/><Relationship Id="rId32" Type="http://schemas.openxmlformats.org/officeDocument/2006/relationships/image" Target="../media/image354.png"/><Relationship Id="rId5" Type="http://schemas.openxmlformats.org/officeDocument/2006/relationships/customXml" Target="../ink/ink584.xml"/><Relationship Id="rId15" Type="http://schemas.openxmlformats.org/officeDocument/2006/relationships/customXml" Target="../ink/ink589.xml"/><Relationship Id="rId23" Type="http://schemas.openxmlformats.org/officeDocument/2006/relationships/customXml" Target="../ink/ink593.xml"/><Relationship Id="rId28" Type="http://schemas.openxmlformats.org/officeDocument/2006/relationships/image" Target="../media/image352.png"/><Relationship Id="rId10" Type="http://schemas.openxmlformats.org/officeDocument/2006/relationships/image" Target="../media/image343.png"/><Relationship Id="rId19" Type="http://schemas.openxmlformats.org/officeDocument/2006/relationships/customXml" Target="../ink/ink591.xml"/><Relationship Id="rId31" Type="http://schemas.openxmlformats.org/officeDocument/2006/relationships/customXml" Target="../ink/ink597.xml"/><Relationship Id="rId94" Type="http://schemas.openxmlformats.org/officeDocument/2006/relationships/image" Target="../media/image221.png"/><Relationship Id="rId4" Type="http://schemas.openxmlformats.org/officeDocument/2006/relationships/customXml" Target="../ink/ink583.xml"/><Relationship Id="rId9" Type="http://schemas.openxmlformats.org/officeDocument/2006/relationships/customXml" Target="../ink/ink586.xml"/><Relationship Id="rId14" Type="http://schemas.openxmlformats.org/officeDocument/2006/relationships/image" Target="../media/image345.png"/><Relationship Id="rId22" Type="http://schemas.openxmlformats.org/officeDocument/2006/relationships/image" Target="../media/image349.png"/><Relationship Id="rId27" Type="http://schemas.openxmlformats.org/officeDocument/2006/relationships/customXml" Target="../ink/ink595.xml"/><Relationship Id="rId30" Type="http://schemas.openxmlformats.org/officeDocument/2006/relationships/image" Target="../media/image353.png"/><Relationship Id="rId35" Type="http://schemas.openxmlformats.org/officeDocument/2006/relationships/customXml" Target="../ink/ink599.xml"/><Relationship Id="rId8" Type="http://schemas.openxmlformats.org/officeDocument/2006/relationships/image" Target="../media/image34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87FA5DEE-8ADF-4650-A587-EA134961864B}"/>
                  </a:ext>
                </a:extLst>
              </p14:cNvPr>
              <p14:cNvContentPartPr/>
              <p14:nvPr/>
            </p14:nvContentPartPr>
            <p14:xfrm>
              <a:off x="726669" y="3753625"/>
              <a:ext cx="1036080" cy="50544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87FA5DEE-8ADF-4650-A587-EA13496186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8669" y="3735625"/>
                <a:ext cx="1071720" cy="54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13989D5C-DFB5-47C7-9AA2-569033C2797B}"/>
                  </a:ext>
                </a:extLst>
              </p14:cNvPr>
              <p14:cNvContentPartPr/>
              <p14:nvPr/>
            </p14:nvContentPartPr>
            <p14:xfrm>
              <a:off x="1669509" y="3045865"/>
              <a:ext cx="957240" cy="35424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13989D5C-DFB5-47C7-9AA2-569033C279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51509" y="3028225"/>
                <a:ext cx="99288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8539AD0B-A336-42EB-84E9-5C2EFD11F43B}"/>
                  </a:ext>
                </a:extLst>
              </p14:cNvPr>
              <p14:cNvContentPartPr/>
              <p14:nvPr/>
            </p14:nvContentPartPr>
            <p14:xfrm>
              <a:off x="817749" y="3041185"/>
              <a:ext cx="614880" cy="43344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8539AD0B-A336-42EB-84E9-5C2EFD11F43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0119" y="3023545"/>
                <a:ext cx="650499" cy="46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C1CF48B0-B875-4134-91C5-D361798A8176}"/>
                  </a:ext>
                </a:extLst>
              </p14:cNvPr>
              <p14:cNvContentPartPr/>
              <p14:nvPr/>
            </p14:nvContentPartPr>
            <p14:xfrm>
              <a:off x="1982349" y="3931825"/>
              <a:ext cx="149400" cy="1440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C1CF48B0-B875-4134-91C5-D361798A817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64709" y="3914185"/>
                <a:ext cx="18504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47C9B4B0-D9B0-4A8F-A0FF-D0B3B26357C5}"/>
                  </a:ext>
                </a:extLst>
              </p14:cNvPr>
              <p14:cNvContentPartPr/>
              <p14:nvPr/>
            </p14:nvContentPartPr>
            <p14:xfrm>
              <a:off x="2020869" y="4047025"/>
              <a:ext cx="166320" cy="2520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47C9B4B0-D9B0-4A8F-A0FF-D0B3B26357C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03229" y="4029385"/>
                <a:ext cx="20196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92768667-CF13-4E62-BA0A-13BC4B5A4190}"/>
                  </a:ext>
                </a:extLst>
              </p14:cNvPr>
              <p14:cNvContentPartPr/>
              <p14:nvPr/>
            </p14:nvContentPartPr>
            <p14:xfrm>
              <a:off x="2343429" y="3840385"/>
              <a:ext cx="1698480" cy="39996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92768667-CF13-4E62-BA0A-13BC4B5A419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25785" y="3822385"/>
                <a:ext cx="1734128" cy="43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478C38D9-CFE4-4348-A9AB-5B9B186F61D8}"/>
                  </a:ext>
                </a:extLst>
              </p14:cNvPr>
              <p14:cNvContentPartPr/>
              <p14:nvPr/>
            </p14:nvContentPartPr>
            <p14:xfrm>
              <a:off x="1944189" y="4850905"/>
              <a:ext cx="178560" cy="3204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478C38D9-CFE4-4348-A9AB-5B9B186F61D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926189" y="4832905"/>
                <a:ext cx="21420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256B311E-EC71-4869-8CFE-41145542961F}"/>
                  </a:ext>
                </a:extLst>
              </p14:cNvPr>
              <p14:cNvContentPartPr/>
              <p14:nvPr/>
            </p14:nvContentPartPr>
            <p14:xfrm>
              <a:off x="2001789" y="4961785"/>
              <a:ext cx="98280" cy="1404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256B311E-EC71-4869-8CFE-41145542961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983789" y="4943785"/>
                <a:ext cx="13392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2E58684C-6F14-4884-8673-C723B7303372}"/>
                  </a:ext>
                </a:extLst>
              </p14:cNvPr>
              <p14:cNvContentPartPr/>
              <p14:nvPr/>
            </p14:nvContentPartPr>
            <p14:xfrm>
              <a:off x="2430189" y="4682425"/>
              <a:ext cx="279360" cy="36036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2E58684C-6F14-4884-8673-C723B730337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12189" y="4664425"/>
                <a:ext cx="315000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C40B8649-24B3-468E-B4D4-365D8DDF9856}"/>
                  </a:ext>
                </a:extLst>
              </p14:cNvPr>
              <p14:cNvContentPartPr/>
              <p14:nvPr/>
            </p14:nvContentPartPr>
            <p14:xfrm>
              <a:off x="832509" y="4509265"/>
              <a:ext cx="961200" cy="54252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C40B8649-24B3-468E-B4D4-365D8DDF985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14509" y="4491265"/>
                <a:ext cx="996840" cy="57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BEEAAF58-D35A-4D1B-845C-869D456ADB59}"/>
                  </a:ext>
                </a:extLst>
              </p14:cNvPr>
              <p14:cNvContentPartPr/>
              <p14:nvPr/>
            </p14:nvContentPartPr>
            <p14:xfrm>
              <a:off x="3450429" y="4817425"/>
              <a:ext cx="185400" cy="1404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BEEAAF58-D35A-4D1B-845C-869D456ADB5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432429" y="4799425"/>
                <a:ext cx="2210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084ECC52-416D-4973-B56F-D28A8584671E}"/>
                  </a:ext>
                </a:extLst>
              </p14:cNvPr>
              <p14:cNvContentPartPr/>
              <p14:nvPr/>
            </p14:nvContentPartPr>
            <p14:xfrm>
              <a:off x="3479229" y="4899145"/>
              <a:ext cx="147960" cy="2808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084ECC52-416D-4973-B56F-D28A8584671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61589" y="4881145"/>
                <a:ext cx="18360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8BD13797-7C1D-4AFD-BCFC-D7044392AF09}"/>
                  </a:ext>
                </a:extLst>
              </p14:cNvPr>
              <p14:cNvContentPartPr/>
              <p14:nvPr/>
            </p14:nvContentPartPr>
            <p14:xfrm>
              <a:off x="3767949" y="4673785"/>
              <a:ext cx="267840" cy="35532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8BD13797-7C1D-4AFD-BCFC-D7044392AF0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749973" y="4655785"/>
                <a:ext cx="303432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E2D1D09D-4AF4-493B-9A9C-FF9A4855A0F0}"/>
                  </a:ext>
                </a:extLst>
              </p14:cNvPr>
              <p14:cNvContentPartPr/>
              <p14:nvPr/>
            </p14:nvContentPartPr>
            <p14:xfrm>
              <a:off x="2868309" y="4687105"/>
              <a:ext cx="449280" cy="33228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E2D1D09D-4AF4-493B-9A9C-FF9A4855A0F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850309" y="4669465"/>
                <a:ext cx="48492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74DCF8FA-5B5B-4B97-B389-54410E81184B}"/>
                  </a:ext>
                </a:extLst>
              </p14:cNvPr>
              <p14:cNvContentPartPr/>
              <p14:nvPr/>
            </p14:nvContentPartPr>
            <p14:xfrm>
              <a:off x="4374189" y="4725625"/>
              <a:ext cx="399960" cy="27432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74DCF8FA-5B5B-4B97-B389-54410E81184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356549" y="4707625"/>
                <a:ext cx="43560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1AEA234A-0CDC-4023-BFE4-D4754FFC05FD}"/>
                  </a:ext>
                </a:extLst>
              </p14:cNvPr>
              <p14:cNvContentPartPr/>
              <p14:nvPr/>
            </p14:nvContentPartPr>
            <p14:xfrm>
              <a:off x="5222709" y="4621225"/>
              <a:ext cx="471960" cy="38016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1AEA234A-0CDC-4023-BFE4-D4754FFC05F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204723" y="4603225"/>
                <a:ext cx="507573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DD49A7C3-3262-4D84-98BA-F04C59FE3D98}"/>
                  </a:ext>
                </a:extLst>
              </p14:cNvPr>
              <p14:cNvContentPartPr/>
              <p14:nvPr/>
            </p14:nvContentPartPr>
            <p14:xfrm>
              <a:off x="4971429" y="4740025"/>
              <a:ext cx="106200" cy="31644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DD49A7C3-3262-4D84-98BA-F04C59FE3D9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953429" y="4722385"/>
                <a:ext cx="14184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F06029E7-34D5-4DF0-96BC-410D2517437C}"/>
                  </a:ext>
                </a:extLst>
              </p14:cNvPr>
              <p14:cNvContentPartPr/>
              <p14:nvPr/>
            </p14:nvContentPartPr>
            <p14:xfrm>
              <a:off x="363069" y="882265"/>
              <a:ext cx="4844520" cy="181836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F06029E7-34D5-4DF0-96BC-410D2517437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45069" y="864269"/>
                <a:ext cx="4880160" cy="185399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1441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C03E2BBB-8617-46C6-83B1-702F83151BB1}"/>
                  </a:ext>
                </a:extLst>
              </p14:cNvPr>
              <p14:cNvContentPartPr/>
              <p14:nvPr/>
            </p14:nvContentPartPr>
            <p14:xfrm>
              <a:off x="2362509" y="4019305"/>
              <a:ext cx="360" cy="39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C03E2BBB-8617-46C6-83B1-702F83151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44869" y="4001665"/>
                <a:ext cx="36000" cy="39600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Imagine 19">
            <a:extLst>
              <a:ext uri="{FF2B5EF4-FFF2-40B4-BE49-F238E27FC236}">
                <a16:creationId xmlns:a16="http://schemas.microsoft.com/office/drawing/2014/main" id="{3E1322B0-D65A-4F92-968C-FB906E592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43" y="594391"/>
            <a:ext cx="3848100" cy="40233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2F2A56CE-3DFE-4919-9B2C-1BF8DCD19CEF}"/>
                  </a:ext>
                </a:extLst>
              </p14:cNvPr>
              <p14:cNvContentPartPr/>
              <p14:nvPr/>
            </p14:nvContentPartPr>
            <p14:xfrm>
              <a:off x="2404269" y="1233625"/>
              <a:ext cx="137880" cy="1962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2F2A56CE-3DFE-4919-9B2C-1BF8DCD19CE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86269" y="1215985"/>
                <a:ext cx="1735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E5908A64-FDCC-4394-B3C6-063B3B57689B}"/>
                  </a:ext>
                </a:extLst>
              </p14:cNvPr>
              <p14:cNvContentPartPr/>
              <p14:nvPr/>
            </p14:nvContentPartPr>
            <p14:xfrm>
              <a:off x="2824389" y="1188985"/>
              <a:ext cx="80640" cy="2343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E5908A64-FDCC-4394-B3C6-063B3B57689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06670" y="1170985"/>
                <a:ext cx="11644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9A027881-8202-4A17-8D64-6908A1E96924}"/>
                  </a:ext>
                </a:extLst>
              </p14:cNvPr>
              <p14:cNvContentPartPr/>
              <p14:nvPr/>
            </p14:nvContentPartPr>
            <p14:xfrm>
              <a:off x="3267549" y="1195825"/>
              <a:ext cx="128880" cy="2545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9A027881-8202-4A17-8D64-6908A1E9692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49909" y="1178185"/>
                <a:ext cx="16452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CC54E3B5-4D19-4A48-9FC1-27F9A1CE6A3C}"/>
                  </a:ext>
                </a:extLst>
              </p14:cNvPr>
              <p14:cNvContentPartPr/>
              <p14:nvPr/>
            </p14:nvContentPartPr>
            <p14:xfrm>
              <a:off x="2420469" y="1564465"/>
              <a:ext cx="85680" cy="24192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CC54E3B5-4D19-4A48-9FC1-27F9A1CE6A3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02469" y="1546825"/>
                <a:ext cx="12132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75BEFDB5-8099-4AE0-BF0F-24667B01D815}"/>
                  </a:ext>
                </a:extLst>
              </p14:cNvPr>
              <p14:cNvContentPartPr/>
              <p14:nvPr/>
            </p14:nvContentPartPr>
            <p14:xfrm>
              <a:off x="2829429" y="1583905"/>
              <a:ext cx="178920" cy="21204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75BEFDB5-8099-4AE0-BF0F-24667B01D81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811789" y="1566265"/>
                <a:ext cx="21456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F8F2F384-C695-4217-8C4C-E46A1DBD4289}"/>
                  </a:ext>
                </a:extLst>
              </p14:cNvPr>
              <p14:cNvContentPartPr/>
              <p14:nvPr/>
            </p14:nvContentPartPr>
            <p14:xfrm>
              <a:off x="3259629" y="1607665"/>
              <a:ext cx="195840" cy="22104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F8F2F384-C695-4217-8C4C-E46A1DBD428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241989" y="1590025"/>
                <a:ext cx="23148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C76DB421-D864-4DC0-94F6-51B49AD8ACF9}"/>
                  </a:ext>
                </a:extLst>
              </p14:cNvPr>
              <p14:cNvContentPartPr/>
              <p14:nvPr/>
            </p14:nvContentPartPr>
            <p14:xfrm>
              <a:off x="2439549" y="2014465"/>
              <a:ext cx="66600" cy="24372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C76DB421-D864-4DC0-94F6-51B49AD8ACF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421909" y="1996465"/>
                <a:ext cx="10224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550321F3-656F-437B-B758-FC01D2C95992}"/>
                  </a:ext>
                </a:extLst>
              </p14:cNvPr>
              <p14:cNvContentPartPr/>
              <p14:nvPr/>
            </p14:nvContentPartPr>
            <p14:xfrm>
              <a:off x="2881269" y="2020225"/>
              <a:ext cx="191520" cy="22752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550321F3-656F-437B-B758-FC01D2C9599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863269" y="2002585"/>
                <a:ext cx="22716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CF0C0E93-C9EB-4C61-B181-2E5DA5A5C90B}"/>
                  </a:ext>
                </a:extLst>
              </p14:cNvPr>
              <p14:cNvContentPartPr/>
              <p14:nvPr/>
            </p14:nvContentPartPr>
            <p14:xfrm>
              <a:off x="3243069" y="2001865"/>
              <a:ext cx="189000" cy="23832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CF0C0E93-C9EB-4C61-B181-2E5DA5A5C90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225429" y="1983865"/>
                <a:ext cx="22464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430A0118-73E9-4486-9146-1107AC8646C9}"/>
                  </a:ext>
                </a:extLst>
              </p14:cNvPr>
              <p14:cNvContentPartPr/>
              <p14:nvPr/>
            </p14:nvContentPartPr>
            <p14:xfrm>
              <a:off x="2454309" y="2433145"/>
              <a:ext cx="34200" cy="20736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430A0118-73E9-4486-9146-1107AC8646C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436309" y="2415505"/>
                <a:ext cx="6984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98A45B2A-1EDC-40D2-9BC6-4B4ACD1CB771}"/>
                  </a:ext>
                </a:extLst>
              </p14:cNvPr>
              <p14:cNvContentPartPr/>
              <p14:nvPr/>
            </p14:nvContentPartPr>
            <p14:xfrm>
              <a:off x="2804949" y="2451505"/>
              <a:ext cx="198720" cy="21024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98A45B2A-1EDC-40D2-9BC6-4B4ACD1CB77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787309" y="2433865"/>
                <a:ext cx="23436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385D3BD0-41E5-4527-BF42-665EE2F49225}"/>
                  </a:ext>
                </a:extLst>
              </p14:cNvPr>
              <p14:cNvContentPartPr/>
              <p14:nvPr/>
            </p14:nvContentPartPr>
            <p14:xfrm>
              <a:off x="3320469" y="2416225"/>
              <a:ext cx="61920" cy="22536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385D3BD0-41E5-4527-BF42-665EE2F4922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302469" y="2398585"/>
                <a:ext cx="9756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6879D841-2C91-4663-8703-0132D8CBD053}"/>
                  </a:ext>
                </a:extLst>
              </p14:cNvPr>
              <p14:cNvContentPartPr/>
              <p14:nvPr/>
            </p14:nvContentPartPr>
            <p14:xfrm>
              <a:off x="3636549" y="2423425"/>
              <a:ext cx="227880" cy="22932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6879D841-2C91-4663-8703-0132D8CBD05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618549" y="2405785"/>
                <a:ext cx="26352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51996679-D782-44D2-9574-6CAE8734D09D}"/>
                  </a:ext>
                </a:extLst>
              </p14:cNvPr>
              <p14:cNvContentPartPr/>
              <p14:nvPr/>
            </p14:nvContentPartPr>
            <p14:xfrm>
              <a:off x="2424789" y="2825905"/>
              <a:ext cx="45720" cy="22140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51996679-D782-44D2-9574-6CAE8734D09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406789" y="2807905"/>
                <a:ext cx="8136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CBD06CD2-30BA-43FE-BA63-DF8AE87464E5}"/>
                  </a:ext>
                </a:extLst>
              </p14:cNvPr>
              <p14:cNvContentPartPr/>
              <p14:nvPr/>
            </p14:nvContentPartPr>
            <p14:xfrm>
              <a:off x="2796669" y="2815105"/>
              <a:ext cx="203040" cy="24552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CBD06CD2-30BA-43FE-BA63-DF8AE87464E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778669" y="2797105"/>
                <a:ext cx="23868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AC41D743-7935-4757-AB4D-1408E8AAF1B7}"/>
                  </a:ext>
                </a:extLst>
              </p14:cNvPr>
              <p14:cNvContentPartPr/>
              <p14:nvPr/>
            </p14:nvContentPartPr>
            <p14:xfrm>
              <a:off x="3291669" y="2853625"/>
              <a:ext cx="58680" cy="21096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AC41D743-7935-4757-AB4D-1408E8AAF1B7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273669" y="2835985"/>
                <a:ext cx="9432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FBD8975A-BA3F-4CFA-A219-2F03C9BA8FDA}"/>
                  </a:ext>
                </a:extLst>
              </p14:cNvPr>
              <p14:cNvContentPartPr/>
              <p14:nvPr/>
            </p14:nvContentPartPr>
            <p14:xfrm>
              <a:off x="2420469" y="3270505"/>
              <a:ext cx="48960" cy="19404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FBD8975A-BA3F-4CFA-A219-2F03C9BA8FD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402469" y="3252865"/>
                <a:ext cx="8460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AB4C50E7-87CF-4AF8-9BBB-217C0271E05B}"/>
                  </a:ext>
                </a:extLst>
              </p14:cNvPr>
              <p14:cNvContentPartPr/>
              <p14:nvPr/>
            </p14:nvContentPartPr>
            <p14:xfrm>
              <a:off x="2877309" y="3236305"/>
              <a:ext cx="29520" cy="20124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AB4C50E7-87CF-4AF8-9BBB-217C0271E05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859309" y="3218305"/>
                <a:ext cx="6516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04B1C11A-8EA0-4D81-809D-37633377A17D}"/>
                  </a:ext>
                </a:extLst>
              </p14:cNvPr>
              <p14:cNvContentPartPr/>
              <p14:nvPr/>
            </p14:nvContentPartPr>
            <p14:xfrm>
              <a:off x="3272589" y="3271225"/>
              <a:ext cx="174600" cy="19764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04B1C11A-8EA0-4D81-809D-37633377A17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254589" y="3253225"/>
                <a:ext cx="2102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CFC8BEF6-A3C1-4B3A-826E-8B9F9FB9725A}"/>
                  </a:ext>
                </a:extLst>
              </p14:cNvPr>
              <p14:cNvContentPartPr/>
              <p14:nvPr/>
            </p14:nvContentPartPr>
            <p14:xfrm>
              <a:off x="3658869" y="3258265"/>
              <a:ext cx="227520" cy="22212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CFC8BEF6-A3C1-4B3A-826E-8B9F9FB9725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640869" y="3240625"/>
                <a:ext cx="26316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5B8A1602-4D3E-4B94-9A65-5838D838A73D}"/>
                  </a:ext>
                </a:extLst>
              </p14:cNvPr>
              <p14:cNvContentPartPr/>
              <p14:nvPr/>
            </p14:nvContentPartPr>
            <p14:xfrm>
              <a:off x="2396349" y="3690265"/>
              <a:ext cx="25200" cy="18828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5B8A1602-4D3E-4B94-9A65-5838D838A73D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378349" y="3672625"/>
                <a:ext cx="6084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7F5988D7-5D04-448A-8187-CA3FAB97A7BA}"/>
                  </a:ext>
                </a:extLst>
              </p14:cNvPr>
              <p14:cNvContentPartPr/>
              <p14:nvPr/>
            </p14:nvContentPartPr>
            <p14:xfrm>
              <a:off x="2848869" y="3679465"/>
              <a:ext cx="35280" cy="23760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7F5988D7-5D04-448A-8187-CA3FAB97A7BA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831229" y="3661825"/>
                <a:ext cx="709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535D7603-B791-43B6-B618-8CBC0529EA39}"/>
                  </a:ext>
                </a:extLst>
              </p14:cNvPr>
              <p14:cNvContentPartPr/>
              <p14:nvPr/>
            </p14:nvContentPartPr>
            <p14:xfrm>
              <a:off x="3259989" y="3692785"/>
              <a:ext cx="187920" cy="22320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535D7603-B791-43B6-B618-8CBC0529EA39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3241989" y="3675145"/>
                <a:ext cx="22356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645228F1-3B47-4E4D-AF86-A369F8381A80}"/>
                  </a:ext>
                </a:extLst>
              </p14:cNvPr>
              <p14:cNvContentPartPr/>
              <p14:nvPr/>
            </p14:nvContentPartPr>
            <p14:xfrm>
              <a:off x="2410749" y="4084825"/>
              <a:ext cx="44640" cy="22212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645228F1-3B47-4E4D-AF86-A369F8381A8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393109" y="4066825"/>
                <a:ext cx="8028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C7248A4E-D6EB-41B0-A5DB-2EB0E8453C2B}"/>
                  </a:ext>
                </a:extLst>
              </p14:cNvPr>
              <p14:cNvContentPartPr/>
              <p14:nvPr/>
            </p14:nvContentPartPr>
            <p14:xfrm>
              <a:off x="2824389" y="4093825"/>
              <a:ext cx="63000" cy="20088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C7248A4E-D6EB-41B0-A5DB-2EB0E8453C2B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806749" y="4076185"/>
                <a:ext cx="986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7F0FD0F3-91BD-484A-917D-E2CAF1447D32}"/>
                  </a:ext>
                </a:extLst>
              </p14:cNvPr>
              <p14:cNvContentPartPr/>
              <p14:nvPr/>
            </p14:nvContentPartPr>
            <p14:xfrm>
              <a:off x="3665349" y="4137385"/>
              <a:ext cx="214920" cy="18216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7F0FD0F3-91BD-484A-917D-E2CAF1447D32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647349" y="4119385"/>
                <a:ext cx="25056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5BBA2ABE-7D09-41FC-A476-47A9D4D110D1}"/>
                  </a:ext>
                </a:extLst>
              </p14:cNvPr>
              <p14:cNvContentPartPr/>
              <p14:nvPr/>
            </p14:nvContentPartPr>
            <p14:xfrm>
              <a:off x="3229389" y="4084465"/>
              <a:ext cx="144360" cy="23004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5BBA2ABE-7D09-41FC-A476-47A9D4D110D1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211434" y="4066825"/>
                <a:ext cx="179911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B74EFDB4-EDAF-4A3D-88C2-D2F6759572B5}"/>
                  </a:ext>
                </a:extLst>
              </p14:cNvPr>
              <p14:cNvContentPartPr/>
              <p14:nvPr/>
            </p14:nvContentPartPr>
            <p14:xfrm>
              <a:off x="2651229" y="163705"/>
              <a:ext cx="325440" cy="30744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B74EFDB4-EDAF-4A3D-88C2-D2F6759572B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633589" y="146065"/>
                <a:ext cx="36108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A1E8504F-9979-4885-843F-7EFA6B1A6AC5}"/>
                  </a:ext>
                </a:extLst>
              </p14:cNvPr>
              <p14:cNvContentPartPr/>
              <p14:nvPr/>
            </p14:nvContentPartPr>
            <p14:xfrm>
              <a:off x="2304909" y="235705"/>
              <a:ext cx="205560" cy="16848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A1E8504F-9979-4885-843F-7EFA6B1A6AC5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287269" y="217705"/>
                <a:ext cx="24120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DF9AE67C-EFEB-42DD-9289-AF20B4443795}"/>
                  </a:ext>
                </a:extLst>
              </p14:cNvPr>
              <p14:cNvContentPartPr/>
              <p14:nvPr/>
            </p14:nvContentPartPr>
            <p14:xfrm>
              <a:off x="1373229" y="130225"/>
              <a:ext cx="218160" cy="32220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DF9AE67C-EFEB-42DD-9289-AF20B4443795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355589" y="112585"/>
                <a:ext cx="25380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5F4E7C96-1538-458A-A81B-25B4F6BE24EE}"/>
                  </a:ext>
                </a:extLst>
              </p14:cNvPr>
              <p14:cNvContentPartPr/>
              <p14:nvPr/>
            </p14:nvContentPartPr>
            <p14:xfrm>
              <a:off x="1703349" y="163345"/>
              <a:ext cx="498240" cy="24264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5F4E7C96-1538-458A-A81B-25B4F6BE24EE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685349" y="145345"/>
                <a:ext cx="53388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6AA9666B-B0CB-490D-9CB4-09A4BAB8C310}"/>
                  </a:ext>
                </a:extLst>
              </p14:cNvPr>
              <p14:cNvContentPartPr/>
              <p14:nvPr/>
            </p14:nvContentPartPr>
            <p14:xfrm>
              <a:off x="6169509" y="659065"/>
              <a:ext cx="451440" cy="55944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6AA9666B-B0CB-490D-9CB4-09A4BAB8C310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151869" y="641425"/>
                <a:ext cx="487080" cy="59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D70335B8-D2E8-4A3E-A1F0-A21095DB40BC}"/>
                  </a:ext>
                </a:extLst>
              </p14:cNvPr>
              <p14:cNvContentPartPr/>
              <p14:nvPr/>
            </p14:nvContentPartPr>
            <p14:xfrm>
              <a:off x="5212989" y="466465"/>
              <a:ext cx="573480" cy="38196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D70335B8-D2E8-4A3E-A1F0-A21095DB40BC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5194989" y="448825"/>
                <a:ext cx="60912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2FF781C1-8361-48EA-A4B1-8A9878FCCD81}"/>
                  </a:ext>
                </a:extLst>
              </p14:cNvPr>
              <p14:cNvContentPartPr/>
              <p14:nvPr/>
            </p14:nvContentPartPr>
            <p14:xfrm>
              <a:off x="943389" y="1110865"/>
              <a:ext cx="1146960" cy="39528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2FF781C1-8361-48EA-A4B1-8A9878FCCD81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925749" y="1093225"/>
                <a:ext cx="118260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5A834881-DE11-47D9-9AEA-487B0272C706}"/>
                  </a:ext>
                </a:extLst>
              </p14:cNvPr>
              <p14:cNvContentPartPr/>
              <p14:nvPr/>
            </p14:nvContentPartPr>
            <p14:xfrm>
              <a:off x="3604509" y="1096825"/>
              <a:ext cx="390600" cy="69264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5A834881-DE11-47D9-9AEA-487B0272C706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586509" y="1078825"/>
                <a:ext cx="426240" cy="72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C63FD75D-1B79-42F3-B73E-1CBEB2E41352}"/>
                  </a:ext>
                </a:extLst>
              </p14:cNvPr>
              <p14:cNvContentPartPr/>
              <p14:nvPr/>
            </p14:nvContentPartPr>
            <p14:xfrm>
              <a:off x="3607029" y="1930945"/>
              <a:ext cx="291600" cy="32400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C63FD75D-1B79-42F3-B73E-1CBEB2E41352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3589389" y="1913285"/>
                <a:ext cx="327240" cy="35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D18B344F-F52C-4C60-879F-FEDC05323556}"/>
                  </a:ext>
                </a:extLst>
              </p14:cNvPr>
              <p14:cNvContentPartPr/>
              <p14:nvPr/>
            </p14:nvContentPartPr>
            <p14:xfrm>
              <a:off x="914229" y="1948585"/>
              <a:ext cx="1238400" cy="36684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D18B344F-F52C-4C60-879F-FEDC05323556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896229" y="1930585"/>
                <a:ext cx="127404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20DD31FA-10BF-41E1-8AB1-B697B36F574C}"/>
                  </a:ext>
                </a:extLst>
              </p14:cNvPr>
              <p14:cNvContentPartPr/>
              <p14:nvPr/>
            </p14:nvContentPartPr>
            <p14:xfrm>
              <a:off x="3539349" y="2753545"/>
              <a:ext cx="348120" cy="30384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20DD31FA-10BF-41E1-8AB1-B697B36F574C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3521709" y="2735545"/>
                <a:ext cx="38376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BA26837D-0953-48B4-8E41-07940B933A1C}"/>
                  </a:ext>
                </a:extLst>
              </p14:cNvPr>
              <p14:cNvContentPartPr/>
              <p14:nvPr/>
            </p14:nvContentPartPr>
            <p14:xfrm>
              <a:off x="947349" y="2762185"/>
              <a:ext cx="1180080" cy="36792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BA26837D-0953-48B4-8E41-07940B933A1C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29349" y="2744185"/>
                <a:ext cx="121572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9DBCBDF3-833D-4F7A-9CB5-032E3E76CACB}"/>
                  </a:ext>
                </a:extLst>
              </p14:cNvPr>
              <p14:cNvContentPartPr/>
              <p14:nvPr/>
            </p14:nvContentPartPr>
            <p14:xfrm>
              <a:off x="991989" y="3614305"/>
              <a:ext cx="1053360" cy="35388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9DBCBDF3-833D-4F7A-9CB5-032E3E76CAC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74349" y="3596665"/>
                <a:ext cx="1089000" cy="38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6066D39E-A7E1-47FD-80B9-2F922A64D97F}"/>
                  </a:ext>
                </a:extLst>
              </p14:cNvPr>
              <p14:cNvContentPartPr/>
              <p14:nvPr/>
            </p14:nvContentPartPr>
            <p14:xfrm>
              <a:off x="3598029" y="3627625"/>
              <a:ext cx="309600" cy="28008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6066D39E-A7E1-47FD-80B9-2F922A64D97F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580389" y="3609625"/>
                <a:ext cx="34524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A4EB4C48-4A11-4415-86B8-098AACC325AA}"/>
                  </a:ext>
                </a:extLst>
              </p14:cNvPr>
              <p14:cNvContentPartPr/>
              <p14:nvPr/>
            </p14:nvContentPartPr>
            <p14:xfrm>
              <a:off x="4812309" y="1766065"/>
              <a:ext cx="583200" cy="58860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A4EB4C48-4A11-4415-86B8-098AACC325AA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794309" y="1748425"/>
                <a:ext cx="618840" cy="62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3809AE67-508E-479E-9CE7-163046ABFA4E}"/>
                  </a:ext>
                </a:extLst>
              </p14:cNvPr>
              <p14:cNvContentPartPr/>
              <p14:nvPr/>
            </p14:nvContentPartPr>
            <p14:xfrm>
              <a:off x="5683509" y="1785145"/>
              <a:ext cx="679680" cy="27468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3809AE67-508E-479E-9CE7-163046ABFA4E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5665869" y="1767145"/>
                <a:ext cx="71532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2FD39827-E4ED-490F-964E-0D8D958DA973}"/>
                  </a:ext>
                </a:extLst>
              </p14:cNvPr>
              <p14:cNvContentPartPr/>
              <p14:nvPr/>
            </p14:nvContentPartPr>
            <p14:xfrm>
              <a:off x="6530589" y="1833385"/>
              <a:ext cx="1068840" cy="32400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2FD39827-E4ED-490F-964E-0D8D958DA973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6512589" y="1815745"/>
                <a:ext cx="110448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6C4350C7-6719-4BBE-8B8E-B71B22324ACA}"/>
                  </a:ext>
                </a:extLst>
              </p14:cNvPr>
              <p14:cNvContentPartPr/>
              <p14:nvPr/>
            </p14:nvContentPartPr>
            <p14:xfrm>
              <a:off x="7955109" y="1889185"/>
              <a:ext cx="425160" cy="21060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6C4350C7-6719-4BBE-8B8E-B71B22324ACA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7937109" y="1871216"/>
                <a:ext cx="460800" cy="2461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D0B18A1B-5B42-4505-B25B-99E91CEEA64C}"/>
                  </a:ext>
                </a:extLst>
              </p14:cNvPr>
              <p14:cNvContentPartPr/>
              <p14:nvPr/>
            </p14:nvContentPartPr>
            <p14:xfrm>
              <a:off x="7714269" y="1876585"/>
              <a:ext cx="149040" cy="16092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D0B18A1B-5B42-4505-B25B-99E91CEEA64C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7696269" y="1858945"/>
                <a:ext cx="18468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B44BC44B-E488-44C9-BD99-26131DFA1F48}"/>
                  </a:ext>
                </a:extLst>
              </p14:cNvPr>
              <p14:cNvContentPartPr/>
              <p14:nvPr/>
            </p14:nvContentPartPr>
            <p14:xfrm>
              <a:off x="8728389" y="1948585"/>
              <a:ext cx="177480" cy="1332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B44BC44B-E488-44C9-BD99-26131DFA1F48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8710749" y="1930945"/>
                <a:ext cx="21312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22B39ABB-7322-48CA-BCAC-0B81BE4FCC3A}"/>
                  </a:ext>
                </a:extLst>
              </p14:cNvPr>
              <p14:cNvContentPartPr/>
              <p14:nvPr/>
            </p14:nvContentPartPr>
            <p14:xfrm>
              <a:off x="8763309" y="2035345"/>
              <a:ext cx="138600" cy="1512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22B39ABB-7322-48CA-BCAC-0B81BE4FCC3A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8745669" y="2017345"/>
                <a:ext cx="17424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82D0FB60-FC75-49A5-B0E1-FFF8E52E6D40}"/>
                  </a:ext>
                </a:extLst>
              </p14:cNvPr>
              <p14:cNvContentPartPr/>
              <p14:nvPr/>
            </p14:nvContentPartPr>
            <p14:xfrm>
              <a:off x="9068589" y="1222105"/>
              <a:ext cx="142200" cy="161208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82D0FB60-FC75-49A5-B0E1-FFF8E52E6D40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9050949" y="1204465"/>
                <a:ext cx="177840" cy="164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88" name="Cerneală 187">
                <a:extLst>
                  <a:ext uri="{FF2B5EF4-FFF2-40B4-BE49-F238E27FC236}">
                    <a16:creationId xmlns:a16="http://schemas.microsoft.com/office/drawing/2014/main" id="{A352A1BB-6BF0-434F-BFDC-23AA680121EB}"/>
                  </a:ext>
                </a:extLst>
              </p14:cNvPr>
              <p14:cNvContentPartPr/>
              <p14:nvPr/>
            </p14:nvContentPartPr>
            <p14:xfrm>
              <a:off x="9322029" y="1260265"/>
              <a:ext cx="580680" cy="1566360"/>
            </p14:xfrm>
          </p:contentPart>
        </mc:Choice>
        <mc:Fallback xmlns="">
          <p:pic>
            <p:nvPicPr>
              <p:cNvPr id="188" name="Cerneală 187">
                <a:extLst>
                  <a:ext uri="{FF2B5EF4-FFF2-40B4-BE49-F238E27FC236}">
                    <a16:creationId xmlns:a16="http://schemas.microsoft.com/office/drawing/2014/main" id="{A352A1BB-6BF0-434F-BFDC-23AA680121EB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9304040" y="1242625"/>
                <a:ext cx="616298" cy="160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89D4ADF4-EF0D-4EB3-B3C1-56DB39DDBB38}"/>
                  </a:ext>
                </a:extLst>
              </p14:cNvPr>
              <p14:cNvContentPartPr/>
              <p14:nvPr/>
            </p14:nvContentPartPr>
            <p14:xfrm>
              <a:off x="4499469" y="3262945"/>
              <a:ext cx="205560" cy="53280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89D4ADF4-EF0D-4EB3-B3C1-56DB39DDBB38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4481469" y="3244945"/>
                <a:ext cx="241200" cy="56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91" name="Cerneală 190">
                <a:extLst>
                  <a:ext uri="{FF2B5EF4-FFF2-40B4-BE49-F238E27FC236}">
                    <a16:creationId xmlns:a16="http://schemas.microsoft.com/office/drawing/2014/main" id="{26C4E69C-AF9A-4F9C-B0BF-F8A8102775AE}"/>
                  </a:ext>
                </a:extLst>
              </p14:cNvPr>
              <p14:cNvContentPartPr/>
              <p14:nvPr/>
            </p14:nvContentPartPr>
            <p14:xfrm>
              <a:off x="4799709" y="3686305"/>
              <a:ext cx="109440" cy="141480"/>
            </p14:xfrm>
          </p:contentPart>
        </mc:Choice>
        <mc:Fallback xmlns="">
          <p:pic>
            <p:nvPicPr>
              <p:cNvPr id="191" name="Cerneală 190">
                <a:extLst>
                  <a:ext uri="{FF2B5EF4-FFF2-40B4-BE49-F238E27FC236}">
                    <a16:creationId xmlns:a16="http://schemas.microsoft.com/office/drawing/2014/main" id="{26C4E69C-AF9A-4F9C-B0BF-F8A8102775AE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4781709" y="3668305"/>
                <a:ext cx="14508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CAF0820B-5D81-465F-99FA-BA79C8DBFC6A}"/>
                  </a:ext>
                </a:extLst>
              </p14:cNvPr>
              <p14:cNvContentPartPr/>
              <p14:nvPr/>
            </p14:nvContentPartPr>
            <p14:xfrm>
              <a:off x="4947309" y="3315505"/>
              <a:ext cx="147960" cy="936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CAF0820B-5D81-465F-99FA-BA79C8DBFC6A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4929309" y="3297865"/>
                <a:ext cx="1836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C760DA37-D413-41D8-B7C3-364ED4CCA5AE}"/>
                  </a:ext>
                </a:extLst>
              </p14:cNvPr>
              <p14:cNvContentPartPr/>
              <p14:nvPr/>
            </p14:nvContentPartPr>
            <p14:xfrm>
              <a:off x="4966029" y="3440785"/>
              <a:ext cx="130320" cy="1296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C760DA37-D413-41D8-B7C3-364ED4CCA5AE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4948389" y="3422785"/>
                <a:ext cx="16596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269" name="Cerneală 268">
                <a:extLst>
                  <a:ext uri="{FF2B5EF4-FFF2-40B4-BE49-F238E27FC236}">
                    <a16:creationId xmlns:a16="http://schemas.microsoft.com/office/drawing/2014/main" id="{6171C0C4-EC56-43E8-B2AD-333967F3425E}"/>
                  </a:ext>
                </a:extLst>
              </p14:cNvPr>
              <p14:cNvContentPartPr/>
              <p14:nvPr/>
            </p14:nvContentPartPr>
            <p14:xfrm>
              <a:off x="7838469" y="3536905"/>
              <a:ext cx="220680" cy="5400"/>
            </p14:xfrm>
          </p:contentPart>
        </mc:Choice>
        <mc:Fallback xmlns="">
          <p:pic>
            <p:nvPicPr>
              <p:cNvPr id="269" name="Cerneală 268">
                <a:extLst>
                  <a:ext uri="{FF2B5EF4-FFF2-40B4-BE49-F238E27FC236}">
                    <a16:creationId xmlns:a16="http://schemas.microsoft.com/office/drawing/2014/main" id="{6171C0C4-EC56-43E8-B2AD-333967F3425E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7820469" y="3518905"/>
                <a:ext cx="2563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271" name="Cerneală 270">
                <a:extLst>
                  <a:ext uri="{FF2B5EF4-FFF2-40B4-BE49-F238E27FC236}">
                    <a16:creationId xmlns:a16="http://schemas.microsoft.com/office/drawing/2014/main" id="{5A31F970-E8B3-4E58-B458-E049A1AD8F2C}"/>
                  </a:ext>
                </a:extLst>
              </p14:cNvPr>
              <p14:cNvContentPartPr/>
              <p14:nvPr/>
            </p14:nvContentPartPr>
            <p14:xfrm>
              <a:off x="7826949" y="3671545"/>
              <a:ext cx="344880" cy="255960"/>
            </p14:xfrm>
          </p:contentPart>
        </mc:Choice>
        <mc:Fallback xmlns="">
          <p:pic>
            <p:nvPicPr>
              <p:cNvPr id="271" name="Cerneală 270">
                <a:extLst>
                  <a:ext uri="{FF2B5EF4-FFF2-40B4-BE49-F238E27FC236}">
                    <a16:creationId xmlns:a16="http://schemas.microsoft.com/office/drawing/2014/main" id="{5A31F970-E8B3-4E58-B458-E049A1AD8F2C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7809309" y="3653880"/>
                <a:ext cx="380520" cy="2916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312" name="Cerneală 311">
                <a:extLst>
                  <a:ext uri="{FF2B5EF4-FFF2-40B4-BE49-F238E27FC236}">
                    <a16:creationId xmlns:a16="http://schemas.microsoft.com/office/drawing/2014/main" id="{333AF6C6-BACC-4E21-95F6-82DB039A68CD}"/>
                  </a:ext>
                </a:extLst>
              </p14:cNvPr>
              <p14:cNvContentPartPr/>
              <p14:nvPr/>
            </p14:nvContentPartPr>
            <p14:xfrm>
              <a:off x="9653949" y="3854785"/>
              <a:ext cx="138960" cy="8280"/>
            </p14:xfrm>
          </p:contentPart>
        </mc:Choice>
        <mc:Fallback xmlns="">
          <p:pic>
            <p:nvPicPr>
              <p:cNvPr id="312" name="Cerneală 311">
                <a:extLst>
                  <a:ext uri="{FF2B5EF4-FFF2-40B4-BE49-F238E27FC236}">
                    <a16:creationId xmlns:a16="http://schemas.microsoft.com/office/drawing/2014/main" id="{333AF6C6-BACC-4E21-95F6-82DB039A68CD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9636309" y="3836785"/>
                <a:ext cx="17460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313" name="Cerneală 312">
                <a:extLst>
                  <a:ext uri="{FF2B5EF4-FFF2-40B4-BE49-F238E27FC236}">
                    <a16:creationId xmlns:a16="http://schemas.microsoft.com/office/drawing/2014/main" id="{4DE0D6A8-23C6-425C-A84E-1F8E4A113515}"/>
                  </a:ext>
                </a:extLst>
              </p14:cNvPr>
              <p14:cNvContentPartPr/>
              <p14:nvPr/>
            </p14:nvContentPartPr>
            <p14:xfrm>
              <a:off x="9687429" y="3931825"/>
              <a:ext cx="146160" cy="360"/>
            </p14:xfrm>
          </p:contentPart>
        </mc:Choice>
        <mc:Fallback xmlns="">
          <p:pic>
            <p:nvPicPr>
              <p:cNvPr id="313" name="Cerneală 312">
                <a:extLst>
                  <a:ext uri="{FF2B5EF4-FFF2-40B4-BE49-F238E27FC236}">
                    <a16:creationId xmlns:a16="http://schemas.microsoft.com/office/drawing/2014/main" id="{4DE0D6A8-23C6-425C-A84E-1F8E4A113515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9669789" y="3913825"/>
                <a:ext cx="1818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314" name="Cerneală 313">
                <a:extLst>
                  <a:ext uri="{FF2B5EF4-FFF2-40B4-BE49-F238E27FC236}">
                    <a16:creationId xmlns:a16="http://schemas.microsoft.com/office/drawing/2014/main" id="{C907D471-FECC-4651-9035-C9C063EEFC7B}"/>
                  </a:ext>
                </a:extLst>
              </p14:cNvPr>
              <p14:cNvContentPartPr/>
              <p14:nvPr/>
            </p14:nvContentPartPr>
            <p14:xfrm>
              <a:off x="8522829" y="2983225"/>
              <a:ext cx="1046520" cy="2043360"/>
            </p14:xfrm>
          </p:contentPart>
        </mc:Choice>
        <mc:Fallback xmlns="">
          <p:pic>
            <p:nvPicPr>
              <p:cNvPr id="314" name="Cerneală 313">
                <a:extLst>
                  <a:ext uri="{FF2B5EF4-FFF2-40B4-BE49-F238E27FC236}">
                    <a16:creationId xmlns:a16="http://schemas.microsoft.com/office/drawing/2014/main" id="{C907D471-FECC-4651-9035-C9C063EEFC7B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8505189" y="2965585"/>
                <a:ext cx="1082160" cy="20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315" name="Cerneală 314">
                <a:extLst>
                  <a:ext uri="{FF2B5EF4-FFF2-40B4-BE49-F238E27FC236}">
                    <a16:creationId xmlns:a16="http://schemas.microsoft.com/office/drawing/2014/main" id="{5E9DE0EF-1EBB-4605-AAD4-FF88B6161CE5}"/>
                  </a:ext>
                </a:extLst>
              </p14:cNvPr>
              <p14:cNvContentPartPr/>
              <p14:nvPr/>
            </p14:nvContentPartPr>
            <p14:xfrm>
              <a:off x="8393229" y="3049105"/>
              <a:ext cx="42840" cy="1966320"/>
            </p14:xfrm>
          </p:contentPart>
        </mc:Choice>
        <mc:Fallback xmlns="">
          <p:pic>
            <p:nvPicPr>
              <p:cNvPr id="315" name="Cerneală 314">
                <a:extLst>
                  <a:ext uri="{FF2B5EF4-FFF2-40B4-BE49-F238E27FC236}">
                    <a16:creationId xmlns:a16="http://schemas.microsoft.com/office/drawing/2014/main" id="{5E9DE0EF-1EBB-4605-AAD4-FF88B6161CE5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8375379" y="3031462"/>
                <a:ext cx="78183" cy="20019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316" name="Cerneală 315">
                <a:extLst>
                  <a:ext uri="{FF2B5EF4-FFF2-40B4-BE49-F238E27FC236}">
                    <a16:creationId xmlns:a16="http://schemas.microsoft.com/office/drawing/2014/main" id="{893DAD90-BB26-4845-A352-7840614C0844}"/>
                  </a:ext>
                </a:extLst>
              </p14:cNvPr>
              <p14:cNvContentPartPr/>
              <p14:nvPr/>
            </p14:nvContentPartPr>
            <p14:xfrm>
              <a:off x="4080069" y="5645065"/>
              <a:ext cx="155520" cy="19440"/>
            </p14:xfrm>
          </p:contentPart>
        </mc:Choice>
        <mc:Fallback xmlns="">
          <p:pic>
            <p:nvPicPr>
              <p:cNvPr id="316" name="Cerneală 315">
                <a:extLst>
                  <a:ext uri="{FF2B5EF4-FFF2-40B4-BE49-F238E27FC236}">
                    <a16:creationId xmlns:a16="http://schemas.microsoft.com/office/drawing/2014/main" id="{893DAD90-BB26-4845-A352-7840614C0844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4062069" y="5627065"/>
                <a:ext cx="19116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317" name="Cerneală 316">
                <a:extLst>
                  <a:ext uri="{FF2B5EF4-FFF2-40B4-BE49-F238E27FC236}">
                    <a16:creationId xmlns:a16="http://schemas.microsoft.com/office/drawing/2014/main" id="{A6D668AC-5B94-40ED-A9C8-1DF7015F6D5C}"/>
                  </a:ext>
                </a:extLst>
              </p14:cNvPr>
              <p14:cNvContentPartPr/>
              <p14:nvPr/>
            </p14:nvContentPartPr>
            <p14:xfrm>
              <a:off x="4117509" y="5740825"/>
              <a:ext cx="146880" cy="7560"/>
            </p14:xfrm>
          </p:contentPart>
        </mc:Choice>
        <mc:Fallback xmlns="">
          <p:pic>
            <p:nvPicPr>
              <p:cNvPr id="317" name="Cerneală 316">
                <a:extLst>
                  <a:ext uri="{FF2B5EF4-FFF2-40B4-BE49-F238E27FC236}">
                    <a16:creationId xmlns:a16="http://schemas.microsoft.com/office/drawing/2014/main" id="{A6D668AC-5B94-40ED-A9C8-1DF7015F6D5C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4099869" y="5723185"/>
                <a:ext cx="1825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321" name="Cerneală 320">
                <a:extLst>
                  <a:ext uri="{FF2B5EF4-FFF2-40B4-BE49-F238E27FC236}">
                    <a16:creationId xmlns:a16="http://schemas.microsoft.com/office/drawing/2014/main" id="{85E766CA-2F8B-4214-93A1-17814F12F15D}"/>
                  </a:ext>
                </a:extLst>
              </p14:cNvPr>
              <p14:cNvContentPartPr/>
              <p14:nvPr/>
            </p14:nvContentPartPr>
            <p14:xfrm>
              <a:off x="4513869" y="5452465"/>
              <a:ext cx="205200" cy="40320"/>
            </p14:xfrm>
          </p:contentPart>
        </mc:Choice>
        <mc:Fallback xmlns="">
          <p:pic>
            <p:nvPicPr>
              <p:cNvPr id="321" name="Cerneală 320">
                <a:extLst>
                  <a:ext uri="{FF2B5EF4-FFF2-40B4-BE49-F238E27FC236}">
                    <a16:creationId xmlns:a16="http://schemas.microsoft.com/office/drawing/2014/main" id="{85E766CA-2F8B-4214-93A1-17814F12F15D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4496229" y="5434825"/>
                <a:ext cx="24084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322" name="Cerneală 321">
                <a:extLst>
                  <a:ext uri="{FF2B5EF4-FFF2-40B4-BE49-F238E27FC236}">
                    <a16:creationId xmlns:a16="http://schemas.microsoft.com/office/drawing/2014/main" id="{DDA55CFC-136A-43E0-B167-D17085214F3B}"/>
                  </a:ext>
                </a:extLst>
              </p14:cNvPr>
              <p14:cNvContentPartPr/>
              <p14:nvPr/>
            </p14:nvContentPartPr>
            <p14:xfrm>
              <a:off x="5105709" y="5274625"/>
              <a:ext cx="46440" cy="1324800"/>
            </p14:xfrm>
          </p:contentPart>
        </mc:Choice>
        <mc:Fallback xmlns="">
          <p:pic>
            <p:nvPicPr>
              <p:cNvPr id="322" name="Cerneală 321">
                <a:extLst>
                  <a:ext uri="{FF2B5EF4-FFF2-40B4-BE49-F238E27FC236}">
                    <a16:creationId xmlns:a16="http://schemas.microsoft.com/office/drawing/2014/main" id="{DDA55CFC-136A-43E0-B167-D17085214F3B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5088069" y="5256625"/>
                <a:ext cx="82080" cy="136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323" name="Cerneală 322">
                <a:extLst>
                  <a:ext uri="{FF2B5EF4-FFF2-40B4-BE49-F238E27FC236}">
                    <a16:creationId xmlns:a16="http://schemas.microsoft.com/office/drawing/2014/main" id="{C3DF1A76-BC31-42B6-8F09-62F7A77CDA4E}"/>
                  </a:ext>
                </a:extLst>
              </p14:cNvPr>
              <p14:cNvContentPartPr/>
              <p14:nvPr/>
            </p14:nvContentPartPr>
            <p14:xfrm>
              <a:off x="4490109" y="5562985"/>
              <a:ext cx="320040" cy="277920"/>
            </p14:xfrm>
          </p:contentPart>
        </mc:Choice>
        <mc:Fallback xmlns="">
          <p:pic>
            <p:nvPicPr>
              <p:cNvPr id="323" name="Cerneală 322">
                <a:extLst>
                  <a:ext uri="{FF2B5EF4-FFF2-40B4-BE49-F238E27FC236}">
                    <a16:creationId xmlns:a16="http://schemas.microsoft.com/office/drawing/2014/main" id="{C3DF1A76-BC31-42B6-8F09-62F7A77CDA4E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4472129" y="5545345"/>
                <a:ext cx="35564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368" name="Cerneală 367">
                <a:extLst>
                  <a:ext uri="{FF2B5EF4-FFF2-40B4-BE49-F238E27FC236}">
                    <a16:creationId xmlns:a16="http://schemas.microsoft.com/office/drawing/2014/main" id="{9180E68D-0BE8-4EEF-9FB1-028EC61677D1}"/>
                  </a:ext>
                </a:extLst>
              </p14:cNvPr>
              <p14:cNvContentPartPr/>
              <p14:nvPr/>
            </p14:nvContentPartPr>
            <p14:xfrm>
              <a:off x="1265229" y="5311345"/>
              <a:ext cx="43920" cy="264960"/>
            </p14:xfrm>
          </p:contentPart>
        </mc:Choice>
        <mc:Fallback xmlns="">
          <p:pic>
            <p:nvPicPr>
              <p:cNvPr id="368" name="Cerneală 367">
                <a:extLst>
                  <a:ext uri="{FF2B5EF4-FFF2-40B4-BE49-F238E27FC236}">
                    <a16:creationId xmlns:a16="http://schemas.microsoft.com/office/drawing/2014/main" id="{9180E68D-0BE8-4EEF-9FB1-028EC61677D1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1247589" y="5293345"/>
                <a:ext cx="7956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369" name="Cerneală 368">
                <a:extLst>
                  <a:ext uri="{FF2B5EF4-FFF2-40B4-BE49-F238E27FC236}">
                    <a16:creationId xmlns:a16="http://schemas.microsoft.com/office/drawing/2014/main" id="{5079E464-4F59-4A16-B5A9-157020C3B68E}"/>
                  </a:ext>
                </a:extLst>
              </p14:cNvPr>
              <p14:cNvContentPartPr/>
              <p14:nvPr/>
            </p14:nvContentPartPr>
            <p14:xfrm>
              <a:off x="783909" y="4966465"/>
              <a:ext cx="327960" cy="936000"/>
            </p14:xfrm>
          </p:contentPart>
        </mc:Choice>
        <mc:Fallback xmlns="">
          <p:pic>
            <p:nvPicPr>
              <p:cNvPr id="369" name="Cerneală 368">
                <a:extLst>
                  <a:ext uri="{FF2B5EF4-FFF2-40B4-BE49-F238E27FC236}">
                    <a16:creationId xmlns:a16="http://schemas.microsoft.com/office/drawing/2014/main" id="{5079E464-4F59-4A16-B5A9-157020C3B68E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766250" y="4948465"/>
                <a:ext cx="363639" cy="9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370" name="Cerneală 369">
                <a:extLst>
                  <a:ext uri="{FF2B5EF4-FFF2-40B4-BE49-F238E27FC236}">
                    <a16:creationId xmlns:a16="http://schemas.microsoft.com/office/drawing/2014/main" id="{1E42AA06-07FB-41BB-B79D-DA783D70912E}"/>
                  </a:ext>
                </a:extLst>
              </p14:cNvPr>
              <p14:cNvContentPartPr/>
              <p14:nvPr/>
            </p14:nvContentPartPr>
            <p14:xfrm>
              <a:off x="269109" y="5009665"/>
              <a:ext cx="345600" cy="735480"/>
            </p14:xfrm>
          </p:contentPart>
        </mc:Choice>
        <mc:Fallback xmlns="">
          <p:pic>
            <p:nvPicPr>
              <p:cNvPr id="370" name="Cerneală 369">
                <a:extLst>
                  <a:ext uri="{FF2B5EF4-FFF2-40B4-BE49-F238E27FC236}">
                    <a16:creationId xmlns:a16="http://schemas.microsoft.com/office/drawing/2014/main" id="{1E42AA06-07FB-41BB-B79D-DA783D70912E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251469" y="4992025"/>
                <a:ext cx="381240" cy="77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378" name="Cerneală 377">
                <a:extLst>
                  <a:ext uri="{FF2B5EF4-FFF2-40B4-BE49-F238E27FC236}">
                    <a16:creationId xmlns:a16="http://schemas.microsoft.com/office/drawing/2014/main" id="{CAD47712-C4A6-4F75-956F-F5D8E91A88A3}"/>
                  </a:ext>
                </a:extLst>
              </p14:cNvPr>
              <p14:cNvContentPartPr/>
              <p14:nvPr/>
            </p14:nvContentPartPr>
            <p14:xfrm>
              <a:off x="990909" y="6149785"/>
              <a:ext cx="935280" cy="342720"/>
            </p14:xfrm>
          </p:contentPart>
        </mc:Choice>
        <mc:Fallback xmlns="">
          <p:pic>
            <p:nvPicPr>
              <p:cNvPr id="378" name="Cerneală 377">
                <a:extLst>
                  <a:ext uri="{FF2B5EF4-FFF2-40B4-BE49-F238E27FC236}">
                    <a16:creationId xmlns:a16="http://schemas.microsoft.com/office/drawing/2014/main" id="{CAD47712-C4A6-4F75-956F-F5D8E91A88A3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973269" y="6132145"/>
                <a:ext cx="97092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379" name="Cerneală 378">
                <a:extLst>
                  <a:ext uri="{FF2B5EF4-FFF2-40B4-BE49-F238E27FC236}">
                    <a16:creationId xmlns:a16="http://schemas.microsoft.com/office/drawing/2014/main" id="{68041653-C760-4377-8D78-1BA78AA15124}"/>
                  </a:ext>
                </a:extLst>
              </p14:cNvPr>
              <p14:cNvContentPartPr/>
              <p14:nvPr/>
            </p14:nvContentPartPr>
            <p14:xfrm>
              <a:off x="390069" y="6220345"/>
              <a:ext cx="418680" cy="299160"/>
            </p14:xfrm>
          </p:contentPart>
        </mc:Choice>
        <mc:Fallback xmlns="">
          <p:pic>
            <p:nvPicPr>
              <p:cNvPr id="379" name="Cerneală 378">
                <a:extLst>
                  <a:ext uri="{FF2B5EF4-FFF2-40B4-BE49-F238E27FC236}">
                    <a16:creationId xmlns:a16="http://schemas.microsoft.com/office/drawing/2014/main" id="{68041653-C760-4377-8D78-1BA78AA15124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372429" y="6202705"/>
                <a:ext cx="45432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386" name="Cerneală 385">
                <a:extLst>
                  <a:ext uri="{FF2B5EF4-FFF2-40B4-BE49-F238E27FC236}">
                    <a16:creationId xmlns:a16="http://schemas.microsoft.com/office/drawing/2014/main" id="{4DFDAAA5-1A08-4032-8046-3A48CE6C3A9C}"/>
                  </a:ext>
                </a:extLst>
              </p14:cNvPr>
              <p14:cNvContentPartPr/>
              <p14:nvPr/>
            </p14:nvContentPartPr>
            <p14:xfrm>
              <a:off x="7728309" y="5240785"/>
              <a:ext cx="29160" cy="1246680"/>
            </p14:xfrm>
          </p:contentPart>
        </mc:Choice>
        <mc:Fallback xmlns="">
          <p:pic>
            <p:nvPicPr>
              <p:cNvPr id="386" name="Cerneală 385">
                <a:extLst>
                  <a:ext uri="{FF2B5EF4-FFF2-40B4-BE49-F238E27FC236}">
                    <a16:creationId xmlns:a16="http://schemas.microsoft.com/office/drawing/2014/main" id="{4DFDAAA5-1A08-4032-8046-3A48CE6C3A9C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7710669" y="5222785"/>
                <a:ext cx="64800" cy="12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406" name="Cerneală 405">
                <a:extLst>
                  <a:ext uri="{FF2B5EF4-FFF2-40B4-BE49-F238E27FC236}">
                    <a16:creationId xmlns:a16="http://schemas.microsoft.com/office/drawing/2014/main" id="{51898B62-FFA3-4BBB-AE5C-DA2C8A393F73}"/>
                  </a:ext>
                </a:extLst>
              </p14:cNvPr>
              <p14:cNvContentPartPr/>
              <p14:nvPr/>
            </p14:nvContentPartPr>
            <p14:xfrm>
              <a:off x="5278869" y="2800705"/>
              <a:ext cx="2319120" cy="3903840"/>
            </p14:xfrm>
          </p:contentPart>
        </mc:Choice>
        <mc:Fallback xmlns="">
          <p:pic>
            <p:nvPicPr>
              <p:cNvPr id="406" name="Cerneală 405">
                <a:extLst>
                  <a:ext uri="{FF2B5EF4-FFF2-40B4-BE49-F238E27FC236}">
                    <a16:creationId xmlns:a16="http://schemas.microsoft.com/office/drawing/2014/main" id="{51898B62-FFA3-4BBB-AE5C-DA2C8A393F73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5261229" y="2783065"/>
                <a:ext cx="2354760" cy="39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411" name="Cerneală 410">
                <a:extLst>
                  <a:ext uri="{FF2B5EF4-FFF2-40B4-BE49-F238E27FC236}">
                    <a16:creationId xmlns:a16="http://schemas.microsoft.com/office/drawing/2014/main" id="{9B8F67DD-CF05-48CF-807B-C897C095AF19}"/>
                  </a:ext>
                </a:extLst>
              </p14:cNvPr>
              <p14:cNvContentPartPr/>
              <p14:nvPr/>
            </p14:nvContentPartPr>
            <p14:xfrm>
              <a:off x="7912989" y="5312785"/>
              <a:ext cx="485280" cy="1166400"/>
            </p14:xfrm>
          </p:contentPart>
        </mc:Choice>
        <mc:Fallback xmlns="">
          <p:pic>
            <p:nvPicPr>
              <p:cNvPr id="411" name="Cerneală 410">
                <a:extLst>
                  <a:ext uri="{FF2B5EF4-FFF2-40B4-BE49-F238E27FC236}">
                    <a16:creationId xmlns:a16="http://schemas.microsoft.com/office/drawing/2014/main" id="{9B8F67DD-CF05-48CF-807B-C897C095AF19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7895349" y="5294785"/>
                <a:ext cx="520920" cy="12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412" name="Cerneală 411">
                <a:extLst>
                  <a:ext uri="{FF2B5EF4-FFF2-40B4-BE49-F238E27FC236}">
                    <a16:creationId xmlns:a16="http://schemas.microsoft.com/office/drawing/2014/main" id="{01B23A01-585F-4236-A944-A579C680AB1B}"/>
                  </a:ext>
                </a:extLst>
              </p14:cNvPr>
              <p14:cNvContentPartPr/>
              <p14:nvPr/>
            </p14:nvContentPartPr>
            <p14:xfrm>
              <a:off x="8609589" y="5794105"/>
              <a:ext cx="216000" cy="21240"/>
            </p14:xfrm>
          </p:contentPart>
        </mc:Choice>
        <mc:Fallback xmlns="">
          <p:pic>
            <p:nvPicPr>
              <p:cNvPr id="412" name="Cerneală 411">
                <a:extLst>
                  <a:ext uri="{FF2B5EF4-FFF2-40B4-BE49-F238E27FC236}">
                    <a16:creationId xmlns:a16="http://schemas.microsoft.com/office/drawing/2014/main" id="{01B23A01-585F-4236-A944-A579C680AB1B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8591589" y="5776105"/>
                <a:ext cx="25164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413" name="Cerneală 412">
                <a:extLst>
                  <a:ext uri="{FF2B5EF4-FFF2-40B4-BE49-F238E27FC236}">
                    <a16:creationId xmlns:a16="http://schemas.microsoft.com/office/drawing/2014/main" id="{DB6A9D03-2ECC-471D-BBF0-37BDF875557A}"/>
                  </a:ext>
                </a:extLst>
              </p14:cNvPr>
              <p14:cNvContentPartPr/>
              <p14:nvPr/>
            </p14:nvContentPartPr>
            <p14:xfrm>
              <a:off x="8623989" y="5890585"/>
              <a:ext cx="188640" cy="3240"/>
            </p14:xfrm>
          </p:contentPart>
        </mc:Choice>
        <mc:Fallback xmlns="">
          <p:pic>
            <p:nvPicPr>
              <p:cNvPr id="413" name="Cerneală 412">
                <a:extLst>
                  <a:ext uri="{FF2B5EF4-FFF2-40B4-BE49-F238E27FC236}">
                    <a16:creationId xmlns:a16="http://schemas.microsoft.com/office/drawing/2014/main" id="{DB6A9D03-2ECC-471D-BBF0-37BDF875557A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8606349" y="5872585"/>
                <a:ext cx="2242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417" name="Cerneală 416">
                <a:extLst>
                  <a:ext uri="{FF2B5EF4-FFF2-40B4-BE49-F238E27FC236}">
                    <a16:creationId xmlns:a16="http://schemas.microsoft.com/office/drawing/2014/main" id="{FED4F5F4-AAF5-47DC-B5C3-52C211C76534}"/>
                  </a:ext>
                </a:extLst>
              </p14:cNvPr>
              <p14:cNvContentPartPr/>
              <p14:nvPr/>
            </p14:nvContentPartPr>
            <p14:xfrm>
              <a:off x="9185949" y="5608345"/>
              <a:ext cx="278280" cy="12240"/>
            </p14:xfrm>
          </p:contentPart>
        </mc:Choice>
        <mc:Fallback xmlns="">
          <p:pic>
            <p:nvPicPr>
              <p:cNvPr id="417" name="Cerneală 416">
                <a:extLst>
                  <a:ext uri="{FF2B5EF4-FFF2-40B4-BE49-F238E27FC236}">
                    <a16:creationId xmlns:a16="http://schemas.microsoft.com/office/drawing/2014/main" id="{FED4F5F4-AAF5-47DC-B5C3-52C211C76534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9167949" y="5590345"/>
                <a:ext cx="3139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418" name="Cerneală 417">
                <a:extLst>
                  <a:ext uri="{FF2B5EF4-FFF2-40B4-BE49-F238E27FC236}">
                    <a16:creationId xmlns:a16="http://schemas.microsoft.com/office/drawing/2014/main" id="{24BCCD45-DE3E-48E5-B9DE-E63DE2F60785}"/>
                  </a:ext>
                </a:extLst>
              </p14:cNvPr>
              <p14:cNvContentPartPr/>
              <p14:nvPr/>
            </p14:nvContentPartPr>
            <p14:xfrm>
              <a:off x="9148869" y="5697985"/>
              <a:ext cx="416880" cy="323280"/>
            </p14:xfrm>
          </p:contentPart>
        </mc:Choice>
        <mc:Fallback xmlns="">
          <p:pic>
            <p:nvPicPr>
              <p:cNvPr id="418" name="Cerneală 417">
                <a:extLst>
                  <a:ext uri="{FF2B5EF4-FFF2-40B4-BE49-F238E27FC236}">
                    <a16:creationId xmlns:a16="http://schemas.microsoft.com/office/drawing/2014/main" id="{24BCCD45-DE3E-48E5-B9DE-E63DE2F60785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9130885" y="5680345"/>
                <a:ext cx="452489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419" name="Cerneală 418">
                <a:extLst>
                  <a:ext uri="{FF2B5EF4-FFF2-40B4-BE49-F238E27FC236}">
                    <a16:creationId xmlns:a16="http://schemas.microsoft.com/office/drawing/2014/main" id="{3E6A1902-4847-4F51-8B86-3C571E8881F2}"/>
                  </a:ext>
                </a:extLst>
              </p14:cNvPr>
              <p14:cNvContentPartPr/>
              <p14:nvPr/>
            </p14:nvContentPartPr>
            <p14:xfrm>
              <a:off x="9988749" y="5784745"/>
              <a:ext cx="132840" cy="12240"/>
            </p14:xfrm>
          </p:contentPart>
        </mc:Choice>
        <mc:Fallback xmlns="">
          <p:pic>
            <p:nvPicPr>
              <p:cNvPr id="419" name="Cerneală 418">
                <a:extLst>
                  <a:ext uri="{FF2B5EF4-FFF2-40B4-BE49-F238E27FC236}">
                    <a16:creationId xmlns:a16="http://schemas.microsoft.com/office/drawing/2014/main" id="{3E6A1902-4847-4F51-8B86-3C571E8881F2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9970749" y="5748745"/>
                <a:ext cx="16848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420" name="Cerneală 419">
                <a:extLst>
                  <a:ext uri="{FF2B5EF4-FFF2-40B4-BE49-F238E27FC236}">
                    <a16:creationId xmlns:a16="http://schemas.microsoft.com/office/drawing/2014/main" id="{2081116D-8D35-4D91-AD46-9B5795D625A9}"/>
                  </a:ext>
                </a:extLst>
              </p14:cNvPr>
              <p14:cNvContentPartPr/>
              <p14:nvPr/>
            </p14:nvContentPartPr>
            <p14:xfrm>
              <a:off x="9947709" y="5880505"/>
              <a:ext cx="185760" cy="10440"/>
            </p14:xfrm>
          </p:contentPart>
        </mc:Choice>
        <mc:Fallback xmlns="">
          <p:pic>
            <p:nvPicPr>
              <p:cNvPr id="420" name="Cerneală 419">
                <a:extLst>
                  <a:ext uri="{FF2B5EF4-FFF2-40B4-BE49-F238E27FC236}">
                    <a16:creationId xmlns:a16="http://schemas.microsoft.com/office/drawing/2014/main" id="{2081116D-8D35-4D91-AD46-9B5795D625A9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9929709" y="5844865"/>
                <a:ext cx="22140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421" name="Cerneală 420">
                <a:extLst>
                  <a:ext uri="{FF2B5EF4-FFF2-40B4-BE49-F238E27FC236}">
                    <a16:creationId xmlns:a16="http://schemas.microsoft.com/office/drawing/2014/main" id="{0C19D195-E929-4BF6-9BD1-E9CEF71033A4}"/>
                  </a:ext>
                </a:extLst>
              </p14:cNvPr>
              <p14:cNvContentPartPr/>
              <p14:nvPr/>
            </p14:nvContentPartPr>
            <p14:xfrm>
              <a:off x="10117989" y="5678905"/>
              <a:ext cx="199080" cy="385920"/>
            </p14:xfrm>
          </p:contentPart>
        </mc:Choice>
        <mc:Fallback xmlns="">
          <p:pic>
            <p:nvPicPr>
              <p:cNvPr id="421" name="Cerneală 420">
                <a:extLst>
                  <a:ext uri="{FF2B5EF4-FFF2-40B4-BE49-F238E27FC236}">
                    <a16:creationId xmlns:a16="http://schemas.microsoft.com/office/drawing/2014/main" id="{0C19D195-E929-4BF6-9BD1-E9CEF71033A4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10100349" y="5642905"/>
                <a:ext cx="234720" cy="45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422" name="Cerneală 421">
                <a:extLst>
                  <a:ext uri="{FF2B5EF4-FFF2-40B4-BE49-F238E27FC236}">
                    <a16:creationId xmlns:a16="http://schemas.microsoft.com/office/drawing/2014/main" id="{7C3C6700-0E9D-4896-A00E-3B86E236CA83}"/>
                  </a:ext>
                </a:extLst>
              </p14:cNvPr>
              <p14:cNvContentPartPr/>
              <p14:nvPr/>
            </p14:nvContentPartPr>
            <p14:xfrm>
              <a:off x="10371069" y="5683585"/>
              <a:ext cx="186480" cy="193320"/>
            </p14:xfrm>
          </p:contentPart>
        </mc:Choice>
        <mc:Fallback xmlns="">
          <p:pic>
            <p:nvPicPr>
              <p:cNvPr id="422" name="Cerneală 421">
                <a:extLst>
                  <a:ext uri="{FF2B5EF4-FFF2-40B4-BE49-F238E27FC236}">
                    <a16:creationId xmlns:a16="http://schemas.microsoft.com/office/drawing/2014/main" id="{7C3C6700-0E9D-4896-A00E-3B86E236CA83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10353069" y="5647585"/>
                <a:ext cx="22212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423" name="Cerneală 422">
                <a:extLst>
                  <a:ext uri="{FF2B5EF4-FFF2-40B4-BE49-F238E27FC236}">
                    <a16:creationId xmlns:a16="http://schemas.microsoft.com/office/drawing/2014/main" id="{E98CAC49-0301-4B05-9115-CE36BD46EA67}"/>
                  </a:ext>
                </a:extLst>
              </p14:cNvPr>
              <p14:cNvContentPartPr/>
              <p14:nvPr/>
            </p14:nvContentPartPr>
            <p14:xfrm>
              <a:off x="10366749" y="5688265"/>
              <a:ext cx="254880" cy="696240"/>
            </p14:xfrm>
          </p:contentPart>
        </mc:Choice>
        <mc:Fallback xmlns="">
          <p:pic>
            <p:nvPicPr>
              <p:cNvPr id="423" name="Cerneală 422">
                <a:extLst>
                  <a:ext uri="{FF2B5EF4-FFF2-40B4-BE49-F238E27FC236}">
                    <a16:creationId xmlns:a16="http://schemas.microsoft.com/office/drawing/2014/main" id="{E98CAC49-0301-4B05-9115-CE36BD46EA67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10348749" y="5652265"/>
                <a:ext cx="290520" cy="76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424" name="Cerneală 423">
                <a:extLst>
                  <a:ext uri="{FF2B5EF4-FFF2-40B4-BE49-F238E27FC236}">
                    <a16:creationId xmlns:a16="http://schemas.microsoft.com/office/drawing/2014/main" id="{0445462C-3770-4808-A2D3-5D6E196DF0C9}"/>
                  </a:ext>
                </a:extLst>
              </p14:cNvPr>
              <p14:cNvContentPartPr/>
              <p14:nvPr/>
            </p14:nvContentPartPr>
            <p14:xfrm>
              <a:off x="10581309" y="6190465"/>
              <a:ext cx="168840" cy="133920"/>
            </p14:xfrm>
          </p:contentPart>
        </mc:Choice>
        <mc:Fallback xmlns="">
          <p:pic>
            <p:nvPicPr>
              <p:cNvPr id="424" name="Cerneală 423">
                <a:extLst>
                  <a:ext uri="{FF2B5EF4-FFF2-40B4-BE49-F238E27FC236}">
                    <a16:creationId xmlns:a16="http://schemas.microsoft.com/office/drawing/2014/main" id="{0445462C-3770-4808-A2D3-5D6E196DF0C9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10563309" y="6154825"/>
                <a:ext cx="20448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425" name="Cerneală 424">
                <a:extLst>
                  <a:ext uri="{FF2B5EF4-FFF2-40B4-BE49-F238E27FC236}">
                    <a16:creationId xmlns:a16="http://schemas.microsoft.com/office/drawing/2014/main" id="{D86326D5-D611-49C9-82FF-F39448106084}"/>
                  </a:ext>
                </a:extLst>
              </p14:cNvPr>
              <p14:cNvContentPartPr/>
              <p14:nvPr/>
            </p14:nvContentPartPr>
            <p14:xfrm>
              <a:off x="10803789" y="5861785"/>
              <a:ext cx="177840" cy="15120"/>
            </p14:xfrm>
          </p:contentPart>
        </mc:Choice>
        <mc:Fallback xmlns="">
          <p:pic>
            <p:nvPicPr>
              <p:cNvPr id="425" name="Cerneală 424">
                <a:extLst>
                  <a:ext uri="{FF2B5EF4-FFF2-40B4-BE49-F238E27FC236}">
                    <a16:creationId xmlns:a16="http://schemas.microsoft.com/office/drawing/2014/main" id="{D86326D5-D611-49C9-82FF-F39448106084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10786149" y="5825785"/>
                <a:ext cx="21348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426" name="Cerneală 425">
                <a:extLst>
                  <a:ext uri="{FF2B5EF4-FFF2-40B4-BE49-F238E27FC236}">
                    <a16:creationId xmlns:a16="http://schemas.microsoft.com/office/drawing/2014/main" id="{85A2DF86-B230-45C5-B054-EAA5B88EE22F}"/>
                  </a:ext>
                </a:extLst>
              </p14:cNvPr>
              <p14:cNvContentPartPr/>
              <p14:nvPr/>
            </p14:nvContentPartPr>
            <p14:xfrm>
              <a:off x="10828269" y="5962585"/>
              <a:ext cx="197640" cy="24120"/>
            </p14:xfrm>
          </p:contentPart>
        </mc:Choice>
        <mc:Fallback xmlns="">
          <p:pic>
            <p:nvPicPr>
              <p:cNvPr id="426" name="Cerneală 425">
                <a:extLst>
                  <a:ext uri="{FF2B5EF4-FFF2-40B4-BE49-F238E27FC236}">
                    <a16:creationId xmlns:a16="http://schemas.microsoft.com/office/drawing/2014/main" id="{85A2DF86-B230-45C5-B054-EAA5B88EE22F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10810629" y="5926585"/>
                <a:ext cx="23328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427" name="Cerneală 426">
                <a:extLst>
                  <a:ext uri="{FF2B5EF4-FFF2-40B4-BE49-F238E27FC236}">
                    <a16:creationId xmlns:a16="http://schemas.microsoft.com/office/drawing/2014/main" id="{8AFE71A6-D2E9-4427-81D5-443E37EE416D}"/>
                  </a:ext>
                </a:extLst>
              </p14:cNvPr>
              <p14:cNvContentPartPr/>
              <p14:nvPr/>
            </p14:nvContentPartPr>
            <p14:xfrm>
              <a:off x="11150469" y="5746225"/>
              <a:ext cx="282960" cy="318600"/>
            </p14:xfrm>
          </p:contentPart>
        </mc:Choice>
        <mc:Fallback xmlns="">
          <p:pic>
            <p:nvPicPr>
              <p:cNvPr id="427" name="Cerneală 426">
                <a:extLst>
                  <a:ext uri="{FF2B5EF4-FFF2-40B4-BE49-F238E27FC236}">
                    <a16:creationId xmlns:a16="http://schemas.microsoft.com/office/drawing/2014/main" id="{8AFE71A6-D2E9-4427-81D5-443E37EE416D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11132829" y="5710225"/>
                <a:ext cx="318600" cy="3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428" name="Cerneală 427">
                <a:extLst>
                  <a:ext uri="{FF2B5EF4-FFF2-40B4-BE49-F238E27FC236}">
                    <a16:creationId xmlns:a16="http://schemas.microsoft.com/office/drawing/2014/main" id="{29183CFD-6F5C-4AD2-A3EC-442B88C0ADDA}"/>
                  </a:ext>
                </a:extLst>
              </p14:cNvPr>
              <p14:cNvContentPartPr/>
              <p14:nvPr/>
            </p14:nvContentPartPr>
            <p14:xfrm>
              <a:off x="11215989" y="5744425"/>
              <a:ext cx="180360" cy="284040"/>
            </p14:xfrm>
          </p:contentPart>
        </mc:Choice>
        <mc:Fallback xmlns="">
          <p:pic>
            <p:nvPicPr>
              <p:cNvPr id="428" name="Cerneală 427">
                <a:extLst>
                  <a:ext uri="{FF2B5EF4-FFF2-40B4-BE49-F238E27FC236}">
                    <a16:creationId xmlns:a16="http://schemas.microsoft.com/office/drawing/2014/main" id="{29183CFD-6F5C-4AD2-A3EC-442B88C0ADDA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11198349" y="5708785"/>
                <a:ext cx="216000" cy="35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429" name="Cerneală 428">
                <a:extLst>
                  <a:ext uri="{FF2B5EF4-FFF2-40B4-BE49-F238E27FC236}">
                    <a16:creationId xmlns:a16="http://schemas.microsoft.com/office/drawing/2014/main" id="{045735B4-8F7C-4836-966F-DB7E56605E63}"/>
                  </a:ext>
                </a:extLst>
              </p14:cNvPr>
              <p14:cNvContentPartPr/>
              <p14:nvPr/>
            </p14:nvContentPartPr>
            <p14:xfrm>
              <a:off x="11467989" y="5973025"/>
              <a:ext cx="182160" cy="150840"/>
            </p14:xfrm>
          </p:contentPart>
        </mc:Choice>
        <mc:Fallback xmlns="">
          <p:pic>
            <p:nvPicPr>
              <p:cNvPr id="429" name="Cerneală 428">
                <a:extLst>
                  <a:ext uri="{FF2B5EF4-FFF2-40B4-BE49-F238E27FC236}">
                    <a16:creationId xmlns:a16="http://schemas.microsoft.com/office/drawing/2014/main" id="{045735B4-8F7C-4836-966F-DB7E56605E63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11449989" y="5937385"/>
                <a:ext cx="21780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430" name="Cerneală 429">
                <a:extLst>
                  <a:ext uri="{FF2B5EF4-FFF2-40B4-BE49-F238E27FC236}">
                    <a16:creationId xmlns:a16="http://schemas.microsoft.com/office/drawing/2014/main" id="{8D0B504E-B536-491A-8233-44B877F983F8}"/>
                  </a:ext>
                </a:extLst>
              </p14:cNvPr>
              <p14:cNvContentPartPr/>
              <p14:nvPr/>
            </p14:nvContentPartPr>
            <p14:xfrm>
              <a:off x="11191149" y="5579545"/>
              <a:ext cx="312840" cy="30960"/>
            </p14:xfrm>
          </p:contentPart>
        </mc:Choice>
        <mc:Fallback xmlns="">
          <p:pic>
            <p:nvPicPr>
              <p:cNvPr id="430" name="Cerneală 429">
                <a:extLst>
                  <a:ext uri="{FF2B5EF4-FFF2-40B4-BE49-F238E27FC236}">
                    <a16:creationId xmlns:a16="http://schemas.microsoft.com/office/drawing/2014/main" id="{8D0B504E-B536-491A-8233-44B877F983F8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11173509" y="5543905"/>
                <a:ext cx="34848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431" name="Cerneală 430">
                <a:extLst>
                  <a:ext uri="{FF2B5EF4-FFF2-40B4-BE49-F238E27FC236}">
                    <a16:creationId xmlns:a16="http://schemas.microsoft.com/office/drawing/2014/main" id="{D6F951D5-054B-4878-A88B-E3CF6ADA8CD1}"/>
                  </a:ext>
                </a:extLst>
              </p14:cNvPr>
              <p14:cNvContentPartPr/>
              <p14:nvPr/>
            </p14:nvContentPartPr>
            <p14:xfrm>
              <a:off x="10192869" y="5246185"/>
              <a:ext cx="1776600" cy="1360800"/>
            </p14:xfrm>
          </p:contentPart>
        </mc:Choice>
        <mc:Fallback xmlns="">
          <p:pic>
            <p:nvPicPr>
              <p:cNvPr id="431" name="Cerneală 430">
                <a:extLst>
                  <a:ext uri="{FF2B5EF4-FFF2-40B4-BE49-F238E27FC236}">
                    <a16:creationId xmlns:a16="http://schemas.microsoft.com/office/drawing/2014/main" id="{D6F951D5-054B-4878-A88B-E3CF6ADA8CD1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10174869" y="5210545"/>
                <a:ext cx="1812240" cy="143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432" name="Cerneală 431">
                <a:extLst>
                  <a:ext uri="{FF2B5EF4-FFF2-40B4-BE49-F238E27FC236}">
                    <a16:creationId xmlns:a16="http://schemas.microsoft.com/office/drawing/2014/main" id="{D11421C4-EF32-475E-86DB-16DBA569126A}"/>
                  </a:ext>
                </a:extLst>
              </p14:cNvPr>
              <p14:cNvContentPartPr/>
              <p14:nvPr/>
            </p14:nvContentPartPr>
            <p14:xfrm>
              <a:off x="1824309" y="1096465"/>
              <a:ext cx="322560" cy="383040"/>
            </p14:xfrm>
          </p:contentPart>
        </mc:Choice>
        <mc:Fallback xmlns="">
          <p:pic>
            <p:nvPicPr>
              <p:cNvPr id="432" name="Cerneală 431">
                <a:extLst>
                  <a:ext uri="{FF2B5EF4-FFF2-40B4-BE49-F238E27FC236}">
                    <a16:creationId xmlns:a16="http://schemas.microsoft.com/office/drawing/2014/main" id="{D11421C4-EF32-475E-86DB-16DBA569126A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1806309" y="1060465"/>
                <a:ext cx="35820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433" name="Cerneală 432">
                <a:extLst>
                  <a:ext uri="{FF2B5EF4-FFF2-40B4-BE49-F238E27FC236}">
                    <a16:creationId xmlns:a16="http://schemas.microsoft.com/office/drawing/2014/main" id="{68EEDCD6-01E4-4523-9C22-764F15C5E61C}"/>
                  </a:ext>
                </a:extLst>
              </p14:cNvPr>
              <p14:cNvContentPartPr/>
              <p14:nvPr/>
            </p14:nvContentPartPr>
            <p14:xfrm>
              <a:off x="3618549" y="1089625"/>
              <a:ext cx="400680" cy="445680"/>
            </p14:xfrm>
          </p:contentPart>
        </mc:Choice>
        <mc:Fallback xmlns="">
          <p:pic>
            <p:nvPicPr>
              <p:cNvPr id="433" name="Cerneală 432">
                <a:extLst>
                  <a:ext uri="{FF2B5EF4-FFF2-40B4-BE49-F238E27FC236}">
                    <a16:creationId xmlns:a16="http://schemas.microsoft.com/office/drawing/2014/main" id="{68EEDCD6-01E4-4523-9C22-764F15C5E61C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3600549" y="1053985"/>
                <a:ext cx="436320" cy="51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434" name="Cerneală 433">
                <a:extLst>
                  <a:ext uri="{FF2B5EF4-FFF2-40B4-BE49-F238E27FC236}">
                    <a16:creationId xmlns:a16="http://schemas.microsoft.com/office/drawing/2014/main" id="{5E7267D5-0C2E-45CE-A475-2B7974763B10}"/>
                  </a:ext>
                </a:extLst>
              </p14:cNvPr>
              <p14:cNvContentPartPr/>
              <p14:nvPr/>
            </p14:nvContentPartPr>
            <p14:xfrm>
              <a:off x="1818189" y="1528825"/>
              <a:ext cx="342360" cy="394560"/>
            </p14:xfrm>
          </p:contentPart>
        </mc:Choice>
        <mc:Fallback xmlns="">
          <p:pic>
            <p:nvPicPr>
              <p:cNvPr id="434" name="Cerneală 433">
                <a:extLst>
                  <a:ext uri="{FF2B5EF4-FFF2-40B4-BE49-F238E27FC236}">
                    <a16:creationId xmlns:a16="http://schemas.microsoft.com/office/drawing/2014/main" id="{5E7267D5-0C2E-45CE-A475-2B7974763B10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1800549" y="1492825"/>
                <a:ext cx="378000" cy="46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435" name="Cerneală 434">
                <a:extLst>
                  <a:ext uri="{FF2B5EF4-FFF2-40B4-BE49-F238E27FC236}">
                    <a16:creationId xmlns:a16="http://schemas.microsoft.com/office/drawing/2014/main" id="{3ADC8DE3-4584-4CE7-B08D-C6448D5F0C02}"/>
                  </a:ext>
                </a:extLst>
              </p14:cNvPr>
              <p14:cNvContentPartPr/>
              <p14:nvPr/>
            </p14:nvContentPartPr>
            <p14:xfrm>
              <a:off x="3573189" y="1446745"/>
              <a:ext cx="483120" cy="425520"/>
            </p14:xfrm>
          </p:contentPart>
        </mc:Choice>
        <mc:Fallback xmlns="">
          <p:pic>
            <p:nvPicPr>
              <p:cNvPr id="435" name="Cerneală 434">
                <a:extLst>
                  <a:ext uri="{FF2B5EF4-FFF2-40B4-BE49-F238E27FC236}">
                    <a16:creationId xmlns:a16="http://schemas.microsoft.com/office/drawing/2014/main" id="{3ADC8DE3-4584-4CE7-B08D-C6448D5F0C02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3555549" y="1410745"/>
                <a:ext cx="518760" cy="49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371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C03E2BBB-8617-46C6-83B1-702F83151BB1}"/>
                  </a:ext>
                </a:extLst>
              </p14:cNvPr>
              <p14:cNvContentPartPr/>
              <p14:nvPr/>
            </p14:nvContentPartPr>
            <p14:xfrm>
              <a:off x="2362509" y="4019305"/>
              <a:ext cx="360" cy="39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C03E2BBB-8617-46C6-83B1-702F83151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44869" y="4001665"/>
                <a:ext cx="36000" cy="39600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Imagine 19">
            <a:extLst>
              <a:ext uri="{FF2B5EF4-FFF2-40B4-BE49-F238E27FC236}">
                <a16:creationId xmlns:a16="http://schemas.microsoft.com/office/drawing/2014/main" id="{3E1322B0-D65A-4F92-968C-FB906E592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43" y="594391"/>
            <a:ext cx="3848100" cy="40233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2F2A56CE-3DFE-4919-9B2C-1BF8DCD19CEF}"/>
                  </a:ext>
                </a:extLst>
              </p14:cNvPr>
              <p14:cNvContentPartPr/>
              <p14:nvPr/>
            </p14:nvContentPartPr>
            <p14:xfrm>
              <a:off x="2404269" y="1233625"/>
              <a:ext cx="137880" cy="1962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2F2A56CE-3DFE-4919-9B2C-1BF8DCD19CE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86269" y="1215985"/>
                <a:ext cx="1735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BB128AD4-2B98-4767-9F8E-AA9429930D40}"/>
                  </a:ext>
                </a:extLst>
              </p14:cNvPr>
              <p14:cNvContentPartPr/>
              <p14:nvPr/>
            </p14:nvContentPartPr>
            <p14:xfrm>
              <a:off x="3671829" y="1193665"/>
              <a:ext cx="238680" cy="2606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BB128AD4-2B98-4767-9F8E-AA9429930D4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53829" y="1176025"/>
                <a:ext cx="27432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E5908A64-FDCC-4394-B3C6-063B3B57689B}"/>
                  </a:ext>
                </a:extLst>
              </p14:cNvPr>
              <p14:cNvContentPartPr/>
              <p14:nvPr/>
            </p14:nvContentPartPr>
            <p14:xfrm>
              <a:off x="2824389" y="1188985"/>
              <a:ext cx="80640" cy="2343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E5908A64-FDCC-4394-B3C6-063B3B57689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06670" y="1170985"/>
                <a:ext cx="11644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9A027881-8202-4A17-8D64-6908A1E96924}"/>
                  </a:ext>
                </a:extLst>
              </p14:cNvPr>
              <p14:cNvContentPartPr/>
              <p14:nvPr/>
            </p14:nvContentPartPr>
            <p14:xfrm>
              <a:off x="3267549" y="1195825"/>
              <a:ext cx="128880" cy="2545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9A027881-8202-4A17-8D64-6908A1E9692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249909" y="1178185"/>
                <a:ext cx="16452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CC54E3B5-4D19-4A48-9FC1-27F9A1CE6A3C}"/>
                  </a:ext>
                </a:extLst>
              </p14:cNvPr>
              <p14:cNvContentPartPr/>
              <p14:nvPr/>
            </p14:nvContentPartPr>
            <p14:xfrm>
              <a:off x="2420469" y="1564465"/>
              <a:ext cx="85680" cy="24192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CC54E3B5-4D19-4A48-9FC1-27F9A1CE6A3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02469" y="1546825"/>
                <a:ext cx="12132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75BEFDB5-8099-4AE0-BF0F-24667B01D815}"/>
                  </a:ext>
                </a:extLst>
              </p14:cNvPr>
              <p14:cNvContentPartPr/>
              <p14:nvPr/>
            </p14:nvContentPartPr>
            <p14:xfrm>
              <a:off x="2829429" y="1583905"/>
              <a:ext cx="178920" cy="21204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75BEFDB5-8099-4AE0-BF0F-24667B01D81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811789" y="1566265"/>
                <a:ext cx="21456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F8F2F384-C695-4217-8C4C-E46A1DBD4289}"/>
                  </a:ext>
                </a:extLst>
              </p14:cNvPr>
              <p14:cNvContentPartPr/>
              <p14:nvPr/>
            </p14:nvContentPartPr>
            <p14:xfrm>
              <a:off x="3259629" y="1607665"/>
              <a:ext cx="195840" cy="22104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F8F2F384-C695-4217-8C4C-E46A1DBD428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241989" y="1590025"/>
                <a:ext cx="23148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5FC77550-B4AE-4AE6-9716-302E42F94AC1}"/>
                  </a:ext>
                </a:extLst>
              </p14:cNvPr>
              <p14:cNvContentPartPr/>
              <p14:nvPr/>
            </p14:nvContentPartPr>
            <p14:xfrm>
              <a:off x="3654909" y="1587145"/>
              <a:ext cx="207000" cy="20232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5FC77550-B4AE-4AE6-9716-302E42F94AC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636909" y="1569145"/>
                <a:ext cx="24264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C76DB421-D864-4DC0-94F6-51B49AD8ACF9}"/>
                  </a:ext>
                </a:extLst>
              </p14:cNvPr>
              <p14:cNvContentPartPr/>
              <p14:nvPr/>
            </p14:nvContentPartPr>
            <p14:xfrm>
              <a:off x="2439549" y="2014465"/>
              <a:ext cx="66600" cy="24372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C76DB421-D864-4DC0-94F6-51B49AD8ACF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421909" y="1996465"/>
                <a:ext cx="10224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550321F3-656F-437B-B758-FC01D2C95992}"/>
                  </a:ext>
                </a:extLst>
              </p14:cNvPr>
              <p14:cNvContentPartPr/>
              <p14:nvPr/>
            </p14:nvContentPartPr>
            <p14:xfrm>
              <a:off x="2881269" y="2020225"/>
              <a:ext cx="191520" cy="22752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550321F3-656F-437B-B758-FC01D2C9599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863269" y="2002585"/>
                <a:ext cx="22716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CF0C0E93-C9EB-4C61-B181-2E5DA5A5C90B}"/>
                  </a:ext>
                </a:extLst>
              </p14:cNvPr>
              <p14:cNvContentPartPr/>
              <p14:nvPr/>
            </p14:nvContentPartPr>
            <p14:xfrm>
              <a:off x="3243069" y="2001865"/>
              <a:ext cx="189000" cy="23832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CF0C0E93-C9EB-4C61-B181-2E5DA5A5C90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225429" y="1983865"/>
                <a:ext cx="22464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1C8166D2-853F-4038-88C1-12173E7600CE}"/>
                  </a:ext>
                </a:extLst>
              </p14:cNvPr>
              <p14:cNvContentPartPr/>
              <p14:nvPr/>
            </p14:nvContentPartPr>
            <p14:xfrm>
              <a:off x="3710349" y="2009425"/>
              <a:ext cx="75240" cy="24552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1C8166D2-853F-4038-88C1-12173E7600C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692709" y="1991785"/>
                <a:ext cx="11088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430A0118-73E9-4486-9146-1107AC8646C9}"/>
                  </a:ext>
                </a:extLst>
              </p14:cNvPr>
              <p14:cNvContentPartPr/>
              <p14:nvPr/>
            </p14:nvContentPartPr>
            <p14:xfrm>
              <a:off x="2454309" y="2433145"/>
              <a:ext cx="34200" cy="20736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430A0118-73E9-4486-9146-1107AC8646C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436309" y="2415505"/>
                <a:ext cx="6984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98A45B2A-1EDC-40D2-9BC6-4B4ACD1CB771}"/>
                  </a:ext>
                </a:extLst>
              </p14:cNvPr>
              <p14:cNvContentPartPr/>
              <p14:nvPr/>
            </p14:nvContentPartPr>
            <p14:xfrm>
              <a:off x="2804949" y="2451505"/>
              <a:ext cx="198720" cy="21024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98A45B2A-1EDC-40D2-9BC6-4B4ACD1CB77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787309" y="2433865"/>
                <a:ext cx="23436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385D3BD0-41E5-4527-BF42-665EE2F49225}"/>
                  </a:ext>
                </a:extLst>
              </p14:cNvPr>
              <p14:cNvContentPartPr/>
              <p14:nvPr/>
            </p14:nvContentPartPr>
            <p14:xfrm>
              <a:off x="3320469" y="2416225"/>
              <a:ext cx="61920" cy="22536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385D3BD0-41E5-4527-BF42-665EE2F4922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302469" y="2398585"/>
                <a:ext cx="9756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6879D841-2C91-4663-8703-0132D8CBD053}"/>
                  </a:ext>
                </a:extLst>
              </p14:cNvPr>
              <p14:cNvContentPartPr/>
              <p14:nvPr/>
            </p14:nvContentPartPr>
            <p14:xfrm>
              <a:off x="3636549" y="2423425"/>
              <a:ext cx="227880" cy="22932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6879D841-2C91-4663-8703-0132D8CBD05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618549" y="2405785"/>
                <a:ext cx="26352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51996679-D782-44D2-9574-6CAE8734D09D}"/>
                  </a:ext>
                </a:extLst>
              </p14:cNvPr>
              <p14:cNvContentPartPr/>
              <p14:nvPr/>
            </p14:nvContentPartPr>
            <p14:xfrm>
              <a:off x="2424789" y="2825905"/>
              <a:ext cx="45720" cy="22140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51996679-D782-44D2-9574-6CAE8734D09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406789" y="2807905"/>
                <a:ext cx="8136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CBD06CD2-30BA-43FE-BA63-DF8AE87464E5}"/>
                  </a:ext>
                </a:extLst>
              </p14:cNvPr>
              <p14:cNvContentPartPr/>
              <p14:nvPr/>
            </p14:nvContentPartPr>
            <p14:xfrm>
              <a:off x="2796669" y="2815105"/>
              <a:ext cx="203040" cy="24552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CBD06CD2-30BA-43FE-BA63-DF8AE87464E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778669" y="2797105"/>
                <a:ext cx="23868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AC41D743-7935-4757-AB4D-1408E8AAF1B7}"/>
                  </a:ext>
                </a:extLst>
              </p14:cNvPr>
              <p14:cNvContentPartPr/>
              <p14:nvPr/>
            </p14:nvContentPartPr>
            <p14:xfrm>
              <a:off x="3291669" y="2853625"/>
              <a:ext cx="58680" cy="21096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AC41D743-7935-4757-AB4D-1408E8AAF1B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273669" y="2835985"/>
                <a:ext cx="9432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BC85ED4E-B831-46CD-8B0E-EB051ECAFD19}"/>
                  </a:ext>
                </a:extLst>
              </p14:cNvPr>
              <p14:cNvContentPartPr/>
              <p14:nvPr/>
            </p14:nvContentPartPr>
            <p14:xfrm>
              <a:off x="3710349" y="2814385"/>
              <a:ext cx="40680" cy="24300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BC85ED4E-B831-46CD-8B0E-EB051ECAFD1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692349" y="2796385"/>
                <a:ext cx="7632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FBD8975A-BA3F-4CFA-A219-2F03C9BA8FDA}"/>
                  </a:ext>
                </a:extLst>
              </p14:cNvPr>
              <p14:cNvContentPartPr/>
              <p14:nvPr/>
            </p14:nvContentPartPr>
            <p14:xfrm>
              <a:off x="2420469" y="3270505"/>
              <a:ext cx="48960" cy="19404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FBD8975A-BA3F-4CFA-A219-2F03C9BA8FD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402469" y="3252865"/>
                <a:ext cx="8460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AB4C50E7-87CF-4AF8-9BBB-217C0271E05B}"/>
                  </a:ext>
                </a:extLst>
              </p14:cNvPr>
              <p14:cNvContentPartPr/>
              <p14:nvPr/>
            </p14:nvContentPartPr>
            <p14:xfrm>
              <a:off x="2877309" y="3236305"/>
              <a:ext cx="29520" cy="20124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AB4C50E7-87CF-4AF8-9BBB-217C0271E05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859309" y="3218305"/>
                <a:ext cx="6516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04B1C11A-8EA0-4D81-809D-37633377A17D}"/>
                  </a:ext>
                </a:extLst>
              </p14:cNvPr>
              <p14:cNvContentPartPr/>
              <p14:nvPr/>
            </p14:nvContentPartPr>
            <p14:xfrm>
              <a:off x="3272589" y="3271225"/>
              <a:ext cx="174600" cy="19764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04B1C11A-8EA0-4D81-809D-37633377A17D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3254589" y="3253225"/>
                <a:ext cx="2102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CFC8BEF6-A3C1-4B3A-826E-8B9F9FB9725A}"/>
                  </a:ext>
                </a:extLst>
              </p14:cNvPr>
              <p14:cNvContentPartPr/>
              <p14:nvPr/>
            </p14:nvContentPartPr>
            <p14:xfrm>
              <a:off x="3658869" y="3258265"/>
              <a:ext cx="227520" cy="22212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CFC8BEF6-A3C1-4B3A-826E-8B9F9FB9725A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640869" y="3240625"/>
                <a:ext cx="26316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5B8A1602-4D3E-4B94-9A65-5838D838A73D}"/>
                  </a:ext>
                </a:extLst>
              </p14:cNvPr>
              <p14:cNvContentPartPr/>
              <p14:nvPr/>
            </p14:nvContentPartPr>
            <p14:xfrm>
              <a:off x="2396349" y="3690265"/>
              <a:ext cx="25200" cy="18828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5B8A1602-4D3E-4B94-9A65-5838D838A73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378349" y="3672625"/>
                <a:ext cx="6084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7F5988D7-5D04-448A-8187-CA3FAB97A7BA}"/>
                  </a:ext>
                </a:extLst>
              </p14:cNvPr>
              <p14:cNvContentPartPr/>
              <p14:nvPr/>
            </p14:nvContentPartPr>
            <p14:xfrm>
              <a:off x="2848869" y="3679465"/>
              <a:ext cx="35280" cy="23760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7F5988D7-5D04-448A-8187-CA3FAB97A7B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831229" y="3661825"/>
                <a:ext cx="709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535D7603-B791-43B6-B618-8CBC0529EA39}"/>
                  </a:ext>
                </a:extLst>
              </p14:cNvPr>
              <p14:cNvContentPartPr/>
              <p14:nvPr/>
            </p14:nvContentPartPr>
            <p14:xfrm>
              <a:off x="3259989" y="3692785"/>
              <a:ext cx="187920" cy="22320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535D7603-B791-43B6-B618-8CBC0529EA3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241989" y="3675145"/>
                <a:ext cx="22356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ECA77383-C820-498D-A1B9-128CA2563E91}"/>
                  </a:ext>
                </a:extLst>
              </p14:cNvPr>
              <p14:cNvContentPartPr/>
              <p14:nvPr/>
            </p14:nvContentPartPr>
            <p14:xfrm>
              <a:off x="3713949" y="3670825"/>
              <a:ext cx="14040" cy="23688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ECA77383-C820-498D-A1B9-128CA2563E91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696309" y="3652825"/>
                <a:ext cx="4968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645228F1-3B47-4E4D-AF86-A369F8381A80}"/>
                  </a:ext>
                </a:extLst>
              </p14:cNvPr>
              <p14:cNvContentPartPr/>
              <p14:nvPr/>
            </p14:nvContentPartPr>
            <p14:xfrm>
              <a:off x="2410749" y="4084825"/>
              <a:ext cx="44640" cy="22212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645228F1-3B47-4E4D-AF86-A369F8381A80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393109" y="4066825"/>
                <a:ext cx="8028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C7248A4E-D6EB-41B0-A5DB-2EB0E8453C2B}"/>
                  </a:ext>
                </a:extLst>
              </p14:cNvPr>
              <p14:cNvContentPartPr/>
              <p14:nvPr/>
            </p14:nvContentPartPr>
            <p14:xfrm>
              <a:off x="2824389" y="4093825"/>
              <a:ext cx="63000" cy="20088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C7248A4E-D6EB-41B0-A5DB-2EB0E8453C2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806749" y="4076185"/>
                <a:ext cx="986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7F0FD0F3-91BD-484A-917D-E2CAF1447D32}"/>
                  </a:ext>
                </a:extLst>
              </p14:cNvPr>
              <p14:cNvContentPartPr/>
              <p14:nvPr/>
            </p14:nvContentPartPr>
            <p14:xfrm>
              <a:off x="3665349" y="4137385"/>
              <a:ext cx="214920" cy="18216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7F0FD0F3-91BD-484A-917D-E2CAF1447D32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647349" y="4119385"/>
                <a:ext cx="25056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5BBA2ABE-7D09-41FC-A476-47A9D4D110D1}"/>
                  </a:ext>
                </a:extLst>
              </p14:cNvPr>
              <p14:cNvContentPartPr/>
              <p14:nvPr/>
            </p14:nvContentPartPr>
            <p14:xfrm>
              <a:off x="3229389" y="4084465"/>
              <a:ext cx="144360" cy="23004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5BBA2ABE-7D09-41FC-A476-47A9D4D110D1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211434" y="4066825"/>
                <a:ext cx="179911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B74EFDB4-EDAF-4A3D-88C2-D2F6759572B5}"/>
                  </a:ext>
                </a:extLst>
              </p14:cNvPr>
              <p14:cNvContentPartPr/>
              <p14:nvPr/>
            </p14:nvContentPartPr>
            <p14:xfrm>
              <a:off x="2651229" y="163705"/>
              <a:ext cx="325440" cy="30744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B74EFDB4-EDAF-4A3D-88C2-D2F6759572B5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633589" y="146065"/>
                <a:ext cx="36108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A1E8504F-9979-4885-843F-7EFA6B1A6AC5}"/>
                  </a:ext>
                </a:extLst>
              </p14:cNvPr>
              <p14:cNvContentPartPr/>
              <p14:nvPr/>
            </p14:nvContentPartPr>
            <p14:xfrm>
              <a:off x="2304909" y="235705"/>
              <a:ext cx="205560" cy="16848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A1E8504F-9979-4885-843F-7EFA6B1A6AC5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287269" y="217705"/>
                <a:ext cx="24120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DF9AE67C-EFEB-42DD-9289-AF20B4443795}"/>
                  </a:ext>
                </a:extLst>
              </p14:cNvPr>
              <p14:cNvContentPartPr/>
              <p14:nvPr/>
            </p14:nvContentPartPr>
            <p14:xfrm>
              <a:off x="1373229" y="130225"/>
              <a:ext cx="218160" cy="32220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DF9AE67C-EFEB-42DD-9289-AF20B4443795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355589" y="112585"/>
                <a:ext cx="25380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5F4E7C96-1538-458A-A81B-25B4F6BE24EE}"/>
                  </a:ext>
                </a:extLst>
              </p14:cNvPr>
              <p14:cNvContentPartPr/>
              <p14:nvPr/>
            </p14:nvContentPartPr>
            <p14:xfrm>
              <a:off x="1703349" y="163345"/>
              <a:ext cx="498240" cy="24264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5F4E7C96-1538-458A-A81B-25B4F6BE24EE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685349" y="145345"/>
                <a:ext cx="53388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C0229C5D-7EC1-49D0-AC5E-75B3D4F88AA5}"/>
                  </a:ext>
                </a:extLst>
              </p14:cNvPr>
              <p14:cNvContentPartPr/>
              <p14:nvPr/>
            </p14:nvContentPartPr>
            <p14:xfrm>
              <a:off x="10192869" y="387625"/>
              <a:ext cx="760680" cy="45936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C0229C5D-7EC1-49D0-AC5E-75B3D4F88AA5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0174878" y="369985"/>
                <a:ext cx="796303" cy="49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F44342FF-44FC-491A-90A6-B91CEC6DDEBA}"/>
                  </a:ext>
                </a:extLst>
              </p14:cNvPr>
              <p14:cNvContentPartPr/>
              <p14:nvPr/>
            </p14:nvContentPartPr>
            <p14:xfrm>
              <a:off x="5805549" y="2118145"/>
              <a:ext cx="192240" cy="40068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F44342FF-44FC-491A-90A6-B91CEC6DDEBA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787909" y="2082145"/>
                <a:ext cx="227880" cy="47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392D8298-C559-447D-BB85-1E73E60C5593}"/>
                  </a:ext>
                </a:extLst>
              </p14:cNvPr>
              <p14:cNvContentPartPr/>
              <p14:nvPr/>
            </p14:nvContentPartPr>
            <p14:xfrm>
              <a:off x="6504669" y="2146945"/>
              <a:ext cx="282240" cy="37224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392D8298-C559-447D-BB85-1E73E60C5593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6486669" y="2111305"/>
                <a:ext cx="317880" cy="4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A1EED1CF-F0AF-46EC-B25A-F126A57CB939}"/>
                  </a:ext>
                </a:extLst>
              </p14:cNvPr>
              <p14:cNvContentPartPr/>
              <p14:nvPr/>
            </p14:nvContentPartPr>
            <p14:xfrm>
              <a:off x="8205309" y="2133265"/>
              <a:ext cx="216360" cy="39852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A1EED1CF-F0AF-46EC-B25A-F126A57CB939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187669" y="2097625"/>
                <a:ext cx="252000" cy="4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3F4E8367-F5FE-4067-A593-514CE127A27E}"/>
                  </a:ext>
                </a:extLst>
              </p14:cNvPr>
              <p14:cNvContentPartPr/>
              <p14:nvPr/>
            </p14:nvContentPartPr>
            <p14:xfrm>
              <a:off x="7366509" y="2196625"/>
              <a:ext cx="258480" cy="33732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3F4E8367-F5FE-4067-A593-514CE127A27E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348509" y="2160625"/>
                <a:ext cx="294120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B682D27E-2A61-4E2A-954B-DB62A489DA3B}"/>
                  </a:ext>
                </a:extLst>
              </p14:cNvPr>
              <p14:cNvContentPartPr/>
              <p14:nvPr/>
            </p14:nvContentPartPr>
            <p14:xfrm>
              <a:off x="3902949" y="1206265"/>
              <a:ext cx="264600" cy="17352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B682D27E-2A61-4E2A-954B-DB62A489DA3B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884949" y="1170625"/>
                <a:ext cx="30024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480D0880-AC47-4824-8E32-C773E699DCE4}"/>
                  </a:ext>
                </a:extLst>
              </p14:cNvPr>
              <p14:cNvContentPartPr/>
              <p14:nvPr/>
            </p14:nvContentPartPr>
            <p14:xfrm>
              <a:off x="6078069" y="2183305"/>
              <a:ext cx="209160" cy="15048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480D0880-AC47-4824-8E32-C773E699DCE4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6060069" y="2147665"/>
                <a:ext cx="24480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0AF0D719-51E7-4BCA-8B3C-A27889339E76}"/>
                  </a:ext>
                </a:extLst>
              </p14:cNvPr>
              <p14:cNvContentPartPr/>
              <p14:nvPr/>
            </p14:nvContentPartPr>
            <p14:xfrm>
              <a:off x="3964509" y="1659145"/>
              <a:ext cx="141120" cy="11268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0AF0D719-51E7-4BCA-8B3C-A27889339E76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946869" y="1641505"/>
                <a:ext cx="17676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F22DD008-E5D4-4F96-BC6D-23466417FB26}"/>
                  </a:ext>
                </a:extLst>
              </p14:cNvPr>
              <p14:cNvContentPartPr/>
              <p14:nvPr/>
            </p14:nvContentPartPr>
            <p14:xfrm>
              <a:off x="3912309" y="2093305"/>
              <a:ext cx="144720" cy="11052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F22DD008-E5D4-4F96-BC6D-23466417FB26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3894309" y="2075305"/>
                <a:ext cx="18036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27A01C14-A89F-43C9-8119-E73FD384AED2}"/>
                  </a:ext>
                </a:extLst>
              </p14:cNvPr>
              <p14:cNvContentPartPr/>
              <p14:nvPr/>
            </p14:nvContentPartPr>
            <p14:xfrm>
              <a:off x="2199069" y="5996425"/>
              <a:ext cx="360" cy="36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27A01C14-A89F-43C9-8119-E73FD384AED2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2181429" y="597842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A03E2D30-787B-4E4E-84CF-8730EB3EFA4C}"/>
                  </a:ext>
                </a:extLst>
              </p14:cNvPr>
              <p14:cNvContentPartPr/>
              <p14:nvPr/>
            </p14:nvContentPartPr>
            <p14:xfrm>
              <a:off x="3946149" y="2443585"/>
              <a:ext cx="130320" cy="11988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A03E2D30-787B-4E4E-84CF-8730EB3EFA4C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3928149" y="2425945"/>
                <a:ext cx="16596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01776832-9E22-4A8F-B7C7-BE6A55E0C116}"/>
                  </a:ext>
                </a:extLst>
              </p14:cNvPr>
              <p14:cNvContentPartPr/>
              <p14:nvPr/>
            </p14:nvContentPartPr>
            <p14:xfrm>
              <a:off x="5784309" y="2871265"/>
              <a:ext cx="207000" cy="29808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01776832-9E22-4A8F-B7C7-BE6A55E0C116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5766669" y="2835265"/>
                <a:ext cx="24264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330E3BC4-50BF-48E8-BDB2-317ADF8145C3}"/>
                  </a:ext>
                </a:extLst>
              </p14:cNvPr>
              <p14:cNvContentPartPr/>
              <p14:nvPr/>
            </p14:nvContentPartPr>
            <p14:xfrm>
              <a:off x="6510789" y="2906905"/>
              <a:ext cx="243000" cy="33840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330E3BC4-50BF-48E8-BDB2-317ADF8145C3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6492789" y="2871265"/>
                <a:ext cx="27864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5B4FDF09-4D4E-41AF-9CA2-0E0A08480AB1}"/>
                  </a:ext>
                </a:extLst>
              </p14:cNvPr>
              <p14:cNvContentPartPr/>
              <p14:nvPr/>
            </p14:nvContentPartPr>
            <p14:xfrm>
              <a:off x="8137629" y="2937145"/>
              <a:ext cx="232560" cy="32652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5B4FDF09-4D4E-41AF-9CA2-0E0A08480AB1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8119989" y="2901145"/>
                <a:ext cx="26820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E87DC31D-7449-410B-9F2E-B67AD2222652}"/>
                  </a:ext>
                </a:extLst>
              </p14:cNvPr>
              <p14:cNvContentPartPr/>
              <p14:nvPr/>
            </p14:nvContentPartPr>
            <p14:xfrm>
              <a:off x="7252389" y="2956225"/>
              <a:ext cx="250920" cy="24372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E87DC31D-7449-410B-9F2E-B67AD2222652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234389" y="2920225"/>
                <a:ext cx="28656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3D7B5C0F-4608-46EB-B1DF-D9CD38545E7F}"/>
                  </a:ext>
                </a:extLst>
              </p14:cNvPr>
              <p14:cNvContentPartPr/>
              <p14:nvPr/>
            </p14:nvContentPartPr>
            <p14:xfrm>
              <a:off x="2242629" y="589225"/>
              <a:ext cx="1365480" cy="383868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3D7B5C0F-4608-46EB-B1DF-D9CD38545E7F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2224629" y="571583"/>
                <a:ext cx="1401120" cy="38743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52295E3A-3403-4D82-ABC7-4BD6064CFDA9}"/>
                  </a:ext>
                </a:extLst>
              </p14:cNvPr>
              <p14:cNvContentPartPr/>
              <p14:nvPr/>
            </p14:nvContentPartPr>
            <p14:xfrm>
              <a:off x="4800429" y="2040385"/>
              <a:ext cx="1302840" cy="157392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52295E3A-3403-4D82-ABC7-4BD6064CFDA9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4782429" y="2004385"/>
                <a:ext cx="1338480" cy="164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DCAC1BA7-9582-4E4F-BBCF-D977EFB1AB09}"/>
                  </a:ext>
                </a:extLst>
              </p14:cNvPr>
              <p14:cNvContentPartPr/>
              <p14:nvPr/>
            </p14:nvContentPartPr>
            <p14:xfrm>
              <a:off x="8027109" y="1915105"/>
              <a:ext cx="1198440" cy="168804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DCAC1BA7-9582-4E4F-BBCF-D977EFB1AB09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8009469" y="1879105"/>
                <a:ext cx="1234080" cy="175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7A40D16C-DBD8-4579-9E20-C1267978CEBF}"/>
                  </a:ext>
                </a:extLst>
              </p14:cNvPr>
              <p14:cNvContentPartPr/>
              <p14:nvPr/>
            </p14:nvContentPartPr>
            <p14:xfrm>
              <a:off x="4494789" y="5417905"/>
              <a:ext cx="680760" cy="34776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7A40D16C-DBD8-4579-9E20-C1267978CEBF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4476789" y="5400265"/>
                <a:ext cx="71640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6259E750-2351-49C0-B887-220CE1119052}"/>
                  </a:ext>
                </a:extLst>
              </p14:cNvPr>
              <p14:cNvContentPartPr/>
              <p14:nvPr/>
            </p14:nvContentPartPr>
            <p14:xfrm>
              <a:off x="4585869" y="576985"/>
              <a:ext cx="5144040" cy="288468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6259E750-2351-49C0-B887-220CE1119052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4568229" y="558985"/>
                <a:ext cx="5179680" cy="29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240" name="Cerneală 239">
                <a:extLst>
                  <a:ext uri="{FF2B5EF4-FFF2-40B4-BE49-F238E27FC236}">
                    <a16:creationId xmlns:a16="http://schemas.microsoft.com/office/drawing/2014/main" id="{E339244D-4AA4-445A-8957-1DB796C7C3CA}"/>
                  </a:ext>
                </a:extLst>
              </p14:cNvPr>
              <p14:cNvContentPartPr/>
              <p14:nvPr/>
            </p14:nvContentPartPr>
            <p14:xfrm>
              <a:off x="5485869" y="3830305"/>
              <a:ext cx="6286320" cy="2448360"/>
            </p14:xfrm>
          </p:contentPart>
        </mc:Choice>
        <mc:Fallback xmlns="">
          <p:pic>
            <p:nvPicPr>
              <p:cNvPr id="240" name="Cerneală 239">
                <a:extLst>
                  <a:ext uri="{FF2B5EF4-FFF2-40B4-BE49-F238E27FC236}">
                    <a16:creationId xmlns:a16="http://schemas.microsoft.com/office/drawing/2014/main" id="{E339244D-4AA4-445A-8957-1DB796C7C3CA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5468228" y="3812662"/>
                <a:ext cx="6321962" cy="24840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251" name="Cerneală 250">
                <a:extLst>
                  <a:ext uri="{FF2B5EF4-FFF2-40B4-BE49-F238E27FC236}">
                    <a16:creationId xmlns:a16="http://schemas.microsoft.com/office/drawing/2014/main" id="{65D42414-6B8D-4CA1-A03B-CEE35AE95666}"/>
                  </a:ext>
                </a:extLst>
              </p14:cNvPr>
              <p14:cNvContentPartPr/>
              <p14:nvPr/>
            </p14:nvContentPartPr>
            <p14:xfrm>
              <a:off x="10012149" y="1952545"/>
              <a:ext cx="1500840" cy="1033200"/>
            </p14:xfrm>
          </p:contentPart>
        </mc:Choice>
        <mc:Fallback xmlns="">
          <p:pic>
            <p:nvPicPr>
              <p:cNvPr id="251" name="Cerneală 250">
                <a:extLst>
                  <a:ext uri="{FF2B5EF4-FFF2-40B4-BE49-F238E27FC236}">
                    <a16:creationId xmlns:a16="http://schemas.microsoft.com/office/drawing/2014/main" id="{65D42414-6B8D-4CA1-A03B-CEE35AE95666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9994149" y="1934905"/>
                <a:ext cx="1536480" cy="106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6637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C03E2BBB-8617-46C6-83B1-702F83151BB1}"/>
                  </a:ext>
                </a:extLst>
              </p14:cNvPr>
              <p14:cNvContentPartPr/>
              <p14:nvPr/>
            </p14:nvContentPartPr>
            <p14:xfrm>
              <a:off x="2362509" y="4019305"/>
              <a:ext cx="360" cy="39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C03E2BBB-8617-46C6-83B1-702F83151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44869" y="4001665"/>
                <a:ext cx="36000" cy="39600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Imagine 19">
            <a:extLst>
              <a:ext uri="{FF2B5EF4-FFF2-40B4-BE49-F238E27FC236}">
                <a16:creationId xmlns:a16="http://schemas.microsoft.com/office/drawing/2014/main" id="{3E1322B0-D65A-4F92-968C-FB906E592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43" y="594391"/>
            <a:ext cx="3848100" cy="40233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2F2A56CE-3DFE-4919-9B2C-1BF8DCD19CEF}"/>
                  </a:ext>
                </a:extLst>
              </p14:cNvPr>
              <p14:cNvContentPartPr/>
              <p14:nvPr/>
            </p14:nvContentPartPr>
            <p14:xfrm>
              <a:off x="2404269" y="1233625"/>
              <a:ext cx="137880" cy="1962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2F2A56CE-3DFE-4919-9B2C-1BF8DCD19CE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86269" y="1215985"/>
                <a:ext cx="1735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BB128AD4-2B98-4767-9F8E-AA9429930D40}"/>
                  </a:ext>
                </a:extLst>
              </p14:cNvPr>
              <p14:cNvContentPartPr/>
              <p14:nvPr/>
            </p14:nvContentPartPr>
            <p14:xfrm>
              <a:off x="3671829" y="1193665"/>
              <a:ext cx="238680" cy="2606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BB128AD4-2B98-4767-9F8E-AA9429930D4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53829" y="1176025"/>
                <a:ext cx="27432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E5908A64-FDCC-4394-B3C6-063B3B57689B}"/>
                  </a:ext>
                </a:extLst>
              </p14:cNvPr>
              <p14:cNvContentPartPr/>
              <p14:nvPr/>
            </p14:nvContentPartPr>
            <p14:xfrm>
              <a:off x="2824389" y="1188985"/>
              <a:ext cx="80640" cy="2343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E5908A64-FDCC-4394-B3C6-063B3B57689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06670" y="1170985"/>
                <a:ext cx="11644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9A027881-8202-4A17-8D64-6908A1E96924}"/>
                  </a:ext>
                </a:extLst>
              </p14:cNvPr>
              <p14:cNvContentPartPr/>
              <p14:nvPr/>
            </p14:nvContentPartPr>
            <p14:xfrm>
              <a:off x="3267549" y="1195825"/>
              <a:ext cx="128880" cy="2545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9A027881-8202-4A17-8D64-6908A1E9692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249909" y="1178185"/>
                <a:ext cx="16452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CC54E3B5-4D19-4A48-9FC1-27F9A1CE6A3C}"/>
                  </a:ext>
                </a:extLst>
              </p14:cNvPr>
              <p14:cNvContentPartPr/>
              <p14:nvPr/>
            </p14:nvContentPartPr>
            <p14:xfrm>
              <a:off x="2420469" y="1564465"/>
              <a:ext cx="85680" cy="24192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CC54E3B5-4D19-4A48-9FC1-27F9A1CE6A3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02469" y="1546825"/>
                <a:ext cx="12132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75BEFDB5-8099-4AE0-BF0F-24667B01D815}"/>
                  </a:ext>
                </a:extLst>
              </p14:cNvPr>
              <p14:cNvContentPartPr/>
              <p14:nvPr/>
            </p14:nvContentPartPr>
            <p14:xfrm>
              <a:off x="2829429" y="1583905"/>
              <a:ext cx="178920" cy="21204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75BEFDB5-8099-4AE0-BF0F-24667B01D81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811789" y="1566265"/>
                <a:ext cx="21456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F8F2F384-C695-4217-8C4C-E46A1DBD4289}"/>
                  </a:ext>
                </a:extLst>
              </p14:cNvPr>
              <p14:cNvContentPartPr/>
              <p14:nvPr/>
            </p14:nvContentPartPr>
            <p14:xfrm>
              <a:off x="3259629" y="1607665"/>
              <a:ext cx="195840" cy="22104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F8F2F384-C695-4217-8C4C-E46A1DBD428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241989" y="1590025"/>
                <a:ext cx="23148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5FC77550-B4AE-4AE6-9716-302E42F94AC1}"/>
                  </a:ext>
                </a:extLst>
              </p14:cNvPr>
              <p14:cNvContentPartPr/>
              <p14:nvPr/>
            </p14:nvContentPartPr>
            <p14:xfrm>
              <a:off x="3654909" y="1587145"/>
              <a:ext cx="207000" cy="20232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5FC77550-B4AE-4AE6-9716-302E42F94AC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636909" y="1569145"/>
                <a:ext cx="24264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C76DB421-D864-4DC0-94F6-51B49AD8ACF9}"/>
                  </a:ext>
                </a:extLst>
              </p14:cNvPr>
              <p14:cNvContentPartPr/>
              <p14:nvPr/>
            </p14:nvContentPartPr>
            <p14:xfrm>
              <a:off x="2439549" y="2014465"/>
              <a:ext cx="66600" cy="24372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C76DB421-D864-4DC0-94F6-51B49AD8ACF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421909" y="1996465"/>
                <a:ext cx="10224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550321F3-656F-437B-B758-FC01D2C95992}"/>
                  </a:ext>
                </a:extLst>
              </p14:cNvPr>
              <p14:cNvContentPartPr/>
              <p14:nvPr/>
            </p14:nvContentPartPr>
            <p14:xfrm>
              <a:off x="2881269" y="2020225"/>
              <a:ext cx="191520" cy="22752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550321F3-656F-437B-B758-FC01D2C9599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863269" y="2002585"/>
                <a:ext cx="22716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CF0C0E93-C9EB-4C61-B181-2E5DA5A5C90B}"/>
                  </a:ext>
                </a:extLst>
              </p14:cNvPr>
              <p14:cNvContentPartPr/>
              <p14:nvPr/>
            </p14:nvContentPartPr>
            <p14:xfrm>
              <a:off x="3243069" y="2001865"/>
              <a:ext cx="189000" cy="23832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CF0C0E93-C9EB-4C61-B181-2E5DA5A5C90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225429" y="1983865"/>
                <a:ext cx="22464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1C8166D2-853F-4038-88C1-12173E7600CE}"/>
                  </a:ext>
                </a:extLst>
              </p14:cNvPr>
              <p14:cNvContentPartPr/>
              <p14:nvPr/>
            </p14:nvContentPartPr>
            <p14:xfrm>
              <a:off x="3710349" y="2009425"/>
              <a:ext cx="75240" cy="24552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1C8166D2-853F-4038-88C1-12173E7600C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692709" y="1991785"/>
                <a:ext cx="11088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430A0118-73E9-4486-9146-1107AC8646C9}"/>
                  </a:ext>
                </a:extLst>
              </p14:cNvPr>
              <p14:cNvContentPartPr/>
              <p14:nvPr/>
            </p14:nvContentPartPr>
            <p14:xfrm>
              <a:off x="2454309" y="2433145"/>
              <a:ext cx="34200" cy="20736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430A0118-73E9-4486-9146-1107AC8646C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436309" y="2415505"/>
                <a:ext cx="6984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98A45B2A-1EDC-40D2-9BC6-4B4ACD1CB771}"/>
                  </a:ext>
                </a:extLst>
              </p14:cNvPr>
              <p14:cNvContentPartPr/>
              <p14:nvPr/>
            </p14:nvContentPartPr>
            <p14:xfrm>
              <a:off x="2804949" y="2451505"/>
              <a:ext cx="198720" cy="21024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98A45B2A-1EDC-40D2-9BC6-4B4ACD1CB77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787309" y="2433865"/>
                <a:ext cx="23436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385D3BD0-41E5-4527-BF42-665EE2F49225}"/>
                  </a:ext>
                </a:extLst>
              </p14:cNvPr>
              <p14:cNvContentPartPr/>
              <p14:nvPr/>
            </p14:nvContentPartPr>
            <p14:xfrm>
              <a:off x="3320469" y="2416225"/>
              <a:ext cx="61920" cy="22536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385D3BD0-41E5-4527-BF42-665EE2F4922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302469" y="2398585"/>
                <a:ext cx="9756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6879D841-2C91-4663-8703-0132D8CBD053}"/>
                  </a:ext>
                </a:extLst>
              </p14:cNvPr>
              <p14:cNvContentPartPr/>
              <p14:nvPr/>
            </p14:nvContentPartPr>
            <p14:xfrm>
              <a:off x="3636549" y="2423425"/>
              <a:ext cx="227880" cy="22932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6879D841-2C91-4663-8703-0132D8CBD05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618549" y="2405785"/>
                <a:ext cx="26352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51996679-D782-44D2-9574-6CAE8734D09D}"/>
                  </a:ext>
                </a:extLst>
              </p14:cNvPr>
              <p14:cNvContentPartPr/>
              <p14:nvPr/>
            </p14:nvContentPartPr>
            <p14:xfrm>
              <a:off x="2424789" y="2825905"/>
              <a:ext cx="45720" cy="22140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51996679-D782-44D2-9574-6CAE8734D09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406789" y="2807905"/>
                <a:ext cx="8136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CBD06CD2-30BA-43FE-BA63-DF8AE87464E5}"/>
                  </a:ext>
                </a:extLst>
              </p14:cNvPr>
              <p14:cNvContentPartPr/>
              <p14:nvPr/>
            </p14:nvContentPartPr>
            <p14:xfrm>
              <a:off x="2796669" y="2815105"/>
              <a:ext cx="203040" cy="24552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CBD06CD2-30BA-43FE-BA63-DF8AE87464E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778669" y="2797105"/>
                <a:ext cx="23868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AC41D743-7935-4757-AB4D-1408E8AAF1B7}"/>
                  </a:ext>
                </a:extLst>
              </p14:cNvPr>
              <p14:cNvContentPartPr/>
              <p14:nvPr/>
            </p14:nvContentPartPr>
            <p14:xfrm>
              <a:off x="3291669" y="2853625"/>
              <a:ext cx="58680" cy="21096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AC41D743-7935-4757-AB4D-1408E8AAF1B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273669" y="2835985"/>
                <a:ext cx="9432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BC85ED4E-B831-46CD-8B0E-EB051ECAFD19}"/>
                  </a:ext>
                </a:extLst>
              </p14:cNvPr>
              <p14:cNvContentPartPr/>
              <p14:nvPr/>
            </p14:nvContentPartPr>
            <p14:xfrm>
              <a:off x="3710349" y="2814385"/>
              <a:ext cx="40680" cy="24300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BC85ED4E-B831-46CD-8B0E-EB051ECAFD1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692349" y="2796385"/>
                <a:ext cx="7632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FBD8975A-BA3F-4CFA-A219-2F03C9BA8FDA}"/>
                  </a:ext>
                </a:extLst>
              </p14:cNvPr>
              <p14:cNvContentPartPr/>
              <p14:nvPr/>
            </p14:nvContentPartPr>
            <p14:xfrm>
              <a:off x="2420469" y="3270505"/>
              <a:ext cx="48960" cy="19404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FBD8975A-BA3F-4CFA-A219-2F03C9BA8FD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402469" y="3252865"/>
                <a:ext cx="8460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AB4C50E7-87CF-4AF8-9BBB-217C0271E05B}"/>
                  </a:ext>
                </a:extLst>
              </p14:cNvPr>
              <p14:cNvContentPartPr/>
              <p14:nvPr/>
            </p14:nvContentPartPr>
            <p14:xfrm>
              <a:off x="2877309" y="3236305"/>
              <a:ext cx="29520" cy="20124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AB4C50E7-87CF-4AF8-9BBB-217C0271E05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859309" y="3218305"/>
                <a:ext cx="6516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04B1C11A-8EA0-4D81-809D-37633377A17D}"/>
                  </a:ext>
                </a:extLst>
              </p14:cNvPr>
              <p14:cNvContentPartPr/>
              <p14:nvPr/>
            </p14:nvContentPartPr>
            <p14:xfrm>
              <a:off x="3272589" y="3271225"/>
              <a:ext cx="174600" cy="19764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04B1C11A-8EA0-4D81-809D-37633377A17D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3254589" y="3253225"/>
                <a:ext cx="2102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CFC8BEF6-A3C1-4B3A-826E-8B9F9FB9725A}"/>
                  </a:ext>
                </a:extLst>
              </p14:cNvPr>
              <p14:cNvContentPartPr/>
              <p14:nvPr/>
            </p14:nvContentPartPr>
            <p14:xfrm>
              <a:off x="3658869" y="3258265"/>
              <a:ext cx="227520" cy="22212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CFC8BEF6-A3C1-4B3A-826E-8B9F9FB9725A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640869" y="3240625"/>
                <a:ext cx="26316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5B8A1602-4D3E-4B94-9A65-5838D838A73D}"/>
                  </a:ext>
                </a:extLst>
              </p14:cNvPr>
              <p14:cNvContentPartPr/>
              <p14:nvPr/>
            </p14:nvContentPartPr>
            <p14:xfrm>
              <a:off x="2396349" y="3690265"/>
              <a:ext cx="25200" cy="18828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5B8A1602-4D3E-4B94-9A65-5838D838A73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378349" y="3672625"/>
                <a:ext cx="6084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7F5988D7-5D04-448A-8187-CA3FAB97A7BA}"/>
                  </a:ext>
                </a:extLst>
              </p14:cNvPr>
              <p14:cNvContentPartPr/>
              <p14:nvPr/>
            </p14:nvContentPartPr>
            <p14:xfrm>
              <a:off x="2848869" y="3679465"/>
              <a:ext cx="35280" cy="23760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7F5988D7-5D04-448A-8187-CA3FAB97A7B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831229" y="3661825"/>
                <a:ext cx="709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535D7603-B791-43B6-B618-8CBC0529EA39}"/>
                  </a:ext>
                </a:extLst>
              </p14:cNvPr>
              <p14:cNvContentPartPr/>
              <p14:nvPr/>
            </p14:nvContentPartPr>
            <p14:xfrm>
              <a:off x="3259989" y="3692785"/>
              <a:ext cx="187920" cy="22320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535D7603-B791-43B6-B618-8CBC0529EA3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241989" y="3675145"/>
                <a:ext cx="22356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ECA77383-C820-498D-A1B9-128CA2563E91}"/>
                  </a:ext>
                </a:extLst>
              </p14:cNvPr>
              <p14:cNvContentPartPr/>
              <p14:nvPr/>
            </p14:nvContentPartPr>
            <p14:xfrm>
              <a:off x="3713949" y="3670825"/>
              <a:ext cx="14040" cy="23688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ECA77383-C820-498D-A1B9-128CA2563E91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696309" y="3652825"/>
                <a:ext cx="4968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645228F1-3B47-4E4D-AF86-A369F8381A80}"/>
                  </a:ext>
                </a:extLst>
              </p14:cNvPr>
              <p14:cNvContentPartPr/>
              <p14:nvPr/>
            </p14:nvContentPartPr>
            <p14:xfrm>
              <a:off x="2410749" y="4084825"/>
              <a:ext cx="44640" cy="22212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645228F1-3B47-4E4D-AF86-A369F8381A80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393109" y="4066825"/>
                <a:ext cx="8028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C7248A4E-D6EB-41B0-A5DB-2EB0E8453C2B}"/>
                  </a:ext>
                </a:extLst>
              </p14:cNvPr>
              <p14:cNvContentPartPr/>
              <p14:nvPr/>
            </p14:nvContentPartPr>
            <p14:xfrm>
              <a:off x="2824389" y="4093825"/>
              <a:ext cx="63000" cy="20088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C7248A4E-D6EB-41B0-A5DB-2EB0E8453C2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806749" y="4076185"/>
                <a:ext cx="986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7F0FD0F3-91BD-484A-917D-E2CAF1447D32}"/>
                  </a:ext>
                </a:extLst>
              </p14:cNvPr>
              <p14:cNvContentPartPr/>
              <p14:nvPr/>
            </p14:nvContentPartPr>
            <p14:xfrm>
              <a:off x="3665349" y="4137385"/>
              <a:ext cx="214920" cy="18216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7F0FD0F3-91BD-484A-917D-E2CAF1447D32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647349" y="4119385"/>
                <a:ext cx="25056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5BBA2ABE-7D09-41FC-A476-47A9D4D110D1}"/>
                  </a:ext>
                </a:extLst>
              </p14:cNvPr>
              <p14:cNvContentPartPr/>
              <p14:nvPr/>
            </p14:nvContentPartPr>
            <p14:xfrm>
              <a:off x="3229389" y="4084465"/>
              <a:ext cx="144360" cy="23004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5BBA2ABE-7D09-41FC-A476-47A9D4D110D1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211434" y="4066825"/>
                <a:ext cx="179911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B74EFDB4-EDAF-4A3D-88C2-D2F6759572B5}"/>
                  </a:ext>
                </a:extLst>
              </p14:cNvPr>
              <p14:cNvContentPartPr/>
              <p14:nvPr/>
            </p14:nvContentPartPr>
            <p14:xfrm>
              <a:off x="2651229" y="163705"/>
              <a:ext cx="325440" cy="30744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B74EFDB4-EDAF-4A3D-88C2-D2F6759572B5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633589" y="146065"/>
                <a:ext cx="36108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A1E8504F-9979-4885-843F-7EFA6B1A6AC5}"/>
                  </a:ext>
                </a:extLst>
              </p14:cNvPr>
              <p14:cNvContentPartPr/>
              <p14:nvPr/>
            </p14:nvContentPartPr>
            <p14:xfrm>
              <a:off x="2304909" y="235705"/>
              <a:ext cx="205560" cy="16848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A1E8504F-9979-4885-843F-7EFA6B1A6AC5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287269" y="217705"/>
                <a:ext cx="24120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DF9AE67C-EFEB-42DD-9289-AF20B4443795}"/>
                  </a:ext>
                </a:extLst>
              </p14:cNvPr>
              <p14:cNvContentPartPr/>
              <p14:nvPr/>
            </p14:nvContentPartPr>
            <p14:xfrm>
              <a:off x="1373229" y="130225"/>
              <a:ext cx="218160" cy="32220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DF9AE67C-EFEB-42DD-9289-AF20B4443795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355589" y="112585"/>
                <a:ext cx="25380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5F4E7C96-1538-458A-A81B-25B4F6BE24EE}"/>
                  </a:ext>
                </a:extLst>
              </p14:cNvPr>
              <p14:cNvContentPartPr/>
              <p14:nvPr/>
            </p14:nvContentPartPr>
            <p14:xfrm>
              <a:off x="1703349" y="163345"/>
              <a:ext cx="498240" cy="24264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5F4E7C96-1538-458A-A81B-25B4F6BE24EE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685349" y="145345"/>
                <a:ext cx="53388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12AD6180-5BFC-4E6C-B62C-D801D919252E}"/>
                  </a:ext>
                </a:extLst>
              </p14:cNvPr>
              <p14:cNvContentPartPr/>
              <p14:nvPr/>
            </p14:nvContentPartPr>
            <p14:xfrm>
              <a:off x="2299869" y="3577945"/>
              <a:ext cx="667440" cy="31536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12AD6180-5BFC-4E6C-B62C-D801D919252E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282229" y="3560305"/>
                <a:ext cx="70308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297AECE7-1939-4C43-992C-6A3ACCF05B7B}"/>
                  </a:ext>
                </a:extLst>
              </p14:cNvPr>
              <p14:cNvContentPartPr/>
              <p14:nvPr/>
            </p14:nvContentPartPr>
            <p14:xfrm>
              <a:off x="2218509" y="1114105"/>
              <a:ext cx="961560" cy="235584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297AECE7-1939-4C43-992C-6A3ACCF05B7B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2200502" y="1096465"/>
                <a:ext cx="997213" cy="239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4DC3F54B-843E-4A59-9D9F-3E14172AD585}"/>
                  </a:ext>
                </a:extLst>
              </p14:cNvPr>
              <p14:cNvContentPartPr/>
              <p14:nvPr/>
            </p14:nvContentPartPr>
            <p14:xfrm>
              <a:off x="2521629" y="4024705"/>
              <a:ext cx="493920" cy="33300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4DC3F54B-843E-4A59-9D9F-3E14172AD585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503629" y="4007046"/>
                <a:ext cx="529560" cy="3686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DFDE09DD-0BD2-4AB1-B576-F2D81E1D0B9B}"/>
                  </a:ext>
                </a:extLst>
              </p14:cNvPr>
              <p14:cNvContentPartPr/>
              <p14:nvPr/>
            </p14:nvContentPartPr>
            <p14:xfrm>
              <a:off x="3585069" y="1203745"/>
              <a:ext cx="631800" cy="325728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DFDE09DD-0BD2-4AB1-B576-F2D81E1D0B9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567419" y="1186105"/>
                <a:ext cx="667460" cy="329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275" name="Cerneală 274">
                <a:extLst>
                  <a:ext uri="{FF2B5EF4-FFF2-40B4-BE49-F238E27FC236}">
                    <a16:creationId xmlns:a16="http://schemas.microsoft.com/office/drawing/2014/main" id="{55388A5D-A15C-40CD-B45F-7D5E23E340B7}"/>
                  </a:ext>
                </a:extLst>
              </p14:cNvPr>
              <p14:cNvContentPartPr/>
              <p14:nvPr/>
            </p14:nvContentPartPr>
            <p14:xfrm>
              <a:off x="4466349" y="413545"/>
              <a:ext cx="7482240" cy="4906080"/>
            </p14:xfrm>
          </p:contentPart>
        </mc:Choice>
        <mc:Fallback xmlns="">
          <p:pic>
            <p:nvPicPr>
              <p:cNvPr id="275" name="Cerneală 274">
                <a:extLst>
                  <a:ext uri="{FF2B5EF4-FFF2-40B4-BE49-F238E27FC236}">
                    <a16:creationId xmlns:a16="http://schemas.microsoft.com/office/drawing/2014/main" id="{55388A5D-A15C-40CD-B45F-7D5E23E340B7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4448709" y="395545"/>
                <a:ext cx="7517880" cy="49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287" name="Cerneală 286">
                <a:extLst>
                  <a:ext uri="{FF2B5EF4-FFF2-40B4-BE49-F238E27FC236}">
                    <a16:creationId xmlns:a16="http://schemas.microsoft.com/office/drawing/2014/main" id="{11B33683-37B7-4FC1-B0B2-F2581FD75F08}"/>
                  </a:ext>
                </a:extLst>
              </p14:cNvPr>
              <p14:cNvContentPartPr/>
              <p14:nvPr/>
            </p14:nvContentPartPr>
            <p14:xfrm>
              <a:off x="7974549" y="5659465"/>
              <a:ext cx="253080" cy="256680"/>
            </p14:xfrm>
          </p:contentPart>
        </mc:Choice>
        <mc:Fallback xmlns="">
          <p:pic>
            <p:nvPicPr>
              <p:cNvPr id="287" name="Cerneală 286">
                <a:extLst>
                  <a:ext uri="{FF2B5EF4-FFF2-40B4-BE49-F238E27FC236}">
                    <a16:creationId xmlns:a16="http://schemas.microsoft.com/office/drawing/2014/main" id="{11B33683-37B7-4FC1-B0B2-F2581FD75F08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956575" y="5641825"/>
                <a:ext cx="288669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292" name="Cerneală 291">
                <a:extLst>
                  <a:ext uri="{FF2B5EF4-FFF2-40B4-BE49-F238E27FC236}">
                    <a16:creationId xmlns:a16="http://schemas.microsoft.com/office/drawing/2014/main" id="{8667506D-06B7-4EED-810A-177337FBE6BA}"/>
                  </a:ext>
                </a:extLst>
              </p14:cNvPr>
              <p14:cNvContentPartPr/>
              <p14:nvPr/>
            </p14:nvContentPartPr>
            <p14:xfrm>
              <a:off x="8628669" y="5543905"/>
              <a:ext cx="2801880" cy="878400"/>
            </p14:xfrm>
          </p:contentPart>
        </mc:Choice>
        <mc:Fallback xmlns="">
          <p:pic>
            <p:nvPicPr>
              <p:cNvPr id="292" name="Cerneală 291">
                <a:extLst>
                  <a:ext uri="{FF2B5EF4-FFF2-40B4-BE49-F238E27FC236}">
                    <a16:creationId xmlns:a16="http://schemas.microsoft.com/office/drawing/2014/main" id="{8667506D-06B7-4EED-810A-177337FBE6BA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8611029" y="5525905"/>
                <a:ext cx="2837520" cy="9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293" name="Cerneală 292">
                <a:extLst>
                  <a:ext uri="{FF2B5EF4-FFF2-40B4-BE49-F238E27FC236}">
                    <a16:creationId xmlns:a16="http://schemas.microsoft.com/office/drawing/2014/main" id="{DA378887-D72B-46FD-A130-3E491ACB84DA}"/>
                  </a:ext>
                </a:extLst>
              </p14:cNvPr>
              <p14:cNvContentPartPr/>
              <p14:nvPr/>
            </p14:nvContentPartPr>
            <p14:xfrm>
              <a:off x="7983909" y="6111625"/>
              <a:ext cx="367200" cy="258840"/>
            </p14:xfrm>
          </p:contentPart>
        </mc:Choice>
        <mc:Fallback xmlns="">
          <p:pic>
            <p:nvPicPr>
              <p:cNvPr id="293" name="Cerneală 292">
                <a:extLst>
                  <a:ext uri="{FF2B5EF4-FFF2-40B4-BE49-F238E27FC236}">
                    <a16:creationId xmlns:a16="http://schemas.microsoft.com/office/drawing/2014/main" id="{DA378887-D72B-46FD-A130-3E491ACB84DA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7965909" y="6093960"/>
                <a:ext cx="402840" cy="29453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2037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C03E2BBB-8617-46C6-83B1-702F83151BB1}"/>
                  </a:ext>
                </a:extLst>
              </p14:cNvPr>
              <p14:cNvContentPartPr/>
              <p14:nvPr/>
            </p14:nvContentPartPr>
            <p14:xfrm>
              <a:off x="2362509" y="4019305"/>
              <a:ext cx="360" cy="39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C03E2BBB-8617-46C6-83B1-702F83151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44869" y="4001665"/>
                <a:ext cx="36000" cy="39600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Imagine 19">
            <a:extLst>
              <a:ext uri="{FF2B5EF4-FFF2-40B4-BE49-F238E27FC236}">
                <a16:creationId xmlns:a16="http://schemas.microsoft.com/office/drawing/2014/main" id="{3E1322B0-D65A-4F92-968C-FB906E592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43" y="594391"/>
            <a:ext cx="3848100" cy="40233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2F2A56CE-3DFE-4919-9B2C-1BF8DCD19CEF}"/>
                  </a:ext>
                </a:extLst>
              </p14:cNvPr>
              <p14:cNvContentPartPr/>
              <p14:nvPr/>
            </p14:nvContentPartPr>
            <p14:xfrm>
              <a:off x="2404269" y="1233625"/>
              <a:ext cx="137880" cy="1962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2F2A56CE-3DFE-4919-9B2C-1BF8DCD19CE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86269" y="1215985"/>
                <a:ext cx="1735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BB128AD4-2B98-4767-9F8E-AA9429930D40}"/>
                  </a:ext>
                </a:extLst>
              </p14:cNvPr>
              <p14:cNvContentPartPr/>
              <p14:nvPr/>
            </p14:nvContentPartPr>
            <p14:xfrm>
              <a:off x="3671829" y="1193665"/>
              <a:ext cx="238680" cy="2606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BB128AD4-2B98-4767-9F8E-AA9429930D4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53829" y="1176025"/>
                <a:ext cx="27432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E5908A64-FDCC-4394-B3C6-063B3B57689B}"/>
                  </a:ext>
                </a:extLst>
              </p14:cNvPr>
              <p14:cNvContentPartPr/>
              <p14:nvPr/>
            </p14:nvContentPartPr>
            <p14:xfrm>
              <a:off x="2824389" y="1188985"/>
              <a:ext cx="80640" cy="2343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E5908A64-FDCC-4394-B3C6-063B3B57689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06670" y="1170985"/>
                <a:ext cx="11644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9A027881-8202-4A17-8D64-6908A1E96924}"/>
                  </a:ext>
                </a:extLst>
              </p14:cNvPr>
              <p14:cNvContentPartPr/>
              <p14:nvPr/>
            </p14:nvContentPartPr>
            <p14:xfrm>
              <a:off x="3267549" y="1195825"/>
              <a:ext cx="128880" cy="2545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9A027881-8202-4A17-8D64-6908A1E9692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249909" y="1178185"/>
                <a:ext cx="16452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CC54E3B5-4D19-4A48-9FC1-27F9A1CE6A3C}"/>
                  </a:ext>
                </a:extLst>
              </p14:cNvPr>
              <p14:cNvContentPartPr/>
              <p14:nvPr/>
            </p14:nvContentPartPr>
            <p14:xfrm>
              <a:off x="2420469" y="1564465"/>
              <a:ext cx="85680" cy="24192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CC54E3B5-4D19-4A48-9FC1-27F9A1CE6A3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02469" y="1546825"/>
                <a:ext cx="12132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75BEFDB5-8099-4AE0-BF0F-24667B01D815}"/>
                  </a:ext>
                </a:extLst>
              </p14:cNvPr>
              <p14:cNvContentPartPr/>
              <p14:nvPr/>
            </p14:nvContentPartPr>
            <p14:xfrm>
              <a:off x="2829429" y="1583905"/>
              <a:ext cx="178920" cy="21204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75BEFDB5-8099-4AE0-BF0F-24667B01D81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811789" y="1566265"/>
                <a:ext cx="21456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F8F2F384-C695-4217-8C4C-E46A1DBD4289}"/>
                  </a:ext>
                </a:extLst>
              </p14:cNvPr>
              <p14:cNvContentPartPr/>
              <p14:nvPr/>
            </p14:nvContentPartPr>
            <p14:xfrm>
              <a:off x="3259629" y="1607665"/>
              <a:ext cx="195840" cy="22104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F8F2F384-C695-4217-8C4C-E46A1DBD428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241989" y="1590025"/>
                <a:ext cx="23148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5FC77550-B4AE-4AE6-9716-302E42F94AC1}"/>
                  </a:ext>
                </a:extLst>
              </p14:cNvPr>
              <p14:cNvContentPartPr/>
              <p14:nvPr/>
            </p14:nvContentPartPr>
            <p14:xfrm>
              <a:off x="3654909" y="1587145"/>
              <a:ext cx="207000" cy="20232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5FC77550-B4AE-4AE6-9716-302E42F94AC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636909" y="1569145"/>
                <a:ext cx="24264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C76DB421-D864-4DC0-94F6-51B49AD8ACF9}"/>
                  </a:ext>
                </a:extLst>
              </p14:cNvPr>
              <p14:cNvContentPartPr/>
              <p14:nvPr/>
            </p14:nvContentPartPr>
            <p14:xfrm>
              <a:off x="2439549" y="2014465"/>
              <a:ext cx="66600" cy="24372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C76DB421-D864-4DC0-94F6-51B49AD8ACF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421909" y="1996465"/>
                <a:ext cx="10224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550321F3-656F-437B-B758-FC01D2C95992}"/>
                  </a:ext>
                </a:extLst>
              </p14:cNvPr>
              <p14:cNvContentPartPr/>
              <p14:nvPr/>
            </p14:nvContentPartPr>
            <p14:xfrm>
              <a:off x="2881269" y="2020225"/>
              <a:ext cx="191520" cy="22752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550321F3-656F-437B-B758-FC01D2C9599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863269" y="2002585"/>
                <a:ext cx="22716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CF0C0E93-C9EB-4C61-B181-2E5DA5A5C90B}"/>
                  </a:ext>
                </a:extLst>
              </p14:cNvPr>
              <p14:cNvContentPartPr/>
              <p14:nvPr/>
            </p14:nvContentPartPr>
            <p14:xfrm>
              <a:off x="3243069" y="2001865"/>
              <a:ext cx="189000" cy="23832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CF0C0E93-C9EB-4C61-B181-2E5DA5A5C90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225429" y="1983865"/>
                <a:ext cx="22464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1C8166D2-853F-4038-88C1-12173E7600CE}"/>
                  </a:ext>
                </a:extLst>
              </p14:cNvPr>
              <p14:cNvContentPartPr/>
              <p14:nvPr/>
            </p14:nvContentPartPr>
            <p14:xfrm>
              <a:off x="3710349" y="2009425"/>
              <a:ext cx="75240" cy="24552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1C8166D2-853F-4038-88C1-12173E7600C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692709" y="1991785"/>
                <a:ext cx="11088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430A0118-73E9-4486-9146-1107AC8646C9}"/>
                  </a:ext>
                </a:extLst>
              </p14:cNvPr>
              <p14:cNvContentPartPr/>
              <p14:nvPr/>
            </p14:nvContentPartPr>
            <p14:xfrm>
              <a:off x="2454309" y="2433145"/>
              <a:ext cx="34200" cy="20736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430A0118-73E9-4486-9146-1107AC8646C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436309" y="2415505"/>
                <a:ext cx="6984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98A45B2A-1EDC-40D2-9BC6-4B4ACD1CB771}"/>
                  </a:ext>
                </a:extLst>
              </p14:cNvPr>
              <p14:cNvContentPartPr/>
              <p14:nvPr/>
            </p14:nvContentPartPr>
            <p14:xfrm>
              <a:off x="2804949" y="2451505"/>
              <a:ext cx="198720" cy="21024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98A45B2A-1EDC-40D2-9BC6-4B4ACD1CB77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787309" y="2433865"/>
                <a:ext cx="23436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385D3BD0-41E5-4527-BF42-665EE2F49225}"/>
                  </a:ext>
                </a:extLst>
              </p14:cNvPr>
              <p14:cNvContentPartPr/>
              <p14:nvPr/>
            </p14:nvContentPartPr>
            <p14:xfrm>
              <a:off x="3320469" y="2416225"/>
              <a:ext cx="61920" cy="22536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385D3BD0-41E5-4527-BF42-665EE2F4922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302469" y="2398585"/>
                <a:ext cx="9756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6879D841-2C91-4663-8703-0132D8CBD053}"/>
                  </a:ext>
                </a:extLst>
              </p14:cNvPr>
              <p14:cNvContentPartPr/>
              <p14:nvPr/>
            </p14:nvContentPartPr>
            <p14:xfrm>
              <a:off x="3636549" y="2423425"/>
              <a:ext cx="227880" cy="22932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6879D841-2C91-4663-8703-0132D8CBD05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618549" y="2405785"/>
                <a:ext cx="26352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51996679-D782-44D2-9574-6CAE8734D09D}"/>
                  </a:ext>
                </a:extLst>
              </p14:cNvPr>
              <p14:cNvContentPartPr/>
              <p14:nvPr/>
            </p14:nvContentPartPr>
            <p14:xfrm>
              <a:off x="2424789" y="2825905"/>
              <a:ext cx="45720" cy="22140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51996679-D782-44D2-9574-6CAE8734D09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406789" y="2807905"/>
                <a:ext cx="8136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CBD06CD2-30BA-43FE-BA63-DF8AE87464E5}"/>
                  </a:ext>
                </a:extLst>
              </p14:cNvPr>
              <p14:cNvContentPartPr/>
              <p14:nvPr/>
            </p14:nvContentPartPr>
            <p14:xfrm>
              <a:off x="2796669" y="2815105"/>
              <a:ext cx="203040" cy="24552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CBD06CD2-30BA-43FE-BA63-DF8AE87464E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778669" y="2797105"/>
                <a:ext cx="23868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AC41D743-7935-4757-AB4D-1408E8AAF1B7}"/>
                  </a:ext>
                </a:extLst>
              </p14:cNvPr>
              <p14:cNvContentPartPr/>
              <p14:nvPr/>
            </p14:nvContentPartPr>
            <p14:xfrm>
              <a:off x="3291669" y="2853625"/>
              <a:ext cx="58680" cy="21096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AC41D743-7935-4757-AB4D-1408E8AAF1B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273669" y="2835985"/>
                <a:ext cx="9432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BC85ED4E-B831-46CD-8B0E-EB051ECAFD19}"/>
                  </a:ext>
                </a:extLst>
              </p14:cNvPr>
              <p14:cNvContentPartPr/>
              <p14:nvPr/>
            </p14:nvContentPartPr>
            <p14:xfrm>
              <a:off x="3710349" y="2814385"/>
              <a:ext cx="40680" cy="24300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BC85ED4E-B831-46CD-8B0E-EB051ECAFD1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692349" y="2796385"/>
                <a:ext cx="7632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FBD8975A-BA3F-4CFA-A219-2F03C9BA8FDA}"/>
                  </a:ext>
                </a:extLst>
              </p14:cNvPr>
              <p14:cNvContentPartPr/>
              <p14:nvPr/>
            </p14:nvContentPartPr>
            <p14:xfrm>
              <a:off x="2420469" y="3270505"/>
              <a:ext cx="48960" cy="19404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FBD8975A-BA3F-4CFA-A219-2F03C9BA8FD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402469" y="3252865"/>
                <a:ext cx="8460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AB4C50E7-87CF-4AF8-9BBB-217C0271E05B}"/>
                  </a:ext>
                </a:extLst>
              </p14:cNvPr>
              <p14:cNvContentPartPr/>
              <p14:nvPr/>
            </p14:nvContentPartPr>
            <p14:xfrm>
              <a:off x="2877309" y="3236305"/>
              <a:ext cx="29520" cy="20124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AB4C50E7-87CF-4AF8-9BBB-217C0271E05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859309" y="3218305"/>
                <a:ext cx="6516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04B1C11A-8EA0-4D81-809D-37633377A17D}"/>
                  </a:ext>
                </a:extLst>
              </p14:cNvPr>
              <p14:cNvContentPartPr/>
              <p14:nvPr/>
            </p14:nvContentPartPr>
            <p14:xfrm>
              <a:off x="3272589" y="3271225"/>
              <a:ext cx="174600" cy="19764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04B1C11A-8EA0-4D81-809D-37633377A17D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3254589" y="3253225"/>
                <a:ext cx="2102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CFC8BEF6-A3C1-4B3A-826E-8B9F9FB9725A}"/>
                  </a:ext>
                </a:extLst>
              </p14:cNvPr>
              <p14:cNvContentPartPr/>
              <p14:nvPr/>
            </p14:nvContentPartPr>
            <p14:xfrm>
              <a:off x="3658869" y="3258265"/>
              <a:ext cx="227520" cy="22212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CFC8BEF6-A3C1-4B3A-826E-8B9F9FB9725A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640869" y="3240625"/>
                <a:ext cx="26316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5B8A1602-4D3E-4B94-9A65-5838D838A73D}"/>
                  </a:ext>
                </a:extLst>
              </p14:cNvPr>
              <p14:cNvContentPartPr/>
              <p14:nvPr/>
            </p14:nvContentPartPr>
            <p14:xfrm>
              <a:off x="2396349" y="3690265"/>
              <a:ext cx="25200" cy="18828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5B8A1602-4D3E-4B94-9A65-5838D838A73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378349" y="3672625"/>
                <a:ext cx="6084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7F5988D7-5D04-448A-8187-CA3FAB97A7BA}"/>
                  </a:ext>
                </a:extLst>
              </p14:cNvPr>
              <p14:cNvContentPartPr/>
              <p14:nvPr/>
            </p14:nvContentPartPr>
            <p14:xfrm>
              <a:off x="2848869" y="3679465"/>
              <a:ext cx="35280" cy="23760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7F5988D7-5D04-448A-8187-CA3FAB97A7B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831229" y="3661825"/>
                <a:ext cx="709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535D7603-B791-43B6-B618-8CBC0529EA39}"/>
                  </a:ext>
                </a:extLst>
              </p14:cNvPr>
              <p14:cNvContentPartPr/>
              <p14:nvPr/>
            </p14:nvContentPartPr>
            <p14:xfrm>
              <a:off x="3259989" y="3692785"/>
              <a:ext cx="187920" cy="22320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535D7603-B791-43B6-B618-8CBC0529EA3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241989" y="3675145"/>
                <a:ext cx="22356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ECA77383-C820-498D-A1B9-128CA2563E91}"/>
                  </a:ext>
                </a:extLst>
              </p14:cNvPr>
              <p14:cNvContentPartPr/>
              <p14:nvPr/>
            </p14:nvContentPartPr>
            <p14:xfrm>
              <a:off x="3713949" y="3670825"/>
              <a:ext cx="14040" cy="23688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ECA77383-C820-498D-A1B9-128CA2563E91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696309" y="3652825"/>
                <a:ext cx="4968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645228F1-3B47-4E4D-AF86-A369F8381A80}"/>
                  </a:ext>
                </a:extLst>
              </p14:cNvPr>
              <p14:cNvContentPartPr/>
              <p14:nvPr/>
            </p14:nvContentPartPr>
            <p14:xfrm>
              <a:off x="2410749" y="4084825"/>
              <a:ext cx="44640" cy="22212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645228F1-3B47-4E4D-AF86-A369F8381A80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393109" y="4066825"/>
                <a:ext cx="8028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C7248A4E-D6EB-41B0-A5DB-2EB0E8453C2B}"/>
                  </a:ext>
                </a:extLst>
              </p14:cNvPr>
              <p14:cNvContentPartPr/>
              <p14:nvPr/>
            </p14:nvContentPartPr>
            <p14:xfrm>
              <a:off x="2824389" y="4093825"/>
              <a:ext cx="63000" cy="20088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C7248A4E-D6EB-41B0-A5DB-2EB0E8453C2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806749" y="4076185"/>
                <a:ext cx="986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7F0FD0F3-91BD-484A-917D-E2CAF1447D32}"/>
                  </a:ext>
                </a:extLst>
              </p14:cNvPr>
              <p14:cNvContentPartPr/>
              <p14:nvPr/>
            </p14:nvContentPartPr>
            <p14:xfrm>
              <a:off x="3665349" y="4137385"/>
              <a:ext cx="214920" cy="18216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7F0FD0F3-91BD-484A-917D-E2CAF1447D32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647349" y="4119385"/>
                <a:ext cx="25056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5BBA2ABE-7D09-41FC-A476-47A9D4D110D1}"/>
                  </a:ext>
                </a:extLst>
              </p14:cNvPr>
              <p14:cNvContentPartPr/>
              <p14:nvPr/>
            </p14:nvContentPartPr>
            <p14:xfrm>
              <a:off x="3229389" y="4084465"/>
              <a:ext cx="144360" cy="23004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5BBA2ABE-7D09-41FC-A476-47A9D4D110D1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211434" y="4066825"/>
                <a:ext cx="179911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B74EFDB4-EDAF-4A3D-88C2-D2F6759572B5}"/>
                  </a:ext>
                </a:extLst>
              </p14:cNvPr>
              <p14:cNvContentPartPr/>
              <p14:nvPr/>
            </p14:nvContentPartPr>
            <p14:xfrm>
              <a:off x="2651229" y="163705"/>
              <a:ext cx="325440" cy="30744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B74EFDB4-EDAF-4A3D-88C2-D2F6759572B5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633589" y="146065"/>
                <a:ext cx="36108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A1E8504F-9979-4885-843F-7EFA6B1A6AC5}"/>
                  </a:ext>
                </a:extLst>
              </p14:cNvPr>
              <p14:cNvContentPartPr/>
              <p14:nvPr/>
            </p14:nvContentPartPr>
            <p14:xfrm>
              <a:off x="2304909" y="235705"/>
              <a:ext cx="205560" cy="16848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A1E8504F-9979-4885-843F-7EFA6B1A6AC5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287269" y="217705"/>
                <a:ext cx="24120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DF9AE67C-EFEB-42DD-9289-AF20B4443795}"/>
                  </a:ext>
                </a:extLst>
              </p14:cNvPr>
              <p14:cNvContentPartPr/>
              <p14:nvPr/>
            </p14:nvContentPartPr>
            <p14:xfrm>
              <a:off x="1373229" y="130225"/>
              <a:ext cx="218160" cy="32220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DF9AE67C-EFEB-42DD-9289-AF20B4443795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355589" y="112585"/>
                <a:ext cx="25380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5F4E7C96-1538-458A-A81B-25B4F6BE24EE}"/>
                  </a:ext>
                </a:extLst>
              </p14:cNvPr>
              <p14:cNvContentPartPr/>
              <p14:nvPr/>
            </p14:nvContentPartPr>
            <p14:xfrm>
              <a:off x="1703349" y="163345"/>
              <a:ext cx="498240" cy="24264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5F4E7C96-1538-458A-A81B-25B4F6BE24EE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685349" y="145345"/>
                <a:ext cx="53388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CB9D1D83-910D-4A32-9A4D-307E60BF4FF0}"/>
                  </a:ext>
                </a:extLst>
              </p14:cNvPr>
              <p14:cNvContentPartPr/>
              <p14:nvPr/>
            </p14:nvContentPartPr>
            <p14:xfrm>
              <a:off x="3079989" y="384745"/>
              <a:ext cx="471240" cy="412740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CB9D1D83-910D-4A32-9A4D-307E60BF4FF0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3062349" y="348745"/>
                <a:ext cx="506880" cy="419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4F94E162-5F6C-48D4-B22A-DBC5DB411EAE}"/>
                  </a:ext>
                </a:extLst>
              </p14:cNvPr>
              <p14:cNvContentPartPr/>
              <p14:nvPr/>
            </p14:nvContentPartPr>
            <p14:xfrm>
              <a:off x="10578789" y="1616665"/>
              <a:ext cx="164880" cy="50580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4F94E162-5F6C-48D4-B22A-DBC5DB411EAE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0561149" y="1598665"/>
                <a:ext cx="200520" cy="5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C393FB04-A356-4017-B4E8-F9B9A44603ED}"/>
                  </a:ext>
                </a:extLst>
              </p14:cNvPr>
              <p14:cNvContentPartPr/>
              <p14:nvPr/>
            </p14:nvContentPartPr>
            <p14:xfrm>
              <a:off x="11109429" y="2203825"/>
              <a:ext cx="12960" cy="360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C393FB04-A356-4017-B4E8-F9B9A44603ED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1091429" y="2185825"/>
                <a:ext cx="486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AAC7A3CE-2405-4D62-82DC-1C97988F73A4}"/>
                  </a:ext>
                </a:extLst>
              </p14:cNvPr>
              <p14:cNvContentPartPr/>
              <p14:nvPr/>
            </p14:nvContentPartPr>
            <p14:xfrm>
              <a:off x="10876509" y="1976305"/>
              <a:ext cx="140040" cy="22320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AAC7A3CE-2405-4D62-82DC-1C97988F73A4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0858555" y="1958305"/>
                <a:ext cx="175589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CF6C83E5-CFC8-4163-90A4-2982D7431422}"/>
                  </a:ext>
                </a:extLst>
              </p14:cNvPr>
              <p14:cNvContentPartPr/>
              <p14:nvPr/>
            </p14:nvContentPartPr>
            <p14:xfrm>
              <a:off x="3253149" y="1183225"/>
              <a:ext cx="320400" cy="22536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CF6C83E5-CFC8-4163-90A4-2982D7431422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235149" y="1147225"/>
                <a:ext cx="35604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FAE685F8-3071-4C8B-ACE5-3C535BDE2B76}"/>
                  </a:ext>
                </a:extLst>
              </p14:cNvPr>
              <p14:cNvContentPartPr/>
              <p14:nvPr/>
            </p14:nvContentPartPr>
            <p14:xfrm>
              <a:off x="3252429" y="1602265"/>
              <a:ext cx="231840" cy="19980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FAE685F8-3071-4C8B-ACE5-3C535BDE2B76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234429" y="1566625"/>
                <a:ext cx="26748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B1CB2E2D-EEE8-4CF0-9557-78F0DF59E327}"/>
                  </a:ext>
                </a:extLst>
              </p14:cNvPr>
              <p14:cNvContentPartPr/>
              <p14:nvPr/>
            </p14:nvContentPartPr>
            <p14:xfrm>
              <a:off x="3250269" y="1982425"/>
              <a:ext cx="213120" cy="27396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B1CB2E2D-EEE8-4CF0-9557-78F0DF59E327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3232269" y="1946785"/>
                <a:ext cx="24876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74E21D01-DE93-49B0-9F4D-3086B77BCD9F}"/>
                  </a:ext>
                </a:extLst>
              </p14:cNvPr>
              <p14:cNvContentPartPr/>
              <p14:nvPr/>
            </p14:nvContentPartPr>
            <p14:xfrm>
              <a:off x="3238389" y="2402905"/>
              <a:ext cx="240480" cy="25992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74E21D01-DE93-49B0-9F4D-3086B77BCD9F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220749" y="2366905"/>
                <a:ext cx="27612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A1903457-E700-4B2A-BB5A-349C56AD0FAC}"/>
                  </a:ext>
                </a:extLst>
              </p14:cNvPr>
              <p14:cNvContentPartPr/>
              <p14:nvPr/>
            </p14:nvContentPartPr>
            <p14:xfrm>
              <a:off x="5962509" y="1244065"/>
              <a:ext cx="355320" cy="35964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A1903457-E700-4B2A-BB5A-349C56AD0FAC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5944869" y="1208425"/>
                <a:ext cx="390960" cy="43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C1ECF126-AE30-4604-823F-B85230A85AE3}"/>
                  </a:ext>
                </a:extLst>
              </p14:cNvPr>
              <p14:cNvContentPartPr/>
              <p14:nvPr/>
            </p14:nvContentPartPr>
            <p14:xfrm>
              <a:off x="6937029" y="1322545"/>
              <a:ext cx="243360" cy="23940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C1ECF126-AE30-4604-823F-B85230A85AE3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6919389" y="1286545"/>
                <a:ext cx="27900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5C43AF0F-F547-4795-AC78-660EB1E775AC}"/>
                  </a:ext>
                </a:extLst>
              </p14:cNvPr>
              <p14:cNvContentPartPr/>
              <p14:nvPr/>
            </p14:nvContentPartPr>
            <p14:xfrm>
              <a:off x="6208029" y="461785"/>
              <a:ext cx="875160" cy="2196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5C43AF0F-F547-4795-AC78-660EB1E775AC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6190389" y="426145"/>
                <a:ext cx="91080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28F80E71-B05F-4D5E-A603-5CDFAC6081C5}"/>
                  </a:ext>
                </a:extLst>
              </p14:cNvPr>
              <p14:cNvContentPartPr/>
              <p14:nvPr/>
            </p14:nvContentPartPr>
            <p14:xfrm>
              <a:off x="6929829" y="346225"/>
              <a:ext cx="360360" cy="31644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28F80E71-B05F-4D5E-A603-5CDFAC6081C5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6912189" y="310225"/>
                <a:ext cx="39600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7A6211FB-7D5C-486A-9247-EA6C5EDC672F}"/>
                  </a:ext>
                </a:extLst>
              </p14:cNvPr>
              <p14:cNvContentPartPr/>
              <p14:nvPr/>
            </p14:nvContentPartPr>
            <p14:xfrm>
              <a:off x="8056269" y="453145"/>
              <a:ext cx="1179360" cy="3240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7A6211FB-7D5C-486A-9247-EA6C5EDC672F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8038269" y="417505"/>
                <a:ext cx="121500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0E959B5D-CD32-4B9B-A28F-257872B128FE}"/>
                  </a:ext>
                </a:extLst>
              </p14:cNvPr>
              <p14:cNvContentPartPr/>
              <p14:nvPr/>
            </p14:nvContentPartPr>
            <p14:xfrm>
              <a:off x="8000829" y="342625"/>
              <a:ext cx="270000" cy="20952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0E959B5D-CD32-4B9B-A28F-257872B128FE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982829" y="306985"/>
                <a:ext cx="30564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4A785ADC-362D-4954-B9CA-35197CE40E44}"/>
                  </a:ext>
                </a:extLst>
              </p14:cNvPr>
              <p14:cNvContentPartPr/>
              <p14:nvPr/>
            </p14:nvContentPartPr>
            <p14:xfrm>
              <a:off x="8856909" y="1388785"/>
              <a:ext cx="328680" cy="28728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4A785ADC-362D-4954-B9CA-35197CE40E44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8839269" y="1353145"/>
                <a:ext cx="36432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FBF8CC6A-AB68-48BD-B669-8DCAA3F2AC77}"/>
                  </a:ext>
                </a:extLst>
              </p14:cNvPr>
              <p14:cNvContentPartPr/>
              <p14:nvPr/>
            </p14:nvContentPartPr>
            <p14:xfrm>
              <a:off x="8065629" y="1345585"/>
              <a:ext cx="343800" cy="33228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FBF8CC6A-AB68-48BD-B669-8DCAA3F2AC77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8047989" y="1309585"/>
                <a:ext cx="379440" cy="40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A7309D57-6CC4-4D88-AF88-520535BDB774}"/>
                  </a:ext>
                </a:extLst>
              </p14:cNvPr>
              <p14:cNvContentPartPr/>
              <p14:nvPr/>
            </p14:nvContentPartPr>
            <p14:xfrm>
              <a:off x="6044589" y="2026705"/>
              <a:ext cx="368640" cy="34344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A7309D57-6CC4-4D88-AF88-520535BDB774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6026589" y="1990705"/>
                <a:ext cx="40428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B3767773-B541-4462-8DD4-F2ED4EAF481F}"/>
                  </a:ext>
                </a:extLst>
              </p14:cNvPr>
              <p14:cNvContentPartPr/>
              <p14:nvPr/>
            </p14:nvContentPartPr>
            <p14:xfrm>
              <a:off x="6864309" y="2020225"/>
              <a:ext cx="278280" cy="28512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B3767773-B541-4462-8DD4-F2ED4EAF481F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6846669" y="1984225"/>
                <a:ext cx="31392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329B06C6-96D0-4655-8ED3-3421FF012AD6}"/>
                  </a:ext>
                </a:extLst>
              </p14:cNvPr>
              <p14:cNvContentPartPr/>
              <p14:nvPr/>
            </p14:nvContentPartPr>
            <p14:xfrm>
              <a:off x="8747109" y="2050825"/>
              <a:ext cx="317160" cy="28152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329B06C6-96D0-4655-8ED3-3421FF012AD6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8729469" y="2014825"/>
                <a:ext cx="35280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5D599524-D061-443D-B5BF-65993D2DDE52}"/>
                  </a:ext>
                </a:extLst>
              </p14:cNvPr>
              <p14:cNvContentPartPr/>
              <p14:nvPr/>
            </p14:nvContentPartPr>
            <p14:xfrm>
              <a:off x="8226189" y="2043985"/>
              <a:ext cx="207360" cy="34956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5D599524-D061-443D-B5BF-65993D2DDE52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208189" y="2007985"/>
                <a:ext cx="243000" cy="4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C17211C1-841C-49B9-8ABE-768F0DE18495}"/>
                  </a:ext>
                </a:extLst>
              </p14:cNvPr>
              <p14:cNvContentPartPr/>
              <p14:nvPr/>
            </p14:nvContentPartPr>
            <p14:xfrm>
              <a:off x="4615029" y="408865"/>
              <a:ext cx="5040720" cy="247932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C17211C1-841C-49B9-8ABE-768F0DE18495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4597388" y="390868"/>
                <a:ext cx="5076363" cy="25149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C2E78F24-D86A-4DBE-8A7C-21BF719387F1}"/>
                  </a:ext>
                </a:extLst>
              </p14:cNvPr>
              <p14:cNvContentPartPr/>
              <p14:nvPr/>
            </p14:nvContentPartPr>
            <p14:xfrm>
              <a:off x="5453109" y="3018145"/>
              <a:ext cx="3429000" cy="167868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C2E78F24-D86A-4DBE-8A7C-21BF719387F1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5435109" y="3000145"/>
                <a:ext cx="3464640" cy="171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7062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E8EF5049-F218-4530-AD72-9B95D3B259E5}"/>
                  </a:ext>
                </a:extLst>
              </p14:cNvPr>
              <p14:cNvContentPartPr/>
              <p14:nvPr/>
            </p14:nvContentPartPr>
            <p14:xfrm>
              <a:off x="868149" y="706945"/>
              <a:ext cx="161640" cy="46080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E8EF5049-F218-4530-AD72-9B95D3B259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0509" y="689305"/>
                <a:ext cx="197280" cy="4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CB5A5A33-DA06-44C9-B8C6-723AF418C478}"/>
                  </a:ext>
                </a:extLst>
              </p14:cNvPr>
              <p14:cNvContentPartPr/>
              <p14:nvPr/>
            </p14:nvContentPartPr>
            <p14:xfrm>
              <a:off x="1135269" y="1025185"/>
              <a:ext cx="63000" cy="19044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CB5A5A33-DA06-44C9-B8C6-723AF418C47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7629" y="1007545"/>
                <a:ext cx="9864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C431C6FC-B0F4-4CC3-82CA-736F2DCEA575}"/>
                  </a:ext>
                </a:extLst>
              </p14:cNvPr>
              <p14:cNvContentPartPr/>
              <p14:nvPr/>
            </p14:nvContentPartPr>
            <p14:xfrm>
              <a:off x="1284669" y="793705"/>
              <a:ext cx="159480" cy="1044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C431C6FC-B0F4-4CC3-82CA-736F2DCEA57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66669" y="775705"/>
                <a:ext cx="19512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C983E5FA-1C80-42F3-A0B6-C6928E3F94AC}"/>
                  </a:ext>
                </a:extLst>
              </p14:cNvPr>
              <p14:cNvContentPartPr/>
              <p14:nvPr/>
            </p14:nvContentPartPr>
            <p14:xfrm>
              <a:off x="1361709" y="919345"/>
              <a:ext cx="138240" cy="1008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C983E5FA-1C80-42F3-A0B6-C6928E3F94A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44069" y="901345"/>
                <a:ext cx="17388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C9B3F381-5679-4D2A-9000-633AE402C8D0}"/>
                  </a:ext>
                </a:extLst>
              </p14:cNvPr>
              <p14:cNvContentPartPr/>
              <p14:nvPr/>
            </p14:nvContentPartPr>
            <p14:xfrm>
              <a:off x="1327869" y="2280865"/>
              <a:ext cx="171720" cy="30096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C9B3F381-5679-4D2A-9000-633AE402C8D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10229" y="2263225"/>
                <a:ext cx="20736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AFEC9E18-C435-4AEA-9D87-C1DCA6E47ADB}"/>
                  </a:ext>
                </a:extLst>
              </p14:cNvPr>
              <p14:cNvContentPartPr/>
              <p14:nvPr/>
            </p14:nvContentPartPr>
            <p14:xfrm>
              <a:off x="519309" y="2277985"/>
              <a:ext cx="649080" cy="26964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AFEC9E18-C435-4AEA-9D87-C1DCA6E47AD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1669" y="2260321"/>
                <a:ext cx="684720" cy="3053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04C7F862-73DA-4081-9068-A87AAB382907}"/>
                  </a:ext>
                </a:extLst>
              </p14:cNvPr>
              <p14:cNvContentPartPr/>
              <p14:nvPr/>
            </p14:nvContentPartPr>
            <p14:xfrm>
              <a:off x="2078829" y="2018785"/>
              <a:ext cx="2426760" cy="99576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04C7F862-73DA-4081-9068-A87AAB38290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60829" y="2000792"/>
                <a:ext cx="2462400" cy="10313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BF5FB675-FE7D-42DC-9E1C-136EC5E00B42}"/>
                  </a:ext>
                </a:extLst>
              </p14:cNvPr>
              <p14:cNvContentPartPr/>
              <p14:nvPr/>
            </p14:nvContentPartPr>
            <p14:xfrm>
              <a:off x="1794789" y="3792145"/>
              <a:ext cx="226800" cy="1008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BF5FB675-FE7D-42DC-9E1C-136EC5E00B4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76789" y="3774145"/>
                <a:ext cx="2624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371B54D9-6D99-4679-BC2F-FBD1D01CB9B1}"/>
                  </a:ext>
                </a:extLst>
              </p14:cNvPr>
              <p14:cNvContentPartPr/>
              <p14:nvPr/>
            </p14:nvContentPartPr>
            <p14:xfrm>
              <a:off x="1857069" y="3897985"/>
              <a:ext cx="239040" cy="1260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371B54D9-6D99-4679-BC2F-FBD1D01CB9B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39429" y="3879985"/>
                <a:ext cx="27468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4DB7780B-DB01-425D-A839-676014D2072C}"/>
                  </a:ext>
                </a:extLst>
              </p14:cNvPr>
              <p14:cNvContentPartPr/>
              <p14:nvPr/>
            </p14:nvContentPartPr>
            <p14:xfrm>
              <a:off x="2353149" y="3615025"/>
              <a:ext cx="244080" cy="900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4DB7780B-DB01-425D-A839-676014D2072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335149" y="3597385"/>
                <a:ext cx="27972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2E43309F-757A-470F-A007-C99D9D14C00D}"/>
                  </a:ext>
                </a:extLst>
              </p14:cNvPr>
              <p14:cNvContentPartPr/>
              <p14:nvPr/>
            </p14:nvContentPartPr>
            <p14:xfrm>
              <a:off x="2762469" y="3797545"/>
              <a:ext cx="34560" cy="453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2E43309F-757A-470F-A007-C99D9D14C00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744829" y="3779905"/>
                <a:ext cx="7020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C8D36665-2163-471B-8500-94147DA36CF7}"/>
                  </a:ext>
                </a:extLst>
              </p14:cNvPr>
              <p14:cNvContentPartPr/>
              <p14:nvPr/>
            </p14:nvContentPartPr>
            <p14:xfrm>
              <a:off x="2266389" y="3486865"/>
              <a:ext cx="1256760" cy="1728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C8D36665-2163-471B-8500-94147DA36CF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248749" y="3468865"/>
                <a:ext cx="12924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0561F6C1-69C0-4D09-9DD1-C61D064EF6AB}"/>
                  </a:ext>
                </a:extLst>
              </p14:cNvPr>
              <p14:cNvContentPartPr/>
              <p14:nvPr/>
            </p14:nvContentPartPr>
            <p14:xfrm>
              <a:off x="3031389" y="3600265"/>
              <a:ext cx="335520" cy="33012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0561F6C1-69C0-4D09-9DD1-C61D064EF6A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013749" y="3582265"/>
                <a:ext cx="37116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4EF4EE1A-5B0F-4402-93D5-5E5CF3BE210A}"/>
                  </a:ext>
                </a:extLst>
              </p14:cNvPr>
              <p14:cNvContentPartPr/>
              <p14:nvPr/>
            </p14:nvContentPartPr>
            <p14:xfrm>
              <a:off x="2362869" y="3692425"/>
              <a:ext cx="208440" cy="25812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4EF4EE1A-5B0F-4402-93D5-5E5CF3BE210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345229" y="3674785"/>
                <a:ext cx="24408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294715B9-D43F-4A15-BA05-F4B84CC31438}"/>
                  </a:ext>
                </a:extLst>
              </p14:cNvPr>
              <p14:cNvContentPartPr/>
              <p14:nvPr/>
            </p14:nvContentPartPr>
            <p14:xfrm>
              <a:off x="707949" y="3669385"/>
              <a:ext cx="898920" cy="33624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294715B9-D43F-4A15-BA05-F4B84CC3143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90309" y="3651404"/>
                <a:ext cx="934560" cy="3718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022C043C-7395-4FDE-B1E6-CBBE8B711F42}"/>
                  </a:ext>
                </a:extLst>
              </p14:cNvPr>
              <p14:cNvContentPartPr/>
              <p14:nvPr/>
            </p14:nvContentPartPr>
            <p14:xfrm>
              <a:off x="1173069" y="1440625"/>
              <a:ext cx="4320" cy="432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022C043C-7395-4FDE-B1E6-CBBE8B711F4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55069" y="1422625"/>
                <a:ext cx="399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C88835AF-3B56-4E83-B0F7-4A00A57C1E65}"/>
                  </a:ext>
                </a:extLst>
              </p14:cNvPr>
              <p14:cNvContentPartPr/>
              <p14:nvPr/>
            </p14:nvContentPartPr>
            <p14:xfrm>
              <a:off x="4797189" y="1659865"/>
              <a:ext cx="164520" cy="487152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C88835AF-3B56-4E83-B0F7-4A00A57C1E6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779549" y="1624225"/>
                <a:ext cx="200160" cy="494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D32A9860-2E18-4137-B83A-EC68AAE31DF8}"/>
                  </a:ext>
                </a:extLst>
              </p14:cNvPr>
              <p14:cNvContentPartPr/>
              <p14:nvPr/>
            </p14:nvContentPartPr>
            <p14:xfrm>
              <a:off x="7266789" y="2025985"/>
              <a:ext cx="365040" cy="2160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D32A9860-2E18-4137-B83A-EC68AAE31DF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249149" y="2007985"/>
                <a:ext cx="40068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8F6C2436-10E3-4A61-80CD-EF3F249FC39C}"/>
                  </a:ext>
                </a:extLst>
              </p14:cNvPr>
              <p14:cNvContentPartPr/>
              <p14:nvPr/>
            </p14:nvContentPartPr>
            <p14:xfrm>
              <a:off x="1986309" y="4669465"/>
              <a:ext cx="709560" cy="20196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8F6C2436-10E3-4A61-80CD-EF3F249FC39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968309" y="4651825"/>
                <a:ext cx="74520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B5FEFEA2-972E-4DC2-9135-EB06498F001F}"/>
                  </a:ext>
                </a:extLst>
              </p14:cNvPr>
              <p14:cNvContentPartPr/>
              <p14:nvPr/>
            </p14:nvContentPartPr>
            <p14:xfrm>
              <a:off x="423189" y="4956745"/>
              <a:ext cx="3485520" cy="162576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B5FEFEA2-972E-4DC2-9135-EB06498F001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05189" y="4938745"/>
                <a:ext cx="3521160" cy="166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56" name="Cerneală 255">
                <a:extLst>
                  <a:ext uri="{FF2B5EF4-FFF2-40B4-BE49-F238E27FC236}">
                    <a16:creationId xmlns:a16="http://schemas.microsoft.com/office/drawing/2014/main" id="{847A2F87-0761-409B-935C-DB464758B08E}"/>
                  </a:ext>
                </a:extLst>
              </p14:cNvPr>
              <p14:cNvContentPartPr/>
              <p14:nvPr/>
            </p14:nvContentPartPr>
            <p14:xfrm>
              <a:off x="1720629" y="88465"/>
              <a:ext cx="5467320" cy="1643760"/>
            </p14:xfrm>
          </p:contentPart>
        </mc:Choice>
        <mc:Fallback xmlns="">
          <p:pic>
            <p:nvPicPr>
              <p:cNvPr id="256" name="Cerneală 255">
                <a:extLst>
                  <a:ext uri="{FF2B5EF4-FFF2-40B4-BE49-F238E27FC236}">
                    <a16:creationId xmlns:a16="http://schemas.microsoft.com/office/drawing/2014/main" id="{847A2F87-0761-409B-935C-DB464758B08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702629" y="70825"/>
                <a:ext cx="5502960" cy="167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67" name="Cerneală 266">
                <a:extLst>
                  <a:ext uri="{FF2B5EF4-FFF2-40B4-BE49-F238E27FC236}">
                    <a16:creationId xmlns:a16="http://schemas.microsoft.com/office/drawing/2014/main" id="{A418AFE1-538E-4AF7-96D5-94F816E144C0}"/>
                  </a:ext>
                </a:extLst>
              </p14:cNvPr>
              <p14:cNvContentPartPr/>
              <p14:nvPr/>
            </p14:nvContentPartPr>
            <p14:xfrm>
              <a:off x="5126229" y="2131825"/>
              <a:ext cx="6966720" cy="2347560"/>
            </p14:xfrm>
          </p:contentPart>
        </mc:Choice>
        <mc:Fallback xmlns="">
          <p:pic>
            <p:nvPicPr>
              <p:cNvPr id="267" name="Cerneală 266">
                <a:extLst>
                  <a:ext uri="{FF2B5EF4-FFF2-40B4-BE49-F238E27FC236}">
                    <a16:creationId xmlns:a16="http://schemas.microsoft.com/office/drawing/2014/main" id="{A418AFE1-538E-4AF7-96D5-94F816E144C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108588" y="2113825"/>
                <a:ext cx="7002362" cy="238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82" name="Cerneală 281">
                <a:extLst>
                  <a:ext uri="{FF2B5EF4-FFF2-40B4-BE49-F238E27FC236}">
                    <a16:creationId xmlns:a16="http://schemas.microsoft.com/office/drawing/2014/main" id="{85314989-F744-4B2C-B740-6701A9F4D6AC}"/>
                  </a:ext>
                </a:extLst>
              </p14:cNvPr>
              <p14:cNvContentPartPr/>
              <p14:nvPr/>
            </p14:nvContentPartPr>
            <p14:xfrm>
              <a:off x="6876909" y="5409265"/>
              <a:ext cx="3830760" cy="805680"/>
            </p14:xfrm>
          </p:contentPart>
        </mc:Choice>
        <mc:Fallback xmlns="">
          <p:pic>
            <p:nvPicPr>
              <p:cNvPr id="282" name="Cerneală 281">
                <a:extLst>
                  <a:ext uri="{FF2B5EF4-FFF2-40B4-BE49-F238E27FC236}">
                    <a16:creationId xmlns:a16="http://schemas.microsoft.com/office/drawing/2014/main" id="{85314989-F744-4B2C-B740-6701A9F4D6A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858911" y="5391265"/>
                <a:ext cx="3866397" cy="84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83" name="Cerneală 282">
                <a:extLst>
                  <a:ext uri="{FF2B5EF4-FFF2-40B4-BE49-F238E27FC236}">
                    <a16:creationId xmlns:a16="http://schemas.microsoft.com/office/drawing/2014/main" id="{D857424E-D7A5-4045-9A17-34E7E0A9A7DB}"/>
                  </a:ext>
                </a:extLst>
              </p14:cNvPr>
              <p14:cNvContentPartPr/>
              <p14:nvPr/>
            </p14:nvContentPartPr>
            <p14:xfrm>
              <a:off x="11034909" y="5813185"/>
              <a:ext cx="325800" cy="493920"/>
            </p14:xfrm>
          </p:contentPart>
        </mc:Choice>
        <mc:Fallback xmlns="">
          <p:pic>
            <p:nvPicPr>
              <p:cNvPr id="283" name="Cerneală 282">
                <a:extLst>
                  <a:ext uri="{FF2B5EF4-FFF2-40B4-BE49-F238E27FC236}">
                    <a16:creationId xmlns:a16="http://schemas.microsoft.com/office/drawing/2014/main" id="{D857424E-D7A5-4045-9A17-34E7E0A9A7D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017269" y="5795545"/>
                <a:ext cx="361440" cy="52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3720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C03E2BBB-8617-46C6-83B1-702F83151BB1}"/>
                  </a:ext>
                </a:extLst>
              </p14:cNvPr>
              <p14:cNvContentPartPr/>
              <p14:nvPr/>
            </p14:nvContentPartPr>
            <p14:xfrm>
              <a:off x="2362509" y="4019305"/>
              <a:ext cx="360" cy="39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C03E2BBB-8617-46C6-83B1-702F83151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44869" y="4001665"/>
                <a:ext cx="36000" cy="39600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Imagine 19">
            <a:extLst>
              <a:ext uri="{FF2B5EF4-FFF2-40B4-BE49-F238E27FC236}">
                <a16:creationId xmlns:a16="http://schemas.microsoft.com/office/drawing/2014/main" id="{3E1322B0-D65A-4F92-968C-FB906E592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43" y="594391"/>
            <a:ext cx="3848100" cy="40233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2F2A56CE-3DFE-4919-9B2C-1BF8DCD19CEF}"/>
                  </a:ext>
                </a:extLst>
              </p14:cNvPr>
              <p14:cNvContentPartPr/>
              <p14:nvPr/>
            </p14:nvContentPartPr>
            <p14:xfrm>
              <a:off x="2404269" y="1233625"/>
              <a:ext cx="137880" cy="1962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2F2A56CE-3DFE-4919-9B2C-1BF8DCD19CE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86269" y="1215985"/>
                <a:ext cx="1735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BB128AD4-2B98-4767-9F8E-AA9429930D40}"/>
                  </a:ext>
                </a:extLst>
              </p14:cNvPr>
              <p14:cNvContentPartPr/>
              <p14:nvPr/>
            </p14:nvContentPartPr>
            <p14:xfrm>
              <a:off x="3671829" y="1193665"/>
              <a:ext cx="238680" cy="2606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BB128AD4-2B98-4767-9F8E-AA9429930D4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53829" y="1176025"/>
                <a:ext cx="27432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E5908A64-FDCC-4394-B3C6-063B3B57689B}"/>
                  </a:ext>
                </a:extLst>
              </p14:cNvPr>
              <p14:cNvContentPartPr/>
              <p14:nvPr/>
            </p14:nvContentPartPr>
            <p14:xfrm>
              <a:off x="2824389" y="1188985"/>
              <a:ext cx="80640" cy="2343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E5908A64-FDCC-4394-B3C6-063B3B57689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06670" y="1170985"/>
                <a:ext cx="11644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9A027881-8202-4A17-8D64-6908A1E96924}"/>
                  </a:ext>
                </a:extLst>
              </p14:cNvPr>
              <p14:cNvContentPartPr/>
              <p14:nvPr/>
            </p14:nvContentPartPr>
            <p14:xfrm>
              <a:off x="3267549" y="1195825"/>
              <a:ext cx="128880" cy="2545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9A027881-8202-4A17-8D64-6908A1E9692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249909" y="1178185"/>
                <a:ext cx="16452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CC54E3B5-4D19-4A48-9FC1-27F9A1CE6A3C}"/>
                  </a:ext>
                </a:extLst>
              </p14:cNvPr>
              <p14:cNvContentPartPr/>
              <p14:nvPr/>
            </p14:nvContentPartPr>
            <p14:xfrm>
              <a:off x="2420469" y="1564465"/>
              <a:ext cx="85680" cy="24192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CC54E3B5-4D19-4A48-9FC1-27F9A1CE6A3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02469" y="1546825"/>
                <a:ext cx="12132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75BEFDB5-8099-4AE0-BF0F-24667B01D815}"/>
                  </a:ext>
                </a:extLst>
              </p14:cNvPr>
              <p14:cNvContentPartPr/>
              <p14:nvPr/>
            </p14:nvContentPartPr>
            <p14:xfrm>
              <a:off x="2829429" y="1583905"/>
              <a:ext cx="178920" cy="21204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75BEFDB5-8099-4AE0-BF0F-24667B01D81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811789" y="1566265"/>
                <a:ext cx="21456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F8F2F384-C695-4217-8C4C-E46A1DBD4289}"/>
                  </a:ext>
                </a:extLst>
              </p14:cNvPr>
              <p14:cNvContentPartPr/>
              <p14:nvPr/>
            </p14:nvContentPartPr>
            <p14:xfrm>
              <a:off x="3259629" y="1607665"/>
              <a:ext cx="195840" cy="22104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F8F2F384-C695-4217-8C4C-E46A1DBD428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241989" y="1590025"/>
                <a:ext cx="23148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5FC77550-B4AE-4AE6-9716-302E42F94AC1}"/>
                  </a:ext>
                </a:extLst>
              </p14:cNvPr>
              <p14:cNvContentPartPr/>
              <p14:nvPr/>
            </p14:nvContentPartPr>
            <p14:xfrm>
              <a:off x="3654909" y="1587145"/>
              <a:ext cx="207000" cy="20232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5FC77550-B4AE-4AE6-9716-302E42F94AC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636909" y="1569145"/>
                <a:ext cx="24264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C76DB421-D864-4DC0-94F6-51B49AD8ACF9}"/>
                  </a:ext>
                </a:extLst>
              </p14:cNvPr>
              <p14:cNvContentPartPr/>
              <p14:nvPr/>
            </p14:nvContentPartPr>
            <p14:xfrm>
              <a:off x="2439549" y="2014465"/>
              <a:ext cx="66600" cy="24372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C76DB421-D864-4DC0-94F6-51B49AD8ACF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421909" y="1996465"/>
                <a:ext cx="10224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550321F3-656F-437B-B758-FC01D2C95992}"/>
                  </a:ext>
                </a:extLst>
              </p14:cNvPr>
              <p14:cNvContentPartPr/>
              <p14:nvPr/>
            </p14:nvContentPartPr>
            <p14:xfrm>
              <a:off x="2881269" y="2020225"/>
              <a:ext cx="191520" cy="22752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550321F3-656F-437B-B758-FC01D2C9599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863269" y="2002585"/>
                <a:ext cx="22716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CF0C0E93-C9EB-4C61-B181-2E5DA5A5C90B}"/>
                  </a:ext>
                </a:extLst>
              </p14:cNvPr>
              <p14:cNvContentPartPr/>
              <p14:nvPr/>
            </p14:nvContentPartPr>
            <p14:xfrm>
              <a:off x="3243069" y="2001865"/>
              <a:ext cx="189000" cy="23832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CF0C0E93-C9EB-4C61-B181-2E5DA5A5C90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225429" y="1983865"/>
                <a:ext cx="22464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1C8166D2-853F-4038-88C1-12173E7600CE}"/>
                  </a:ext>
                </a:extLst>
              </p14:cNvPr>
              <p14:cNvContentPartPr/>
              <p14:nvPr/>
            </p14:nvContentPartPr>
            <p14:xfrm>
              <a:off x="3710349" y="2009425"/>
              <a:ext cx="75240" cy="24552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1C8166D2-853F-4038-88C1-12173E7600C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692709" y="1991785"/>
                <a:ext cx="11088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430A0118-73E9-4486-9146-1107AC8646C9}"/>
                  </a:ext>
                </a:extLst>
              </p14:cNvPr>
              <p14:cNvContentPartPr/>
              <p14:nvPr/>
            </p14:nvContentPartPr>
            <p14:xfrm>
              <a:off x="2454309" y="2433145"/>
              <a:ext cx="34200" cy="20736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430A0118-73E9-4486-9146-1107AC8646C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436309" y="2415505"/>
                <a:ext cx="6984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98A45B2A-1EDC-40D2-9BC6-4B4ACD1CB771}"/>
                  </a:ext>
                </a:extLst>
              </p14:cNvPr>
              <p14:cNvContentPartPr/>
              <p14:nvPr/>
            </p14:nvContentPartPr>
            <p14:xfrm>
              <a:off x="2804949" y="2451505"/>
              <a:ext cx="198720" cy="21024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98A45B2A-1EDC-40D2-9BC6-4B4ACD1CB77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787309" y="2433865"/>
                <a:ext cx="23436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385D3BD0-41E5-4527-BF42-665EE2F49225}"/>
                  </a:ext>
                </a:extLst>
              </p14:cNvPr>
              <p14:cNvContentPartPr/>
              <p14:nvPr/>
            </p14:nvContentPartPr>
            <p14:xfrm>
              <a:off x="3320469" y="2416225"/>
              <a:ext cx="61920" cy="22536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385D3BD0-41E5-4527-BF42-665EE2F4922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302469" y="2398585"/>
                <a:ext cx="9756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6879D841-2C91-4663-8703-0132D8CBD053}"/>
                  </a:ext>
                </a:extLst>
              </p14:cNvPr>
              <p14:cNvContentPartPr/>
              <p14:nvPr/>
            </p14:nvContentPartPr>
            <p14:xfrm>
              <a:off x="3636549" y="2423425"/>
              <a:ext cx="227880" cy="22932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6879D841-2C91-4663-8703-0132D8CBD05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618549" y="2405785"/>
                <a:ext cx="26352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51996679-D782-44D2-9574-6CAE8734D09D}"/>
                  </a:ext>
                </a:extLst>
              </p14:cNvPr>
              <p14:cNvContentPartPr/>
              <p14:nvPr/>
            </p14:nvContentPartPr>
            <p14:xfrm>
              <a:off x="2424789" y="2825905"/>
              <a:ext cx="45720" cy="22140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51996679-D782-44D2-9574-6CAE8734D09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406789" y="2807905"/>
                <a:ext cx="8136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CBD06CD2-30BA-43FE-BA63-DF8AE87464E5}"/>
                  </a:ext>
                </a:extLst>
              </p14:cNvPr>
              <p14:cNvContentPartPr/>
              <p14:nvPr/>
            </p14:nvContentPartPr>
            <p14:xfrm>
              <a:off x="2796669" y="2815105"/>
              <a:ext cx="203040" cy="24552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CBD06CD2-30BA-43FE-BA63-DF8AE87464E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778669" y="2797105"/>
                <a:ext cx="23868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AC41D743-7935-4757-AB4D-1408E8AAF1B7}"/>
                  </a:ext>
                </a:extLst>
              </p14:cNvPr>
              <p14:cNvContentPartPr/>
              <p14:nvPr/>
            </p14:nvContentPartPr>
            <p14:xfrm>
              <a:off x="3291669" y="2853625"/>
              <a:ext cx="58680" cy="21096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AC41D743-7935-4757-AB4D-1408E8AAF1B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273669" y="2835985"/>
                <a:ext cx="9432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BC85ED4E-B831-46CD-8B0E-EB051ECAFD19}"/>
                  </a:ext>
                </a:extLst>
              </p14:cNvPr>
              <p14:cNvContentPartPr/>
              <p14:nvPr/>
            </p14:nvContentPartPr>
            <p14:xfrm>
              <a:off x="3710349" y="2814385"/>
              <a:ext cx="40680" cy="24300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BC85ED4E-B831-46CD-8B0E-EB051ECAFD1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692349" y="2796385"/>
                <a:ext cx="7632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FBD8975A-BA3F-4CFA-A219-2F03C9BA8FDA}"/>
                  </a:ext>
                </a:extLst>
              </p14:cNvPr>
              <p14:cNvContentPartPr/>
              <p14:nvPr/>
            </p14:nvContentPartPr>
            <p14:xfrm>
              <a:off x="2420469" y="3270505"/>
              <a:ext cx="48960" cy="19404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FBD8975A-BA3F-4CFA-A219-2F03C9BA8FD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402469" y="3252865"/>
                <a:ext cx="8460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AB4C50E7-87CF-4AF8-9BBB-217C0271E05B}"/>
                  </a:ext>
                </a:extLst>
              </p14:cNvPr>
              <p14:cNvContentPartPr/>
              <p14:nvPr/>
            </p14:nvContentPartPr>
            <p14:xfrm>
              <a:off x="2877309" y="3236305"/>
              <a:ext cx="29520" cy="20124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AB4C50E7-87CF-4AF8-9BBB-217C0271E05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859309" y="3218305"/>
                <a:ext cx="6516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04B1C11A-8EA0-4D81-809D-37633377A17D}"/>
                  </a:ext>
                </a:extLst>
              </p14:cNvPr>
              <p14:cNvContentPartPr/>
              <p14:nvPr/>
            </p14:nvContentPartPr>
            <p14:xfrm>
              <a:off x="3272589" y="3271225"/>
              <a:ext cx="174600" cy="19764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04B1C11A-8EA0-4D81-809D-37633377A17D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3254589" y="3253225"/>
                <a:ext cx="2102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CFC8BEF6-A3C1-4B3A-826E-8B9F9FB9725A}"/>
                  </a:ext>
                </a:extLst>
              </p14:cNvPr>
              <p14:cNvContentPartPr/>
              <p14:nvPr/>
            </p14:nvContentPartPr>
            <p14:xfrm>
              <a:off x="3658869" y="3258265"/>
              <a:ext cx="227520" cy="22212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CFC8BEF6-A3C1-4B3A-826E-8B9F9FB9725A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640869" y="3240625"/>
                <a:ext cx="26316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5B8A1602-4D3E-4B94-9A65-5838D838A73D}"/>
                  </a:ext>
                </a:extLst>
              </p14:cNvPr>
              <p14:cNvContentPartPr/>
              <p14:nvPr/>
            </p14:nvContentPartPr>
            <p14:xfrm>
              <a:off x="2396349" y="3690265"/>
              <a:ext cx="25200" cy="18828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5B8A1602-4D3E-4B94-9A65-5838D838A73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378349" y="3672625"/>
                <a:ext cx="6084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7F5988D7-5D04-448A-8187-CA3FAB97A7BA}"/>
                  </a:ext>
                </a:extLst>
              </p14:cNvPr>
              <p14:cNvContentPartPr/>
              <p14:nvPr/>
            </p14:nvContentPartPr>
            <p14:xfrm>
              <a:off x="2848869" y="3679465"/>
              <a:ext cx="35280" cy="23760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7F5988D7-5D04-448A-8187-CA3FAB97A7B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831229" y="3661825"/>
                <a:ext cx="709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535D7603-B791-43B6-B618-8CBC0529EA39}"/>
                  </a:ext>
                </a:extLst>
              </p14:cNvPr>
              <p14:cNvContentPartPr/>
              <p14:nvPr/>
            </p14:nvContentPartPr>
            <p14:xfrm>
              <a:off x="3259989" y="3692785"/>
              <a:ext cx="187920" cy="22320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535D7603-B791-43B6-B618-8CBC0529EA3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241989" y="3675145"/>
                <a:ext cx="22356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ECA77383-C820-498D-A1B9-128CA2563E91}"/>
                  </a:ext>
                </a:extLst>
              </p14:cNvPr>
              <p14:cNvContentPartPr/>
              <p14:nvPr/>
            </p14:nvContentPartPr>
            <p14:xfrm>
              <a:off x="3713949" y="3670825"/>
              <a:ext cx="14040" cy="23688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ECA77383-C820-498D-A1B9-128CA2563E91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696309" y="3652825"/>
                <a:ext cx="4968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645228F1-3B47-4E4D-AF86-A369F8381A80}"/>
                  </a:ext>
                </a:extLst>
              </p14:cNvPr>
              <p14:cNvContentPartPr/>
              <p14:nvPr/>
            </p14:nvContentPartPr>
            <p14:xfrm>
              <a:off x="2410749" y="4084825"/>
              <a:ext cx="44640" cy="22212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645228F1-3B47-4E4D-AF86-A369F8381A80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393109" y="4066825"/>
                <a:ext cx="8028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C7248A4E-D6EB-41B0-A5DB-2EB0E8453C2B}"/>
                  </a:ext>
                </a:extLst>
              </p14:cNvPr>
              <p14:cNvContentPartPr/>
              <p14:nvPr/>
            </p14:nvContentPartPr>
            <p14:xfrm>
              <a:off x="2824389" y="4093825"/>
              <a:ext cx="63000" cy="20088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C7248A4E-D6EB-41B0-A5DB-2EB0E8453C2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806749" y="4076185"/>
                <a:ext cx="986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7F0FD0F3-91BD-484A-917D-E2CAF1447D32}"/>
                  </a:ext>
                </a:extLst>
              </p14:cNvPr>
              <p14:cNvContentPartPr/>
              <p14:nvPr/>
            </p14:nvContentPartPr>
            <p14:xfrm>
              <a:off x="3665349" y="4137385"/>
              <a:ext cx="214920" cy="18216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7F0FD0F3-91BD-484A-917D-E2CAF1447D32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647349" y="4119385"/>
                <a:ext cx="25056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5BBA2ABE-7D09-41FC-A476-47A9D4D110D1}"/>
                  </a:ext>
                </a:extLst>
              </p14:cNvPr>
              <p14:cNvContentPartPr/>
              <p14:nvPr/>
            </p14:nvContentPartPr>
            <p14:xfrm>
              <a:off x="3229389" y="4084465"/>
              <a:ext cx="144360" cy="23004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5BBA2ABE-7D09-41FC-A476-47A9D4D110D1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211434" y="4066825"/>
                <a:ext cx="179911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B74EFDB4-EDAF-4A3D-88C2-D2F6759572B5}"/>
                  </a:ext>
                </a:extLst>
              </p14:cNvPr>
              <p14:cNvContentPartPr/>
              <p14:nvPr/>
            </p14:nvContentPartPr>
            <p14:xfrm>
              <a:off x="2651229" y="163705"/>
              <a:ext cx="325440" cy="30744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B74EFDB4-EDAF-4A3D-88C2-D2F6759572B5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633589" y="146065"/>
                <a:ext cx="36108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A1E8504F-9979-4885-843F-7EFA6B1A6AC5}"/>
                  </a:ext>
                </a:extLst>
              </p14:cNvPr>
              <p14:cNvContentPartPr/>
              <p14:nvPr/>
            </p14:nvContentPartPr>
            <p14:xfrm>
              <a:off x="2304909" y="235705"/>
              <a:ext cx="205560" cy="16848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A1E8504F-9979-4885-843F-7EFA6B1A6AC5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287269" y="217705"/>
                <a:ext cx="24120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DF9AE67C-EFEB-42DD-9289-AF20B4443795}"/>
                  </a:ext>
                </a:extLst>
              </p14:cNvPr>
              <p14:cNvContentPartPr/>
              <p14:nvPr/>
            </p14:nvContentPartPr>
            <p14:xfrm>
              <a:off x="1373229" y="130225"/>
              <a:ext cx="218160" cy="32220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DF9AE67C-EFEB-42DD-9289-AF20B4443795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355589" y="112585"/>
                <a:ext cx="25380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5F4E7C96-1538-458A-A81B-25B4F6BE24EE}"/>
                  </a:ext>
                </a:extLst>
              </p14:cNvPr>
              <p14:cNvContentPartPr/>
              <p14:nvPr/>
            </p14:nvContentPartPr>
            <p14:xfrm>
              <a:off x="1703349" y="163345"/>
              <a:ext cx="498240" cy="24264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5F4E7C96-1538-458A-A81B-25B4F6BE24EE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685349" y="145345"/>
                <a:ext cx="53388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70E36847-4B25-4B66-AA18-7CADB75AC9A2}"/>
                  </a:ext>
                </a:extLst>
              </p14:cNvPr>
              <p14:cNvContentPartPr/>
              <p14:nvPr/>
            </p14:nvContentPartPr>
            <p14:xfrm>
              <a:off x="4505229" y="171265"/>
              <a:ext cx="478440" cy="43164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70E36847-4B25-4B66-AA18-7CADB75AC9A2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4487229" y="153265"/>
                <a:ext cx="514080" cy="46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18898A9F-39C7-4B3A-B11E-558760F2167F}"/>
                  </a:ext>
                </a:extLst>
              </p14:cNvPr>
              <p14:cNvContentPartPr/>
              <p14:nvPr/>
            </p14:nvContentPartPr>
            <p14:xfrm>
              <a:off x="2703789" y="668425"/>
              <a:ext cx="416520" cy="38221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18898A9F-39C7-4B3A-B11E-558760F2167F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2686149" y="632785"/>
                <a:ext cx="452160" cy="38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1BDC51BD-CD99-414C-85D1-AD6718C01994}"/>
                  </a:ext>
                </a:extLst>
              </p14:cNvPr>
              <p14:cNvContentPartPr/>
              <p14:nvPr/>
            </p14:nvContentPartPr>
            <p14:xfrm>
              <a:off x="3223989" y="810625"/>
              <a:ext cx="823320" cy="39276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1BDC51BD-CD99-414C-85D1-AD6718C01994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205989" y="774985"/>
                <a:ext cx="858960" cy="46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94DEA0E0-EF7B-4CF5-8873-88C41C8FA149}"/>
                  </a:ext>
                </a:extLst>
              </p14:cNvPr>
              <p14:cNvContentPartPr/>
              <p14:nvPr/>
            </p14:nvContentPartPr>
            <p14:xfrm>
              <a:off x="3320469" y="1314985"/>
              <a:ext cx="750960" cy="32652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94DEA0E0-EF7B-4CF5-8873-88C41C8FA149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302469" y="1278985"/>
                <a:ext cx="78660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63FFF1A7-75C6-47D6-A051-54E4104E0DC3}"/>
                  </a:ext>
                </a:extLst>
              </p14:cNvPr>
              <p14:cNvContentPartPr/>
              <p14:nvPr/>
            </p14:nvContentPartPr>
            <p14:xfrm>
              <a:off x="3344229" y="1767505"/>
              <a:ext cx="718200" cy="3405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63FFF1A7-75C6-47D6-A051-54E4104E0DC3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326589" y="1731865"/>
                <a:ext cx="75384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58FCA794-0935-443F-8A75-4C2DC17481A8}"/>
                  </a:ext>
                </a:extLst>
              </p14:cNvPr>
              <p14:cNvContentPartPr/>
              <p14:nvPr/>
            </p14:nvContentPartPr>
            <p14:xfrm>
              <a:off x="3455109" y="2227945"/>
              <a:ext cx="644400" cy="31284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58FCA794-0935-443F-8A75-4C2DC17481A8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437109" y="2192305"/>
                <a:ext cx="680040" cy="3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15B73ED7-0953-4AD1-BC81-FC5E76B2D893}"/>
                  </a:ext>
                </a:extLst>
              </p14:cNvPr>
              <p14:cNvContentPartPr/>
              <p14:nvPr/>
            </p14:nvContentPartPr>
            <p14:xfrm>
              <a:off x="3267549" y="3058825"/>
              <a:ext cx="767160" cy="28620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15B73ED7-0953-4AD1-BC81-FC5E76B2D893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3249909" y="3022825"/>
                <a:ext cx="80280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C4490F44-35F2-4F8D-B12B-C84F35383DF7}"/>
                  </a:ext>
                </a:extLst>
              </p14:cNvPr>
              <p14:cNvContentPartPr/>
              <p14:nvPr/>
            </p14:nvContentPartPr>
            <p14:xfrm>
              <a:off x="3378069" y="3548425"/>
              <a:ext cx="761400" cy="2779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C4490F44-35F2-4F8D-B12B-C84F35383DF7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360429" y="3512785"/>
                <a:ext cx="79704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90CDE95A-1D93-4848-AFC7-D2A5A5BAB4BD}"/>
                  </a:ext>
                </a:extLst>
              </p14:cNvPr>
              <p14:cNvContentPartPr/>
              <p14:nvPr/>
            </p14:nvContentPartPr>
            <p14:xfrm>
              <a:off x="3512709" y="4178425"/>
              <a:ext cx="665640" cy="12636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90CDE95A-1D93-4848-AFC7-D2A5A5BAB4BD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3495069" y="4142425"/>
                <a:ext cx="70128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8357A6E7-3D85-440F-AE69-EC98F2C781DF}"/>
                  </a:ext>
                </a:extLst>
              </p14:cNvPr>
              <p14:cNvContentPartPr/>
              <p14:nvPr/>
            </p14:nvContentPartPr>
            <p14:xfrm>
              <a:off x="2208789" y="3907345"/>
              <a:ext cx="383400" cy="39312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8357A6E7-3D85-440F-AE69-EC98F2C781DF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2190789" y="3871705"/>
                <a:ext cx="419040" cy="4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D31CBC58-15B3-4FE7-BA30-BC22516B8100}"/>
                  </a:ext>
                </a:extLst>
              </p14:cNvPr>
              <p14:cNvContentPartPr/>
              <p14:nvPr/>
            </p14:nvContentPartPr>
            <p14:xfrm>
              <a:off x="2218509" y="3436105"/>
              <a:ext cx="409680" cy="29520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D31CBC58-15B3-4FE7-BA30-BC22516B8100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2200509" y="3400105"/>
                <a:ext cx="44532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6943D97E-E6F9-42B1-916D-68E2A808C5BD}"/>
                  </a:ext>
                </a:extLst>
              </p14:cNvPr>
              <p14:cNvContentPartPr/>
              <p14:nvPr/>
            </p14:nvContentPartPr>
            <p14:xfrm>
              <a:off x="2271069" y="2810065"/>
              <a:ext cx="317160" cy="26028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6943D97E-E6F9-42B1-916D-68E2A808C5BD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2253429" y="2774425"/>
                <a:ext cx="35280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FA75C948-B4BD-4A13-B6A2-0CC38AF95586}"/>
                  </a:ext>
                </a:extLst>
              </p14:cNvPr>
              <p14:cNvContentPartPr/>
              <p14:nvPr/>
            </p14:nvContentPartPr>
            <p14:xfrm>
              <a:off x="2232549" y="2160625"/>
              <a:ext cx="276480" cy="27288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FA75C948-B4BD-4A13-B6A2-0CC38AF95586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2214909" y="2124625"/>
                <a:ext cx="31212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62C4C7EC-03FE-44B2-A59D-87305E75F535}"/>
                  </a:ext>
                </a:extLst>
              </p14:cNvPr>
              <p14:cNvContentPartPr/>
              <p14:nvPr/>
            </p14:nvContentPartPr>
            <p14:xfrm>
              <a:off x="2247309" y="1713145"/>
              <a:ext cx="350640" cy="29268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62C4C7EC-03FE-44B2-A59D-87305E75F535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2229309" y="1677145"/>
                <a:ext cx="38628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7558CF98-64D0-4227-8775-C5278ED970BF}"/>
                  </a:ext>
                </a:extLst>
              </p14:cNvPr>
              <p14:cNvContentPartPr/>
              <p14:nvPr/>
            </p14:nvContentPartPr>
            <p14:xfrm>
              <a:off x="2295189" y="1276105"/>
              <a:ext cx="275040" cy="25740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7558CF98-64D0-4227-8775-C5278ED970BF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2277549" y="1240105"/>
                <a:ext cx="31068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67DDD6DC-4034-452D-B3A3-88787BCB94A1}"/>
                  </a:ext>
                </a:extLst>
              </p14:cNvPr>
              <p14:cNvContentPartPr/>
              <p14:nvPr/>
            </p14:nvContentPartPr>
            <p14:xfrm>
              <a:off x="2290509" y="1140385"/>
              <a:ext cx="234000" cy="14868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67DDD6DC-4034-452D-B3A3-88787BCB94A1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2272509" y="1104385"/>
                <a:ext cx="26964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EB7F9EAE-87F4-40D3-9BB6-EB0A2F1F1022}"/>
                  </a:ext>
                </a:extLst>
              </p14:cNvPr>
              <p14:cNvContentPartPr/>
              <p14:nvPr/>
            </p14:nvContentPartPr>
            <p14:xfrm>
              <a:off x="5274189" y="162625"/>
              <a:ext cx="4731120" cy="293256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EB7F9EAE-87F4-40D3-9BB6-EB0A2F1F1022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5256549" y="144985"/>
                <a:ext cx="4766760" cy="29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19D39ECD-CDC7-44F9-BFFA-8941B632DC37}"/>
                  </a:ext>
                </a:extLst>
              </p14:cNvPr>
              <p14:cNvContentPartPr/>
              <p14:nvPr/>
            </p14:nvContentPartPr>
            <p14:xfrm>
              <a:off x="6949269" y="924385"/>
              <a:ext cx="850680" cy="2376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19D39ECD-CDC7-44F9-BFFA-8941B632DC37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6931269" y="888745"/>
                <a:ext cx="88632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7B01173E-834C-4964-BDD6-0BB64CFA8212}"/>
                  </a:ext>
                </a:extLst>
              </p14:cNvPr>
              <p14:cNvContentPartPr/>
              <p14:nvPr/>
            </p14:nvContentPartPr>
            <p14:xfrm>
              <a:off x="7704909" y="832225"/>
              <a:ext cx="228960" cy="26100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7B01173E-834C-4964-BDD6-0BB64CFA8212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7686909" y="796585"/>
                <a:ext cx="26460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FB6F81A9-A48A-40F1-94A3-7DB208D33B95}"/>
                  </a:ext>
                </a:extLst>
              </p14:cNvPr>
              <p14:cNvContentPartPr/>
              <p14:nvPr/>
            </p14:nvContentPartPr>
            <p14:xfrm>
              <a:off x="6780789" y="1624225"/>
              <a:ext cx="313560" cy="38844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FB6F81A9-A48A-40F1-94A3-7DB208D33B95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6762789" y="1588585"/>
                <a:ext cx="349200" cy="4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4E7EFC95-6A4B-4CE4-9BE7-867CD221BE03}"/>
                  </a:ext>
                </a:extLst>
              </p14:cNvPr>
              <p14:cNvContentPartPr/>
              <p14:nvPr/>
            </p14:nvContentPartPr>
            <p14:xfrm>
              <a:off x="7483509" y="1672465"/>
              <a:ext cx="255600" cy="26568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4E7EFC95-6A4B-4CE4-9BE7-867CD221BE03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7465869" y="1636465"/>
                <a:ext cx="291240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234C8C69-FBDF-41EE-BE8C-4D1B4E3A5F8E}"/>
                  </a:ext>
                </a:extLst>
              </p14:cNvPr>
              <p14:cNvContentPartPr/>
              <p14:nvPr/>
            </p14:nvContentPartPr>
            <p14:xfrm>
              <a:off x="8608149" y="824305"/>
              <a:ext cx="1229040" cy="20160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234C8C69-FBDF-41EE-BE8C-4D1B4E3A5F8E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8590149" y="788665"/>
                <a:ext cx="126468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B0ECF941-977B-40AA-9078-AB6F0B4803C0}"/>
                  </a:ext>
                </a:extLst>
              </p14:cNvPr>
              <p14:cNvContentPartPr/>
              <p14:nvPr/>
            </p14:nvContentPartPr>
            <p14:xfrm>
              <a:off x="9328149" y="1588225"/>
              <a:ext cx="305280" cy="28944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B0ECF941-977B-40AA-9078-AB6F0B4803C0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9310149" y="1552585"/>
                <a:ext cx="34092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2F1AD5FE-0CF0-496F-8217-143557150D37}"/>
                  </a:ext>
                </a:extLst>
              </p14:cNvPr>
              <p14:cNvContentPartPr/>
              <p14:nvPr/>
            </p14:nvContentPartPr>
            <p14:xfrm>
              <a:off x="8379549" y="1624945"/>
              <a:ext cx="314640" cy="32292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2F1AD5FE-0CF0-496F-8217-143557150D37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8361909" y="1589305"/>
                <a:ext cx="35028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17BE2EBD-6571-41DE-B640-318E665ECBCB}"/>
                  </a:ext>
                </a:extLst>
              </p14:cNvPr>
              <p14:cNvContentPartPr/>
              <p14:nvPr/>
            </p14:nvContentPartPr>
            <p14:xfrm>
              <a:off x="3006549" y="2935345"/>
              <a:ext cx="2160" cy="36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17BE2EBD-6571-41DE-B640-318E665ECBCB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2988909" y="2899705"/>
                <a:ext cx="378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27BE3C00-DA50-47DB-A3E2-A832F5E9FA07}"/>
                  </a:ext>
                </a:extLst>
              </p14:cNvPr>
              <p14:cNvContentPartPr/>
              <p14:nvPr/>
            </p14:nvContentPartPr>
            <p14:xfrm>
              <a:off x="2916189" y="3334945"/>
              <a:ext cx="360" cy="36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27BE3C00-DA50-47DB-A3E2-A832F5E9FA07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2898549" y="329894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FB1F5B35-7DD6-45BC-A984-C418607A591A}"/>
                  </a:ext>
                </a:extLst>
              </p14:cNvPr>
              <p14:cNvContentPartPr/>
              <p14:nvPr/>
            </p14:nvContentPartPr>
            <p14:xfrm>
              <a:off x="2930589" y="3782785"/>
              <a:ext cx="360" cy="36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FB1F5B35-7DD6-45BC-A984-C418607A591A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2912949" y="37467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9C642B5C-D073-4A24-A665-DD12AF32F909}"/>
                  </a:ext>
                </a:extLst>
              </p14:cNvPr>
              <p14:cNvContentPartPr/>
              <p14:nvPr/>
            </p14:nvContentPartPr>
            <p14:xfrm>
              <a:off x="2959389" y="4230265"/>
              <a:ext cx="2160" cy="36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9C642B5C-D073-4A24-A665-DD12AF32F909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2941749" y="4194265"/>
                <a:ext cx="378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2E9461AE-6700-423B-92B3-6189ECDCBBBB}"/>
                  </a:ext>
                </a:extLst>
              </p14:cNvPr>
              <p14:cNvContentPartPr/>
              <p14:nvPr/>
            </p14:nvContentPartPr>
            <p14:xfrm>
              <a:off x="6774309" y="2430265"/>
              <a:ext cx="291240" cy="32040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2E9461AE-6700-423B-92B3-6189ECDCBBBB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6756669" y="2394625"/>
                <a:ext cx="32688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13D6D81A-6FAE-4B8A-BE80-0B5136F2C4E3}"/>
                  </a:ext>
                </a:extLst>
              </p14:cNvPr>
              <p14:cNvContentPartPr/>
              <p14:nvPr/>
            </p14:nvContentPartPr>
            <p14:xfrm>
              <a:off x="7675749" y="2415865"/>
              <a:ext cx="332640" cy="37224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13D6D81A-6FAE-4B8A-BE80-0B5136F2C4E3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7657749" y="2380225"/>
                <a:ext cx="368280" cy="4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14965F5F-0013-4A72-8509-CD95E39E21D1}"/>
                  </a:ext>
                </a:extLst>
              </p14:cNvPr>
              <p14:cNvContentPartPr/>
              <p14:nvPr/>
            </p14:nvContentPartPr>
            <p14:xfrm>
              <a:off x="9490149" y="2310025"/>
              <a:ext cx="298080" cy="29880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14965F5F-0013-4A72-8509-CD95E39E21D1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9472509" y="2274025"/>
                <a:ext cx="33372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7AC0549A-E8F8-431B-9B00-18FFDF88048F}"/>
                  </a:ext>
                </a:extLst>
              </p14:cNvPr>
              <p14:cNvContentPartPr/>
              <p14:nvPr/>
            </p14:nvContentPartPr>
            <p14:xfrm>
              <a:off x="8455509" y="2367265"/>
              <a:ext cx="356400" cy="30600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7AC0549A-E8F8-431B-9B00-18FFDF88048F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8437869" y="2331625"/>
                <a:ext cx="392040" cy="37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9660A6FA-126A-4CB7-BA3D-133C7052932E}"/>
                  </a:ext>
                </a:extLst>
              </p14:cNvPr>
              <p14:cNvContentPartPr/>
              <p14:nvPr/>
            </p14:nvContentPartPr>
            <p14:xfrm>
              <a:off x="8400789" y="2156305"/>
              <a:ext cx="1950120" cy="86940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9660A6FA-126A-4CB7-BA3D-133C7052932E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8383149" y="2120305"/>
                <a:ext cx="1985760" cy="9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1DBE2CF6-8D05-4BF2-9902-9B316F237795}"/>
                  </a:ext>
                </a:extLst>
              </p14:cNvPr>
              <p14:cNvContentPartPr/>
              <p14:nvPr/>
            </p14:nvContentPartPr>
            <p14:xfrm>
              <a:off x="7487469" y="2194105"/>
              <a:ext cx="1456200" cy="108576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1DBE2CF6-8D05-4BF2-9902-9B316F237795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7469829" y="2158105"/>
                <a:ext cx="1491840" cy="11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F31047ED-1D6A-4BB4-82C9-9AD44FA770FE}"/>
                  </a:ext>
                </a:extLst>
              </p14:cNvPr>
              <p14:cNvContentPartPr/>
              <p14:nvPr/>
            </p14:nvContentPartPr>
            <p14:xfrm>
              <a:off x="7011909" y="1578505"/>
              <a:ext cx="360" cy="36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F31047ED-1D6A-4BB4-82C9-9AD44FA770FE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6993909" y="154250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85006E9B-C33B-47F3-B81A-983CD1DB9651}"/>
                  </a:ext>
                </a:extLst>
              </p14:cNvPr>
              <p14:cNvContentPartPr/>
              <p14:nvPr/>
            </p14:nvContentPartPr>
            <p14:xfrm>
              <a:off x="6540669" y="1496785"/>
              <a:ext cx="690120" cy="64260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85006E9B-C33B-47F3-B81A-983CD1DB9651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522669" y="1460785"/>
                <a:ext cx="725760" cy="71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6DF293F9-004F-4367-AE07-72BA4ED91FE5}"/>
                  </a:ext>
                </a:extLst>
              </p14:cNvPr>
              <p14:cNvContentPartPr/>
              <p14:nvPr/>
            </p14:nvContentPartPr>
            <p14:xfrm>
              <a:off x="5033709" y="4180945"/>
              <a:ext cx="224280" cy="52740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6DF293F9-004F-4367-AE07-72BA4ED91FE5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016069" y="4162945"/>
                <a:ext cx="259920" cy="56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470FFC71-8C89-43C9-B334-043CAFE30C46}"/>
                  </a:ext>
                </a:extLst>
              </p14:cNvPr>
              <p14:cNvContentPartPr/>
              <p14:nvPr/>
            </p14:nvContentPartPr>
            <p14:xfrm>
              <a:off x="5378949" y="4587025"/>
              <a:ext cx="224640" cy="21168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470FFC71-8C89-43C9-B334-043CAFE30C46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360949" y="4569025"/>
                <a:ext cx="26028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91E175F9-0B9B-4590-BBD5-99D9C99F3E28}"/>
                  </a:ext>
                </a:extLst>
              </p14:cNvPr>
              <p14:cNvContentPartPr/>
              <p14:nvPr/>
            </p14:nvContentPartPr>
            <p14:xfrm>
              <a:off x="5524749" y="4273465"/>
              <a:ext cx="246600" cy="13932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91E175F9-0B9B-4590-BBD5-99D9C99F3E28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506749" y="4255465"/>
                <a:ext cx="28224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4BDB69E7-7685-4E48-B2A7-70192C3CD81C}"/>
                  </a:ext>
                </a:extLst>
              </p14:cNvPr>
              <p14:cNvContentPartPr/>
              <p14:nvPr/>
            </p14:nvContentPartPr>
            <p14:xfrm>
              <a:off x="5999949" y="3686305"/>
              <a:ext cx="61920" cy="221544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4BDB69E7-7685-4E48-B2A7-70192C3CD81C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982309" y="3668302"/>
                <a:ext cx="97560" cy="22510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6434435E-7DDA-4619-B7AB-F88E4509A8A7}"/>
                  </a:ext>
                </a:extLst>
              </p14:cNvPr>
              <p14:cNvContentPartPr/>
              <p14:nvPr/>
            </p14:nvContentPartPr>
            <p14:xfrm>
              <a:off x="6347349" y="3681625"/>
              <a:ext cx="2135520" cy="212616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6434435E-7DDA-4619-B7AB-F88E4509A8A7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6329709" y="3663625"/>
                <a:ext cx="2171160" cy="21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88" name="Cerneală 187">
                <a:extLst>
                  <a:ext uri="{FF2B5EF4-FFF2-40B4-BE49-F238E27FC236}">
                    <a16:creationId xmlns:a16="http://schemas.microsoft.com/office/drawing/2014/main" id="{684B5B57-7433-4F8B-B777-4520C58433AF}"/>
                  </a:ext>
                </a:extLst>
              </p14:cNvPr>
              <p14:cNvContentPartPr/>
              <p14:nvPr/>
            </p14:nvContentPartPr>
            <p14:xfrm>
              <a:off x="8758269" y="3777385"/>
              <a:ext cx="69840" cy="1918800"/>
            </p14:xfrm>
          </p:contentPart>
        </mc:Choice>
        <mc:Fallback xmlns="">
          <p:pic>
            <p:nvPicPr>
              <p:cNvPr id="188" name="Cerneală 187">
                <a:extLst>
                  <a:ext uri="{FF2B5EF4-FFF2-40B4-BE49-F238E27FC236}">
                    <a16:creationId xmlns:a16="http://schemas.microsoft.com/office/drawing/2014/main" id="{684B5B57-7433-4F8B-B777-4520C58433AF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740269" y="3759745"/>
                <a:ext cx="105480" cy="19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00111006-8506-4612-B10A-5C94D75DA4E5}"/>
                  </a:ext>
                </a:extLst>
              </p14:cNvPr>
              <p14:cNvContentPartPr/>
              <p14:nvPr/>
            </p14:nvContentPartPr>
            <p14:xfrm>
              <a:off x="9042669" y="3935425"/>
              <a:ext cx="232200" cy="1116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00111006-8506-4612-B10A-5C94D75DA4E5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9025029" y="3917785"/>
                <a:ext cx="2678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B00753BA-49CB-4947-B66F-8B0244DB0519}"/>
                  </a:ext>
                </a:extLst>
              </p14:cNvPr>
              <p14:cNvContentPartPr/>
              <p14:nvPr/>
            </p14:nvContentPartPr>
            <p14:xfrm>
              <a:off x="9061749" y="4071145"/>
              <a:ext cx="331560" cy="30060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B00753BA-49CB-4947-B66F-8B0244DB0519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9044109" y="4053145"/>
                <a:ext cx="36720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3E17A165-8F9B-4A9C-BF9A-FDA69E0C0D7C}"/>
                  </a:ext>
                </a:extLst>
              </p14:cNvPr>
              <p14:cNvContentPartPr/>
              <p14:nvPr/>
            </p14:nvContentPartPr>
            <p14:xfrm>
              <a:off x="9602109" y="4182025"/>
              <a:ext cx="22680" cy="2664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3E17A165-8F9B-4A9C-BF9A-FDA69E0C0D7C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584109" y="4164385"/>
                <a:ext cx="5832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98" name="Cerneală 197">
                <a:extLst>
                  <a:ext uri="{FF2B5EF4-FFF2-40B4-BE49-F238E27FC236}">
                    <a16:creationId xmlns:a16="http://schemas.microsoft.com/office/drawing/2014/main" id="{61D38363-0721-4DEF-B189-1499A410B345}"/>
                  </a:ext>
                </a:extLst>
              </p14:cNvPr>
              <p14:cNvContentPartPr/>
              <p14:nvPr/>
            </p14:nvContentPartPr>
            <p14:xfrm>
              <a:off x="9893709" y="3937225"/>
              <a:ext cx="231120" cy="14040"/>
            </p14:xfrm>
          </p:contentPart>
        </mc:Choice>
        <mc:Fallback xmlns="">
          <p:pic>
            <p:nvPicPr>
              <p:cNvPr id="198" name="Cerneală 197">
                <a:extLst>
                  <a:ext uri="{FF2B5EF4-FFF2-40B4-BE49-F238E27FC236}">
                    <a16:creationId xmlns:a16="http://schemas.microsoft.com/office/drawing/2014/main" id="{61D38363-0721-4DEF-B189-1499A410B345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875709" y="3919585"/>
                <a:ext cx="2667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AE467F0D-EC8D-4055-B108-3B93D5D2C9E2}"/>
                  </a:ext>
                </a:extLst>
              </p14:cNvPr>
              <p14:cNvContentPartPr/>
              <p14:nvPr/>
            </p14:nvContentPartPr>
            <p14:xfrm>
              <a:off x="10344789" y="4160065"/>
              <a:ext cx="21600" cy="4572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AE467F0D-EC8D-4055-B108-3B93D5D2C9E2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0326789" y="4142065"/>
                <a:ext cx="5724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203" name="Cerneală 202">
                <a:extLst>
                  <a:ext uri="{FF2B5EF4-FFF2-40B4-BE49-F238E27FC236}">
                    <a16:creationId xmlns:a16="http://schemas.microsoft.com/office/drawing/2014/main" id="{1AD9649D-87E4-43EE-96EE-17A6F770064D}"/>
                  </a:ext>
                </a:extLst>
              </p14:cNvPr>
              <p14:cNvContentPartPr/>
              <p14:nvPr/>
            </p14:nvContentPartPr>
            <p14:xfrm>
              <a:off x="10452789" y="3917425"/>
              <a:ext cx="319680" cy="9000"/>
            </p14:xfrm>
          </p:contentPart>
        </mc:Choice>
        <mc:Fallback xmlns="">
          <p:pic>
            <p:nvPicPr>
              <p:cNvPr id="203" name="Cerneală 202">
                <a:extLst>
                  <a:ext uri="{FF2B5EF4-FFF2-40B4-BE49-F238E27FC236}">
                    <a16:creationId xmlns:a16="http://schemas.microsoft.com/office/drawing/2014/main" id="{1AD9649D-87E4-43EE-96EE-17A6F770064D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0435149" y="3899425"/>
                <a:ext cx="35532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04" name="Cerneală 203">
                <a:extLst>
                  <a:ext uri="{FF2B5EF4-FFF2-40B4-BE49-F238E27FC236}">
                    <a16:creationId xmlns:a16="http://schemas.microsoft.com/office/drawing/2014/main" id="{C40D2D24-E355-49EE-830B-A1FBFE2BB4AB}"/>
                  </a:ext>
                </a:extLst>
              </p14:cNvPr>
              <p14:cNvContentPartPr/>
              <p14:nvPr/>
            </p14:nvContentPartPr>
            <p14:xfrm>
              <a:off x="10496349" y="4051705"/>
              <a:ext cx="355320" cy="298800"/>
            </p14:xfrm>
          </p:contentPart>
        </mc:Choice>
        <mc:Fallback xmlns="">
          <p:pic>
            <p:nvPicPr>
              <p:cNvPr id="204" name="Cerneală 203">
                <a:extLst>
                  <a:ext uri="{FF2B5EF4-FFF2-40B4-BE49-F238E27FC236}">
                    <a16:creationId xmlns:a16="http://schemas.microsoft.com/office/drawing/2014/main" id="{C40D2D24-E355-49EE-830B-A1FBFE2BB4AB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0478349" y="4034044"/>
                <a:ext cx="390960" cy="3344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205" name="Cerneală 204">
                <a:extLst>
                  <a:ext uri="{FF2B5EF4-FFF2-40B4-BE49-F238E27FC236}">
                    <a16:creationId xmlns:a16="http://schemas.microsoft.com/office/drawing/2014/main" id="{E44937F6-60FA-443F-831A-5B749CF29B8A}"/>
                  </a:ext>
                </a:extLst>
              </p14:cNvPr>
              <p14:cNvContentPartPr/>
              <p14:nvPr/>
            </p14:nvContentPartPr>
            <p14:xfrm>
              <a:off x="9918549" y="4051705"/>
              <a:ext cx="241920" cy="305280"/>
            </p14:xfrm>
          </p:contentPart>
        </mc:Choice>
        <mc:Fallback xmlns="">
          <p:pic>
            <p:nvPicPr>
              <p:cNvPr id="205" name="Cerneală 204">
                <a:extLst>
                  <a:ext uri="{FF2B5EF4-FFF2-40B4-BE49-F238E27FC236}">
                    <a16:creationId xmlns:a16="http://schemas.microsoft.com/office/drawing/2014/main" id="{E44937F6-60FA-443F-831A-5B749CF29B8A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9900549" y="4034065"/>
                <a:ext cx="27756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214" name="Cerneală 213">
                <a:extLst>
                  <a:ext uri="{FF2B5EF4-FFF2-40B4-BE49-F238E27FC236}">
                    <a16:creationId xmlns:a16="http://schemas.microsoft.com/office/drawing/2014/main" id="{37FBCF3A-6461-4872-A594-5B3DF03D3B94}"/>
                  </a:ext>
                </a:extLst>
              </p14:cNvPr>
              <p14:cNvContentPartPr/>
              <p14:nvPr/>
            </p14:nvContentPartPr>
            <p14:xfrm>
              <a:off x="9104589" y="4971145"/>
              <a:ext cx="428040" cy="405720"/>
            </p14:xfrm>
          </p:contentPart>
        </mc:Choice>
        <mc:Fallback xmlns="">
          <p:pic>
            <p:nvPicPr>
              <p:cNvPr id="214" name="Cerneală 213">
                <a:extLst>
                  <a:ext uri="{FF2B5EF4-FFF2-40B4-BE49-F238E27FC236}">
                    <a16:creationId xmlns:a16="http://schemas.microsoft.com/office/drawing/2014/main" id="{37FBCF3A-6461-4872-A594-5B3DF03D3B94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086934" y="4953505"/>
                <a:ext cx="463710" cy="4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221" name="Cerneală 220">
                <a:extLst>
                  <a:ext uri="{FF2B5EF4-FFF2-40B4-BE49-F238E27FC236}">
                    <a16:creationId xmlns:a16="http://schemas.microsoft.com/office/drawing/2014/main" id="{DDE3ED37-4316-45CC-97F4-13E511213418}"/>
                  </a:ext>
                </a:extLst>
              </p14:cNvPr>
              <p14:cNvContentPartPr/>
              <p14:nvPr/>
            </p14:nvContentPartPr>
            <p14:xfrm>
              <a:off x="9730629" y="4735345"/>
              <a:ext cx="504000" cy="991800"/>
            </p14:xfrm>
          </p:contentPart>
        </mc:Choice>
        <mc:Fallback xmlns="">
          <p:pic>
            <p:nvPicPr>
              <p:cNvPr id="221" name="Cerneală 220">
                <a:extLst>
                  <a:ext uri="{FF2B5EF4-FFF2-40B4-BE49-F238E27FC236}">
                    <a16:creationId xmlns:a16="http://schemas.microsoft.com/office/drawing/2014/main" id="{DDE3ED37-4316-45CC-97F4-13E511213418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9712989" y="4717705"/>
                <a:ext cx="539640" cy="10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222" name="Cerneală 221">
                <a:extLst>
                  <a:ext uri="{FF2B5EF4-FFF2-40B4-BE49-F238E27FC236}">
                    <a16:creationId xmlns:a16="http://schemas.microsoft.com/office/drawing/2014/main" id="{065656E7-7636-4600-BC1F-1A43094145CC}"/>
                  </a:ext>
                </a:extLst>
              </p14:cNvPr>
              <p14:cNvContentPartPr/>
              <p14:nvPr/>
            </p14:nvContentPartPr>
            <p14:xfrm>
              <a:off x="10991709" y="3763345"/>
              <a:ext cx="53640" cy="2160720"/>
            </p14:xfrm>
          </p:contentPart>
        </mc:Choice>
        <mc:Fallback xmlns="">
          <p:pic>
            <p:nvPicPr>
              <p:cNvPr id="222" name="Cerneală 221">
                <a:extLst>
                  <a:ext uri="{FF2B5EF4-FFF2-40B4-BE49-F238E27FC236}">
                    <a16:creationId xmlns:a16="http://schemas.microsoft.com/office/drawing/2014/main" id="{065656E7-7636-4600-BC1F-1A43094145CC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0973709" y="3745705"/>
                <a:ext cx="89280" cy="21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224" name="Cerneală 223">
                <a:extLst>
                  <a:ext uri="{FF2B5EF4-FFF2-40B4-BE49-F238E27FC236}">
                    <a16:creationId xmlns:a16="http://schemas.microsoft.com/office/drawing/2014/main" id="{08587493-C79E-4FC4-890A-3A80904A024F}"/>
                  </a:ext>
                </a:extLst>
              </p14:cNvPr>
              <p14:cNvContentPartPr/>
              <p14:nvPr/>
            </p14:nvContentPartPr>
            <p14:xfrm>
              <a:off x="10361349" y="4793305"/>
              <a:ext cx="68400" cy="962280"/>
            </p14:xfrm>
          </p:contentPart>
        </mc:Choice>
        <mc:Fallback xmlns="">
          <p:pic>
            <p:nvPicPr>
              <p:cNvPr id="224" name="Cerneală 223">
                <a:extLst>
                  <a:ext uri="{FF2B5EF4-FFF2-40B4-BE49-F238E27FC236}">
                    <a16:creationId xmlns:a16="http://schemas.microsoft.com/office/drawing/2014/main" id="{08587493-C79E-4FC4-890A-3A80904A024F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0343349" y="4775312"/>
                <a:ext cx="104040" cy="99790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2100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F6D38DB7-A71C-4A16-A2DA-91C1FEE8993C}"/>
                  </a:ext>
                </a:extLst>
              </p14:cNvPr>
              <p14:cNvContentPartPr/>
              <p14:nvPr/>
            </p14:nvContentPartPr>
            <p14:xfrm>
              <a:off x="606069" y="809905"/>
              <a:ext cx="140400" cy="34092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F6D38DB7-A71C-4A16-A2DA-91C1FEE899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8429" y="792265"/>
                <a:ext cx="17604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67D31FEF-8B63-4276-AA91-54B42F3922A7}"/>
                  </a:ext>
                </a:extLst>
              </p14:cNvPr>
              <p14:cNvContentPartPr/>
              <p14:nvPr/>
            </p14:nvContentPartPr>
            <p14:xfrm>
              <a:off x="846549" y="1026625"/>
              <a:ext cx="119880" cy="14400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67D31FEF-8B63-4276-AA91-54B42F3922A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8909" y="1008985"/>
                <a:ext cx="15552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2596B25E-6984-451D-B8B2-DD0DF5EFFF65}"/>
                  </a:ext>
                </a:extLst>
              </p14:cNvPr>
              <p14:cNvContentPartPr/>
              <p14:nvPr/>
            </p14:nvContentPartPr>
            <p14:xfrm>
              <a:off x="1015029" y="861025"/>
              <a:ext cx="173880" cy="540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2596B25E-6984-451D-B8B2-DD0DF5EFFF6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97029" y="843385"/>
                <a:ext cx="2095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9EE99250-D075-4444-893A-76FE469A82C4}"/>
                  </a:ext>
                </a:extLst>
              </p14:cNvPr>
              <p14:cNvContentPartPr/>
              <p14:nvPr/>
            </p14:nvContentPartPr>
            <p14:xfrm>
              <a:off x="1068309" y="950665"/>
              <a:ext cx="128880" cy="540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9EE99250-D075-4444-893A-76FE469A82C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50309" y="932665"/>
                <a:ext cx="1645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20A3AD23-8A0A-4778-928A-BF9D86F445A9}"/>
                  </a:ext>
                </a:extLst>
              </p14:cNvPr>
              <p14:cNvContentPartPr/>
              <p14:nvPr/>
            </p14:nvContentPartPr>
            <p14:xfrm>
              <a:off x="1582749" y="643225"/>
              <a:ext cx="180000" cy="1620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20A3AD23-8A0A-4778-928A-BF9D86F445A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64749" y="625225"/>
                <a:ext cx="2156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7D96AA06-CF48-46C3-9425-F29EF514EDED}"/>
                  </a:ext>
                </a:extLst>
              </p14:cNvPr>
              <p14:cNvContentPartPr/>
              <p14:nvPr/>
            </p14:nvContentPartPr>
            <p14:xfrm>
              <a:off x="2309589" y="846625"/>
              <a:ext cx="3240" cy="1101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7D96AA06-CF48-46C3-9425-F29EF514EDE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91949" y="828985"/>
                <a:ext cx="3888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349BBCD4-1F3A-47A3-90AD-E0F598502630}"/>
                  </a:ext>
                </a:extLst>
              </p14:cNvPr>
              <p14:cNvContentPartPr/>
              <p14:nvPr/>
            </p14:nvContentPartPr>
            <p14:xfrm>
              <a:off x="2049309" y="618385"/>
              <a:ext cx="237240" cy="2052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349BBCD4-1F3A-47A3-90AD-E0F59850263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31309" y="600385"/>
                <a:ext cx="2728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EAA56BF4-E02E-4091-AE47-B94A264CC139}"/>
                  </a:ext>
                </a:extLst>
              </p14:cNvPr>
              <p14:cNvContentPartPr/>
              <p14:nvPr/>
            </p14:nvContentPartPr>
            <p14:xfrm>
              <a:off x="2030589" y="721705"/>
              <a:ext cx="159120" cy="1749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EAA56BF4-E02E-4091-AE47-B94A264CC13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012949" y="703705"/>
                <a:ext cx="19476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61201FB1-29CD-4876-9C0D-F8C11D152DC4}"/>
                  </a:ext>
                </a:extLst>
              </p14:cNvPr>
              <p14:cNvContentPartPr/>
              <p14:nvPr/>
            </p14:nvContentPartPr>
            <p14:xfrm>
              <a:off x="1611909" y="717025"/>
              <a:ext cx="260640" cy="2509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61201FB1-29CD-4876-9C0D-F8C11D152DC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594245" y="699025"/>
                <a:ext cx="296329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D64431F9-721A-46C0-95DF-0AE014163883}"/>
                  </a:ext>
                </a:extLst>
              </p14:cNvPr>
              <p14:cNvContentPartPr/>
              <p14:nvPr/>
            </p14:nvContentPartPr>
            <p14:xfrm>
              <a:off x="2560149" y="634945"/>
              <a:ext cx="204480" cy="255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D64431F9-721A-46C0-95DF-0AE01416388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542149" y="617305"/>
                <a:ext cx="24012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01C4AB69-B66E-4566-8E3F-82F5D39F4789}"/>
                  </a:ext>
                </a:extLst>
              </p14:cNvPr>
              <p14:cNvContentPartPr/>
              <p14:nvPr/>
            </p14:nvContentPartPr>
            <p14:xfrm>
              <a:off x="2530989" y="731065"/>
              <a:ext cx="349560" cy="19476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01C4AB69-B66E-4566-8E3F-82F5D39F478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12989" y="713425"/>
                <a:ext cx="38520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52F139DD-E3A8-432B-B19D-26A31F2405C3}"/>
                  </a:ext>
                </a:extLst>
              </p14:cNvPr>
              <p14:cNvContentPartPr/>
              <p14:nvPr/>
            </p14:nvContentPartPr>
            <p14:xfrm>
              <a:off x="1697949" y="1322905"/>
              <a:ext cx="360360" cy="33336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52F139DD-E3A8-432B-B19D-26A31F2405C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679967" y="1305246"/>
                <a:ext cx="395964" cy="3690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53117307-13BC-4945-AE2B-A9F48FA7FE67}"/>
                  </a:ext>
                </a:extLst>
              </p14:cNvPr>
              <p14:cNvContentPartPr/>
              <p14:nvPr/>
            </p14:nvContentPartPr>
            <p14:xfrm>
              <a:off x="1448469" y="522985"/>
              <a:ext cx="34200" cy="132120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53117307-13BC-4945-AE2B-A9F48FA7FE6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430469" y="505345"/>
                <a:ext cx="69840" cy="135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652CB293-FEEC-46F9-82D7-6E0A0AA68102}"/>
                  </a:ext>
                </a:extLst>
              </p14:cNvPr>
              <p14:cNvContentPartPr/>
              <p14:nvPr/>
            </p14:nvContentPartPr>
            <p14:xfrm>
              <a:off x="2213469" y="1207705"/>
              <a:ext cx="550800" cy="63576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652CB293-FEEC-46F9-82D7-6E0A0AA6810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195481" y="1189705"/>
                <a:ext cx="586417" cy="67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5026736A-C3DA-4165-B7D6-0FD3C6571897}"/>
                  </a:ext>
                </a:extLst>
              </p14:cNvPr>
              <p14:cNvContentPartPr/>
              <p14:nvPr/>
            </p14:nvContentPartPr>
            <p14:xfrm>
              <a:off x="2983509" y="504985"/>
              <a:ext cx="137520" cy="148176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5026736A-C3DA-4165-B7D6-0FD3C657189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965509" y="486985"/>
                <a:ext cx="173160" cy="151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552525C0-4AA7-42FB-97CB-2EECF2B9B262}"/>
                  </a:ext>
                </a:extLst>
              </p14:cNvPr>
              <p14:cNvContentPartPr/>
              <p14:nvPr/>
            </p14:nvContentPartPr>
            <p14:xfrm>
              <a:off x="726669" y="2608465"/>
              <a:ext cx="70560" cy="89064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552525C0-4AA7-42FB-97CB-2EECF2B9B26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08669" y="2590465"/>
                <a:ext cx="106200" cy="9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CD1C0299-47BE-4720-B6B6-FC4319F8B6C8}"/>
                  </a:ext>
                </a:extLst>
              </p14:cNvPr>
              <p14:cNvContentPartPr/>
              <p14:nvPr/>
            </p14:nvContentPartPr>
            <p14:xfrm>
              <a:off x="934749" y="2598385"/>
              <a:ext cx="408240" cy="8402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CD1C0299-47BE-4720-B6B6-FC4319F8B6C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17109" y="2580753"/>
                <a:ext cx="443880" cy="8758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46CA3A25-ECC3-4F61-A496-9BF90EC0B924}"/>
                  </a:ext>
                </a:extLst>
              </p14:cNvPr>
              <p14:cNvContentPartPr/>
              <p14:nvPr/>
            </p14:nvContentPartPr>
            <p14:xfrm>
              <a:off x="1510749" y="2959465"/>
              <a:ext cx="147240" cy="576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46CA3A25-ECC3-4F61-A496-9BF90EC0B92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493109" y="2941465"/>
                <a:ext cx="18288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43227593-0A68-4E7A-9F81-EBE8C56B675E}"/>
                  </a:ext>
                </a:extLst>
              </p14:cNvPr>
              <p14:cNvContentPartPr/>
              <p14:nvPr/>
            </p14:nvContentPartPr>
            <p14:xfrm>
              <a:off x="1530189" y="3070345"/>
              <a:ext cx="151560" cy="1188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43227593-0A68-4E7A-9F81-EBE8C56B675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512189" y="3052345"/>
                <a:ext cx="18720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82DD0469-EA2C-4B86-B05E-856624EF111D}"/>
                  </a:ext>
                </a:extLst>
              </p14:cNvPr>
              <p14:cNvContentPartPr/>
              <p14:nvPr/>
            </p14:nvContentPartPr>
            <p14:xfrm>
              <a:off x="2940309" y="2943265"/>
              <a:ext cx="28800" cy="15984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82DD0469-EA2C-4B86-B05E-856624EF111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922309" y="2925625"/>
                <a:ext cx="6444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19E07870-A8AA-4F5F-B419-CDC9185F0B9D}"/>
                  </a:ext>
                </a:extLst>
              </p14:cNvPr>
              <p14:cNvContentPartPr/>
              <p14:nvPr/>
            </p14:nvContentPartPr>
            <p14:xfrm>
              <a:off x="3286629" y="2892145"/>
              <a:ext cx="245520" cy="2628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19E07870-A8AA-4F5F-B419-CDC9185F0B9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268629" y="2874145"/>
                <a:ext cx="28116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6BDF4FBF-7F5A-4FC3-8F00-EACB056CDBA6}"/>
                  </a:ext>
                </a:extLst>
              </p14:cNvPr>
              <p14:cNvContentPartPr/>
              <p14:nvPr/>
            </p14:nvContentPartPr>
            <p14:xfrm>
              <a:off x="3358989" y="3010585"/>
              <a:ext cx="173880" cy="216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6BDF4FBF-7F5A-4FC3-8F00-EACB056CDBA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340989" y="2992945"/>
                <a:ext cx="209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645C8826-5B72-4FCE-A9A8-CAAE78970039}"/>
                  </a:ext>
                </a:extLst>
              </p14:cNvPr>
              <p14:cNvContentPartPr/>
              <p14:nvPr/>
            </p14:nvContentPartPr>
            <p14:xfrm>
              <a:off x="2420469" y="2863345"/>
              <a:ext cx="417960" cy="25272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645C8826-5B72-4FCE-A9A8-CAAE7897003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402484" y="2845345"/>
                <a:ext cx="453569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93D82A71-04BD-4A3F-8A22-0BC94D74770B}"/>
                  </a:ext>
                </a:extLst>
              </p14:cNvPr>
              <p14:cNvContentPartPr/>
              <p14:nvPr/>
            </p14:nvContentPartPr>
            <p14:xfrm>
              <a:off x="1898469" y="2867305"/>
              <a:ext cx="355320" cy="22032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93D82A71-04BD-4A3F-8A22-0BC94D74770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880469" y="2849305"/>
                <a:ext cx="39096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DAA827E0-8328-4B8A-A1BF-BFCCAFBBEBCA}"/>
                  </a:ext>
                </a:extLst>
              </p14:cNvPr>
              <p14:cNvContentPartPr/>
              <p14:nvPr/>
            </p14:nvContentPartPr>
            <p14:xfrm>
              <a:off x="3719709" y="2757145"/>
              <a:ext cx="438480" cy="34524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DAA827E0-8328-4B8A-A1BF-BFCCAFBBEBC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702055" y="2739487"/>
                <a:ext cx="474149" cy="3809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A0DE4C6B-7800-4377-9C1E-32508C249CB9}"/>
                  </a:ext>
                </a:extLst>
              </p14:cNvPr>
              <p14:cNvContentPartPr/>
              <p14:nvPr/>
            </p14:nvContentPartPr>
            <p14:xfrm>
              <a:off x="4305069" y="2921665"/>
              <a:ext cx="26640" cy="4572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A0DE4C6B-7800-4377-9C1E-32508C249CB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287069" y="2904025"/>
                <a:ext cx="6228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C8D04A1B-4B08-4900-86C3-D6F9E0451365}"/>
                  </a:ext>
                </a:extLst>
              </p14:cNvPr>
              <p14:cNvContentPartPr/>
              <p14:nvPr/>
            </p14:nvContentPartPr>
            <p14:xfrm>
              <a:off x="4749669" y="2976385"/>
              <a:ext cx="44280" cy="14976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C8D04A1B-4B08-4900-86C3-D6F9E045136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732029" y="2958745"/>
                <a:ext cx="7992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7FB2FE6F-711F-4B92-8F2F-6B502836833C}"/>
                  </a:ext>
                </a:extLst>
              </p14:cNvPr>
              <p14:cNvContentPartPr/>
              <p14:nvPr/>
            </p14:nvContentPartPr>
            <p14:xfrm>
              <a:off x="4460949" y="2737705"/>
              <a:ext cx="340920" cy="1476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7FB2FE6F-711F-4B92-8F2F-6B502836833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442949" y="2720065"/>
                <a:ext cx="37656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F7F76C90-04C6-49E4-94F9-7AC8B967BF48}"/>
                  </a:ext>
                </a:extLst>
              </p14:cNvPr>
              <p14:cNvContentPartPr/>
              <p14:nvPr/>
            </p14:nvContentPartPr>
            <p14:xfrm>
              <a:off x="4494789" y="2834185"/>
              <a:ext cx="163800" cy="25596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F7F76C90-04C6-49E4-94F9-7AC8B967BF4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476789" y="2816545"/>
                <a:ext cx="19944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DA25890A-8879-4F99-A8DF-110B88A02A1C}"/>
                  </a:ext>
                </a:extLst>
              </p14:cNvPr>
              <p14:cNvContentPartPr/>
              <p14:nvPr/>
            </p14:nvContentPartPr>
            <p14:xfrm>
              <a:off x="3627549" y="2529985"/>
              <a:ext cx="1333800" cy="10368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DA25890A-8879-4F99-A8DF-110B88A02A1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609909" y="2511985"/>
                <a:ext cx="136944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09CFA20B-A064-4B55-803C-843B0C5FF539}"/>
                  </a:ext>
                </a:extLst>
              </p14:cNvPr>
              <p14:cNvContentPartPr/>
              <p14:nvPr/>
            </p14:nvContentPartPr>
            <p14:xfrm>
              <a:off x="3436029" y="1188265"/>
              <a:ext cx="173520" cy="1476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09CFA20B-A064-4B55-803C-843B0C5FF53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418389" y="1170625"/>
                <a:ext cx="20916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9A5F7ACB-3A98-458B-8269-A1DE8B10C126}"/>
                  </a:ext>
                </a:extLst>
              </p14:cNvPr>
              <p14:cNvContentPartPr/>
              <p14:nvPr/>
            </p14:nvContentPartPr>
            <p14:xfrm>
              <a:off x="3469509" y="1312465"/>
              <a:ext cx="159480" cy="1008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9A5F7ACB-3A98-458B-8269-A1DE8B10C12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451869" y="1294825"/>
                <a:ext cx="1951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20ADD407-32DB-4743-B38A-C4D3459BD9DA}"/>
                  </a:ext>
                </a:extLst>
              </p14:cNvPr>
              <p14:cNvContentPartPr/>
              <p14:nvPr/>
            </p14:nvContentPartPr>
            <p14:xfrm>
              <a:off x="3941469" y="96025"/>
              <a:ext cx="2766600" cy="232128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20ADD407-32DB-4743-B38A-C4D3459BD9D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923471" y="78385"/>
                <a:ext cx="2802235" cy="235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E6ACFD59-7F64-4EF4-9710-E48D348E0A6C}"/>
                  </a:ext>
                </a:extLst>
              </p14:cNvPr>
              <p14:cNvContentPartPr/>
              <p14:nvPr/>
            </p14:nvContentPartPr>
            <p14:xfrm>
              <a:off x="7016589" y="557905"/>
              <a:ext cx="1225080" cy="161892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E6ACFD59-7F64-4EF4-9710-E48D348E0A6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998589" y="540265"/>
                <a:ext cx="1260720" cy="165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001D9AF7-F26D-47C6-B0A8-0DF9C6CAE928}"/>
                  </a:ext>
                </a:extLst>
              </p14:cNvPr>
              <p14:cNvContentPartPr/>
              <p14:nvPr/>
            </p14:nvContentPartPr>
            <p14:xfrm>
              <a:off x="10080189" y="971905"/>
              <a:ext cx="461520" cy="58428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001D9AF7-F26D-47C6-B0A8-0DF9C6CAE92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062535" y="954265"/>
                <a:ext cx="497188" cy="61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5A407DF2-06C5-4DD6-B3B4-1B40715A851D}"/>
                  </a:ext>
                </a:extLst>
              </p14:cNvPr>
              <p14:cNvContentPartPr/>
              <p14:nvPr/>
            </p14:nvContentPartPr>
            <p14:xfrm>
              <a:off x="9215829" y="1180345"/>
              <a:ext cx="673560" cy="30492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5A407DF2-06C5-4DD6-B3B4-1B40715A851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198189" y="1162366"/>
                <a:ext cx="709200" cy="3405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CFBDAD0C-1F4F-4CA1-8BEF-369C2BBB2E63}"/>
                  </a:ext>
                </a:extLst>
              </p14:cNvPr>
              <p14:cNvContentPartPr/>
              <p14:nvPr/>
            </p14:nvContentPartPr>
            <p14:xfrm>
              <a:off x="8431389" y="644665"/>
              <a:ext cx="474840" cy="142668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CFBDAD0C-1F4F-4CA1-8BEF-369C2BBB2E6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413403" y="626665"/>
                <a:ext cx="510453" cy="146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FAB68F44-541C-466C-8806-4ADF0ECBDD4A}"/>
                  </a:ext>
                </a:extLst>
              </p14:cNvPr>
              <p14:cNvContentPartPr/>
              <p14:nvPr/>
            </p14:nvContentPartPr>
            <p14:xfrm>
              <a:off x="10828269" y="1053985"/>
              <a:ext cx="308520" cy="56484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FAB68F44-541C-466C-8806-4ADF0ECBDD4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810629" y="1036345"/>
                <a:ext cx="344160" cy="60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7A01F8C2-C3A4-4E46-9496-3BD6B0843512}"/>
                  </a:ext>
                </a:extLst>
              </p14:cNvPr>
              <p14:cNvContentPartPr/>
              <p14:nvPr/>
            </p14:nvContentPartPr>
            <p14:xfrm>
              <a:off x="11334429" y="918985"/>
              <a:ext cx="162720" cy="69948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7A01F8C2-C3A4-4E46-9496-3BD6B084351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1316789" y="900985"/>
                <a:ext cx="198360" cy="73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16" name="Cerneală 215">
                <a:extLst>
                  <a:ext uri="{FF2B5EF4-FFF2-40B4-BE49-F238E27FC236}">
                    <a16:creationId xmlns:a16="http://schemas.microsoft.com/office/drawing/2014/main" id="{7AB51A1A-33FA-414C-902D-D3F23B776849}"/>
                  </a:ext>
                </a:extLst>
              </p14:cNvPr>
              <p14:cNvContentPartPr/>
              <p14:nvPr/>
            </p14:nvContentPartPr>
            <p14:xfrm>
              <a:off x="5125149" y="2922745"/>
              <a:ext cx="7026480" cy="2671200"/>
            </p14:xfrm>
          </p:contentPart>
        </mc:Choice>
        <mc:Fallback xmlns="">
          <p:pic>
            <p:nvPicPr>
              <p:cNvPr id="216" name="Cerneală 215">
                <a:extLst>
                  <a:ext uri="{FF2B5EF4-FFF2-40B4-BE49-F238E27FC236}">
                    <a16:creationId xmlns:a16="http://schemas.microsoft.com/office/drawing/2014/main" id="{7AB51A1A-33FA-414C-902D-D3F23B77684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107509" y="2905105"/>
                <a:ext cx="7062120" cy="270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551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E88F15C7-AE61-4B47-BB31-378B805E5A47}"/>
                  </a:ext>
                </a:extLst>
              </p14:cNvPr>
              <p14:cNvContentPartPr/>
              <p14:nvPr/>
            </p14:nvContentPartPr>
            <p14:xfrm>
              <a:off x="606069" y="809905"/>
              <a:ext cx="140400" cy="34092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E88F15C7-AE61-4B47-BB31-378B805E5A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8429" y="792265"/>
                <a:ext cx="17604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3DCE57A6-98E0-45A7-88C4-CC71E5341EA0}"/>
                  </a:ext>
                </a:extLst>
              </p14:cNvPr>
              <p14:cNvContentPartPr/>
              <p14:nvPr/>
            </p14:nvContentPartPr>
            <p14:xfrm>
              <a:off x="846549" y="1026625"/>
              <a:ext cx="119880" cy="14400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3DCE57A6-98E0-45A7-88C4-CC71E5341EA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8909" y="1008985"/>
                <a:ext cx="15552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FC381213-5066-4E6A-9AEA-2D7DCD648C74}"/>
                  </a:ext>
                </a:extLst>
              </p14:cNvPr>
              <p14:cNvContentPartPr/>
              <p14:nvPr/>
            </p14:nvContentPartPr>
            <p14:xfrm>
              <a:off x="1015029" y="861025"/>
              <a:ext cx="173880" cy="540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FC381213-5066-4E6A-9AEA-2D7DCD648C7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97029" y="843385"/>
                <a:ext cx="2095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25CFC239-D010-4C73-9D6A-B23FB66023AD}"/>
                  </a:ext>
                </a:extLst>
              </p14:cNvPr>
              <p14:cNvContentPartPr/>
              <p14:nvPr/>
            </p14:nvContentPartPr>
            <p14:xfrm>
              <a:off x="1068309" y="950665"/>
              <a:ext cx="128880" cy="540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25CFC239-D010-4C73-9D6A-B23FB66023A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50309" y="932665"/>
                <a:ext cx="1645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51746404-F1A7-4C9D-8F89-B5501D466E56}"/>
                  </a:ext>
                </a:extLst>
              </p14:cNvPr>
              <p14:cNvContentPartPr/>
              <p14:nvPr/>
            </p14:nvContentPartPr>
            <p14:xfrm>
              <a:off x="1582749" y="643225"/>
              <a:ext cx="180000" cy="1620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51746404-F1A7-4C9D-8F89-B5501D466E5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64749" y="625225"/>
                <a:ext cx="2156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E3C83DBE-3CA4-4710-B762-64EDF3C1A22D}"/>
                  </a:ext>
                </a:extLst>
              </p14:cNvPr>
              <p14:cNvContentPartPr/>
              <p14:nvPr/>
            </p14:nvContentPartPr>
            <p14:xfrm>
              <a:off x="2309589" y="846625"/>
              <a:ext cx="3240" cy="11016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E3C83DBE-3CA4-4710-B762-64EDF3C1A22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91949" y="828985"/>
                <a:ext cx="3888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9C8026D1-E22E-4805-AE61-95D466BC2BB3}"/>
                  </a:ext>
                </a:extLst>
              </p14:cNvPr>
              <p14:cNvContentPartPr/>
              <p14:nvPr/>
            </p14:nvContentPartPr>
            <p14:xfrm>
              <a:off x="2049309" y="618385"/>
              <a:ext cx="237240" cy="205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9C8026D1-E22E-4805-AE61-95D466BC2BB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31309" y="600385"/>
                <a:ext cx="2728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6E3FC1D7-5F12-4C87-9930-B6A9D261DD1A}"/>
                  </a:ext>
                </a:extLst>
              </p14:cNvPr>
              <p14:cNvContentPartPr/>
              <p14:nvPr/>
            </p14:nvContentPartPr>
            <p14:xfrm>
              <a:off x="2030589" y="721705"/>
              <a:ext cx="159120" cy="1749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6E3FC1D7-5F12-4C87-9930-B6A9D261DD1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012949" y="703705"/>
                <a:ext cx="19476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5E91FB46-52C4-4D54-A429-D01A61B7C3E8}"/>
                  </a:ext>
                </a:extLst>
              </p14:cNvPr>
              <p14:cNvContentPartPr/>
              <p14:nvPr/>
            </p14:nvContentPartPr>
            <p14:xfrm>
              <a:off x="1611909" y="717025"/>
              <a:ext cx="260640" cy="2509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5E91FB46-52C4-4D54-A429-D01A61B7C3E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594245" y="699025"/>
                <a:ext cx="296329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A3A59DDF-2DC3-4DBF-AFC3-DC41FC3F9416}"/>
                  </a:ext>
                </a:extLst>
              </p14:cNvPr>
              <p14:cNvContentPartPr/>
              <p14:nvPr/>
            </p14:nvContentPartPr>
            <p14:xfrm>
              <a:off x="2560149" y="634945"/>
              <a:ext cx="204480" cy="2556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A3A59DDF-2DC3-4DBF-AFC3-DC41FC3F941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542149" y="617305"/>
                <a:ext cx="24012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EBBDF727-C9F9-479F-8714-F01627463A83}"/>
                  </a:ext>
                </a:extLst>
              </p14:cNvPr>
              <p14:cNvContentPartPr/>
              <p14:nvPr/>
            </p14:nvContentPartPr>
            <p14:xfrm>
              <a:off x="2530989" y="731065"/>
              <a:ext cx="349560" cy="19476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EBBDF727-C9F9-479F-8714-F01627463A8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12989" y="713425"/>
                <a:ext cx="38520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75166D5E-1B20-4430-B125-E72F0C30EC7B}"/>
                  </a:ext>
                </a:extLst>
              </p14:cNvPr>
              <p14:cNvContentPartPr/>
              <p14:nvPr/>
            </p14:nvContentPartPr>
            <p14:xfrm>
              <a:off x="1697949" y="1322905"/>
              <a:ext cx="360360" cy="3333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75166D5E-1B20-4430-B125-E72F0C30EC7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679967" y="1305246"/>
                <a:ext cx="395964" cy="3690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BF28D592-67D5-4BB1-8B37-95C9F6F6F1BD}"/>
                  </a:ext>
                </a:extLst>
              </p14:cNvPr>
              <p14:cNvContentPartPr/>
              <p14:nvPr/>
            </p14:nvContentPartPr>
            <p14:xfrm>
              <a:off x="1448469" y="522985"/>
              <a:ext cx="34200" cy="132120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BF28D592-67D5-4BB1-8B37-95C9F6F6F1B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430469" y="505345"/>
                <a:ext cx="69840" cy="135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9177C0C6-93F4-443C-A546-1A98D4180BD8}"/>
                  </a:ext>
                </a:extLst>
              </p14:cNvPr>
              <p14:cNvContentPartPr/>
              <p14:nvPr/>
            </p14:nvContentPartPr>
            <p14:xfrm>
              <a:off x="2213469" y="1207705"/>
              <a:ext cx="550800" cy="6357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9177C0C6-93F4-443C-A546-1A98D4180BD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195481" y="1189705"/>
                <a:ext cx="586417" cy="67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CF5C4BD8-933B-46C7-B3F0-4D3C58E4918F}"/>
                  </a:ext>
                </a:extLst>
              </p14:cNvPr>
              <p14:cNvContentPartPr/>
              <p14:nvPr/>
            </p14:nvContentPartPr>
            <p14:xfrm>
              <a:off x="2983509" y="504985"/>
              <a:ext cx="137520" cy="148176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CF5C4BD8-933B-46C7-B3F0-4D3C58E4918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965509" y="486985"/>
                <a:ext cx="173160" cy="151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F5EF9AB8-F99E-4B41-9960-9A56097E9CA0}"/>
                  </a:ext>
                </a:extLst>
              </p14:cNvPr>
              <p14:cNvContentPartPr/>
              <p14:nvPr/>
            </p14:nvContentPartPr>
            <p14:xfrm>
              <a:off x="3373389" y="2581825"/>
              <a:ext cx="1510200" cy="53388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F5EF9AB8-F99E-4B41-9960-9A56097E9CA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355749" y="2563825"/>
                <a:ext cx="1545840" cy="56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F271BC93-2BEC-4987-A7D8-88735170DCF2}"/>
                  </a:ext>
                </a:extLst>
              </p14:cNvPr>
              <p14:cNvContentPartPr/>
              <p14:nvPr/>
            </p14:nvContentPartPr>
            <p14:xfrm>
              <a:off x="2125629" y="480865"/>
              <a:ext cx="4554720" cy="197892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F271BC93-2BEC-4987-A7D8-88735170DCF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107630" y="462868"/>
                <a:ext cx="4590357" cy="20145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27B26B70-BC8E-428F-9C5F-080B7C951132}"/>
                  </a:ext>
                </a:extLst>
              </p14:cNvPr>
              <p14:cNvContentPartPr/>
              <p14:nvPr/>
            </p14:nvContentPartPr>
            <p14:xfrm>
              <a:off x="3954429" y="542785"/>
              <a:ext cx="2080800" cy="61956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27B26B70-BC8E-428F-9C5F-080B7C95113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936429" y="506785"/>
                <a:ext cx="2116440" cy="69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8DCDD93A-BF1D-492E-961D-1BFB97EF5D2B}"/>
                  </a:ext>
                </a:extLst>
              </p14:cNvPr>
              <p14:cNvContentPartPr/>
              <p14:nvPr/>
            </p14:nvContentPartPr>
            <p14:xfrm>
              <a:off x="3816909" y="1081345"/>
              <a:ext cx="2864520" cy="100692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8DCDD93A-BF1D-492E-961D-1BFB97EF5D2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799269" y="1045345"/>
                <a:ext cx="2900160" cy="10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D280D684-31CB-40FC-8E73-AA891321402D}"/>
                  </a:ext>
                </a:extLst>
              </p14:cNvPr>
              <p14:cNvContentPartPr/>
              <p14:nvPr/>
            </p14:nvContentPartPr>
            <p14:xfrm>
              <a:off x="633069" y="3576865"/>
              <a:ext cx="149040" cy="29052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D280D684-31CB-40FC-8E73-AA891321402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15429" y="3540865"/>
                <a:ext cx="18468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E0F62BDA-6190-4D13-8E88-932ED348E0A4}"/>
                  </a:ext>
                </a:extLst>
              </p14:cNvPr>
              <p14:cNvContentPartPr/>
              <p14:nvPr/>
            </p14:nvContentPartPr>
            <p14:xfrm>
              <a:off x="576909" y="3737065"/>
              <a:ext cx="229680" cy="2880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E0F62BDA-6190-4D13-8E88-932ED348E0A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59269" y="3701065"/>
                <a:ext cx="26532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F9740C2F-A399-4929-9C13-F75632F6DEAB}"/>
                  </a:ext>
                </a:extLst>
              </p14:cNvPr>
              <p14:cNvContentPartPr/>
              <p14:nvPr/>
            </p14:nvContentPartPr>
            <p14:xfrm>
              <a:off x="967149" y="3725545"/>
              <a:ext cx="247320" cy="1872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F9740C2F-A399-4929-9C13-F75632F6DEA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49149" y="3689905"/>
                <a:ext cx="28296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0916DDF2-E040-4D6A-B9BC-59BFB635A40C}"/>
                  </a:ext>
                </a:extLst>
              </p14:cNvPr>
              <p14:cNvContentPartPr/>
              <p14:nvPr/>
            </p14:nvContentPartPr>
            <p14:xfrm>
              <a:off x="1098189" y="3647785"/>
              <a:ext cx="39240" cy="24228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0916DDF2-E040-4D6A-B9BC-59BFB635A40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80189" y="3611785"/>
                <a:ext cx="7488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275F5E8C-7E71-4E6F-8BAD-25F160968B38}"/>
                  </a:ext>
                </a:extLst>
              </p14:cNvPr>
              <p14:cNvContentPartPr/>
              <p14:nvPr/>
            </p14:nvContentPartPr>
            <p14:xfrm>
              <a:off x="1322829" y="3632665"/>
              <a:ext cx="224280" cy="27108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275F5E8C-7E71-4E6F-8BAD-25F160968B3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305189" y="3596665"/>
                <a:ext cx="25992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FEEFC26C-9D9B-44E2-B1D5-EB8967B92D59}"/>
                  </a:ext>
                </a:extLst>
              </p14:cNvPr>
              <p14:cNvContentPartPr/>
              <p14:nvPr/>
            </p14:nvContentPartPr>
            <p14:xfrm>
              <a:off x="1669509" y="3724825"/>
              <a:ext cx="237600" cy="36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FEEFC26C-9D9B-44E2-B1D5-EB8967B92D5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651509" y="3688825"/>
                <a:ext cx="2732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E04145DE-4929-40E4-BEA5-BF93BA0F1588}"/>
                  </a:ext>
                </a:extLst>
              </p14:cNvPr>
              <p14:cNvContentPartPr/>
              <p14:nvPr/>
            </p14:nvContentPartPr>
            <p14:xfrm>
              <a:off x="1770669" y="3816265"/>
              <a:ext cx="221760" cy="2124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E04145DE-4929-40E4-BEA5-BF93BA0F158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752669" y="3780265"/>
                <a:ext cx="25740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1EE43A2F-889D-48EE-B820-B04CC03E219E}"/>
                  </a:ext>
                </a:extLst>
              </p14:cNvPr>
              <p14:cNvContentPartPr/>
              <p14:nvPr/>
            </p14:nvContentPartPr>
            <p14:xfrm>
              <a:off x="2183229" y="3626545"/>
              <a:ext cx="199440" cy="25236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1EE43A2F-889D-48EE-B820-B04CC03E219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165229" y="3590545"/>
                <a:ext cx="23508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FD117ABE-46BA-426B-8A01-CD8D39DB8D55}"/>
                  </a:ext>
                </a:extLst>
              </p14:cNvPr>
              <p14:cNvContentPartPr/>
              <p14:nvPr/>
            </p14:nvContentPartPr>
            <p14:xfrm>
              <a:off x="2227869" y="3770545"/>
              <a:ext cx="169920" cy="2376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FD117ABE-46BA-426B-8A01-CD8D39DB8D5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210229" y="3734905"/>
                <a:ext cx="20556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DEEE131F-9A8E-4F2C-8965-AD4745A87D3E}"/>
                  </a:ext>
                </a:extLst>
              </p14:cNvPr>
              <p14:cNvContentPartPr/>
              <p14:nvPr/>
            </p14:nvContentPartPr>
            <p14:xfrm>
              <a:off x="2184669" y="3512785"/>
              <a:ext cx="264600" cy="1008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DEEE131F-9A8E-4F2C-8965-AD4745A87D3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166669" y="3476785"/>
                <a:ext cx="30024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2911351F-5C4C-4AAA-B108-7C7903BF0320}"/>
                  </a:ext>
                </a:extLst>
              </p14:cNvPr>
              <p14:cNvContentPartPr/>
              <p14:nvPr/>
            </p14:nvContentPartPr>
            <p14:xfrm>
              <a:off x="2603349" y="3735265"/>
              <a:ext cx="23760" cy="396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2911351F-5C4C-4AAA-B108-7C7903BF032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585349" y="3699265"/>
                <a:ext cx="594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81EBFA2E-050C-4B27-81F2-262740AB91E2}"/>
                  </a:ext>
                </a:extLst>
              </p14:cNvPr>
              <p14:cNvContentPartPr/>
              <p14:nvPr/>
            </p14:nvContentPartPr>
            <p14:xfrm>
              <a:off x="2914749" y="3598825"/>
              <a:ext cx="250200" cy="29160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81EBFA2E-050C-4B27-81F2-262740AB91E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897109" y="3563185"/>
                <a:ext cx="28584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16A7093C-FC37-48E8-81F5-5124A6FCACFC}"/>
                  </a:ext>
                </a:extLst>
              </p14:cNvPr>
              <p14:cNvContentPartPr/>
              <p14:nvPr/>
            </p14:nvContentPartPr>
            <p14:xfrm>
              <a:off x="2815029" y="3459145"/>
              <a:ext cx="324360" cy="1584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16A7093C-FC37-48E8-81F5-5124A6FCACF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797389" y="3423145"/>
                <a:ext cx="36000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538D40CD-D9C4-4FED-A1D2-AFFBCFF1992F}"/>
                  </a:ext>
                </a:extLst>
              </p14:cNvPr>
              <p14:cNvContentPartPr/>
              <p14:nvPr/>
            </p14:nvContentPartPr>
            <p14:xfrm>
              <a:off x="2059389" y="3257905"/>
              <a:ext cx="1263600" cy="10980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538D40CD-D9C4-4FED-A1D2-AFFBCFF1992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041749" y="3222265"/>
                <a:ext cx="129924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36A837AC-9020-44D9-A6F3-56184EC44E7C}"/>
                  </a:ext>
                </a:extLst>
              </p14:cNvPr>
              <p14:cNvContentPartPr/>
              <p14:nvPr/>
            </p14:nvContentPartPr>
            <p14:xfrm>
              <a:off x="451989" y="4558225"/>
              <a:ext cx="196920" cy="34380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36A837AC-9020-44D9-A6F3-56184EC44E7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34349" y="4522225"/>
                <a:ext cx="232560" cy="41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A56C49D2-6FB9-4A75-B78A-8B8C720E37AB}"/>
                  </a:ext>
                </a:extLst>
              </p14:cNvPr>
              <p14:cNvContentPartPr/>
              <p14:nvPr/>
            </p14:nvContentPartPr>
            <p14:xfrm>
              <a:off x="403749" y="4747945"/>
              <a:ext cx="217440" cy="3600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A56C49D2-6FB9-4A75-B78A-8B8C720E37A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86109" y="4711945"/>
                <a:ext cx="2530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6E5C4424-DE63-4301-917A-DD1FCB82598E}"/>
                  </a:ext>
                </a:extLst>
              </p14:cNvPr>
              <p14:cNvContentPartPr/>
              <p14:nvPr/>
            </p14:nvContentPartPr>
            <p14:xfrm>
              <a:off x="822429" y="4696825"/>
              <a:ext cx="201960" cy="2592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6E5C4424-DE63-4301-917A-DD1FCB82598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04789" y="4661185"/>
                <a:ext cx="23760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F0133B9C-61BE-4965-9DD3-501A1DBBB0BE}"/>
                  </a:ext>
                </a:extLst>
              </p14:cNvPr>
              <p14:cNvContentPartPr/>
              <p14:nvPr/>
            </p14:nvContentPartPr>
            <p14:xfrm>
              <a:off x="851589" y="4848385"/>
              <a:ext cx="158040" cy="864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F0133B9C-61BE-4965-9DD3-501A1DBBB0B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33949" y="4812385"/>
                <a:ext cx="19368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06747A16-B448-4F8C-8CE5-945B56425C68}"/>
                  </a:ext>
                </a:extLst>
              </p14:cNvPr>
              <p14:cNvContentPartPr/>
              <p14:nvPr/>
            </p14:nvContentPartPr>
            <p14:xfrm>
              <a:off x="1207629" y="4668025"/>
              <a:ext cx="159120" cy="24768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06747A16-B448-4F8C-8CE5-945B56425C6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189629" y="4632385"/>
                <a:ext cx="19476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6DF39643-E35E-4F01-9374-91612686FF29}"/>
                  </a:ext>
                </a:extLst>
              </p14:cNvPr>
              <p14:cNvContentPartPr/>
              <p14:nvPr/>
            </p14:nvContentPartPr>
            <p14:xfrm>
              <a:off x="1238589" y="4696825"/>
              <a:ext cx="99360" cy="23832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6DF39643-E35E-4F01-9374-91612686FF2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220949" y="4661185"/>
                <a:ext cx="13500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D80A99E1-14A1-4D48-A679-BBDCA300F768}"/>
                  </a:ext>
                </a:extLst>
              </p14:cNvPr>
              <p14:cNvContentPartPr/>
              <p14:nvPr/>
            </p14:nvContentPartPr>
            <p14:xfrm>
              <a:off x="1467549" y="4851985"/>
              <a:ext cx="186120" cy="17712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D80A99E1-14A1-4D48-A679-BBDCA300F76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449909" y="4816345"/>
                <a:ext cx="22176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0C008DC3-A814-432C-ADFC-35CE343A55B0}"/>
                  </a:ext>
                </a:extLst>
              </p14:cNvPr>
              <p14:cNvContentPartPr/>
              <p14:nvPr/>
            </p14:nvContentPartPr>
            <p14:xfrm>
              <a:off x="1164069" y="4564345"/>
              <a:ext cx="251280" cy="1188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0C008DC3-A814-432C-ADFC-35CE343A55B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146429" y="4528345"/>
                <a:ext cx="28692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21DDBDA0-2EEA-46D8-B15A-57383208DF2F}"/>
                  </a:ext>
                </a:extLst>
              </p14:cNvPr>
              <p14:cNvContentPartPr/>
              <p14:nvPr/>
            </p14:nvContentPartPr>
            <p14:xfrm>
              <a:off x="1727469" y="4754785"/>
              <a:ext cx="37080" cy="540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21DDBDA0-2EEA-46D8-B15A-57383208DF2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709469" y="4718785"/>
                <a:ext cx="7272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2B6C1CC0-98D0-444D-A334-85F9C2986D9E}"/>
                  </a:ext>
                </a:extLst>
              </p14:cNvPr>
              <p14:cNvContentPartPr/>
              <p14:nvPr/>
            </p14:nvContentPartPr>
            <p14:xfrm>
              <a:off x="1881549" y="4644265"/>
              <a:ext cx="216360" cy="20664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2B6C1CC0-98D0-444D-A334-85F9C2986D9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863909" y="4608265"/>
                <a:ext cx="25200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095734F1-EF32-46A7-94AF-E9EFB1B6DE3A}"/>
                  </a:ext>
                </a:extLst>
              </p14:cNvPr>
              <p14:cNvContentPartPr/>
              <p14:nvPr/>
            </p14:nvContentPartPr>
            <p14:xfrm>
              <a:off x="1941309" y="4687465"/>
              <a:ext cx="113760" cy="22788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095734F1-EF32-46A7-94AF-E9EFB1B6DE3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923309" y="4651465"/>
                <a:ext cx="14940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BB5BA0D8-AB04-461D-85D2-1E9B39A5A640}"/>
                  </a:ext>
                </a:extLst>
              </p14:cNvPr>
              <p14:cNvContentPartPr/>
              <p14:nvPr/>
            </p14:nvContentPartPr>
            <p14:xfrm>
              <a:off x="2208789" y="4797985"/>
              <a:ext cx="19080" cy="17316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BB5BA0D8-AB04-461D-85D2-1E9B39A5A640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190789" y="4762345"/>
                <a:ext cx="5472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07118534-47B4-424E-A700-572C73927BF3}"/>
                  </a:ext>
                </a:extLst>
              </p14:cNvPr>
              <p14:cNvContentPartPr/>
              <p14:nvPr/>
            </p14:nvContentPartPr>
            <p14:xfrm>
              <a:off x="1846989" y="4502065"/>
              <a:ext cx="277200" cy="6048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07118534-47B4-424E-A700-572C73927BF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829349" y="4466425"/>
                <a:ext cx="31284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C241F6FC-3E22-4432-8E8A-384CF309C512}"/>
                  </a:ext>
                </a:extLst>
              </p14:cNvPr>
              <p14:cNvContentPartPr/>
              <p14:nvPr/>
            </p14:nvContentPartPr>
            <p14:xfrm>
              <a:off x="2392749" y="4740025"/>
              <a:ext cx="8640" cy="1800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C241F6FC-3E22-4432-8E8A-384CF309C51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375109" y="4704385"/>
                <a:ext cx="4428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C02623B1-12D9-4D82-8722-57E62B8D778F}"/>
                  </a:ext>
                </a:extLst>
              </p14:cNvPr>
              <p14:cNvContentPartPr/>
              <p14:nvPr/>
            </p14:nvContentPartPr>
            <p14:xfrm>
              <a:off x="2540709" y="4634185"/>
              <a:ext cx="174600" cy="21384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C02623B1-12D9-4D82-8722-57E62B8D778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523069" y="4598545"/>
                <a:ext cx="21024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F1DCF6B7-A892-4EB9-9DFA-0AEE0443D854}"/>
                  </a:ext>
                </a:extLst>
              </p14:cNvPr>
              <p14:cNvContentPartPr/>
              <p14:nvPr/>
            </p14:nvContentPartPr>
            <p14:xfrm>
              <a:off x="2548629" y="4662985"/>
              <a:ext cx="127080" cy="25236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F1DCF6B7-A892-4EB9-9DFA-0AEE0443D854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530629" y="4627345"/>
                <a:ext cx="16272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8722BC67-758F-4328-B318-52AB67EF5C91}"/>
                  </a:ext>
                </a:extLst>
              </p14:cNvPr>
              <p14:cNvContentPartPr/>
              <p14:nvPr/>
            </p14:nvContentPartPr>
            <p14:xfrm>
              <a:off x="2790549" y="4805545"/>
              <a:ext cx="175320" cy="13392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8722BC67-758F-4328-B318-52AB67EF5C9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772909" y="4769905"/>
                <a:ext cx="21096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8E07581A-A06F-44C7-AFC1-BE2445D95BE7}"/>
                  </a:ext>
                </a:extLst>
              </p14:cNvPr>
              <p14:cNvContentPartPr/>
              <p14:nvPr/>
            </p14:nvContentPartPr>
            <p14:xfrm>
              <a:off x="2478069" y="4441945"/>
              <a:ext cx="267840" cy="1656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8E07581A-A06F-44C7-AFC1-BE2445D95BE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460429" y="4405945"/>
                <a:ext cx="30348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AADFD7F5-ED03-4502-8560-6841DFE9B84B}"/>
                  </a:ext>
                </a:extLst>
              </p14:cNvPr>
              <p14:cNvContentPartPr/>
              <p14:nvPr/>
            </p14:nvContentPartPr>
            <p14:xfrm>
              <a:off x="456669" y="5370745"/>
              <a:ext cx="63000" cy="28224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AADFD7F5-ED03-4502-8560-6841DFE9B84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39029" y="5334745"/>
                <a:ext cx="9864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DB223A38-DA74-4335-B644-F6B78E0D5231}"/>
                  </a:ext>
                </a:extLst>
              </p14:cNvPr>
              <p14:cNvContentPartPr/>
              <p14:nvPr/>
            </p14:nvContentPartPr>
            <p14:xfrm>
              <a:off x="432909" y="5321425"/>
              <a:ext cx="269640" cy="41976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DB223A38-DA74-4335-B644-F6B78E0D5231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15269" y="5285785"/>
                <a:ext cx="305280" cy="49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33E5088C-47A7-4B06-8BE4-92634B45A633}"/>
                  </a:ext>
                </a:extLst>
              </p14:cNvPr>
              <p14:cNvContentPartPr/>
              <p14:nvPr/>
            </p14:nvContentPartPr>
            <p14:xfrm>
              <a:off x="817749" y="5519785"/>
              <a:ext cx="176760" cy="1224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33E5088C-47A7-4B06-8BE4-92634B45A63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00109" y="5483785"/>
                <a:ext cx="21240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DF93EEA4-5163-4A6B-A16C-A68D566EB70F}"/>
                  </a:ext>
                </a:extLst>
              </p14:cNvPr>
              <p14:cNvContentPartPr/>
              <p14:nvPr/>
            </p14:nvContentPartPr>
            <p14:xfrm>
              <a:off x="861309" y="5659465"/>
              <a:ext cx="118800" cy="828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DF93EEA4-5163-4A6B-A16C-A68D566EB70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43309" y="5623825"/>
                <a:ext cx="15444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75450DF8-FDE3-43F2-A39E-D0CB86B78B79}"/>
                  </a:ext>
                </a:extLst>
              </p14:cNvPr>
              <p14:cNvContentPartPr/>
              <p14:nvPr/>
            </p14:nvContentPartPr>
            <p14:xfrm>
              <a:off x="1202589" y="5486305"/>
              <a:ext cx="174600" cy="25920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75450DF8-FDE3-43F2-A39E-D0CB86B78B79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184949" y="5450305"/>
                <a:ext cx="21024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37BB3011-7F3B-483C-A44E-F52120A369E4}"/>
                  </a:ext>
                </a:extLst>
              </p14:cNvPr>
              <p14:cNvContentPartPr/>
              <p14:nvPr/>
            </p14:nvContentPartPr>
            <p14:xfrm>
              <a:off x="1223829" y="5495665"/>
              <a:ext cx="133200" cy="26208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37BB3011-7F3B-483C-A44E-F52120A369E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206189" y="5460025"/>
                <a:ext cx="16884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EC0344FE-9923-411A-A720-E104BE75B55F}"/>
                  </a:ext>
                </a:extLst>
              </p14:cNvPr>
              <p14:cNvContentPartPr/>
              <p14:nvPr/>
            </p14:nvContentPartPr>
            <p14:xfrm>
              <a:off x="1424349" y="5673865"/>
              <a:ext cx="139320" cy="22284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EC0344FE-9923-411A-A720-E104BE75B55F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406349" y="5637865"/>
                <a:ext cx="17496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8158677D-E2AD-4C72-ABFD-0ED293BEC045}"/>
                  </a:ext>
                </a:extLst>
              </p14:cNvPr>
              <p14:cNvContentPartPr/>
              <p14:nvPr/>
            </p14:nvContentPartPr>
            <p14:xfrm>
              <a:off x="1789749" y="5583505"/>
              <a:ext cx="66240" cy="1116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8158677D-E2AD-4C72-ABFD-0ED293BEC045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772109" y="5547865"/>
                <a:ext cx="10188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1103C852-2236-4581-ADE8-29C504D1D082}"/>
                  </a:ext>
                </a:extLst>
              </p14:cNvPr>
              <p14:cNvContentPartPr/>
              <p14:nvPr/>
            </p14:nvContentPartPr>
            <p14:xfrm>
              <a:off x="2097909" y="5519785"/>
              <a:ext cx="199800" cy="19008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1103C852-2236-4581-ADE8-29C504D1D08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080269" y="5483785"/>
                <a:ext cx="23544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97DB53AB-A762-4A58-9AC5-D50979D00B5E}"/>
                  </a:ext>
                </a:extLst>
              </p14:cNvPr>
              <p14:cNvContentPartPr/>
              <p14:nvPr/>
            </p14:nvContentPartPr>
            <p14:xfrm>
              <a:off x="2129949" y="5543905"/>
              <a:ext cx="136800" cy="21816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97DB53AB-A762-4A58-9AC5-D50979D00B5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112309" y="5507905"/>
                <a:ext cx="17244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BEA3CCA3-063D-4A3D-AB7C-615EC8B0EB28}"/>
                  </a:ext>
                </a:extLst>
              </p14:cNvPr>
              <p14:cNvContentPartPr/>
              <p14:nvPr/>
            </p14:nvContentPartPr>
            <p14:xfrm>
              <a:off x="2373309" y="5649745"/>
              <a:ext cx="23400" cy="16956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BEA3CCA3-063D-4A3D-AB7C-615EC8B0EB28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355669" y="5613745"/>
                <a:ext cx="5904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45337FD6-44EA-4918-A6C0-531EA588F33D}"/>
                  </a:ext>
                </a:extLst>
              </p14:cNvPr>
              <p14:cNvContentPartPr/>
              <p14:nvPr/>
            </p14:nvContentPartPr>
            <p14:xfrm>
              <a:off x="2035629" y="5395945"/>
              <a:ext cx="327240" cy="1836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45337FD6-44EA-4918-A6C0-531EA588F33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017629" y="5360305"/>
                <a:ext cx="36288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8CF82D42-3215-4913-B301-322CB511ABE6}"/>
                  </a:ext>
                </a:extLst>
              </p14:cNvPr>
              <p14:cNvContentPartPr/>
              <p14:nvPr/>
            </p14:nvContentPartPr>
            <p14:xfrm>
              <a:off x="2526309" y="5601505"/>
              <a:ext cx="16920" cy="1548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8CF82D42-3215-4913-B301-322CB511ABE6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508309" y="5565865"/>
                <a:ext cx="525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3CBE8A37-2602-4663-9A68-C654616AD766}"/>
                  </a:ext>
                </a:extLst>
              </p14:cNvPr>
              <p14:cNvContentPartPr/>
              <p14:nvPr/>
            </p14:nvContentPartPr>
            <p14:xfrm>
              <a:off x="2709189" y="5510425"/>
              <a:ext cx="176400" cy="22032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3CBE8A37-2602-4663-9A68-C654616AD766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691549" y="5474425"/>
                <a:ext cx="21204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35A61D3A-0CBE-4023-AB61-3570C4746D85}"/>
                  </a:ext>
                </a:extLst>
              </p14:cNvPr>
              <p14:cNvContentPartPr/>
              <p14:nvPr/>
            </p14:nvContentPartPr>
            <p14:xfrm>
              <a:off x="2699109" y="5548945"/>
              <a:ext cx="145080" cy="23400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35A61D3A-0CBE-4023-AB61-3570C4746D85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2681109" y="5512945"/>
                <a:ext cx="18072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D2D1EF78-0BD5-499F-911B-A10BAC9D16CF}"/>
                  </a:ext>
                </a:extLst>
              </p14:cNvPr>
              <p14:cNvContentPartPr/>
              <p14:nvPr/>
            </p14:nvContentPartPr>
            <p14:xfrm>
              <a:off x="2969109" y="5685385"/>
              <a:ext cx="149040" cy="13680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D2D1EF78-0BD5-499F-911B-A10BAC9D16C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951109" y="5649745"/>
                <a:ext cx="18468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D48A78C2-916D-4E12-AFCB-30651FA87740}"/>
                  </a:ext>
                </a:extLst>
              </p14:cNvPr>
              <p14:cNvContentPartPr/>
              <p14:nvPr/>
            </p14:nvContentPartPr>
            <p14:xfrm>
              <a:off x="2637189" y="5376505"/>
              <a:ext cx="273600" cy="1692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D48A78C2-916D-4E12-AFCB-30651FA8774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619189" y="5340505"/>
                <a:ext cx="30924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E14B683F-79A7-45B4-A202-50D2812508FD}"/>
                  </a:ext>
                </a:extLst>
              </p14:cNvPr>
              <p14:cNvContentPartPr/>
              <p14:nvPr/>
            </p14:nvContentPartPr>
            <p14:xfrm>
              <a:off x="2011509" y="5259865"/>
              <a:ext cx="872640" cy="756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E14B683F-79A7-45B4-A202-50D2812508FD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993509" y="5224225"/>
                <a:ext cx="90828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A2F03A9B-8FEB-44C5-B1EB-16EB9EBE5934}"/>
                  </a:ext>
                </a:extLst>
              </p14:cNvPr>
              <p14:cNvContentPartPr/>
              <p14:nvPr/>
            </p14:nvContentPartPr>
            <p14:xfrm>
              <a:off x="8080389" y="1159465"/>
              <a:ext cx="548640" cy="32292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A2F03A9B-8FEB-44C5-B1EB-16EB9EBE593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062389" y="1141465"/>
                <a:ext cx="58428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AD430D68-ECE9-43F9-B93F-981EA65C5A2C}"/>
                  </a:ext>
                </a:extLst>
              </p14:cNvPr>
              <p14:cNvContentPartPr/>
              <p14:nvPr/>
            </p14:nvContentPartPr>
            <p14:xfrm>
              <a:off x="7009389" y="1140385"/>
              <a:ext cx="911160" cy="39528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AD430D68-ECE9-43F9-B93F-981EA65C5A2C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991389" y="1122385"/>
                <a:ext cx="94680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96510883-2957-45A0-B7F6-D1CD44054DA3}"/>
                  </a:ext>
                </a:extLst>
              </p14:cNvPr>
              <p14:cNvContentPartPr/>
              <p14:nvPr/>
            </p14:nvContentPartPr>
            <p14:xfrm>
              <a:off x="6939549" y="962185"/>
              <a:ext cx="1605600" cy="6876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96510883-2957-45A0-B7F6-D1CD44054DA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921549" y="944185"/>
                <a:ext cx="164124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192BFFFE-428D-4C75-8FD6-3B4367072FBA}"/>
                  </a:ext>
                </a:extLst>
              </p14:cNvPr>
              <p14:cNvContentPartPr/>
              <p14:nvPr/>
            </p14:nvContentPartPr>
            <p14:xfrm>
              <a:off x="8860149" y="1264945"/>
              <a:ext cx="68400" cy="7056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192BFFFE-428D-4C75-8FD6-3B4367072FBA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842149" y="1247305"/>
                <a:ext cx="10404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A65F515F-E713-4640-8E7A-FC2FE8EE9ECF}"/>
                  </a:ext>
                </a:extLst>
              </p14:cNvPr>
              <p14:cNvContentPartPr/>
              <p14:nvPr/>
            </p14:nvContentPartPr>
            <p14:xfrm>
              <a:off x="10226709" y="1306705"/>
              <a:ext cx="20160" cy="13788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A65F515F-E713-4640-8E7A-FC2FE8EE9ECF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0208709" y="1288705"/>
                <a:ext cx="5580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9F555148-7E3A-46FA-B2DA-30E8B0107397}"/>
                  </a:ext>
                </a:extLst>
              </p14:cNvPr>
              <p14:cNvContentPartPr/>
              <p14:nvPr/>
            </p14:nvContentPartPr>
            <p14:xfrm>
              <a:off x="9942669" y="1101865"/>
              <a:ext cx="275760" cy="1152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9F555148-7E3A-46FA-B2DA-30E8B010739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924669" y="1083865"/>
                <a:ext cx="3114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76C994BE-88F1-495D-AB46-7280FE52F3F4}"/>
                  </a:ext>
                </a:extLst>
              </p14:cNvPr>
              <p14:cNvContentPartPr/>
              <p14:nvPr/>
            </p14:nvContentPartPr>
            <p14:xfrm>
              <a:off x="10449189" y="1260265"/>
              <a:ext cx="23040" cy="3276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76C994BE-88F1-495D-AB46-7280FE52F3F4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0431549" y="1242625"/>
                <a:ext cx="5868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7C88B134-11C4-4BE4-BFE2-001BF1F927E1}"/>
                  </a:ext>
                </a:extLst>
              </p14:cNvPr>
              <p14:cNvContentPartPr/>
              <p14:nvPr/>
            </p14:nvContentPartPr>
            <p14:xfrm>
              <a:off x="10616229" y="1092145"/>
              <a:ext cx="284400" cy="1512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7C88B134-11C4-4BE4-BFE2-001BF1F927E1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0598589" y="1074145"/>
                <a:ext cx="32004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403E50CA-F1CC-4AA2-848F-FABD060FA74F}"/>
                  </a:ext>
                </a:extLst>
              </p14:cNvPr>
              <p14:cNvContentPartPr/>
              <p14:nvPr/>
            </p14:nvContentPartPr>
            <p14:xfrm>
              <a:off x="10645389" y="1169185"/>
              <a:ext cx="379080" cy="25992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403E50CA-F1CC-4AA2-848F-FABD060FA74F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0627406" y="1151210"/>
                <a:ext cx="414686" cy="2955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76739BEA-2335-47CA-82EA-904E9DFD753D}"/>
                  </a:ext>
                </a:extLst>
              </p14:cNvPr>
              <p14:cNvContentPartPr/>
              <p14:nvPr/>
            </p14:nvContentPartPr>
            <p14:xfrm>
              <a:off x="9932949" y="1182505"/>
              <a:ext cx="174240" cy="22464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76739BEA-2335-47CA-82EA-904E9DFD753D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9915309" y="1164865"/>
                <a:ext cx="20988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712DE46E-D6DA-44B6-B58E-C612C605761A}"/>
                  </a:ext>
                </a:extLst>
              </p14:cNvPr>
              <p14:cNvContentPartPr/>
              <p14:nvPr/>
            </p14:nvContentPartPr>
            <p14:xfrm>
              <a:off x="9315189" y="1189345"/>
              <a:ext cx="411120" cy="31068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712DE46E-D6DA-44B6-B58E-C612C605761A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9297189" y="1171705"/>
                <a:ext cx="44676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CCDAB686-A79E-4E06-A1B6-B9777F179A22}"/>
                  </a:ext>
                </a:extLst>
              </p14:cNvPr>
              <p14:cNvContentPartPr/>
              <p14:nvPr/>
            </p14:nvContentPartPr>
            <p14:xfrm>
              <a:off x="9846549" y="962185"/>
              <a:ext cx="1089360" cy="3420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CCDAB686-A79E-4E06-A1B6-B9777F179A22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828549" y="944185"/>
                <a:ext cx="112500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79DD345E-998F-432B-94B5-E313C63F7CF4}"/>
                  </a:ext>
                </a:extLst>
              </p14:cNvPr>
              <p14:cNvContentPartPr/>
              <p14:nvPr/>
            </p14:nvContentPartPr>
            <p14:xfrm>
              <a:off x="6813909" y="697225"/>
              <a:ext cx="4287240" cy="5364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79DD345E-998F-432B-94B5-E313C63F7CF4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796268" y="679225"/>
                <a:ext cx="4322883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17F1B2D8-D971-46CC-9901-C73F6B8F0133}"/>
                  </a:ext>
                </a:extLst>
              </p14:cNvPr>
              <p14:cNvContentPartPr/>
              <p14:nvPr/>
            </p14:nvContentPartPr>
            <p14:xfrm>
              <a:off x="9172629" y="813145"/>
              <a:ext cx="1860480" cy="5832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17F1B2D8-D971-46CC-9901-C73F6B8F0133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9154989" y="795145"/>
                <a:ext cx="1896120" cy="9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649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C03E2BBB-8617-46C6-83B1-702F83151BB1}"/>
                  </a:ext>
                </a:extLst>
              </p14:cNvPr>
              <p14:cNvContentPartPr/>
              <p14:nvPr/>
            </p14:nvContentPartPr>
            <p14:xfrm>
              <a:off x="2362509" y="4019305"/>
              <a:ext cx="360" cy="39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C03E2BBB-8617-46C6-83B1-702F83151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44869" y="4001665"/>
                <a:ext cx="36000" cy="39600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Imagine 19">
            <a:extLst>
              <a:ext uri="{FF2B5EF4-FFF2-40B4-BE49-F238E27FC236}">
                <a16:creationId xmlns:a16="http://schemas.microsoft.com/office/drawing/2014/main" id="{3E1322B0-D65A-4F92-968C-FB906E592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43" y="594391"/>
            <a:ext cx="3848100" cy="40233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2F2A56CE-3DFE-4919-9B2C-1BF8DCD19CEF}"/>
                  </a:ext>
                </a:extLst>
              </p14:cNvPr>
              <p14:cNvContentPartPr/>
              <p14:nvPr/>
            </p14:nvContentPartPr>
            <p14:xfrm>
              <a:off x="2404269" y="1233625"/>
              <a:ext cx="137880" cy="1962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2F2A56CE-3DFE-4919-9B2C-1BF8DCD19CE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86269" y="1215985"/>
                <a:ext cx="1735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BB128AD4-2B98-4767-9F8E-AA9429930D40}"/>
                  </a:ext>
                </a:extLst>
              </p14:cNvPr>
              <p14:cNvContentPartPr/>
              <p14:nvPr/>
            </p14:nvContentPartPr>
            <p14:xfrm>
              <a:off x="3671829" y="1193665"/>
              <a:ext cx="238680" cy="2606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BB128AD4-2B98-4767-9F8E-AA9429930D4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53829" y="1176025"/>
                <a:ext cx="27432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E5908A64-FDCC-4394-B3C6-063B3B57689B}"/>
                  </a:ext>
                </a:extLst>
              </p14:cNvPr>
              <p14:cNvContentPartPr/>
              <p14:nvPr/>
            </p14:nvContentPartPr>
            <p14:xfrm>
              <a:off x="2824389" y="1188985"/>
              <a:ext cx="80640" cy="2343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E5908A64-FDCC-4394-B3C6-063B3B57689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06670" y="1170985"/>
                <a:ext cx="11644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9A027881-8202-4A17-8D64-6908A1E96924}"/>
                  </a:ext>
                </a:extLst>
              </p14:cNvPr>
              <p14:cNvContentPartPr/>
              <p14:nvPr/>
            </p14:nvContentPartPr>
            <p14:xfrm>
              <a:off x="3267549" y="1195825"/>
              <a:ext cx="128880" cy="2545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9A027881-8202-4A17-8D64-6908A1E9692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249909" y="1178185"/>
                <a:ext cx="16452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CC54E3B5-4D19-4A48-9FC1-27F9A1CE6A3C}"/>
                  </a:ext>
                </a:extLst>
              </p14:cNvPr>
              <p14:cNvContentPartPr/>
              <p14:nvPr/>
            </p14:nvContentPartPr>
            <p14:xfrm>
              <a:off x="2420469" y="1564465"/>
              <a:ext cx="85680" cy="24192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CC54E3B5-4D19-4A48-9FC1-27F9A1CE6A3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02469" y="1546825"/>
                <a:ext cx="12132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75BEFDB5-8099-4AE0-BF0F-24667B01D815}"/>
                  </a:ext>
                </a:extLst>
              </p14:cNvPr>
              <p14:cNvContentPartPr/>
              <p14:nvPr/>
            </p14:nvContentPartPr>
            <p14:xfrm>
              <a:off x="2829429" y="1583905"/>
              <a:ext cx="178920" cy="21204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75BEFDB5-8099-4AE0-BF0F-24667B01D81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811789" y="1566265"/>
                <a:ext cx="21456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F8F2F384-C695-4217-8C4C-E46A1DBD4289}"/>
                  </a:ext>
                </a:extLst>
              </p14:cNvPr>
              <p14:cNvContentPartPr/>
              <p14:nvPr/>
            </p14:nvContentPartPr>
            <p14:xfrm>
              <a:off x="3259629" y="1607665"/>
              <a:ext cx="195840" cy="22104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F8F2F384-C695-4217-8C4C-E46A1DBD428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241989" y="1590025"/>
                <a:ext cx="23148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5FC77550-B4AE-4AE6-9716-302E42F94AC1}"/>
                  </a:ext>
                </a:extLst>
              </p14:cNvPr>
              <p14:cNvContentPartPr/>
              <p14:nvPr/>
            </p14:nvContentPartPr>
            <p14:xfrm>
              <a:off x="3654909" y="1587145"/>
              <a:ext cx="207000" cy="20232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5FC77550-B4AE-4AE6-9716-302E42F94AC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636909" y="1569145"/>
                <a:ext cx="24264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C76DB421-D864-4DC0-94F6-51B49AD8ACF9}"/>
                  </a:ext>
                </a:extLst>
              </p14:cNvPr>
              <p14:cNvContentPartPr/>
              <p14:nvPr/>
            </p14:nvContentPartPr>
            <p14:xfrm>
              <a:off x="2439549" y="2014465"/>
              <a:ext cx="66600" cy="24372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C76DB421-D864-4DC0-94F6-51B49AD8ACF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421909" y="1996465"/>
                <a:ext cx="10224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550321F3-656F-437B-B758-FC01D2C95992}"/>
                  </a:ext>
                </a:extLst>
              </p14:cNvPr>
              <p14:cNvContentPartPr/>
              <p14:nvPr/>
            </p14:nvContentPartPr>
            <p14:xfrm>
              <a:off x="2881269" y="2020225"/>
              <a:ext cx="191520" cy="22752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550321F3-656F-437B-B758-FC01D2C9599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863269" y="2002585"/>
                <a:ext cx="22716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CF0C0E93-C9EB-4C61-B181-2E5DA5A5C90B}"/>
                  </a:ext>
                </a:extLst>
              </p14:cNvPr>
              <p14:cNvContentPartPr/>
              <p14:nvPr/>
            </p14:nvContentPartPr>
            <p14:xfrm>
              <a:off x="3243069" y="2001865"/>
              <a:ext cx="189000" cy="23832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CF0C0E93-C9EB-4C61-B181-2E5DA5A5C90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225429" y="1983865"/>
                <a:ext cx="22464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1C8166D2-853F-4038-88C1-12173E7600CE}"/>
                  </a:ext>
                </a:extLst>
              </p14:cNvPr>
              <p14:cNvContentPartPr/>
              <p14:nvPr/>
            </p14:nvContentPartPr>
            <p14:xfrm>
              <a:off x="3710349" y="2009425"/>
              <a:ext cx="75240" cy="24552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1C8166D2-853F-4038-88C1-12173E7600C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692709" y="1991785"/>
                <a:ext cx="11088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430A0118-73E9-4486-9146-1107AC8646C9}"/>
                  </a:ext>
                </a:extLst>
              </p14:cNvPr>
              <p14:cNvContentPartPr/>
              <p14:nvPr/>
            </p14:nvContentPartPr>
            <p14:xfrm>
              <a:off x="2454309" y="2433145"/>
              <a:ext cx="34200" cy="20736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430A0118-73E9-4486-9146-1107AC8646C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436309" y="2415505"/>
                <a:ext cx="6984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98A45B2A-1EDC-40D2-9BC6-4B4ACD1CB771}"/>
                  </a:ext>
                </a:extLst>
              </p14:cNvPr>
              <p14:cNvContentPartPr/>
              <p14:nvPr/>
            </p14:nvContentPartPr>
            <p14:xfrm>
              <a:off x="2804949" y="2451505"/>
              <a:ext cx="198720" cy="21024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98A45B2A-1EDC-40D2-9BC6-4B4ACD1CB77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787309" y="2433865"/>
                <a:ext cx="23436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385D3BD0-41E5-4527-BF42-665EE2F49225}"/>
                  </a:ext>
                </a:extLst>
              </p14:cNvPr>
              <p14:cNvContentPartPr/>
              <p14:nvPr/>
            </p14:nvContentPartPr>
            <p14:xfrm>
              <a:off x="3320469" y="2416225"/>
              <a:ext cx="61920" cy="22536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385D3BD0-41E5-4527-BF42-665EE2F4922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302469" y="2398585"/>
                <a:ext cx="9756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6879D841-2C91-4663-8703-0132D8CBD053}"/>
                  </a:ext>
                </a:extLst>
              </p14:cNvPr>
              <p14:cNvContentPartPr/>
              <p14:nvPr/>
            </p14:nvContentPartPr>
            <p14:xfrm>
              <a:off x="3636549" y="2423425"/>
              <a:ext cx="227880" cy="22932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6879D841-2C91-4663-8703-0132D8CBD05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618549" y="2405785"/>
                <a:ext cx="26352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51996679-D782-44D2-9574-6CAE8734D09D}"/>
                  </a:ext>
                </a:extLst>
              </p14:cNvPr>
              <p14:cNvContentPartPr/>
              <p14:nvPr/>
            </p14:nvContentPartPr>
            <p14:xfrm>
              <a:off x="2424789" y="2825905"/>
              <a:ext cx="45720" cy="22140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51996679-D782-44D2-9574-6CAE8734D09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406789" y="2807905"/>
                <a:ext cx="8136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CBD06CD2-30BA-43FE-BA63-DF8AE87464E5}"/>
                  </a:ext>
                </a:extLst>
              </p14:cNvPr>
              <p14:cNvContentPartPr/>
              <p14:nvPr/>
            </p14:nvContentPartPr>
            <p14:xfrm>
              <a:off x="2796669" y="2815105"/>
              <a:ext cx="203040" cy="24552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CBD06CD2-30BA-43FE-BA63-DF8AE87464E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778669" y="2797105"/>
                <a:ext cx="23868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AC41D743-7935-4757-AB4D-1408E8AAF1B7}"/>
                  </a:ext>
                </a:extLst>
              </p14:cNvPr>
              <p14:cNvContentPartPr/>
              <p14:nvPr/>
            </p14:nvContentPartPr>
            <p14:xfrm>
              <a:off x="3291669" y="2853625"/>
              <a:ext cx="58680" cy="21096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AC41D743-7935-4757-AB4D-1408E8AAF1B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273669" y="2835985"/>
                <a:ext cx="9432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BC85ED4E-B831-46CD-8B0E-EB051ECAFD19}"/>
                  </a:ext>
                </a:extLst>
              </p14:cNvPr>
              <p14:cNvContentPartPr/>
              <p14:nvPr/>
            </p14:nvContentPartPr>
            <p14:xfrm>
              <a:off x="3710349" y="2814385"/>
              <a:ext cx="40680" cy="24300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BC85ED4E-B831-46CD-8B0E-EB051ECAFD1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692349" y="2796385"/>
                <a:ext cx="7632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FBD8975A-BA3F-4CFA-A219-2F03C9BA8FDA}"/>
                  </a:ext>
                </a:extLst>
              </p14:cNvPr>
              <p14:cNvContentPartPr/>
              <p14:nvPr/>
            </p14:nvContentPartPr>
            <p14:xfrm>
              <a:off x="2420469" y="3270505"/>
              <a:ext cx="48960" cy="19404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FBD8975A-BA3F-4CFA-A219-2F03C9BA8FD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402469" y="3252865"/>
                <a:ext cx="8460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AB4C50E7-87CF-4AF8-9BBB-217C0271E05B}"/>
                  </a:ext>
                </a:extLst>
              </p14:cNvPr>
              <p14:cNvContentPartPr/>
              <p14:nvPr/>
            </p14:nvContentPartPr>
            <p14:xfrm>
              <a:off x="2877309" y="3236305"/>
              <a:ext cx="29520" cy="20124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AB4C50E7-87CF-4AF8-9BBB-217C0271E05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859309" y="3218305"/>
                <a:ext cx="6516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04B1C11A-8EA0-4D81-809D-37633377A17D}"/>
                  </a:ext>
                </a:extLst>
              </p14:cNvPr>
              <p14:cNvContentPartPr/>
              <p14:nvPr/>
            </p14:nvContentPartPr>
            <p14:xfrm>
              <a:off x="3272589" y="3271225"/>
              <a:ext cx="174600" cy="19764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04B1C11A-8EA0-4D81-809D-37633377A17D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3254589" y="3253225"/>
                <a:ext cx="2102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CFC8BEF6-A3C1-4B3A-826E-8B9F9FB9725A}"/>
                  </a:ext>
                </a:extLst>
              </p14:cNvPr>
              <p14:cNvContentPartPr/>
              <p14:nvPr/>
            </p14:nvContentPartPr>
            <p14:xfrm>
              <a:off x="3658869" y="3258265"/>
              <a:ext cx="227520" cy="22212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CFC8BEF6-A3C1-4B3A-826E-8B9F9FB9725A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640869" y="3240625"/>
                <a:ext cx="26316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5B8A1602-4D3E-4B94-9A65-5838D838A73D}"/>
                  </a:ext>
                </a:extLst>
              </p14:cNvPr>
              <p14:cNvContentPartPr/>
              <p14:nvPr/>
            </p14:nvContentPartPr>
            <p14:xfrm>
              <a:off x="2396349" y="3690265"/>
              <a:ext cx="25200" cy="18828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5B8A1602-4D3E-4B94-9A65-5838D838A73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378349" y="3672625"/>
                <a:ext cx="6084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7F5988D7-5D04-448A-8187-CA3FAB97A7BA}"/>
                  </a:ext>
                </a:extLst>
              </p14:cNvPr>
              <p14:cNvContentPartPr/>
              <p14:nvPr/>
            </p14:nvContentPartPr>
            <p14:xfrm>
              <a:off x="2848869" y="3679465"/>
              <a:ext cx="35280" cy="23760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7F5988D7-5D04-448A-8187-CA3FAB97A7B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831229" y="3661825"/>
                <a:ext cx="709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535D7603-B791-43B6-B618-8CBC0529EA39}"/>
                  </a:ext>
                </a:extLst>
              </p14:cNvPr>
              <p14:cNvContentPartPr/>
              <p14:nvPr/>
            </p14:nvContentPartPr>
            <p14:xfrm>
              <a:off x="3259989" y="3692785"/>
              <a:ext cx="187920" cy="22320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535D7603-B791-43B6-B618-8CBC0529EA3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241989" y="3675145"/>
                <a:ext cx="22356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ECA77383-C820-498D-A1B9-128CA2563E91}"/>
                  </a:ext>
                </a:extLst>
              </p14:cNvPr>
              <p14:cNvContentPartPr/>
              <p14:nvPr/>
            </p14:nvContentPartPr>
            <p14:xfrm>
              <a:off x="3713949" y="3670825"/>
              <a:ext cx="14040" cy="23688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ECA77383-C820-498D-A1B9-128CA2563E91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696309" y="3652825"/>
                <a:ext cx="4968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645228F1-3B47-4E4D-AF86-A369F8381A80}"/>
                  </a:ext>
                </a:extLst>
              </p14:cNvPr>
              <p14:cNvContentPartPr/>
              <p14:nvPr/>
            </p14:nvContentPartPr>
            <p14:xfrm>
              <a:off x="2410749" y="4084825"/>
              <a:ext cx="44640" cy="22212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645228F1-3B47-4E4D-AF86-A369F8381A80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393109" y="4066825"/>
                <a:ext cx="8028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C7248A4E-D6EB-41B0-A5DB-2EB0E8453C2B}"/>
                  </a:ext>
                </a:extLst>
              </p14:cNvPr>
              <p14:cNvContentPartPr/>
              <p14:nvPr/>
            </p14:nvContentPartPr>
            <p14:xfrm>
              <a:off x="2824389" y="4093825"/>
              <a:ext cx="63000" cy="20088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C7248A4E-D6EB-41B0-A5DB-2EB0E8453C2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806749" y="4076185"/>
                <a:ext cx="986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7F0FD0F3-91BD-484A-917D-E2CAF1447D32}"/>
                  </a:ext>
                </a:extLst>
              </p14:cNvPr>
              <p14:cNvContentPartPr/>
              <p14:nvPr/>
            </p14:nvContentPartPr>
            <p14:xfrm>
              <a:off x="3665349" y="4137385"/>
              <a:ext cx="214920" cy="18216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7F0FD0F3-91BD-484A-917D-E2CAF1447D32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647349" y="4119385"/>
                <a:ext cx="25056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5BBA2ABE-7D09-41FC-A476-47A9D4D110D1}"/>
                  </a:ext>
                </a:extLst>
              </p14:cNvPr>
              <p14:cNvContentPartPr/>
              <p14:nvPr/>
            </p14:nvContentPartPr>
            <p14:xfrm>
              <a:off x="3229389" y="4084465"/>
              <a:ext cx="144360" cy="23004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5BBA2ABE-7D09-41FC-A476-47A9D4D110D1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211434" y="4066825"/>
                <a:ext cx="179911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B74EFDB4-EDAF-4A3D-88C2-D2F6759572B5}"/>
                  </a:ext>
                </a:extLst>
              </p14:cNvPr>
              <p14:cNvContentPartPr/>
              <p14:nvPr/>
            </p14:nvContentPartPr>
            <p14:xfrm>
              <a:off x="2651229" y="163705"/>
              <a:ext cx="325440" cy="30744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B74EFDB4-EDAF-4A3D-88C2-D2F6759572B5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633589" y="146065"/>
                <a:ext cx="36108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A1E8504F-9979-4885-843F-7EFA6B1A6AC5}"/>
                  </a:ext>
                </a:extLst>
              </p14:cNvPr>
              <p14:cNvContentPartPr/>
              <p14:nvPr/>
            </p14:nvContentPartPr>
            <p14:xfrm>
              <a:off x="2304909" y="235705"/>
              <a:ext cx="205560" cy="16848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A1E8504F-9979-4885-843F-7EFA6B1A6AC5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287269" y="217705"/>
                <a:ext cx="24120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DF9AE67C-EFEB-42DD-9289-AF20B4443795}"/>
                  </a:ext>
                </a:extLst>
              </p14:cNvPr>
              <p14:cNvContentPartPr/>
              <p14:nvPr/>
            </p14:nvContentPartPr>
            <p14:xfrm>
              <a:off x="1373229" y="130225"/>
              <a:ext cx="218160" cy="32220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DF9AE67C-EFEB-42DD-9289-AF20B4443795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355589" y="112585"/>
                <a:ext cx="25380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5F4E7C96-1538-458A-A81B-25B4F6BE24EE}"/>
                  </a:ext>
                </a:extLst>
              </p14:cNvPr>
              <p14:cNvContentPartPr/>
              <p14:nvPr/>
            </p14:nvContentPartPr>
            <p14:xfrm>
              <a:off x="1703349" y="163345"/>
              <a:ext cx="498240" cy="24264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5F4E7C96-1538-458A-A81B-25B4F6BE24EE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685349" y="145345"/>
                <a:ext cx="53388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2029F6EE-1DEC-4902-9766-B8731F0BFF64}"/>
                  </a:ext>
                </a:extLst>
              </p14:cNvPr>
              <p14:cNvContentPartPr/>
              <p14:nvPr/>
            </p14:nvContentPartPr>
            <p14:xfrm>
              <a:off x="5485869" y="211225"/>
              <a:ext cx="801720" cy="38628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2029F6EE-1DEC-4902-9766-B8731F0BFF64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468229" y="193585"/>
                <a:ext cx="837360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9792FEE2-7304-4C1C-8AD9-592D1185A240}"/>
                  </a:ext>
                </a:extLst>
              </p14:cNvPr>
              <p14:cNvContentPartPr/>
              <p14:nvPr/>
            </p14:nvContentPartPr>
            <p14:xfrm>
              <a:off x="4655349" y="327145"/>
              <a:ext cx="538200" cy="49032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9792FEE2-7304-4C1C-8AD9-592D1185A240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637349" y="309505"/>
                <a:ext cx="573840" cy="52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82BB2B32-E49F-477D-AD60-43AE121DF209}"/>
                  </a:ext>
                </a:extLst>
              </p14:cNvPr>
              <p14:cNvContentPartPr/>
              <p14:nvPr/>
            </p14:nvContentPartPr>
            <p14:xfrm>
              <a:off x="6915429" y="298345"/>
              <a:ext cx="534240" cy="6512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82BB2B32-E49F-477D-AD60-43AE121DF209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6897441" y="280345"/>
                <a:ext cx="569856" cy="68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C3E40985-A55B-4C1C-90F5-F49A740A87BF}"/>
                  </a:ext>
                </a:extLst>
              </p14:cNvPr>
              <p14:cNvContentPartPr/>
              <p14:nvPr/>
            </p14:nvContentPartPr>
            <p14:xfrm>
              <a:off x="6327189" y="1949305"/>
              <a:ext cx="272880" cy="27828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C3E40985-A55B-4C1C-90F5-F49A740A87BF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309189" y="1913305"/>
                <a:ext cx="30852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1F38DBD1-8AEC-4729-90BD-52A9A7EA0F8C}"/>
                  </a:ext>
                </a:extLst>
              </p14:cNvPr>
              <p14:cNvContentPartPr/>
              <p14:nvPr/>
            </p14:nvContentPartPr>
            <p14:xfrm>
              <a:off x="7372629" y="1914025"/>
              <a:ext cx="60840" cy="32580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1F38DBD1-8AEC-4729-90BD-52A9A7EA0F8C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354989" y="1878385"/>
                <a:ext cx="9648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FB72D190-820C-471A-AA05-721030ECC33B}"/>
                  </a:ext>
                </a:extLst>
              </p14:cNvPr>
              <p14:cNvContentPartPr/>
              <p14:nvPr/>
            </p14:nvContentPartPr>
            <p14:xfrm>
              <a:off x="9090909" y="1846345"/>
              <a:ext cx="97920" cy="30384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FB72D190-820C-471A-AA05-721030ECC33B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9072909" y="1810345"/>
                <a:ext cx="13356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EF7DA5EA-484D-4B1D-AA15-D4FF349E06F7}"/>
                  </a:ext>
                </a:extLst>
              </p14:cNvPr>
              <p14:cNvContentPartPr/>
              <p14:nvPr/>
            </p14:nvContentPartPr>
            <p14:xfrm>
              <a:off x="8301429" y="1923385"/>
              <a:ext cx="80640" cy="27576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EF7DA5EA-484D-4B1D-AA15-D4FF349E06F7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8283429" y="1887745"/>
                <a:ext cx="11628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D58F0C4D-38F6-4EC4-9C8E-1E80C8BB00B9}"/>
                  </a:ext>
                </a:extLst>
              </p14:cNvPr>
              <p14:cNvContentPartPr/>
              <p14:nvPr/>
            </p14:nvContentPartPr>
            <p14:xfrm>
              <a:off x="6569469" y="2646625"/>
              <a:ext cx="29160" cy="33552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D58F0C4D-38F6-4EC4-9C8E-1E80C8BB00B9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6551469" y="2610625"/>
                <a:ext cx="6480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FFE12FF0-48D0-4EE7-9C14-C26CE8BEA8E0}"/>
                  </a:ext>
                </a:extLst>
              </p14:cNvPr>
              <p14:cNvContentPartPr/>
              <p14:nvPr/>
            </p14:nvContentPartPr>
            <p14:xfrm>
              <a:off x="7309989" y="2569585"/>
              <a:ext cx="52200" cy="31464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FFE12FF0-48D0-4EE7-9C14-C26CE8BEA8E0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7292349" y="2533585"/>
                <a:ext cx="8784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E5F633D4-E0A8-4CC2-83EC-8337E894AB49}"/>
                  </a:ext>
                </a:extLst>
              </p14:cNvPr>
              <p14:cNvContentPartPr/>
              <p14:nvPr/>
            </p14:nvContentPartPr>
            <p14:xfrm>
              <a:off x="9100269" y="2497945"/>
              <a:ext cx="73800" cy="28332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E5F633D4-E0A8-4CC2-83EC-8337E894AB49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9082629" y="2461945"/>
                <a:ext cx="10944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E9F8777B-8904-47F1-926F-7A69D6852B13}"/>
                  </a:ext>
                </a:extLst>
              </p14:cNvPr>
              <p14:cNvContentPartPr/>
              <p14:nvPr/>
            </p14:nvContentPartPr>
            <p14:xfrm>
              <a:off x="8319069" y="2555185"/>
              <a:ext cx="51480" cy="25668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E9F8777B-8904-47F1-926F-7A69D6852B13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8301429" y="2519545"/>
                <a:ext cx="8712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DAD75305-0A45-4520-A5DA-26529F7DCA7B}"/>
                  </a:ext>
                </a:extLst>
              </p14:cNvPr>
              <p14:cNvContentPartPr/>
              <p14:nvPr/>
            </p14:nvContentPartPr>
            <p14:xfrm>
              <a:off x="7363269" y="2217505"/>
              <a:ext cx="155160" cy="1116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DAD75305-0A45-4520-A5DA-26529F7DCA7B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345269" y="2181505"/>
                <a:ext cx="19080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F3E25515-B57A-4C72-B4B3-AD3F6D2D3EA7}"/>
                  </a:ext>
                </a:extLst>
              </p14:cNvPr>
              <p14:cNvContentPartPr/>
              <p14:nvPr/>
            </p14:nvContentPartPr>
            <p14:xfrm>
              <a:off x="8099109" y="1442065"/>
              <a:ext cx="1481760" cy="182268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F3E25515-B57A-4C72-B4B3-AD3F6D2D3EA7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8081469" y="1406425"/>
                <a:ext cx="1517400" cy="18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2434C705-87D3-40FA-B34F-635DB2035BA4}"/>
                  </a:ext>
                </a:extLst>
              </p14:cNvPr>
              <p14:cNvContentPartPr/>
              <p14:nvPr/>
            </p14:nvContentPartPr>
            <p14:xfrm>
              <a:off x="7068789" y="1433425"/>
              <a:ext cx="1565280" cy="210492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2434C705-87D3-40FA-B34F-635DB2035BA4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051149" y="1397425"/>
                <a:ext cx="1600920" cy="21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9B921217-C867-4360-8FDB-48F296BF6685}"/>
                  </a:ext>
                </a:extLst>
              </p14:cNvPr>
              <p14:cNvContentPartPr/>
              <p14:nvPr/>
            </p14:nvContentPartPr>
            <p14:xfrm>
              <a:off x="4648509" y="4239625"/>
              <a:ext cx="707040" cy="65592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9B921217-C867-4360-8FDB-48F296BF6685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4630869" y="4221625"/>
                <a:ext cx="742680" cy="69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6C368798-2D92-4879-A47E-C777B3C93291}"/>
                  </a:ext>
                </a:extLst>
              </p14:cNvPr>
              <p14:cNvContentPartPr/>
              <p14:nvPr/>
            </p14:nvContentPartPr>
            <p14:xfrm>
              <a:off x="5038749" y="1178905"/>
              <a:ext cx="5598360" cy="226908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6C368798-2D92-4879-A47E-C777B3C93291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5020749" y="1161265"/>
                <a:ext cx="5634000" cy="230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14175484-8028-4271-BEA8-F22BE90CED83}"/>
                  </a:ext>
                </a:extLst>
              </p14:cNvPr>
              <p14:cNvContentPartPr/>
              <p14:nvPr/>
            </p14:nvContentPartPr>
            <p14:xfrm>
              <a:off x="6891309" y="4652185"/>
              <a:ext cx="161640" cy="1260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14175484-8028-4271-BEA8-F22BE90CED83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6873669" y="4634185"/>
                <a:ext cx="19728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71C47E5D-62E8-4D62-8CE7-8F63DC569122}"/>
                  </a:ext>
                </a:extLst>
              </p14:cNvPr>
              <p14:cNvContentPartPr/>
              <p14:nvPr/>
            </p14:nvContentPartPr>
            <p14:xfrm>
              <a:off x="6906069" y="4754785"/>
              <a:ext cx="149400" cy="1692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71C47E5D-62E8-4D62-8CE7-8F63DC569122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6888069" y="4736785"/>
                <a:ext cx="18504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BEE07D21-17A5-4E8A-9291-75FDC0811290}"/>
                  </a:ext>
                </a:extLst>
              </p14:cNvPr>
              <p14:cNvContentPartPr/>
              <p14:nvPr/>
            </p14:nvContentPartPr>
            <p14:xfrm>
              <a:off x="8623989" y="4475785"/>
              <a:ext cx="675000" cy="25884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BEE07D21-17A5-4E8A-9291-75FDC0811290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8606349" y="4457785"/>
                <a:ext cx="71064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79C7D695-C56F-4448-9129-D244AB7D76F1}"/>
                  </a:ext>
                </a:extLst>
              </p14:cNvPr>
              <p14:cNvContentPartPr/>
              <p14:nvPr/>
            </p14:nvContentPartPr>
            <p14:xfrm>
              <a:off x="7358229" y="4494505"/>
              <a:ext cx="1037520" cy="32256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79C7D695-C56F-4448-9129-D244AB7D76F1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7340229" y="4476845"/>
                <a:ext cx="1073160" cy="35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91173056-5DBE-47DA-99F7-93F34E8CA499}"/>
                  </a:ext>
                </a:extLst>
              </p14:cNvPr>
              <p14:cNvContentPartPr/>
              <p14:nvPr/>
            </p14:nvContentPartPr>
            <p14:xfrm>
              <a:off x="5587029" y="4027945"/>
              <a:ext cx="1020960" cy="160884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91173056-5DBE-47DA-99F7-93F34E8CA499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5569389" y="4009949"/>
                <a:ext cx="1056600" cy="1644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F6AFD365-734A-4962-834C-B36E82B245FA}"/>
                  </a:ext>
                </a:extLst>
              </p14:cNvPr>
              <p14:cNvContentPartPr/>
              <p14:nvPr/>
            </p14:nvContentPartPr>
            <p14:xfrm>
              <a:off x="4822029" y="5948185"/>
              <a:ext cx="279000" cy="49788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F6AFD365-734A-4962-834C-B36E82B245FA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4804389" y="5930545"/>
                <a:ext cx="314640" cy="53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B2B8C50F-6F79-4B84-99A8-D8086BAB2D7D}"/>
                  </a:ext>
                </a:extLst>
              </p14:cNvPr>
              <p14:cNvContentPartPr/>
              <p14:nvPr/>
            </p14:nvContentPartPr>
            <p14:xfrm>
              <a:off x="5192469" y="6303865"/>
              <a:ext cx="191880" cy="23040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B2B8C50F-6F79-4B84-99A8-D8086BAB2D7D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5174469" y="6285865"/>
                <a:ext cx="22752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40CFDB22-7FDF-4063-8BB8-E35E40AA7A7C}"/>
                  </a:ext>
                </a:extLst>
              </p14:cNvPr>
              <p14:cNvContentPartPr/>
              <p14:nvPr/>
            </p14:nvContentPartPr>
            <p14:xfrm>
              <a:off x="5534109" y="6131065"/>
              <a:ext cx="228600" cy="252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40CFDB22-7FDF-4063-8BB8-E35E40AA7A7C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5516109" y="6113065"/>
                <a:ext cx="26424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52BFD09A-7E62-4397-9049-9B3C8511ADCF}"/>
                  </a:ext>
                </a:extLst>
              </p14:cNvPr>
              <p14:cNvContentPartPr/>
              <p14:nvPr/>
            </p14:nvContentPartPr>
            <p14:xfrm>
              <a:off x="5596749" y="6238705"/>
              <a:ext cx="174960" cy="1224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52BFD09A-7E62-4397-9049-9B3C8511ADCF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5578749" y="6221065"/>
                <a:ext cx="21060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BE6C7C27-FAA2-4EDA-B55F-23F26567D394}"/>
                  </a:ext>
                </a:extLst>
              </p14:cNvPr>
              <p14:cNvContentPartPr/>
              <p14:nvPr/>
            </p14:nvContentPartPr>
            <p14:xfrm>
              <a:off x="7645149" y="6161305"/>
              <a:ext cx="45000" cy="3384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BE6C7C27-FAA2-4EDA-B55F-23F26567D394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7627509" y="6143665"/>
                <a:ext cx="8064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04354833-55A2-4552-9353-30D71251BA13}"/>
                  </a:ext>
                </a:extLst>
              </p14:cNvPr>
              <p14:cNvContentPartPr/>
              <p14:nvPr/>
            </p14:nvContentPartPr>
            <p14:xfrm>
              <a:off x="7906869" y="5976985"/>
              <a:ext cx="491400" cy="33840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04354833-55A2-4552-9353-30D71251BA13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7888882" y="5959326"/>
                <a:ext cx="527014" cy="3740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1C650D0B-5B3D-4E4F-8DCD-E813C647139A}"/>
                  </a:ext>
                </a:extLst>
              </p14:cNvPr>
              <p14:cNvContentPartPr/>
              <p14:nvPr/>
            </p14:nvContentPartPr>
            <p14:xfrm>
              <a:off x="6982749" y="5998225"/>
              <a:ext cx="380520" cy="33048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1C650D0B-5B3D-4E4F-8DCD-E813C647139A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6964732" y="5980566"/>
                <a:ext cx="416194" cy="3661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ECD0F045-BA3C-44CB-ABA9-A1D319013C66}"/>
                  </a:ext>
                </a:extLst>
              </p14:cNvPr>
              <p14:cNvContentPartPr/>
              <p14:nvPr/>
            </p14:nvContentPartPr>
            <p14:xfrm>
              <a:off x="6135669" y="6011905"/>
              <a:ext cx="611640" cy="37008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ECD0F045-BA3C-44CB-ABA9-A1D319013C66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6118029" y="5993922"/>
                <a:ext cx="647280" cy="4056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E06FE8E3-2F56-45DE-9EF4-827BF345A05E}"/>
                  </a:ext>
                </a:extLst>
              </p14:cNvPr>
              <p14:cNvContentPartPr/>
              <p14:nvPr/>
            </p14:nvContentPartPr>
            <p14:xfrm>
              <a:off x="6029829" y="5725345"/>
              <a:ext cx="2697480" cy="14580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E06FE8E3-2F56-45DE-9EF4-827BF345A05E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6012189" y="5707705"/>
                <a:ext cx="2733120" cy="18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8295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4E51EEA6-2947-469D-9288-F77329A2EB08}"/>
                  </a:ext>
                </a:extLst>
              </p14:cNvPr>
              <p14:cNvContentPartPr/>
              <p14:nvPr/>
            </p14:nvContentPartPr>
            <p14:xfrm>
              <a:off x="1158294" y="228635"/>
              <a:ext cx="824040" cy="627804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4E51EEA6-2947-469D-9288-F77329A2EB0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40294" y="210635"/>
                <a:ext cx="859680" cy="63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1F05B0FC-1FC8-4827-B7D1-7F94311FBE3A}"/>
                  </a:ext>
                </a:extLst>
              </p14:cNvPr>
              <p14:cNvContentPartPr/>
              <p14:nvPr/>
            </p14:nvContentPartPr>
            <p14:xfrm>
              <a:off x="2072684" y="228635"/>
              <a:ext cx="824040" cy="627804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1F05B0FC-1FC8-4827-B7D1-7F94311FBE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54684" y="210635"/>
                <a:ext cx="859680" cy="63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2CD9014C-3C08-408F-A871-FEE0E7F10890}"/>
                  </a:ext>
                </a:extLst>
              </p14:cNvPr>
              <p14:cNvContentPartPr/>
              <p14:nvPr/>
            </p14:nvContentPartPr>
            <p14:xfrm>
              <a:off x="8825504" y="6177215"/>
              <a:ext cx="548640" cy="32292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2CD9014C-3C08-408F-A871-FEE0E7F1089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07504" y="6159215"/>
                <a:ext cx="58428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8B6F289F-4EF5-4745-BDC4-80B147010777}"/>
                  </a:ext>
                </a:extLst>
              </p14:cNvPr>
              <p14:cNvContentPartPr/>
              <p14:nvPr/>
            </p14:nvContentPartPr>
            <p14:xfrm>
              <a:off x="7754504" y="6158135"/>
              <a:ext cx="911160" cy="39528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8B6F289F-4EF5-4745-BDC4-80B14701077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36504" y="6140135"/>
                <a:ext cx="94680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E1DDB397-DF2D-4EC1-87A2-FC28888211F0}"/>
                  </a:ext>
                </a:extLst>
              </p14:cNvPr>
              <p14:cNvContentPartPr/>
              <p14:nvPr/>
            </p14:nvContentPartPr>
            <p14:xfrm>
              <a:off x="7684664" y="5979935"/>
              <a:ext cx="1605600" cy="6876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E1DDB397-DF2D-4EC1-87A2-FC28888211F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66664" y="5961935"/>
                <a:ext cx="164124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E4F5D7D6-C460-460B-9AE3-55147F4AD737}"/>
                  </a:ext>
                </a:extLst>
              </p14:cNvPr>
              <p14:cNvContentPartPr/>
              <p14:nvPr/>
            </p14:nvContentPartPr>
            <p14:xfrm>
              <a:off x="9605264" y="6282695"/>
              <a:ext cx="68400" cy="7056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E4F5D7D6-C460-460B-9AE3-55147F4AD73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587264" y="6265055"/>
                <a:ext cx="10404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9E8D79C2-661A-40CD-82E9-624830735815}"/>
                  </a:ext>
                </a:extLst>
              </p14:cNvPr>
              <p14:cNvContentPartPr/>
              <p14:nvPr/>
            </p14:nvContentPartPr>
            <p14:xfrm>
              <a:off x="10971824" y="6324455"/>
              <a:ext cx="20160" cy="13788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9E8D79C2-661A-40CD-82E9-62483073581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953824" y="6306455"/>
                <a:ext cx="5580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D06ECCA2-EFF2-4222-865C-79FA0DD1A944}"/>
                  </a:ext>
                </a:extLst>
              </p14:cNvPr>
              <p14:cNvContentPartPr/>
              <p14:nvPr/>
            </p14:nvContentPartPr>
            <p14:xfrm>
              <a:off x="10687784" y="6119615"/>
              <a:ext cx="275760" cy="1152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D06ECCA2-EFF2-4222-865C-79FA0DD1A94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669784" y="6101615"/>
                <a:ext cx="3114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A8921CFB-BB69-46F6-8EC6-39588FBD99A9}"/>
                  </a:ext>
                </a:extLst>
              </p14:cNvPr>
              <p14:cNvContentPartPr/>
              <p14:nvPr/>
            </p14:nvContentPartPr>
            <p14:xfrm>
              <a:off x="11194304" y="6278015"/>
              <a:ext cx="23040" cy="3276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A8921CFB-BB69-46F6-8EC6-39588FBD99A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176664" y="6260375"/>
                <a:ext cx="5868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B4B8F839-3F2C-40FF-AA09-646E5E890DB5}"/>
                  </a:ext>
                </a:extLst>
              </p14:cNvPr>
              <p14:cNvContentPartPr/>
              <p14:nvPr/>
            </p14:nvContentPartPr>
            <p14:xfrm>
              <a:off x="11361344" y="6109895"/>
              <a:ext cx="284400" cy="1512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B4B8F839-3F2C-40FF-AA09-646E5E890DB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343704" y="6091895"/>
                <a:ext cx="32004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FF1ABF79-0DBD-4A1A-A761-B14CCDCD7A87}"/>
                  </a:ext>
                </a:extLst>
              </p14:cNvPr>
              <p14:cNvContentPartPr/>
              <p14:nvPr/>
            </p14:nvContentPartPr>
            <p14:xfrm>
              <a:off x="11390504" y="6186935"/>
              <a:ext cx="379080" cy="25992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FF1ABF79-0DBD-4A1A-A761-B14CCDCD7A8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372521" y="6168960"/>
                <a:ext cx="414686" cy="2955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FAB4EBE8-508B-4108-8BB3-25B8CF8C1991}"/>
                  </a:ext>
                </a:extLst>
              </p14:cNvPr>
              <p14:cNvContentPartPr/>
              <p14:nvPr/>
            </p14:nvContentPartPr>
            <p14:xfrm>
              <a:off x="10678064" y="6200255"/>
              <a:ext cx="174240" cy="22464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FAB4EBE8-508B-4108-8BB3-25B8CF8C199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660424" y="6182615"/>
                <a:ext cx="20988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D18E85B2-96B7-4F0B-812B-E37A55AED091}"/>
                  </a:ext>
                </a:extLst>
              </p14:cNvPr>
              <p14:cNvContentPartPr/>
              <p14:nvPr/>
            </p14:nvContentPartPr>
            <p14:xfrm>
              <a:off x="10060304" y="6207095"/>
              <a:ext cx="411120" cy="31068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D18E85B2-96B7-4F0B-812B-E37A55AED09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042304" y="6189455"/>
                <a:ext cx="44676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B4672BBF-805D-4C8A-841C-CD578FFCE737}"/>
                  </a:ext>
                </a:extLst>
              </p14:cNvPr>
              <p14:cNvContentPartPr/>
              <p14:nvPr/>
            </p14:nvContentPartPr>
            <p14:xfrm>
              <a:off x="10591664" y="5979935"/>
              <a:ext cx="1089360" cy="3420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B4672BBF-805D-4C8A-841C-CD578FFCE73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573664" y="5961935"/>
                <a:ext cx="112500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C723742E-6512-4E76-87F3-1E07016CED0F}"/>
                  </a:ext>
                </a:extLst>
              </p14:cNvPr>
              <p14:cNvContentPartPr/>
              <p14:nvPr/>
            </p14:nvContentPartPr>
            <p14:xfrm>
              <a:off x="7559024" y="5714975"/>
              <a:ext cx="4287240" cy="5364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C723742E-6512-4E76-87F3-1E07016CED0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541383" y="5696975"/>
                <a:ext cx="4322883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17B902A1-5297-4EF1-B42D-787768D654CB}"/>
                  </a:ext>
                </a:extLst>
              </p14:cNvPr>
              <p14:cNvContentPartPr/>
              <p14:nvPr/>
            </p14:nvContentPartPr>
            <p14:xfrm>
              <a:off x="9917744" y="5830895"/>
              <a:ext cx="1860480" cy="5832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17B902A1-5297-4EF1-B42D-787768D654C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900104" y="5812895"/>
                <a:ext cx="189612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05" name="Cerneală 304">
                <a:extLst>
                  <a:ext uri="{FF2B5EF4-FFF2-40B4-BE49-F238E27FC236}">
                    <a16:creationId xmlns:a16="http://schemas.microsoft.com/office/drawing/2014/main" id="{D5B76376-232D-471E-9ED4-EE161004E073}"/>
                  </a:ext>
                </a:extLst>
              </p14:cNvPr>
              <p14:cNvContentPartPr/>
              <p14:nvPr/>
            </p14:nvContentPartPr>
            <p14:xfrm>
              <a:off x="220869" y="59665"/>
              <a:ext cx="11772720" cy="6592320"/>
            </p14:xfrm>
          </p:contentPart>
        </mc:Choice>
        <mc:Fallback xmlns="">
          <p:pic>
            <p:nvPicPr>
              <p:cNvPr id="305" name="Cerneală 304">
                <a:extLst>
                  <a:ext uri="{FF2B5EF4-FFF2-40B4-BE49-F238E27FC236}">
                    <a16:creationId xmlns:a16="http://schemas.microsoft.com/office/drawing/2014/main" id="{D5B76376-232D-471E-9ED4-EE161004E07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02869" y="41665"/>
                <a:ext cx="11808360" cy="66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35" name="Cerneală 334">
                <a:extLst>
                  <a:ext uri="{FF2B5EF4-FFF2-40B4-BE49-F238E27FC236}">
                    <a16:creationId xmlns:a16="http://schemas.microsoft.com/office/drawing/2014/main" id="{C25AE0D8-7793-4DE9-AD8C-1D97784F30D0}"/>
                  </a:ext>
                </a:extLst>
              </p14:cNvPr>
              <p14:cNvContentPartPr/>
              <p14:nvPr/>
            </p14:nvContentPartPr>
            <p14:xfrm>
              <a:off x="10775349" y="2314705"/>
              <a:ext cx="360" cy="360"/>
            </p14:xfrm>
          </p:contentPart>
        </mc:Choice>
        <mc:Fallback xmlns="">
          <p:pic>
            <p:nvPicPr>
              <p:cNvPr id="335" name="Cerneală 334">
                <a:extLst>
                  <a:ext uri="{FF2B5EF4-FFF2-40B4-BE49-F238E27FC236}">
                    <a16:creationId xmlns:a16="http://schemas.microsoft.com/office/drawing/2014/main" id="{C25AE0D8-7793-4DE9-AD8C-1D97784F30D0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0757349" y="2279065"/>
                <a:ext cx="36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2878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C4E5CEA9-2C1B-454D-9520-95A94701C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320074"/>
            <a:ext cx="4676775" cy="558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788557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4514</TotalTime>
  <Words>0</Words>
  <Application>Microsoft Office PowerPoint</Application>
  <PresentationFormat>Ecran lat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229</cp:revision>
  <dcterms:created xsi:type="dcterms:W3CDTF">2020-09-24T15:20:51Z</dcterms:created>
  <dcterms:modified xsi:type="dcterms:W3CDTF">2024-10-22T05:39:41Z</dcterms:modified>
</cp:coreProperties>
</file>