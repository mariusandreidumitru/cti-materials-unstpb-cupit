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81" r:id="rId2"/>
    <p:sldId id="282" r:id="rId3"/>
    <p:sldId id="283" r:id="rId4"/>
    <p:sldId id="287" r:id="rId5"/>
    <p:sldId id="288" r:id="rId6"/>
    <p:sldId id="291" r:id="rId7"/>
    <p:sldId id="289" r:id="rId8"/>
    <p:sldId id="285" r:id="rId9"/>
    <p:sldId id="286" r:id="rId10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1" autoAdjust="0"/>
    <p:restoredTop sz="94665" autoAdjust="0"/>
  </p:normalViewPr>
  <p:slideViewPr>
    <p:cSldViewPr>
      <p:cViewPr varScale="1">
        <p:scale>
          <a:sx n="99" d="100"/>
          <a:sy n="99" d="100"/>
        </p:scale>
        <p:origin x="126" y="5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91439" cy="91439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05:10.24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286 600,'-4'-6,"0"0,-1 1,0 0,0 0,0 0,-1 1,1-1,-1 2,0-1,0 0,-1 1,1 0,-1 1,1-1,-1 1,0 0,0 1,0 0,0 0,0 0,0 1,0 0,0 1,0-1,0 1,0 1,0-1,0 1,1 0,-1 1,1 0,-1 0,1 0,0 1,0-1,0 2,1-1,-1 1,1-1,0 1,1 1,-1-1,1 1,-2 3,4-7,1 0,-1 0,1 0,-1 1,1-1,0 0,0 1,0-1,0 1,1-1,-1 1,1 0,0-1,-1 1,1 0,0-1,0 1,1-1,-1 1,0 0,1-1,0 1,0-1,0 1,0-1,0 1,0-1,0 0,1 0,-1 1,1-1,0 0,0 0,-1 0,1-1,0 1,1 0,-1-1,0 1,0-1,1 0,-1 0,2 1,5 0,1-1,0 1,0-2,0 1,0-1,0-1,-1 0,1 0,0-1,0 0,-1 0,1-1,-1-1,0 0,0 0,0 0,-1-1,1-1,-1 1,0-2,-1 1,1-1,-1 0,-1 0,1-1,-1 1,-1-2,4-5,9-20,-2-1,-2-1,-1 0,-2-1,-1 0,-2 0,-2-1,-1 0,-2 0,-1-1,-4-24,2-32,-6 68,6 26,-1 1,1 0,-1-1,1 1,-1 0,1 0,-1 0,1 0,-1-1,1 1,-1 0,1 0,-1 0,0 0,1 0,-1 0,1 0,-1 0,1 1,-1-1,1 0,-1 0,1 0,-1 1,1-1,-1 0,1 0,-1 1,1-1,-1 0,1 1,-1-1,1 1,0-1,-1 1,1-1,0 0,-1 1,1-1,0 1,0-1,0 1,-1 0,1-1,0 1,-13 19,1 1,1 0,1 0,1 1,1 1,0-1,2 1,0 6,-1-7,2 1,0 0,2 0,0 1,2-1,0 1,2-1,1 0,0 1,2-1,0 0,2 0,1-1,0 1,2-2,5 10,-11-25,1 0,0 0,1 0,0 0,-1-1,1 0,1 0,-1 0,1-1,0 0,0 0,0-1,1 1,-1-1,1 0,0-1,0 0,0 0,0 0,0-1,0 0,0-1,0 1,0-1,1-1,-1 1,0-1,0 0,0-1,0 0,0 0,0-1,-1 1,2-2,0 0,-1-1,1 0,-1 0,0-1,-1 0,1 0,-1-1,0 0,0 0,-1 0,0-1,-1 1,1-1,-2 0,1-1,-1 1,0-1,-1 1,1-1,-2 0,0 0,0 0,0 0,-1 0,0 0,-2-7,2 13,0 0,0 0,-1 0,1 1,-1-1,0 0,0 0,0 1,0-1,0 0,-1 1,1-1,-1 1,1 0,-1 0,0-1,0 1,0 0,0 0,0 1,-1-1,1 0,-1 1,1-1,-1 1,1 0,-1 0,0 0,1 0,-1 1,0-1,0 1,0-1,0 1,1 0,-1 0,0 0,0 1,0-1,0 1,1-1,-1 1,0 0,0 0,1 0,-1 0,1 1,-1-1,1 1,0 0,-1-1,1 1,0 0,0 0,0 1,-1 1,0 0,1 1,-1 0,1 0,0-1,0 1,1 0,-1 0,1 1,1-1,-1 0,0 0,1 0,0 1,1-1,-1 0,1 0,0 0,0 1,0-1,1 0,0 0,0-1,0 1,1 0,-1-1,4 4,2 5,1-1,1-1,0 1,0-2,1 1,1-1,-1-1,2 0,2 1,49 25,-2-8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05:10.64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188 469,'-5'14,"-3"15,-3 19,0 18,3 13,2 11,4 4,3 0,3-5,2-11,-1-11,-1-16,-1-13,-4-14,-1-10</inkml:trace>
  <inkml:trace contextRef="#ctx0" brushRef="#br0" timeOffset="299.542">1 536,'4'-3,"0"0,0 0,0 0,1 1,-1-1,1 1,-1 0,1 1,0-1,0 1,0 0,0 0,0 1,0-1,0 1,0 0,0 1,0-1,3 1,-7-1,21 1,0 2,1 0,-1 1,-1 1,1 0,-1 2,0 1,0 1,9 6,-29-15,0 0,0 0,0 0,1 1,-1-1,0 0,0 1,0-1,1 1,-1 0,0-1,0 1,0 0,0-1,0 1,0 0,-1 0,1 0,0 0,0 0,0 0,-1 0,1 0,-1 0,1 1,-1-1,1 0,-1 0,0 0,1 1,-1-1,0 0,0 0,0 1,0-1,0 0,0 0,0 1,-1-1,1 0,0 1,-10 2,-1 0,1-1,0 0,-1 0,0-1,0-1,1 0,-1 0,0-1,-4-1,11 1,-6 1,-1-1,1 0,-1-1,1-1,-1 1,1-2,0 1,0-1,0-1,0 0,-2-1,-3-6</inkml:trace>
  <inkml:trace contextRef="#ctx0" brushRef="#br0" timeOffset="673.84">482 656,'101'49,"-98"-48,0 0,0 0,0 0,0 0,0-1,0 1,0-1,1 0,-1 0,0 0,0-1,0 1,0-1,0 1,0-1,0 0,0 0,0-1,-1 1,1 0,0-1,-1 0,1 0,-1 1,1-1,-1-1,0 1,0 0,0-1,0 1,0-1,-1 1,1-1,-1 0,0 0,0 1,1-1,-2 0,1 0,0 0,-1 0,1-1,-1-1,0 0,0 1,0-1,-1 0,1 1,-1-1,0 1,-1-1,1 1,-1-1,0 1,0 0,0 0,0 0,-1 0,0 0,0 0,0 1,0-1,0 1,-1 0,0 0,1 0,-1 1,0-1,0 1,-1 0,1 0,0 0,-1 0,-1 0,0 0,-1 0,1 0,0 0,-1 1,1 0,-1 1,1-1,-1 1,1 0,-1 1,1 0,-1 0,1 0,-1 1,1 0,0 0,0 0,0 1,0 0,-3 2,7-3,0 0,0 0,0 0,0 0,0 0,1 1,-1-1,1 1,-1-1,1 1,0 0,0-1,0 1,0 0,1 0,-1 0,1 0,0-1,-1 1,1 0,1 0,-1 0,0 0,1 0,-1 0,1-1,0 1,0 0,0 0,1 1,12 28</inkml:trace>
  <inkml:trace contextRef="#ctx0" brushRef="#br0" timeOffset="1672.591">1016 763,'-13'-52,"10"34,-1 1,-1 0,0 0,-1 0,-1 1,-1 0,0 0,-9-11,15 24,1 1,-1 0,0 0,0 0,-1 0,1 0,0 1,-1-1,1 1,-1-1,1 1,-1 0,1 0,-1 0,0 0,0 0,0 1,1 0,-1-1,0 1,0 0,0 0,0 0,0 1,1-1,-1 1,0-1,0 1,1 0,-1 0,0 0,1 1,-1-1,1 1,-1-1,1 1,0 0,0 0,0 0,0 0,0 0,0 0,0 0,1 1,-1-1,1 1,-1 1,-3 5,0 0,0 0,1 0,1 0,-1 1,2-1,-1 1,1 0,1 0,-1 0,2 0,0 0,0 0,0 0,1 0,1 0,0-1,2 9,0-13,-1-1,0 0,1 0,-1-1,1 1,0-1,0 0,1 0,-1 0,0-1,1 1,0-1,0 0,0 0,-1-1,2 0,-1 0,0 0,0 0,0-1,0 1,0-2,1 1,-1 0,0-1,0 0,0 0,0-1,0 1,0-1,0 0,-1 0,1-1,-1 1,1-1,-1 0,0 0,0-1,0 1,-1-1,1 0,-1 0,2-2,23-43,-27 49,-1 0,1 0,0 0,0 0,-1 0,1 0,0 0,0 0,-1 0,1 0,0 0,0 1,-1-1,1 0,0 0,-1 1,1-1,0 0,-1 1,1-1,0 1,-1-1,1 1,-1-1,1 1,-1-1,1 1,-1 0,1-1,-1 1,0 0,1-1,-1 1,0 0,0 0,0-1,1 1,-1 0,0 0,0-1,0 1,0 0,0 0,0-1,0 1,2 5,1 0,1 0,-1 0,1 0,0-1,0 1,1-1,-1 0,1 0,1-1,-1 0,0 0,1 0,0 0,0-1,0 0,5 2,-9-5,0 0,0 0,-1 0,1 0,0 0,0 0,0 0,-1-1,1 1,0-1,-1 0,1 1,0-1,-1 0,1 0,-1 0,1 0,-1 0,1 0,-1 0,0-1,0 1,1 0,-1-1,0 1,0-1,0 1,-1-1,1 1,0-1,-1 0,1-1,15-60,-16 61,7-58,-7 42,2 1,0 0,1 0,1 0,0 0,1 0,5-8,-8 22,0 0,0 0,0 0,0 0,1 0,0 0,-1 0,1 1,0-1,0 1,0 0,1 0,-1 0,0 1,1-1,0 1,-1-1,1 1,0 1,-1-1,1 0,0 1,0 0,0 0,-1 0,1 0,1 0,101 30,-101-28,-1 0,0 0,0 0,0 1,0-1,0 1,0 0,-1 0,1 0,-1 1,0-1,0 1,0 0,-1 0,1 0,-1 0,0 0,0 0,0 1,-1-1,1 1,-1-1,0 1,-1-1,1 1,-1 2,-6 78,2 23,4-105,1 0,0 0,0 0,0-1,0 1,0 0,1-1,-1 1,1 0,0-1,0 0,0 1,0-1,0 0,0 0,0 0,1 0,-1-1,1 1,0 0,-1-1,1 0,0 0,0 0,0 0,-1 0,1-1,0 1,0-1,1 1,3-1,0 0,0 0,-1-1,1 1,0-1,0-1,-1 1,1-1,-1 0,0-1,1 0,-1 0,1-1,7-8,0 0,-2-1,1 0,-2-1,0-1,0 0,-1 0,-1-1,-1 0,0 0,-1-1,-1 0,3-12,15-48,-4-1,-2-1,-5-1,-2 0,-3-34,-8 35,-7 63,-3 34,4 5,1 0,2 0,0 0,1 1,1-1,2 1,0-1,1 1,2-1,1 2,10 33,2-1,4-1,1-1,3-1,3 1,21 48,-35-72</inkml:trace>
  <inkml:trace contextRef="#ctx0" brushRef="#br0" timeOffset="1908.528">1538 229,'25'-5,"26"3,24 7,16 7,4 6,-5 4,-11 3,-18-2</inkml:trace>
  <inkml:trace contextRef="#ctx0" brushRef="#br0" timeOffset="2156.995">2113 509,'-7'17,"1"-1,0 1,2 1,0-1,1 0,0 1,2 0,0-1,1 17,1-29,0-1,1 0,-1 0,1 0,0 0,0 0,0 0,0 0,1-1,-1 1,1-1,0 0,0 0,1 0,-1 0,0 0,1-1,0 1,-1-1,1 0,0 0,0-1,0 1,1-1,-1 0,0 0,0 0,1 0,-1-1,0 0,1 0,-1 0,1 0,-1-1,0 0,0 1,1-2,-1 1,0 0,2-2,1 0,-1 0,0 0,-1-1,1 1,0-1,-1-1,0 1,0-1,0 0,-1 0,0 0,0-1,0 1,0-1,-1 0,0 0,-1 0,1-1,-1 1,0-1,0 1,-1-1,0 0,0 0,-1 1,0-1,0 0,0 0,-1 1,0-1,-1 0,1 1,-1-1,0 1,-1-1,0 1,0 0,0 0,0 0,-1 1,0-1,-1 1,1 0,-1 0,0 0,0 1,0-1,-1 1,1 1,-7-4,6 5,0-1,0 2,0-1,-1 1,1-1,0 2,-1-1,1 1,-1 0,1 0,-1 1,1 0,-1 0,1 0,0 1,0 0,-1 0,1 1,1-1,-1 1,0 1,1-1,-1 1,1 0,0 0,1 1,-1-1,1 1,-1 0,1 0,1 0,-1 1,1 0,0-1,0 1,1 0,0 0,-1 3,3-3,1 0,-1 0,1 0,0 0,1 0,-1 0,1-1,0 1,1 0,0-1,-1 0,2 0,-1 0,0 0,1 0,0-1,0 1,1-1,-1 0,1 0,0-1,0 1,0-1,0 0,5 1,28 16</inkml:trace>
  <inkml:trace contextRef="#ctx0" brushRef="#br0" timeOffset="2451.503">2380 308,'-6'-10,"0"0,-2 1,1 0,-1 0,0 0,-1 1,0 1,0-1,-1 1,0 1,-2-1,10 6,1 0,-1 1,0-1,1 1,-1-1,0 1,1 0,-1 0,0 0,0 0,1 0,-1 0,0 0,0 0,1 1,-1-1,0 1,1-1,-1 1,1 0,-1-1,1 1,-1 0,1 0,-1 0,1 0,0 0,-1 1,1-1,0 0,0 1,0-1,0 1,0-1,1 1,-1-1,0 1,-16 64,16-35,0 0,2 0,2 0,0 0,2 0,2-1,0 0,2 0,2-1,0 0,2-1,11 18,-20-38,1 0,0 0,0-1,1 1,0-1,0-1,1 1,0-1,0 0,0 0,1-1,0 0,0-1,0 1,0-2,1 1,0-1,-1 0,1-1,0 0,1 0,-1-1,0-1,0 1,1-1,2-1,58-14,-40 6</inkml:trace>
  <inkml:trace contextRef="#ctx0" brushRef="#br0" timeOffset="2699.39">2821 121,'7'-4,"9"4,11 13,7 16,8 21,3 19,-2 16,-5 16,-10 12,-13 7,-22 1,-29-4,-34-8,-37-11,0-23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06:12.94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388 1952,'14'0,"13"5,16 8,14 13,12 14,6 11,6 8,1 6,1 3,-4 1,-7-1,-9-7,-8-6,-11-10,-11-11,-11-13,-10-10</inkml:trace>
  <inkml:trace contextRef="#ctx0" brushRef="#br0" timeOffset="218.447">1083 1831,'-18'7,"-13"16,-8 20,-7 20,-4 19,-5 15,-2 12,-1 3,3-4,8-11,13-22</inkml:trace>
  <inkml:trace contextRef="#ctx0" brushRef="#br0" timeOffset="1429.221">108 3142,'7'139,"-8"114,-1-69,0-175,1-1,1 0,-1 0,1 0,1 1,-1-1,2 0,-1 0,1 0,0 0,1 0,-1 0,2-1,-1 1,1-1,0 0,0 0,1 0,0-1,1 0,-1 1,1-2,0 1,0-1,1 0,0 0,0-1,1 1,16 1,0-1,0-1,0-1,1-1,-1-2,0 0,1-2,-1 0,0-2,14-3,75-30,-68 14</inkml:trace>
  <inkml:trace contextRef="#ctx0" brushRef="#br0" timeOffset="1711.847">0 3142,'19'-7,"18"-4,18-5,15-3,9 3,5 4,0 3,-8 9,-17 4</inkml:trace>
  <inkml:trace contextRef="#ctx0" brushRef="#br0" timeOffset="2868.756">548 3382,'33'-9,"0"2,0 0,1 3,9 0,-37 2,0 1,0 0,1 1,-1 0,0 0,0 0,1 1,-1-1,0 2,0-1,0 1,0-1,0 2,0-1,0 1,-1 0,1 0,-1 0,0 1,0 0,0 0,0 0,-1 1,0-1,3 5,-2 1,0 0,-1 1,-1 0,0 0,0 0,-1 0,0 0,-1 1,0-1,-1 0,0 1,-1-1,-2 7,-37 142,97-294,-15-50,-36 176,-5 33,-1-24,0 5,-2 19,1 1,2-1,1 1,0-1,2 0,1 0,1 0,1-1,1 0,1 0,6 9,-13-30,-1 0,1 0,0 0,0 0,0-1,0 1,1 0,-1-1,1 0,0 1,-1-1,1 0,0-1,0 1,0 0,0-1,1 0,-1 1,0-1,1-1,-1 1,1 0,-1-1,0 0,1 0,-1 0,1 0,-1 0,1-1,-1 1,1-1,-1 0,0 0,1 0,-1-1,0 1,0-1,0 0,0 0,0 0,0 0,9-14</inkml:trace>
  <inkml:trace contextRef="#ctx0" brushRef="#br0" timeOffset="3054.573">589 3623,'18'-2,"20"-6,16-3,16 0,12-1,5 3,2 2,-6 4,-16 4</inkml:trace>
  <inkml:trace contextRef="#ctx0" brushRef="#br0" timeOffset="3665.907">1364 3704,'17'-13,"1"2,0 0,1 1,1 1,-1 1,1 1,17-5,-35 12,0-1,0 1,0-1,0 1,-1 0,1-1,0 1,0 0,0 0,0 0,0 1,0-1,0 0,0 1,-1-1,1 1,0 0,0-1,-1 1,1 0,0 0,-1 0,1 0,-1 1,1-1,-1 0,0 1,1-1,-1 0,0 1,0 0,0-1,0 1,0 0,0-1,-1 1,1 0,-1 0,1 0,-1 0,0-1,1 1,-1 0,0 0,0 0,0 0,-1 0,1 0,0 0,-1 1,-3 13,-1 0,-1-1,0 1,-2-1,1 0,-2 0,0-1,0 0,-1-1,-1 0,-13 20,-33 60,57-92,-1 0,1 0,-1 0,1 0,0 0,-1 1,1-1,0 0,0 0,0 0,0 1,0-1,0 0,0 0,0 0,1 0,-1 1,0-1,1 0,-1 0,1 0,-1 0,1 0,0 0,-1 0,1 0,0 0,0 0,-1 0,1-1,0 1,0 0,0 0,0-1,0 1,0-1,0 1,0-1,1 1,48 6,-6-11,0-1,0-3,-1-1,27-11,-8 3</inkml:trace>
  <inkml:trace contextRef="#ctx0" brushRef="#br0" timeOffset="4415.981">1992 3275,'29'-6,"1"0,-1 2,1 1,0 1,30 3,-53-1,0 1,-1-1,1 2,0-1,0 1,-1-1,1 2,-1-1,1 1,-1 0,0 0,0 1,-1 0,1 0,-1 0,1 1,-1-1,-1 1,1 1,-1-1,0 1,0-1,0 1,-1 0,0 0,0 1,1 4,1 13,-1 0,-1 1,-2-1,0 1,-1-1,-2 1,0-1,-2 1,0-1,-2 0,-3 5,-4 38,11-28,2-39,1 0,-1 1,1-1,-1 0,1 0,-1 1,1-1,-1 0,1 0,-1 0,1 0,-1 0,1 1,-1-1,1 0,-1 0,1 0,-1-1,1 1,-1 0,1 0,-1 0,1 0,-1 0,1 0,-1-1,0 1,1 0,-1 0,1-1,-1 1,0 0,1-1,-1 1,1 0,-1-1,0 1,0-1,1 1,-1-1,0 1,1-1,11-14,0-1,0 0,-2-1,0-1,0 1,-2-2,-1 1,0-1,1-6,-6 19,11-35,-1-1,-2-1,-2 0,1-33,-13 375,4-278,-1 2,1-1,1 1,1 0,1-1,1 1,3 7,-6-28,-1 0,1 0,-1 1,1-1,0 0,-1 0,1 0,0 0,0 0,1 0,-1-1,0 1,1 0,-1 0,1-1,-1 1,1-1,0 0,-1 1,1-1,0 0,0 0,0 0,0 0,0 0,0-1,1 1,-1-1,0 1,0-1,0 0,0 0,1 0,-1 0,0 0,0 0,0-1,1 1,-1-1,0 1,0-1,0 0,0 0,0 0,0 0,0 0,0 0,-1-1,2 0,12-13</inkml:trace>
  <inkml:trace contextRef="#ctx0" brushRef="#br0" timeOffset="4680.302">2046 3543,'13'2,"19"1,22-4,19-5,17-2,7 2,0 1,-8 6,-19 3</inkml:trace>
  <inkml:trace contextRef="#ctx0" brushRef="#br0" timeOffset="4946.045">2848 3837,'7'-18,"2"-11,2-4,-1-5,-2 3,-3 5,-4 14,-2 17,-4 17,-1 15,1 8,2 7,2 2,7-1,12-4,8-6,13-8,-2-11</inkml:trace>
  <inkml:trace contextRef="#ctx0" brushRef="#br0" timeOffset="5489.144">3342 3288,'26'-3,"0"0,1 2,-1 0,0 2,0 1,26 5,-44-5,1 0,0 0,-1 1,1 0,-1 0,0 1,0 1,0-1,-1 1,1 0,-1 1,0 0,-1 0,1 0,-1 1,-1 0,1 0,-1 0,0 1,-1 0,4 7,-3 6,-1-1,0 1,-2 0,0 0,-2 0,0 0,-1 0,-1-1,-1 1,-1 0,-1-1,-1 1,0-1,-2-1,-6 13,-3 21,11-25,6-28,0 1,0-1,0 1,0-1,0 0,0 1,1-1,-1 1,0-1,0 0,0 1,0-1,1 0,-1 1,0-1,0 1,0-1,1 0,-1 0,0 1,1-1,-1 0,0 1,1-1,-1 0,0 0,1 0,-1 1,0-1,1 0,-1 0,1 0,-1 0,0 0,1 0,-1 0,1 0,-1 0,0 0,1 0,-1 0,1 0,-1 0,0 0,1 0,-1 0,1-1,-1 1,0 0,1 0,-1 0,0-1,1 1,-1 0,0 0,1-1,-1 1,0 0,0-1,1 1,-1 0,0-1,0 1,15-13,-1 0,0-1,-1 0,-1-1,0 0,-1-1,-1 0,0-1,-1 0,3-4,-1-1,-1 1,-1-2,-1 1,-1-1,-1-1,-1 1,-1-1,-1 0,-1 0,-2 0,0-10,-15-9,14 42,1 1,0-1,-1 1,1-1,-1 1,1-1,-1 1,1-1,-1 1,1 0,-1-1,0 1,1 0,-1-1,1 1,-1 0,0 0,1 0,-1 0,0-1,1 1,-1 0,0 0,1 0,-1 0,0 1,1-1,-1 0,0 0,1 0,-1 0,0 1,1-1,-1 0,1 1,-1-1,1 0,-1 1,0-1,1 1,0-1,-1 1,1-1,-1 1,1-1,-1 1,1-1,0 1,0-1,-1 1,1 0,0-1,0 1,-1 0,1-1,0 1,0 0,0-1,0 1,0 0,0-1,0 1,1 0,-9 24,2 1,1 0,1 0,1 0,1 0,2 0,1 9,-1-28,0 15,1-1,1 0,0 0,2 0,1-1,0 1,4 5,-7-18,1-1,1 1,-1-1,1 0,0 0,1 0,0 0,0-1,0 0,1 0,0-1,0 1,0-1,1 0,0-1,0 0,0 0,0 0,1-1,1 1,-7-3,0 0,0-1,0 1,0 0,0-1,0 1,0-1,0 0,0 0,0 1,0-1,1-1,-1 1,0 0,0 0,0-1,0 1,0-1,0 0,0 0,0 0,-1 0,1 0,0 0,0 0,-1 0,1-1,0 1,-1 0,0-1,1 0,-1 1,0-1,0 0,0 0,0 1,0-1,0 0,0 0,-1 0,1 0,-1 0,1 0,-1-1,0 1,0 0,0 0,0 0,0 0,0 0,-1-2,-6-26,-5 2</inkml:trace>
  <inkml:trace contextRef="#ctx0" brushRef="#br0" timeOffset="5737.51">3610 3584,'-14'-3,"-6"0,-3 0,8 0,15 2,21 0,23 0,20-1,18-1,10-2,3-1,-2 2,-9 1,-14 3,-19 2</inkml:trace>
  <inkml:trace contextRef="#ctx0" brushRef="#br0" timeOffset="6003.131">4318 3743,'0'18,"1"1,0-1,1 0,1 0,1 0,0-1,3 8,-5-20,1 1,-1-1,1 0,0 0,0 0,0 0,1-1,-1 1,1-1,0 0,1 0,-1 0,1-1,-1 1,1-1,0 0,1-1,-1 1,0-1,1 0,-1 0,1-1,-1 1,1-1,0-1,5 0,0-1,0 0,0 0,0-2,-1 1,1-1,-1-1,1 0,-1 0,0-1,-1-1,1 1,-1-1,0-1,-1 0,1 0,-2-1,1 0,-1 0,0-1,0 1,-1-2,0 1,-1-1,0 0,-1 0,0 0,2-10,-4 15,-1-1,1 1,-1-1,-1 0,1 0,-1 1,0-1,0 0,-1 0,0 1,0-1,0 0,-1 1,1-1,-1 1,-1 0,1-1,-1 1,0 0,0 0,0 1,-1-1,0 1,0 0,0 0,0 0,0 0,-1 1,0-1,0 1,0 0,0 1,0-1,-1 1,1 0,0 1,-1-1,0 1,-1 0,-15 1,1 2,-1 0,1 2,-1 0,1 2,0 0,1 1,0 1,0 1,1 1,0 0,0 2,1 0,-13 12,-19 11,9-6</inkml:trace>
  <inkml:trace contextRef="#ctx0" brushRef="#br0" timeOffset="-13976.982">6042 522,'0'25,"5"26,6 25,7 25,7 20,4 17,3 9,0 6,-3-1,-4-6,-7-10,-5-11,-6-16,-4-18,-2-19,-2-23</inkml:trace>
  <inkml:trace contextRef="#ctx0" brushRef="#br0" timeOffset="-13260.144">6070 442,'-39'-95,"19"50,3-1,1 0,2-1,1-9,12 54,0-1,0 1,0-1,0 1,1-1,-1 1,1-1,-1 0,1 1,0-1,0 0,1 1,-1-1,0 0,1 1,0-1,-1 1,1-1,0 1,0-1,1 1,-1-1,0 1,1 0,0 0,-1 0,1 0,0 0,0 0,0 0,0 1,0-1,1 1,-1-1,2 0,20-5,0 2,1 0,-1 2,1 1,0 0,13 3,-10-2,134 5,1 7,123 26,7 0,158-8,73-20,-62-3,486 55,-244-14,-622-50,-65-3</inkml:trace>
  <inkml:trace contextRef="#ctx0" brushRef="#br0" timeOffset="-11626.528">6257 2166,'-2'2,"1"1,0-1,0 1,1 0,-1-1,0 1,1 0,0 0,-1-1,1 1,0 0,1 0,-1-1,0 1,1 0,0-1,0 3,0 4,10 68,19 237,-34-85,4-230,1 0,-1 1,0-1,1 1,-1-1,1 0,-1 1,0-1,1 1,-1-1,1 1,0 0,-1-1,1 1,-1-1,1 1,0 0,-1-1,1 1,-1 0,1 0,0 0,-1 0,1-1,0 1,0 0,-1 0,1 0,0 0,-1 1,1-1,0 0,-1 0,1 0,0 0,-1 1,1-1,0 0,-1 1,1-1,-1 0,1 1,-1-1,1 1,-1-1,1 1,-1-1,1 1,-1-1,1 1,-1 0,0-1,1 1,-1-1,0 1,0 0,0-1,1 1,-1 0,0-1,0 1,0 0,6-9,1 1,0 0,1 0,0 0,0 1,0 0,0 1,1 0,0 0,0 1,1 0,-1 0,5 0,44-9,0 3,1 2,1 3,6 2,-23 1,834-27,-555 23,-87 0,1530-23,-1164 29,-534-7,-67 7,0 0,1 0,-1 0,0 0,1 0,-1 0,0 0,0 0,1-1,-1 1,0 0,1 0,-1 0,0 0,0 0,1-1,-1 1,0 0,0 0,0 0,1-1,-1 1,0 0,0-1,0 1,0 0,1 0,-1-1,0 1,0 0,0-1,0 1,0 0,0 0,0-1,0 1,0 0,0-1,0 1,0 0,0-1,0 1,0 0,0 0,0-1,0 1,-1 0,1-1,0 1,0 0,0 0,0-1,-1 1,1 0,0 0,0-1,0 1,-1 0,1 0,0 0,-9-7</inkml:trace>
  <inkml:trace contextRef="#ctx0" brushRef="#br0" timeOffset="-10324.925">10254 227,'2'-4,"0"0,0 0,0 0,0 1,1-1,-1 0,1 1,0 0,0-1,0 1,1 0,-1 1,1-1,0 1,-1-1,1 1,0 0,0 1,1-1,-1 1,0-1,0 1,1 0,-1 1,1-1,-1 1,0 0,1 0,-1 0,1 1,-1 0,0 0,1 0,-1 0,0 0,0 1,0 0,0 0,0 0,0 0,0 1,-1-1,1 1,-1 0,1 0,5 12,0 0,-1 0,-1 1,0 0,-1 1,-1-1,-1 1,0 0,-1 0,-1 0,0 0,-1 17,9 174,-11 57,0-152,-1 34,1 172,16 49,3-123,-11 65,-2-269,-5-41,0 0,0 0,0-1,0 1,0 0,0 0,0-1,0 1,0 0,0-1,0 1,0 0,0 0,0-1,0 1,0 0,-1 0,1-1,0 1,0 0,0 0,0 0,0-1,-1 1,1 0,0 0,0 0,0-1,-1 1,1 0,0 0,0 0,-1 0,1 0,0 0,0 0,-1-1,1 1,0 0,0 0,-1 0,1 0,0 0,0 0,-1 0,1 0,0 0,0 0,-1 0,1 1,0-1,0 0,-1 0,1 0,0 0,0 0,-1 0,1 0,0 1,0-1,0 0,-1 0,1 0,0 1,-3-13,0-1</inkml:trace>
  <inkml:trace contextRef="#ctx0" brushRef="#br0" timeOffset="-3918.572">4305 1056,'73'-1,"-56"3,50 6,-1 2,-1 4,0 2,-1 4,29 13,-91-32,12 4,-1 1,1 0,-1 1,0 1,0 0,9 8,-21-16,0 1,0 0,0 0,0-1,0 1,0 0,0 0,0 0,0 1,-1-1,1 0,0 0,-1 0,1 0,-1 1,1-1,-1 0,0 1,1-1,-1 0,0 1,0-1,0 0,0 1,0-1,0 0,0 1,0-1,-1 0,1 1,0-1,-1 0,1 0,-1 1,0-1,1 0,-1 0,0 0,0 0,0 0,0 0,0 1,-51 29,-189 49,60-15,159-56,22-9,0 0,1 0,-1 0,0 0,0 0,1 0,-1 0,0 0,1 0,-1 1,0-1,0 0,1 0,-1 0,0 0,0 0,1 0,-1 0,0 1,0-1,1 0,-1 0,0 0,0 1,0-1,0 0,1 0,-1 1,0-1,0 0,0 0,0 1,0-1,0 0,1 0,-1 1,0-1,0 0,0 0,0 1,0-1,0 0,0 1,0-1,0 0,-1 0,1 1,0-1,0 0,62 2,-1-2,0-3,1-3,-17 2,180-15,0 10,93 12,114 19,-410-20,-22-2,0 0,0 0,-1 0,1 0,0 0,0 1,0-1,0 0,-1 0,1 0,0 0,0 0,0 1,0-1,0 0,0 0,-1 0,1 1,0-1,0 0,0 0,0 0,0 0,0 1,0-1,0 0,0 0,0 0,0 1,0-1,0 0,0 0,0 1,-27 0,14-3</inkml:trace>
  <inkml:trace contextRef="#ctx0" brushRef="#br0" timeOffset="-3343.705">4385 1069,'211'17,"958"34,-843-22,-276-26,-53-5,-8 1</inkml:trace>
  <inkml:trace contextRef="#ctx0" brushRef="#br0" timeOffset="-2813.178">5548 856,'-8'4,"23"11,27 16,1-2,1-2,1-2,37 14,11 7,-48-24,-1 3,0 1,-2 3,30 26,-68-52,0 0,1 0,-1 0,0 1,-1 0,1-1,-1 1,1 1,-1-1,0 0,-1 1,1-1,-1 1,0 0,0 0,0 0,-1 0,0 0,0 0,0 1,0-1,-1 0,0 0,0 1,-1-1,1 0,-1 0,0 1,-1-1,1 0,-1 0,-1 3,-7 5,-1 0,-1-1,0 0,0-1,-1 0,-1-1,1-1,-6 3,-107 65,-3-6,-29 7,148-74,-160 78</inkml:trace>
  <inkml:trace contextRef="#ctx0" brushRef="#br0" timeOffset="11586.692">5321 709,'2'-14,"1"-6,0 6,-1 20,0 27,-3 30,-6 30,-7 28,-4 24,-7 18,-3 14,-2 6,0-5,5-33</inkml:trace>
  <inkml:trace contextRef="#ctx0" brushRef="#br0" timeOffset="12322.099">5214 2340,'5'-10,"0"1,0 1,1-1,1 1,-1 0,1 0,1 1,0 0,-1 0,2 1,-1 0,1 0,0 1,0 0,1 1,-1 0,1 0,0 1,0 0,0 1,1 0,-1 1,0 0,1 1,7 0,-15 0,-1 0,1 0,0 0,-1 0,1 1,0-1,-1 1,1 0,-1-1,1 1,-1 0,0 1,1-1,-1 0,0 1,0-1,0 1,0 0,0 0,0-1,0 1,0 0,-1 1,1-1,-1 0,0 0,1 1,-1-1,0 1,-1-1,1 1,0-1,-1 1,1 0,-1-1,0 1,0-1,0 1,0 0,0 0,-4 10,0 0,-1 0,0 0,-1-1,-1 0,1 0,-2-1,0 1,0-2,-1 1,0-1,-10 7,-12 18,30-34,0-1,1 0,-1 1,0-1,1 0,-1 1,1-1,-1 1,1 0,-1-1,1 1,-1-1,1 1,-1 0,1-1,0 1,-1 0,1-1,0 1,0 0,-1 0,1-1,0 1,0 0,0 0,0-1,0 1,0 0,0 0,0-1,0 1,1 0,-1 0,0-1,0 1,1 0,-1-1,0 1,1 0,-1-1,1 1,-1 0,1-1,-1 1,1-1,-1 1,1-1,-1 1,1-1,0 0,-1 1,1-1,0 1,-1-1,1 0,0 0,0 0,-1 1,1-1,0 0,0 0,-1 0,1 0,0 0,0 0,-1 0,1-1,45 9,-31-7,0 1,-1 0,1 1,-1 0,0 1,0 1,0 0,0 1,-1 0,0 1,0 0,-1 2,0-1,0 1,-1 1,7 7,-15-13,-1-1,0 1,0-1,0 1,0 0,0 0,-1-1,1 1,-1 0,0 1,-1-1,1 0,-1 0,0 0,0 0,0 0,0 1,-1-1,1 0,-1 0,0 0,-1 0,1 0,-1 0,1 0,-1-1,0 1,-1-1,1 1,-1-1,1 0,-1 0,0 0,0 0,0 0,-16 10,0 0,-1-1,0-1,-1-1,0-1,0-1,-1-1,0 0,0-2,-1-1,0 0,-15-1,-24 4</inkml:trace>
  <inkml:trace contextRef="#ctx0" brushRef="#br0" timeOffset="14125.654">10508 1069,'291'-22,"-263"21,7-1,1 1,-1 2,1 1,-1 1,0 3,29 8,-12 16,-51-29,0 0,0 0,-1 1,1-1,0 0,0 1,-1-1,1 0,-1 1,1-1,-1 1,1-1,-1 1,0-1,0 1,0-1,0 1,0-1,0 1,0-1,-1 1,1-1,0 1,-1-1,1 1,-1-1,0 0,1 1,-1-1,0 0,0 1,0-1,0 0,0 0,0 0,0 0,-8 7,0-1,-1 0,1 0,-1-1,-1-1,1 1,-1-2,0 1,0-2,-7 2,8-1,-75 19,-1-3,0-4,-7-3,64-8,-27 8,55-6,66 2,196-7,131-19,-106 2,669 6,-836 14,-109-2,-37-3,-7-5</inkml:trace>
  <inkml:trace contextRef="#ctx0" brushRef="#br0" timeOffset="14677.848">10602 1083,'325'10,"640"-30,-796 16,453-20,-609 22,-24 1,-22 1,14 0</inkml:trace>
  <inkml:trace contextRef="#ctx0" brushRef="#br0" timeOffset="15005.336">12407 749,'-1'0,"1"0,0 1,-1-1,1 0,0 1,-1-1,1 0,0 1,0-1,-1 0,1 1,0-1,0 1,0-1,0 1,-1-1,1 0,0 1,0-1,0 1,0-1,0 1,0-1,0 0,0 1,0-1,0 1,1-1,-1 1,0-1,0 0,0 1,0-1,1 1,-1-1,0 0,0 1,1-1,-1 0,0 1,1-1,-1 0,0 1,1-1,-1 0,0 0,1 1,-1-1,1 0,-1 0,0 0,1 0,10 11,0-1,1-1,0 0,1 0,0-2,10 6,-1-1,146 76,-90-49,-1 4,-2 2,14 16,-78-53,0 1,-1 0,-1 0,1 1,-1 0,-1 1,0 0,0 1,-6-7,0-1,1 0,-2 1,1-1,0 1,-1 0,0 0,0-1,0 1,-1 0,0 0,0 0,0 0,0 0,-1 0,0 0,0-1,0 1,0 0,-1-1,0 1,0-1,-2 4,-4 4,-1 1,-1-1,0-1,-1 0,0 0,-1-1,0 0,-1-1,-9 5,-28 16,-1-3,-1-1,-23 5,-48 16</inkml:trace>
  <inkml:trace contextRef="#ctx0" brushRef="#br0" timeOffset="17137.492">13529 882,'16'12,"17"12,13 11,14 10,9 7,5 7,1 5,-3 0,-7-3,-10-6,-10-8,-10-11,-11-12</inkml:trace>
  <inkml:trace contextRef="#ctx0" brushRef="#br0" timeOffset="17498.142">14452 749,'-95'122,"74"-94,2 1,1 0,1 2,1 0,2 1,1 0,1 1,2 0,2 1,-2 16,4 1,2-1,2 1,2-1,3 1,2-1,2 0,2 0,3-1,1 0,12 25,18 46,-27-74</inkml:trace>
  <inkml:trace contextRef="#ctx0" brushRef="#br0" timeOffset="20670.208">11845 629,'0'13,"0"21,-2 23,-4 26,-4 25,-4 23,-3 21,-2 12,-1 8,2-3,2-10,4-15,3-19,4-20,3-20,1-25</inkml:trace>
  <inkml:trace contextRef="#ctx0" brushRef="#br0" timeOffset="21243.926">12099 2206,'11'-9,"0"1,1 0,0 1,1 0,-1 0,1 2,1 0,-1 0,11-1,-24 5,33-9,0 1,1 2,-1 1,1 2,10 0,-43 4,1-1,0 1,0 0,0-1,-1 1,1 0,0 0,0 0,0 0,0 1,-1-1,1 0,0 1,0 0,-1-1,1 1,0 0,-1 0,1-1,-1 1,1 1,-1-1,1 0,-1 0,0 0,1 1,-1-1,0 1,0-1,0 1,0-1,0 1,0 0,-1-1,1 1,-1 0,1 0,-1 0,-1 5,0 0,-1 0,0 0,-1-1,0 1,0 0,0-1,-1 0,1 0,-1 0,-1 0,-1 1,-3 5,-2 4,-2-1,0 0,1 1,1 1,1 0,0 0,1 1,1 0,0 1,2 0,0 0,1 0,1 1,1 0,1 0,0 0,2 4,29 147,-24-132</inkml:trace>
  <inkml:trace contextRef="#ctx0" brushRef="#br0" timeOffset="21493.965">12313 3075,'16'9,"9"3,4 0,1-3,-3-5,-3-7,-6-6,-6-6,-5-5,-6-1,-5-2,-7 4,-8 4,-10 7,-9 10,1 4</inkml:trace>
  <inkml:trace contextRef="#ctx0" brushRef="#br0" timeOffset="23804.181">6965 963,'5'18,"8"13,10 8,12 4,8 2,6-1,2-2,-2-4,-2-5,-4-4,-5-9,-9-6</inkml:trace>
  <inkml:trace contextRef="#ctx0" brushRef="#br0" timeOffset="24179.001">7553 923,'1'0,"0"1,0-1,-1 1,1-1,0 1,0-1,-1 1,1 0,0 0,-1-1,1 1,-1 0,1 0,-1-1,1 1,-1 0,1 0,-1 0,0 0,0 0,1 0,-1 0,0 0,0 0,0 0,0 0,0 0,0-1,0 1,-1 0,1 0,0 0,0 0,-1 0,1 0,-1 0,1 0,-4 17,-1 1,-1-1,0 0,-2-1,0 0,-1 0,0 0,-2-1,-17 34,17-24,0 0,1 1,2 0,1 0,1 1,1 0,1 0,2 0,1 1,1-1,1 0,2 1,1-1,6 22,60 293,-60-287,-6-39</inkml:trace>
  <inkml:trace contextRef="#ctx0" brushRef="#br0" timeOffset="24721.329">7741 1337,'23'0,"16"0,15 0,11 0,2 0,-3 0,-10 2,-14 1</inkml:trace>
  <inkml:trace contextRef="#ctx0" brushRef="#br0" timeOffset="24972.185">7808 1578,'20'2,"19"1,15 0,13-1,7-3,1-3,-3-1,-13 0</inkml:trace>
  <inkml:trace contextRef="#ctx0" brushRef="#br0" timeOffset="25264.904">8342 1176,'7'19,"11"12,15 8,12 6,12 3,8-1,4 0,0-1,-5-2,-10-2,-10-4,-12-6,-10-7,-10-4,-6-6</inkml:trace>
  <inkml:trace contextRef="#ctx0" brushRef="#br0" timeOffset="25449.606">8770 1150,'-14'5,"-8"7,-9 15,-4 12,-4 12,0 13,0 10,5 5,7 3,9-6,10-8,13-14,5-16</inkml:trace>
  <inkml:trace contextRef="#ctx0" brushRef="#br0" timeOffset="25779.03">8957 1524,'2'0,"6"0,8 0,8 0,9 0,6-2,3-1,1 0,-4 1,-5 0,-8 1</inkml:trace>
  <inkml:trace contextRef="#ctx0" brushRef="#br0" timeOffset="26046.318">9117 1270,'-4'14,"-2"13,0 14,2 11,1 8,3 3,4 2,4-3,2-7,5-10,3-9,2-11,-3-10</inkml:trace>
  <inkml:trace contextRef="#ctx0" brushRef="#br0" timeOffset="26602.041">9358 1311,'9'-11,"0"0,1 1,0 1,0 0,1 0,1 1,-1 0,1 1,0 0,1 1,0 0,0 1,0 1,1 0,-1 1,1 0,0 1,0 0,0 1,3 1,-13 0,1-1,-1 1,1 0,0 0,-1 1,1 0,-1-1,1 2,-1-1,0 0,0 1,1 0,-1 0,0 0,0 0,0 1,-1-1,1 1,-1 0,1 0,-1 0,0 1,0-1,-1 1,1 0,-1 0,1 0,-1 0,-1 0,1 0,0 1,-1-1,0 0,0 1,0-1,-1 1,1 0,-3 6,0 0,0 0,-1-1,0 1,-1-1,0 0,-1 0,0 0,0-1,-1 0,0 0,-1 0,0 0,0-1,-1-1,0 1,0-1,-1 0,0-1,0 0,-6 2,2 3,31-14,10-5,1 1,0 1,0 2,0 0,1 2,0 2,-21 0,-1 0,0 1,0 0,1 0,-1 1,0 0,0 0,0 1,-1 0,1 0,-1 1,1 0,-1 0,0 1,-1 0,1 0,-1 1,0 0,0 0,-1 0,0 1,0-1,3 8,-5-9,0 2,-1-1,0 0,0 0,-1 1,1-1,-1 1,-1-1,1 1,-1-1,-1 1,1-1,-1 1,0-1,0 1,-1-1,0 0,0 1,0-1,-1 0,0 0,0-1,-1 1,1-1,-1 1,0-1,-1 0,1-1,-1 1,0-1,0 0,-1 0,1 0,-1-1,0 0,-2 3,0 0,0-1,-1 0,0 0,0-1,0 0,-1-1,1 0,-1-1,0 0,0 0,0-1,0 0,0-1,0 0,0 0,0-1,0-1,1 1,-1-2,0 1,1-1,-1-1,1 0,0 0,-8-5,-2-8</inkml:trace>
  <inkml:trace contextRef="#ctx0" brushRef="#br0" timeOffset="27292.216">9024 1524,'14'5,"13"1,12 0,5-2,2 0,-4-2,-11 1,-12 1</inkml:trace>
  <inkml:trace contextRef="#ctx0" brushRef="#br0" timeOffset="48163.546">14746 1217,'5'-2,"7"-4,12 0,15-4,17-2,15-2,8 2,4 3,-5 3,-10 3,-18 5,-16 6,-14 1</inkml:trace>
  <inkml:trace contextRef="#ctx0" brushRef="#br0" timeOffset="48447.115">14906 1350,'23'0,"21"0,19 0,14 0,9 0,0 0,-14 0</inkml:trace>
  <inkml:trace contextRef="#ctx0" brushRef="#br0" timeOffset="52903.157">15668 856,'4'14,"7"13,12 9,14 10,17 6,14 6,10 4,5 2,3 1,-5 0,-10-3,-9-4,-13-5,-13-7,-12-10,-11-10</inkml:trace>
  <inkml:trace contextRef="#ctx0" brushRef="#br0" timeOffset="53165.98">16324 775,'-16'0,"-13"7,-7 11,-4 14,-1 18,0 16,3 12,5 10,4 3,5-1,3-1,6-9,6-12,3-17</inkml:trace>
  <inkml:trace contextRef="#ctx0" brushRef="#br0" timeOffset="53431.772">16604 1217,'21'-2,"17"-1,15 0,9 0,7 2,4 0,1 3,-1 3,-6 3,-8 2,-9 0,-13-2</inkml:trace>
  <inkml:trace contextRef="#ctx0" brushRef="#br0" timeOffset="53696.272">17058 949,'-6'14,"-3"11,0 10,7 11,5 7,7 5,7 3,4 1,-1 0,-4-4,-4-5,-5-11</inkml:trace>
  <inkml:trace contextRef="#ctx0" brushRef="#br0" timeOffset="54196.694">17580 976,'8'-10,"1"0,0 0,1 1,0 1,0-1,1 1,0 1,0 0,1 1,0 0,0 1,0 0,1 1,-1 0,1 1,0 0,0 1,14 0,-10-3,-1 2,2 0,-1 0,0 2,0 0,1 1,-1 1,0 0,0 2,0 0,0 0,0 2,0 0,-1 1,0 0,8 6,-22-10,1 0,0 1,-1-1,1 1,-1-1,0 1,0 0,0 0,0 0,0 0,-1 0,0 1,1-1,-1 0,0 1,-1-1,1 1,0-1,-1 1,0-1,0 1,0-1,0 1,-1-1,1 1,-1-1,0 1,0-1,-1 2,-2 5,-1 0,1 0,-2-1,0 1,0-1,0 0,-1-1,0 0,-2 0,-120 94,65-57,53-28,34-14,36-7,-38 1,0 1,0 1,0 1,1 1,-1 0,0 2,0 0,0 2,-1 0,0 1,17 8,-28-10,-1 1,1 0,-1 0,0 1,-1 0,1 1,-1 0,-1 0,1 0,-1 1,0 0,-1 0,0 0,0 1,-1-1,0 1,-1 1,0-1,0 0,-1 1,0-1,0 1,-1 0,-1 0,0-1,0 1,-1 0,0 0,0-1,-1 1,-1-1,1 1,-2-1,1 0,-1 0,0 0,-1-1,0 0,-6 8,-2-4,0 0,0-1,-1-1,-1 0,1-1,-1-1,-1 0,0-1,0-1,0 0,-1-1,0-1,0-1,0 0,0-1,-2-1,14 0,0 0,0 0,0 0,-1-1,1 0,0 0,0 0,0-1,-1 0,1 0,0 0,0-1,0 1,1-1,-1 0,0-1,1 1,-1-1,1 0,0 0,0 0,0-1,0 1,0-1,1 0,0 0,0 0,0-1,-2-11</inkml:trace>
  <inkml:trace contextRef="#ctx0" brushRef="#br0" timeOffset="54941.256">17259 1204,'1'-1,"0"-1,0 1,0 0,0 0,0 1,0-1,0 0,1 0,-1 0,0 1,0-1,1 1,-1-1,0 1,1-1,-1 1,0 0,1 0,-1-1,1 1,-1 0,0 0,1 1,-1-1,1 0,2 0,220-2,-194 5,-46 11,1-10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07:21.64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96,'21'-13,"0"1,1 1,0 0,0 2,1 0,0 2,1 1,0 0,0 2,0 1,0 0,2 2,-19 1,0 0,0 0,-1 1,1 0,0 0,-1 0,1 1,-1 0,1 0,-1 1,0 0,0 0,0 0,-1 1,1 0,-1 0,0 0,0 1,0-1,0 1,-1 0,0 1,0-1,0 1,-1 0,0 0,0 0,0 0,-1 0,1 5,2 19,-2 0,-1 0,-1 0,-1 0,-2 1,-1-1,-2 0,0-1,-7 16,-2 30,11-8,3-66,0 0,1 0,-1-1,0 1,0 0,0 0,1-1,-1 1,0 0,1-1,-1 1,1 0,-1-1,1 1,-1-1,1 1,-1 0,1-1,0 1,-1-1,1 0,0 1,-1-1,1 0,0 1,0-1,-1 0,1 0,0 1,0-1,-1 0,1 0,0 0,0 0,-1 0,1 0,0 0,0-1,-1 1,1 0,0 0,0 0,-1-1,1 1,0 0,-1-1,1 1,0-1,-1 1,1-1,0 1,-1-1,1 1,0-2,31-32,-16 6,-1 0,-2-1,0-1,-3 0,0-1,-2 0,-1 0,-2-1,-1 0,-1-3,6-129,-9 311,3-96,3 0,1-1,3 1,2-2,3 1,1-2,22 45,4-23,-25-49</inkml:trace>
  <inkml:trace contextRef="#ctx0" brushRef="#br0" timeOffset="248.035">268 364,'-18'-2,"-9"-1,-1 0,6 0,16 1,22 4,27 0,27 1,21 0,16-4,9-1,-17 0</inkml:trace>
  <inkml:trace contextRef="#ctx0" brushRef="#br0" timeOffset="934.391">1070 457,'16'39,"-2"-4,-7-13,2-1,0-1,2 0,0 0,5 6,-15-24,1 0,-1-1,0 1,1 0,-1-1,1 1,-1-1,1 1,0-1,0 0,0 1,0-1,0 0,0 0,0-1,0 1,0 0,0-1,0 1,0-1,1 0,-1 0,0 0,0 0,0 0,1 0,-1 0,0-1,0 1,0-1,0 1,0-1,0 0,0 0,0 0,0 0,0-1,0 1,0 0,-1-1,1 1,-1-1,1 1,-1-1,1 0,-1 0,0 0,1-1,6-10,0 0,-1 0,-1-1,0 1,-1-2,0 1,-1 0,-1-1,0 0,0-8,-4 13,-5 31,6 63,1-81,-1 0,1-1,0 1,1 0,-1 0,0-1,1 1,-1-1,1 1,0-1,0 0,0 0,0 1,0-2,1 1,-1 0,1 0,-1-1,1 1,-1-1,1 0,0 0,0 0,-1 0,1 0,0 0,1-1,4 1,0 0,0-1,1 0,-1-1,0 0,0 0,0 0,0-1,-1 0,1-1,0 0,-1 0,1-1,-1 0,0 0,-1 0,1-1,-1 0,0 0,0-1,0 0,-1 0,1 0,-2-1,1 0,-1 1,0-2,0 1,-1 0,0-1,0-2,-2 8,-1 1,1-1,-1 0,1 0,-1 1,0-1,0 0,0 0,0 0,0 1,0-1,-1 0,1 0,-1 0,1 1,-1-1,0 0,1 1,-1-1,0 1,0-1,0 1,0-1,0 1,-1-1,1 1,0 0,-1 0,1 0,-1 0,1 0,-1 0,1 0,-1 0,0 1,1-1,-1 1,0-1,0 1,1-1,-1 1,0 0,0 0,0 0,1 0,-1 0,0 0,0 1,-1 0,0 1,0 1,1 0,-1 0,1 0,0 1,0-1,0 0,0 1,1 0,-1-1,1 1,0 0,0 0,0-1,1 1,0 0,-1 0,1 0,0 0,1 0,-1 0,1 0,-1-1,1 1,1 0,-1 0,0-1,2 3,1 2,0-1,1 0,0 0,0 0,0-1,1 1,0-1,0-1,1 1,0-1,0 0,0-1,0 1,1-1,-1-1,1 0,4 1,13 5,1-2,0-1,1-1,22 1,7-1</inkml:trace>
  <inkml:trace contextRef="#ctx0" brushRef="#br0" timeOffset="1339.331">2112 592,'-6'-11,"0"0,-1 1,0 0,-1 1,0 0,-1 0,0 1,0-1,-1 2,0 0,0 0,-1 1,0 0,-8-3,16 8,-1 0,0 1,0-1,0 1,1 0,-1 0,0 0,0 0,0 1,0-1,1 1,-1 0,0 0,1 1,-1-1,0 1,1-1,0 1,-1 0,1 1,0-1,0 0,0 1,1 0,-1 0,1 0,-1 0,1 0,0 0,-1 2,-1 1,0 1,1-1,0 1,0 0,1 0,-1 0,2 0,-1 0,1 1,0-1,0 0,1 1,0-1,0 0,2 6,-1-8,0-1,0 1,1-1,-1 0,1 1,1-1,-1 0,0 0,1-1,0 1,0 0,0-1,0 0,0 0,1 0,-1 0,1 0,0-1,0 1,0-1,0 0,1-1,-1 1,0-1,1 1,-1-1,1-1,-1 1,1-1,3 1,-1-1,1 0,-1 0,1-1,-1 0,1 0,-1-1,1 0,-1 0,0-1,0 0,0 0,-1-1,1 1,-1-2,1 1,-1-1,-1 1,4-5,-4 4,-1 0,0 0,0 0,0-1,-1 0,0 0,0 0,0 0,-1 0,0 0,0-1,0 1,-1-1,0 1,0-1,-1 0,0 1,0-1,-1 0,0-4,1 12,0-1,0 1,0 0,0-1,0 1,0 0,0 0,0-1,0 1,-1 0,1-1,0 1,0 0,-1-1,1 1,0-1,-1 1,1 0,-1-1,1 1,-1-1,1 1,-1-1,1 0,-1 1,1-1,-1 1,1-1,-1 0,0 1,1-1,-1 0,0 0,1 0,-1 1,0-1,1 0,-1 0,0 0,0 0,1 0,-1 0,0 0,1-1,-1 1,0 0,1 0,-1 0,0-1,1 1,-1 0,0-1,1 1,-1 0,1-1,-1 1,1-1,-1 1,1-1,-1 1,1-1,0 0,-1 1,0 5,1 1,0-1,0 1,0-1,1 1,0 0,0-1,0 0,1 1,-1-1,1 0,1 1,-1-1,1-1,0 1,0 0,0-1,1 1,-1-1,1 0,0 0,0 0,4 2,4 3,1 0,0-1,0 0,0-1,1 0,0-2,1 1,1-1,28 7</inkml:trace>
  <inkml:trace contextRef="#ctx0" brushRef="#br0" timeOffset="1605.659">2367 471,'7'16,"6"12,11 10,8 6,5 2,3-2,4-5,1-5,0-8,-1-7,-5-8,-6-7,-7-5</inkml:trace>
  <inkml:trace contextRef="#ctx0" brushRef="#br0" timeOffset="1859.752">2674 564,'-20'3,"-14"6,-8 10,-3 10,0 10,5 9,4 8,5 3,9-1,8-11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07:24.31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25,'21'0,"17"0,19-3,13 0,9-2,1 0,0 0,-8 2,-11 3,-17 4,-15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07:24.50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1,'20'9,"21"3,19-1,15-1,11-6,2-5,-9-3,-18-1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07:26.64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31,'6'10,"0"1,0-1,1-1,0 1,0-1,1 0,0-1,1 0,0 0,0-1,1 0,0 0,0-1,0-1,1 1,0-2,0 0,0 0,4 0,12 3,1-1,0-1,0-2,0-1,1-1,-1-1,15-3,-13 1,0-1,-1-2,1-1,-1-2,0 0,-1-2,14-8,-36 15,-1 0,0 0,0 0,0-1,0 0,-1 0,0-1,0 1,0-1,0 0,2-4,-5 7,0 1,0-1,0 0,0 0,0 0,-1 0,1 0,-1 0,0 0,1 0,-1 0,0-1,0 1,0 0,0 0,-1 0,1 0,0 0,-1 0,0 0,1 0,-1 0,0 0,0 0,0 0,0 1,0-1,-1 0,1 1,-1-1,1 1,-1-1,1 1,-2-1,2 0,-1 0,1 1,-1-1,0 1,0 0,1-1,-1 1,0 0,0 0,0 0,0 0,0 0,-1 1,1-1,0 1,0-1,0 1,-1 0,1 0,0 0,0 0,-1 0,1 0,0 1,0-1,0 1,0-1,-1 1,1 0,0 0,0 0,0 0,1 0,-1 1,0-1,0 0,1 1,-1 0,0-1,1 1,0 0,-1 0,1-1,0 1,0 0,-1 2,-2 18,0-1,2 1,0 0,1 0,3 20,-2 8,-7 78,-20 105,-1 5,25-182,3-45</inkml:trace>
  <inkml:trace contextRef="#ctx0" brushRef="#br0" timeOffset="345.279">268 539,'30'-2,"30"-4,29-4,25-6,19-2,1-1,-12 4,-27 4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07:32.43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0,'2'11,"0"-1,0 0,1 0,0-1,0 1,1 0,1-1,0 0,0 0,1-1,4 6,2 5,1-2,0 0,1 0,1-1,1-1,0 0,1-2,1 1,0-2,1-1,0 0,0-1,1-1,0-1,1-1,0-1,0 0,1-2,7 0,-23-2,1-2,0 1,0-1,0 0,0 0,0-1,0 0,0 0,0-1,0 0,-1 0,1 0,-1-1,1 0,-1 0,0-1,0 0,0 0,-1 0,0-1,0 0,0 0,0 0,-1 0,1-1,-1 0,-1 0,1 0,1-5,0-2,-2 1,0 0,0-1,-1 0,0 0,-2 1,1-1,-1 0,-1 0,-1 0,1 0,-2 1,0-1,-3-7,-7 0,3 38,8 3,2-1,0 1,2 0,0-1,5 19,-3-14,35 204,3 14,-3 84,-37-310,0 0,-1 0,-1 0,0 0,-2 0,0 0,0 0,-2 0,0-1,-1 1,-1-1,-7 14,12-27,-1 0,0 0,0 0,0 0,-1-1,1 1,-1-1,1 1,-1-1,0 0,0 0,0 0,0 0,0-1,0 1,-1-1,1 0,0 0,-1 0,1 0,-1-1,1 1,-1-1,1 0,-1 0,1 0,-1-1,1 1,-1-1,1 0,-1 0,1 0,0 0,-1 0,1-1,-3-1,-10-10,0-1,1 0,1-1,0 0,0-1,2-1,0 0,1-1,1 0,-2-7,-17-29,2 0,2-2,-11-44,35 99,0 0,1 0,-1 0,0 0,1 0,-1 0,1-1,0 1,-1 0,1 0,0 0,0-1,0 1,0 0,0 0,0-1,0 1,0 0,0 0,1 0,-1-1,0 1,1 0,-1 0,1 0,-1 0,1 0,0 0,-1 0,1 0,0 0,0 0,0 0,0 0,0 0,0 1,0-1,0 0,0 1,0-1,0 0,0 1,0 0,1-1,-1 1,0 0,0 0,0-1,1 1,-1 0,0 0,161 5,-85 0,-5 0</inkml:trace>
  <inkml:trace contextRef="#ctx0" brushRef="#br0" timeOffset="994.577">990 790,'3'30,"2"0,1 0,1-1,2 1,1-2,1 1,1-1,13 18,-24-43,1 1,0-1,0 1,0-1,0 0,1 0,-1 0,1-1,-1 1,1-1,0 1,0-1,1 0,-1 0,0 0,1 0,-1-1,1 1,-1-1,1 0,0 0,0-1,-1 1,1-1,0 1,0-1,0 0,-1-1,1 1,0-1,0 1,-1-1,1 0,0-1,1 0,4-7,-2 0,1 0,-1-1,0 0,-1-1,0 1,-1-1,0 0,-1 0,0-1,-1 1,0-1,-1 0,0 0,-1 0,0 0,-1 0,-1-9,2-25,-2 72,9 88,-6-108,0-1,0 1,0-1,0 0,1 0,0 0,0 0,1-1,-1 1,1-1,0 0,0 0,0 0,1 0,-1-1,1 0,0 0,0 0,0 0,0-1,0 0,1 0,-1 0,1-1,-1 0,1 0,0 0,-1-1,1 1,0-1,-1-1,1 1,0-1,-1 0,1-1,-1 1,5-2,1-3,-1-1,0 1,0-2,0 1,-1-1,0-1,0 0,-1 0,-1-1,1 1,-2-2,1 1,-1-1,-1 0,0 0,0-1,-1 1,-1-1,0 0,-1 0,0 0,0-4,-3 16,1 0,-1 1,1-1,-1 0,1 1,-1-1,1 0,-1 0,1 1,-1-1,0 0,1 0,-1 0,1 0,-1 0,0 0,1 0,-1 0,1 0,-1 0,0 0,1 0,-1-1,1 1,-1 0,1 0,-1 0,0-1,1 1,-1 0,1-1,-1 1,1-1,0 1,-1 0,1-1,-1 1,1-1,0 1,-1-1,1 0,0 1,0-1,-1 1,1-1,0 1,0-1,0 0,0 1,0-1,-3 5,1 1,1-1,-1 1,1 0,-1 0,1 0,1-1,-1 1,1 0,0 0,0 0,0 0,0 0,1 0,0 0,0 0,1 0,-1-1,1 1,0 0,0-1,1 1,-1-1,1 0,0 0,0 0,0 0,1-1,-1 1,1-1,0 0,0 0,0 0,0-1,1 1,-1-1,1 0,0 0,18 6,1-1,1-2,-1 0,1-2,0 0,-1-2,1-1,0-1,0 0,17-5,-30 5,-1 0,0 0,0-1,-1 0,1-1,0 0,-1-1,1 0,-1-1,0 0,-1-1,1 0,-1 0,0-1,-1 0,0 0,3-4,-9 8,0 0,-1 0,1 0,-1 0,0 0,0 0,0 0,0-1,-1 1,1 0,-1-1,0 1,0 0,0-1,0 1,-1 0,1 0,-1-1,0 1,0 0,0 0,0 0,-1 0,1 0,-1 0,0 0,0 0,0 1,0-1,0 1,0-1,-1 1,-1-1,0-1,-1 0,0 0,-1 0,1 1,-1 0,1 0,-1 0,0 1,0 0,0 0,0 0,0 1,-1 0,1 0,0 1,-1 0,-1 0,1 1,1 0,0 1,0 0,0 0,1 1,-1 0,0 0,1 0,0 0,0 1,0 0,0 0,0 0,1 1,0-1,0 1,0 0,0 1,1-1,0 0,0 2,1-4,0 0,1 1,0-1,-1 1,1-1,0 1,1-1,-1 1,1 0,-1-1,1 1,0 0,1-1,-1 1,0 0,1-1,0 1,0 0,0-1,1 1,-1-1,1 0,-1 1,1-1,0 0,1 0,-1 0,0 0,1-1,0 1,-1-1,1 1,0-1,0 0,3 1,2 2,-1-2,2 1,-1-1,0 0,1-1,-1 0,1 0,-1-1,1 0,0 0,0-1,0-1,-1 1,1-1,0-1,-1 1,1-2,7-2,-10 3,0 0,-1-1,1 1,-1-1,0 0,0-1,0 1,0-1,-1 0,1 0,-1-1,0 1,-1-1,1 0,-1 0,0 0,0 0,0-1,-1 1,1-1,-1 1,-1-1,1 0,-1 0,0 0,-1 0,1-4,-6-16,5 27,0-1,0 0,0 0,0 1,0-1,0 0,0 1,0-1,0 0,0 1,0-1,0 0,0 1,0-1,0 0,0 0,0 1,-1-1,1 0,0 0,0 1,0-1,0 0,-1 0,1 1,0-1,0 0,-1 0,1 0,0 0,0 1,-1-1,1 0,0 0,-1 0,1 0,0 0,0 0,-1 0,1 0,0 0,-1 0,1 0,0 0,-1 0,1 0,0 0,-1 0,1 0,0 0,0 0,-1 0,1 0,0-1,-1 1,1 0,0 0,0 0,0-1,-1 1,1 0,0 0,0 0,0-1,-1 1,0 4,0 0,0 0,0 1,0-1,1 0,-1 1,1-1,0 1,1-1,-1 0,1 1,0-1,0 0,0 0,0 1,1-1,0 0,0 0,0-1,0 1,1 0,-1-1,1 1,0-1,0 0,2 2,3 2,1 1,0-1,0-1,1 1,-1-2,1 1,1-1,-1-1,10 3,73 9,-52-15</inkml:trace>
  <inkml:trace contextRef="#ctx0" brushRef="#br0" timeOffset="1381.818">2421 762,'19'29,"1"-1,2-1,1-1,1-1,1-1,1-1,1-1,1-1,1-2,1-1,0-1,7 0,-34-15,-1-1,1 1,0-1,0 0,1 0,-1 0,0-1,0 1,0-1,0 0,1 0,-1 0,0 0,0 0,1-1,-1 1,0-1,0 0,0 0,0 0,0 0,0-1,0 1,0-1,-1 0,1 0,-1 0,1 0,-1 0,0 0,1-1,-1 1,0-1,-1 0,1 1,1-3,0-3,1-1,-1 1,0-1,-1 0,0 0,0 1,-1-1,0-1,-1 1,0 0,0-3,0 8,0 1,-1-1,1 1,-1-1,0 1,0 0,0-1,0 1,-1 0,1 0,-1 0,0 0,0 0,0 0,0 0,0 0,0 1,-1-1,0 1,1 0,-1 0,0 0,0 0,0 0,0 1,-1-1,1 1,0 0,0 0,-3 0,-7 1,0 0,-1 2,1 0,0 0,0 1,0 1,1 0,-1 1,1 0,0 1,0 0,1 1,0 0,0 1,1 0,-4 4,-6 2,0 1,1 2,1-1,0 2,2 0,0 2,1-1,1 2,-8 15,9-6</inkml:trace>
  <inkml:trace contextRef="#ctx0" brushRef="#br0" timeOffset="1725.224">3196 309,'18'0,"17"0,17 0,15 0,10 0,6 0,-3 0,-10 0,-17 2,-18 1</inkml:trace>
  <inkml:trace contextRef="#ctx0" brushRef="#br0" timeOffset="1929.369">3290 535,'25'16,"21"5,24-1,23-3,25-6,-8-3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07:31.19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1 294,'18'3,"17"0,15-1,9 1,10-2,3 0,1 0,-1-1,-5 0,-7 0,-10 0,-13 0</inkml:trace>
  <inkml:trace contextRef="#ctx0" brushRef="#br0" timeOffset="249.086">174 548,'16'2,"17"1,14 0,12-1,13 0,5-1,3-3,-1 0,-6-3,-16-1</inkml:trace>
  <inkml:trace contextRef="#ctx0" brushRef="#br0" timeOffset="511.568">803 0,'33'21,"1"-2,1-2,0-1,36 11,-36-14,21 8,-14-6,-1 1,0 2,-2 2,15 11,-49-29,-1 1,0-1,0 1,0 0,0 0,0 1,-1-1,1 1,-1-1,0 1,0 0,0 1,-1-1,1 0,-1 1,0-1,-1 1,1 0,-1-1,0 1,0 0,0 0,0 0,-1 0,0 0,0 1,-4 5,-1 1,0-1,-1 0,0 0,0 0,-2-1,1 0,-1 0,0-1,-1 0,0-1,-8 7,15-14,-202 180,173-150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07:41.67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24,'14'-4,"14"-2,12 0,15 2,12 0,10 5,2 3,-3 3,-9 4,-17-1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07:41.84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0,'18'10,"17"2,17-1,15-1,12-6,7-8,-12-3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07:43.49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1 167,'0'-14,"2"-11,1-6,0-2,1 2,1 9,-3 12,-3 15,-2 14,-1 9,0 11,1 4,3 2,3 0,7-3,1-8</inkml:trace>
  <inkml:trace contextRef="#ctx0" brushRef="#br0" timeOffset="345.809">295 153,'-1'5,"0"1,0-1,0 1,1-1,0 1,1 0,-1-1,1 1,0-1,0 1,0-1,1 0,0 1,0-1,1 0,-1 0,1 0,0-1,0 1,1-1,-1 1,1-1,0 0,0-1,3 3,-1-1,1 1,0-2,0 1,0-1,1 0,-1 0,1-1,0 0,0-1,0 1,0-1,1-1,-1 0,0 0,1-1,6 0,-11-1,0 1,0-2,0 1,0 0,0-1,0 0,0 1,0-2,-1 1,1 0,-1-1,0 1,0-1,0 0,0 0,0 0,0-1,-1 1,0-1,1 1,-1-1,-1 0,1 0,0 0,-1 0,0 0,0 0,0 0,-1 0,1-1,-1 1,0 0,0 0,0-2,1 0,-2 0,1 0,0 1,-1-1,0 0,0 1,-1-1,0 1,0-1,0 1,0 0,-1-1,0 1,0 1,-1-1,1 0,-1 1,0 0,0 0,0 0,-1 0,1 1,-2-2,0 3,0 0,0 0,0 1,0-1,0 1,0 1,-1-1,1 1,0 0,0 1,0-1,0 1,-1 0,1 1,0-1,1 1,-1 0,0 1,0 0,1 0,-2 1,-105 77,111-80,-54 48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07:42.31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0 607,'5'-173,"8"0,12-30,-19 146,-16 71,0 25,1 0,2 0,2 1,1 0,2 0,2 7,1 0,2 0,1 0,3 0,2 0,14 44,-10-54</inkml:trace>
  <inkml:trace contextRef="#ctx0" brushRef="#br0" timeOffset="407.532">375 274,'-7'16,"1"1,1 0,0 0,1 1,1-1,1 1,0 0,1 0,1 0,1-1,1 1,1 6,-1-14,0 1,1-1,0 1,1-1,0 0,1 0,0-1,0 1,1-1,0-1,1 1,0-1,0 0,1 0,0-1,0 0,1 0,-1-1,2 0,6 3,-8-5,-1 0,1-1,0 0,1 0,-1-1,0 0,1-1,0 1,-1-2,1 1,-1-1,1 0,0-1,-1 0,1-1,-1 1,1-2,-1 1,0-1,0 0,0-1,0 0,-1 0,1-1,-1 0,0 0,-1 0,1-1,-1 0,0-1,-1 1,1-1,-1 0,0-2,5-10,-1 1,-1-2,-1 1,-1-1,-1 0,0 0,-2 0,0-1,-1 1,-1-1,-1 0,-1 0,-1 1,-1-1,0 1,-2 0,0 0,-2 0,-5-12,10 24,-1 0,-1 0,1 1,-1-1,-1 1,1 0,-1 0,0 1,-1-1,1 1,-1 0,-1 1,1 0,-1 0,0 0,0 0,0 1,-1 1,1-1,-1 1,0 0,0 1,0 0,0 0,0 1,-1 0,1 0,0 1,-1 0,1 0,-1 1,1 0,0 1,0 0,-7 2,4 2,0 0,0 1,1 0,0 0,0 1,1 1,0-1,1 2,0-1,0 1,1 0,0 1,1-1,0 1,0 1,1-1,-2 10,0 2,0 1,2 0,0 0,2 0,1 1,1-1,0 1,3 13,7 34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07:40.20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3,'41'15,"2"-2,0-2,0-2,1-1,0-3,0-2,19-1,-43-1,-1-1,1 0,0-2,-1 0,1-1,4-3,-7 1,-22 22,-12 17,1 1,2 1,2 0,1 1,-6 37,11-47,-72 394,71-388</inkml:trace>
  <inkml:trace contextRef="#ctx0" brushRef="#br0" timeOffset="250.855">67 391,'28'-4,"26"-2,28 0,19-1,14-2,3-1,-18 0</inkml:trace>
  <inkml:trace contextRef="#ctx0" brushRef="#br0" timeOffset="517.939">977 297,'18'3,"18"0,18-1,13 1,12-2,4 0,-4 0,-10-3,-15-3,-16-1</inkml:trace>
  <inkml:trace contextRef="#ctx0" brushRef="#br0" timeOffset="701.063">1284 57,'-11'18,"-4"18,0 13,8 11,7 5,8 4,5 1,5-1,0-14</inkml:trace>
  <inkml:trace contextRef="#ctx0" brushRef="#br0" timeOffset="886.576">1726 338,'2'-102,"4"1,9-29,-12 125,-2 28,-1-22,0 74,-2-19,3-1,2 1,2 0,3 0,2-1,10 25,-3-34</inkml:trace>
  <inkml:trace contextRef="#ctx0" brushRef="#br0" timeOffset="1212.163">2166 110,'-7'6,"0"-1,0 1,0 0,1 0,0 1,0-1,1 1,0 1,0-1,0 1,1 0,0 0,1 0,0 0,0 1,1 0,0-1,0 1,1 0,0 0,1 0,0-1,0 1,1 0,0 0,1 0,-1 0,2-1,-1 1,1-1,1 0,0 0,0 0,0 0,1 0,1 0,0 1,2 0,-1-1,1 0,0 0,1-1,-1 0,1 0,1-1,0 0,-1-1,2 0,-1 0,0-1,1-1,0 0,0 0,0-1,7 0,-11-1,0 0,1-1,-1 0,0-1,1 0,-1 0,0 0,0-1,0 0,0 0,0-1,0 0,-1 0,1 0,-1-1,0 0,0 0,0-1,-1 0,1 0,-1 0,0-1,-1 1,1-1,-1 0,0-1,-1 1,3-6,-1 1,0 0,-1-1,0 0,-1 0,0 0,-1 0,0-1,-1 1,0 0,-1-1,-1 1,0 0,0-1,-1 1,-1 0,0 0,-1 0,0 0,-1 1,0-1,-1 1,0 1,-1-1,0 1,0 0,-1 1,0-1,-1 1,0 1,-1 0,-9-6,10 9,0 0,-1 1,1 0,-1 1,1 0,-1 1,0-1,0 2,-1 0,1 0,0 1,0 0,0 1,-1 0,1 0,0 1,0 0,1 1,-1 0,0 1,1 0,0 1,0-1,0 2,1-1,-1 1,1 1,1-1,-1 1,1 1,0-1,0 3,4-5,1 0,-1 0,1 0,0 0,1 0,-1 1,1-1,0 1,1-1,-1 1,1-1,0 1,0-1,1 1,1 4,8 32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07:39.18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1,'13'0,"111"0,-1 5,59 12,-90 8,-91-24,0-1,1 1,-1-1,0 1,0 0,0 0,1-1,-1 1,0 0,0 0,0 0,0 0,-1 0,1 0,0 0,0 1,-1-1,1 0,0 0,-1 1,1-1,-1 0,0 1,0-1,1 0,-1 1,0-1,0 0,0 1,0-1,0 1,0-1,-1 0,1 1,0-1,-1 0,1 0,-1 1,0-1,1 0,-1 0,0 1,0-1,1 0,-1 0,0 0,-54 42,-111 21,61-28,82-24,23-11,0 0,0 0,0 0,0 0,0-1,0 1,1 0,-1 0,0 0,1-1,-1 1,0 0,1 0,-1-1,1 1,-1 0,1-1,-1 1,1 0,-1-1,1 1,0-1,-1 1,1-1,0 1,0-1,-1 0,1 1,0-1,0 0,0 1,-1-1,1 0,0 0,0 0,0 0,0 0,-1 0,1 0,0 0,1 0,-2 0,160 32,-116-26,-1 3,1 1,-2 2,21 9,-56-19,1 1,-1 0,1 0,-1 0,0 1,0 0,0 0,0 1,-1 0,0 0,0 0,0 1,-1 0,0 0,0 0,0 1,-1 0,0-1,0 2,-1-1,2 4,-6-8,1 1,0-1,-1 0,0 1,1-1,-1 0,-1 0,1 0,0 0,-1 0,0 0,1 0,-1 0,0-1,0 1,-1-1,1 1,-1-1,1 0,-1 0,0 0,1 0,-2 0,-73 33,36-23,0-2,-1-2,-1-1,-30 0,17-10,50-3</inkml:trace>
  <inkml:trace contextRef="#ctx0" brushRef="#br0" timeOffset="247.415">910 229,'18'-14,"13"-7,8 1,6 1,8 4,5 4,2 4,-2 6,-6 5,-11 4,-11 3,-11 2,-9-1</inkml:trace>
  <inkml:trace contextRef="#ctx0" brushRef="#br0" timeOffset="523.508">1110 469,'16'5,"17"0,13 1,16-1,11-4,3-4,2-7,-14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07:35.98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57,'16'14,"14"16,16 11,16 13,13 9,10 4,7 3,-2-1,-6-4,-14-6,-18-6,-18-10,-14-13</inkml:trace>
  <inkml:trace contextRef="#ctx0" brushRef="#br0" timeOffset="248.595">535 4,'-14'-3,"-10"3,-10 9,-4 15,-4 19,0 19,-1 16,5 12,4 7,9 2,5-2,7-18</inkml:trace>
  <inkml:trace contextRef="#ctx0" brushRef="#br0" timeOffset="1131.889">949 499,'1'-1,"-1"1,0 0,1-1,-1 1,1 0,-1-1,1 1,-1 0,1 0,-1-1,1 1,-1 0,1 0,-1 0,1 0,-1 0,1 0,-1 0,1-1,-1 1,1 1,-1-1,1 0,-1 0,1 0,-1 0,1 0,-1 0,1 1,-1-1,1 0,-1 0,1 1,-1-1,1 0,-1 1,0-1,1 0,-1 1,0-1,1 1,-1-1,0 1,1-1,-1 0,0 1,0-1,0 1,5 8,0-1,-1 1,0 0,-1 0,0 0,0 0,-1 1,-1-1,1 1,-1 2,2 11,34 138,-30-146,-2-22,-1-30,-3 28,1-20,2 1,0 0,2 0,2 0,0 1,3-5,-11 33,1-1,-1 1,0-1,0 0,1 1,-1-1,0 1,1-1,-1 0,0 1,1-1,-1 0,1 1,-1-1,0 0,1 1,-1-1,1 0,-1 0,1 0,-1 1,1-1,-1 0,1 0,-1 0,1 0,-1 0,1 0,-1 0,1 0,-1 0,1 0,-1 0,1-1,-1 1,1 0,-1 0,1 0,-1-1,1 1,-1 0,1 0,-1-1,0 1,1 0,-1-1,1 1,-1-1,0 1,0 0,1-1,-1 1,0-1,0 1,1-1,-1 1,0-1,0 1,0-1,0 1,0-1,0 1,0-1,0 1,0-1,0 0,11 44,-11-40,3 13,-2-3,1 1,0-1,1 0,0 0,1 0,1 0,0 0,0-1,2 0,-1 0,1-1,1 0,9 11,-16-21,0 0,0 0,1 0,-1 0,0 0,1-1,-1 1,1 0,-1 0,1-1,-1 1,1-1,-1 0,1 1,0-1,-1 0,1 0,-1 0,1 0,0 0,-1 0,1-1,-1 1,1 0,0-1,-1 1,1-1,-1 0,0 1,1-1,-1 0,1 0,-1 0,0 0,0 0,0 0,1 0,-1-1,0 1,0 0,-1-1,1 1,0-1,0 1,33-71,-33 69,38-140,-34 205,-4-55,1-1,0 1,0-1,1 1,0-1,0 0,0 0,1 0,0-1,0 1,0-1,1 0,0 0,0 0,0-1,0 0,1 0,0 0,0-1,0 1,0-2,0 1,3 0,14 6,1-2,-1-1,1-1,0-1,23 1,10-1</inkml:trace>
  <inkml:trace contextRef="#ctx0" brushRef="#br0" timeOffset="1493.372">1926 673,'-2'-7,"-1"0,1 0,-1 0,0 0,-1 1,1-1,-1 1,-1 0,1 0,-1 1,0-1,0 1,0 0,-1 1,0-1,0 1,0 0,-1 0,1 1,-1 0,0 0,0 1,0 0,-3-1,5 1,-1 0,0 1,0 0,0 0,0 0,0 1,0-1,-1 2,1-1,0 1,0-1,0 2,0-1,0 1,1 0,-1 0,0 0,1 1,-1 0,1 0,0 0,0 1,0 0,1 0,-1 0,1 1,0-1,0 1,0 1,2-3,1-1,-1 1,1 0,0 0,0 0,0 0,0 0,0 1,1-1,-1 0,1 0,0 0,0 1,0-1,1 0,-1 0,1 0,0 1,0-1,0 0,0 0,0 0,1 0,-1-1,1 1,0 0,-1-1,1 1,1-1,-1 1,0-1,1 0,-1 0,1 0,-1 0,1-1,0 1,0-1,0 1,0-1,0 0,0 0,1 0,6 2,0 0,0-1,1 0,-1 0,1-1,-1-1,1 1,-1-2,1 0,-1 0,1-1,-1 0,0 0,3-2,-7 2,-1 0,1 0,0-1,-1 0,1 0,-1 0,0-1,0 1,0-1,0 0,-1-1,0 1,0-1,0 0,0 0,-1 0,0-1,0 1,0-1,-1 1,1-1,-1 0,-1 0,1-4,-1 6,0 1,-1 0,1-1,-1 1,0 0,0-1,0 1,-1 0,1-1,-1 1,0 0,0 0,0-1,0 1,-1 0,1 0,-1 0,1 1,-3-4,-7 20,10-7,1 0,-1 0,1 0,0 0,1-1,-1 1,2 0,-1 0,1 0,0-1,0 1,0-1,1 0,0 1,1-1,-1-1,1 1,0 0,3 2,2 3,1-1,0-1,0 0,0 0,1-1,1 0,-1-1,1 0,6 1,25 10</inkml:trace>
  <inkml:trace contextRef="#ctx0" brushRef="#br0" timeOffset="1761.659">2179 458,'0'16,"5"13,10 7,14 5,16 2,14-2,8-3,4-6,0-8,-9-8,-14-7</inkml:trace>
  <inkml:trace contextRef="#ctx0" brushRef="#br0" timeOffset="1934.37">2514 525,'-16'16,"-12"14,-6 14,-4 8,-2 5,3 1,6-2,8-8,8-13</inkml:trace>
  <inkml:trace contextRef="#ctx0" brushRef="#br0" timeOffset="2105.577">2767 325,'19'-2,"16"-1,12 0,10 1,6 0,1 1,-1 1,-4-1,-8 1,-10 0,-12 1</inkml:trace>
  <inkml:trace contextRef="#ctx0" brushRef="#br0" timeOffset="2355.031">3022 85,'-12'20,"-3"19,3 13,8 10,9 5,9 3,3-4,2-6,-2-9,-5-13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07:46.47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20,'3'21,"2"-1,0 0,1 0,1-1,0 0,2 0,0-1,1 0,1 0,3 2,-5-7,-1-1,2 0,0-1,0 1,1-2,0 0,1 0,0-1,1-1,0 0,0 0,1-1,0-1,0-1,0 0,1 0,-1-2,1 0,0 0,0-1,7-1,-14-2,-1-1,1 1,-1-2,0 1,1-1,-1 0,0 0,-1-1,1 0,-1 0,1-1,-1 0,0 0,-1 0,1-1,-1 1,-1-1,1-1,-1 1,1-3,5-6,-2-2,0 1,-1-1,0 0,-2-1,0 0,-1 0,0 0,4-103,-15 94,7 27,-1-1,1 1,0 0,-1-1,1 1,-1 0,1 0,-1-1,1 1,-1 0,1 0,-1 0,1 0,-1-1,1 1,-1 0,1 0,-1 0,1 0,-1 0,1 1,-1-1,1 0,-1 0,1 0,-1 0,1 0,-1 1,1-1,0 0,-1 0,1 1,-1-1,1 0,0 1,-1-1,1 1,0-1,-1 0,1 1,0-1,-1 1,1-1,0 1,0-1,0 1,0-1,-1 1,1-1,0 1,-9 14,1 1,1 0,0 0,1 0,1 1,1 0,0 0,-1 13,-9 83,6 1,4 0,5-1,5 1,17 82,2 96,-24-285,1 6,0 0,-1 0,0 0,-1 0,0 0,-1 0,-1 0,0 0,0 0,-1-1,-1 1,0-1,-1 1,-1-1,0-1,0 1,-1-1,-1 1,4-9,0 1,0-1,0-1,0 1,-1-1,1 1,-1-1,1-1,-1 1,0-1,0 1,0-1,0-1,0 1,0-1,0 0,0 0,0 0,0-1,0 1,0-1,0-1,1 1,-1-1,0 1,1-1,-1-1,-2-1,-6-3,1-1,0 0,1-1,0-1,0 1,1-2,1 1,0-2,-5-6,-14-28,3-2,1 0,3-2,1 0,3-2,-9-49,14 30,12 69,1-1,0 1,-1 0,1 0,0 0,1 0,-1 0,0 0,1 0,-1 0,1 0,-1 1,1-1,0 1,-1-1,1 1,0-1,0 1,0 0,0 0,1 0,-1 0,0 1,0-1,1 0,-1 1,0 0,0-1,1 1,-1 0,0 0,1 1,-1-1,1-1,85-7,1 3,43 5,-70 0,19 0,-12 0</inkml:trace>
  <inkml:trace contextRef="#ctx0" brushRef="#br0" timeOffset="908.158">843 876,'-4'31,"2"0,1 0,1 0,2 0,1 0,2 0,1-1,1 0,1 0,8 17,-16-46,0 0,0 0,0 0,0 0,0 0,0 0,0 0,0 0,1 0,-1 0,0 0,1 0,-1 0,1 0,-1-1,1 1,-1 0,1 0,0 0,-1 0,1-1,0 1,-1 0,1-1,0 1,0-1,0 1,0-1,0 1,0-1,0 1,0-1,0 0,0 0,0 1,0-1,0 0,0 0,0 0,0 0,0 0,0 0,0-1,0 1,0 0,0 0,0-1,0 1,-1 0,1-1,0 1,0-1,0 0,0 1,0-1,-1 1,1-1,0 0,9-16,-1 0,-1 0,0-1,-2 0,0-1,-1 1,2-16,-3 21,12-68,-20 98,2 0,0 0,1 0,0 1,2-1,0 7,0-19,0-1,0 1,0 0,0-1,1 1,-1-1,1 0,0 1,1-1,-1 0,1 0,0 0,-1-1,2 1,-1-1,0 1,1-1,0 0,-1 0,1-1,0 1,1-1,-1 0,0 0,4 1,0-1,0-1,0 0,1 0,-1 0,1-1,-1 0,1-1,-1 0,0 0,1-1,-1 0,0-1,0 1,0-2,-1 1,1-1,-1 0,0 0,0-1,0 0,0-1,-1 1,0-1,0 0,-1-1,1 1,-1-1,-1 0,0 0,0-1,0 1,-1-1,0 0,0 0,-1 0,0 0,0-1,-1 1,0 0,-1-1,1 1,-2-5,-11-37,12 49,-1 0,1 0,0 0,-1 0,1 0,0 0,-1 0,0 0,1 0,-1 0,1 0,-1 0,0 1,0-1,1 0,-1 0,0 1,0-1,0 1,0-1,0 1,0-1,0 1,0-1,0 1,0 0,0 0,0-1,0 1,0 0,0 0,0 0,0 0,0 0,0 0,0 1,0-1,0 0,0 0,0 1,0-1,0 1,0-1,0 1,0-1,-2 4,0 0,0 0,0 1,1-1,-1 0,1 1,0-1,1 1,-1 0,1 0,0 0,0-1,1 1,-1 0,1 0,0 0,0 0,1 0,-1 0,1 0,0 0,1 0,0 4,1-1,1 1,-1-1,1 0,1 0,-1 0,1-1,1 0,-1 0,1 0,0 0,1-1,0 0,0 0,0-1,1 0,-1 0,1-1,0 0,3 1,8 3,1-1,0-1,0 0,0-1,1-2,0 0,0-1,5-1,-15 0,0 0,-1-1,1 0,-1-1,1 0,0 0,-1-1,0-1,1 0,-1 0,0-1,-1 0,1-1,-1 0,0-1,0 0,0 0,-1-1,6-5,-12 9,0 0,0-1,0 1,-1 0,0-1,1 1,-1-1,0 1,-1-1,1 0,-1 1,1-1,-1 0,0 1,-1-1,1 0,-1 1,1-1,-1 0,0 1,0-1,-1 1,1-1,-1 1,1 0,-1 0,0 0,-1 0,1 0,0 0,-1 0,1 1,-1-1,-2-1,0 0,0 0,-1 0,1 0,-1 1,0 0,0 0,0 0,0 1,0 0,-1 0,1 0,0 1,-1 0,0 0,1 1,-1 0,1 0,-1 1,-2 0,5-1,0 2,-1-1,1 0,0 1,0 0,0-1,1 2,-1-1,0 0,1 1,0 0,-1-1,1 1,0 1,0-1,1 0,-1 1,1-1,0 1,-1 0,2 0,-1 0,0 0,1 0,0 0,0 0,0 0,0 1,1-1,0 0,-1 1,2-1,-1 0,0 1,1-1,0 0,0 0,0 0,1 0,-1 0,1 0,0 0,0 0,0 0,1-1,-1 1,1-1,0 0,0 1,0-1,3 0,0 1,0-1,0 0,0-1,1 1,-1-1,1-1,-1 1,1-1,-1 0,1-1,0 1,0-1,-1-1,1 1,0-1,0 0,-1-1,1 0,-1 0,0 0,1-1,-1 1,0-2,0 1,-1-1,1 1,-1-2,0 1,0-1,0 1,0-1,-1 0,0-1,0 1,-1-1,1 0,-1 0,0 0,-1 0,1-1,-1-1,-2 16,1 1,0-1,0 1,1-1,0 0,0 1,1-1,0 0,1 0,0-1,0 1,0-1,1 0,0 0,2 2,49 30,-29-28</inkml:trace>
  <inkml:trace contextRef="#ctx0" brushRef="#br0" timeOffset="1168.967">2045 983,'3'16,"4"12,7 8,9 5,8 2,10-1,7-4,5-6,2-8,-2-9,-5-6,-10-5</inkml:trace>
  <inkml:trace contextRef="#ctx0" brushRef="#br0" timeOffset="1471.37">2393 1024,'-14'7,"-11"8,-10 10,-7 11,-4 9,-2 5,1 4,3 0,10-6,10-10</inkml:trace>
  <inkml:trace contextRef="#ctx0" brushRef="#br0" timeOffset="1643">2647 743,'20'0,"17"2,14 1,14 2,8 1,6 0,1 1,-5-2,-12 1,-17-1</inkml:trace>
  <inkml:trace contextRef="#ctx0" brushRef="#br0" timeOffset="1816.539">2888 1010,'18'9,"15"3,16 0,13-3,14-3,12-1,-8-3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07:53.61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37 105,'-6'10,"1"0,1 1,-1-1,2 1,-1 0,1 0,1 0,0 0,1 1,0-1,1 0,0 1,0-1,1 1,1-1,0 0,1 0,0 0,0 0,1 0,1-1,0 0,0 1,1-2,0 1,1-1,0 0,0 0,1-1,0 0,1 0,-1-1,11 6,-6-4,1-1,1 0,-1-1,1-1,1-1,-1 0,1 0,0-2,-1 0,2-1,-1 0,1-1,-9-1,0 0,0 0,0-1,-1 0,1-1,0 1,-1-1,1-1,-1 1,0-1,0-1,0 1,0-1,-1 0,1-1,-1 0,0 0,0 0,-1 0,0-1,0 0,0 0,0-1,-1 1,3-7,-1 1,-1 1,-1-1,1-1,-2 1,0-1,0 1,-1-1,-1 0,0 0,-1 1,0-1,-1 0,0 0,-1 0,-1 1,0-1,-1 1,0 0,-1 0,0 0,0 0,-2 1,1 0,-2 0,1 1,-1 0,-1 0,0 1,0 0,-1 0,0 1,0 1,-1 0,0 0,0 1,-9-4,8 7,0 0,0 0,0 1,-1 1,1 0,-1 0,1 1,-1 1,1 0,0 1,-1 0,1 1,0 1,0-1,-6 5,10-5,1 0,0 1,1 0,-1 0,1 1,-1 0,1 0,1 1,-1-1,1 1,0 0,0 1,1-1,0 1,0 0,0 0,1 0,0 0,1 1,-1-1,1 1,1 0,0-1,0 1,0 1,5 49,7-5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07:50.94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1 750,'15'-66,"-2"-1,-4-1,-2 1,-3-1,-3 0,-4 0,-9-59,5 99,1 22,5 21,5 30,1 0,3 0,8 25,-8-31,14 61,4-1,22 49,-33-113</inkml:trace>
  <inkml:trace contextRef="#ctx0" brushRef="#br0" timeOffset="389.15">416 335,'-4'17,"1"-1,1 1,0 0,1 0,1 0,1-1,0 1,2 0,-1 0,2-1,0 0,1 0,1 0,0 0,1-1,1 0,0 0,3 1,-5-10,0-1,1 1,0-1,0-1,0 0,0 0,1 0,0-1,0 0,0 0,0-1,0 0,0-1,0 0,1 0,-1 0,1-1,-1-1,0 1,1-1,-1-1,0 1,0-1,0-1,0 0,0 0,0 0,-1-1,0 0,1-1,-1 0,-1 0,1 0,-1-1,0 0,2-2,6-11,-1 0,-1-1,-1-1,0 0,-2 0,0-1,-2 0,0-1,-2 0,0 0,-1 0,-2 0,0 0,-2-1,0 1,-4-22,3 30,-1 0,-1-1,0 1,-1 0,0 0,-2 1,1-1,-7-9,9 18,-1 0,1 1,-1-1,0 1,0 0,-1 0,1 0,-1 1,0 0,-1 0,1 0,-1 1,1-1,-1 1,0 1,0-1,-1 1,1 0,0 0,-1 1,-4-1,2 2,0-1,-1 2,1-1,0 1,0 1,0 0,0 0,0 1,1 0,-1 0,1 1,-1 0,1 1,1 0,-1 0,1 0,-1 1,2 0,-1 1,1-1,-5 7,-1 2,1 1,1-1,0 2,1-1,1 1,1 1,0 0,1 0,1 0,0 5,-6 54,8-8</inkml:trace>
  <inkml:trace contextRef="#ctx0" brushRef="#br0" timeOffset="2269.293">1097 469,'66'-150,"-17"47,-39 77,-1-1,-1 0,-1 0,-1 0,-2-1,1-25,-23 131,10-38,2 0,2 1,1-1,2 1,2 0,2-1,1 0,3 1,0-2,11 28,30 20,-22-61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07:48.71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15 701,'0'-578,"-8"458,6 117,1 18,-1 375,2-379,-1 38,2 1,1-1,3 0,3 0,1 0,2-1,8 17,1-23</inkml:trace>
  <inkml:trace contextRef="#ctx0" brushRef="#br0" timeOffset="395.005">309 326,'1'16,"1"1,0-1,1 0,1 0,0 0,1-1,1 1,0-1,1 0,1-1,0 0,1 0,1-1,0 0,2 2,6 5,1-1,1 0,1-1,1-2,0 0,1-1,0-1,20 7,-38-17,1-1,0 0,0 0,0-1,0 0,1 0,-1 0,1-1,-1 0,1 0,0 0,-1-1,1 0,0-1,-1 1,1-1,-1-1,1 1,-1-1,0 0,1-1,3-2,0-4,-1-1,-1 0,0 0,-1-1,0 0,0 0,-1-1,-1 0,0 0,0 0,-2-1,1 0,-1 0,-1 1,-1-1,0-1,0 1,-2-13,3 4,-1 0,-1 0,-1 0,-1 0,-1 0,-1 0,-1 1,-1-1,-1 1,-1 1,0-1,-2 1,0 1,-1 0,-1 0,-1 1,-1 1,0 0,-8-7,16 19,0 1,-1-1,1 1,-1 1,0-1,0 1,0 0,0 1,0-1,-1 1,1 1,-1 0,0 0,1 0,-1 1,0 0,1 1,-1-1,1 1,-1 1,1 0,-1 0,1 0,0 1,0 0,0 0,0 1,1 0,-1 0,1 0,-5 6,-1 1,0 2,1 0,1 0,0 1,1 0,0 1,1 0,1 0,1 1,0 0,1 0,0 1,1 2,-3 15,2 1,1 0,1 0,3 0,2 29,8 28</inkml:trace>
  <inkml:trace contextRef="#ctx0" brushRef="#br0" timeOffset="1511.332">1513 353,'18'7,"18"2,15 0,14-4,7-6,0-2,-5 0,-10-1,-14 1</inkml:trace>
  <inkml:trace contextRef="#ctx0" brushRef="#br0" timeOffset="1697.818">1580 567,'16'7,"16"2,20 0,18-3,17-3,16-5,5-5,-15 0</inkml:trace>
  <inkml:trace contextRef="#ctx0" brushRef="#br0" timeOffset="3366.249">1099 1222,'-5'-71,"3"-1,7-68,-4 120,-3 13,-2 21,3-9,-9 28,1 1,2 0,1 1,2-1,1 1,2 25,19 9,-4-46</inkml:trace>
  <inkml:trace contextRef="#ctx0" brushRef="#br0" timeOffset="3691.187">1206 1088,'1'9,"1"1,0-1,1 1,0-1,1 0,-1 0,2-1,-1 1,1-1,1 0,-1 0,1 0,1-1,-1 0,1 0,1-1,-1 0,1 0,0-1,0 0,1 0,-1-1,1 0,0 0,1-1,-1 0,0-1,5 1,-11-3,0 0,-1 0,1 0,0 0,0 0,0-1,0 1,0-1,-1 0,1 0,0 0,0 0,-1 0,1-1,-1 1,1-1,-1 0,0 0,0 0,0 0,0 0,0 0,0 0,0-1,-1 1,1 0,-1-1,1 0,-1 1,0-1,0 0,0 0,-1 1,1-4,0-2,0 0,0 0,-1 0,0 0,-1 0,0 0,0 0,0 0,-1 0,-1 0,1 1,-1-1,-2-2,0 1,0 0,-1 0,0 0,0 1,-1 0,0 0,-1 1,1-1,-2 2,-3-4,9 8,0 0,-1-1,1 1,-1 1,1-1,-1 0,1 1,-1 0,0-1,0 2,0-1,1 0,-1 1,0 0,0 0,0 0,0 0,0 0,0 1,0 0,0 0,1 0,-1 0,0 1,1-1,-1 1,1 0,-1 0,1 0,0 1,-3 1,3 0,0 0,0-1,0 1,0 1,1-1,-1 0,1 1,0-1,0 1,1-1,0 1,-1 0,2 0,-1 0,0-1,1 1,0 0,0 0,0 0,1 0,0 0,0 2,9 31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07:55.04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1,'175'2,"-173"-2,-1 0,1-1,-1 1,1 0,0 0,-1 0,1 0,0 1,-1-1,1 0,-1 1,1-1,0 1,-1-1,1 1,-1 0,0 0,1-1,-1 1,0 0,1 0,-1 1,0-1,0 0,0 0,0 0,0 1,0-1,0 1,0-1,-1 1,1-1,0 1,-1-1,0 1,1-1,-1 1,0 0,0-1,1 1,-1-1,-1 1,1 0,0 1,-7 8,0 0,0 0,-1-1,-1 0,0 0,0-1,-1 0,-3 2,-6 6,4-3,-80 89,94-102,0 0,0 0,0 0,0 0,0 0,1 0,-1 1,0-1,1 0,-1 0,1 1,-1-1,1 0,0 0,-1 1,1-1,0 1,0-1,0 0,0 1,0-1,1 0,-1 1,0-1,0 0,1 1,-1-1,1 0,-1 0,1 1,0-1,0 0,-1 0,1 0,0 0,0 0,0 0,0 0,0 0,0 0,0-1,0 1,1 0,-1-1,0 1,15 5,1-1,0-1,0 0,0-1,0-1,0 0,1-2,-1 0,3-1,9 2,212-2,-202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08:05.55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14,'16'-2,"18"-1,21 0,18 1,15 0,6 1,1 1,-9-1,-15 1,-19 3,-23 2,-16 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08:05.81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41,'20'5,"21"1,17 0,14-2,11-1,10-3,6-4,1-4,-5-5,-12-6,-21-2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08:06.06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69 1,'-45'5,"44"-5,0 0,0 0,0 0,0 0,0 1,0-1,0 0,0 1,0-1,0 0,0 1,0-1,0 1,0 0,0-1,1 1,-1 0,0-1,1 1,-1 0,0 0,1 0,-1 0,1 0,-1-1,1 1,-1 0,1 0,0 0,0 0,-1 0,1 0,0 0,0 0,0 0,0 1,0-1,0 0,0 0,1 0,1 4,1-1,0 0,0 0,0 0,0 0,1-1,-1 0,1 1,0-1,0 0,0-1,1 1,1 0,34 19,2-2,0-2,1-1,25 4,129 56,-193-75,1-1,0 1,0 1,-1-1,1 1,-1-1,0 1,0 0,0 1,0-1,0 1,-1 0,0 0,0 0,0 0,0 0,0 1,-1-1,0 1,0 0,0-1,-1 1,1 0,-1 0,0 0,-1 0,1 1,-1-1,0 0,0 2,-4 4,-1-1,0 0,0 0,0 0,-2-1,1 0,-1 0,0 0,-1-1,0 0,-5 3,-46 41,-3-3,-51 30,35-25,17-11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08:06.44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66 0,'-3'80,"-3"-2,-3 1,-4-1,-7 17,17-82,1-10,1 0,-1 0,1 0,0 0,0 0,0 0,0 1,0-1,1 0,-1 1,1-1,0 0,0 1,0-1,1 0,-1 1,1-1,0 0,0 1,0-1,0 0,0 0,1 0,0 0,-1 0,1 0,0-1,0 1,1 0,-1-1,0 0,1 0,0 1,-1-1,3 1,11 0,0-1,-1 0,1-1,0-1,0-1,0 0,0-1,0 0,-1-2,14-4,-8 3,-1-1,0-1,-1-1,0-1,0-1,9-7,4-5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08:06.70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52 1,'-9'18,"-3"13,1 10,2 8,2 3,3 4,7 0,4 0,4 0,2-4,1-7,1-10,-3-10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08:07.26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0,'79'638,"-77"-613,4-21,-1-21,-4 14,0-2,4-16,1 1,0-1,2 2,0-1,8-12,-14 28,1 0,-1 0,1 0,-1 1,1-1,1 1,-1 0,0-1,1 2,-1-1,1 0,0 1,0-1,0 1,0 0,0 1,1-1,-1 1,0 0,1 0,-1 0,1 0,-1 1,1 0,0 0,-1 0,1 0,-1 1,4 0,-3 1,0-1,0 1,1 0,-1 0,0 1,-1 0,1-1,0 2,-1-1,0 0,0 1,0 0,0 0,0 0,-1 0,0 1,0-1,0 1,0 0,-1 0,0 0,0 0,0 0,0 1,-1-1,0 1,0-1,-1 1,0-1,1 1,-2-1,1 1,-1-1,0 0,0 1,0-1,-1 0,1 1,-1-1,-1 0,1 0,-1 0,0-1,0 1,0-1,-1 0,-1 2,-39 20,43-25,0-1,0 1,-1-1,1 1,0-1,-1 1,1-1,0 0,-1 0,1 0,-1 0,1 0,0 0,-1 0,1 0,0-1,-1 1,1 0,0-1,-1 1,1-1,0 0,0 1,-1-1,1 0,0 0,0 0,0 0,0 1,0-2,0 1,1 0,-1 0,0 0,0 0,1-2,-1-1,1 1,0 0,0 0,0 0,1-1,-1 1,1 0,0 0,0 0,0 0,0 0,0 0,1 0,-1 0,1 1,0-1,0 0,0 1,0 0,1-2,11-13,0 0,1 1,1 1,0 1,1 0,1 1,0 1,2 0,-19 11,0 0,0 0,0 0,0 0,0 0,1 1,-1-1,0 0,1 1,-1-1,0 1,1 0,-1-1,0 1,1 0,-1 0,1 0,-1 0,0 0,1 0,-1 0,1 0,-1 1,0-1,1 1,-1-1,0 1,1-1,-1 1,0 0,0-1,1 1,-1 0,0 0,0 0,0 0,0 0,0 0,0 0,-1 1,1-1,0 0,-1 0,1 1,0-1,-1 0,0 1,1-1,-1 0,0 1,0-1,1 1,-1-1,0 1,5 24,-4-16,0 0,0 1,1-1,0 0,1 0,0-1,1 1,0 0,0-1,1 0,0 0,1 0,0-1,0 0,1 0,0 0,0-1,1 0,0-1,0 0,0 0,5 2,10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08:07.51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1,'16'7,"5"2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08:07.87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17 0,'-6'28,"2"1,0-1,2 1,2 0,0 0,2-1,2 9,-2-20,21 178,40 148,-54-298,-4-18,-4-17,0-1,0 0,1 0,0 0,1-1,0 1,0-1,1 1,0-1,1 0,0 0,4 5,-4-11,1 0,-1 0,0-1,1 0,0 0,-1 0,1-1,-1 0,1 0,0 0,-1-1,1 1,0-1,-1-1,1 1,-1-1,0 0,0 0,0-1,0 1,0-1,0 0,0-1,-1 1,1-2,3 1,9-5,0-1,-1-1,0-1,0 0,-1-1,-1 0,0-1,-1-1,10-14,-23 28,1 1,0 0,-1-1,1 1,-1 0,1-1,-1 1,1-1,-1 1,1-1,-1 1,1-1,-1 1,0-1,1 0,-1 1,0-1,0 1,1-1,-1 0,0 1,0-1,0 0,0 1,0-1,0 0,0 1,0-1,0 0,0 1,0-1,0 0,0 1,-1-1,1 0,0 1,0-1,-1 1,1-1,0 0,-1 1,1-1,-1 1,1-1,-1 1,1-1,-1 1,1 0,-1-1,1 1,-1 0,1-1,-1 1,0 0,0-1,-3 5,-1-1,1 1,0 0,0 0,0 0,1 0,-1 1,1-1,0 1,0 0,1 0,-1 0,1 0,0 0,1 1,-1-1,1 1,0-1,1 1,-1-1,1 1,0 2,1-3,0 0,0 0,1 0,-1 0,1 0,0 0,0 0,1 0,0-1,0 1,0-1,0 0,0 0,1 0,0 0,0-1,0 0,0 1,0-1,1-1,-1 1,1-1,0 1,4 0,24 10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08:08.06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185 28,'-16'-4,"-10"-2,-4 0,-1 1,2 2,0 1,6 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08:29.64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48,'25'-7,"22"-4,19-1,9 3,4 1,-8 8,-15 10,-18 4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08:29.88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1,'21'2,"19"1,20 0,18-1,13 0,8-1,-14-1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08:28.62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1 131,'16'9,"14"13,12 13,9 12,8 12,3 9,2 5,-1 2,-4-4,-3-9,-4-13,-11-14</inkml:trace>
  <inkml:trace contextRef="#ctx0" brushRef="#br0" timeOffset="314.394">937 37,'53'-37,"-52"37,-1 0,0 0,1 0,-1 0,0 0,1 0,-1 0,1 0,-1 0,0 0,1 1,-1-1,0 0,1 0,-1 0,0 0,1 1,-1-1,0 0,0 0,1 0,-1 1,0-1,0 0,1 1,-1-1,0 0,0 0,0 1,1-1,-1 0,0 1,0-1,0 0,0 1,0-1,0 1,0-1,0 0,0 1,0-1,0 0,0 1,0-1,0 0,0 1,0-1,0 1,-1-1,1 0,0 0,0 1,0-1,0 0,-1 1,1-1,0 0,0 1,-1-1,1 0,0 0,-1 0,1 1,0-1,0 0,-1 0,1 0,-1 0,-114 180,88-129,2 0,3 2,2 1,2 0,2 2,3-1,2 2,3 0,3 0,1 0,4 0,5 54,1-68,2-1,1 0,3 0,1-1,2-1,2 0,8 13,6 6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08:34.42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0,'20'23,"1"-1,0 0,2-2,0-1,1-1,1 0,1-2,0-1,1-2,1 0,2-1,-6 1,2-1,-1-2,2 0,-1-2,1 0,0-2,1-1,0-2,-1 0,1-2,20-2,-42 0,0 0,1 0,-1-1,0 0,0-1,0 1,-1-1,1 0,0-1,-1 1,0-1,0 0,0 0,-1-1,1 1,-1-1,0 0,0 0,-1-1,1 1,-1-1,-1 0,1 0,-1 0,0 0,0 0,0 0,-1-3,2 0,-1 1,-1-1,1 0,-1 0,-1 1,0-1,0 0,-1 0,0 0,-2-8,3 17,-1 0,1-1,0 1,-1 0,1-1,0 1,-1 0,1 0,-1 0,1-1,-1 1,1 0,0 0,-1 0,1 0,-1 0,1 0,-1 0,1 0,-1 0,1 0,-1 0,1 0,-1 0,1 0,0 1,-1-1,1 0,-1 0,1 0,0 1,-1-1,1 0,-1 0,1 1,0-1,-1 0,1 1,0-1,0 1,-1-1,1 0,0 1,0-1,-1 1,1-1,0 0,0 1,0-1,0 1,0-1,0 1,0-1,-8 19,0-1,2 1,0 0,1 0,1 1,1-1,0 1,2 0,0 0,2 3,2 60,3 1,5-1,2-1,5 0,3-1,3-1,9 12,16 62,-42-130,-2-11,0-1,-1 1,-1 0,0 1,-1-1,-1 0,0 1,0-1,-2 1,1-1,-2 4,-1-12,1-1,-1 1,0-1,0 0,-1 0,1 0,-1-1,0 1,0-1,0 0,0 0,0 0,-1-1,1 1,-1-1,0 0,0 0,0-1,0 0,0 0,0 0,0 0,0-1,0 1,-1-1,1-1,0 1,0-1,0 0,0 0,0 0,0-1,0 0,-1-1,-11 0,1-2,-1 0,1-1,1-1,-1-1,1 0,1 0,-1-2,2 0,-1 0,1-1,1-1,0 0,0-1,2 0,-1-1,2 0,-4-6,11 13,-1 1,2-1,-1 0,1 1,0-1,0 0,1 0,-1 1,2-1,-1 0,1 0,0 0,0 1,1-1,0 1,0-1,1 1,-1-1,1 1,1 0,-1 1,1-1,0 0,1 1,-1 0,1 0,0 0,0 1,0 0,1 0,0 0,5-3,18-9,0 1,1 2,0 1,1 1,0 1,0 2,1 2,1 0,-1 2,1 2,-1 1,5 1,-18-1,1 1,-1 0,1 2,-1 0,1 1,-1 1,0 0,-1 2,1 0,-1 2,12 5,-26-9,0-1,-1 1,1 0,-1 0,0 0,0 1,0-1,-1 1,1 0,-1-1,0 1,-1 0,1 0,-1 0,0 0,0 1,0-1,-1 0,0 0,0 1,0-1,-1 3,0-4,0 0,1 1,0-1,0 1,0-1,0 1,1-1,0 0,0 1,0-1,0 0,0 0,1 1,0-1,0 0,0-1,1 1,-1 0,1-1,0 1,0-1,0 0,0 0,0 0,1 0,0-1,-1 1,1-1,2 1,3 1,0-1,1 0,-1-1,1 0,-1-1,1 0,-1 0,1-1,0 0,0-1,-1 0,1 0,-1-1,1 0,-1-1,0 0,0 0,0-1,2-2,-6 2,-1-1,1 0,-1-1,0 1,-1 0,0-1,0 0,0 0,0 0,-1 0,0 0,0-1,-1 1,0-1,0 1,0-1,-1 1,0-1,0 1,-1-1,1 1,-2-1,1 1,-1-1,0 1,0 0,0 0,-1 0,0 0,0 0,-1 1,0-1,0 1,0 0,0 0,-1 1,0-1,-3-2,3 3,0 0,0 0,0 1,0-1,-1 1,1 0,-1 1,0-1,0 1,0 1,0-1,-1 1,1 0,0 0,0 0,-1 1,1 0,0 1,-1-1,1 1,0 0,0 1,0 0,0-1,0 2,0-1,0 1,1 0,-1 0,1 1,0-1,0 1,0 0,0 1,1-1,0 1,-1 0,2 0,-1 1,1-1,0 1,1 0,0-1,-1 1,2 0,-1 0,1 1,0-1,0 0,0 0,1 1,0-1,0 0,1 0,0 1,0-1,1 0,-1 0,1 0,0 0,1 0,1 3,16 23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08:34.74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0,'23'14,"23"18,22 19,20 25,13 25,4 26,-8 23,-18 18,-27 12,-42 5,-53-2,-60-4,-60-8,-2-33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08:32.58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1,'39'55,"1"-2,3-2,2-2,2-1,2-3,5 0,-42-34,1-1,0-1,0 0,1 0,1-2,-1 0,1 0,0-1,1-1,-1-1,1 0,0-1,7 0,-19-3,0-1,1 0,-1 0,0 0,0 0,0-1,-1 1,1-1,0 0,0 0,-1-1,0 1,1-1,-1 1,0-1,0 0,0 0,-1-1,1 1,-1 0,0-1,0 0,0 1,0-1,0 0,0-4,19-109,-21 12,-4 97,1 19,-7 202,9-93,6 0,5 0,5-1,6-1,31 104,-42-170,-10-51,-1-1,1 1,-1-1,1 1,-1-1,0 1,1-1,-1 1,1-1,-1 0,0 1,1-1,-1 0,0 1,1-1,-1 0,0 0,0 0,1 0,-1 0,0 0,0 0,1 0,-1 0,0 0,1 0,-1 0,0-1,0 1,1 0,-1 0,0-1,1 1,-1 0,1-1,-1 1,0-1,1 1,-1-1,1 1,-1-1,-13-10,0 0,1-1,1-1,0 0,0-1,1 0,1 0,1-1,-7-13,10 16,-1 0,2 0,0-1,0 1,1-1,1 0,0-1,0-3,3 12,-1 0,1 1,0-1,0 0,1 0,0 0,-1 1,1-1,1 0,-1 1,1-1,0 1,0 0,0-1,0 1,1 0,0 0,0 1,0-1,0 0,1 1,-1 0,1 0,3-3,8-1,-1 1,1 0,1 1,-1 0,1 1,0 1,0 1,0 0,0 1,0 0,0 2,0 0,0 1,11 2,-10-3,1 1,-1 1,1 1,-1 0,0 1,-1 1,1 1,-1 0,0 1,-1 0,0 2,0 0,-1 0,0 1,-1 1,2 4,-12-11,0 0,0 0,-1 1,0 0,0-1,0 1,-1 0,0 0,0 0,0 0,-1 0,0 0,0 0,-1 0,0 0,0-1,0 1,0 0,-1 0,0-1,0 1,-1-1,1 1,-1-1,-1 0,1 0,-1 0,1-1,-1 1,-1-1,1 0,-1 0,-2 1,-28 28,26-26,1 0,0 1,0 0,0 0,1 0,0 1,1 1,0-1,-1 3,7-10,0 0,0-1,0 1,0 0,0 0,1 0,-1 0,0 0,1 0,0-1,-1 1,1 0,0 0,0-1,0 1,0 0,0-1,0 1,1-1,-1 0,1 1,-1-1,0 0,1 0,0 0,-1 0,1 0,0 0,0 0,-1-1,1 1,0-1,0 1,0-1,0 0,0 1,-1-1,1 0,0 0,0-1,0 1,2 0,50 4,1-1,0-3,0-3,0-1,0-3,45-6,-11-1</inkml:trace>
  <inkml:trace contextRef="#ctx0" brushRef="#br0" timeOffset="815.38">1792 27,'53'62,"2"-1,47 36,-83-80,0-2,1 0,1-2,0 0,1-1,0-1,1-1,0-1,0-1,1-2,4 1,-21-5,-1-1,1 0,0 0,0 0,-1-1,1 0,0-1,0 1,-1-1,1 0,0-1,-1 0,1 0,-1 0,0-1,0 0,0 0,0-1,0 1,-1-1,1 0,-1-1,0 0,-1 1,3-4,2-8,-2 0,0 0,-1 0,0-1,-1 0,-1 0,-1-1,-1 1,0-1,-1 1,-1-1,-1-13,1 29,0-3,0 0,0 0,0 0,0 0,-1 0,0 0,0 0,0 0,-1 0,1 1,-1-1,0 0,-1 1,1 0,-1-1,2 5,-1 0,1-1,0 1,-1 0,1 0,0 0,-1 0,1 1,0-1,-1 0,1 0,0 1,0-1,-1 1,1-1,0 1,0 0,0-1,0 1,0 0,0 0,0 0,0-1,0 1,0 0,0 1,0-1,1 0,-1 0,0 0,1 0,-1 0,1 1,-1-1,1 0,0 1,-1-1,1 0,0 1,0-1,-6 21,0 1,2 0,0-1,1 1,2 0,0 1,2-1,0 0,2 0,0 0,7 20,11 37,3-1,31 69,-28-84,-4 0,-2 2,-3 1,4 37,-21-98,1 0,-1 0,0 0,0 1,0-1,-1 0,0 0,0 0,-1 1,0-1,0 0,0 0,-1 0,0 0,0 0,-1-1,1 1,-1 0,0-1,-1 0,1 0,-1 0,0 0,0 0,-1-1,1 0,-1 0,-4 2,1-4,0-1,0 0,0 0,0-1,0 0,0 0,0-1,0 0,0-1,0 0,0 0,1 0,-1-1,1 0,-1-1,1 0,0 0,1 0,-1-1,1 0,0 0,0-1,0 0,1 0,0 0,0 0,0-1,1 0,-1-2,0 3,1-1,0 0,0 0,1 0,0 0,0-1,0 1,1-1,0 0,1 0,0 0,0 0,1 0,0 0,0 0,0 0,1 0,1 0,-1 1,1-1,1 0,-1 1,1-1,1 1,-1 0,2-2,3-1,0 0,1 1,0 0,0 1,1 0,0 0,0 1,1 1,0-1,0 2,1 0,-1 0,2 0,20-5,-1 1,1 1,0 2,11 0,-22 3,0 0,-1 1,1 2,0 0,0 1,0 2,0 0,-1 1,4 2,-22-4,1 1,0-1,-1 1,1 0,-1 0,0 0,0 0,0 1,-1-1,1 1,-1 0,0 0,0 0,0 0,0 0,-1 0,0 0,1 1,-2-1,1 0,0 1,-1-1,0 1,0-1,0 0,-1 1,1-1,-1 1,0-1,0 0,-1 0,-1 3,0 35,4-14,3 0,0 0,1-1,2 1,1-2,1 1,1-1,6 10,29 87,-38-100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08:30.61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522 0,'-19'5,"-18"10,-16 19,-12 21,-8 25,-1 26,3 21,11 22,16 15,20 5,23-5,27-10,29-17,24-18,24-17,18-17,8-19,-18-20</inkml:trace>
  <inkml:trace contextRef="#ctx0" brushRef="#br0" timeOffset="1153.269">843 616,'3'21,"1"0,0 0,2-1,1 0,0 0,1 0,1-1,1 0,1-1,1 0,0 0,1-2,1 1,-3-4,0-1,1-1,1 0,-1-1,1 0,1-1,0 0,0-2,1 1,0-2,0 0,1 0,-1-2,1 0,0 0,0-2,2 0,-13-1,0-1,0 0,1 0,-1 0,0 0,0-1,0 0,0 0,0-1,0 1,0-1,-1 0,1 0,0-1,-1 1,0-1,1 0,-1 0,0-1,-1 1,1-1,-1 0,1 0,-1 0,0 0,-1 0,1-1,-1 1,1-1,-1-1,2-7,-1 0,0 0,-1 0,-1-1,0 1,0-1,-2 1,1-1,-2 0,0 1,-1-5,3 18,-1 1,1-1,0 0,0 0,0 1,0-1,0 0,-1 0,1 0,0 1,0-1,-1 0,1 0,0 0,0 1,0-1,-1 0,1 0,0 0,-1 0,1 0,0 0,0 0,-1 0,1 0,0 1,-1-1,1 0,0 0,0-1,-1 1,1 0,0 0,-1 0,1 0,0 0,0 0,-1 0,1 0,0 0,0-1,-1 1,1 0,0 0,0 0,-1-1,1 1,0 0,-4 21,0 0,1 0,1 0,2 0,0 20,1-25,7 146,27 138,-14-134,-17-143,-3-16,1 0,-1 0,0 0,-1 1,1-1,-2 0,1 0,-1 0,0 1,0-1,-1 0,-1 3,2-9,0 0,-1 0,1-1,0 1,-1 0,1-1,-1 1,1-1,-1 1,1-1,-1 0,1 1,-1-1,1 0,-1 0,0 0,1 0,-1-1,1 1,-1 0,1-1,-1 1,1-1,-1 1,1-1,0 0,-1 1,1-1,0 0,-1 0,1 0,0 0,0 0,0 0,0 0,0-1,0 1,0 0,0-1,0 1,-27-31,0 0,3-1,0-2,-14-28,26 42,3 5,1 4,2 0,0 0,0-1,1 0,1 0,0 0,0-2,5 14,-1-1,1 0,0 0,0 0,0 0,0 1,0-1,0 0,0 0,0 0,1 0,-1 1,1-1,-1 0,1 0,0 1,0-1,0 0,0 1,0-1,0 1,0 0,0-1,1 1,-1 0,0-1,1 1,-1 0,1 0,0 0,-1 1,1-1,0 0,64-15,-3 12,0 3,0 2,1 4,-2 1,20 8,-57-11,0 1,-1 2,0 0,0 2,0 0,20 12,-41-19,0 0,-1 0,1 0,-1 1,1-1,-1 1,1 0,-1 0,0 0,0 0,0 0,0 0,0 0,0 1,-1-1,1 1,-1-1,0 1,1 0,-1 0,-1-1,1 1,0 0,-1 0,1 0,-1 0,0 0,0 0,0 0,0 0,0 0,-1 0,-4 6,-1 0,0-1,0 0,-1-1,0 1,0-1,0 0,-1-1,0 0,-1 0,1-1,-1 0,0 0,-3 0,7-2,-75 39,98-42,17-7,-8 1,1 0,0 2,0 0,0 2,0 2,0 0,3 2,-27-1,1 0,0 0,0 0,0 1,-1-1,1 1,-1 0,1 1,-1-1,0 1,0 0,0 0,0 0,0 0,-1 1,0-1,1 1,-1 0,-1 0,1 0,-1 1,1-1,-1 1,0-1,-1 1,1 0,-1-1,0 1,0 0,0 0,-1 0,0 0,0 0,0 0,0 0,-1 0,0 0,-1 1,-1 3,0 0,-1 0,-1-1,1 0,-1 0,-1 0,0 0,0-1,0 0,-1 0,0-1,0 0,0 0,-1 0,0-1,0 0,-1-1,1 0,-1 0,0-1,0 0,0-1,0 0,-1 0,1-1,0 0,-1 0,1-1,-1-1,1 1,-1-2,-4 0,-9-4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04:54.961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10153 973,'-2'18,"-1"13,-2 11,-1 4,2-1,1-3,0-7,4-9,2-9</inkml:trace>
  <inkml:trace contextRef="#ctx0" brushRef="#br0" timeOffset="493.527">9939 653,'0'0,"0"1,0 0,0-1,0 1,0 0,0-1,1 1,-1-1,0 1,0-1,1 1,-1 0,0-1,1 1,-1-1,1 1,-1-1,1 0,-1 1,1-1,-1 1,1-1,-1 0,1 1,-1-1,1 0,-1 0,1 1,0-1,-1 0,1 0,0 0,-1 0,1 0,-1 0,1 0,0 0,-1 0,1 0,0 0,-1 0,1-1,122 25,-99-23,0 2,0 0,0 2,0 1,-1 1,0 1,0 0,-1 2,0 1,-1 1,0 0,-1 2,0 0,7 9,-19-12,0 1,-1 0,0 1,-1 0,-1 0,0 0,0 0,-1 1,-1 0,-1 0,0 0,0 0,-2 0,0 0,0 0,-1 0,-2 9,2 23,0-43,1-1,0 1,0-1,0 1,0-1,0 1,1-1,-1 1,1-1,-1 1,1-1,0 0,0 1,0-1,1 0,-1 0,0 0,1 0,-1 0,1 0,0 0,0 0,-1-1,1 1,0-1,1 1,-1-1,0 0,0 0,0 0,1 0,-1 0,1 0,-1-1,0 1,1-1,1 0,7 0,0-2,0 1,0-2,-1 1,1-2,-1 1,1-1,-1-1,0 0,-1 0,1-1,-1 0,0-1,-1 0,0 0,0-1,0 0,-1 0,0-1,-1 0,-1 4,-1 0,0-1,0 0,-1 1,0-1,0-1,0 1,-1 0,1-1,-2 1,1-1,-1 0,0 1,0-1,-1-2,0 7,-1 1,0 0,0 0,1 0,-1 0,0 0,0 1,0-1,0 0,0 0,0 0,0 1,0-1,-1 1,1-1,0 1,0-1,-1 1,1 0,0-1,0 1,-1 0,1 0,0 0,0 0,-1 0,1 0,0 1,-1-1,1 0,0 1,0-1,0 1,-1-1,1 1,0-1,0 1,0 0,0 0,0-1,0 1,0 0,0 0,0 0,1 0,-1 0,0 0,0 0,1 0,-1 1,-3 2,1 0,0 0,0 0,0 0,1 0,-1 1,1-1,0 1,0 0,1-1,-1 1,1 0,0 0,0 0,1 0,-1 0,1 0,0 0,1 0,-1 0,1 0,0 0,0 0,1 0,-1-1,1 1,0 0,0-1,1 1,-1-1,1 0,3 4,5-1,1 0,-1 0,1-1,1 0,-1-1,1-1,0 0,0-1,0 0,0-1,0 0,1-1,4 0,75 4,-3-4</inkml:trace>
  <inkml:trace contextRef="#ctx0" brushRef="#br0" timeOffset="-5564.135">1985 625,'5'-110,"-1"101,-1 28,-3 156,-12 82,-2 24,14-199,0-55</inkml:trace>
  <inkml:trace contextRef="#ctx0" brushRef="#br0" timeOffset="-4340.92">2145 1040,'3'-9,"34"-81,-36 90,0 0,0 0,0 0,-1 0,1 1,0-1,0 0,0 1,-1-1,1 1,0-1,-1 1,1-1,0 1,-1-1,1 1,-1 0,1-1,-1 1,1 0,-1 0,1-1,-1 1,0 0,1 0,-1-1,0 1,0 0,0 0,1 0,-1 0,0-1,0 1,0 0,0 0,-1 0,1 0,0 0,0-1,0 1,-1 1,1 0,13 102,20 96,-33-197,0-1,0 0,0 1,1-1,-1 0,0 0,1 0,0 1,-1-1,1 0,0 0,0 0,0 0,0 0,1 0,-1 0,0 0,1-1,-1 1,1-1,0 1,-1-1,1 1,0-1,0 0,0 0,0 0,0 0,0 0,1 0,-1-1,0 1,0-1,0 1,1-1,-1 0,0 0,0 0,1 0,-1 0,0-1,1 1,5-8,-1 1,0-1,-1-1,0 1,0-1,-1 0,0 0,0-1,-1 0,0 1,-1-1,0-1,-1 1,0 0,0-1,-1 1,-1-1,0-3,2-68,-7 74,0 21,3-8,0 1,1-1,-1 0,1 1,0 0,1-1,-1 1,1-1,0 1,0 0,1-1,0 1,0-1,0 1,1-1,0 1,0-1,0 0,1 0,-1 0,1 0,0 0,1-1,-1 1,1-1,0 0,0 0,0 0,0-1,1 1,0-1,0 0,-1-1,2 1,3 1,0-3,0 0,-1-1,1 0,0 0,0-1,-1 0,1 0,0-1,-1 0,0-1,1 0,-1 0,0-1,0 0,-1 0,1-1,-1 0,0 0,-1-1,1 0,-1 0,0-1,0 1,-1-1,0 0,0-1,-1 1,0-1,0 0,0 0,-1 0,-1-1,1-2,1-83,-7 128,3-19,0 1,1 0,1-1,0 1,1-1,1 1,0-1,1-1,6 13,-8-20,0-1,1 1,0-1,0 0,1 0,0-1,0 1,0-1,1 0,-1-1,1 1,0-1,0 0,1 0,-1-1,1 0,0 0,0-1,0 1,0-2,0 1,1-1,0 0,0 0,1-1,-1-1,0 1,1-1,-1-1,0 0,0 0,0 0,0-1,-1 0,1-1,-1 1,0-1,0-1,0 0,0 0,-1 0,0 0,0-1,0 0,-1-1,2-1,5-8,0-2,0 1,-2-2,0 1,-1-1,-1-1,-1 0,3-13,-7 22,1-1,-2 1,0-1,0 0,-1 0,-1 0,0-9,0 22,0 0,-1 0,1-1,0 1,0 0,-1 0,1-1,0 1,-1 0,1-1,0 1,-1 0,1-1,-1 1,1-1,-1 1,0-1,1 1,-1-1,1 1,-1-1,0 1,0-1,1 0,-1 0,0 1,1-1,-1 0,0 0,0 0,0 0,1 0,-1 0,0 0,0 0,1 0,-1 0,0 0,0 0,1 0,-1-1,0 1,0 0,1-1,-1 1,0 0,1-1,-1 1,0-1,1 1,-1-1,1 1,-1-1,1 0,-1 1,1-1,-1 0,1 1,0-1,-1 0,1 1,0-1,0 0,-5 20,1 1,1 0,0 0,2 1,1-1,0 0,1 0,1 1,1-1,1 0,1-1,7 19,-3 0,20 107,-5 0,-8 2,-3 54,-12-158,-3 191,-5-216,1-40,-11-254,5-469,23 576,-11 168,0 0,0 0,0 0,0-1,0 1,0 0,1 0,-1 0,0 0,0-1,1 1,-1 0,1 0,-1 0,1 0,0 0,-1 0,1 0,0 0,0 0,0 0,-1 1,1-1,0 0,0 0,0 1,0-1,0 0,0 1,1 0,-1-1,0 1,0-1,0 1,0 0,1 0,-1 0,0 0,0 0,0 0,1 0,-1 0,0 0,0 0,0 1,0-1,1 0,-1 1,0 0,16 9,-1 0,0 2,-1 0,0 0,-1 2,0 0,3 5,-8-9,3 1,-1 0,-1 1,0 0,-1 0,0 1,-1 1,0-1,-1 1,3 11,-9-23,-1 1,0 0,1-1,-1 1,0 0,0-1,-1 1,1-1,0 1,-1 0,0-1,1 1,-1-1,0 1,0-1,-1 0,1 1,0-1,-1 0,1 0,-1 0,0 0,0 0,0 0,0 0,0-1,0 1,0-1,-2 1,-72 32,72-33,-43 13,4-2</inkml:trace>
  <inkml:trace contextRef="#ctx0" brushRef="#br0" timeOffset="-3447.538">3710 1281,'30'-31,"-1"-2,-2-1,-1-1,-2-1,-1-1,-2-1,-2-1,3-11,-11 22,-2 0,-1-1,-2-1,0 1,-2-1,-1 0,-2 0,-1 0,-1 0,-2-10,-26-42,28 80,0 1,0-1,0 0,0 0,-1 1,1-1,0 1,-1-1,1 1,-1 0,0-1,1 1,-1 0,0 0,0 0,1 0,-1 0,0 1,0-1,0 1,0-1,0 1,0 0,0-1,0 1,0 0,0 0,0 1,0-1,0 0,0 1,0-1,0 1,0 0,0-1,0 1,0 0,0 0,1 0,-2 1,-3 4,-1 1,1 0,0 1,1-1,-1 1,2 0,-1 0,1 0,0 1,1 0,0-1,0 1,1 0,0 1,1 0,-10 47,2 0,3 1,3 0,2 0,2-1,4 1,1 0,9 30,-13-71,0 0,1 0,1 0,1 0,0-1,1 0,0 0,2-1,0 1,0-2,2 1,0-1,0 0,1-1,1-1,4 4,-12-13,1-1,-1 0,1 0,0 0,-1-1,1 1,0-1,0 0,0 0,0-1,0 0,0 0,0 0,0 0,0-1,0 0,0 0,0 0,0 0,0-1,-1 0,1 0,-1 0,1-1,-1 1,0-1,4-3,2-2,1-1,-1 0,0-1,-1 0,0-1,-1 0,0 0,-1-1,5-9,-5 8,-1 0,0 0,-1-1,-1 0,0 0,0 0,-2 0,0-1,0 1,-1-1,-1 1,-1-1,0 1,-2-9,3 21,0 0,0 0,-1 0,1 0,-1 0,0 0,1 0,-1 0,0 0,0 1,0-1,-1 0,1 1,0-1,-1 0,1 1,-1 0,1-1,-1 1,1 0,-1 0,0 0,0 0,0 0,0 0,0 0,1 1,-1-1,-1 1,1-1,0 1,0 0,0 0,0 0,0 0,0 0,0 0,0 1,0-1,0 1,0-1,0 1,0 0,0 0,1 0,-1 0,0 0,0 0,1 0,-1 1,1-1,-1 0,1 1,-1 0,1-1,0 1,0 0,-3 4,1 1,0 0,0 0,0 1,1-1,0 0,1 1,-1-1,2 1,-1-1,1 1,0 0,0-1,1 1,0 0,1-1,-1 0,2 1,-1-1,1 0,0 0,0 0,1 0,0-1,0 1,0-1,1 0,0 0,0-1,1 0,-1 1,1-2,0 1,1-1,4 3,77 27,-47-26</inkml:trace>
  <inkml:trace contextRef="#ctx0" brushRef="#br0" timeOffset="-2588.378">4472 1108,'15'69,"-12"-47,2 0,0 0,1 0,2-1,0 0,1-1,3 3,-11-20,0 1,1-1,0 0,-1 0,1-1,0 1,0 0,1-1,-1 1,1-1,-1 0,1 0,0 0,0 0,0 0,0 0,0-1,0 1,0-1,0 0,1 0,-1 0,0-1,1 1,-1-1,0 0,1 0,-1 0,1 0,-1 0,1-1,-1 0,0 1,0-1,1-1,-1 1,0 0,0-1,0 1,0-1,0 0,1-2,3-5,-2 0,1 0,-1-1,-1 0,1 0,-2 0,1 0,-2-1,1 1,-1-1,-1 0,0 0,0 1,-1-1,-1 0,0 0,0 0,-3-10,3 17,0 0,1-1,-2 1,1 0,0 0,-1 0,0 0,0 0,0 0,0 0,-1 0,1 1,-1 0,0-1,-2-1,3 5,0 0,0 0,0 0,1 1,-1-1,0 1,0-1,0 1,1-1,-1 1,0 0,1 0,-1 0,1 0,-1 0,1 0,-1 0,1 1,0-1,0 1,-1-1,1 0,0 1,0 0,0-1,1 1,-1 0,0-1,1 1,-1 0,1 0,-1 0,1-1,0 1,0 0,0 1,-3 4,1 1,0-1,0 1,1 0,0 0,0 0,1 0,0-1,0 1,1 0,0 0,0 0,1-1,0 1,0 0,1-1,0 0,0 1,1-1,0-1,0 1,1 0,0-1,0 0,0 0,1-1,-1 1,1-1,1-1,-1 1,1-1,0 0,0 0,0-1,0 0,1 0,-1-1,1 0,-1 0,1-1,0 0,6 0,-2-2,0-1,0-1,-1 0,1-1,-1 0,0-1,0 0,-1 0,1-1,-1-1,0 0,-1 0,0-1,0 0,0 0,-1-1,-1-1,1 1,-1-1,-1 0,0 0,-1-1,0 0,0 0,-1 0,0-1,-1 1,0-4,-3 14,1-1,-1 1,1-1,-1 1,0-1,0 1,0-1,1 0,-2 1,1-1,0 1,0-1,0 0,-1 1,1-1,-1 1,1-1,-1 1,0-1,1 1,-1 0,0-1,0 1,0 0,0 0,0 0,0-1,-1 1,1 0,0 0,0 1,-1-1,1 0,-1 0,1 1,-1-1,0 2,1 0,-1 0,1 0,-1 0,1 1,-1-1,1 0,0 1,0-1,-1 1,1-1,0 1,0 0,1-1,-1 1,0 0,1 0,-1 0,1 0,-1-1,1 1,0 1,-1-2,0 5,0 0,0 0,0 1,1-1,-1 0,1 0,1 0,-1 0,1 1,1-1,-1 0,1 0,0 0,0-1,0 1,1 0,0-1,0 0,1 0,-1 1,1-2,0 1,0 0,1-1,-1 0,1 0,4 2,4 3,-1-1,1-1,0 0,1-1,0-1,0 0,0-1,0 0,1-1,0-1,3 1,-1-2,-1 0,1-1,0-1,-1-1,0 0,1-1,-1 0,9-4,-18 4,-1 1,1-1,0 0,-1-1,0 1,0-1,0 0,0-1,-1 1,1-1,-1-1,-1 1,1 0,-1-1,0 0,0 0,0-1,-1 1,0-1,2-5,-3 5,1-1,-1 0,0 0,-1 0,0 0,0 0,-1 0,0 0,0 0,-1 0,0 0,-1 0,0 0,0 0,0 0,-1 1,0-1,-1 1,0 0,0 0,0 0,-5-6,8 12,0 0,0 0,1 1,-1-1,0 0,0 0,0 0,0 1,0-1,0 1,-1-1,1 1,0-1,0 1,0-1,0 1,-1 0,1 0,0 0,0 0,-1 0,1 0,0 0,0 0,-1 0,1 0,0 1,0-1,0 0,0 1,-1-1,1 1,0 0,0-1,0 1,0 0,0-1,0 1,0 0,1 0,-1 0,0 0,0 0,1 0,-1 0,0 0,1 0,-1 0,1 1,0-1,-1 0,1 0,0 1,-6 13,2-1,0 1,1 0,0 1,1-1,1 0,0 1,2 9,-1-18,0 0,0-1,1 1,0 0,0-1,1 1,0-1,0 0,0 1,1-1,0 0,0 0,0-1,1 1,0-1,0 0,1 0,-1 0,1 0,0-1,0 1,1-1,-1-1,4 2,9 3,1-2,0 0,0-1,1-1,-1-1,1-1,0-1,0 0,0-2,-1 0,1-1,0-1,-1-1,1-1,32-7</inkml:trace>
  <inkml:trace contextRef="#ctx0" brushRef="#br0" timeOffset="-1759.959">6009 1093,'16'38,"5"31,-13-42,0-1,1 0,2 0,1-1,6 10,-16-31,-1-1,1 0,0 0,0 0,0 0,0-1,1 1,-1-1,1 1,-1-1,1 0,0 0,0 0,0 0,0 0,0-1,0 1,0-1,1 0,-1 0,1 0,-1 0,0-1,1 1,-1-1,1 0,0 0,-1 0,1-1,-1 1,0-1,1 0,-1 0,1 0,-1 0,3-2,4-6,0 0,-1-1,0 0,0-1,-1 0,-1 0,0-1,0 0,-1 0,-1-1,0 1,0-1,-1 0,-1 0,-1-1,1 1,-2-1,0 1,-1-1,0-7,-1 87,3-58,0-1,0 1,1-1,0 1,0-1,1 0,0 0,0-1,0 1,1-1,0 0,0 0,1 0,0-1,0 0,0 0,0 0,1-1,0 0,0 0,0-1,0 0,0 0,1-1,-1 1,1-2,0 1,0-1,-1 0,1-1,0 0,0 0,0-1,0 0,0 0,-1-1,1 0,-1 0,1-1,-1 1,5-4,-1-2,-2 0,1 0,-1-1,0-1,-1 1,0-1,-1-1,0 1,0-1,-1-1,-1 1,0-1,1-2,5-20,-1-1,-1 0,-2 0,-1-4,9-92,-6 0,-5-1,-11-97,5 198,2 11,-1 1,-1 0,-1-1,-1 1,0 0,-4-7,8 26,0 0,0 1,0-1,0 1,0-1,0 1,0-1,-1 1,1-1,0 1,0-1,0 0,0 1,-1-1,1 1,0-1,0 0,-1 1,1-1,0 0,-1 1,1-1,0 0,-1 0,1 1,-1-1,1 0,0 0,-1 1,1-1,-1 0,1 0,-1 0,1 0,0 0,-1 0,1 0,-1 0,1 0,-1 0,1 0,-1 0,1 0,-1 0,1 0,0 0,-1-1,1 1,-1 0,1 0,0 0,-1-1,1 1,-1 0,1-1,0 1,-1 0,-5 30,1 0,2 1,1-1,1 26,1-25,-1 49,4 1,4-1,3 0,10 31,-10-68,1 0,3-1,1 0,2-1,2-1,1-1,3-1,22 29,-37-53,2-1,0-1,0 0,1 0,1-1,0-1,0 0,1 0,0-1,1-1,0 0,0-1,1-1,0 0,0-1,0 0,0-1,13 1,-24-5,-1-1,1 1,0-1,-1 1,1-1,0 0,-1 0,1-1,-1 1,0-1,1 1,-1-1,0 0,0 0,0-1,0 1,-1-1,1 1,0-2,17-24</inkml:trace>
  <inkml:trace contextRef="#ctx0" brushRef="#br0" timeOffset="-1499.466">6276 625,'37'-2,"38"-3,42-5,36-4,32-1,18 0,-26 2</inkml:trace>
  <inkml:trace contextRef="#ctx0" brushRef="#br0" timeOffset="-435.566">7653 1228,'-3'-9,"0"1,-1 0,1 0,-2 0,1 1,-1 0,0-1,0 2,-1-1,0 0,-1 1,1 0,-1 1,0 0,0 0,-1 0,1 1,-1 0,0 0,-1 1,1 0,0 1,-1-1,1 2,-1-1,0 1,0 1,1-1,-1 1,0 1,0 0,1 0,-9 3,11-2,0 1,1 1,-1-1,1 1,0 0,0 0,1 0,-1 1,1-1,0 1,0 0,0 1,1-1,0 0,0 1,0 0,1 0,-1 0,2 0,-1 0,1 0,0 0,0 1,0-1,1 0,0 1,0-1,1 1,0-1,0 0,0 0,1 0,0 1,0-2,1 1,-1 0,1 0,0-1,1 1,0-1,-1 0,2 0,-1-1,0 1,3 1,-1-3,0 0,0 1,1-2,0 1,-1-1,1 0,0 0,0-1,0 0,0 0,0-1,0 0,0 0,0-1,0 1,0-1,0-1,0 0,0 0,-1 0,1-1,-1 0,1 0,-1 0,0-1,0 0,-1 0,1-1,-1 1,0-1,0 0,0-1,-1 1,0-1,0 0,0 0,-1 0,0-1,0 1,0-3,0 1,0 0,0-1,-1 1,0-1,0 0,-1 1,0-1,-1 0,0 0,-1 0,0-5,1 14,0 1,-1-1,1 0,0 0,0 1,-1-1,1 0,0 0,0 1,-1-1,1 0,0 0,-1 0,1 0,0 1,0-1,-1 0,1 0,0 0,-1 0,1 0,-1 0,1 0,0 0,-1 0,1 0,0 0,-1 0,1 0,0 0,-1 0,1 0,0-1,-1 1,1 0,0 0,0 0,-1 0,1-1,0 1,-1 0,1 0,0-1,0 1,0 0,-1 0,1-1,0 1,0 0,0-1,0 1,-1 0,1-1,0 1,0 0,0-1,0 1,0 0,0-1,0 1,0 0,0-1,0 1,0 0,0-1,0 1,0 0,1-1,-1 1,0-1,-10 27,8-17,0 1,0 0,1-1,0 1,1 0,0-1,1 1,0 0,0-1,1 1,0-1,1 0,0 1,1-1,-1 0,2-1,-1 1,1-1,1 0,-1 0,1 0,1-1,-1 0,1 0,1-1,-1 0,1 0,7 4,-12-9,0 0,0 0,-1 0,1 0,0-1,0 0,0 1,0-1,0 0,1 0,-1-1,0 1,0 0,-1-1,1 0,0 0,0 0,0 0,0 0,-1-1,1 1,0-1,-1 0,0 1,1-1,-1 0,0 0,0-1,0 1,0 0,0-1,-1 1,1-2,4-6,0 0,-1-1,0 0,-1 1,-1-1,1-1,-2 1,1-4,2-11,-2-1,-1 0,-1 0,-1 1,-1-1,-1 0,-4-12,-23-22,88 71,24-3,72 16,-152-22,1 0,0 0,-1 0,0 1,1-1,-1 1,0 0,0 0,0 0,0 0,0 1,0-1,-1 1,1 0,-1 0,0 0,0 0,0 0,0 0,-1 0,1 1,-1-1,1 1,-1-1,0 1,-1-1,1 1,-1 3,0 58,-1-58,-1 0,2 1,-1-1,1 0,0 0,0 1,1-1,0 0,0 0,1 0,0 0,0 0,1 0,0-1,0 1,0-1,1 1,0-1,0 0,0-1,1 1,0-1,5 2,0-1,1-1,0 0,0 0,0-1,0 0,1-1,-1-1,1 0,0 0,0-1,0 0,0-1,0-1,-1 0,1 0,0-1,0-1,-1 0,1-1,-1 0,0 0,0-1,-1-1,0 1,1-2,1-2,-5 4,-1 0,0-1,-1 0,1 0,-1 0,0-1,-1 1,0-1,0 0,0 0,-1-1,0 1,0-1,-1 0,0 0,0 0,-1 1,0-2,-1 1,1 0,-1 0,-1 0,0 0,0 0,-1 0,1 0,-2 1,1-1,-1 0,0 1,-1 0,-3-6,5 10,-1 0,0 1,1-1,-1 1,0-1,-1 1,1 0,0 0,0 1,-1-1,1 1,-1-1,0 1,1 0,-1 0,0 1,1-1,-1 1,0 0,0 0,0 0,1 0,-1 1,0-1,0 1,1 0,-1 0,1 1,-1-1,1 1,-1 0,1 0,0 0,0 0,0 0,0 1,0-1,0 1,1 0,-1 0,1 0,0 0,0 0,0 0,0 1,1-1,-1 0,1 1,0 0,-2 2,1 0,0 0,0 0,1 0,-1 1,1-1,1 1,-1-1,1 1,0-1,1 1,0-1,0 0,0 1,1-1,-1 0,2 0,-1 0,1 0,0 0,0 0,0-1,1 1,0-1,0 0,0 0,1-1,3 4,5 3,2-1,0 0,0-1,0-1,1 0,0-1,1-1,0 0,0-1,6 0,176 24,-195-29,121 10</inkml:trace>
  <inkml:trace contextRef="#ctx0" brushRef="#br0" timeOffset="4762.007">17158 760,'-125'-7,"120"8,1-1,-1 1,0-1,1 1,-1 1,1-1,-1 1,1-1,0 1,0 0,0 1,0-1,0 1,0 0,1 0,-1 0,1 0,0 1,0-1,0 1,0 0,1 0,-1 0,1 0,0 1,1-2,0-1,1 1,-1 0,1 0,-1 0,1 0,0 0,0 0,1 0,-1 0,0 0,1-1,0 1,0 0,0 0,0 0,0-1,0 1,1-1,-1 1,1-1,0 1,-1-1,1 0,0 0,1 0,-1 0,0 0,1 0,79 38,-43-31,0-1,1-3,0-1,0-1,0-3,-1-1,38-7,-66 8,0-1,1 0,-1-1,0-1,0 0,0 0,-1-1,1 0,-1-1,0 0,0-1,0 0,-1-1,1 0,-9 6,-1 0,1 0,0 0,0 0,-1 0,1 0,0 0,-1 0,0 0,1 0,-1-1,1 1,-1 0,0 0,0-1,0 1,0 0,0 0,0-1,0 1,0 0,0 0,-1-1,1 1,0 0,-1 0,1 0,-1 0,1-1,-1 1,0 0,1 0,-1 0,0 0,0 0,0 1,0-1,0 0,0 0,0 0,0 1,0-1,0 1,0-1,0 1,0-1,-58-10,58 11,1 0,-1 0,0 0,1 0,-1 0,0 0,1 0,-1 0,0 1,1-1,-1 0,1 1,-1-1,1 0,-1 1,0-1,1 0,0 1,-1-1,1 1,-1-1,1 1,-1-1,1 1,0 0,-1-1,1 1,0-1,0 1,0 0,-1-1,1 1,0 0,0-1,0 1,0 0,0-1,0 1,0 0,0-1,0 1,0 0,1-1,-1 1,0-1,0 1,1 0,-1-1,0 1,1-1,-1 1,0-1,1 1,-1-1,1 1,-1-1,1 1,-1-1,1 0,0 1,33 27,-11-18,1 0,0-2,0-1,1 0,-1-2,1-1,1-1,-1-1,0-2,0 0,9-2,7-4,-40 6,0 0,0 0,-1-1,1 1,0 0,0 0,0-1,-1 1,1-1,0 1,0-1,-1 1,1-1,0 1,-1-1,1 0,0 1,-1-1,1 0,-1 1,1-1,-1 0,0 0,1 0,-1 1,0-1,0 0,1 0,-1 0,0 0,0 0,0 1,0-1,0 0,0 0,0 0,0 0,-1 0,1 0,0 1,0-1,-1-1,-4-5,0-1,-1 1,0 0,-1 0,0 1,0 0,0 0,0 1,-1-1,0 2,0-1,-5-1,11 4,-29-14,-1 0,-1 2,1 2,-2 1,0 1,-12-1,128 12,304 1,-374-2,-7-1,-1 1,0-1,1 0,-1 1,0 0,1 0,-1 0,0 1,1 0,-1-1,0 1,1 1,-1-1,0 1,0-1,0 1,0 0,-1 1,1-1,0 1,-1-1,0 1,0 0,0 1,0-1,0 0,0 1,-1-1,2 4,-2 36,-3-40,0 1,1 0,0 0,0 0,0-1,0 1,0 0,1 0,0 0,0-1,0 1,0 0,0-1,1 1,-1-1,1 0,0 1,0-1,1 0,-1 0,0 0,1 0,0-1,0 1,0-1,2 2,5 0,-1 0,1-1,0-1,0 0,0 0,0-1,0 0,1-1,-1 0,0 0,0-1,0-1,0 1,0-2,0 1,0-2,6-2,-11 4,0-1,0 0,0 0,0 0,0-1,-1 1,0-1,0 0,0-1,0 1,-1-1,1 1,-1-1,0 0,-1 0,1 0,-1-1,0 1,-1-1,1 1,-1-1,0 1,0-1,-1 0,1 0,-1 1,-1-1,1 0,-1 0,0 1,0-1,-2-3,4 8,-1 1,0-1,0 0,0 0,0 0,0 0,0 0,0 0,0 0,0 1,-1-1,1 0,0 0,0 0,-1 0,1 1,-1-1,1 0,0 0,-1 1,0-1,1 0,-1 1,1-1,-1 0,0 1,1-1,-1 1,0-1,0 1,1-1,-1 1,0 0,0-1,0 1,0 0,1 0,-1 0,0 0,0-1,0 1,0 0,0 0,0 1,0-1,1 0,-1 0,0 0,0 1,0-1,0 0,1 1,-1-1,0 1,-2 5,2 0,-1 0,1 1,0-1,0 0,0 1,1-1,0 1,0-1,1 1,0-1,0 0,1 1,-1-1,1 0,1 0,-1 0,3 3,-1-2,1-1,0 0,0 0,1-1,-1 1,2-1,-1 0,0-1,1 1,0-1,0 0,0-1,0 0,0 0,1-1,0 0,-1 0,1 0,0-1,0-1,0 1,0-1,0 0,-1-1,1 0,0 0,0-1,-1 0,1 0,0-1,-1 0,0 0,0-1,0 0,0 0,-1 0,1-1,-1 0,0 0,-1-1,1 0,-1 0,0 0,2-5,-1-3,-1 1,0-1,-1-1,-1 1,0 0,-1-1,-1 0,0 1,-1-15,0 82,3-40,0-1,1 0,1 0,0 0,0-1,1 0,1 0,0 0,0-1,1 0,0 0,1-1,0 0,0 0,1-1,0-1,1 1,0-2,0 1,2-1,19 9</inkml:trace>
  <inkml:trace contextRef="#ctx0" brushRef="#br0" timeOffset="5406.624">19123 331,'-2'1,"0"0,0 1,0-1,1 0,-1 1,0-1,0 1,1-1,-1 1,1 0,-1 0,1-1,0 1,0 0,0 0,0 0,0 1,0-1,0 0,1 0,-1 0,1 1,0-1,-1 0,1 0,0 1,1 1,-2-1,-2 25,1 0,1 0,1-1,2 1,0 0,2-1,2 1,0-1,1 0,3 2,35 53,-43-80,-1 0,1 0,0 0,0 0,-1 0,1-1,1 1,-1-1,0 1,0-1,0 0,1 0,-1 0,1 0,-1 0,1 0,-1-1,1 1,-1-1,1 0,-1 0,1 0,0 0,-1 0,1 0,-1-1,1 1,-1-1,1 0,-1 0,1 0,-1 0,0 0,1 0,43-39,-41 35,-1 0,1 0,0 1,0 0,0-1,1 2,-1-1,1 1,0-1,0 2,0-1,1 1,-1 0,3-1,-7 4,0 0,0-1,0 1,0 0,1 0,-1 0,0 1,-1-1,1 0,0 1,0-1,0 1,-1 0,1 0,-1-1,0 1,1 0,-1 0,0 0,0 0,0 1,0-1,-1 0,1 0,0 1,-1-1,0 0,0 1,1-1,-1 0,-1 0,1 1,0-1,0 0,-1 2,3 11,-1 0,0 0,-1 0,0 1,-2-1,0 0,0 0,-1 0,-1 0,-1-1,0 1,-1-1,-6 11,12-23,-1 0,0 0,0-1,0 1,0 0,-1 0,1 0,0-1,-1 1,1-1,-1 1,0-1,1 0,-1 1,0-1,0 0,0 0,0 0,0 0,0-1,0 1,0-1,0 1,0-1,0 0,-1 1,1-1,0 0,0 0,0-1,0 1,0 0,-1-1,1 1,0-1,0 0,0 0,0 0,0 0,1 0,-1 0,0 0,0-1,1 1,-1 0,1-1,-1 0,1 1,-1-1,0-1,0-6,0 0,0-1,1 1,0 0,1 0,0-1,0 1,1 0,0 0,1-1,0 1,0 0,1 1,0-1,1 0,0 1,0 0,1-1,0 2,0-1,0 1,1 0,1 0,-1 0,1 1,0 0,1 0,-1 1,1 0,0 0,0 1,1 0,-1 0,1 1,0 0,8-1,-5 1,0 0,1 1,0 0,-1 1,1 0,0 1,-1 0,1 1,-1 1,1 0,-1 1,1 0,-1 1,6 2,-14-3,1 1,-1-1,0 1,-1-1,1 1,-1 0,0 1,1-1,-2 1,1-1,-1 1,1 0,-1 0,-1 0,1 0,-1 0,0 0,0 0,0 1,-1-1,1 0,-1 0,-1 1,0 4,1-3,0 0,0 0,0 0,1 0,0 0,1 0,0 0,0-1,0 1,0-1,1 1,0-1,1 0,0 1,21 7,-11-12</inkml:trace>
  <inkml:trace contextRef="#ctx0" brushRef="#br0" timeOffset="5920.432">19591 439,'8'-2,"-1"0,1 1,0 0,0 0,-1 1,1 0,0 1,0-1,-1 1,1 1,0 0,-1 0,4 1,-4-1,7 1,-1 0,1 1,-1 0,1 1,-1 1,-1 0,1 1,-1 0,0 1,-1 0,1 1,-2 0,1 1,-2 0,1 1,-1 0,-1 0,0 1,0 0,-1 0,4 12,7 66,-17-76,1 0,1 0,0 0,0-1,2 1,-1-1,7 11,-10-22,1 1,-1 0,1-1,0 0,-1 1,1-1,1 0,-1 0,0 0,0 0,1-1,-1 1,1 0,-1-1,1 0,0 0,0 0,-1 0,1 0,0 0,0-1,0 1,0-1,0 0,0 0,0 0,0 0,0-1,0 1,0-1,0 1,-1-1,1 0,0 0,0-1,5-1,0-1,0-1,0 0,-1 0,1 0,-1-1,0 0,-1 0,0-1,0 0,0 0,4-6,-1-1,0 0,-2-1,1 0,-2 0,0 0,-1-1,0 1,0-5,-8 7,-7 27,6-9,1 1,1 0,-1 0,1 0,0 0,0 0,1 0,-1 0,2 1,-1-1,1 1,-1-1,2 1,-1-1,1 0,0 1,0-1,1 0,0 0,0 1,0-2,1 1,0 0,0 0,1-1,-1 0,1 1,0-1,0-1,1 1,3 3,7-1,0 0,1-1,-1-1,1 0,0-1,0-1,0 0,1-1,14-1,34 3</inkml:trace>
  <inkml:trace contextRef="#ctx0" brushRef="#br0" timeOffset="6560.876">20969 706,'-5'-8,"0"0,0 1,0-1,-1 1,-1 0,1 0,-1 1,0 0,0 0,-1 1,1 0,-1 0,0 1,-1-1,1 2,-1-1,0 2,0-1,0 1,0 0,0 1,0 0,0 0,-1 1,1 0,-1 1,5 1,0 0,0 1,0-1,0 1,1 0,-1 0,1 0,0 1,0 0,0 0,0 0,1 0,0 0,-1 1,2-1,-1 1,0 0,1 0,0 0,0 0,1 0,-1 1,1-1,0 0,1 1,-1-1,1 1,0-1,1 1,-1-1,1 1,0-1,0 0,1 0,-1 1,1-1,0 0,1 0,-1-1,1 1,0 0,0-1,1 0,-1 1,1-1,0-1,0 1,1 0,4 1,1 0,-1 0,1-1,0-1,0 1,0-2,1 1,-1-2,1 1,-1-1,1-1,-1 0,1 0,0-1,-1-1,1 1,-1-2,0 0,0 0,0 0,0-1,0-1,-1 0,2-2,-6 4,0-2,-1 1,1-1,-1 1,0-1,-1 0,1 0,-1-1,0 1,0-1,-1 0,1 0,-3 38,0-26,1 0,0 0,0 0,0 0,1 0,0 0,1-1,-1 1,1-1,0 1,0-1,1 0,-1 0,1-1,0 1,0-1,1 1,0-1,-1-1,1 1,0-1,1 0,-1 0,1 0,-1-1,1 1,0-2,0 1,0 0,0-1,0 0,0-1,0 0,0 1,0-2,0 1,3-1,-3 0,1 0,-1 0,0-1,1 0,-1 0,0-1,0 1,0-1,-1 0,1-1,-1 0,0 1,0-2,0 1,0-1,-1 1,1-1,-1 0,-1-1,1 1,-1-1,0 0,0 1,1-5,5-14,-1 0,-1-1,-1 0,-1 0,1-18,18-349,-23 351,0 13,-6-122,5 149,0 0,0 0,1 0,-1 0,0 0,0 0,0 0,0 0,0 0,0 0,0 0,0 0,-1 0,1 0,0 0,-1 0,1 0,0 0,-1 0,1 0,-1 0,1 0,-1 1,0-1,1 0,-1 0,0 1,0-1,0 0,1 1,-1-1,0 1,0-1,0 1,0-1,0 1,0 0,0-1,0 1,0 0,0 0,0 0,0 0,0 0,0 0,0 0,0 0,0 0,0 0,0 1,0-1,0 0,0 1,0-1,0 1,0-1,0 1,1-1,-1 1,0 0,0-1,0 2,-10 11,1 1,0 1,1 0,0 1,1-1,1 1,1 1,0-1,1 1,1 0,-1 10,0-3,1 1,1-1,1 0,1 1,2-1,0 1,1-1,2 1,0-1,2 0,1-1,0 0,2 0,0 0,2-1,2 3,0-3,0 0,1-2,1 1,0-2,2 0,0-1,2-1,0 0,0-1,2-2,0 0,0-1,1-1,8 2,-25-11,1-1,0 0,0-1,0 0,1 0,-1 0,0-1,0 1,0-2,1 1,2-1,15-7</inkml:trace>
  <inkml:trace contextRef="#ctx0" brushRef="#br0" timeOffset="6811.53">21102 385,'16'0,"19"0,21 0,20 0,15 2,10 6,2 3,-8 5,-20-1</inkml:trace>
  <inkml:trace contextRef="#ctx0" brushRef="#br0" timeOffset="7061.051">21744 719,'-23'99,"22"-95,1-1,0 0,0 1,1-1,-1 1,1-1,0 0,0 0,0 1,0-1,0 0,1 0,-1 0,1 0,0 0,0 0,0-1,0 1,1-1,-1 1,1-1,-1 0,1 0,0 0,0 0,0 0,0-1,0 1,6 1,0 0,0-1,0 0,0 0,0-1,0 0,1 0,-1-1,0 0,0-1,1 0,-1-1,0 0,0 0,5-2,-9 2,1 0,0-1,-1 1,0-1,0 0,1 0,-2 0,1-1,0 0,-1 0,0 0,0-1,0 1,0-1,-1 0,1 0,-2 0,1 0,0-1,-1 1,0-1,0 1,-1-1,1-3,-1 2,-1 0,0 0,0 0,-1-1,0 1,0 0,-1 0,0 0,0 0,-1 1,1-1,-1 1,-1-1,1 1,-1 0,-1 0,1 0,-1 1,0 0,0 0,0 0,-1 0,1 1,-1 0,0 0,-1 0,1 1,0 0,-1 1,0-1,0 1,0 0,0 1,0-1,0 2,-3-1,-4-1,-1 1,0 0,0 2,0-1,1 2,-1 0,0 1,0 0,9-2,0 1,0 0,0 0,0 1,0-1,1 1,-1 0,1 1,-1-1,1 1,1 0,-1 1,0-1,1 1,0 0,0 0,0 0,1 1,-2 3,3-5,0 0,1 1,0-1,0 0,0 1,1-1,-1 1,1-1,0 1,0-1,1 1,-1-1,1 1,0-1,0 0,1 1,-1-1,1 0,0 0,0 0,0 0,1 0,0-1,-1 1,1-1,0 0,0 1,1-1,2 2,5 3,0 0,0 0,0-1,1-1,0 0,1 0,-1-1,1-1,4 1,35 6</inkml:trace>
  <inkml:trace contextRef="#ctx0" brushRef="#br0" timeOffset="7244.775">22104 318,'-20'-7,"-12"-2,-4 1,1 3,6 8,9 7,8 9,12 9,11 7,3-1</inkml:trace>
  <inkml:trace contextRef="#ctx0" brushRef="#br0" timeOffset="7414.54">22171 920,'18'6,"18"4,13-2,13-1,9-2,6-4,2-7,-13-2</inkml:trace>
  <inkml:trace contextRef="#ctx0" brushRef="#br0" timeOffset="1496.921">12346 1014,'20'-16,"0"1,0-2,-2-1,0 0,-1-1,-1-1,-1-1,0 0,-2-1,-1 0,0-1,-2-1,-1 1,0-2,-2 1,-1-1,-1 0,-1 0,-1-1,-1 1,-1-1,-2 1,0-1,-2 0,1 16,-1 1,0 0,0 0,-1 0,0 0,-1 1,0-1,0 1,-3-3,6 8,0 1,0-1,-1 1,1-1,-1 1,1 0,-1 0,0 0,0 0,1 1,-1-1,-1 1,1-1,0 1,0 0,0 0,-1 1,1-1,0 1,-1 0,1-1,0 1,-1 1,1-1,0 0,-1 1,1 0,-2 0,-2 2,1 0,0 1,0 0,0 0,0 0,1 0,0 1,0 0,0 0,0 0,1 1,0 0,0 0,0 0,1 0,0 0,0 1,-1 3,-29 125,29-103,1 0,2 0,2 0,0-1,2 1,2 0,1-1,4 11,-7-29,1 0,0 0,2 0,-1-1,1 0,1 0,0 0,1-1,0 0,1 0,0-1,0 0,1-1,1 0,-1-1,1 0,1 0,0-1,0-1,8 4,-11-7,0 0,0 0,1-1,-1 0,1 0,-1-1,1 0,0-1,-1 0,1-1,-1 0,1 0,-1-1,1 0,-1-1,0 0,0-1,0 1,0-2,-1 1,1-1,-1-1,-1 1,1-1,-1 0,0-1,0 0,-1 0,0-1,0 0,0 0,-1 0,-1 0,1-1,-2 0,1 0,-1 0,0 0,0-6,-4-13,1 28,0-1,0 1,0 0,0-1,0 1,0-1,0 1,0 0,-1-1,1 1,0-1,0 1,0 0,0-1,-1 1,1 0,0-1,0 1,-1 0,1-1,0 1,0 0,-1 0,1-1,0 1,-1 0,1 0,-1 0,1-1,0 1,-1 0,1 0,0 0,-1 0,1 0,-1 0,1 0,0 0,-1 0,1 0,-1 0,1 0,0 0,-1 0,1 0,-1 0,1 0,0 1,-1-1,1 0,0 0,-1 0,1 1,0-1,-1 0,1 0,0 1,-1-1,1 0,0 1,0-1,-3 4,1 0,0 0,0 0,1 0,-1 0,1 1,0-1,0 0,1 1,-1-1,1 1,0-1,0 0,0 1,1-1,0 1,-1-1,2 0,-1 0,0 1,1-1,0 0,0 0,0 0,0-1,1 1,-1 0,1-1,0 0,0 1,3 1,2 2,0-1,0 0,1 0,-1-1,1 0,1-1,-1 0,1 0,-1-1,1 0,0-1,0 0,1 0,-1-1,6-1,-11 1,0-1,0 0,0 0,0 0,-1-1,1 0,0 0,-1 0,1 0,0-1,-1 0,1 0,-1 0,0 0,0-1,0 1,0-1,0 0,-1-1,1 1,-1 0,0-1,0 0,0 0,0 0,-1 0,0 0,1-1,-2 1,1 0,0-1,-1 0,1-2,-2 2,1 1,-1 0,0 0,0-1,0 1,0 0,-1 0,0-1,0 1,0 0,0 0,-1 0,0 0,1 0,-1 1,-1-1,1 0,-1 1,1 0,-1-1,0 1,0 0,0 0,0 1,-1-1,1 1,-1-1,-1 1,-4-3,-1 0,1 1,-1 0,-1 0,1 1,0 1,-1-1,1 2,-1 0,-8 0,11 0,1 1,0 0,0 0,0 0,0 1,0 1,0-1,0 1,0 0,0 1,1-1,-1 1,1 1,0-1,0 1,0 0,0 0,1 1,-1 0,1 0,0 0,1 0,-1 1,1 0,1 0,-1 0,-1 4,5-6,-1 0,1 0,0 0,1 0,-1 0,1 0,-1 0,1 0,0 0,1 0,-1-1,1 1,0 0,-1-1,2 1,-1-1,0 0,1 1,-1-1,1 0,0-1,0 1,0 0,0-1,1 0,-1 0,1 0,2 1,36 22</inkml:trace>
  <inkml:trace contextRef="#ctx0" brushRef="#br0" timeOffset="2210.638">13548 920,'-9'-8,"-1"1,0 1,0 0,0 1,-1 0,0 0,0 1,0 0,-1 1,1 1,-1 0,0 0,1 1,-1 0,0 1,0 1,-11 1,18 0,1-1,-1 1,1 0,-1 1,1-1,0 1,0 0,0 0,1 0,-1 0,0 1,1-1,0 1,0 0,0 0,1 0,-1 1,1-1,0 0,0 1,1 0,-1-1,1 1,0 0,0 0,0 0,1-1,0 1,0 0,0 0,1 0,-1 0,1 0,0-1,1 1,-1 0,1-1,0 1,0-1,0 1,1-1,-1 0,1 0,0 0,0 0,1-1,-1 1,2 0,2 0,1-1,-1 0,0 0,1-1,0 0,0 0,0 0,0-1,0-1,0 1,0-1,0-1,0 1,0-1,-1-1,1 0,0 0,0 0,-1-1,1 0,-1 0,0-1,0 0,0 0,-1-1,1 0,-1 0,0 0,-1-1,1 0,-1 0,0-1,0 1,-1-1,0 0,0 0,-1 0,0-1,0 1,-1-1,1-3,-5 5,-5 29,8 2,0 0,2 1,1-1,1-1,1 1,1-1,1 0,1 0,2 1,-4-8,35 86,-24-65,-2 1,-1 0,-2 1,-2 1,-1 0,-2 0,-2 1,-1 24,-4-62,-1 0,0 1,1-1,-2 0,1 0,0 1,-1-1,0 0,0 0,0 0,0 0,-1 0,0 0,0 0,0-1,0 1,0 0,-1-1,1 0,-1 1,0-1,0 0,0-1,-1 1,1 0,-1-1,1 0,-1 0,0 0,0 0,0-1,-3 2,-3-5,1 1,-1-1,1 0,-1-1,1 0,0-1,0 0,1 0,-1-1,1 0,0 0,0-1,0 0,1 0,0-1,0 0,1 0,0-1,0 0,1 0,0 0,0-1,0-1,-1-2,0-1,1 0,0-1,1 1,0-1,1 0,1 0,0 0,1 0,1 0,0 0,0 0,2 0,0 0,0 0,1 0,1 0,1 1,0 0,0 0,1 0,1 0,0 1,1-1,23-29,0 1,3 1,1 2,4 0,1-2,-1-3,-2-1,0-3,-35 44,2-2,-1 1,1 0,-1-1,0 0,-1 0,1 0,-1 0,0 0,0-1,-1 1,1 0,-1-1,0 0,-1 1,1-2,-1 7,0 1,0-1,0 1,0-1,0 1,0 0,0-1,0 1,0-1,0 1,0-1,0 1,0-1,0 1,-1-1,1 1,0-1,0 1,-1-1,1 1,0-1,-1 1,1-1,0 0,-1 1,1-1,0 1,-1-1,1 0,-1 0,1 1,-1-1,1 0,-1 0,1 1,-1-1,1 0,-1 0,1 0,-1 0,1 0,-1 0,0 0,1 0,-1 0,1 0,-1 0,1 0,-1 0,1 0,-1-1,1 1,-1 0,1 0,-1-1,1 1,-1 0,1 0,0-1,-1 1,1-1,-1 1,1 0,0-1,-1 1,1-1,0 1,0-1,-1 1,0 12,1 0,0 0,1 0,0 0,0-1,1 1,1 0,0-1,1 1,0-1,1 0,0 0,0 0,2-1,1 6,0 0,1 0,1-1,1-1,0 0,1 0,0-1,1-1,3 1,-1-2</inkml:trace>
  <inkml:trace contextRef="#ctx0" brushRef="#br0" timeOffset="2462.911">13883 559,'-16'-5,"-5"2,3 2,11 7,17 7,17 5,4 0</inkml:trace>
  <inkml:trace contextRef="#ctx0" brushRef="#br0" timeOffset="3040.187">14618 973,'0'-5,"-1"0,-1 1,1-1,-1 0,0 1,0-1,0 1,0-1,-1 1,0 0,0 0,0 0,0 0,-1 1,1 0,-1-1,0 1,0 0,0 1,0-1,-1 1,1 0,-1 0,1 0,-1 0,0 1,0 0,0 0,0 0,1 1,-1 0,0-1,0 2,0-1,0 1,0-1,0 1,0 1,0-1,1 1,-1 0,1 0,-3 1,2-1,0 1,1 0,-1-1,0 2,1-1,0 0,0 1,0 0,0 0,0 0,1 0,0 1,0-1,0 1,0 0,1 0,0 0,0 0,0 0,1 1,0-1,0 0,0 1,0-1,1 1,0-1,0 1,1-1,-1 1,1-1,0 0,1 1,-1-1,1 0,0 0,0 0,1 0,0 0,0 0,0-1,0 0,0 1,2 0,10 4,0 0,0-1,1 0,0-1,1-1,0-1,0 0,0-1,0-1,0 0,1-2,0 0,2 0,-2 0,-1 1,0-2,1 0,-1-1,1-1,-1-1,0 0,0-1,-1-1,1-1,-1 0,0-1,0-1,9-6,-22 12,0 0,0-1,0 1,-1-1,1 1,-1-1,1 0,-1 0,0 0,0 0,0 0,-1-1,1 1,-1-1,0 1,0-1,0 1,0-1,0 1,-1-1,0 0,0 0,0 1,0-1,0 0,-1 1,0-1,0 0,1 4,-1 0,1 0,-1 0,1 0,0 0,-1 0,1 0,-1 0,1 0,-1 0,1 1,-1-1,1 0,0 0,-1 0,1 1,-1-1,1 0,0 1,-1-1,1 0,0 1,-1-1,1 0,0 1,-1-1,1 0,0 1,0-1,0 1,-1-1,1 1,0-1,0 1,0-1,0 0,0 1,0-1,0 1,0-1,0 1,0-1,0 1,0-1,0 1,0-1,1 1,0 3,0 0,1 1,-1-1,1 0,0 0,0 0,1-1,-1 1,1-1,0 1,0-1,0 0,0 0,1 0,-1 0,1-1,0 1,-1-1,1 0,0 0,0 0,1-1,-1 1,3-1,4 4,1-1,1-1,-1 0,0-1,1 0,-1-1,1 0,-1-1,1 0,-1-1,1-1,-1 0,1 0,-1-1,0-1,0 0,-1-1,12-6,-21 10,0-1,0 0,0 0,0-1,0 1,0 0,0-1,-1 1,1-1,-1 1,0-1,0 0,0 1,0-1,0 0,0 0,-1 0,0 0,1 1,-1-1,0 0,0 0,-1 0,1 0,-1 0,1 0,-1 0,0 1,0-1,0 0,0 1,-1-1,1 0,-1 1,0 0,1-1,-1 1,0 0,0 0,-1 0,1 0,0 0,-1 1,1-1,-1 0,-9-7,0 0,-1 0,0 1,0 1,-1 0,0 1,0 0,-1 2,1-1,-1 2,0 0,0 0,0 1,0 1,-2 1,12 0,1 1,-1-1,1 1,0 0,-1 1,1-1,0 1,0-1,0 1,0 0,0 1,0-1,1 1,-1 0,1 0,0 0,0 0,0 0,0 1,0-1,1 1,-1 0,1 0,0 0,0 0,1 0,-1 0,1 0,0 1,0-1,0 0,1 1,0-1,-1 1,2-1,-1 1,0-1,1 0,0 1,0-1,0 0,0 1,1-1,0 0,0 0,1 2,2 1,0 0,0 0,0-1,1 0,0 0,0 0,1 0,0-1,0 0,0-1,0 1,1-1,0-1,0 0,0 0,0 0,8 1,21 4</inkml:trace>
  <inkml:trace contextRef="#ctx0" brushRef="#br0" timeOffset="3287.256">15340 533,'-16'-14,"-12"-5,-8 2,-5 3,-2 6,4 8,6 7,9 7,8 11,8 8,6 7,4-3</inkml:trace>
  <inkml:trace contextRef="#ctx0" brushRef="#br0" timeOffset="3524.119">15220 1054,'16'11,"12"4,10 0,8-6,10-6,8-8,-5-4</inkml:trace>
  <inkml:trace contextRef="#ctx0" brushRef="#br0" timeOffset="11864.098">23802 158,'-16'9,"-9"12,-6 14,-2 17,5 18,7 17,7 17,6 15,9 13,11 9,11 1,10-8,10-11,11-14,8-20,-5-25</inkml:trace>
  <inkml:trace contextRef="#ctx0" brushRef="#br0" timeOffset="13718.463">26315 412,'5'230,"-1"-58,-12 103,0-145,8-129,0 0,0 0,0 0,1 0,-1 0,0 0,1 0,-1 0,1 0,-1 0,1-1,-1 1,1 0,0 0,-1-1,1 1,0 0,-1-1,1 1,0-1,0 1,0-1,0 1,-1-1,1 0,0 1,0-1,0 0,0 0,0 0,0 1,0-1,0 0,0 0,0 0,0-1,0 1,0 0,0 0,0 0,0-1,0 1,-1-1,1 1,0 0,0-1,0 1,0-1,-1 0,1 0,46-30,-46 30,24-20,0-2,-1-1,-2 0,-1-2,0 0,-2-2,-1 0,-2-1,6-14,-25 52,0 1,1-1,0 1,0 0,1-1,0 1,1 0,0 0,0 0,1 0,1-1,0 1,0 0,1-1,1 3,0-5,0 0,1 0,0-1,0 1,1-1,-1 0,1 0,1-1,-1 0,1 0,0 0,0-1,1 0,-1 0,1-1,-1 0,4 0,20 6</inkml:trace>
  <inkml:trace contextRef="#ctx0" brushRef="#br0" timeOffset="13888.009">26811 786,'-10'-7,"-2"-2</inkml:trace>
  <inkml:trace contextRef="#ctx0" brushRef="#br0" timeOffset="14071.554">26008 572,'23'-2,"25"-1,26 0,20 1,16 2,9 5,0 2,-21 1</inkml:trace>
  <inkml:trace contextRef="#ctx0" brushRef="#br0" timeOffset="14573.74">26970 1147,'-14'112,"5"1,4 0,6 6,-1-63,1 177,9-700,-6 49,-4 404,-1 11,0-1,1 1,-1-1,1 1,0-1,-1 1,2-1,-1 0,0 1,1-1,0 1,-1-1,1 1,1 0,-1-1,0 1,1 0,0 0,0 0,0 0,0 0,0 0,1 0,-1 1,1-1,-1 1,1 0,0 0,0 0,0 0,2 0,4 2,0 0,1 1,-1 1,0 0,0 0,0 1,0 0,0 0,-1 1,1 0,-1 1,4 2,-6-4,23 12,-1 1,-1 1,-1 1,0 1,-2 1,0 2,19 21,-42-42,0 0,0 0,0 0,0 0,0 0,0 0,0 0,0 0,-1 0,1 0,0 0,-1 1,1-1,-1 0,1 0,-1 1,1-1,-1 0,0 1,0-1,0 0,0 1,0-1,0 1,0-1,0 0,0 1,-1-1,1 0,-1 1,1-1,-1 0,1 0,-1 1,0-1,1 0,-1 0,0 0,0 0,0 0,0 0,0 0,0 0,0 0,0 0,-1-1,1 1,0 0,0-1,-1 1,-15 4,-1-1,1-1,-1 0,0-1,0-1,0-1,-15-2,5 2,-61-4,59 0</inkml:trace>
  <inkml:trace contextRef="#ctx0" brushRef="#br0" timeOffset="12615.291">24364 479,'40'61,"-3"2,-2 2,-4 0,12 38,63 127,-102-224,27 43,-30-48,0 0,-1 0,1 0,0 0,0 0,0-1,0 1,0 0,0 0,0-1,0 1,0-1,0 1,0-1,0 1,0-1,0 1,1-1,-1 0,0 0,0 0,0 0,1 0,-1 0,0 0,0 0,0 0,1 0,-1-1,0 1,0 0,0-1,0 1,0-1,0 0,0 1,0-1,0 0,0 1,1-1,4-7,-1 0,1-1,-1 1,-1-1,1 0,-2 0,1 0,-1 0,0-1,-1 0,0-4,3-6,26-107,-6-1,-6-2,-5 0,-4-56,-20 42,1 128,3 35,7 3,1-1,1 1,1-1,1 0,0 0,2 0,0-1,4 6,-11-26,21 54</inkml:trace>
  <inkml:trace contextRef="#ctx0" brushRef="#br0" timeOffset="12895.712">24351 773,'-9'-5,"3"-1,15 0,21 2,24 0,21 2,16-1,9-1,-2 2,-9-1,-19 2</inkml:trace>
  <inkml:trace contextRef="#ctx0" brushRef="#br0" timeOffset="33100.71">1317 3233,'0'20,"2"16,1 9,0 6,-1 1,0-2,-1-2,-1-5,0-8,0-9</inkml:trace>
  <inkml:trace contextRef="#ctx0" brushRef="#br0" timeOffset="33380.518">1089 3046,'-18'-12,"-8"-3,6 1,17 2,24 6,25 4,22 2,18 2,11-3,2-1,-9 3,-16 5,-19 2</inkml:trace>
  <inkml:trace contextRef="#ctx0" brushRef="#br0" timeOffset="33630.42">1182 3888,'25'0,"22"-3,19-2,12-3,1 0,-7 1,-17 2</inkml:trace>
  <inkml:trace contextRef="#ctx0" brushRef="#br0" timeOffset="53829.262">15314 2952,'2'0,"0"1,1-1,-1 1,0 0,0-1,0 1,0 0,0 0,0 1,0-1,0 0,0 1,0-1,0 1,-1 0,1-1,-1 1,1 0,-1 0,0 0,0 0,0 0,0 0,0 0,0 1,-1-1,1 0,-1 0,1 2,0-2,13 39,-2 1,-2 0,-2 0,2 33,5 24,-5-69,-9-29,-1-1,0 0,1 1,-1-1,1 0,-1 1,0-1,1 0,-1 1,1-1,-1 0,1 0,-1 1,1-1,-1 0,1 0,-1 0,1 0,-1 0,1 0,-1 0,1 0,-1 0,1 0,-1 0,1 0,-1 0,1 0,-1-1,1 1,-1 0,1 0,-1 0,1-1,-1 1,1 0,-1-1,1 1,-1 0,0-1,1 1,-1-1,0 1,1 0,-1-1,0 1,0-1,0 1,1-1,-1 1,0-1,0 1,0-1,16-27,-1 0,-2 0,-1-1,-1-1,-2 0,2-12,22-121,-33 163,0 0,0 0,0 0,-1 0,1 0,0 0,0 0,0 0,0 0,-1 0,1 0,0 0,0-1,0 1,0 0,-1 0,1 0,0 0,0 0,0 0,0 0,-6 21,4-12,1 1,-1-1,2 0,-1 0,1 1,1-1,-1 0,2 0,-1 1,1-1,1 0,0-1,0 1,0 0,1-1,1 0,-1 0,1 0,1 0,-1-1,1 0,1 0,-1 0,3 0,14 8,1-1,0-1,1-1,1-1,0-1,0-2,1 0,0-2,0-1,1-1,-1-2,1 0,14-3,-20 4,-1-2,1-1,0 0,0-2,0 0,-1-2,0 0,1-1,-2-2,1 0,10-5,-27 10,-1 0,1 0,-1 0,1 0,-1-1,0 1,0-1,0 0,-1 0,1 0,-1 0,1 0,-1-1,0 1,0-1,0 1,-1-1,1 0,-1 0,0 1,0-1,-1 0,1 0,-1 0,1 0,-1 0,-1 0,1 0,0 0,-1 0,0 0,0 0,0 0,0 0,-1 0,-5-5,-1 1,0-1,0 2,-1-1,0 1,0 0,-1 1,0 0,0 1,0 0,-1 1,1-1,-1 2,0 0,0 0,-1 1,1 0,0 1,-1 1,1 0,-1 0,-7 2,9-2,1 1,0 1,0 0,0 0,0 0,0 1,0 1,1 0,0 0,-1 0,1 1,5-3,-1 1,1-1,0 1,0-1,0 1,1 0,-1 0,0 0,1 1,0-1,0 1,0-1,0 1,1-1,0 1,-1 0,1 0,0 0,1 0,-1 0,1 0,0 0,0 0,0 0,0 0,1 2,0-1,1 1,0-1,0 1,0-1,0 0,1 0,0 0,0 0,0 0,1-1,0 0,0 1,0-1,0-1,0 1,1-1,0 1,-1-1,1-1,0 1,1-1,-1 1,0-2,3 2,4 1,1-1,0 0,0-1,0 0,1-1,-1-1,0 0,1 0,-1-2,1 0,-8 2,1-1,-1-1,1 1,-1-1,0 0,0-1,0 1,0-1,0-1,-1 1,1-1,-1 0,0 0,0 0,0-1,0 0,-1 0,0 0,0 0,-1-1,1 1,-1-1,0 0,0 0,-1 0,0-1,0 1,0-5,-8 20,5-2,0 1,0-1,0 0,1 0,0 1,1-1,-1 0,1 0,1 0,-1 1,1-1,1-1,-1 1,1 0,0-1,1 1,-1-1,1 0,1 0,-1 0,1-1,0 1,0-1,0 0,1-1,0 1,0-1,2 0,-1 1,0 0,0-1,1 0,-1-1,1 1,0-2,0 1,0-1,1 0,-1-1,0 0,1 0,-1-1,1 0,-1 0,1-1,-1 0,0 0,1-1,-1 0,0-1,0 0,0 0,3-3,0-3,-1-1,0-1,0 0,-1-1,0 1,-1-2,-1 1,0-1,-1 0,0 0,-1-1,0 0,-1 0,0 0,-2-1,0 1,0-1,-1 1,-1-1,0 1,5-99,-4 1,-5 0,-12-61,16 171,-3-28,0-1,-3 0,0 1,-2 0,-1 1,-10-23,18 50,1 0,0 0,-1 0,1 0,-1 0,0 0,0 0,0 1,0-1,0 0,0 0,0 1,0-1,-1 0,1 1,-1-1,1 1,-1 0,1 0,-1-1,0 1,0 0,0 0,0 1,1-1,-1 0,0 1,0-1,0 1,-1-1,1 1,0 0,0 0,0 0,0 0,0 1,0-1,0 0,0 1,0-1,0 1,0 0,0 0,0 0,1 0,-1 0,0 0,-1 1,-4 8,0 1,0 0,1 0,1 0,0 1,0 0,1 0,1 0,0 0,1 1,0-1,1 1,0 2,-3 25,3 0,1 0,1 0,3 0,1 0,2-1,2 0,9 24,7 11,3-1,4-1,38 63,-64-124,3 7,0 0,2 0,0-1,1-1,0 0,2-1,-1 0,15 11,-27-26,0 1,1 0,-1 0,0 0,1 0,-1-1,1 1,-1-1,1 1,-1-1,1 0,0 0,-1 1,1-1,-1 0,1 0,0 0,-1-1,1 1,-1 0,1-1,-1 1,1-1,-1 1,1-1,-1 0,1 1,-1-1,0 0,0 0,1 0,-1 0,0 0,0-1,0 1,0 0,0 0,1-2,27-57,-27 55,41-145,-37 136,-3 18,-1 25,-3-22,0 0,1 0,0 0,0 1,1-1,0 0,0 0,1 0,-1 0,2 0,-1 0,1-1,0 1,0-1,1 1,0-1,0 0,0-1,1 1,0-1,0 0,0 0,0 0,1-1,3 3,-2-4,0 1,0-1,0 0,0-1,0 0,1 0,-1 0,1-1,-1 0,1 0,0-1,-1 0,1-1,-1 0,1 0,-1 0,1-1,-1 0,0 0,1-1,-1 0,0 0,-1-1,1 0,-1 0,0-1,0 1,0-1,0-1,-1 1,0-1,0 0,2-11,0-1,-1 1,-2-1,0 0,0-1,-2 1,0-1,-1 1,-1-1,-1-7,-8-23,9 49,-1 0,1-1,0 1,0 0,-1 0,1 0,0 0,-1 0,1-1,-1 1,1 0,0 0,-1 0,1 0,0 0,-1 0,1 0,0 0,-1 0,1 0,0 0,-1 0,1 1,0-1,-1 0,1 0,0 0,-1 0,1 1,0-1,-1 0,1 0,0 0,0 1,-1-1,1 0,0 1,0-1,0 0,-1 0,1 1,0-1,0 0,0 1,0-1,0 0,0 1,-1-1,1 1,0-1,0 0,0 1,0-1,0 0,0 1,1-1,-1 0,0 1,0-1,0 1,-2 7,1 1,0-1,0 1,1-1,0 1,1-1,0 1,0-1,1 1,0-1,0 1,1-1,0 0,0 0,1-1,0 1,0-1,1 0,0 0,0 0,6 5,-4-4,0 0,1 0,0-1,1 0,0-1,0 0,0 0,1 0,0-1,0-1,0 0,0 0,1-1,-1-1,1 1,10 0,1-4</inkml:trace>
  <inkml:trace contextRef="#ctx0" brushRef="#br0" timeOffset="54079.236">16303 2765,'20'-9,"28"-6,35-1,32 0,32 5,24 3,18 3,-24 3</inkml:trace>
  <inkml:trace contextRef="#ctx0" brushRef="#br0" timeOffset="55260.793">17572 3353,'8'-20,"-1"-1,0 1,-2-1,-1-1,0 1,-2-1,0 1,-1-1,-2-5,2-25,-2-1,-2 0,-3 1,-8-34,1 64,15 26,0 0,0 1,0-1,0 0,1 0,0 0,0 0,0 0,0-1,0 0,1 1,-1-1,1 0,0-1,0 1,0-1,0 1,1-1,-1-1,1 1,-1 0,18 6,0-1,0-1,0-1,1-1,-1 0,8-2,72 14,-99-15,0 0,0 0,0 0,0 0,0 1,0-1,0 1,-1 0,1 0,-1 0,1 0,-1 0,0 0,0 1,0-1,0 1,0-1,0 1,-1 0,1 0,-1 0,0 0,0 0,0 0,0 0,-1 0,1 0,-1 0,0 0,0 0,0 1,0-1,0 0,-1 0,0 1,-1 40,0-36,1 0,-1 0,2 0,-1 0,1 0,0 0,1 0,0 0,0 0,0 0,1 0,1-1,-1 1,1 0,0-1,1 0,0 0,0 0,1 0,-1-1,1 1,6 4,7-2,1 0,0-2,0 0,1-1,0-1,0-1,0-1,0 0,1-2,-1 0,1-1,-1-2,2 0,2 2,0 0,1-2,-1-1,-1-1,1-1,-1-1,1-1,-2-2,1 0,-1-1,4-3,-23 12,0-1,0 0,0 0,0 0,0 0,0 0,0 0,-1-1,1 1,-1-1,0 0,1 0,-1 0,-1 0,1 0,0 0,-1 0,1-1,-1 1,0-1,0 1,-1-1,1 1,-1-1,1 1,-1-1,0 1,-1-1,1 0,-1 1,1-1,-1 1,0-1,0 1,0 0,-1-1,1 1,-1 0,0 0,-2-3,-6-1,-1 1,0 0,0 1,0 0,-1 0,1 1,-1 1,0 0,0 0,-1 1,1 1,0 0,-1 1,1 0,-10 2,16-2,1-1,0 1,-1 0,1 1,0-1,-1 1,1 0,0 0,0 1,0 0,0 0,0 0,0 0,1 1,-1 0,1 0,-1 0,1 0,0 1,0-1,1 1,-1 0,1 0,0 1,0-1,0 1,0-1,1 1,0 0,0 0,0 0,1 0,0 1,0-1,0 0,0 0,1 1,0-1,0 0,1 5,1-3,1-1,0 1,0-1,1 0,0 0,0 0,0 0,0-1,1 0,0 0,0 0,1 0,-1-1,1 0,0 0,0-1,1 1,4 1,2 1,0-1,1 0,0-1,0-1,0 0,1-1,-1 0,11-1,-18 0,0-1,0 0,0-1,0 1,-1-1,1-1,0 1,-1-1,1-1,-1 1,1-1,-1 0,0 0,0-1,0 1,-1-1,0-1,1 1,-1-1,-1 0,1 0,-1 0,0-1,0 0,0 0,-1 0,0 0,0 0,-1 0,2-6,-3-54,-1 66,0-1,0 1,0-1,0 1,0 0,-1-1,1 1,0-1,0 1,0-1,0 1,0 0,-1-1,1 1,0-1,0 1,-1 0,1-1,0 1,-1 0,1 0,0-1,-1 1,1 0,-1 0,1-1,0 1,-1 0,1 0,-1 0,1 0,0-1,-1 1,1 0,-1 0,1 0,-1 0,1 0,-1 0,1 0,0 0,-1 1,1-1,-1 0,1 0,-1 0,1 0,0 0,-1 1,1-1,0 0,-1 0,1 1,0-1,-1 0,1 1,0-1,-1 0,1 1,0-1,0 1,-1-1,1 0,0 1,0-1,0 1,-14 29,12-22,0 0,1 0,0 0,0 1,1-1,0 0,1 1,-1-1,2 0,-1 0,1 1,0-1,1 0,0-1,0 1,1 0,0-1,0 0,1 0,0 0,0-1,0 1,1-1,0 0,0-1,1 1,-1-1,1-1,0 1,1-1,-1-1,1 1,-1-1,1 0,5 0,-2-1,0 0,1-1,-1-1,0 0,0 0,1-1,-1 0,0-1,0-1,0 0,0 0,-1-1,1 0,-1-1,0 0,0-1,-1 0,0 0,0-1,0 0,-1-1,0 0,0 0,-1-1,0 0,-1 0,0 0,0-1,-1 0,0 0,-1-1,3-7,4-22,-1 0,-2-1,-2 0,-1 0,-3-1,-1 1,-3-14,4 27,-2 0,-2 0,0 0,-2 0,-1 1,-1 0,-1 0,-1 0,-2 1,-1 0,-3-4,11 25,1 0,-1 1,0 0,0-1,-1 1,1 1,-1-1,0 0,0 1,-1 0,1 0,0 0,-1 0,0 1,1 0,-1 0,0 0,0 1,-1-1,1 1,0 0,0 1,0-1,-1 1,1 0,0 0,-1 1,-3 1,-1 3,0 0,0 1,1 1,-1-1,2 2,-1-1,1 1,0 0,1 1,0 0,0 0,1 1,0 0,0 0,1 0,1 0,0 1,0 0,1 0,0 0,1 0,1 1,-4 13,1 0,2 0,1 0,0 0,2 0,1 0,1 0,1 0,2-1,0 0,1 0,1 0,2-1,0 0,1-1,2 0,5 6,-2-3,1-2,1 0,1-1,1-1,1-1,0-1,2 0,0-2,1-1,1-1,0-1,1-1,1-1,23 7,1-6</inkml:trace>
  <inkml:trace contextRef="#ctx0" brushRef="#br0" timeOffset="50244.215">11316 3220,'47'-34,"-2"-1,-1-2,31-35,-59 55,-1-1,-1-1,0 0,-1-1,-2 0,0-1,-1 0,-1-1,-1 0,3-15,-6 21,-2 0,0-1,0 1,-2-1,0 1,-1-1,-1 0,0 1,-1-1,-1 1,0 0,-2 0,0 0,0 0,-1 1,-1-1,-1 2,0-1,-9-10,15 21,-1 0,1 1,-1 0,1 0,-1 0,0 0,0 0,0 0,-1 1,1 0,-1-1,1 1,-1 1,0-1,0 0,0 1,0 0,0 0,0 0,0 0,0 1,0-1,0 1,0 0,-1 1,1-1,0 1,0-1,0 1,0 0,0 1,0-1,0 1,1 0,-1 0,0 0,1 0,-3 2,-1 7,-1 0,2 0,-1 1,2 0,-1 0,2 0,0 1,0-1,1 1,0 0,2 0,-1 0,1 0,1 0,1 1,0-1,2 12,7 38,2-1,3 0,2-1,4-1,1-1,4-1,2-1,20 29,-37-66,53 73,-62-92,-1 1,0-1,1 0,-1 0,1 0,-1 0,1 0,0-1,-1 1,1 0,0-1,0 1,-1-1,1 0,0 1,0-1,0 0,0 0,-1 0,1 0,0-1,0 1,0 0,-1-1,1 1,0-1,-1 0,1 1,0-1,-1 0,1 0,-1 0,1 0,-1 0,1-1,-1 1,0 0,1-1,41-60,-43 60,20-38,-2 0,-2-2,-1 0,-3-1,0-5,-15 65,0 0,1 1,1-1,1 1,0-1,1 1,1-1,3 13,-3-22,0 0,1 0,0 0,0-1,1 1,0-1,0 1,1-1,-1 0,2-1,-1 1,1-1,0 0,0-1,0 1,1-1,0 0,0-1,1 0,18 9</inkml:trace>
  <inkml:trace contextRef="#ctx0" brushRef="#br0" timeOffset="50490.954">11784 2739,'23'0,"20"0,16 2,-3 1</inkml:trace>
  <inkml:trace contextRef="#ctx0" brushRef="#br0" timeOffset="51427.176">12305 3018,'0'46,"6"107,-4-144,-1-1,1 0,1 0,0 0,0 0,0-1,1 1,0-1,0 1,1-2,0 1,0 0,1-1,-1 0,2 0,2 2,-5-5,-1 0,0-1,1 1,0-1,-1 0,1 0,0-1,0 1,0-1,0 0,0 0,1 0,-1 0,0-1,0 0,1 0,-1 0,0 0,0-1,0 1,1-1,-1 0,0 0,0-1,0 1,0-1,0 0,-1 0,1 0,-1-1,1 1,-1-1,0 0,0 0,0 0,0 0,0 0,-1-1,1-1,5-7,-1 0,-1-1,0 0,0-1,-2 1,1-1,-2 0,0 0,0 0,-1-12,-2 26,0 1,-1-1,1 0,-1 1,1-1,-1 0,1 0,-1 1,1-1,-1 0,1 0,-1 0,1 0,-1 0,0 1,1-1,-1 0,1-1,-1 1,1 0,-1 0,1 0,-1 0,1 0,-1 0,1-1,-1 1,1 0,-1 0,1-1,-1 1,1 0,-1-1,1 1,0 0,-1-1,1 1,-1-1,1 1,0-1,0 1,-1-1,1 1,0-1,0 1,0-1,-1 1,1-1,0 1,0-1,0 1,0-1,-2 5,1 1,0 0,0 0,0-1,0 1,1 0,0 0,0 0,0 0,0 0,1 0,0 0,0-1,0 1,1 0,-1-1,1 1,0-1,1 1,-1-1,1 0,0 0,0 0,0 0,0-1,1 1,-1-1,1 0,0 0,0 0,0 0,0-1,1 1,-1-1,1-1,-1 1,1 0,0-1,0 0,-1 0,1-1,2 1,2 2,1 0,-1-1,1 0,0-1,0 0,0-1,0 1,0-2,-1 0,1 0,0 0,0-1,-1-1,1 0,-1 0,0-1,0 0,0 0,0-1,-1-1,0 1,0-1,0 0,-1-1,0 0,0 0,0-1,-1 0,3-5,13-49,-21 69,0 1,1-1,0 0,0-1,1 1,0 0,0-1,0 1,1-1,0 0,0 0,1-1,-1 1,1-1,0 0,1 0,-1-1,1 1,0-1,0 0,1-1,-1 0,1 0,-1 0,1-1,0 1,0-2,0 1,0-1,1 0,-3-1,1 0,-1-1,1 0,-1 1,1-2,-1 1,0-1,1 0,-1 0,0 0,0-1,0 1,-1-1,1 0,-1-1,0 1,1-1,-1 0,-1 0,1 0,-1-1,0 1,3-5,3-5,-1-1,-1 0,0-1,-1 0,-1 0,0 0,0-6,4-37,-2-1,-3 0,-2 0,-3 0,-9-59,8 94,-21-96,23 121,0 0,-1 1,1-1,0 0,0 1,0-1,-1 0,1 0,0 1,0-1,-1 0,1 0,0 1,-1-1,1 0,0 0,-1 0,1 0,0 1,-1-1,1 0,0 0,-1 0,1 0,0 0,-1 0,1 0,0 0,-1 0,1 0,-1 0,1 0,0 0,-1 0,1-1,0 1,-1 0,1 0,0 0,-1 0,1-1,0 1,0 0,-1 0,1-1,0 1,0 0,-1 0,1-1,0 1,0 0,0-1,-1 1,1 0,0-1,0 1,-4 25,1 0,1 1,2-1,0 1,2-1,0 0,4 9,8 59,5-1,14 35,-9-70,-23-57,0 1,0-1,1 0,-1 0,0 0,1 0,-1 0,0-1,0 1,1 0,-1 0,0-1,0 1,1-1,-1 1,0-1,0 1,0-1,0 0,0 0,0 0,0 1,0-1,0 0,0 0,-1 0,1 0,0 0,-1-1,1 1,0 0,-1 0,0 0,1 0,-1-1,1 0,2-2,4-8,1 1,0 1,1 0,1 0,-1 0,2 1,3-2,-11 9,0 0,0-1,1 2,-1-1,0 0,1 1,0-1,-1 1,1 0,0 0,-1 1,1-1,0 1,0 0,0 0,0 0,-1 0,1 1,0-1,0 1,0 0,-1 0,1 1,-1-1,1 1,-1 0,1 0,0 0,3 6,0 0,0 0,0 1,-1 0,0 0,-1 0,0 1,0 0,-1 0,-1 0,0 0,0 1,-1-1,0 1,0 0,-2 0,1-1,-1 1,-1 0,0 0,-2 10,2-14,1 0,-1 0,-1-1,0 1,0 0,0 0,0-1,-1 0,0 1,-1-1,1 0,-1-1,0 1,-1-1,1 1,-1-1,0-1,-1 1,1-1,-1 0,1 0,-1 0,-1-1,1 0,0 0,-1 0,1-1,-1 0,0-1,0 1,1-1,-1-1,0 1,0-1,0 0,0-1,0 0,0 0,0 0,0-1,-5-2,9 3,-1 0,1-1,0 0,0 0,0 0,0 0,0 0,0 0,1-1,-1 1,1-1,0 0,0 0,0 0,0 0,0 0,0 0,1-1,0 1,-1 0,1-1,1 1,-1-1,0 1,1-1,0 0,0 1,0-1,0 1,0-1,1 0,0-2,10-18</inkml:trace>
  <inkml:trace contextRef="#ctx0" brushRef="#br0" timeOffset="52068.956">13803 3179,'6'0,"14"1,-1-1,1-1,-1-1,0 0,0-2,0 0,5-3,-22 7,-1 0,0-1,0 1,0-1,0 0,0 1,1-1,-1 0,-1 0,1 0,0 0,0 1,0-1,0 0,-1-1,1 1,0 0,-1 0,1 0,-1 0,1 0,-1-1,0 1,1 0,-1 0,0-1,0 1,0 0,0 0,0-1,0 1,0 0,0 0,-1-1,1 1,0 0,-1 0,1 0,-1-1,0 1,1 0,-1 0,0 0,1 0,-1 0,0 0,0 0,0 0,0 1,0-1,0 0,0 0,0 1,0-1,-1 1,1-1,0 1,0-1,0 1,-1 0,0 0,-9-6,1 2,-1-1,-1 2,1 0,-1 0,1 1,-1 0,0 1,1 0,-1 1,0 0,0 1,0 0,1 1,-1 1,1-1,-1 2,1 0,-2 1,9-3,1 0,0 0,0 0,0 0,0 0,0 1,0-1,0 1,1 0,-1 0,1 0,0 0,0 0,0 1,1-1,-1 1,1-1,-1 1,1-1,0 1,1 0,-1 0,1-1,-1 1,1 0,0 0,1 0,-1-1,1 1,-1 0,1 0,0-1,1 1,-1-1,0 1,1-1,0 1,0-1,0 0,0 0,1 0,-1 0,1 0,1 0,5 2,0 0,0 0,1-1,0 0,0-1,0-1,0 1,1-1,-1-1,0 0,1 0,-1-1,1-1,-1 0,1 0,-1-1,0 0,0-1,0 0,0 0,6-4,-8 4,0-1,-1 0,0 0,0 0,0-1,0 0,-1 0,0-1,0 0,0 0,-1-1,0 1,0-1,0 0,-1 0,0-1,-1 1,0-1,0 0,0 0,-1 0,0-1,-2 10,-1-1,1 1,0-1,0 1,0-1,-1 0,1 1,0-1,0 1,-1-1,1 0,0 1,-1-1,1 0,0 1,-1-1,1 0,-1 0,1 1,-1-1,1 0,0 0,-1 0,1 0,-1 0,1 1,-1-1,1 0,-1 0,1 0,-1 0,1 0,-1-1,1 1,0 0,-1 0,1 0,-1 0,1 0,-1-1,1 1,0 0,-1 0,1-1,-1 1,1 0,0 0,-1-1,1 1,0 0,-1-1,1 1,0-1,0 1,-1 0,1-1,0 1,0-1,0 1,0-1,0 1,-1-1,1 0,-3 6,0 0,0 0,0 1,0-1,1 1,0-1,0 1,0 0,1-1,0 1,0 0,0 0,1 0,0 0,0 0,0 0,1 0,0 0,0 0,1-1,-1 1,1 0,1-1,-1 1,1-1,0 0,0 0,0 0,1 0,-1 0,1-1,1 1,-1-1,1 0,-1-1,1 1,1 0,4 0,1 0,-1-1,1 0,0 0,0-1,0-1,0 0,0 0,0-1,1-1,-1 0,0 0,0-1,0 0,-1-1,1 0,0-1,-1 0,0-1,0 0,0-1,-1 0,0 0,0-1,0 0,-1 0,0-1,-1 0,1-1,-2 0,1 0,-1 0,0-1,3-9,0 2,-1-1,0-1,-1 1,-2-1,0-1,0 1,-2-1,0-11,-3 64,2-1,0 0,2 0,7 25,126 416,-132-454,-1-9,-1 1,0 0,-1 0,0 0,-1 0,0 0,-1 0,0 0,-1 0,0 0,-1 2,1-11,0 1,0-1,0 1,-1-1,1 1,-1-1,1 0,-1 0,0 0,0 0,0 0,0 0,0 0,0-1,0 1,-1-1,1 0,-1 1,1-1,-3 0,-23 7</inkml:trace>
  <inkml:trace contextRef="#ctx0" brushRef="#br0" timeOffset="52349.296">14417 2724,'-9'-20,"-7"-14,-4-3,0 2,2 5,8 8,9 11,13 16,3 5</inkml:trace>
  <inkml:trace contextRef="#ctx0" brushRef="#br0" timeOffset="49062.253">9351 3286,'4'16,"2"14,2 9,0 5,1-1,-2-3,-1-6,-3-9</inkml:trace>
  <inkml:trace contextRef="#ctx0" brushRef="#br0" timeOffset="49495.355">9191 3033,'38'-6,"0"2,0 2,1 1,-1 2,0 2,12 3,-39-4,1 0,-1 0,1 1,-1 1,0 0,-1 0,1 1,-1 0,1 1,-2 0,1 1,-1 0,0 1,0 0,-1 0,0 0,0 1,-1 1,-1-1,1 1,-1 0,1 5,-1 2,-2 1,0-1,-1 1,0 0,-2 0,0 5,10 69,-11-88,1-1,0 1,0-1,0 1,0-1,0 0,1 0,-1 1,1-1,0 0,0 0,0-1,0 1,1 0,-1-1,1 1,0-1,-1 0,1 0,0 0,0 0,0-1,1 1,-1-1,0 1,1-1,-1 0,0-1,1 1,-1 0,1-1,-1 0,1 0,0 0,-1 0,1-1,1 0,4-2,-1-1,1 0,-1 0,0-1,-1 0,1-1,-1 1,0-1,0-1,-1 0,0 1,0-2,0 1,-1-1,0 0,-1 0,0 0,0-1,0 1,-1-1,-1 0,1 0,-2 0,1 0,-1 0,0 0,-1-6,0 12,1 0,-1 0,1 0,-1 0,0 0,0 0,-1 0,1 0,-1 0,1 0,-1 0,0 0,0 0,0 0,-1 0,1 1,-1-1,-1-2,2 6,-1-1,1 1,-1 0,1 0,0 0,-1 0,1 0,0 0,0 1,0-1,0 0,0 1,0-1,0 0,0 1,1-1,-1 1,0-1,1 1,-1 0,1-1,0 1,0-1,-1 1,1 0,0-1,0 2,-1 3,0 0,0 0,0 0,1 0,0 0,0 1,1-1,-1 0,1 0,1 0,-1 0,1 0,0 0,0-1,1 1,-1 0,2-1,-1 0,0 0,1 0,0 0,0 0,0-1,3 2,8 4,0-1,1 0,0-2,0 1,1-2,0 0,0-2,0 1,1-2,0 0,13-1,61 9</inkml:trace>
  <inkml:trace contextRef="#ctx0" brushRef="#br0" timeOffset="45258.088">2934 3033,'2'15,"1"18,3 13,-1 14,0 9,-2 5,-1-2,-1-5,0-10,1-11,1-14,0-13</inkml:trace>
  <inkml:trace contextRef="#ctx0" brushRef="#br0" timeOffset="45630.808">2813 3059,'-82'-67,"81"67,1 0,0 0,0 0,0 1,0-1,0 0,0 0,0 0,0 0,-1 1,1-1,0 0,0 0,0 0,0 0,0 1,-1-1,1 0,0 0,0 0,0 0,-1 0,1 0,21 18,1 0,1-2,0-1,1 0,9 2,13 9,18 11,-24-17,-1 2,-1 2,-1 1,-1 2,-2 1,0 2,-2 1,27 34,-54-59,0-1,-1 1,0 0,0 1,0-1,-1 1,0-1,0 1,-1 0,1 0,-2 0,1 1,-1-1,0 0,0 1,-1-1,0 0,0 1,-1-1,0 0,-1 1,1-1,-1 0,0 0,-1 0,0 0,0-1,-1 1,1-1,-4 4,-8 1,0 0,0 0,-1-2,-1 0,0-1,0-1,0 0,-1-1,0-1,0-1,0-1,-1 0,1-1,-8-1,-268 25,272-21,21-1,10-2</inkml:trace>
  <inkml:trace contextRef="#ctx0" brushRef="#br0" timeOffset="46456.354">3509 3580,'9'7,"0"0,1-1,0 0,1-1,-1 0,1-1,0 0,0 0,1-2,-1 1,0-1,1-1,-1 0,1-1,0 0,-1 0,1-1,-1-1,1 0,-1-1,0 0,5-2,-13 4,0-1,0 1,0-1,-1 1,1-1,-1 0,1 0,-1-1,0 1,1 0,-1-1,0 1,-1-1,1 1,0-1,-1 0,1 0,-1 0,0 0,0 0,0 0,-1 0,1 0,-1-1,1 1,-1 0,0 0,0 0,-1-1,1 1,-1 0,1 0,-1 0,0 0,0 0,0 0,-1 0,1 0,-1 0,0 1,0-1,1 0,-2 1,1 0,0-1,-5-3,0 0,0 0,0 1,0 0,-1 0,0 1,0 0,0 0,-1 1,1 0,-1 0,1 1,-1 0,0 1,0 0,0 0,0 1,-1 0,4 0,0 0,1 1,-1-1,0 1,0 1,1-1,-1 1,0 0,1 0,0 1,0 0,-1-1,2 2,-1-1,0 1,1-1,-1 1,1 1,0-1,0 0,1 1,0 0,-1 0,1 0,1 0,-1 0,-1 6,3-6,-1 0,1 1,0-1,0 0,1 0,0 1,0-1,0 0,0 1,1-1,0 0,0 0,0 1,1-1,0 0,0 0,0-1,0 1,1 0,0-1,0 1,0-1,0 0,1 0,0 0,0-1,0 1,0-1,2 1,8 6,0-1,1 0,1-1,-1-1,1-1,1 0,-1-1,10 2,99 11,-71-14</inkml:trace>
  <inkml:trace contextRef="#ctx0" brushRef="#br0" timeOffset="46896.234">4298 3393,'-11'-2,"0"0,0 1,0 0,0 0,0 1,0 1,0 0,0 0,0 1,1 1,-1 0,0 0,1 1,0 0,0 1,0 0,0 0,1 1,-6 5,14-10,-1 0,0 1,1-1,-1 0,1 0,0 1,0-1,-1 1,1-1,0 1,0 0,0-1,1 1,-1 0,0 0,1 0,-1 0,1-1,-1 1,1 0,0 0,0 0,0 0,0 0,0 0,0 0,1 0,-1 0,0-1,1 1,0 0,-1 0,1 0,0-1,0 1,0 0,0-1,0 1,1-1,-1 1,1 0,8 4,-1 0,1-1,0 0,1 0,-1-1,1-1,0 1,0-2,10 2,4 1,-7 0,98 31,-110-34,0 1,-1 0,0 0,1 1,-1-1,-1 1,1 0,0 1,-1-1,0 1,0 0,0 0,-1 0,1 0,-1 0,-1 1,1 0,-1-1,-1-1,0-1,0 0,0 0,-1 1,1-1,-1 0,0 1,0-1,0 0,-1 1,1-1,-1 0,1 1,-1-1,0 0,-1 0,1 0,0 0,-1 0,0 0,0 0,0 0,0-1,0 1,0-1,0 0,-1 1,0-1,1 0,-1 0,-1 0,-4 3,0-1,0 0,-1 0,1-1,-1 0,0-1,0 0,0 0,0-1,-9 1,-107-14,107 2,22 7</inkml:trace>
  <inkml:trace contextRef="#ctx0" brushRef="#br0" timeOffset="47688.895">4993 3473,'0'0,"-16"-5,-1 1,1 0,-1 1,0 1,0 0,0 2,0 0,0 0,0 2,-6 1,19-2,0 1,1 0,0-1,-1 1,1 0,0 1,0-1,0 1,0-1,0 1,1 0,-1 0,1 0,0 0,0 0,0 1,0-1,1 1,-1-1,1 1,0-1,0 1,0 0,0 0,1 0,-1-1,1 1,0 0,1 0,-1 0,0 0,1-1,0 1,0 0,0 0,1-1,-1 1,1-1,0 1,-1-1,2 0,-1 0,0 0,1 0,-1 0,1 0,2 2,10 6,0-1,0 0,1 0,0-2,0 0,1-1,0-1,1 0,-1-1,1-1,0-1,0 0,0-1,1-2,-1 1,18-3,-22 1,1 0,-1 0,1-2,-1 0,0 0,0-1,10-5,-19 7,-1 0,1 0,-1-1,0 1,0-1,0 0,0 0,0-1,-1 1,0-1,1 0,-1 1,-1-1,1-1,0 1,-1 0,0-1,0 1,-1-1,1 0,-1 1,0-1,0 0,0-3,-1-7,-1-1,-1 0,0 1,-1-1,0 1,-2 0,0 0,-2-4,-3-11,0 3,-9-54,20 80,0 0,0 0,-1 0,1 0,0 0,0 0,0 0,0 0,0 0,0 1,1-1,-1 0,0 1,0-1,0 0,1 1,-1 0,0-1,1 1,-1 0,0 0,1-1,-1 1,0 0,1 0,-1 1,0-1,1 0,-1 0,0 1,1-1,-1 1,5-1,46 2,2-2,-1 3,0 3,45 10,-93-15,0-1,0 1,-1 1,1-1,0 1,-1 0,1 0,-1 0,0 0,0 1,0 0,0 0,0 0,0 0,-1 0,1 1,-1 0,0 0,0 0,-1 0,1 0,-1 0,0 1,0-1,0 1,-1-1,0 1,1 0,-1 1,3 49,-5-47,0-1,1 1,0-1,1 1,0-1,0 1,0-1,1 1,0-1,1 0,0 0,0 0,0 0,1-1,0 1,0-1,0 0,1 0,0 0,5 4,-4-6,1 0,-1-1,0 0,1 0,0 0,-1-1,1 0,0 0,0-1,1 0,-1 0,0-1,0 0,0 0,0 0,1-1,-1 0,0-1,0 1,0-1,-1-1,1 1,0-1,-1 0,0-1,0 0,0 0,0 0,0 0,-1-1,0 0,0 0,0-1,-1 1,1-1,-1 0,-1 0,1-1,-1 1,0-1,0-2,0 2,0-1,-1 0,0 0,-1 0,0 0,0 0,0 0,-1-1,-1 1,1 0,-1 0,-1 0,1 0,-1 0,-1 0,0 0,3 8,0-1,0 1,0 0,0-1,-1 1,1-1,0 1,0 0,-1-1,1 1,0 0,0-1,-1 1,1 0,-1 0,1-1,0 1,-1 0,1 0,0-1,-1 1,1 0,-1 0,1 0,-1 0,1 0,-1 0,1 0,0 0,-1 0,1 0,-1 0,1 0,-1 0,1 0,-1 0,1 0,0 0,-1 0,1 1,-1-1,1 0,0 0,-1 1,1-1,0 0,-1 1,1-1,0 0,-1 1,1-1,0 0,0 1,-1-1,1 0,0 1,0-1,0 1,-1-1,1 1,0-1,0 0,0 1,0-1,0 1,0-1,0 1,-9 32,7-23,0-1,1 0,0 1,1-1,0 1,0-1,1 1,0-1,1 1,0-1,0 0,1 0,0 0,1 0,-1-1,2 1,0-1,0 0,0 0,1 0,0-1,0 0,1 0,0-1,0 0,2 1,22 9,-3-7</inkml:trace>
  <inkml:trace contextRef="#ctx0" brushRef="#br0" timeOffset="47938.446">5968 2939,'-16'-5,"-7"-1,2 5,12 6,16 11,19 8,4 1</inkml:trace>
  <inkml:trace contextRef="#ctx0" brushRef="#br0" timeOffset="48725.433">6290 3727,'18'-8,"0"-1,0 0,-1-1,0-1,0-1,-1 0,-1-1,8-9,-9 9,0 0,-1-1,-1-1,0 0,-1-1,-1 0,0 0,-1-1,-1 0,-1-1,0 0,-1 0,-1-1,-1 1,0-1,-1-5,-3 22,1 0,0-1,-1 1,0 0,1-1,-1 1,0-1,0 1,0 0,-1-1,1 1,0 0,-1-1,0 1,0 0,1 0,-1-1,0 1,-1 0,1 0,0 0,-1 0,1 1,-1-1,1 0,-1 0,0 1,0-1,0 1,0 0,0-1,0 1,0 0,0 0,0 0,-1 1,1-1,0 1,-1-1,1 1,0-1,-1 1,1 0,0 0,-1 1,1-1,0 0,-1 1,1-1,0 1,-1 0,1 0,-1 0,-5 5,1 1,-1 0,2 1,-1-1,1 1,0 1,0-1,1 1,0 0,1 0,0 0,0 1,1-1,0 1,1 0,0 0,0 0,1 0,1 1,0-3,1 1,-1-1,2 0,-1 0,1 0,1 0,-1 0,2-1,-1 1,1-1,0 0,0 0,0 0,1 0,1-1,-1 0,1 0,0 0,0-1,0 0,1 0,0 0,0-1,0 0,1-1,-1 1,1-1,0-1,0 0,0 0,0 0,7 0,1 1,0-1,0 0,0-1,0-1,0-1,0 0,0-1,0 0,12-5,-22 5,1 0,-1 0,0-1,0 1,0-2,0 1,-1-1,1 1,-1-2,0 1,0-1,0 1,-1-1,0 0,1-1,-2 1,1-1,-1 0,0 0,0 0,-1 0,1 0,-1-1,0-3,2-17,-2 0,-1 0,-1-1,-1 1,-1 0,-2-1,-3-13,4 24,3 15,-1 1,1-1,0 1,0 0,0-1,0 1,0-1,0 1,1 0,-1-1,0 1,1-1,-1 1,1 0,-1 0,1-1,0 1,-1 0,1 0,0 0,0-1,0 1,0 0,0 0,0 1,0-1,0 0,1 0,-1 0,0 1,0-1,1 1,-1-1,0 1,1-1,-1 1,0 0,1 0,-1-1,1 1,-1 0,1 0,-1 0,0 1,1-1,-1 0,0 1,1-1,-1 0,0 1,1 0,26 0,1 2,-1 1,-1 1,1 1,14 6,-35-9,0 1,0 0,-1 0,1 0,-1 1,0 0,0 0,-1 1,1-1,-1 1,0 0,-1 1,0-1,0 1,0 0,-1 0,0 0,0 0,-1 1,1-1,-2 1,1-1,-1 1,0 2,-1 0,1 0,0-1,0 1,1 0,1-1,-1 1,2-1,-1 0,1 0,0 0,1-1,0 1,1-1,0 0,0-1,0 1,1-1,0-1,1 1,-1-1,1 0,0-1,2 1,0-3,1 1,-1-2,1 0,0 0,0-1,0 0,0 0,0-2,0 1,-1-1,1-1,0 0,0-1,-1 0,1 0,-1-1,0 0,5-4,0 0,0 0,-1-1,0 0,-1-1,0-1,-1 0,0-1,0 0,-1-1,-1 0,8-13,-13 17,1 0,-2 0,1-1,-1 0,-1 0,0 0,0-1,-1 1,0-1,0-9,-2 18,0 0,1 1,-2-1,1 0,0 0,0 0,0 0,-1 1,1-1,-1 0,0 0,1 0,-1 1,0-1,0 1,0-1,0 0,0 1,-1 0,1-1,0 1,-1 0,1 0,-1-1,1 1,-1 0,1 1,-1-1,0 0,0 0,1 1,-1-1,0 1,0-1,0 1,1 0,-1 0,0 0,0 0,-1 0,-72 22,65-16,0 1,0 0,1 0,0 1,0 0,1 1,0 0,-6 9,12-16,0 1,1-1,-1 1,0-1,1 1,-1 0,1 0,0 0,0 0,0 0,1 0,-1 0,1 0,-1 0,1 0,0 0,0 0,1 0,-1 0,0 0,1 0,0 0,0 0,0 0,0 0,0 0,0-1,1 1,0 0,-1-1,1 1,0-1,0 0,0 0,1 1,0 0,6 2,0 1,0-1,1-1,0 1,-1-2,1 1,1-1,-1-1,0 0,6 0,67 9,1-5,0-3,10-4,30-1</inkml:trace>
  <inkml:trace contextRef="#ctx0" brushRef="#br0" timeOffset="58863.645">23375 3099,'-9'-5,"0"1,0 0,0 0,0 1,0 0,-1 0,0 1,1 0,-1 1,0 0,0 1,0 0,0 0,1 1,-1 1,0-1,1 1,-1 1,1 0,-1 0,1 1,0 0,1 1,-1 0,1 0,0 1,0 0,0 0,1 1,0 0,0 0,1 1,0 0,0 0,1 0,0 1,1 0,-1 1,4-6,0 1,0-1,0 1,1-1,0 1,-1-1,2 1,-1-1,1 1,-1-1,1 0,0 1,1-1,-1 0,1 0,0 1,0-1,0-1,0 1,1 0,0 0,-1-1,1 0,1 1,-1-1,0 0,1-1,-1 1,1-1,0 1,0-1,0 0,0-1,0 1,1-1,-1 1,0-1,1-1,-1 1,1-1,2 1,2 0,0 0,-1-1,1 0,0 0,0-1,0 0,-1 0,1-1,-1 0,1-1,-1 0,0 0,0-1,0 0,0 0,-1-1,1 0,-1 0,-1-1,1 0,-1 0,0 0,0-1,-1 0,0 0,0-1,0 1,-1-1,0 0,-1 0,0-1,0 1,0-4,-1 7,-1 0,0 0,0 0,0-1,0 1,-1 0,0 0,0-1,0 1,-1 0,0 0,0-1,0 1,-1 0,1 0,-3-3,4 7,-1 1,1 0,0-1,-1 1,1 0,0 0,-1-1,1 1,0 0,-1 0,1 0,0-1,-1 1,1 0,-1 0,1 0,0 0,-1 0,1 0,-1 0,1 0,-1 0,1 0,0 0,-1 0,1 0,-1 0,1 0,0 0,-1 1,1-1,-1 0,1 0,0 0,-1 1,1-1,0 0,-1 1,1-1,0 0,0 1,-1-1,1 0,0 1,0-1,-1 0,1 1,0-1,0 0,0 1,0-1,0 1,0-1,0 1,0-1,0 0,0 1,0-1,0 1,0-1,0 1,0-1,0 0,0 1,-3 32,5-21,1 0,1 0,0 0,1-1,0 0,0 0,2 0,-1 0,1-1,0 0,1-1,1 0,-1 0,1 0,1-1,-1-1,1 0,1 0,-1-1,1 0,1 0,-1-2,0 1,1-1,7 1,23 5</inkml:trace>
  <inkml:trace contextRef="#ctx0" brushRef="#br0" timeOffset="59788.687">23776 3033,'-8'48,"1"1,3 0,2 0,3 0,1 0,2 0,4 3,-4-4,0-7,12 123,-7 97,-16-219,-5-62,-16-188,0-49,9-48,21 235,-1 69,0 0,0-1,0 1,0 0,0 0,0 0,0 0,1 0,-1 1,0-1,1 0,-1 0,0 1,1-1,-1 1,1-1,-1 1,1 0,-1 0,1 0,-1 0,1 0,-1 0,1 0,-1 0,1 0,-1 1,1-1,-1 0,1 1,-1 0,1-1,-1 1,0 0,1-1,-1 1,0 0,0 0,0 0,0 0,1 1,26 16,-2 0,0 2,-1 1,-1 1,-1 1,-1 1,1 3,24 51,-46-76,0 1,0-1,0 0,-1 1,0-1,1 0,-1 1,0-1,0 1,0-1,0 0,-1 1,1-1,-1 1,1-1,-1 0,0 0,0 1,0-1,0 0,0 0,0 0,-1 0,1 0,-1 0,1 0,-1-1,0 1,0 0,0-1,0 0,0 1,0-1,0 0,-2 1,-8 2,0 0,0-1,0 0,-1 0,1-2,-1 0,1 0,-1-1,1 0,-1-1,1-1,-1 0,1-1,0 0,-5-2,15 4,-1 1,1-1,0 0,0 0,0 1,0-1,0-1,0 1,0 0,1 0,-1-1,0 1,0-1,1 1,-1-1,1 0,0 0,0 0,-1 0,1 0,0 0,1 0,-1 0,0 0,0 0,1 0,-1 0,1-1,0 1,0 0,0 0,0-1,0 1,0 0,1 0,-1-1,1 1,-1 0,1 0,0 0,0 0,0 0,0 0,0 0,0 0,1 0,-1 1,1-1,0-1,17-16,0 0,1 1,1 1,0 1,1 1,3-1,6-5,-4 6,-1-2,-1 0,-1-2,0-1,-2 0,0-2,-1-1,-1 0,-1-2,-2 0,0-1,11-25,-16 17,-1-2,-2 1,-2-1,-1 0,-1-1,-2 0,-2 1,-2-2,-6-24,7 60,-1 1,1-1,-1 0,1 1,-1-1,0 1,0-1,1 1,-1-1,0 1,0-1,-1 1,1 0,0 0,0 0,-1-1,1 1,0 0,-1 1,1-1,-1 0,1 0,-1 1,0-1,1 0,-1 1,1 0,-1-1,0 1,0 0,1 0,-1 0,0 0,-6 3,0 0,0 1,1 0,-1 0,1 0,0 1,1 0,-1 1,1-1,0 1,0 0,1 1,-1 0,1 0,1 0,0 0,0 0,0 1,1 0,-2 5,-3 8,0 2,2-1,0 1,1 0,2 0,0 0,1 1,2-1,0 0,2 1,0-1,2 0,6 22,-1-11,2 0,1-1,1 0,3-1,0-1,2 0,1-1,21 24,-35-45,1-1,1 1,0-2,0 1,0-1,1 0,0 0,0-1,0 0,1 0,0-1,1-1,-1 1,1-1,5 1,-12-5,1 0,-1 0,1-1,-1 1,1-1,0 0,-1 0,0 0,1 0,-1-1,0 1,0-1,1 0,-1 0,-1 0,1 0,0-1,0 1,-1-1,0 0,1 1,-1-1,0 0,0 0,-1-1,2 0,33-89,-19 19,-7 173,-8-90,1 0,0 0,0-1,1 1,0-1,0 1,1-1,0-1,0 1,1-1,0 0,0 0,1 0,0-1,0 0,0-1,1 1,0-2,7 5,14 1</inkml:trace>
  <inkml:trace contextRef="#ctx0" brushRef="#br0" timeOffset="60042.024">24538 2791,'-16'-2,"-8"1,1 6,6 6,15 6,20 5,17 3,4-3</inkml:trace>
  <inkml:trace contextRef="#ctx0" brushRef="#br0" timeOffset="60989.53">25326 3139,'-20'-9,"-1"1,0 0,-1 2,0 1,0 1,0 0,0 2,0 0,-1 2,1 0,0 2,-1 0,1 2,0 0,-5 3,23-6,1 0,-1 0,1 0,0 1,-1-1,1 1,0 0,0 0,0 0,0 0,0 0,1 1,-1 0,1-1,0 1,-1 0,1 0,1 0,-1 0,0 0,1 1,-1-1,1 0,0 1,0-1,0 1,1-1,-1 1,1-1,0 1,0 0,0-1,1 1,-1-1,1 1,0-1,0 1,0-1,0 1,0-1,1 0,0 0,0 1,11 9,1 0,1-2,0 0,0 0,1-2,0 0,1 0,0-2,1 0,-1-1,1-1,0 0,0-2,1 0,0-1,28 8,0-3,0-2,1-1,-1-3,1-2,0-2,-1-2,0-3,42-11,-80 17,-1 0,1 0,-1-1,0 0,0-1,0 0,0 0,-1-1,1 1,-1-2,0 1,-1-1,1 0,-1 0,0-1,-1 0,0 0,0 0,0-1,0-2,-4 7,-1 1,0-1,1 1,-1 0,0-1,-1 1,1 0,0-1,-1 1,1 0,-1-1,0 1,0 0,0 0,0 0,0 0,0-1,0 2,-1-1,1 0,-1 0,0 0,1 1,-1-1,0 1,0-1,0 1,0 0,0 0,-67-27,49 22,-1 2,0 0,0 2,-1 0,1 2,0 0,0 1,-1 1,1 1,0 1,-11 4,29-8,0 1,0 0,0 0,1 0,-1 0,0 0,0 1,1-1,-1 1,1 0,-1-1,1 1,0 0,-1 1,1-1,0 0,0 1,1-1,-1 1,1-1,-1 1,1 0,0 0,0 0,0-1,0 1,0 0,1 0,-1 0,1 0,0 1,0-1,0 0,0 0,1 0,-1 0,1 0,0 0,0 2,8 5,-1-1,1 0,0 0,1-1,0 0,0 0,1-1,0-1,0 0,1 0,0-1,0 0,0-1,0-1,0 0,1-1,0 0,1 0,-10-2,5 3,1 0,-1-1,0 0,1-1,-1 0,1-1,-1 0,1 0,0-1,-1 0,0-1,1 0,-1 0,0-1,0 0,0-1,0 0,3-2,9-40,-19 52,1-1,-1 0,1 0,1 1,-1-2,1 1,-1 0,1-1,1 0,-1 0,1 0,-1 0,1-1,0 1,0-1,1-1,-1 1,0-1,1 0,0 0,-1 0,4 0,-2-1,0 1,0-1,0 0,0 0,0-1,0 0,0 0,0-1,0 0,-1 0,1 0,0-1,0 0,-1-1,1 1,-1-1,0-1,0 1,0-1,0 0,0 0,-1 0,0-1,0 0,0 0,-1-1,1 1,-1-1,-1 0,1 0,0-2,6-17,-1 0,-2-1,0 0,-2-1,-1 1,-1-1,0-18,-2 30,8-105,-6 0,-4 0,-13-74,-10 73,24 122,0 0,0 0,-1 0,1 0,-1-1,1 1,-1 0,1 0,-1-1,1 1,-1 0,0-1,1 1,-1 0,0-1,0 1,1-1,-1 1,0-1,0 0,0 1,0-1,1 0,-1 0,0 1,0-1,0 0,0 0,0 0,0 0,0 0,0 0,0 0,0 0,1-1,-1 1,0 0,0-1,0 1,0 0,0-1,1 1,-1-1,0 1,0-1,1 0,-1 1,0-1,1 1,-1-1,1 0,-1 0,1 0,-1 1,1-1,-1 0,1 0,0 0,-1 0,1 0,-10 38,1 0,2 0,1 1,2 0,2 0,1 15,-1 11,3 0,2 0,3 0,3 0,3-1,3 0,2-2,13 27,11-11,-39-75,0 0,0 0,0 0,0 0,0 0,0 0,0 0,0-1,1 1,-1-1,1 0,-1 0,1 0,0 0,-1 0,1 0,0-1,0 1,-1-1,1 0,0 0,0 0,-1 0,1 0,0-1,0 1,-1-1,1 0,1 0,8-5,0-1,-1-1,1 0,-1 0,-1-1,0 0,0-1,-1 0,0-1,-1 0,7-10,33-39,-48 60,-1 1,1-1,0 0,0 0,0 0,0 1,0-1,0 0,0 0,0 0,0 1,0-1,0 0,0 0,0 1,0-1,0 0,0 0,0 0,0 1,1-1,-1 0,0 0,0 0,0 1,0-1,0 0,0 0,1 0,-1 0,0 1,0-1,0 0,0 0,1 0,-1 0,0 0,0 0,0 0,1 0,-1 1,0-1,0 0,0 0,1 0,-1 0,0 0,0 0,1 0,-1 0,0 0,0 0,0-1,1 1,-8 30,5-26,-11 98,13-99,0 0,0 0,1 0,-1 0,1 0,0 0,0 0,0 0,1 0,-1-1,1 1,-1 0,1-1,0 1,0-1,0 0,0 1,1-1,-1 0,0 0,1-1,0 1,-1 0,1-1,0 1,0-1,0 0,0 0,0 0,0-1,1 1,29 1,-2-4</inkml:trace>
  <inkml:trace contextRef="#ctx0" brushRef="#br0" timeOffset="61266.97">26583 2898,'-16'-6,"-7"-6,-3 0,4 0,3 0,5 1</inkml:trace>
  <inkml:trace contextRef="#ctx0" brushRef="#br0" timeOffset="61529.296">25981 2711,'21'-4,"22"-2,22 0,23 2,17 3,9 4,-2 4,-19 0</inkml:trace>
  <inkml:trace contextRef="#ctx0" brushRef="#br0" timeOffset="61780.916">26824 3273,'29'-19,"-17"13,0 0,-1-1,0 0,0 0,-1-1,1-1,-2 0,1 0,-2-1,1 0,-1-1,-1 0,0 0,0 0,-1-1,0 0,-1 0,0-5,-4 15,-1 0,0-1,1 1,-1 0,0 0,0 0,-1-1,1 1,0 0,-1 0,0 0,1 0,-1 0,0 0,0 0,0 0,0 0,0 0,-1 0,1 1,0-1,-1 0,1 1,-1 0,0-1,0 1,1 0,-1 0,0-1,0 1,0 1,0-1,0 0,0 0,0 1,-1 0,1-1,0 1,0 0,-4-1,0 1,0 0,0 0,0 0,0 1,0 0,0 0,1 0,-1 1,0 0,1 0,-1 1,1-1,-1 2,0 0,1 0,-1 0,1 1,0 0,0 0,1 0,-1 0,1 1,1 0,-1 0,1 0,0 0,0 1,1-1,-1 1,1-1,1 1,0 0,0 0,0 0,1 0,-1 0,2-1,-1 1,1 0,0 0,1 0,-1 0,1-1,1 1,-1-1,1 1,0-1,0 0,1 0,0-1,0 1,1-1,-1 1,5 2,6 1,0 0,1-1,0-1,0 0,1-2,0 1,0-2,0-1,0 0,1-1,-1 0,1-2,0 0,1-1,48-2</inkml:trace>
  <inkml:trace contextRef="#ctx0" brushRef="#br0" timeOffset="57124.63">20621 3018,'-12'19,"-3"19,1 19,2 16,6 11,8 8,7 1,3-1,3-2,-2-9,-3-7,-5-13,-4-17</inkml:trace>
  <inkml:trace contextRef="#ctx0" brushRef="#br0" timeOffset="57673.232">20501 3206,'-1'-2,"0"0,1 0,-1-1,1 1,-1-1,1 1,0 0,0-1,0 1,0 0,1-1,-1 1,1-1,-1 1,1 0,0 0,0-1,0 1,0 0,0 0,0 0,1 0,-1 0,1 0,-1 1,1-1,0 0,0 1,-1-1,1 1,0 0,1-1,-1 1,0 0,0 0,0 0,1 1,9-4,1 2,-1-1,1 2,0 0,0 0,0 1,0 1,0 0,0 0,-1 2,1-1,-1 2,1 0,-1 0,0 1,-1 0,1 1,5 4,-13-8,-1 0,1 0,-1 0,1 0,-1 0,0 1,1-1,-1 1,-1 0,1 0,0 0,-1 0,1 1,-1-1,0 1,0-1,0 1,-1 0,1 0,-1-1,0 1,0 0,-1 0,1 0,-1 1,1-1,-1 0,-1 0,1 0,-1 0,1 0,-1 0,0 0,0 0,-1 1,-4 2,0-1,0 1,-1-1,0-1,0 1,0-1,0 0,-1-1,0 0,0 0,0 0,-1-1,1-1,-1 1,1-1,-1-1,0 1,0-2,0 1,0-1,-5-1,11 1,1-1,0 1,-1-1,1 0,0 1,-1-1,1 0,0 0,0-1,0 1,0 0,0-1,0 1,0-1,0 0,0 0,1 1,-1-1,1 0,0 0,-1-1,1 1,0 0,0 0,0-1,1 1,-1 0,0-1,1 1,0-1,-1 1,1 0,0-1,0 1,0-1,1 1,-1-1,1 1,-1 0,1-1,0 1,0 0,0-1,0 1,0 0,0 0,1 0,0 0,10-20,2 2,1 0,1 1,0 0,1 1,1 1,18-13,-8 6,-4 5,0-1,-1-1,-1-1,-2-1,0 0,-1-2,-1 0,-1-1,-2-1,-1-1,-1 0,-1 0,2-10,-10 19,0-1,-2 1,0-1,-1 1,-1-1,-1 0,-1 1,0-1,-2 1,-2-8,6 24,0 1,-1 0,1 0,0-1,-1 1,1 0,-1 0,0 0,0 0,1 0,-2 0,1 0,0 0,0 0,-1 0,1 0,0 1,-1-1,0 1,1-1,-1 1,0 0,0-1,0 1,0 0,0 0,0 0,0 1,0-1,0 0,-1 1,1-1,0 1,0 0,-1 0,1 0,0 0,0 0,-1 0,1 1,0-1,-1 1,-3 4,1 1,0 0,1 0,-1 0,1 0,0 1,1-1,0 1,0 0,0 0,1 0,0 0,0 1,1-1,-1 4,-6 34,1 0,3 0,1 0,3 1,1 0,3-1,1 0,2 0,11 33,-11-50,1-1,1 0,2-1,0 0,2-1,1 0,1-1,1-1,1 0,0-1,2-1,2 1,59 24,-47-37</inkml:trace>
  <inkml:trace contextRef="#ctx0" brushRef="#br0" timeOffset="57875.786">20581 2698,'20'-2,"28"-1,30 0,29 1,20 2,5 7,-5 8,-24 2</inkml:trace>
  <inkml:trace contextRef="#ctx0" brushRef="#br0" timeOffset="58340.546">21343 3460,'10'-16,"-1"0,0 0,-1-1,-1 0,-1 0,0-1,-1 0,-1 0,-1 0,0 0,-2-1,0 1,-1-1,0 1,-2-1,0 1,-1-1,-1 1,-1 0,0 1,-2-1,0 1,0 0,-10-14,16 30,1 1,0-1,0 1,0-1,0 1,0-1,0 1,0-1,0 1,0-1,0 0,0 1,0-1,0 1,0-1,1 1,-1 0,0-1,0 1,0-1,1 1,-1-1,0 1,1-1,-1 1,0 0,1-1,-1 1,0 0,1-1,-1 1,1 0,-1 0,1-1,-1 1,1 0,-1 0,1 0,-1 0,1 0,-1-1,1 1,-1 0,1 0,-1 0,1 0,-1 1,1-1,-1 0,1 0,-1 0,1 0,-1 0,1 1,-1-1,1 0,-1 0,0 1,1-1,-1 0,1 1,-1-1,0 0,1 1,-1-1,0 1,1-1,-1 0,5 1,21 3,30 4,0 2,-2 3,43 15,-93-27,-1-1,0 1,1 1,-1-1,0 0,1 1,-1 0,0-1,0 1,0 0,0 1,-1-1,1 0,-1 1,1 0,-1-1,0 1,0 0,0 0,0 0,-1 1,1-1,-1 0,0 1,0-1,0 1,0-1,0 1,-1-1,0 1,0-1,0 1,0 1,-46 103,37-95,2 1,0 0,1 0,0 1,1-1,-2 10,7-21,-1-1,1 0,0 1,0-1,0 0,0 1,0-1,1 0,-1 1,1-1,-1 0,1 0,0 1,0-1,0 0,0 0,0 0,1 0,-1 0,1 0,-1 0,1-1,-1 1,1-1,0 1,0-1,0 1,0-1,0 0,0 0,0 0,1 0,-1 0,0-1,0 1,1-1,-1 1,1-1,95 6,-96-6,65-5,-1-4,0-2,11-6,17-5</inkml:trace>
  <inkml:trace contextRef="#ctx0" brushRef="#br1" timeOffset="-199022.122">1530 2484,'-35'-22,"-2"1,0 1,-1 3,0 1,-1 2,-1 1,-1 3,0 1,0 1,0 3,-1 1,-25 3,35 1,0 2,0 2,0 1,0 1,0 2,1 1,1 1,0 2,0 1,-7 6,-28 17,2 3,2 2,-53 48,86-67,0 0,2 2,0 1,2 1,1 1,1 1,2 1,0 1,2 0,2 1,0 2,-6 20,8-1,2 0,3 1,1 1,3-1,3 1,1 0,3 0,3-1,1 1,3-1,3 2,-2-16,2-1,2 0,1 0,2-2,1 0,2-1,1-1,2-1,1-1,2-1,1-1,1-1,1-2,2 0,1-3,0 0,2-2,11 4,22 4,2-2,0-4,1-3,2-2,0-4,0-3,1-3,0-4,1-2,56-7,-73 3,-1-4,0-1,-1-3,0-2,5-4,-34 7,-1-1,-1-1,0 0,0-2,-1-1,0-1,-2-1,1-1,-2 0,0-2,16-18,-7-5,-1 0,-2-2,-2-1,-2-1,-2 0,-2-2,-2 0,-2-1,-2-1,-1-5,12-53,-4-1,-5-1,-5 0,-4-111,-6 189,-1 0,-1 1,-2-1,0 1,-3-1,0 2,-2-1,-1 1,-1 1,-2 0,-1 1,-1 0,-1 1,-1 1,-1 1,-2 0,-13-11,2 9,-1 1,-1 2,-2 1,0 1,-1 3,-1 1,0 1,-35-8,3 5,0 3,-1 3,-1 4,-50-1,51 8,0 4,0 2,0 3,1 3,0 4,1 2,1 4,0 2,2 4,-21 12,-82 54,27-1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09:00.98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149 151,'-16'-13,"-12"-8,-3-2,0 1,5 4,10 5,15 4,21 5,26 2,27-1,27-1,21-3,10 0,2 3,-11 9,-19 14,-28 14,-25 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09:01.19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1,'23'9,"23"3,24-3,22-5,12-8,2-3,-5 0,-18 0,-22 2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09:00.50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42 110,'-29'-98,"21"89,4 31,4 326,0-325,9 59,-8-81,-1-1,0 1,1 0,-1 0,1 0,0-1,-1 1,1 0,-1-1,1 1,0 0,0-1,-1 1,1-1,0 1,0-1,0 0,-1 1,1-1,0 0,0 1,0-1,0 0,0 0,0 0,0 0,0 0,0 0,0 0,-1 0,1 0,1 0,14-5</inkml:trace>
  <inkml:trace contextRef="#ctx0" brushRef="#br0" timeOffset="204.948">243 3,'0'-2,"0"6,0 11,2 15,4 11,2 10,0 8,-2 5,-1 1,-1-4,-5-6,-3-7,-2-12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09:03.16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443 753,'0'3,"0"1,-1 0,2-1,-1 1,0-1,1 1,-1 0,1-1,0 1,0-1,1 0,-1 1,1-1,-1 0,2 2,6-18,-7-3,-2 1,0-1,0 1,-2-1,0 1,-1 0,0 0,-1 0,-1 0,0 0,-1 1,-1 0,0 0,0 1,-2 0,0 0,0 1,-5-4,5 7,0-1,-1 1,0 1,-1 0,0 1,0 0,0 0,-1 1,0 1,-1 0,1 0,-2 1,7 2,1 1,-1-1,1 1,-1 1,0-1,1 1,-1 0,0 1,1-1,-1 1,0 1,1-1,-1 1,1 0,0 1,0 0,0 0,0 0,0 0,1 1,-1 0,1 0,0 1,-3 2,-1 6,0 1,1 0,1 1,0-1,0 1,2 1,0-1,1 1,0 0,1 0,1 0,1 0,0 1,1-1,1 7,0 5,1-1,1 1,2-1,0 0,2-1,1 1,1-1,12 24,-14-36,0 0,1 0,1-1,0 0,1 0,0-1,1 0,0-1,1-1,0 0,1 0,0-1,0-1,1 0,0 0,4 0,2-2,0-1,1-1,-1 0,1-2,0 0,0-1,-1-2,1 0,0-1,0-1,-1 0,0-2,0-1,0 0,0-1,-1-1,0-1,-1-1,0-1,11-8,-24 16,0 0,0-1,-1 1,0-1,0 0,0 0,0 0,0 0,-1-1,0 0,0 0,0 1,0-2,-1 1,0 0,-2 4,1 0,-1 1,0-1,0 0,0 1,0-1,0 0,0 1,0-1,0 0,0 1,0-1,0 0,0 1,-1-1,1 0,0 1,0-1,-1 0,1 1,0-1,-1 1,1-1,-1 1,1-1,-1 1,1-1,-1 1,1-1,-1 1,1 0,-1-1,1 1,-1 0,0-1,1 1,-1 0,0 0,1-1,-1 1,0 0,1 0,-1 0,0 0,1 0,-1 0,0 0,1 0,-1 1,0-1,1 0,-1 0,-33 15,32-14,0 1,0 0,0 0,0 1,0-1,1 0,-1 1,1-1,-1 1,1-1,0 1,0 0,0-1,0 1,1 0,-1 0,1-1,0 1,0 0,0 0,0 0,0 0,0 0,1-1,-1 1,1 0,0 0,0-1,0 1,0-1,1 1,-1-1,1 1,2 4,1-1,0 1,1-1,-1 0,1-1,0 0,0 0,1 0,0 0,0-1,2 1,6 2,-1-1,1-1,0 0,0-1,1-1,-1 0,1-1,0-1,15 0,-30-1,0 0,1 0,-1 0,0 0,1 0,-1 0,0 0,0-1,1 1,-1 0,0-1,0 1,1 0,-1-1,0 0,0 1,0-1,0 0,0 1,0-1,0 0,0 0,0 0,0 0,-1 0,1 0,0 0,-1 0,1 0,0-1,-1 1,1 0,-1 0,0 0,0-1,1 1,-1 0,0-1,0 1,0 0,0 0,0-1,0 1,-1 0,1 0,0-1,-1 1,1 0,0 0,-1 0,0-1,0 1,-7-13,-1 1,-1 1,0 0,-1 0,-1 1,1 0,-2 1,1 0,-1 1,-1 1,0 0,-7-3,-54-32,75 43,0 0,-1-1,1 1,0-1,0 1,-1 0,1-1,0 1,0-1,0 1,0-1,0 1,0 0,0-1,0 1,0-1,0 1,0-1,0 1,0-1,0 1,0 0,0-1,1 1,-1-1,0 1,0 0,0-1,1 1,-1-1,0 1,1 0,-1-1,0 1,1 0,-1 0,0-1,1 1,-1 0,0 0,1-1,-1 1,1 0,-1 0,1 0,-1 0,0 0,1 0,-1 0,1-1,-1 1,1 0,-1 1,1-1,-1 0,0 0,1 0,0 0,30-7,1 2,0 1,0 1,15 1,-17 1,-7-2,0 2,1 0,-1 1,0 2,0 0,0 1,0 2,-1 0,1 1,-1 1,-1 2,11 5,-26-9,0 0,0 0,0 1,-1 0,0 0,0 0,-1 0,0 1,0 0,0 0,-1 0,0 0,-1 1,1-1,-1 1,-1 0,0-1,0 1,0 2,8 33,-9-41,0 0,0 0,1 0,-1 0,1 0,-1 0,1 0,0 0,-1-1,1 1,0 0,0 0,0-1,1 1,-1 0,0-1,1 1,-1-1,1 0,-1 1,1-1,0 0,-1 0,1 0,0 0,0 0,0 0,0-1,0 1,0-1,0 1,0-1,0 0,0 0,0 0,0 0,0 0,0 0,0 0,0-1,0 1,0-1,0 1,2-2,10-7,-1 0,1-2,-2 1,1-2,-2 1,1-2,-2 1,1-2,-2 1,0-1,-1-1,0 0,0-1,24-63,-34 89,-1 0,1 1,1-1,0 0,1 1,-1-1,2 1,0-1,0 0,1 1,0-1,1 0,0 0,0 0,1-1,0 1,1-1,0 0,1 0,0 0,0-1,1 0,0 0,0-1,1 0,0 0,7 5,27 6,-2-5</inkml:trace>
  <inkml:trace contextRef="#ctx0" brushRef="#br0" timeOffset="654.72">2114 860,'-13'-3,"1"1,-1 1,0 0,1 0,-1 2,0-1,1 2,-1-1,1 2,-1 0,1 0,0 1,0 1,10-4,0 1,0 0,0 0,1 0,-1 0,1 0,-1 0,1 1,0-1,0 0,0 1,0-1,0 0,1 1,-1-1,1 1,-1 0,1-1,0 1,0-1,0 1,1-1,-1 1,0 0,1-1,0 1,-1-1,1 0,0 1,0-1,1 0,-1 1,0-1,1 0,-1 0,1 0,0 0,0-1,0 1,0 0,0-1,0 1,0-1,0 0,0 1,1-1,-1 0,1 0,137 78,-109-64,-1 1,0 1,-2 1,19 16,-44-32,1 0,-1 0,0 0,-1 0,1 0,0 1,-1 0,1-1,-1 1,0 0,1 0,-2 0,1 0,0 1,-1-1,1 0,-1 1,0-1,0 1,0-1,-1 1,1 0,-1-1,0 1,0-1,0 1,0 0,-1-1,1 1,-1 0,0-1,0 1,-1-1,1 0,-1 1,-1 1,-1-1,-1 0,0 0,0 0,-1-1,1 0,-1 0,1-1,-1 1,0-1,0 0,0-1,-6 2,10-3,0 1,1-1,-1 0,0 0,0 0,0 0,0 0,0 0,1 0,-1 0,0-1,0 1,0-1,1 1,-1-1,0 0,1 0,-1 0,0 0,1 0,-1 0,1 0,-1 0,1-1,0 1,0 0,0-1,-1 1,1-1,1 1,-1-1,0 0,0 1,0-1,1 0,-1 0,1 0,0 1,-1-1,1 0,0 0,0 0,0 0,1-1,0-9,1-1,1 1,0 0,1 0,0 1,0-1,2 1,-1 0,2 0,3-6,1-1,40-73,-1 11,-5-2,-2-2,-5-2,-3-1,-4-2,-4-1,-2-8,-20 68,0 1,-2-1,-1 0,-1 0,-2 0,-1 0,-1 0,-5-16,-7 13,15 32,-1 1,1-1,-1 1,1-1,0 1,-1-1,1 1,-1 0,1-1,-1 1,1 0,-1-1,0 1,1 0,-1 0,1 0,-1-1,1 1,-1 0,0 0,1 0,-1 0,1 0,-1 0,0 0,1 0,-1 0,1 1,-1-1,0 0,1 0,-1 0,1 1,-1-1,1 0,-1 1,1-1,-1 0,1 1,-1-1,1 1,-1-1,1 1,0-1,-1 1,1-1,0 1,-1-1,1 1,0-1,0 1,0-1,-1 1,1 0,-5 11,0 1,1 0,0 1,1-1,1 0,0 1,0 0,2-1,0 10,-1-5,3 77,5-1,4 1,3-1,5-1,22 62,-30-112,-1-1,-5-13,2 0,1 0,1-1,1 0,2 0,0-1,2-1,1 0,3 2,-13-22,0-1,0 1,1-1,0-1,-1 1,2-1,-1 0,0 0,1-1,-1 0,1 0,0 0,0-1,0 0,1-1,19 2</inkml:trace>
  <inkml:trace contextRef="#ctx0" brushRef="#br0" timeOffset="904.993">2087 553,'21'-5,"29"-1,31-2,29-2,21 1,-12 1</inkml:trace>
  <inkml:trace contextRef="#ctx0" brushRef="#br0" timeOffset="2149.929">2929 1248,'11'-25,"-1"0,-2-1,0 0,-2 0,-1 0,-1-1,-1 0,-2 0,0 0,-2 0,-2-11,-28-78,31 115,0 1,0-1,0 0,1 1,-1-1,0 1,0-1,1 1,-1-1,0 0,1 1,-1 0,1-1,-1 1,1-1,-1 1,1-1,-1 1,1 0,-1-1,1 1,-1 0,1 0,-1-1,1 1,0 0,-1 0,1 0,0 0,-1 0,1 0,-1 0,1 0,0 0,-1 0,1 0,0 0,-1 0,1 1,-1-1,1 0,-1 0,1 1,0-1,-1 0,1 1,-1-1,1 0,-1 1,1-1,-1 1,0-1,5 2,46 9,-24-6,0 1,0 1,0 1,-1 2,18 9,-37-14,-2-1,1 1,0 0,-1 0,0 1,0 0,-1 0,1 0,-1 0,-1 1,1-1,-1 1,0 0,-1 0,0 0,0 0,0 1,-1-1,0 1,0-1,-1 1,0-1,0 1,-2 6,1-9,0 0,1 0,0 0,-1 0,2 0,-1 0,0 0,1 0,0 0,0 0,1-1,-1 1,1 0,0-1,0 1,1-1,-1 0,1 0,0 1,0-2,1 1,-1 0,1-1,-1 0,1 1,0-1,0-1,1 1,-1-1,1 1,6-2,0-1,0 0,0 0,0-1,0 0,0-1,0 0,0-1,0 0,-1-1,1 0,-1-1,0 0,0 0,-1-1,0 0,0-1,0 0,-1-1,0 1,0-2,4-6,-6 9,-1 0,-1 0,1 0,-1-1,0 1,-1-1,0 0,0-1,0 1,-1 0,0-1,0 1,-1-1,0-3,-11 32,9-15,-1 0,1 0,0 1,1-1,-1 0,1 0,1 0,-1 1,1-1,0 0,0 0,1 0,0 0,0 0,0 0,0-1,1 1,0-1,1 1,-1-1,1 0,0-1,0 1,0 0,1-1,0 0,0 0,0-1,0 1,0-1,5 2,-2-1,1-1,0 0,1 0,-1 0,0-2,1 1,-1-1,1 0,-1-1,1 0,0 0,-1-1,1-1,-1 0,1 0,-1 0,0-1,0-1,0 1,-1-2,1 1,-1-1,0 0,0-1,0 0,-1 0,0-1,0 0,-1 0,0 0,0-1,-1 0,4-7,-5 6,0-1,-1 1,0-1,-1 0,0 0,-1-1,0 1,0 0,-1-1,0 1,-1 0,-1-7,2 17,0 0,0 1,0-1,0 0,0 1,0-1,0 0,0 1,0-1,0 0,0 1,0-1,0 0,0 1,0-1,0 0,-1 1,1-1,0 0,0 1,0-1,0 0,-1 0,1 1,0-1,0 0,-1 0,1 1,0-1,0 0,-1 0,1 0,0 1,-1-1,1 0,0 0,-1 0,1 0,0 0,-1 0,1 0,0 0,-1 0,1 0,0 0,-1 0,1 0,0 0,-1 0,1 0,0 0,-1 0,1 0,0 0,-1-1,1 1,0 0,-2 8,0 0,1 0,1 0,-1 0,1 0,0 0,1 0,0 0,0 0,1 0,0-1,0 1,1 0,0-1,0 0,1 1,0-1,0-1,1 1,0-1,0 1,0-1,1-1,0 1,0-1,0 0,1 0,0-1,4 3,0-3,1-1,-1 0,0 0,1-1,0 0,-1-1,1-1,0 0,-1 0,1-1,0-1,-1 0,1 0,-1-1,0-1,0 0,0 0,0-1,-1 0,0-1,0 0,0-1,-1 0,0-1,0 0,-1 0,0-1,0 0,-1 0,0 0,-1-1,0 0,0-1,-1 1,-1-1,1-3,1-1,-4 24,0 3,-1-3,0 0,2 0,-1-1,1 1,0 0,1-1,-1 0,2 0,-1 0,1 0,1-1,-1 0,1 0,0 0,1-1,0 1,0-2,0 1,0-1,1 0,0-1,0 0,7 3,11 1</inkml:trace>
  <inkml:trace contextRef="#ctx0" brushRef="#br0" timeOffset="2334.637">4320 540,'13'4,"19"6,15 4,13 2,-4-2</inkml:trace>
  <inkml:trace contextRef="#ctx0" brushRef="#br0" timeOffset="2855.584">4814 793,'2'25,"2"1,0-1,2 0,1-1,0 0,2 0,1 0,9 15,-16-34,0-1,0 1,0-1,0 1,1-1,0 0,-1 0,2-1,-1 1,0-1,1 0,-1 0,1 0,0-1,0 1,0-1,0 0,0-1,1 1,-1-1,0 0,1-1,-1 1,1-1,-1 0,1 0,-1-1,1 0,-1 0,0 0,1 0,-1-1,0 0,0 0,0 0,0-1,0 0,-1 0,1 0,2-2,1-4,-1 0,0 0,0-1,0 0,-1 0,-1 0,0-1,0 0,-1 0,0 0,-1 0,-1-1,1 0,-1-10,-3 28,0 1,1-1,0 1,0-1,0 1,1-1,0 0,0 1,1-1,0 0,0 0,0 0,0 0,1 0,0 0,1-1,-1 1,1-1,0 0,0 0,1 0,-1-1,1 0,0 0,1 0,-1 0,0-1,1 0,0 0,0 0,0-1,2 1,0-1,0 0,0-1,1 0,-1-1,0 1,1-1,-1-1,0 0,1 0,-1-1,0 0,0 0,0-1,0 1,0-2,-1 1,1-1,-1-1,0 1,0-1,-1 0,0-1,1 0,-2 0,1 0,-1 0,0-1,0 0,-1 0,0-1,0 1,0-1,-1 0,-1 1,1-1,-1-1,0 1,-1 0,0 0,-1-1,1-3,-1 11,0-1,0 1,0-1,0 1,0-1,0 1,0 0,0-1,0 1,-1-1,1 1,-1-1,1 1,-1 0,1-1,-1 1,0 0,0 0,0-1,1 1,-1 0,0 0,-1 0,1 0,0 0,0 0,0 1,0-1,-1 0,1 0,0 1,-1-1,1 1,-1-1,1 1,0 0,-1 0,1-1,-1 1,1 0,-1 0,1 0,-1 1,1-1,-1 0,1 0,0 1,-1-1,1 1,0-1,-1 1,1 0,0 0,-1-1,1 1,0 0,-1 1,0 1,-1 1,1-1,0 1,0-1,1 1,-1 0,1 0,0 0,0 0,0 0,0 0,1 0,-1 0,1 0,0 0,1 0,-1 0,1 0,-1 0,1 0,0 0,1 0,-1 0,1 0,0-1,-1 1,2-1,-1 1,0-1,1 0,-1 0,1 0,0 0,0 0,0 0,1-1,-1 0,1 0,-1 0,2 1,36 14,2-3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09:06.58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496 186,'-2'48,"1"-1,3 1,4 20,0 3,2 62,-7 0,-7 29,4-141,3 77,0-95,-1 1,1-1,0 0,0 0,1 1,-1-1,1 0,0 0,-1 0,1-1,1 1,-1 0,0-1,0 1,1-1,0 0,-1 0,1 0,0 0,0 0,0-1,0 1,0-1,1 0,-1 0,2 1,14 0,-1 0,1-2,0 1,-1-2,1-1,-1 0,1-2,-1 0,0 0,0-2,0 0,-1-1,2-2,22-14,-10 2</inkml:trace>
  <inkml:trace contextRef="#ctx0" brushRef="#br0" timeOffset="205.159">1 626,'27'-6,"30"-6,30-2,30-1,24 0,20 2,11 4,-5 5,-29 3</inkml:trace>
  <inkml:trace contextRef="#ctx0" brushRef="#br0" timeOffset="2209.579">1365 934,'-9'-11,"0"0,-1 0,0 2,-1-1,0 1,-1 1,0 0,0 0,0 1,-1 1,0 0,-1 1,1 0,-1 1,0 1,0 0,0 1,-4 0,11 3,0 1,0 0,0 1,1-1,-1 1,1 0,0 1,-1 0,1 0,1 0,-1 0,1 1,0 0,0 0,0 1,1-1,-1 1,1 0,1 0,-1 0,1 1,0-1,1 1,0 0,0 0,0 0,1 0,-1 0,2 0,-1 0,1 0,0 0,1 1,0-1,0 0,0 0,1 1,0-4,0 0,0-1,0 1,1-1,-1 0,1 1,0-1,0 0,0-1,0 1,0 0,1-1,-1 0,1 0,0 0,-1 0,1 0,0-1,0 0,0 0,0 0,0 0,0 0,1-1,-1 0,0 0,1 0,5 0,0-1,1 0,-1-1,0 0,0 0,0-1,0 0,-1-1,1 0,3-3,0-1,-1-1,0 0,-1-1,0 0,0 0,-1-1,-1-1,0 0,-1 0,0-1,0 1,-1-2,-1 1,-1-1,0 0,0 0,-2-1,1 0,13 97,-14-70,0 0,1 0,0-1,1 0,0 0,0 0,1 0,3 3,-6-11,-1 0,1 1,0-1,-1 0,1 0,1-1,-1 1,0-1,1 1,-1-1,1 0,0-1,-1 1,1 0,0-1,0 0,0 0,0 0,0-1,0 1,0-1,1 0,-1 0,0 0,0-1,2 0,0-1,0 0,0 0,-1 0,1-1,-1 0,0 0,0-1,0 1,0-1,0 0,-1 0,0-1,0 0,0 1,0-1,-1 0,0-1,0 1,0-1,0-1,38-120,-24 29,-4-1,-5 0,-3-1,-7-37,-1 59,-2 75,3 18,-2 48,3 0,2 1,4-1,2-1,3 1,16 56,9-19,-35-99,1 0,-1 0,1 0,0 0,-1 0,1 0,0 0,-1 0,1 0,0-1,0 1,0 0,0-1,0 1,0 0,0-1,0 1,0-1,0 0,0 1,0-1,1 0,-1 0,0 0,0 1,0-1,0 0,0-1,1 1,-1 0,0 0,0 0,0-1,0 1,0 0,0-1,0 1,0-1,1 0,35-33,-27 21,-6 9,-1 0,1 0,-1 0,1 0,0 0,1 1,-1 0,1 0,-1 0,1 0,0 1,0 0,0 0,0 0,0 0,1 1,-1 0,0 0,1 1,-1-1,1 1,-1 0,1 0,-1 1,0 0,1 0,-1 0,0 1,4 1,-2 3,0 1,0 0,0 1,-1 0,0-1,-1 2,0-1,0 1,-1 0,0 0,0 0,-1 0,0 1,-1-1,0 1,-1 0,0 0,0-1,-1 1,0 0,-1 0,0 0,-1-1,1 1,-2 0,-3 8,4-12,-1 1,0-1,0 0,-1 0,0 0,0-1,0 1,-1-1,0 0,0 0,0-1,0 1,-1-1,0 0,0-1,-6 4,9-6,-1 1,1-1,-1 1,0-1,0 0,0-1,1 1,-1-1,0 1,0-1,0 0,0-1,0 1,0-1,0 1,0-1,1 0,-1-1,0 1,1-1,-1 0,1 1,-1-1,1-1,0 1,0 0,0-1,0 0,0 0,0 0,-36-66,38 67,1-1,-1 1,0-1,1 1,0-1,-1 1,1-1,0 1,0-1,1 1,-1-1,0 0,1 1,0-1,-1 1,1 0,0-1,0 1,1 0,-1-1,0 1,1 0,-1 0,1 0,0 0,0 1,-1-1,1 0,1 0,7-2,-1 0,1 0,0 1,0 0,0 1,0 0,0 1,0 0,1 0,-1 1,8 1,-5-1,12-1,11 3,0-2,0-2,-1-1,1-2,-1-2,0-1,0-1,32-14,-11-21,-55 43,0 0,0 0,0-1,0 1,0 0,0-1,0 1,-1-1,1 0,0 1,-1-1,1 1,-1-1,0 0,1 1,-1-1,0 0,0 1,0-1,0 0,0 0,-1 1,1-1,-1 1,1-1,-1 0,1 1,-1-1,0 1,0-1,1 1,-1-1,0 1,-1 0,1-1,0 1,0 0,0 0,-2-1,-3-1,-1 0,0 0,0 0,0 1,0 0,0 0,0 1,-1 0,1 0,0 1,-1 0,1 0,0 1,-1 0,1 0,0 0,-1 1,1 0,0 1,1 0,-1 0,0 0,1 1,0 0,-1 0,2 0,-1 1,-3 3,5-4,0-1,1 1,0 0,-1 0,1 0,1 0,-1 1,0-1,1 1,0 0,0 0,1-1,-1 1,1 0,0 0,0 1,1-1,0 0,0 0,0 0,0 0,1 0,-1 0,2 0,-1 0,0 0,1 0,0 0,0 0,0-1,1 1,-1-1,1 0,0 0,4 4,8 3,0-1,1 0,1-2,-1 0,1 0,1-1,-1-2,1 0,0 0,1-2,-1 0,1-1,-1-1,1-1,11-1,-15 2,1 0,0-1,0-1,-1 0,1-1,-1-1,1 0,-1-1,0-1,0 0,-1-1,0-1,0 0,0-1,-1-1,0 0,-1 0,0-1,0-1,-1 0,0-1,4-6,-2-12,-2 1,-1-1,-1-1,-1 0,-2 0,-1-1,-2 1,-1-1,-2 0,0 0,-3-4,3 26,0-54,-3 0,-3 1,-2-1,-3 2,-3-1,11 53,0 0,0 0,-1 1,0-1,0 1,-1 0,0 0,-1 0,0 1,-1-1,6 8,-1-1,1 1,-1-1,1 1,-1-1,0 1,1 0,-1 0,0 0,0 0,0 0,1 0,-1 1,0-1,0 1,0-1,-1 1,1 0,0 0,0 0,0 0,0 0,0 0,0 0,0 1,0-1,0 1,0-1,0 1,0 0,0 0,0 0,1 0,-1 0,0 0,1 0,-1 1,1-1,-1 1,0 0,-45 77,34-38,3 2,1 0,2 0,2 0,2 1,2-1,4 44,-2-56,1 1,2-2,1 1,2 0,1-1,1 0,1-1,2 0,1 0,1-2,1 0,2 0,0-1,2-1,1-1,17 15,-28-30,1-1,0-1,1 0,-1 0,1-1,1 0,-1-1,10 3,-16-6,0-1,-1 0,1 0,0 0,0-1,0 1,0-1,-1 0,1-1,0 1,0-1,0 0,0 0,-1 0,1-1,-1 0,1 0,-1 0,0 0,1-1,-1 0,0 1,3-4,5-9,-1 0,-1 0,0-1,0 0,-2-1,0 0,-1 0,-1-1,0 0,0-10,-4 24,-1-7,-8 24,4-8,1 0,-1 0,1 1,0-1,0 0,0 1,1-1,0 1,0 0,0-1,1 1,0 0,0 0,0-1,1 1,0 0,0-1,0 1,1 0,0-1,0 0,0 1,0-1,1 0,0 0,0 0,2 1,4-2,0-1,0 1,1-1,-1-1,1 0,-1 0,1-1,0 0,0-1,0 0,0 0,-1-1,1 0,0-1,-1 0,1-1,-1 0,9-4,-8 3,1-1,-1 0,1-1,-1 0,-1-1,0 0,0 0,0-1,-1 0,0 0,0-1,-1 0,0-1,-1 0,0 0,0 0,-1-1,-1 1,0-1,1-2,6-14,-7 38,-2 21,-3-22,1 0,0 0,1-1,0 1,0 0,1 0,0-1,1 1,0-1,1 0,0 0,0 0,1 0,0-1,0 0,1 0,0 0,3 3,3-4,-1 0,1 0,0-2,0 1,1-1,0-1,0 0,0-1,0 0,0-1,0-1,1 0,-1-1,1 0,-1-1,0-1,1 0,-1 0,0-1,0-1,0-1,-1 0,0 0,8-5,-3 1,0-2,-1 0,0-1,-1 0,0-2,-1 1,0-2,-1 0,-1 0,0-1,-1-1,-1 0,-1 0,6-14,-1-5,-1 0,-2-1,-1 0,-2-1,-2 0,-1 0,-2-7,0 26,-2 0,0-1,-1 1,0-1,-2 1,0-1,-2 1,0 0,-1 0,-1 0,0 1,-2 0,0 0,-1 1,-1 0,-2-3,8 16,0 0,1 1,-1-1,0 1,0 0,-1 0,1 0,-1 1,0-1,1 1,-1 0,0 1,0-1,0 1,0 0,0 0,-1 1,1 0,0-1,0 2,0-1,-1 0,1 1,0 0,0 1,0-1,0 1,0 0,1 0,-1 0,0 1,-2 1,-8 9,0 1,0 0,2 1,0 0,0 1,1 1,1 0,1 1,1-1,0 2,1 0,1 0,1 0,1 0,0 1,1 5,0-4,0 0,1 0,2 0,0 0,1 0,1 0,1 1,1-1,1-1,0 1,2-1,0 1,2-2,0 1,1-1,1 0,0-1,2 0,0-1,1 0,1-1,10 9,9 4,1-2,2-1,0-2,2-1,0-2,2-2,18 5,52 20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09:09.75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286 567,'-16'-1,"0"1,0 0,0 1,0 1,1 1,-1 0,0 1,1 0,0 1,0 1,0 1,1 0,0 1,-10 7,-16 28,39-42,0 0,0 0,1 0,-1 1,1-1,-1 0,1 1,-1-1,1 0,0 1,0-1,0 0,0 1,0-1,0 1,0-1,0 0,0 1,1-1,-1 0,1 1,-1-1,1 0,-1 1,1-1,0 0,-1 0,1 0,0 0,0 0,0 0,0 0,0 0,0 0,0 0,0 0,0-1,1 1,-1 0,9 2,1 0,-1 0,1-1,0 0,0-1,-1 0,1-1,0 0,0-1,0 0,0-1,-1 0,1-1,-1 0,1 0,-1-1,0-1,0 1,-1-2,8-4,-6 2,-1 1,0-2,0 1,0-1,-1-1,-1 1,0-2,0 1,-1-1,0 0,-1-1,0 1,-1-1,0 0,-1-1,0 1,-1-1,-1 0,0 0,0 1,-1-14,1-17,-2 0,-1-1,-3 1,-1 0,-3 1,-1-1,-7-17,-19-14,33 73,1 1,0-1,-1 1,1-1,0 1,-1 0,1-1,-1 1,1 0,0 0,-1 0,1 0,-1 0,1 0,0 0,-1 1,1-1,-1 1,1-1,0 1,0-1,-1 1,1-1,0 1,0 0,0 0,-1 0,1 0,0 0,0 0,1 0,-1 0,0 0,0 0,0 1,1-1,-1 0,1 0,-1 1,1-1,-1 0,1 1,0-1,-1 1,1-1,0 0,0 1,0-1,0 1,1-1,-1 1,-9 34,2 0,2 0,1 0,2 1,1 0,3 18,-2-27,1 0,1 0,2 0,1-1,0 1,3-1,0-1,1 1,2-2,0 1,2-1,1-1,1-1,5 6,-16-24,1 0,0 0,-1 0,2-1,-1 1,1-1,-1-1,1 1,0-1,0 0,0 0,1-1,-1 0,1 0,0 0,-1-1,1 0,0 0,0-1,-1 0,1 0,0-1,0 1,-1-2,1 1,0-1,-1 0,1 0,-1 0,0-1,0 0,0-1,0 1,1-2,4-4,-2 0,1-1,-2 0,1 0,-1-1,-1 0,0 0,0-1,-1 0,-1 0,0 0,0-1,-1 0,-1 1,0-2,-1 1,-1 0,0 0,0-10,-1 21,1-1,-1 1,0-1,0 1,0-1,0 1,0 0,0-1,-1 1,1-1,-1 1,0 0,0-1,0 1,0 0,0 0,0 0,0-1,-1 1,1 1,-1-1,0 0,1 0,-1 1,0-1,0 0,0 1,0 0,0 0,0-1,-1 1,1 1,0-1,-1 0,1 0,0 1,-1-1,1 1,-1 0,1 0,-1 0,-1 0,-2 3,1 0,-1 0,1 1,0-1,0 1,1 0,-1 0,1 1,0 0,0-1,0 1,1 1,-1-1,1 0,1 1,-1 0,1-1,0 1,0 0,0 0,1 0,0 1,1-1,-1 0,1 0,0 0,0 1,1-1,0 0,0 0,1 0,-1 0,1 0,1 0,-1-1,2 4,4 0,0 1,0-1,1-1,1 0,-1 0,1-1,0 0,1-1,0 0,0 0,0-1,0-1,1 0,7 2,51 15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09:10.27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263 716,'-15'-4,"0"1,0 1,-1 1,1 0,-1 0,1 2,-1 0,-4 1,13-1,1 1,0-1,0 1,0 0,0 0,0 1,0-1,0 1,1 1,0-1,-1 1,1 0,1 0,-1 0,0 1,1 0,0 0,0 0,1 0,-1 1,0 1,3-4,0 0,0 0,0 1,0-1,0 0,1 0,0 1,-1-1,1 0,0 1,1-1,-1 1,0-1,1 0,0 0,0 1,0-1,0 0,0 0,1 0,0 0,-1 0,1 0,0-1,0 1,1-1,-1 1,0-1,1 0,-1 1,1-1,0-1,0 1,0 0,0-1,0 1,0-1,0 0,0 0,1 0,-1-1,0 1,1-1,6 2,-1-1,1 0,0-1,-1 0,1 0,0-1,-1 0,1-1,-1 0,1-1,-1 1,0-2,0 1,-1-2,1 1,-1-1,1 0,-2-1,1 0,0 0,-1 0,-1-1,1 0,-1-1,0 1,0-1,-1 0,0-1,-1 1,0-1,0 0,-1 0,0 0,-1-1,1 1,-2-1,-1-59,0 68,0 1,-1 0,1 0,0 0,-1 0,1-1,-1 1,1 0,-1 0,1 0,0 0,-1 0,1 0,-1 0,1 0,-1 0,1 0,0 0,-1 0,1 1,-1-1,1 0,0 0,-1 0,1 0,0 1,-1-1,1 0,0 0,-1 1,1-1,0 0,-1 1,1-1,0 0,0 1,-1-1,1 1,0-1,0 0,0 1,0-1,0 1,-1-1,1 0,0 1,0-1,0 1,0-1,0 0,0 1,0-1,0 1,1-1,-1 1,0-1,0 0,0 1,0-1,0 1,1-1,-1 0,0 1,0-1,1 0,-1 1,0-1,1 8,-1 0,1-1,1 1,-1 0,1-1,0 1,1-1,0 0,0 0,1 0,0 0,0 0,0-1,1 0,0 0,0 0,1 0,-1-1,1 0,0 0,1 0,-1-1,1 0,0-1,0 1,0-1,0 0,1-1,0 0,39 17</inkml:trace>
  <inkml:trace contextRef="#ctx0" brushRef="#br0" timeOffset="629.693">892 703,'-6'-1,"-130"-5,128 6,0 1,0 0,0 1,0-1,0 1,1 1,-1-1,1 2,-1-1,1 1,0 0,1 0,-1 0,1 1,-4 4,7-6,0 0,1 0,0 0,0 0,0 0,0 0,0 1,1-1,0 1,-1-1,1 1,0 0,1-1,-1 1,1 0,-1 0,1-1,1 1,-1 0,0 0,1 0,0-1,-1 1,2 0,-1-1,0 1,1-1,-1 1,1-1,0 0,0 0,1 0,-1 0,0 0,1 0,0-1,0 1,0-1,0 0,0 1,0-2,0 1,1 0,1 0,10 4,0 0,0-1,1-1,-1-1,1 0,0-1,0 0,-1-2,1 0,0 0,0-2,0 0,0-1,-1 0,1-1,9-4,-13 2,-1 1,0-2,0 1,0-2,-1 1,0-1,0-1,-1 0,0 0,-1-1,0 0,0-1,-1 1,0-2,-1 1,-1-1,1 1,-2-1,0-1,0 1,-1-1,0-4,13-72,-4 0,-4 0,-3-1,-8-78,-6 55,-5 84,13 29,0 0,0-1,0 1,0 0,1 0,-1 0,0 0,0 1,0-1,0 0,1 0,-1 0,0 1,0-1,0 0,1 1,-1-1,0 1,1-1,-1 1,0-1,1 1,-1-1,0 1,1 0,-1-1,1 1,-1 0,1-1,0 1,-1 0,1 0,0 0,-1-1,1 1,0 0,-12 27,1 0,1 0,1 1,2 0,1 0,1 1,0 29,-2-20,3 0,1 0,1 0,3 0,1 0,2 0,1 0,2 0,2-1,2-1,8 20,-16-49,1 0,0 0,0 0,1 0,0-1,0 0,1 0,0 0,0-1,1 1,-1-2,1 1,1-1,-1 0,1 0,0-1,0 0,0-1,0 1,1-2,0 1,-1-1,1 0,0-1,0 0,0-1,0 1,0-2,0 1,5-2,-4-3,1 1,-1-1,0-1,-1 0,1 0,-1-1,-1 0,1-1,-1 0,0 0,-1-1,0 0,0 0,-1-1,0 1,-1-1,0-1,-1 1,0-1,0 0,-1 1,-1-2,0 1,0 0,-1 0,-1-1,1 1,-2 0,0-1,0-1,-13-44,13 56,1 1,-1-1,1 0,-1 1,1-1,-1 0,1 1,-1-1,1 1,-1-1,0 1,1-1,-1 1,0-1,0 1,1 0,-1-1,0 1,0 0,0 0,1-1,-1 1,0 0,0 0,0 0,1 0,-1 0,0 0,0 0,0 1,0-1,1 0,-1 0,0 1,0-1,1 0,-1 1,0-1,0 1,1-1,-1 1,0-1,1 1,-1-1,1 1,-1 0,1-1,-1 1,1 0,-1-1,1 1,0 0,-1 0,1 0,-23 44,19-36,1-1,0 1,1 1,0-1,0 0,1 0,0 1,1-1,0 1,0-1,1 1,0-1,1 0,0 0,0 1,1-1,0-1,1 1,0 0,1-1,-1 0,1 0,1 0,0-1,0 1,0-1,1-1,4 4,29 12,-1-7</inkml:trace>
  <inkml:trace contextRef="#ctx0" brushRef="#br0" timeOffset="942.592">1787 610,'3'18,"1"1,0-1,1 0,1-1,1 1,1-1,0-1,1 1,1-1,0-1,1 0,1 0,0-1,1-1,1 0,0-1,11 8,-23-18,-1-1,1 0,-1 0,1 0,0 0,-1 0,1 0,0 0,0 0,-1-1,1 1,0-1,0 1,0-1,0 0,0 1,0-1,0 0,0-1,0 1,0 0,0 0,0-1,0 1,-1-1,1 0,0 0,0 1,0-1,-1 0,1 0,-1-1,1 1,-1 0,1 0,-1-1,1 1,-1-1,0 1,0-1,7-13,-1-1,0 1,-1-1,-1 0,-1 0,0-1,0-11,5-14,-7 29,1-1,1 1,0 0,0 0,1 0,1 1,0-1,1 1,0 1,1-1,0 1,1 1,0 0,10-9,7 2</inkml:trace>
  <inkml:trace contextRef="#ctx0" brushRef="#br0" timeOffset="1285.953">2416 756,'2'6,"1"0,0 0,0-1,1 1,-1-1,1 0,0 0,1 0,-1-1,1 0,0 1,0-2,0 1,1 0,-1-1,1 0,0-1,0 1,0-1,0 0,0 0,0-1,1 0,-1 0,0-1,1 1,-1-1,1-1,-1 1,0-1,1 0,-1-1,0 1,0-1,0 0,0-1,0 0,0 0,-1 0,1 0,2-3,-5 2,1-1,-1 0,0 1,0-1,-1 0,1-1,-1 1,0 0,-1-1,1 1,-1-1,0 1,0-1,-1 1,0-1,0 0,0 1,-1-1,1 0,-1 1,-1-1,1 1,-1-1,0 1,0 0,0 0,-1 0,0 0,0 0,0 0,-1 1,1 0,-1-1,0 1,-1 1,1-1,0 1,-1-1,0 1,0 0,0 1,0 0,0-1,-1 1,1 1,-1-1,1 1,-1 0,1 1,-3-1,0 1,0 0,1 0,-1 1,0 0,1 1,-1 0,1 0,-1 0,1 1,0 0,0 1,0-1,1 1,-1 1,1-1,0 1,0 0,0 1,1-1,0 1,0 0,0 0,1 1,0-1,0 1,1 0,0 0,0 0,0 1,1-1,0 1,1-1,0 1,0 1,1-4,1-1,0 1,0 0,0-1,0 1,1 0,0-1,0 0,0 1,0-1,1 0,0 0,0 0,0-1,0 1,0-1,1 0,0 0,-1 0,1 0,0 0,1-1,-1 0,0 0,1 0,-1 0,1-1,-1 1,4-1,30 9</inkml:trace>
  <inkml:trace contextRef="#ctx0" brushRef="#br0" timeOffset="1537.341">2830 302,'-16'-12,"-12"-3,-10 1,-3 2,-2 6,4 11,9 11,10 10,10 9,11 11,11 8,9 7,2-7</inkml:trace>
  <inkml:trace contextRef="#ctx0" brushRef="#br0" timeOffset="1946.59">2804 890,'6'4,"0"0,1 0,-1-1,1 0,0 0,0-1,0 0,0 0,1 0,-1-1,0 0,1 0,-1-1,1 0,-1-1,0 1,1-1,-1-1,0 1,0-1,1-1,-1 1,-1-1,1 0,0-1,-1 0,0 0,0 0,0-1,0 1,-1-1,1-1,-1 1,-1-1,5-6,0-6,0-1,-1 1,-1-2,-1 1,0-1,-2 0,0 0,-1 0,-1 0,-1-1,-1 1,-1-1,-2-11,-13-56,15 87,1 1,0 0,0-1,-1 1,1-1,0 0,0 1,0-1,0 1,0-1,-1 1,1-1,0 1,0-1,0 1,1-1,-1 1,0-1,0 1,0-1,0 0,0 1,1-1,-1 1,0 0,0-1,1 1,-1-1,0 1,1-1,-1 1,0 0,1-1,-1 1,1 0,-1-1,1 1,-1 0,1-1,-1 1,1 0,-1 0,1 0,-1 0,1-1,-1 1,1 0,-1 0,1 0,32 6,-21-3,85 15,-49-11,-1 3,0 1,39 16,-82-26,0 0,-1 0,1 1,0-1,-1 1,1-1,-1 1,0 0,0 0,0 1,0-1,0 1,0-1,-1 1,1 0,-1 0,1 0,-1 0,0 1,-1-1,1 1,-1-1,1 1,-1-1,0 1,0 0,0-1,-1 1,0 0,1 0,-1 0,-1 1,-43 81,39-79,-1 0,1 0,1 1,-1 0,1 0,1 0,-1 0,2 0,-1 1,1 0,0-1,0 9,2-14,0 0,1 0,-1 0,1 0,0-1,0 1,0 0,0 0,1 0,-1-1,1 1,-1-1,1 1,0-1,0 0,0 1,1-1,-1 0,0 0,1-1,-1 1,1 0,-1-1,1 0,2 1,77 21,-52-18,-1-1,1-2,-1-1,1-1,0-2,-1-1,1-1,-1-1,0-2,0-1,1-2,12-9</inkml:trace>
  <inkml:trace contextRef="#ctx0" brushRef="#br0" timeOffset="2625.349">1025 743,'-4'-4,"-7"-5,-12 0,-16 2,-22-1,0 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09:32.536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1410 428,'13'23,"12"16,11 13,5 7,3 5,4-2,-1-3,-3-3,-2-6,-4-6,-6-6,-6-7,-6-10,-5-7</inkml:trace>
  <inkml:trace contextRef="#ctx0" brushRef="#br0" timeOffset="253.326">1850 415,'-15'2,"-13"10,-8 17,-5 19,-2 17,2 11,0 9,6 4,4-3,7-6,8-17</inkml:trace>
  <inkml:trace contextRef="#ctx0" brushRef="#br0" timeOffset="582.48">1931 976,'8'-8,"0"0,0 1,1 0,0 0,0 1,0 0,1 1,0 0,0 0,0 1,1 1,-1 0,4-1,-10 3,-1 0,0 0,1 0,-1 0,1 0,-1 1,1 0,-1 0,1 0,-1 0,1 0,-1 1,1-1,-1 1,1 0,-1 0,0 0,0 1,1-1,-1 1,0 0,0 0,0 0,-1 0,1 0,0 1,-1-1,1 1,-1-1,0 1,0 0,0 0,-1 0,2 3,-2 5,-1-1,-1 0,0 1,-1-1,0 0,0 0,-1 0,0 0,-1 0,0 0,0-1,-1 0,-1 0,1 0,-2-1,1 0,-4 3,-129 149,139-160,-1 0,0 1,0-1,0 0,0 1,0-1,0 1,0-1,0 1,0 0,0-1,0 1,1 0,-1 0,0 0,0-1,1 1,-1 0,1 0,-1 0,1 0,-1 0,1 0,0 0,-1 0,1 0,0 0,0 0,0 1,-1-1,1 0,0 0,1 0,-1 0,0 0,0 0,0 0,1 0,-1 0,0 0,1 0,-1 0,1 0,0 0,-1 0,1 0,-1 0,1 0,0-1,0 1,0 0,-1 0,1-1,0 1,0-1,0 1,0-1,0 1,15 1,-1 0,1-1,-1-1,1 0,-1-1,1-1,-1 0,7-3,7 1,62-11,-3 0</inkml:trace>
  <inkml:trace contextRef="#ctx0" brushRef="#br0" timeOffset="1281.556">2653 415,'-2'16,"1"14,8 11,12 8,11 5,13 1,7 2,5 0,0-4,-8-1,-9-3,-11-5,-10-10</inkml:trace>
  <inkml:trace contextRef="#ctx0" brushRef="#br0" timeOffset="1548.742">3014 441,'-7'0,"-7"9,-7 15,-10 16,-11 18,-9 14,-6 12,1 2,7-2,12-8,12-17</inkml:trace>
  <inkml:trace contextRef="#ctx0" brushRef="#br0" timeOffset="2033.273">3294 1257,'86'-262,"-63"102,-23 150,-2 16,-3 19,-5 41,3 0,3 1,3-1,3 19,3-37,1-10</inkml:trace>
  <inkml:trace contextRef="#ctx0" brushRef="#br0" timeOffset="2535.424">3696 454,'-7'-6,"0"-1,4 8,8 13,14 16,11 13,13 10,11 6,6 5,6 0,0-1,-5-3,-7-4,-12-5,-9-9,-12-9,-8-11</inkml:trace>
  <inkml:trace contextRef="#ctx0" brushRef="#br0" timeOffset="2789.386">4190 468,'-14'-4,"-8"4,-8 13,-6 17,-3 19,-2 17,-1 14,3 9,5 2,8-2,10-9,6-19</inkml:trace>
  <inkml:trace contextRef="#ctx0" brushRef="#br0" timeOffset="3172.779">4337 1123,'29'18,"-12"-5,0-2,2 0,-1-1,1-1,0 0,1-2,0 0,1-1,12 1,-30-6,0-1,0 0,0 0,0 0,0-1,1 1,-1-1,0 1,0-1,0 0,0 0,0-1,0 1,-1 0,1-1,0 0,-1 0,1 0,-1 0,0 0,1 0,-1 0,0-1,0 1,-1-1,1 0,0 1,-1-1,0 0,1 0,-1 0,0-1,1-4,0 0,-1 0,1 0,-2-1,1 1,-1 0,0-1,-1 1,0 0,0-1,-2-5,1 6,0 0,0 0,-1 1,0-1,0 1,-1-1,0 1,0 0,0 1,-1-1,0 1,-1 0,1 0,-1 0,0 1,-1 0,1 0,-1 1,0-1,0 2,-7-4,8 8,-1 0,1 0,-1 0,1 1,-1 0,1 0,0 0,0 1,0 0,0 0,0 1,1 0,-1 0,1 0,0 0,1 1,-1 0,1 0,0 0,0 1,0-1,1 1,0 0,-2 3,-6 11,1 0,1 1,1 0,0 1,2 0,0 0,1 2,-4 29</inkml:trace>
  <inkml:trace contextRef="#ctx0" brushRef="#br0" timeOffset="8517.567">5033 1,'2'65,"4"1,2-1,4-1,12 39,-5-11,-3 1,-5 0,-4 0,-3 42,-5 31,1 49,11 24,-5-163,-3 0,-3 1,-5 2,-13 88,-9 140,23 347,-3-400,21 166,-1 250,-13-649,24 292,-13-231,-3 0,-4 0,-4 1,-4 13,-28 229,34 275,25-73,-20-28,4 154,-5-512,-12 139,-14 263,-5-25,12-326,-16 158,30 245,6-442,17 91,-19-196,37 195,-24 65,26 7,-39-234,-4 1,-7 57,-1 44,-16 163,12-238,7-27,4-1,7 49,-5-91,0 216,5 59,3-249,3-1,3-1,22 57,-31-96,0 0,-4-7</inkml:trace>
  <inkml:trace contextRef="#ctx0" brushRef="#br0" timeOffset="10793.622">822 1510,'286'-6,"155"4,112 12,50-27,116-5,195 5,31 10,29-6,-471-1,267 8,-472 7,608-1,-238-32,-20-10,-223 34,-224-14,-152 18,-49 2,-3-1</inkml:trace>
  <inkml:trace contextRef="#ctx0" brushRef="#br0" timeOffset="11886.483">5541 201,'4'16,"1"0,1 0,0-1,1 1,1-1,0-1,1 0,1 0,0 0,1-2,0 1,1-1,0-1,1 0,0-1,10 6,-17-10,1 0,0 0,1-1,-1 0,1 0,0-1,0 0,1-1,-1 1,1-2,0 1,0-1,0 0,0-1,0 0,7-1,-13-2,0 0,0-1,0 1,0-1,0 0,-1 0,1 0,-1 0,0 0,0-1,0 1,0-1,-1 1,1-1,-1 0,0 0,0 1,0-1,-1 0,1 0,-1 0,0 0,0 0,-1 0,1 0,-1 0,0 0,1 0,1-8,-1 1,-1-1,0 1,0 0,-1 0,-1-1,0 1,-1-2,4 14,0-1,0 1,-1-1,1 1,0-1,0 1,0-1,0 0,-1 1,1-1,0 1,-1-1,1 0,0 1,0-1,-1 0,1 1,-1-1,1 0,0 0,-1 1,1-1,0 0,-1 0,1 0,-1 0,1 1,-1-1,1 0,-1 0,1 0,0 0,-1 0,1 0,-1 0,1 0,-1 0,1-1,-1 1,1 0,-1 0,1 0,0 0,-1-1,1 1,-1 0,1 0,0-1,-1 1,1 0,0 0,-1-1,1 1,0-1,0 1,-1 0,1-1,0 1,0-1,0 1,-1 0,1-1,0 1,0-1,0 1,0-1,0 1,0-1,0 1,-12 37,-1 61,4 1,4 0,5 0,7 50,-5-109,2 181,-3-220,-1 1,0 0,1 0,-1 0,0 0,0 0,0 0,-1 0,1-1,0 1,-1 0,1 0,-1 0,1 0,-1-1,0 1,0 0,0-1,0 1,0-1,0 1,0-1,-1 1,1-1,-1 0,1 1,-1-1,1 0,-1 0,1 0,-1 0,0-1,0 1,1 0,-1-1,0 1,0-1,0 0,0 1,0-1,1 0,-1 0,-2 0,-7-7,0 1,1-1,-1-1,1 0,1 0,-1-1,1 0,1 0,-5-7,1 1,-16-16,-21-23,3-2,-24-38,69 94,1-1,-1 1,0-1,1 1,-1-1,0 1,1-1,-1 1,1-1,-1 0,1 1,-1-1,1 0,-1 0,1 0,0 1,-1-1,1 0,0 0,0 0,0 1,-1-1,1 0,0 0,0 0,0 0,1 0,-1 1,0-1,0 0,0 0,0 0,1 0,-1 1,0-1,1 0,-1 0,1 1,-1-1,1 0,-1 1,1-1,0 0,-1 1,1-1,0 1,-1-1,1 1,0-1,-1 1,1 0,0-1,0 1,0 0,0 0,-1-1,1 1,0 0,0 0,0 0,0 0,-1 0,1 0,0 0,0 0,0 1,255 6,-164-10,-8-1</inkml:trace>
  <inkml:trace contextRef="#ctx0" brushRef="#br0" timeOffset="13504.149">6155 842,'36'0,"-26"-2,0 1,0 0,0 1,1 0,-1 1,0 0,0 0,0 1,0 1,0 0,0 0,0 0,-1 2,0-1,0 1,0 0,0 1,-1 0,-6-4,-1 0,0-1,1 1,-1 0,0 0,0 0,0 0,-1 0,1 0,0 1,-1-1,1 0,-1 0,0 0,0 1,0-1,0 0,0 0,0 1,0-1,-1 0,1 0,-1 0,0 0,0 0,1 0,-1 0,-1 0,1 0,0 0,0 0,-1 0,1-1,-1 1,1 0,-1-1,0 0,0 1,0-1,1 0,-1 0,0 0,-1 0,1 0,0 0,0-1,0 1,-1-1,-72 22,74-21,1-1,0 0,-1 0,1 0,0 0,-1 0,1 1,0-1,0 0,-1 0,1 1,0-1,0 0,0 0,-1 1,1-1,0 0,0 1,0-1,0 0,0 0,0 1,0-1,-1 0,1 1,0-1,0 0,0 1,0-1,0 0,0 1,1-1,-1 0,0 1,0-1,0 0,0 1,0-1,0 0,0 1,1-1,-1 0,0 0,0 1,1-1,-1 0,0 0,0 1,1-1,-1 0,0 0,0 0,1 0,-1 1,0-1,1 0,-1 0,0 0,1 0,-1 0,0 0,1 0,-1 0,0 0,1 0,-1 0,28 12,-25-11,37 13,-22-9,0 1,0 1,-1 0,0 2,0 0,13 10,-28-19,-1 1,1 1,-1-1,1 0,-1 0,1 0,-1 1,0-1,0 1,1-1,-1 1,0 0,0-1,-1 1,1 0,0 0,0-1,-1 1,1 0,-1 0,0 0,0 0,1 0,-1 0,0 0,-1-1,1 1,0 0,0 0,-1 0,1 0,-1 0,0-1,0 1,1 0,-1 0,0-1,0 1,0-1,-1 1,1-1,0 1,-1-1,1 0,-1 1,1-1,-1 0,1 0,-1 0,-1 0,-17 8,0-1,0-1,-1 0,0-2,-1 0,1-2,-19 1,7 1,-87 6,102-17,9-2</inkml:trace>
  <inkml:trace contextRef="#ctx0" brushRef="#br0" timeOffset="14383.001">6851 280,'-1'1,"1"-1,0 0,0 1,0-1,0 0,-1 0,1 1,0-1,0 0,-1 0,1 0,0 0,0 1,-1-1,1 0,0 0,-1 0,1 0,0 0,-1 0,1 0,0 0,-1 1,1-1,0 0,0 0,-1-1,1 1,0 0,-1 0,1 0,0 0,-1 0,1 0,0 0,0 0,-1-1,1 1,0 0,-1 0,1 0,0-1,0 1,0 0,-1 0,1 0,0-1,0 1,0 0,-1-1,1 1,0 0,0 0,0-1,0 1,0 0,0-1,0 1,0 0,0-1,4 30,3-12,1 0,0-1,2 0,0 0,1-1,0 0,1-1,1-1,0 0,0 0,2-1,0-1,6 3,-12-8,0-1,0 0,1-1,-1 0,1-1,0 0,0 0,1-1,-1-1,0 1,3-1,-8-1,0 0,-1-1,1 1,0-1,0 0,0 0,-1-1,1 1,0-1,-1 0,0 0,1 0,-1-1,0 0,0 1,0-1,-1-1,1 1,-1-1,0 1,1-1,-2 0,1 0,2-4,0-6,0 0,0-1,-2 0,1 1,-2-1,0 0,-1-1,-1 1,0 0,-1 0,0 0,-2-2,1 89,10 179,12 10,-14-190,-6-60,-1 97,1-105,-1 0,0 0,1 0,-1 0,-1 0,1 0,0-1,0 1,-1 0,0-1,1 1,-1-1,0 0,0 1,-1-1,1 0,0 0,-1 0,1-1,-1 1,0-1,1 1,-1-1,0 0,0 0,0 0,0 0,0 0,0-1,0 0,0 1,-2-1,-3-2,0 0,0 0,0-1,0 0,0 0,1-1,-1 0,1-1,0 1,0-1,1 0,-1-1,1 0,0 0,1 0,-1-1,1 0,1 0,-1 0,1 0,0-1,1 0,0 1,0-1,0-6,1 11,0-1,1 0,0 1,0-1,0 0,1 0,-1 0,1 1,0-1,0 0,0 0,0 0,1 0,-1 0,1 0,0 1,0-1,1 0,-1 1,1-1,0 1,0-1,0 1,0 0,1 0,-1 0,1 0,0 0,-1 0,1 1,1 0,1-2,18-7,-1 2,1 1,0 1,1 1,0 1,-1 1,2 1,-1 1,0 1,0 1,10 2,-28-2,0-1,0 1,1 0,-1 1,0 0,0 0,0 0,-1 1,1-1,0 1,0 1,-1-1,1 1,-1 0,0 0,0 1,0-1,-1 1,1 0,-1 1,0-1,0 1,0 0,0-1,-1 2,0-1,0 0,-1 1,1-1,0 6,-2-1,-2 1,1 0,-2-1,1 1,-1-1,-1 1,0-1,0 0,-1 0,-1 0,1-1,-1 1,-1-1,0 0,0-1,-1 1,-4 3,-25 40,35-51,0-1,0 1,1 0,-1 0,0-1,0 1,1 0,-1 0,1 0,-1 0,1 0,-1 0,1 0,0 0,-1 0,1 0,0 0,0 0,0 0,0 0,0 0,0 0,0 0,0 0,0 0,0 0,0 0,1 0,-1 0,0 0,1 0,-1 0,1 0,-1 0,1 0,0 0,-1 0,1-1,0 1,0 0,-1 0,1-1,0 1,0-1,0 1,0-1,0 1,9 1,0 0,0 0,0-1,0-1,0 0,1 0,-1-1,0 0,0-1,2-1,0 2,133-27,-72 12</inkml:trace>
  <inkml:trace contextRef="#ctx0" brushRef="#br0" timeOffset="15322.848">8147 227,'23'27,"0"-1,2-1,1-1,1-2,1 0,0-2,2-1,0-1,16 5,-43-21,0 0,1 0,-1-1,1 1,-1-1,1 0,0 0,0 0,-1 0,1-1,0 0,0 1,0-1,-1-1,1 1,0-1,0 1,0-1,-1 0,1 0,-1-1,1 1,-1-1,1 0,-1 0,0 0,0 0,0 0,0-1,0 1,0-1,-1 0,1 0,0-1,1-5,1-1,-2 1,1-1,-1 0,-1 0,0 0,0-1,-1 1,0 0,-1-1,0 1,-1-8,-2 101,2 632,1-703,0-7,0 0,0 1,0-1,0 0,-1 0,0 0,0 0,0 0,-1 0,0-1,0 1,-1 2,1-6,0-1,-1 1,1 0,0-1,0 1,-1-1,1 0,0 1,-1-1,1 0,0-1,0 1,-1 0,1-1,0 1,0-1,-1 0,1 1,0-1,0 0,0-1,0 1,0 0,0 0,0-1,1 1,-1-1,0 0,1 1,-1-1,1 0,-1-1,0 1,-31-27,1-2,1-1,2-2,2-1,-1-3,8-1,20 39,0-1,0 0,0 0,0 0,0 0,0 0,0 0,0 0,0 0,0 0,0 0,1 0,-1 0,0 0,1 0,-1 1,1-1,-1 0,1 0,-1 0,1 1,0-1,-1 0,1 1,0-1,0 0,-1 1,1-1,0 1,0-1,0 1,0 0,0-1,-1 1,1 0,0 0,0-1,0 1,0 0,0 0,0 0,147-4,-96 6,17-1,12 2,0-4,35-7,-115 8,7 0,0 0,0-1,-1 0,1-1,0 0,-1 0,1 0,-1-1,0 0,0-1,0 1,0-1,-1-1,5-3,-16 26,0 0,1 1,1-1,0 1,2 0,0 0,1 9,15 101,-5-99</inkml:trace>
  <inkml:trace contextRef="#ctx0" brushRef="#br0" timeOffset="16365.789">9297 173,'2'-1,"0"1,0-1,1 0,-1 1,0-1,0 1,1 0,-1 0,0 0,0 0,1 0,-1 0,0 1,0-1,0 1,1-1,-1 1,0 0,0 0,0 0,0 0,0 0,0 1,-1-1,1 0,0 1,-1 0,1-1,-1 1,1 0,0 1,0-1,22 18,-8-4,1-1,1 0,0-1,1-1,0 0,1-2,1 0,0-2,0 0,1-1,20 4,-37-12,-1 1,1-1,-1 0,1-1,0 1,-1-1,1 0,-1 0,1 0,-1-1,0 1,1-1,-1 0,0 0,0-1,-1 1,1-1,0 0,-1 0,1 0,-1-1,0 1,0-1,-1 1,1-1,-1 0,1 0,-1 0,1-5,2-3,0 0,-1 0,-1-1,0 0,-1 1,0-1,-1 0,0 0,-1 0,-1-3,-10 0,-5 36,8 6,0 0,2 0,1 0,2 1,0 0,2 0,0 0,2 0,1 0,2-1,4 19,54 197,-9-45,-47-107,-6-87,-1 0,0 0,1 0,-1 0,-1 0,1 0,0 0,-1 0,1-1,-1 1,0 0,0-1,0 1,0-1,-1 0,1 0,-1 0,1 0,-1 0,1-1,-1 1,0-1,0 1,0-1,0 0,-2 0,-8 2,1-1,-1 0,0-1,0-1,1 0,-1 0,0-1,1-1,-1 0,1-1,-1-1,1 1,0-2,0 0,1 0,0-1,0-1,0 1,0-2,1 0,1 0,-1 0,1-2,6 7,0 0,0-1,0 1,1-1,-1 0,1 1,0-1,0 0,0 0,1 0,-1-1,1 1,0 0,1-1,-1 1,1 0,-1-1,1 1,1 0,-1-1,0 1,1-1,0 1,0 0,1 0,-1 0,1-1,0 1,0 1,0-2,10-6,0 0,1 1,1 0,-1 0,2 2,-1 0,1 0,0 2,1-1,-1 2,1 0,0 1,8 0,-10 0,3-1,8-3,0 1,0 1,1 1,0 2,0 0,24 1,-47 3,0 0,0 0,0 0,0 1,0-1,0 1,0-1,-1 1,1 0,-1 0,0 0,1 0,-1 0,0 1,0-1,0 1,-1 0,1-1,0 1,-1 0,0 0,0 0,0 0,0 0,0 0,-1 0,1 0,-1 0,0 0,0 0,0 1,0 0,10 38,-5-32,0 1,1-1,0 0,0-1,1 0,0 0,1 0,0-1,0 0,5 3,-10-8,0 0,1-1,-1 1,1-1,0 0,0 0,0-1,0 1,0-1,0 0,0 0,0 0,0 0,1-1,-1 1,0-1,1 0,-1-1,0 1,0-1,1 0,-1 0,0 0,0 0,0-1,0 0,0 0,-1 0,1 0,1-1,0 0,0 0,-1-1,1 0,-1 0,0 0,0 0,-1-1,1 1,-1-1,0 0,0 0,0 0,-1 0,0-1,0 1,0-1,-1 1,0-1,0 1,0-1,-1 0,1 0,-2 1,1-1,0 0,-1 0,0 1,-1-1,1 1,-1-1,0 1,0-1,-1 1,1 0,-1 0,-1 0,1 1,0-1,-1 1,0-1,-4-1,0 1,0 0,0 0,-1 0,0 1,0 1,0-1,0 1,0 1,-1 0,1 0,-1 1,1 0,-1 0,0 1,1 1,-1 0,0 0,1 0,-1 2,1-1,0 1,0 0,0 1,0 0,0 0,1 1,0 0,0 1,0 0,1 0,0 0,0 1,0 0,1 1,0-1,1 1,-5 8,-10 28,7-3</inkml:trace>
  <inkml:trace contextRef="#ctx0" brushRef="#br0" timeOffset="20890.072">1730 2032,'-10'4,"1"0,-1 1,1 0,0 0,0 1,1 0,0 1,0 0,0 0,1 1,0 0,1 0,-1 1,2 0,-1 0,1 0,1 1,-1-1,2 1,-1 0,1 0,1 0,0 1,0-1,1 1,1-1,0 1,0 0,2-2,0 0,1 0,0 0,0 0,1 0,1-1,-1 0,1 0,0 0,1 0,0-1,0 0,1 0,0 0,0-1,1 0,7 4,1 0,0 0,1-1,0-1,0-1,1 0,0-1,0-2,11 3,-20-5,0 1,0-1,0-1,0 0,0 0,1-1,-1 0,0 0,0-1,0-1,0 1,0-1,0-1,0 0,0 0,-1-1,1 0,-1 0,0-1,-1 0,1 0,-1-1,0 0,0 0,-1-1,0 1,4-6,-3-3,-1 0,0-1,-1 0,-1 1,0-2,-1 1,-1 0,0-1,-2 1,0 0,0-1,-2 1,0-1,-1 1,0 0,-5-13,5 19,0 1,0-1,-1 1,0-1,-1 1,0 1,-1-1,1 1,-2 0,1 0,-1 0,0 1,-1 0,1 1,-1-1,-1 2,1-1,-1 1,0 0,0 1,-1 0,1 1,-1-1,0 2,-2-1,-7 3,-1 0,0 1,1 1,-1 1,1 0,-1 2,1 0,1 2,-1 0,1 0,0 2,1 0,0 1,0 1,1 1,1 0,0 1,1 0,0 1,0 1,8-9,1 0,-1 1,1-1,0 1,1 0,-1 0,1 0,1 1,-1 0,1-1,1 1,-1 0,1 0,1 1,0-1,0 0,0 0,1 1,0-1,1 5,19 39,8-7</inkml:trace>
  <inkml:trace contextRef="#ctx0" brushRef="#br0" timeOffset="21728.089">3134 2085,'-10'3,"0"1,1 0,-1 0,1 1,0 0,0 0,1 1,-1 0,2 1,-1 0,0 0,1 1,1-1,-1 2,1-1,1 1,-1 0,2 0,-1 0,1 1,1-1,-1 1,2 0,-1 0,1 0,1 0,0 1,0-1,1 0,1 1,-1-1,2 0,-1 0,2 1,-1-1,1-1,1 3,0-5,0-1,0 1,0-1,0 0,1 0,0 0,1-1,-1 1,1-1,0-1,0 1,1-1,-1 0,1-1,0 1,0-1,0-1,0 1,1-1,-1 0,1-1,1 0,13 2,0-1,0-1,0-1,-1 0,1-2,0-1,5-2,-12 2,0-1,0 0,0-1,-1-1,0 0,0-1,0 0,-1-1,0-1,2-2,-10 7,1-1,-1 0,0 0,-1 0,1-1,-1 1,0-1,0 0,-1 0,0-1,0 1,0-1,-1 1,0-1,0 0,0 0,-1 0,0 0,-1 0,0 0,0 0,0 0,-1-2,-4-7,0 0,-1 0,0 1,-2 0,0 0,0 0,-1 1,-1 1,0 0,-1 0,-1 1,0 0,0 1,-1 0,-1 1,-10-6,12 8,0 0,-1 1,0 0,-1 1,0 0,0 1,0 1,0 0,-1 1,-6-1,14 4,0-1,1 1,-1 0,1 1,-1-1,1 1,-1 1,1-1,-1 1,1 0,0 1,0-1,0 1,0 0,0 1,1 0,0-1,0 2,0-1,0 1,0-1,1 1,0 0,-2 3,0 3,1 1,0-1,1 1,0 0,0 0,2 0,-1 1,2-1,-1 0,2 1,0 0,0-1,1 1,1-1,0 0,0 1,1-1,1 0,0 0,1-1,0 1,1-1,0 0,5 6,23 35</inkml:trace>
  <inkml:trace contextRef="#ctx0" brushRef="#br0" timeOffset="22191.764">4030 2166,'-4'9,"1"1,0-1,1 1,0 0,0 0,1 0,1 0,-1 0,1 0,1 0,0 0,1 0,-1-1,2 1,0 0,0-1,0 1,1-1,1 0,-1 0,2-1,-1 0,1 1,0-2,1 1,0-1,7 7,-5-8,1 0,0-1,0 0,0-1,0 0,1 0,-1-1,1 0,0-1,0 0,0-1,0 0,1-1,-1 0,0-1,0 0,0-1,0 0,0-1,-1 0,1 0,-1-1,1-1,-1 0,-1 0,1-1,-1 0,0-1,0 0,-1 0,0-1,0 0,6-8,-8 6,1-1,-1 0,-1 0,0-1,-1 0,0 0,-1 0,0 0,-1 0,0-1,-1 1,0-1,-1 1,-1-1,0 1,0-1,-1 1,-1 0,0 0,-1 0,0 0,-1 0,0 1,-1 0,0 0,-1 0,0 1,0 0,-1 0,-1 1,1 0,-2 1,1 0,-1 0,0 1,-1 0,0 1,0 0,-6-2,4 4,-1 0,1 1,-1 1,0 0,0 1,1 0,-1 1,0 1,0 0,0 1,1 0,-1 1,1 1,-1 0,1 1,0 0,1 1,0 0,0 1,0 1,0 0,1 0,1 1,0 1,0-1,0 2,1-1,1 1,0 1,1 0,0 0,0 0,1 0,-3 12,-13 50,8-6</inkml:trace>
  <inkml:trace contextRef="#ctx0" brushRef="#br0" timeOffset="23263.961">1637 3248,'-4'2,"-1"-1,1 1,-1 0,1 0,0 0,-1 1,1-1,1 1,-1 0,0 0,1 1,-1-1,1 1,0-1,0 1,1 0,-1 0,1 1,0-1,0 0,0 1,0 0,-20 106,22-99,0 1,1-1,1 0,0 0,0 1,1-1,0-1,1 1,1 0,0-1,0 0,1 0,1-1,0 1,0-1,1-1,0 1,0-1,1-1,1 0,-1 0,1-1,0 0,1 0,0-2,11 6,-7-6,0 0,1 0,-1-2,1 0,0 0,0-2,0 0,0-1,0 0,1-2,-1 0,15-3,-21 2,-1 1,1-1,-1-1,0 0,0 0,0-1,0 0,-1 0,0-1,0 0,0 0,-1-1,0 0,0-1,-1 1,0-1,0 0,-1-1,0 1,0-1,1-5,-3 4,0-1,0 0,-1 0,-1 0,0 0,0 0,-1 0,-1 0,0-1,0 1,-1 0,0 0,-1 1,0-1,-1 0,0 1,-1 0,-1-1,-3-6,0 1,-1 0,-1 0,-1 1,0 0,-1 1,-1 1,0 0,0 1,-6-3,13 10,0-1,-1 1,0 1,0-1,0 2,-1-1,1 1,-1 0,0 1,0 0,0 0,0 1,0 0,0 0,0 1,0 1,0-1,0 2,0-1,0 1,0 0,0 1,0 0,1 1,0-1,-2 2,-2 4,1 0,0 0,1 1,0 0,0 1,1 0,1 0,0 1,0 0,1 1,1 0,0 0,0 0,2 1,0-1,0 1,1 0,1 0,0 0,1 1,1-1,0 0,1 1,0-1,1 0,1 0,0 0,1 0,0 0,5 8,33 46,4-11</inkml:trace>
  <inkml:trace contextRef="#ctx0" brushRef="#br0" timeOffset="23796.804">3067 3222,'-11'5,"0"0,1 0,0 1,0 1,0 0,1 0,0 1,0 0,1 0,0 1,0 0,1 1,0-1,1 1,0 1,1-1,0 1,0 0,1 0,1 1,0-1,0 1,1-1,1 1,0 4,1-9,1-1,-1 1,2 0,-1 0,1-1,0 1,0-1,1 0,0 0,0 0,0 0,1 0,0 0,0-1,1 0,-1 0,1 0,0 0,0-1,1 0,-1 0,1 0,0-1,0 0,0 0,1 0,8 3,0 0,0-1,1-1,0-1,0 0,0 0,0-2,0 0,1-1,6-1,-8-1,-1 0,1-1,-1 0,0-1,-1-1,1 0,-1-1,0 0,0-1,0-1,-1 0,0 0,3-5,-8 7,-1 1,0-2,0 1,-1-1,0 0,0 0,0 0,-1-1,0 0,0 0,-1 0,0 0,-1 0,0-1,0 1,-1-1,0 1,0-1,-1 0,0 0,0 1,-2-8,-2 0,0 2,-1-1,-1 0,0 1,-1 0,0 0,-1 1,-1 0,0 1,-1-1,0 2,-1 0,0 0,0 0,-2 2,1-1,-1 2,0 0,-1 0,0 1,-11-3,16 7,1 0,-2 1,1 1,0-1,0 2,0-1,-1 1,1 0,0 1,0 0,0 1,-1 0,1 0,1 1,-1 0,0 1,1-1,0 2,0-1,0 1,0 0,1 1,0 0,0 0,0 1,1 0,0 0,0 0,1 1,0-1,-4 9,3-5,0-1,1 1,1-1,0 2,0-1,1 0,0 1,1-1,1 1,0 0,0-1,1 1,1 0,0 0,0-1,1 1,1 0,0-1,0 0,1 0,1 0,-1 0,2-1,0 1,0-1,1-1,0 1,0-1,1 0,3 1,54 37,2-11</inkml:trace>
  <inkml:trace contextRef="#ctx0" brushRef="#br0" timeOffset="24156.647">3977 3422,'25'-27,"-1"-1,-1-1,-2-1,0-1,-3-1,0 0,-2-2,-2 0,-1 0,-1-1,-2-1,0-8,-29 105,8-20,2 0,2 1,2 0,1 0,3 1,1-1,2 0,2 1,1-1,3-1,1 1,4 3,11 16</inkml:trace>
  <inkml:trace contextRef="#ctx0" brushRef="#br0" timeOffset="25193.323">1757 4585,'-9'2,"-1"1,1 0,-1 0,1 0,0 1,0 1,1 0,-1 0,1 0,0 1,0 0,1 1,0 0,0 0,0 0,1 1,1 0,-1 0,1 1,-2 4,-2 4,1 1,1-1,0 2,2-1,0 0,1 1,0 0,2 0,0 0,2 4,-1-10,2 0,0 0,0 1,2-1,-1 0,2-1,0 1,0 0,1-1,0 0,1 0,1-1,0 1,0-2,1 1,1-1,0 0,0 0,0-1,2-1,-1 0,1 0,0-1,0 0,13 5,-7-5,0-1,1-1,0 0,0-2,1 0,-1-1,1 0,-1-2,1 0,-1-1,0-1,1-1,-1 0,0-2,0 0,-1-1,1 0,-1-2,-1 0,1-1,-1 0,-1-1,0-1,0-1,-1 0,-1-1,0 0,-1-1,0 0,-1-1,2-5,-7 8,-1 0,0-1,-1 0,-1 0,0 0,0 0,-1 0,-1 0,0-1,-1 1,-1 0,0-1,0 1,-2 0,1 0,-2 0,0 0,0 0,-1 1,-1 0,0 0,0 0,-1 1,-1 0,0 0,-1 1,1 0,-2 1,0-1,0 2,-7-5,9 6,0 0,-1 1,0 0,0 0,0 1,-1 1,1-1,-1 1,0 1,-1 0,1 0,0 1,-1 1,1 0,-1 0,0 1,1 0,-1 1,0 0,1 0,-1 1,1 1,0 0,0 0,0 1,0 1,0-1,-6 5,7-2,0 0,0 1,0 0,1 0,0 1,0 0,1 1,1-1,-1 1,2 0,-1 1,1 0,1 0,0 0,1 0,0 0,0 1,1-1,1 1,0 0,1-1,0 1,0 0,1 0,1-1,0 1,1-1,0 1,19 46</inkml:trace>
  <inkml:trace contextRef="#ctx0" brushRef="#br0" timeOffset="25617.002">3121 4907,'-1'-39,"3"1,1-1,1 1,10-32,8-10,3 0,17-31,-56 173,-3 14,4 0,2 1,5 1,2-1,6 60,-1-118,1-1,1 1,0-1,1 0,1 0,1-1,0 1,2-1,0 0,5 7,15 14</inkml:trace>
  <inkml:trace contextRef="#ctx0" brushRef="#br0" timeOffset="26121.305">3896 4772,'-7'9,"1"-1,0 1,0 0,1 1,0-1,1 1,0 0,0 0,1 1,1-1,0 0,0 1,1 0,0-1,1 1,0 0,1-1,0 1,1 0,0-1,0 1,1-1,0 0,1 0,1 0,-1 0,1-1,1 0,0 0,0 0,1-1,0 0,0 0,1-1,2 2,5 0,1-1,0-1,1 0,0-1,0-1,0 0,0-1,1-1,0-1,-1-1,1 0,0-1,0-1,-1-1,1 0,0-1,-1-1,0-1,0 0,2-2,-8 2,0-1,-1 1,0-2,0 1,-1-1,0-1,0 0,0 0,-1 0,-1-1,1-1,-1 1,-1-1,0 0,0-1,-1 1,-1-1,1 0,-2 0,0-1,0 1,-1-1,0 0,-1 1,0-1,-1 0,0 0,-2-6,-1 2,0-1,-1 1,0 0,-2 0,0 0,0 1,-2-1,0 2,0-1,-2 1,0 1,0-1,-1 2,-1 0,0 0,-1 0,5 6,0-1,0 1,-1 0,0 0,0 1,0 0,-1 1,0 0,0 1,0 0,0 0,0 1,-1 0,1 1,-1 0,1 1,-1 0,1 1,-1 0,1 0,0 1,0 1,-1 0,1 0,1 1,-1 0,-5 5,0 1,1 0,0 1,1 1,0 0,1 0,0 2,1-1,1 1,0 1,1 0,1 0,0 1,1 0,0 0,1 1,2 0,-3 9,-12 55</inkml:trace>
  <inkml:trace contextRef="#ctx0" brushRef="#br0" timeOffset="27226.067">1878 6096,'-9'3,"1"0,0 1,0 0,0 0,0 1,1 0,-1 1,2-1,-1 1,0 0,1 1,0 0,1 0,-1 0,2 1,-1-1,1 1,0 0,0 0,1 1,-1 3,-2 7,0 0,2 0,0 0,2 0,0 1,0-1,2 1,1-1,0 1,1-1,4 13,-4-23,0 0,0 1,1-1,1 0,-1-1,2 1,-1-1,1 0,0 0,0 0,1 0,0-1,1 0,0-1,0 1,0-1,1 0,-1-1,1 0,1 0,-1-1,1 0,0-1,5 2,-4-3,0 0,0-1,0 0,0-1,0 0,0-1,0 0,0 0,0-1,0 0,0-1,-1 0,1-1,-1 0,0 0,0-1,0 0,-1-1,0 0,0 0,0-1,7-6,-2 0,0 0,0-1,-1-1,-1 0,0 0,-1-1,-1-1,-1 1,7-18,-10 22,-1 1,0-1,-1 0,0 0,-1 0,0-1,0 1,-2-1,0 1,0-1,-1 1,0 0,-1-1,-1 1,0 0,0 0,-1 0,-1 1,0-1,-1 1,0 0,0 1,-1-1,-1 1,0 1,0 0,-1 0,0 0,0 1,-1 0,0 1,-1-1,0 4,0 0,0 1,0 0,0 0,0 1,0 1,-1 0,1 0,-1 1,1 1,0 0,-1 0,1 1,0 1,0 0,0 0,0 1,1 0,-9 5,4-1,0 0,1 1,0 1,0 0,1 1,0 0,1 1,0 1,1 0,1 0,0 1,1 0,-1 2,6-9,1 0,-1 0,1 1,0 0,1-1,0 1,0 0,1 0,0 0,0 0,1 0,0 0,0 0,1 0,0 0,0 0,1 0,0 0,0-1,1 1,1 2,22 33</inkml:trace>
  <inkml:trace contextRef="#ctx0" brushRef="#br0" timeOffset="27646.344">3054 6431,'21'-38,"-1"0,-2-2,-2 0,-2 0,-1-2,-2 1,-1-10,9-72,-16 104,6 37,3 238,9 87,-12-281</inkml:trace>
  <inkml:trace contextRef="#ctx0" brushRef="#br0" timeOffset="28053.091">4137 6364,'82'-387,"-76"363,3 71,-3 172,-6-128,4 0,3-1,12 46,-9-92</inkml:trace>
  <inkml:trace contextRef="#ctx0" brushRef="#br0" timeOffset="29129.934">1744 7768,'54'-83,"37"-50,38-76,-98 155,-31 53,0 1,0 0,0-1,0 1,0 0,1-1,-1 1,0 0,0-1,0 1,0 0,0 0,0-1,1 1,-1 0,0 0,0-1,0 1,1 0,-1 0,0-1,0 1,1 0,-1 0,0 0,1 0,-1-1,0 1,0 0,1 0,-1 0,0 0,1 0,-1 0,0 0,1 0,-1 0,0 0,1 0,-1 0,0 0,1 0,-1 0,0 0,0 0,1 1,-1-1,0 0,1 0,-1 0,0 0,0 1,1-1,-1 0,0 0,0 0,1 1,-1-1,0 0,0 0,0 1,0-1,0 0,1 1,-1-1,3 24,-7 293,-4-99,7-204,0 1,1 0,1 0,0 0,1-1,0 1,1-1,1 1,0-1,1 0,0 0,2-1,-1 0,2 0,-1 0,2-1,0 1,25 15</inkml:trace>
  <inkml:trace contextRef="#ctx0" brushRef="#br0" timeOffset="29614.011">3241 7513,'-12'4,"1"0,0 0,0 2,0-1,1 1,-1 1,1 0,1 0,0 1,0 0,0 1,1 0,0 0,1 1,0 0,0 0,1 0,-2 6,5-9,-1 1,1-1,0 1,1 0,0 0,0 0,1 0,-1 0,2 0,-1 1,1-1,1 0,0 0,0 0,0 0,1 0,0 0,1 0,-1 0,2-1,-1 1,1-1,0 0,0 0,1 0,0-1,2 3,0-3,0 0,0 0,0 0,0-1,1 0,0-1,0 1,0-1,1-1,-1 0,1 0,0-1,0 0,0 0,0-1,0 0,0-1,0 0,0 0,0-1,0 0,0-1,0 0,5-2,-2 1,1-2,-1 1,0-2,-1 1,1-2,-1 1,0-2,-1 1,0-1,0-1,-1 0,0 0,0-1,-1 0,0-1,-1 0,0 0,-1-1,0-1,-1 1,0-1,-1 0,0-1,-1 1,-1 0,0-1,-1 0,0 1,-1-1,-1 0,0 1,-1-1,0 1,-1-1,-1 1,0 0,0 0,-2 1,1-1,-2 1,1 0,-2 1,0-1,0 2,-1-1,0 1,-1 0,0 1,0 0,-9-5,13 11,-1 0,1 0,-1 0,0 1,0 0,0 1,0 0,0 0,0 0,0 1,0 0,0 0,0 1,0-1,0 2,0-1,0 1,0 0,1 1,-1-1,1 1,-1 0,1 1,0 0,0 0,1 0,-1 1,1-1,-1 3,-5 3,1 1,0 1,1-1,1 1,0 1,0 0,2 0,-1 0,2 1,-1 0,2 0,0 0,-1 12,3-17,1-1,0 1,1 0,0 0,0 0,1 0,1 0,-1 0,1-1,0 1,1-1,0 1,1-1,-1 0,2 0,-1 0,1-1,0 0,0 0,1 0,2 2,47 29,3-11</inkml:trace>
  <inkml:trace contextRef="#ctx0" brushRef="#br0" timeOffset="29992.376">4016 7633,'-2'13,"1"0,1 0,0-1,1 1,0 0,1 0,0-1,1 1,0-1,1 0,1 0,0 0,0 0,1-1,1 0,0 0,0-1,1 0,0 0,5 4,-3-8,0 1,0-1,1-1,0 0,0 0,0-1,1 0,-1-1,1-1,0 1,0-2,-1 0,1 0,0-1,0-1,0 0,0 0,0-2,0 1,-1-1,1-1,-1 0,0 0,0-2,-1 1,1-1,-1 0,0-1,-1-1,0 1,0-1,0-1,-1 0,0 0,-1 0,0-1,-1 0,0-1,0 1,3-10,-5 6,0 1,0-1,-1 0,-1 0,0 0,-1 0,-1 0,0-1,-1 1,0 0,-1 0,-1 0,0 0,-1 0,-1 1,-1-3,2 7,0 0,0 0,-1 0,-1 0,0 1,0 0,0 0,-1 1,0-1,0 1,-1 1,0 0,0 0,-1 0,0 1,0 1,0-1,0 1,-1 1,1 0,-1 0,-9-1,5 3,0 0,0 1,0 0,0 1,0 1,0 0,1 1,-1 0,1 1,0 1,0 0,0 1,1 0,-1 1,2 0,-1 1,-6 5,-7 8,1 1,0 1,2 1,1 1,1 1,-16 26,-10 22</inkml:trace>
  <inkml:trace contextRef="#ctx0" brushRef="#br0" timeOffset="30741.174">1797 8957,'21'-18,"-1"0,-1-1,-1-2,0 0,-1 0,-2-2,0 0,-2 0,0-2,-2 1,0-2,-2 1,-1-1,-1-1,-1 1,2-25,-8 51,0 0,0 0,1 0,-1 0,0 0,0 0,1 0,-1 0,0 0,0 0,-5 122,-21 109,-5 74,30-290,1 0,0 0,2-1,-1 1,2 0,0-1,1 1,0-1,15 27</inkml:trace>
  <inkml:trace contextRef="#ctx0" brushRef="#br0" timeOffset="31607.797">3108 8796,'-12'3,"0"0,0 1,1 0,0 0,0 1,0 1,0 0,1 0,0 1,0 1,1-1,0 2,0-1,1 1,0 0,1 1,-2 3,4-7,1 1,0-1,0 1,1 0,0 0,0 1,0-1,1 0,0 1,1 0,-1-1,2 1,-1 0,1 0,0 0,1-1,-1 1,2 0,-1 0,1-1,0 1,1-1,-1 0,2 0,-1 0,1 0,0 0,8 5,0-1,0 0,1-1,1-1,0 0,0 0,0-2,1 0,0 0,1-1,0-1,-1-1,2 0,-1-1,0-1,0-1,1 0,-1-1,14-1,-10 0,0 0,0-2,0 0,0-1,-1-1,1 0,-1-2,0 0,-1-1,11-7,-19 9,-1 1,0-2,0 1,0-1,-1 0,0-1,-1 0,1 0,-2-1,1 0,-1 0,-1-1,1 1,-1-1,-1 0,0 0,-1-1,0 1,0-1,-1-2,-1-3,-1 0,-1 0,0 0,-1 0,-1 1,0-1,-1 1,-1-1,-1 1,0 1,0-1,-2 1,0 0,0 1,-1 0,-1 0,0 1,-1 0,0 1,-1 0,0 1,-1 0,-10-6,14 11,0 1,1 0,-1 0,-1 1,1 1,0-1,-1 1,1 1,-1 0,0 0,1 1,-1 0,0 1,0 0,1 0,-1 1,1 0,0 1,-1 0,1 0,0 1,1 1,-1-1,1 1,0 1,0-1,-5 6,-1 1,0 1,0 0,2 1,0 0,0 1,1 0,1 1,1 0,0 1,1 0,1 0,1 1,0-1,1 1,1 1,1-1,0 1,2-1,0 1,1 0,0 0,4 11,12 39</inkml:trace>
  <inkml:trace contextRef="#ctx0" brushRef="#br0" timeOffset="31971.351">4150 9090,'25'-37,"-1"-1,-2-1,-2-1,-2-1,-2 0,-1-1,-2-1,-2-1,-1-6,6-63,-29 257,4-72,2 0,4 1,3-1,3 1,12 62,2-63,0-12</inkml:trace>
  <inkml:trace contextRef="#ctx0" brushRef="#br0" timeOffset="32701.214">2038 10614,'11'-60,"3"0,2 1,20-47,4-13,-20 59,-15 58,-6 16,-36 237,31-212,0 1,3-1,1 1,2 0,2-1,1 1,2-1,2 0,7 20,7-7</inkml:trace>
  <inkml:trace contextRef="#ctx0" brushRef="#br0" timeOffset="33109.438">3148 10534,'-1'-41,"1"0,2 0,2 0,2 0,1 1,3 0,1 0,2 1,12-25,-12 43,-12 21,-1 0,0-1,0 1,1 0,-1 0,0 0,0-1,1 1,-1 0,0 0,1 0,-1 0,0 0,1-1,-1 1,0 0,1 0,-1 0,0 0,1 0,-1 0,1 0,-1 0,0 0,1 1,-1-1,0 0,1 0,-1 0,0 0,1 0,-1 0,0 1,0-1,1 0,-1 0,0 1,0-1,1 0,-1 0,0 1,0-1,1 0,-1 1,0-1,0 0,0 1,0-1,0 0,0 1,1-1,-1 0,0 1,0-1,0 0,0 1,0-1,0 0,0 1,0-1,-1 0,1 1,0-1,0 1,2 21,0 1,-2-1,0 1,-2 0,0-1,-4 14,1-1,-6 36,4-27,1 1,3-1,1 1,2 7,2-40,-1 1,2 0,0-1,0 1,1-1,1 0,0 0,2 2,17 27</inkml:trace>
  <inkml:trace contextRef="#ctx0" brushRef="#br0" timeOffset="33702.916">4177 10307,'-9'13,"1"0,0 0,1 1,1 0,0 0,1 0,1 1,0 0,1 0,0 0,2 0,-1 0,2 4,0-9,0-1,1 1,1-1,0 1,0-1,0 0,1 0,1 0,-1 0,1-1,1 1,0-1,0 0,1 0,-1-1,2 1,-1-2,1 1,0 0,0-1,5 2,2 0,0 0,-1-1,2-1,-1-1,1 0,0-1,0 0,0-1,1-1,-1 0,1-1,-1-1,1 0,-1-2,1 1,-1-2,0 0,5-2,-7 2,0-1,-1 0,1-1,-1-1,0 0,-1 0,1-1,-1-1,-1 1,1-2,-2 0,1 0,-1-1,0 0,-1 0,0-1,-1 0,0 0,-1-1,0 0,2-6,-4 3,0 1,-2-1,1 1,-2-1,0 0,-1 1,0-1,-1 0,-1 0,0 1,-1-1,-1 1,0 0,-1 0,0 0,-1 0,-1 1,-4-7,5 10,0 1,0-1,-2 1,1 0,-1 1,0-1,-1 2,0-1,0 1,0 0,-1 1,0 1,0-1,-1 1,0 1,0 0,0 0,0 1,0 1,-1 0,1 1,-1 0,-9 0,3 3,0 0,1 2,-1 0,1 1,0 0,0 2,1 0,0 0,0 2,1 0,0 1,0 0,-5 6,-16 15,1 2,2 0,1 3,-11 17,-20 31</inkml:trace>
  <inkml:trace contextRef="#ctx0" brushRef="#br0" timeOffset="34404.638">1971 12072,'15'-30,"14"-27,-2 0,15-54,-23 43,-4 0,-2-2,-1-24,0 25,-12 69,1-1,-1 1,0-1,1 1,-1 0,1-1,-1 1,1 0,-1 0,0-1,1 1,-1 0,1 0,-1 0,1-1,-1 1,1 0,-1 0,1 0,-1 0,1 0,0 0,-1 0,1 0,-1 0,1 0,-1 0,1 0,-1 1,1-1,-1 0,1 0,-1 1,0-1,1 0,-1 0,1 1,-1-1,0 0,1 1,-1-1,1 1,-1-1,0 0,0 1,1-1,-1 1,0-1,0 1,0-1,1 1,-1-1,0 1,0-1,0 1,0-1,0 1,0-1,0 1,0 0,0-1,0 1,0-1,14 35,-2 0,-1 1,-1 1,-2-1,-2 1,0 15,9 108,-7 0,-7 19,-1-107</inkml:trace>
  <inkml:trace contextRef="#ctx0" brushRef="#br0" timeOffset="34871.062">3202 12072,'53'-188,"36"-185,-76 322,-14 61,-12 60,-12 57,5 2,6 0,4 37,25-27,-1-91</inkml:trace>
  <inkml:trace contextRef="#ctx0" brushRef="#br0" timeOffset="35280.814">4297 11898,'55'-112,"-5"-2,-5-2,16-70,-51 149,-4 24,-5 26,-49 365,42-322,2 0,3 1,2-1,3 1,2-1,2-1,12 38,1-28</inkml:trace>
  <inkml:trace contextRef="#ctx0" brushRef="#br0" timeOffset="37125.976">1556 12874,'46'-10,"0"3,1 1,-1 3,1 2,4 1,-13 0,1186 27,-974-28,268 7,-115 37,22 0,297-38,-401-7,391-6,-56-11,228-8,-597 16,82-22,-22 2,722-63,-559 54,-292 20,125 8,270-1,-432 13,-179 1,-1-1,1 0,0 1,0-1,-1 0,1 0,0 0,0-1,-1 1,1 0,0 0,0-1,-1 0,1 1,0-1,-1 0,1 1,-1-1,1 0,-1 0,1 0,-1-1,0 1,0 0,1 0,-1-1,0 1,0-1,0 1,0-1,-1 1,1-1,0 1,-1-1,1 0,-1 0,1 0,-4-14</inkml:trace>
  <inkml:trace contextRef="#ctx0" brushRef="#br1" timeOffset="44916.146">126 2072,'-4'2,"0"0,0 0,0 1,0-1,0 1,0 0,1 0,-1 0,1 0,0 1,0 0,0-1,0 1,1 0,0 0,-1 0,2 1,-1-1,0 0,1 1,0-1,0 1,0 0,0-1,1 1,0 0,0-1,0 1,1 0,-1-1,1 1,0 0,0-1,1 1,-1-1,1 0,0 1,1-1,-1 0,0 0,1 0,0-1,0 1,1 0,3 4,0-1,0-1,0 1,1-1,0 0,0-1,1 0,-1 0,1-1,0 0,0 0,1-1,-1-1,1 1,-1-2,1 1,0-1,0 0,-1-1,1-1,0 1,0-1,-1-1,5-1,-9 1,0 0,0-1,0 1,-1-1,1 0,-1 0,0-1,0 1,0-1,-1 0,1 0,-1 0,0 0,0-1,0 0,-1 1,0-1,1 0,-2 0,1 0,0-1,1-8,1 0,-2 0,0 0,0-1,-2 1,0-1,-1-4,2 11,-2 1,1-1,-1 1,0-1,-1 1,1 0,-2-1,1 1,-1 0,0 0,0 1,-1-1,0 1,0-1,0 1,-1 0,0 1,0-1,-1 1,0 0,1 1,-2-1,1 1,0 0,-1 0,0 1,0 0,0 0,0 1,0 0,0 0,-1 1,1 0,-1 0,1 0,-5 1,0 3,0 1,1 1,-1-1,1 2,0 0,0 0,1 1,-1 0,1 0,1 1,0 1,0 0,1 0,0 1,0 0,1 0,0 0,1 1,0 0,1 1,0-1,1 1,1 0,-1 0,0 12,-5 29,4-5</inkml:trace>
  <inkml:trace contextRef="#ctx0" brushRef="#br1" timeOffset="45910.864">300 3609,'66'-138,"-40"89,-3-1,-2-1,5-24,-42 148,3 0,3 1,3 1,4-1,5 64,2-70</inkml:trace>
  <inkml:trace contextRef="#ctx0" brushRef="#br1" timeOffset="46686.191">327 4679,'49'-9,"-21"3,1 0,-1 2,1 1,0 2,0 1,27 3,-51-3,0 0,-1 1,1 0,0 0,-1 1,1-1,-1 1,0 0,1 0,-1 0,0 1,0-1,0 1,-1 0,1 0,-1 0,0 1,1-1,-1 1,-1 0,1 0,-1 0,1 0,-1 0,0 1,-1-1,1 1,-1-1,0 1,0-1,0 1,-3 12,-1 0,0-1,-1 1,-1-1,0 0,-1 0,-1-1,-1 1,0-2,-1 1,0-1,-1 0,-6 5,-201 267,214-281,1-3,1-1,-1 1,0 0,0 1,1-1,0 0,-1 0,1 1,0-1,0 0,0 1,0-1,1 1,-1 0,1-1,-1 1,1-1,0 1,0 0,0-1,0 1,1 0,-1-1,1 1,0-1,-1 1,1-1,0 1,0-1,2 3,2-3,0 0,0 0,0 0,0 0,0-1,1 0,-1 0,0 0,1-1,-1 0,1 0,-1 0,3-1,129-18,-66 4</inkml:trace>
  <inkml:trace contextRef="#ctx0" brushRef="#br1" timeOffset="49956.331">313 6337,'11'-9,"-1"1,1 0,0 1,1 0,-1 1,1 1,1-1,-1 2,1 0,0 0,0 1,0 1,0 0,0 1,0 0,5 1,-14 0,0 0,0 1,1-1,-1 1,0 0,0 0,0 0,0 0,-1 1,1-1,0 1,-1 0,1 0,-1 1,1-1,-1 1,0-1,0 1,0 0,-1 0,1 1,-1-1,1 0,-1 1,0 0,0-1,-1 1,1 0,-1 0,0 0,0 0,0 0,0 0,-1 0,0 0,0 0,0 0,0 1,-1-1,0 3,-3 4,0-1,-1 1,0-1,0 0,-1 0,-1-1,0 1,0-1,-1-1,0 0,0 0,-1 0,0-1,0 0,-1-1,1 0,-1-1,-1 0,-2 1,41-3,-4-4,0 2,0 1,0 1,0 0,16 6,-30-6,-1-1,1 2,-1-1,0 1,0 1,0-1,-1 2,0-1,0 1,0 0,0 1,-1 0,0 0,-1 0,2 3,-7-8,1 0,-1 1,1-1,-1 1,0 0,0-1,0 1,0 0,0-1,-1 1,1 0,-1 0,0 0,0 0,0-1,0 1,0 0,0 0,-1 0,0 0,1-1,-1 1,0 0,0-1,-1 1,1-1,-1 1,1-1,-1 1,0-1,1 0,-1 0,0 0,-1 0,0 1,-8 5,1-1,-1 0,0 0,0-1,0-1,-1 0,-6 2,-23 5,0-2,-1-1,0-2,-2-2,8-1,2 2,7-1</inkml:trace>
  <inkml:trace contextRef="#ctx0" brushRef="#br1" timeOffset="50661.136">528 7326,'5'56,"-2"1,-2-1,-3 1,-2-1,-2 1,-14 47,10-43,10-61,0 1,0 0,0 0,0 0,0 0,0-1,0 1,1 0,-1 0,0 0,0-1,1 1,-1 0,0 0,1-1,-1 1,1 0,-1-1,1 1,0-1,-1 1,1 0,-1-1,1 1,0-1,0 0,-1 1,1-1,0 1,0-1,-1 0,1 0,0 0,0 1,0-1,0 0,-1 0,1 0,0 0,0 0,0 0,0 0,-1-1,2 1,38-13,-36 11,186-77,-184 78,1-1,-1 0,0 0,0-1,1 1,-2-1,1-1,0 1,-1-1,1 0,-1 0,0-1,0 0,-1 1,1-1,-1-1,-1 1,1-1,0 0,-1 1,0-1,-1-1,0 1,1 0,-2-1,1 1,-1-1,0 1,0-1,-1 0,0 6,0 0,0 0,0 0,0 0,0 0,0 0,0 0,0 0,0 0,-1 0,1 0,0 0,-1 0,1 0,-1 0,1 1,-1-1,1 0,-1 0,0 0,1 1,-1-1,0 0,1 1,-1-1,0 0,0 1,0-1,0 1,0 0,0-1,1 1,-1 0,0-1,0 1,0 0,0 0,0 0,0 0,0 0,0 0,0 0,0 0,0 0,0 0,0 1,0-1,0 0,0 1,0-1,0 1,0-1,0 1,1-1,-1 1,0 0,0-1,1 1,-1 0,0 0,1-1,-1 1,1 0,-1 0,1 0,-9 12,1 0,0 1,2 0,-1 0,2 0,0 1,1 0,0 0,1 0,-1 10,-1 16,1 0,2-1,2 1,2 0,1 0,6 24,5 10</inkml:trace>
  <inkml:trace contextRef="#ctx0" brushRef="#br1" timeOffset="51233.972">808 8637,'9'2,"10"1,8 0,9-1,8 0,3-1,0-3,-6-1,-7 0,-14 1,-11 0</inkml:trace>
  <inkml:trace contextRef="#ctx0" brushRef="#br1" timeOffset="51654.766">674 8703,'-8'69,"4"0,3 52,1-119,-1-1,1 0,0 1,0-1,0 0,0 1,0-1,0 0,0 1,1-1,-1 0,0 1,1-1,-1 0,1 0,0 1,-1-1,1 0,0 0,-1 0,1 0,0 0,0 0,0 0,0 0,0 0,0-1,0 1,1 0,-1-1,0 1,0 0,0-1,1 0,-1 1,0-1,1 0,-1 1,0-1,1 0,-1 0,0 0,1 0,0-1,97-33,-36 7,-57 24,1 1,-1-1,1 1,0 0,0 0,0 1,-1 0,1 0,0 1,0 0,1 0,-1 0,0 1,-1 0,1 0,0 1,0 0,0 0,-1 1,0 0,1 0,-1 0,0 1,0 0,-1 0,1 1,-1-1,0 1,0 0,0 1,1 1,-3 0,0 1,0-1,-1 1,0-1,0 1,-1 0,0 0,0 0,-1 0,0 0,0 0,-1-1,0 1,0 0,-1 0,0 0,0-1,-1 1,0-1,0 0,-1 0,0 0,0 0,-1-1,-2 4,-6 6,-1-1,0-1,-1 0,0-1,-1 0,-1-1,0-1,0-1,-10 4,8-5,-1-1,1-1,-1-1,0-1,-1-1,1 0,-1-2,1 0,-9-2,5 0</inkml:trace>
  <inkml:trace contextRef="#ctx0" brushRef="#br1" timeOffset="52325.94">808 10013,'-22'21,"1"0,2 2,0 0,1 1,2 1,0 1,2 0,1 1,0 0,3 1,0 0,2 1,1 0,1 0,1 1,2 0,1-1,2 21,-1-33,2 0,0 0,1 0,1 0,0 0,1-1,1 1,1-1,0 0,3 5,-5-15,-1 0,1 0,-1 0,2 0,-1-1,1 0,0 0,0 0,0 0,0-1,1 1,0-2,0 1,0 0,0-1,1-1,-1 1,1-1,0 0,0 0,0-1,0 0,0 0,0 0,0-1,0 0,2-1,-1 0,1-1,-1 0,1 0,-1-1,1 0,-1 0,0-1,-1 0,1-1,-1 1,1-1,-1-1,0 0,-4 3,1 1,-1-1,0-1,0 1,-1 0,1-1,0 1,-1-1,0 0,0 0,0 0,-1 0,1 0,-1 0,0 0,0-1,0 1,-1 0,1-1,-1 1,0 0,-1-1,1 1,-1 0,0-1,0 1,0 0,0 0,-1-1,-2 0,0-1,-1 1,1 0,-1 0,-1 0,1 0,-1 1,1 0,-1 0,0 1,-1-1,1 1,-1 1,1-1,-1 1,0 0,0 1,0 0,0 0,0 0,0 1,0 0,0 0,0 1,0 0,0 0,0 1,1 0,-1 0,0 0,1 1,-1 0,1 0,0 1,0 0,-3 2,0 0,1 1,0 0,1 1,-1 0,1 0,1 1,0 0,0 0,1 0,0 0,0 1,1 0,0 0,1 0,0 1,1-1,0 1,0 8,-3 33</inkml:trace>
  <inkml:trace contextRef="#ctx0" brushRef="#br1" timeOffset="52757.03">434 11604,'19'-13,"0"2,1 0,0 1,1 1,18-4,-31 10,1 0,0 2,-1-1,1 1,0 0,0 0,0 1,0 1,0 0,0 0,0 0,-1 1,1 0,0 1,6 3,-9-3,0 1,0 0,0 0,-1 1,0 0,0 0,0 0,-1 0,1 1,-1-1,-1 1,1 0,-1 0,0 1,0-1,-1 1,0-1,0 1,0 0,0 4,1 13,0 1,-2-1,0 1,-2 0,-1 5,-35 321,36-345,1-1,-1 0,1 0,0 0,0 0,1 0,-1-1,1 1,0 0,0 0,1-1,-1 1,1 0,1 0,2-4,-1-6</inkml:trace>
  <inkml:trace contextRef="#ctx0" brushRef="#br1" timeOffset="53005.428">514 11885,'25'-7,"24"-4,22-6,17-3,12-1,2 0,-6 5,-18 6,-22 6</inkml:trace>
  <inkml:trace contextRef="#ctx0" brushRef="#br0" timeOffset="75307.265">10821 187,'13'24,"-8"3,-1-1,0 1,-3 0,0 0,-1 0,-2 0,-1 0,-1 0,-6 22,-11 58,0-7,5 1,-1 59,14-60,5-1,4 0,9 38,80 382,-73-325,14 31,47 216,-58-76,1 204,-35-125,-38 524,35-502,-42 137,50-71,-4 36,22-173,-15 104,-36 53,3-41,27-371,6 0,7 22,-1-34,-4 76,-2-81,5 0,6 7,6 12,-7-44,4-1,19 61,64 298,-58-304,5 80,22 24,-61-236,-1 0,0 1,-2-1,0 0,-1 1,-2 0,2 57,14 31,-15 157,1-266,0 0,0-1,0 1,0 0,0-1,0 1,0 0,-1-1,1 1,0 0,0-1,0 1,0 0,-1-1,1 1,0 0,0 0,-1-1,1 1,0 0,-1 0,1 0,0-1,0 1,-1 0,1 0,0 0,-1 0,1 0,-1-1,1 1,0 0,-1 0,1 0,0 0,-1 0,1 0,0 0,-1 0,1 1,0-1,-1 0,1 0,0 0,-1 0,1 0,0 1,-1-1,1 0,0 0,-1 0,1 1,0-1,0 0,-1 0,1 1,0-1,0 0,0 1,-1-1,1 0,0 1,0-1,0 0,0 1,0-1,0 0,0 1,0-1,-1-1,-14-12</inkml:trace>
  <inkml:trace contextRef="#ctx0" brushRef="#br1" timeOffset="83094.09">11222 1591,'-5'2,"0"-1,0 1,0 0,1 1,-1-1,1 1,-1 0,1 0,0 0,0 0,0 1,1 0,-1 0,1 0,0 0,0 0,0 1,1 0,-1-1,1 1,0 0,0 0,1 0,0 0,0 0,0 0,0 1,1-1,0 4,-2 2,1-1,1 0,0 0,0 1,1-1,0 0,1 0,0 0,0 0,1 0,1 0,-1-1,2 1,-1-1,1 0,1 0,0-1,0 0,0 0,1 0,0-1,1 0,0 0,0-1,0 0,1 0,-1-1,1 0,1-1,-1 0,8 3,-13-6,1 1,-1 0,1-1,-1 0,1 0,0 0,-1 0,1-1,0 0,0 0,-1 0,1-1,0 0,0 1,-1-2,1 1,-1 0,1-1,-1 0,0 0,1 0,-1-1,0 1,0-1,-1 0,1 0,-1 0,1-1,-1 0,2-9,0-1,-1 0,-1 1,0-1,-1-1,0 1,-1 0,-1 0,-1-1,1 1,-2 0,0 0,-1 0,-1 0,0 0,0 1,-1 0,-2-2,2 4,0-1,-1 1,0 1,-1-1,0 1,0 1,-1-1,-1 1,0 0,0 1,-2-1,7 6,0 0,0 0,-1 1,1-1,-1 1,0 0,1 0,-1 1,0-1,0 1,0 0,0 1,0-1,-1 1,1 0,0 0,0 0,0 1,0 0,0 0,0 0,0 1,0 0,1-1,-1 2,0-1,-3 3,3-2,0 0,0 1,1 0,-1 0,1 0,0 1,0 0,0 0,1 0,-1 0,1 0,0 0,1 1,0 0,-1-1,2 1,-1 0,1 0,0 0,0 0,0 0,1 0,0 0,0 1,1-1,0 0,0 0,0 0,1 0,-1-1,3 5,9 18</inkml:trace>
  <inkml:trace contextRef="#ctx0" brushRef="#br1" timeOffset="83357.423">11623 1765,'16'0,"14"0,9 0,7 0,3 0,-3 0,-3 0,-3 0,-7 0,-8 0</inkml:trace>
  <inkml:trace contextRef="#ctx0" brushRef="#br1" timeOffset="83624.698">11864 1617,'-5'-4,"-1"0,1 6,0 7,2 11,1 11,1 12,0 8,4 3,0 1,2-3,3-4,2-5,1-7,0-11</inkml:trace>
  <inkml:trace contextRef="#ctx0" brushRef="#br1" timeOffset="84169.791">12078 1604,'17'-7,"0"0,1 2,0 0,0 0,0 2,1 0,-1 2,1 0,-1 0,1 2,-1 0,5 2,-19-3,-1 0,0 0,1 0,-1 1,0-1,0 1,0 0,1 0,-1 0,0 0,0 1,0-1,0 1,-1 0,1 0,0 0,-1 0,1 0,-1 0,0 1,1-1,-1 1,-1-1,1 1,0 0,-1 0,1 0,-1 0,0 0,0 0,0 1,0-1,-1 0,1 0,-1 4,-2-1,-1 0,0 0,-1-1,0 1,0-1,0 0,0 0,-1 0,1 0,-2-1,1 0,0 0,-1 0,1-1,-1 1,-6 1,12-5,0 1,1-1,-1 0,0 0,0 0,1 1,-1-1,0 0,0 0,1 1,-1-1,0 0,0 1,0-1,0 0,0 0,0 1,1-1,-1 0,0 1,0-1,0 0,0 1,0-1,0 0,0 1,0-1,0 0,0 1,-1-1,1 0,0 1,0-1,0 0,0 1,0-1,-1 0,1 0,0 1,0-1,0 0,-1 0,1 1,0-1,0 0,-1 0,1 0,0 0,0 1,-1-1,1 0,0 0,-1 0,1 0,0 0,-1 0,1 0,0 0,-1 0,1 0,0 0,-1 0,1 0,0 0,-1 0,1 0,0 0,-1 0,1 0,0-1,28 4,-14-3,-7 1,1 0,0 0,-1 1,1 0,-1 0,1 1,-1-1,0 2,0-1,0 1,-1 0,1 0,-1 1,0 0,0 0,-1 1,1-1,-1 1,0 0,-1 1,0-1,0 1,0 0,-1 0,0 0,0 0,0 0,-1 1,-1 0,2 5,-3-5,0 0,0 0,-1 0,0-1,-1 1,1 0,-2-1,1 1,-1-1,0 0,0 0,-1 0,0 0,0 0,-1-1,0 0,0 0,0 0,-1-1,1 0,-1 0,-1 0,1 0,-1-1,0 0,0-1,0 0,0 0,0 0,-1-1,1 0,-1 0,0-1,0 0,-7 0,-46-2,59 0</inkml:trace>
  <inkml:trace contextRef="#ctx0" brushRef="#br1" timeOffset="84997.549">12786 1698,'19'0,"12"0,7-2,6-1,0 0,1 0,-3 1,-5 1,-5 3,-9 3,-9 4,-5-1</inkml:trace>
  <inkml:trace contextRef="#ctx0" brushRef="#br1" timeOffset="85261.392">12866 1911,'16'10,"15"2,12-1,9-1,5-4,-1-4,-3-3,-9-1,-11 0</inkml:trace>
  <inkml:trace contextRef="#ctx0" brushRef="#br1" timeOffset="86067.777">13482 1578,'54'-7,"0"2,1 2,19 4,-22 8,-51-8,0-1,-1 1,1-1,0 1,0-1,0 1,0 0,0-1,-1 1,1 0,0 0,-1 0,1 0,-1 0,1-1,-1 1,1 0,-1 0,1 0,-1 0,0 0,0 0,1 1,-1-1,0 0,0 0,0 0,0 0,0 0,-1 0,1 0,0 0,0 0,-1 0,1 0,0 0,-1 0,1 0,-1 0,0 0,1 0,-1-1,0 1,1 0,-1 0,0 0,-122 120,123-121,-1 0,1 1,-1-1,1 0,-1 1,0-1,1 0,0 1,-1-1,1 1,-1-1,1 1,-1-1,1 1,0 0,0-1,-1 1,1-1,0 1,0 0,-1-1,1 1,0 0,0-1,0 1,0 0,0-1,0 1,0-1,0 1,0 0,1-1,-1 1,0 0,0-1,0 1,1-1,-1 1,0 0,1-1,-1 1,1-1,-1 1,0-1,1 1,-1-1,1 0,-1 1,1-1,0 1,-1-1,1 0,-1 0,1 1,0-1,-1 0,1 0,0 0,0 1,43 3,-38-4,116 14,-118-13,0 0,0 1,0-1,0 1,0 0,0 0,-1 0,1 0,-1 1,1-1,-1 1,0 0,0 0,0 0,-1 1,1-1,-1 1,0-1,0 1,0 0,0 0,-1 0,1 0,-1 0,0 0,0 0,0 4,-1-2,0 0,-1 0,0 0,0-1,0 1,0 0,-1 0,0-1,-1 1,1-1,-1 1,0-1,0 0,0 0,-1 0,0-1,0 1,0-1,0 0,-1 0,-4 3,-1 0,-1 1,0-1,0-1,0 0,-1-1,0 0,0-1,0 0,-10 2,-59 1,71-5</inkml:trace>
  <inkml:trace contextRef="#ctx0" brushRef="#br0" timeOffset="93324.727">6009 1992,'-7'7,"0"-1,0 1,1 0,0 1,1-1,-1 1,1 0,1 0,0 1,0 0,1-1,0 1,0 1,1-1,0 0,0 0,1 1,1-1,0 1,0-1,1 1,0-1,0 0,1 1,0-1,1 0,0 0,0 0,1-1,0 1,1-1,0 0,0 0,5 5,4-1,-1-1,1-1,1 0,0-1,0-1,1 0,0-1,0-1,1 0,0-1,0-1,0-1,0 0,1-1,-1-1,1-1,-1 0,5-2,-17 3,0-1,0 0,1-1,-1 1,0-1,0 0,0-1,0 1,0-1,0 0,-1 0,1 0,-1-1,1 1,-1-1,0 0,0-1,0 1,0-1,-1 0,1 1,-1-1,0-1,0 1,-1 0,1-1,-1 0,0 1,0-1,-1 0,1 0,-1-1,4-26,-1-1,-2 0,-1 0,-2 0,-1 1,-1-2,1 16,-1 0,0 0,-2 1,0-1,0 1,-2 0,-5-11,8 21,0 1,0-1,0 0,-1 1,0 0,0 0,-1 1,1 0,-1 0,0 0,-1 0,1 1,-1 0,0 0,0 1,0 0,0 0,-1 1,0 0,-7 0,0 1,1 1,-1 1,0 0,0 1,1 0,-1 1,1 1,0 0,0 1,1 1,-1 0,1 1,0 0,1 1,-1 0,2 1,-1 0,1 1,1 0,0 1,0 0,1 1,0 0,1 0,1 1,0 0,-2 7,-16 50,12-5</inkml:trace>
  <inkml:trace contextRef="#ctx0" brushRef="#br0" timeOffset="94234.838">7398 1965,'-4'0,"-1"-1,1 1,0 1,-1-1,1 1,-1-1,1 1,0 0,-1 1,1-1,0 1,0 0,0 0,0 0,0 1,1-1,-1 1,1 0,0 0,-1 0,1 0,1 0,-1 1,0 0,1-1,0 1,0 0,0 0,0 0,0 3,-2 2,2 0,-1 1,1-1,1 1,-1 0,2-1,-1 1,1 0,1-1,0 1,0 0,1-1,0 1,1-1,0 1,0-1,1 0,0-1,1 1,0-1,0 1,1-2,0 1,0 0,1-1,0 0,0-1,1 0,0 0,0 0,0-1,0-1,2 1,4 1,0-1,1 0,-1-1,1 0,1-2,-1 0,0 0,0-1,1-1,-1-1,0 0,1-1,-1-1,0 0,0-1,-1 0,1-1,-1-1,0-1,0 0,-1 0,9-7,-13 5,1 0,-1 0,-1-1,0 0,0 0,-1-1,0 0,-1 0,0-1,-1 1,0-1,-1 0,-1-1,0 1,0-1,-1 0,-1 1,0-1,0 0,-2-1,1 5,-1-1,0 0,0 0,-1 1,0-1,-1 1,0-1,-1 1,0 0,0 0,-1 1,0-1,0 1,-1 0,0 0,0 1,-1 0,0 0,-1 0,1 1,-1 0,0 1,-1 0,1 0,-1 1,-3-2,-6 2,-1-1,0 2,0 1,1 0,-1 1,-1 1,1 1,1 1,-1 1,0 0,0 1,1 1,0 1,0 0,1 2,-1 0,2 1,-1 0,1 1,1 1,-1 1,2 0,0 1,-11 13,16-15,0 1,0 0,1 0,1 1,0 0,0 0,2 1,-4 10,-5 32</inkml:trace>
  <inkml:trace contextRef="#ctx0" brushRef="#br0" timeOffset="95087.622">8548 2139,'69'-108,"-32"53,-3 0,-3-3,-2 0,-2-2,-2-9,-20 94,0 148,-1-94,-3 0,-3 0,-4-1,-9 37,13-104,1-8,0 0,0 1,0-1,1 0,-1 0,1 0,0 1,-1-1,2 0,-1 0,0 0,1 1,-1-1,1 0,0 0,0 0,0 0,1 2,8 4</inkml:trace>
  <inkml:trace contextRef="#ctx0" brushRef="#br0" timeOffset="96162.401">9645 2019,'1'-3,"22"-26,-1-1,-2-1,-1-1,-1 0,-2-2,-2 0,11-34,-20 55,-5 34,0-14,11 459,-11-460,0 0,0 0,0 1,0-1,-1 0,0 0,-1 0,1-1,-1 1,0 0,0 0,-1-1,0 1,0-1,0 0,-1 0,1 0,-1-1,-1 2,38-7,193-29,-185 28</inkml:trace>
  <inkml:trace contextRef="#ctx0" brushRef="#br0" timeOffset="96853.648">8776 2353,'18'0,"11"0,6-2,6-1,-1 0,-2 1,-8 0</inkml:trace>
  <inkml:trace contextRef="#ctx0" brushRef="#br0" timeOffset="137298.638">1182 2834,'101'22,"139"-6,-185-8,0-1,0-4,0-1,31-5,4 2,226 0,-217-7,-1-4,16-8,-14 2,161 5,-34 4,-63-5,13 1,238 6,14 0,-264 8,199 0,-146 12,205-24,32 9,120 43,1-43,-272-12,1192 15,-1164-22,-156 7,152-6,10 8,-235 11,0-5,-1-4,0-4,2-6,-62 11,1 1,1 2,0 2,23 2,25 2,-83-2,-4-1</inkml:trace>
  <inkml:trace contextRef="#ctx0" brushRef="#br0" timeOffset="140787.378">1423 4104,'21'5,"0"0,0-2,0-1,0 0,15-2,28 2,403 21,-122-33,199-8,-29 4,-184-7,-103 2,353-24,62 20,-431 5,104 8,274-16,-70-3,142-4,-207 17,-199 0,383-11,-72 28,-76 50,36-11,-9-24,-488-17,57 7,-83-1,-10-3</inkml:trace>
  <inkml:trace contextRef="#ctx0" brushRef="#br1" timeOffset="159289.837">11329 3342,'7'-30,"-3"12,0 0,1 1,1-1,0 1,2 0,8-15,-16 32,0-1,0 1,0 0,0-1,0 1,0-1,0 1,0-1,0 1,0 0,1-1,-1 1,0 0,0-1,1 1,-1-1,0 1,0 0,1 0,-1-1,0 1,1 0,-1-1,0 1,1 0,-1 0,0 0,1 0,-1-1,1 1,-1 0,1 0,-1 0,0 0,1 0,-1 0,1 0,-1 0,0 0,1 0,-1 0,1 0,-1 0,1 0,-1 1,0-1,1 0,-1 0,0 0,1 1,-1-1,1 0,-1 0,0 1,0-1,1 0,-1 1,0-1,1 0,-1 1,0-1,0 0,0 1,1-1,-1 0,0 1,0-1,0 1,6 30,-6 6,-1 0,-2 0,-8 36,5-37,-4 71,-10-74,20-32,0 0,0-1,0 1,0 0,0 0,1-1,-1 1,0 0,0 0,1-1,-1 1,0 0,1-1,-1 1,1 0,-1-1,1 1,-1-1,1 1,-1 0,1-1,-1 0,1 1,0-1,-1 1,1-1,0 0,0 1,-1-1,1 0,0 0,0 1,-1-1,1 0,0 0,0 0,-1 0,1 0,0 0,0 0,0-1,-1 1,1 0,0 0,0 0,144-4,-42-3,-70 15,-20-6</inkml:trace>
  <inkml:trace contextRef="#ctx0" brushRef="#br1" timeOffset="159621.633">11864 3369,'4'0,"7"-3,5 0,7 1,9-3,6 1,3 0,1 1,-1 1,-6 1,-5 1,-4 0,-7 0</inkml:trace>
  <inkml:trace contextRef="#ctx0" brushRef="#br1" timeOffset="159889.653">12132 3141,'-5'-2,"-1"1,0 4,1 7,4 10,2 7,1 9,-1 8,1 4,-1 4,-2 0,-2-3,1-4,0-8,0-11</inkml:trace>
  <inkml:trace contextRef="#ctx0" brushRef="#br1" timeOffset="160817.719">12372 3262,'12'-8,"1"1,0 0,0 1,1 1,-1 0,1 1,0 0,1 1,-1 1,0 0,1 1,-1 0,5 1,-16 0,-1 0,1 0,-1 1,1-1,-1 1,1-1,-1 1,1-1,-1 1,0 0,1 0,-1 1,0-1,0 0,0 1,0-1,0 1,0-1,0 1,-1 0,1 0,-1 0,1 0,-1 0,0 0,1 1,-1-1,0 0,-1 1,1-1,0 0,-1 1,1-1,-1 1,0-1,0 1,0-1,0 1,0-1,0 1,-1-1,1 1,-2 1,0 2,-1 1,-1 0,1-1,-1 0,-1 0,1 0,-1 0,0-1,0 0,0 0,-1 0,0-1,0 1,-5 1,-17 16,28-22,0 1,0-1,0 1,0-1,0 0,0 1,0-1,0 1,0-1,0 1,0-1,0 1,0-1,0 1,0-1,0 0,0 1,1-1,-1 1,0-1,0 0,1 1,-1-1,0 0,0 1,1-1,-1 0,0 1,1-1,-1 0,1 0,-1 1,0-1,1 0,-1 0,1 0,-1 1,0-1,1 0,-1 0,1 0,-1 0,1 0,-1 0,1 0,-1 0,1 0,-1 0,0 0,1 0,-1-1,1 1,-1 0,1 0,-1 0,0-1,1 1,-1 0,0 0,1-1,-1 1,7 1,2 0,-1 1,1 0,-1 1,0 0,0 0,0 0,0 1,0 1,-1-1,0 1,0 1,0-1,-1 1,1 0,-1 0,-1 1,1 0,-1 0,-1 0,1 1,-1 0,0 0,-1 0,0 0,0 0,-1 1,0-1,0 1,-1-1,0 6,-1-10,-1 0,0-1,0 1,0 0,0 0,-1-1,1 1,-1-1,0 0,0 1,0-1,-1 0,1 0,-1 0,1 0,-1-1,0 1,0-1,0 0,-1 1,1-1,0-1,-1 1,1-1,-1 1,0-1,0 0,0 0,-110 12,6-16,108 3,1-1,-1 1,0 0,0 0,0-1,0 1,1 0,-1 0,0-1,0 1,0 0,0 0,0-1,0 1,0 0,0-1,0 1,0 0,0 0,0-1,0 1,0 0,0-1,0 1,0 0,0 0,0-1,0 1,0 0,0-1,-1 1,1 0,0 0,0 0,0-1,0 1,-1 0,1 0,0-1,0 1,-1 0,1 0,0 0,0 0,-1 0,1-1,0 1,0 0,-1 0,1 0,0 0,-1 0,1 0,0 0,11-6</inkml:trace>
  <inkml:trace contextRef="#ctx0" brushRef="#br1" timeOffset="162481.523">13081 3276,'13'-9,"12"-6,6 1,4 2,4 3,-3 3,-4 5,-3 7,-8 5,-8 5,-5 2,-4-2</inkml:trace>
  <inkml:trace contextRef="#ctx0" brushRef="#br1" timeOffset="162746.631">13094 3422,'11'2,"11"1,13 0,9 0,7-2,1 0,-3 0,-6-1,-8 0,-9 0</inkml:trace>
  <inkml:trace contextRef="#ctx0" brushRef="#br1" timeOffset="163198.403">13735 3008,'1'-1,"-1"1,0-1,0 1,0-1,1 1,-1-1,0 1,1-1,-1 1,1 0,-1-1,0 1,1-1,-1 1,1 0,-1-1,1 1,-1 0,1 0,-1-1,1 1,-1 0,1 0,0 0,-1 0,1 0,-1 0,1 0,0 0,-1 0,1 0,-1 0,1 0,-1 0,1 0,-1 0,1 1,0-1,-1 0,1 0,-1 1,1-1,-1 0,0 1,1-1,-1 0,1 1,-1-1,0 1,1-1,-1 1,0-1,1 1,-1-1,0 1,3 35,-52 142,35-136,2-8,-22 94,34-127,1 0,-1 1,0-1,0 0,0 1,1-1,-1 0,1 0,-1 1,1-1,-1 0,1 0,0 0,-1 0,1 0,0 0,0 0,0 0,0 0,0 0,0 0,0 0,0-1,0 1,1 0,-1-1,0 1,0-1,1 1,-1-1,0 0,1 0,-1 1,0-1,0 0,1 0,-1 0,1-1,55-3,-56 4,204-30,-193 30</inkml:trace>
  <inkml:trace contextRef="#ctx0" brushRef="#br1" timeOffset="163464.716">13950 3315,'-7'-9,"-2"2,0 8,0 16,1 16,-1 19,-2 16,-5 12,-4 9,-5 3,2-14</inkml:trace>
  <inkml:trace contextRef="#ctx0" brushRef="#br0" timeOffset="170460.479">6168 3102,'-7'0,"-1"0,0 0,0 1,0 0,1 1,-1-1,1 2,-1-1,1 1,0 0,0 0,0 1,0 0,0 0,1 1,0 0,0 0,0 0,1 1,0 0,0 0,0 0,1 1,0-1,0 1,0 0,0 3,-2 1,1 1,0 0,0 0,1 0,1 0,0 1,1-1,0 1,1 0,0 0,1 0,1-1,0 1,1 0,0 0,1-1,0 1,1-1,0 0,1 0,0 0,1-1,1 0,-1 0,2-1,0 1,0-1,8 6,-6-8,1 0,0-2,1 1,-1-2,1 1,0-1,0-1,1-1,0 1,-1-2,1 0,0 0,0-1,0-1,0 0,0-1,4-1,-10 1,-1-1,0 0,0 0,0 0,0-1,-1 0,1 0,-1 0,1-1,-1 0,0 0,-1 0,1-1,-1 1,0-1,0 0,0-1,0 1,-1 0,0-1,2-6,3-7,-1-1,-1 0,0-1,-2 1,0-1,-1-2,0 5,0 1,-2-1,0 0,0 0,-2 0,0 0,-1 0,-1 0,-1 0,0 1,-1 0,-1 0,-1 0,0 1,-1-1,-1 2,0-1,-2 2,-3-6,9 15,0 1,-1 0,1 0,-1 0,0 1,0 0,0 0,0 1,0-1,-1 1,1 0,-1 1,1 0,-1 0,0 0,1 1,-1 0,0 0,1 1,-1 0,0 0,1 0,-1 1,1 0,0 0,-2 1,-4 3,-1 0,1 1,0 0,0 1,1 1,0 0,0 0,1 1,0 0,1 0,0 2,0 0,-2 5,1 1,1-1,0 2,2-1,0 1,1 0,0 1,2 0,1-1,-1 17,0 33</inkml:trace>
  <inkml:trace contextRef="#ctx0" brushRef="#br0" timeOffset="171394.928">7318 3435,'54'-109,"48"-74,-26 51,-59 109,-8 42,-8 63,-4-1,-3 0,-4 0,-3-1,-4 0,-7 14,21-85,3-6,-1 1,1-1,-1 0,0 0,0 0,0 0,0 0,-1 0,1 0,-1 0,0 0,1-1,-1 1,-1-1,1 1,0-1,-1 0,1 0,-1 0,1 0,-4 1,0 4,32-6,-19-1,316-5,-264 2</inkml:trace>
  <inkml:trace contextRef="#ctx0" brushRef="#br0" timeOffset="172192.528">8709 3195,'-6'15,"0"-1,1 2,1-1,1 1,0-1,1 1,0 0,2 0,0 14,1-22,-1 0,2-1,-1 1,1 0,0-1,1 1,-1-1,1 0,1 0,0 0,0 0,0-1,1 0,-1 1,2-2,-1 1,1 0,-1-1,1 0,7 3,-6-4,0 0,1 0,-1-1,1-1,0 1,0-1,0 0,0-1,0 0,0 0,0-1,0 0,1-1,-1 1,0-1,0-1,0 0,0 0,0 0,-1-1,1 0,-1-1,0 0,0 0,0 0,6-5,-2 1,0-1,-1 0,0-1,-1 1,0-2,0 1,-1-1,0-1,-1 0,0 0,-1 0,-1 0,0-1,0 0,2-11,-6 15,1 1,-1-1,-1 1,0-1,0 1,0-1,-1 0,-1 1,1-1,-1 1,-1 0,1 0,-1 0,-1 0,0 0,0 1,0-1,-1 1,0 0,0 0,-1 1,0 0,0 0,0 0,-1 1,0-1,0 2,0-1,-1 1,0 0,1 1,-1 0,-1 0,1 0,-4 0,0 1,0 1,0 0,0 1,0 0,1 1,-1 0,0 0,0 2,1-1,-1 2,1-1,0 1,0 1,0 0,1 1,-1 0,1 0,1 1,-7 6,9-7,0 0,1 0,-1 1,1 0,1 0,-1 1,1 0,1 0,-1 0,1 0,1 1,-1-1,2 1,-1 0,1 0,0 0,1 0,0 1,1-1,0 0,0 0,1 0,0 1,0-1,2 4,1-3,-1 1,2-1,0-1,0 1,0-1,1 0,1 0,-1 0,2-1,6 7,33 27</inkml:trace>
  <inkml:trace contextRef="#ctx0" brushRef="#br0" timeOffset="172850.162">9671 3248,'-2'11,"1"0,0 0,1 0,0 0,1 0,0 0,1 0,0 0,0-1,1 1,1-1,0 1,0-1,1-1,0 1,1 0,0-1,0 0,1-1,0 0,1 0,4 4,-3-7,0 0,1 0,-1-1,1 0,-1-1,1 0,0 0,0-1,1-1,-1 1,0-2,1 1,-1-2,0 1,1-1,-1-1,0 0,0 0,0-1,0-1,-1 1,1-1,-1-1,0 0,7-5,-4 3,0-1,0-1,-1 0,0 0,-1-1,0-1,0 0,-1 0,-1-1,0 0,0 0,-1-1,-1 0,0 0,-1 0,-1-1,1 0,-1-4,-3 8,1-1,-2 1,1 0,-2 0,1 0,-1-1,-1 1,0 0,0 0,-1 1,0-1,-1 0,0 1,0 0,-1 0,0 0,-1 1,0-1,0 1,-1 1,0-1,0 1,-1 0,0 1,0 0,-1 0,1 1,-1 0,0 0,-1 1,1 0,-1 1,0 0,0 1,0 0,0 0,0 1,-6 0,7 2,-1 0,1 1,0 0,0 0,-1 1,2 0,-1 1,0 0,1 0,0 1,0 0,0 0,1 1,-1 0,1 1,1-1,-1 1,1 0,0 2,-10 12,1 1,2 1,0 0,1 1,1 1,1 3,-19 52</inkml:trace>
  <inkml:trace contextRef="#ctx0" brushRef="#br0" timeOffset="177927.111">1543 5414,'9'9,"29"-2,0-1,0-1,0-3,38-1,67 4,200 6,-190-2,136-11,146-38,-67 13,-293 27,88-1,57-12,-46 2,125 9,-140 4,434-2,-309 13,1145-13,-1094-14,116-11,95-20,-37 30,-350 8,160-17,-119-4,154-1,-45 14,-56 2,147 14,-225 12,-172-13,0 0,0-1,0 1,0 1,0-1,0 0,0 1,0 0,0-1,-1 1,1 0,0 1,0-1,-1 0,1 1,0-1,-1 1,1 1,-20 5,-1-6</inkml:trace>
  <inkml:trace contextRef="#ctx0" brushRef="#br0" timeOffset="184105.055">6129 4452,'-10'4,"-1"1,1 0,0 1,1 0,0 1,0 0,0 0,1 1,0 0,0 0,1 1,0 0,0 0,1 1,1 0,0 0,0 0,0 0,2 1,-1 0,1 0,1 0,0 0,0 2,3-2,0-1,0 0,1 0,0 0,1 0,0-1,0 1,1-1,1 0,-1 0,1 0,1 0,0-1,0 0,1 0,-1-1,2 0,-1 0,1 0,0-1,2 1,5 3,1 0,1-1,-1-1,1 0,0-1,1-1,0-1,0 0,0-2,1 0,4 0,-17-2,1-1,0 0,-1 0,1-1,0 0,-1 0,1 0,-1-1,1 0,-1 0,0-1,0 1,0-1,0-1,0 1,-1-1,1 0,-1 0,0-1,-1 1,1-1,-1 0,0-1,0 1,0-1,1-3,3-7,-2 0,0 0,0-1,-2 0,0 0,-1 0,-1 0,0 0,-1-1,-1 1,-1 0,0-1,-2 1,0 0,0 0,-2 0,0 1,-1-1,-6-10,8 17,-2 1,0 0,0 1,0-1,-1 1,0 0,-1 1,0 0,0 0,0 0,-1 1,0 1,0-1,-1 2,0-1,1 1,-1 0,-1 1,1 1,0-1,-1 2,1-1,-1 1,0 1,1 0,-1 0,1 1,-1 1,1 0,-1 0,1 1,0 0,0 1,0 0,0 0,1 1,0 1,-3 2,5-4,2 1,-1 0,0 0,1 1,0 0,0-1,1 2,0-1,0 0,0 1,1 0,0 0,0 0,1 0,0 0,0 1,0-1,1 0,0 1,1 0,0-1,0 1,1-1,-1 1,2 4,11 34</inkml:trace>
  <inkml:trace contextRef="#ctx0" brushRef="#br0" timeOffset="184694.724">7505 4800,'60'-210,"-34"126,-4 0,3-31,-22 95,-7 58,2-23,-7 47,3 0,2 0,4 1,2-1,2 1,4-1,7 27,1-34</inkml:trace>
  <inkml:trace contextRef="#ctx0" brushRef="#br0" timeOffset="185412.006">8855 4506,'-14'-1,"10"0,0 0,0 1,0-1,1 0,-1 1,0 0,0 0,0 0,0 1,0-1,0 1,0 0,0 0,1 0,-1 1,0-1,1 1,-1 0,1 0,0 0,-1 0,1 1,0-1,0 1,1 0,-1 0,0 0,1 0,0 1,0-1,0 0,0 1,1-1,-1 3,2 5,0 0,1 1,1-1,0 0,1 1,0-1,0 0,2-1,-1 1,1-1,0 0,1 0,0 0,1-1,0 0,1 0,7 6,-4-2,1-1,0 0,1-1,1-1,0 0,0 0,0-2,1 0,1 0,4 0,-13-5,0 0,1-1,-1 0,0-1,1 0,-1 0,1 0,-1-1,1 0,-1 0,1-1,-1 0,1-1,-1 1,0-1,0-1,0 1,0-1,0-1,0 1,-1-1,1 0,-1 0,1-2,4-7,-1 0,-1 0,0-1,-1 0,-1 0,0-1,0 0,-2 0,0 0,-1-1,0 0,-1 0,-1 0,-1 0,0 0,-1 0,0-1,-2 1,0-2,2 1,-1 0,0 0,-1 1,-1-1,-1 0,0 1,-1 0,-1 0,0 1,-1-1,-1 1,0 0,-1 1,-1 0,0 1,-1 0,-2-1,8 10,0 1,0 0,-1 0,1 0,-1 1,1-1,-1 1,0 1,0-1,0 1,0 0,0 0,0 1,0 0,0 0,0 0,0 1,0 0,0 0,0 0,0 1,0 0,1 0,-1 1,1-1,-1 1,-4 4,-6 3,1 1,0 0,0 2,1-1,1 2,0 0,1 0,-5 9,8-12,1 0,1 0,0 1,0 0,1 1,1 0,0-1,1 1,0 1,1-1,0 1,1-1,1 1,0 0,1-1,1 1,0 2,10 23</inkml:trace>
  <inkml:trace contextRef="#ctx0" brushRef="#br0" timeOffset="186091.438">9711 4559,'148'-239,"-29"56,-105 158,-14 25,0 0,0 0,0 1,0-1,1 0,-1 0,0 0,0 0,0 1,0-1,1 0,-1 0,0 0,0 0,0 0,0 0,1 0,-1 0,0 0,0 0,0 0,-1 5,-11 58,2 0,3 1,3 0,3 1,2-1,3 0,3 0,3 0,5 11,3 2</inkml:trace>
  <inkml:trace contextRef="#ctx0" brushRef="#br0" timeOffset="189527.193">1477 6925,'0'0,"0"0,0 0,1 0,-1 0,0 0,1 0,-1 0,0 0,1 0,-1 0,0 0,0 1,1-1,-1 0,0 0,0 0,1 0,-1 1,0-1,0 0,0 0,1 1,-1-1,0 0,0 0,0 1,0-1,1 0,-1 0,0 1,0-1,0 0,0 1,0-1,0 0,0 0,0 1,0-1,0 0,0 1,0-1,0 0,0 1,0-1,0 0,-1 0,1 1,0-1,0 0,0 0,0 1,-1-1,36 2,-35-2,533-10,-37-1,-265 6,35 12,42-17,-168 1,134-10,237-5,-40-2,-375 26,90-1,64-14,-63-1,81 7,-235 9,406-11,-202-2,5 11,402-25,-262 20,419 1,-308-7,-442 13,104 0,76-13,-61 2,84 8,-243 3,270-13,-44-1,-61 4,175 7,-342 3,-7 1,0-1,-1 1,1-1,-1 0,1 1,0-1,-1 0,1 0,0 0,-1-1,1 1,0 0,-1 0,1-1,-1 1,1-1,0 0,-1 1,0-1,1 0,-1 0,1 0,-1 0,0 0,0 0,1 0,-1 0,0-1,0 1,0 0,0-1,0 0,-1-9</inkml:trace>
  <inkml:trace contextRef="#ctx0" brushRef="#br0" timeOffset="190629.023">6155 5882,'-6'-1,"0"0,-1 0,1 1,-1 0,1 0,-1 0,1 1,0 0,-1 0,1 1,0 0,0 0,0 0,0 1,0 0,0 0,1 1,0-1,-1 1,1 0,1 0,-1 1,1 0,-1-1,1 2,1-1,-7 10,1 0,1 1,0 0,1 0,1 1,1 0,0 0,1 0,1 1,0-1,2 1,0 0,1 0,1 5,0-13,1-1,1 1,0-1,0 1,1-1,0 0,0 0,1 0,0-1,1 0,0 0,0 0,1-1,0 0,0 0,1 0,-1-1,1 0,1-1,-1 0,1 0,0-1,0 0,0 0,1-1,-1-1,1 1,6-1,4 3,0-2,1 0,-1-1,1-1,0-1,-1-1,1-1,-1 0,0-2,9-3,-18 5,-1-2,0 1,-1-1,1-1,0 0,-1 0,0-1,-1 0,1 0,-1-1,0 0,-1-1,0 0,0 0,0 0,-1-1,0 0,-1 0,0 0,-1-1,0 0,0-4,-1-1,0 1,-1-1,-1 0,0 0,-1 0,-1 1,0-1,-1 0,-1 1,0-1,-1 1,0 0,-1 0,-1 0,0 1,-1 0,-1 0,0 0,0 1,-1 0,-1 1,0 0,0 1,-1 0,0 0,-1 1,0 1,-1 0,0 0,0 2,0-1,-3 1,2 2,0 1,1 1,-1 0,0 1,0 1,0 0,0 1,0 0,1 1,-1 1,0 0,1 1,0 0,0 1,0 1,0 0,1 0,0 2,2-3,1 1,0 1,0 0,1 0,-1 0,2 1,-1 0,1 1,0 0,1 0,0 1,0-1,1 1,1 0,-1 1,2-1,-1 1,1 0,1-1,0 1,1 0,-1 6,5 34</inkml:trace>
  <inkml:trace contextRef="#ctx0" brushRef="#br0" timeOffset="191219.42">7505 6230,'150'-332,"-78"148,-68 178,-6 18,2-9,-6 29,-11 49,4 1,4 0,3 1,5 59,7-76</inkml:trace>
  <inkml:trace contextRef="#ctx0" brushRef="#br0" timeOffset="191890.205">8816 6163,'21'-30,"-1"-1,-2-1,-1-1,-2 0,-1-1,-2 0,-1-1,-2 0,-1-1,2-25,-2-40,-27 378,8-162,5 0,5 7,5-60</inkml:trace>
  <inkml:trace contextRef="#ctx0" brushRef="#br0" timeOffset="192615.055">9979 5843,'-12'26,"1"1,2 0,0 1,2 0,0 2,6-22,0 0,0 0,1-1,0 1,0 0,1 0,0 0,0-1,1 1,0 0,0-1,1 0,0 1,0-1,1 0,0 0,0-1,1 1,-1-1,2 0,-1 0,6 2,0 1,0-2,1 0,0 0,0-1,1-1,0 0,0 0,0-1,0-1,1 0,-1-1,1-1,-1 0,1 0,0-2,0 0,-1 0,1-1,-1-1,1 0,-1-1,0 0,0-1,-1-1,0 0,0-1,0 0,0 0,-1-1,2-3,-3 2,-1 1,1-2,-2 1,0-1,0-1,0 0,-2 0,1 0,-1 0,-1-1,0 0,-1-1,0 1,-1-1,0 1,-1-1,0 0,-1 0,-1 0,0 0,-1 0,0 0,-1 0,0 0,-1 1,0-1,-1 1,-1 0,0 0,-1 0,0 1,0-1,-8-8,7 12,1 0,-1 0,-1 0,0 1,0 0,0 1,-1-1,0 2,0-1,-1 1,1 1,-1 0,0 0,0 1,-1 0,1 1,-1 0,1 0,-1 1,1 1,-1 0,0 0,1 1,-1 0,1 1,-1 1,1-1,0 1,0 1,0 0,0 1,-6 3,-5 6,0 1,0 2,2-1,0 2,1 1,1 0,1 1,0 1,2 0,-9 19,-27 46</inkml:trace>
  <inkml:trace contextRef="#ctx0" brushRef="#br0" timeOffset="195620.183">1637 8343,'1050'0,"-764"-21,-189 10,1 5,52 4,-128 3,103 6,1-5,-1-6,17-7,9-9,142 2,149 4,240-25,-184 32,-280 2,-44 1,64-13,303-31,-52 16,-53 17,508-43,-727 45,144 12,-167 2,879-1,-945 14,-105-14,-34-1</inkml:trace>
  <inkml:trace contextRef="#ctx0" brushRef="#br0" timeOffset="199908.234">6196 7286,'-12'0,"1"2,0 0,0 0,0 1,0 0,0 1,0 0,1 1,0 0,0 0,0 1,0 1,1 0,1 0,-1 1,1-1,0 2,1-1,-1 2,2-3,0 1,1 0,-1 0,1 0,1 1,0-1,0 1,1 0,0 0,0 1,1-1,1 1,-1-1,1 1,1-1,0 1,0 0,1-1,0 1,1-1,0 1,2 4,0-6,0 0,0 0,1-1,0 1,0-1,1 0,0-1,0 1,1-1,-1 0,1-1,1 0,-1 0,1 0,0-1,0 0,0-1,0 1,1-2,9 4,1-1,-1 0,1-2,0 0,0-1,0-1,0-1,9-1,-17 0,-1 1,0-1,0-1,1 1,-1-2,0 1,-1-2,1 1,0-1,-1-1,0 0,0 0,0 0,-1-1,0-1,0 0,-1 0,1 0,-1-1,-1 0,0 0,0 0,0-1,-1 0,-1 0,1-1,-1 1,-1-1,0 0,0 0,-1 0,-1 0,1-3,-4-3,0 1,-1 0,-1 0,0 0,-1 0,-1 1,0 0,-1 0,0 0,-1 1,0 0,-2 1,1 0,-1 0,-1 1,0 0,-1 1,0 0,0 1,-1 0,0 1,-1 1,0 0,0 1,0 0,-1 1,0 1,-8-2,15 4,0 0,0 1,-1 0,1 0,0 1,0 0,0 0,0 1,0 0,0 0,0 1,0 0,0 1,0 0,1 0,-1 0,1 1,0 0,0 0,0 1,1 0,0 0,0 1,0 0,0 0,1 0,0 0,0 1,-1 3,-2 7,0 1,1 0,1 0,1 1,1 0,-3 16,-2 40</inkml:trace>
  <inkml:trace contextRef="#ctx0" brushRef="#br0" timeOffset="200670.772">7546 7607,'95'-339,"-81"217,-21 190,1 67,6 0,10 44,-2-99</inkml:trace>
  <inkml:trace contextRef="#ctx0" brushRef="#br0" timeOffset="201388.267">8923 7620,'3'-61,"3"0,3 1,15-58,-5 28,2-66,-28 222,2 0,4 62,3-77,1 1,3-1,2-1,4 8,7 14</inkml:trace>
  <inkml:trace contextRef="#ctx0" brushRef="#br0" timeOffset="201998.472">10033 7580,'97'-443,"-86"329,-16 142,-19 251,12 7,11-192</inkml:trace>
  <inkml:trace contextRef="#ctx0" brushRef="#br0" timeOffset="204610.014">1637 9679,'296'-13,"52"25,-209-3,1-6,77-10,-25-13,21-2,66 7,311 19,-219-38,76-4,-412 37,1021-47,-312 1,-37 22,793 26,-777-41,-440 32,90 2,-274-6,240 11,-309-6,-27 1</inkml:trace>
  <inkml:trace contextRef="#ctx0" brushRef="#br0" timeOffset="207048.757">6209 8970,'127'-397,"-97"260,-28 124,-6 22,-6 41,2 1,2-1,2 48,2-29,3-1,4 1,2-1,5 10,1-15</inkml:trace>
  <inkml:trace contextRef="#ctx0" brushRef="#br0" timeOffset="207827.097">7292 8770,'-1'11,"0"0,0 0,2 0,-1-1,1 1,1 0,-1 0,2 0,0-1,0 0,1 1,0-1,1 0,0-1,0 1,1-1,1 0,-1-1,1 1,1-1,-1-1,7 5,3 0,0-1,0-1,1 0,0-1,1-1,0-1,0-1,1-1,-1 0,1-2,0 0,1-1,-1-1,0-1,0 0,0-2,1-1,-1 0,-1-1,1-1,-1-1,12-5,-22 6,0 1,0-1,0 0,-1-1,0 0,0 0,0-1,-1 0,0-1,0 1,-1-1,0 0,0-1,-1 0,0 0,-1 0,0 0,0-1,-1 1,0-1,-1 0,0 0,0 0,-1 0,-1 0,1 0,-2 0,1-1,-2 1,-1-7,1 4,-1 1,-1-1,0 1,-1 0,0 0,-1 1,0-1,-1 1,0 1,0-1,-1 1,-1 1,0-1,0 1,-1 1,0 0,0 0,-1 1,0 0,0 1,-1 1,0-1,0 2,0 0,0 0,-1 1,0 0,1 1,-1 1,0 0,0 1,0 0,0 1,1 1,-1 0,0 0,-11 5,10-2,0 1,1 0,0 1,0 1,1 0,-1 0,2 1,-1 1,2 0,-1 1,1 0,0 1,5-6,1-1,0 1,0 0,0 1,1-1,0 1,0-1,1 1,-1 0,2 0,-1 0,1 0,0 0,0 1,1-1,0 0,0 0,1 0,0 1,0-1,1 0,-1 0,2 0,-1-1,3 5,29 38,9-9</inkml:trace>
  <inkml:trace contextRef="#ctx0" brushRef="#br0" timeOffset="208340.128">8936 8689,'-5'7,"-1"0,1 0,0 1,1 0,0 0,0 0,1 0,0 0,0 1,1-1,0 1,0 0,1 0,0 0,1 0,0-1,1 1,-1 0,2 0,-1 0,1 0,0-1,1 1,0-1,1 0,-1 0,2 0,-1 0,1-1,0 1,0-1,1-1,6 7,1-5,-1 0,1-1,0-1,1 0,0-1,0 0,0-1,0-1,0 0,1-1,0-1,-1 0,1-1,0 0,-1-1,1-1,-1 0,1-1,-1-1,0 0,0-1,-1 0,1-1,-1-1,0 0,-1-1,0 0,0-1,-1 0,0-1,0 0,-1-1,-1 0,1-1,-2 0,0 0,0 0,-1-1,2-7,-5 10,-1 0,0-1,0 1,-1-1,-1 0,0 1,0-1,-1 0,0 0,-1 0,0 1,-1-1,0 0,-1 1,0 0,0-1,-1 1,-1 0,0 1,0-1,-1 1,0 0,0 0,-1 1,0 0,-1 0,1 1,-2 0,1 0,-1 1,0 0,0 0,-10-4,6 6,0-1,-1 2,1 0,-1 0,1 2,-1-1,0 2,0 0,1 0,-1 2,0 0,1 0,-1 1,1 0,0 2,0-1,0 2,1-1,-1 2,1 0,1 0,0 1,0 0,0 1,1 1,0-1,1 1,0 1,1 0,0 0,0 1,2 0,-1 0,1 0,1 1,0 0,0 5,4-11,0-1,1 1,-1 0,1 0,1 0,0 0,0 0,0 0,0-1,1 1,0 0,1-1,0 0,0 1,0-1,0 0,3 1,30 40</inkml:trace>
  <inkml:trace contextRef="#ctx0" brushRef="#br0" timeOffset="208701.08">9845 8703,'-3'11,"1"-1,1 0,0 0,0 1,1-1,0 1,1-1,0 1,0-1,1 0,1 0,0 0,0 0,1 0,0-1,1 1,0-1,0 0,1-1,0 1,1-1,4 1,0 0,1-1,-1-1,2 0,-1-1,1 0,0 0,0-2,0 0,1 0,-1-1,1-1,0 0,0-1,0 0,0-1,0-1,0 0,0-1,0-1,-1 0,1 0,-1-2,0 0,0 0,0-1,-1 0,0-1,0-1,7-6,-14 9,0 0,1-1,-2 0,1 0,-1 0,0-1,0 1,-1-1,0 0,0 0,0 0,-1-1,0 1,-1-1,0 1,0-1,0 1,-1-1,0 1,-1-1,1 0,-1 1,-1-1,0 1,0 0,0 0,-1-1,0 1,0 1,-1-1,-1-1,-2-4,-1 0,-1 1,0 1,-1-1,0 1,0 1,-1 0,0 1,-1 0,1 0,-2 1,1 1,-1 0,0 1,0 0,0 1,-1 0,0 1,1 1,-1 0,0 1,0 0,0 2,0-1,0 2,0-1,0 2,0 0,1 1,-1 0,1 1,0 0,1 1,-9 6,-42 36,12 3</inkml:trace>
  <inkml:trace contextRef="#ctx0" brushRef="#br0" timeOffset="-208962.163">1717 11096,'4'3,"0"-1,1 0,-1-1,1 1,-1-1,1 0,-1 0,1 0,0 0,0-1,-1 0,1 0,0 0,2-1,6 1,46-3,0-2,0-2,34-11,92-11,238 16,14-7,-344 20,304-10,181-6,10-12,-417 29,224-9,126-11,-12-3,-215 5,111 3,194 0,-69 7,165 0,-425 9,1485-2,-1754 0,0 0,0 1,0-1,0 0,0 0,0 0,0 0,0 0,0 0,0 0,0 0,0 0,0-1,0 1,0 0,0-1,0 1,0-1,0 1,0-1,0 1,-1-1,1 0,0 1,0-1,0 0,-1 1,1-1,-1 0,1 0,0 0,-1 0,1 0,-1 0,0 0,1 0,-1 0,0 0,0 0,1 0,-1 0,0 0,0-1,-3-12</inkml:trace>
  <inkml:trace contextRef="#ctx0" brushRef="#br0" timeOffset="-206568.188">6276 10307,'32'-108,"11"-35,9-71,-46 185,-6 29,0 0,0 1,0-1,1 0,-1 0,0 1,0-1,0 0,0 0,1 0,-1 1,0-1,0 0,1 0,-1 0,0 0,0 0,1 1,-1-1,0 0,1 0,-1 0,0 0,0 0,1 0,-1 0,0 0,1 0,-1 0,0 0,0 0,1 0,-1 0,0 0,1-1,-1 1,6 238,-6-205,-1 10,2 1,1 0,3-1,1 0,6 16,5-8</inkml:trace>
  <inkml:trace contextRef="#ctx0" brushRef="#br0" timeOffset="-205930.148">7533 10053,'-6'13,"0"0,1 0,1 0,0 1,0 0,2-1,0 1,0 0,2 0,-1 0,2 1,-1-7,1-1,0 0,0 0,1 0,0 0,0 0,1-1,0 1,0-1,0 1,1-1,0 0,0 0,1-1,-1 1,1-1,0 0,1 0,-1-1,1 1,0-1,2 0,4 3,1-2,0 0,0 0,1-1,-1-1,1 0,0-1,0-1,0 0,-1-1,1 0,0-1,0-1,0 0,0 0,-1-2,1 0,-1 0,0-1,-1-1,1 0,-1-1,0 0,0-1,-1 0,0-1,-1 0,0-1,0 0,-1 0,0-1,-1 0,0-1,2-6,-7 11,-1 0,0-1,0 1,0-1,-1 0,-1 0,1 1,-1-1,0 0,-1 0,0 1,0-1,-1 0,0 1,0-1,0 1,-1 0,-1-1,1 1,-1 1,0-1,0 1,-1-1,0 1,0 0,-2-1,-5-5,0 1,0 0,-1 1,-1 1,1 0,-2 0,1 1,-1 1,0 1,0 0,-1 1,-1 0,6 3,0 0,1 0,-1 1,0 1,1 0,-1 1,0-1,1 2,-1 0,0 0,1 1,-8 3,12-4,1 0,0 1,0 0,-1 0,2 0,-1 1,0-1,1 1,0 0,-1 1,2-1,-1 1,0-1,1 1,0 0,0 0,1 1,-1-1,1 1,0-1,0 1,1 0,-1 4,4 47,11-4</inkml:trace>
  <inkml:trace contextRef="#ctx0" brushRef="#br0" timeOffset="-205361.311">9110 9987,'-6'12,"1"0,0 1,1 0,0 0,1 0,0 1,1-1,0 1,2-1,-1 1,2-1,0 1,0-1,1 1,1-1,0 0,2 2,-1-9,0 1,1 0,-1-1,2 0,-1 0,1 0,0-1,0 1,0-2,1 1,0-1,0 0,0 0,0-1,1 0,-1 0,1 0,0-1,0-1,-1 1,1-1,0-1,0 1,1-1,-1-1,0 1,0-1,-1-1,1 0,0 0,0 0,-1-1,1 0,-1 0,0-1,0 0,0-1,-1 1,1-1,1-2,2-2,-1 0,0-1,0 0,-1 0,0-1,-1 0,0 0,-1 0,0-1,-1 0,-1-1,1 1,-2-1,0 1,0-4,-1 7,-1 0,-1-1,1 1,-1 0,-1-1,1 1,-2 0,1 0,-1 0,-1-1,0 2,0-1,-1 0,0 1,0-1,-1 1,0 0,0 1,-1-1,0 1,-4-4,3 5,0 0,0 1,-1-1,1 1,-1 1,0-1,-1 2,1-1,-1 1,1 0,-1 1,0-1,0 2,0 0,0 0,-1 0,1 1,0 1,0-1,0 1,0 1,0 0,0 0,0 1,0 0,1 1,0-1,-1 2,1-1,1 1,-1 0,1 1,0 0,0 0,0 0,-3 6,4-5,0 0,1 0,0 1,0 0,1 0,0 0,1 1,-1-1,2 1,-1 0,1 0,0 0,1 0,0 0,1 0,0 1,0-1,1 0,0 0,0 0,1 0,1 0,-1 0,1-1,1 1,0 0,25 40</inkml:trace>
  <inkml:trace contextRef="#ctx0" brushRef="#br0" timeOffset="-204890.103">10046 10133,'24'-44,"-2"-2,-2 0,-3-1,-1-1,-2-1,7-49,-14 146,19 505,-19-490</inkml:trace>
  <inkml:trace contextRef="#ctx0" brushRef="#br0" timeOffset="-202475.572">6289 11885,'49'-85,"-4"-2,-3-1,28-89,-12-16,-78 304,5 0,5 1,4 105,6-176,1 0,2 0,1-1,2 1,3-1,9 31,1-23</inkml:trace>
  <inkml:trace contextRef="#ctx0" brushRef="#br0" timeOffset="-201767.368">7533 11591,'-6'9,"0"1,1 0,0 0,1 1,0 0,0-1,1 1,1 0,0 1,1-1,0 0,0 1,1-1,1 0,0 1,0-1,1 0,1 0,0 0,0 0,1 0,0-1,1 0,0 0,1 0,0 0,1-1,0 0,0 0,1-1,0 0,0 0,1-1,0 0,0 0,9 3,-8-3,1 0,0-1,0-1,0 0,0 0,1-1,0-1,0 0,0 0,0-1,1-1,-1 0,0-1,1 0,-1-1,0 0,1-1,-1 0,0-1,0 0,-1-1,1-1,-1 0,0 0,0-1,0-1,2-1,-3-2,0 0,-1-1,0 0,0-1,-2 0,1 0,-1 0,-1-1,-1 0,1 0,-2-1,0 1,-1-1,0 0,-1 0,0 0,-1 0,-1-13,0 15,-1 1,0 0,0 0,-1 0,0 0,-1 0,0 0,-1 1,0 0,-1-1,0 1,0 1,-1-1,0 1,-1 0,0 0,-1 1,1 0,-1 0,-1 1,0 0,0 1,0 0,-3-1,4 3,-2 1,1 0,0 0,-1 1,1 0,-1 0,1 1,-1 1,0 0,0 0,1 1,-1 0,1 0,-1 1,1 0,-1 1,1 0,0 1,0 0,0 0,-6 5,-3 2,0 1,0 1,1 1,1 0,0 1,1 1,1 0,0 1,-3 6,8-9,0 0,1 1,0-1,1 2,1-1,0 1,1-1,1 2,1-1,0 0,1 1,0 7,5 31</inkml:trace>
  <inkml:trace contextRef="#ctx0" brushRef="#br0" timeOffset="-201002.57">9271 11805,'3'-59,"2"1,13-53,4-44,-17 75,-10 66,-2 39,-2 56,4 1,5 33,0-114,0 67,4 0,2 0,4 0,2-1,8 19,-4-33</inkml:trace>
  <inkml:trace contextRef="#ctx0" brushRef="#br0" timeOffset="-200292.637">10207 11671,'-4'20,"1"-1,1 1,1-1,1 1,0 0,3 10,-2-23,0 0,1-1,-1 1,1-1,1 1,-1-1,1 0,1 0,-1 0,1 0,0-1,0 0,0 1,1-1,0-1,0 1,0-1,0 0,1 0,3 2,0-2,0 0,0 0,0-1,0 0,1-1,-1 0,0 0,1-1,0 0,-1-1,1 0,0-1,-1 0,1 0,-1-1,1 0,-1-1,0 0,0 0,0-1,0 0,-1-1,1 0,-1 0,5-5,2-1,0-1,-1-1,0-1,-1 0,-1 0,0-2,-1 1,0-1,-1-1,-1 0,-1 0,4-12,-8 21,-1-1,1 1,-1-1,-1 0,0 0,0 0,-1 0,0-1,0 1,-1 0,0 0,-1-1,0 1,0 0,-1 0,0 0,-1 0,0 0,-1 0,1 1,-1 0,-1-1,0 1,0 1,-1-1,1 1,-2 0,1 0,-1 1,0 0,-4-3,-2 5,-1-1,1 2,-1 0,0 0,0 2,0-1,0 2,0 0,0 1,0 0,0 1,1 0,-1 1,0 1,1 0,0 1,0 1,0 0,1 0,0 1,0 1,-7 5,-23 16,1 1,2 2,-29 31,-16 21</inkml:trace>
  <inkml:trace contextRef="#ctx0" brushRef="#br2" timeOffset="-136024.726">13763 5334,'0'18,"2"16,3 10,1 10,1 4,0 4,-1 0,-3-3,0-7,-4-9,-2-8,0-11</inkml:trace>
  <inkml:trace contextRef="#ctx0" brushRef="#br2" timeOffset="-135775.314">14003 5360,'-5'19,"-1"14,3 11,1 12,4 8,1 4,1 0,-1-5,-1-7,-1-8,0-12</inkml:trace>
  <inkml:trace contextRef="#ctx0" brushRef="#br2" timeOffset="-135525.885">14244 5347,'2'21,"1"15,2 11,2 7,3 3,2 1,0-3,0-3,-2-7,-1-8,-3-8,-2-10</inkml:trace>
  <inkml:trace contextRef="#ctx0" brushRef="#br2" timeOffset="-135195.624">13254 5040,'19'-4,"21"-3,20 4,20 1,20 4,15 2,10 1,4 1,-4-1,-11 1,-15 2,-21 2,-23 1,-21-1</inkml:trace>
  <inkml:trace contextRef="#ctx0" brushRef="#br2" timeOffset="-133815.2">13548 6324,'28'4,"26"2,25-3,20-1,13-4,6-3,-2-2,-8 2,-17 0,-16 2,-19 1,-19-1,-15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14:28.96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524 740,'4'21,"5"17,0 19,-2 13,-1 9,0 3,-1 1,-1-6,-2-9,0-11,-2-13,-2-14,-1-13</inkml:trace>
  <inkml:trace contextRef="#ctx0" brushRef="#br0" timeOffset="244.975">83 593,'-16'-5,"-7"-3,-3-1,8 2,19 1,25 4,25 4,28 0,23 0,17-3,6 0,-2-2,-9 4,-16 5,-25 9,-25 2</inkml:trace>
  <inkml:trace contextRef="#ctx0" brushRef="#br0" timeOffset="899.258">925 1556,'3'-39,"-2"0,-1 0,-2 0,-1 0,-3 0,-1 1,-1 0,-3 0,-14-35,14 28,33 37,-19 8,227 33,-222-32,0-1,0 1,0 1,0-1,0 1,0 1,0-1,-1 1,1 1,-1-1,0 1,0 0,0 1,-1 0,0 0,1 1,-2-1,1 1,-1 0,0 1,0-1,3 7,-5-1,0 0,-1 0,-1 0,0 1,0-1,-2 0,0 8,1 43,1-60,-1 1,1-1,0 0,-1 0,1 1,1-1,-1 0,0 0,1 0,0-1,-1 1,1 0,0-1,0 1,1-1,-1 1,0-1,1 0,0 0,-1 0,1 0,0-1,0 1,0-1,0 0,0 0,0 0,1 0,0 0,6 1,0-1,0 0,-1 0,1-1,0-1,0 1,0-2,-1 1,6-3,0 0,0 0,-1-2,1 0,-1-1,0 0,-1-1,0 0,0-1,-1-1,11-10,-16 14,-1-1,0 1,0-1,-1 0,0-1,0 1,-1-1,0 0,0 0,-1 0,0-1,0 1,-1-1,0 1,-1-1,0 0,0 0,-1 0,0-7,0 14,0 0,0-1,0 1,0 0,-1-1,1 1,-1 0,1-1,-1 1,0 0,0 0,0 0,0 0,0 0,0 0,-1 0,1 0,-1 0,1 0,-1 1,0-1,0 1,0-1,0 1,0 0,0 0,0 0,0 0,0 0,0 0,-1 0,1 1,0-1,0 1,-1 0,1-1,0 1,-1 0,1 1,0-1,-1 0,1 1,0-1,-1 1,1-1,0 1,0 0,0 0,0 0,-2 2,-1 2,0 0,1 1,0-1,0 1,0 0,1 0,0 1,0-1,0 1,1-1,0 1,1 0,-1 0,1 0,0 0,1 0,0 0,0 0,1 0,-1 0,1 0,1 0,-1-1,1 1,1 0,-1-1,1 1,0-1,1 0,-1 0,1 0,2 2,8 3,0 0,0-1,1 0,1-2,-1 0,2 0,-1-1,1-1,0-1,0-1,0 0,0-1,1-1,0 0,-1-1,11-2,39 4,-9-2</inkml:trace>
  <inkml:trace contextRef="#ctx0" brushRef="#br0" timeOffset="1943.773">2235 526,'-5'13,"1"0,0-1,1 2,0-1,1 0,0 1,1-1,1 1,0-1,1 1,0-1,3 11,-3-18,54 315,-29-200,5 90,-29-186,3-20,0-23,-5 14,5-14,-2-4,2 1,1 1,1-1,0 1,2 0,4-6,-13 24,1 1,0-1,-1 0,1 1,0-1,0 1,0-1,0 1,0 0,1-1,-1 1,0 0,1 0,-1 0,0 0,1 0,-1 0,1 0,0 1,-1-1,1 1,0-1,-1 1,1-1,0 1,0 0,-1 0,1 0,0 0,0 0,-1 0,1 0,0 1,-1-1,1 1,0-1,-1 1,1 0,0-1,-1 1,1 0,-1 0,1 0,-1 0,0 0,1 1,-1-1,0 0,0 1,0-1,0 1,9 12,-1 1,0 1,-1-1,-1 1,-1 1,0-1,-1 1,0 0,-2 0,2 16,-4-30,0-1,-1 1,1 0,-1 0,1 0,-1 0,0-1,0 1,0 0,0 0,-1 0,1 0,-1 0,0-1,1 1,-1 0,-1-1,1 1,0 0,-1-1,1 1,-1-1,0 0,1 0,-1 0,0 0,-1 0,1 1,-2-1,0-1,1 1,-1-1,0 0,0 0,0 0,0 0,0-1,0 0,0 1,0-1,0-1,0 1,0-1,0 1,0-1,0 0,1-1,-1 1,0-1,1 1,-1-1,1 0,-1 0,1-1,0 1,0-1,0 0,0 0,0 0,1 0,-1 0,1 0,0-1,0 1,0-1,1 1,-1-1,1 0,0 0,0 0,0 1,0-4,1-1,0-1,0 1,1 0,1 0,-1 0,1 0,0 0,1 0,0 0,0 1,1-1,0 1,0 0,1 0,0 1,0-1,0 1,1 0,0 0,5-3,0 0,-1 1,2 1,-1 0,1 0,0 1,0 1,1 0,-1 0,1 1,0 1,0 0,6 0,-10 2,-1 1,1-1,-1 1,0 1,1-1,-1 2,0-1,1 1,-1 0,0 1,0 0,-1 0,1 1,0 0,-1 0,0 1,0-1,-1 2,1-1,-1 1,0 0,0 0,-1 1,0-1,0 1,-1 0,1 2,13 29,-16-31,0 0,1 0,-1 0,1-1,0 1,1-1,0 0,0 0,0 0,1 0,-1-1,2 0,-1 0,0 0,1 0,0-1,0 0,0 0,0-1,1 0,0 0,-1 0,5 0,-7-3,-1 0,1 0,-1 0,1-1,-1 0,1 1,-1-1,0-1,1 1,-1 0,0-1,0 0,0 1,0-1,0-1,-1 1,1 0,-1 0,1-1,-1 0,0 1,0-1,0 0,1-2,32-79,-7-107,-28 217,0-1,1 1,1-1,2 0,1 1,1 2,-5-23,1 1,-1-1,1 1,0-1,1 0,-1 0,1 0,0 0,0 0,1-1,-1 1,1-1,0 0,0 0,0 0,1-1,0 0,-1 1,1-2,0 1,0 0,1-1,-1 0,0 0,1-1,-1 0,1 0,0 0,-1 0,5-1,1-2,1-1,-1 0,0-1,0 0,0-1,-1 0,0-1,0 0,0-1,-1 0,1 0,-2-1,1 0,-1-1,-1 0,1 0,-1 0,-1-1,0 0,0 0,-1-1,-1 0,1 0,1-8,15-94,-29 139,-5 115,13-134,1 0,0 0,0 0,0 0,1-1,0 1,0 0,1-1,0 0,0 0,1 1,-1-2,1 1,1 0,-1-1,1 0,0 0,0 0,2 1,1-1,1 0,-1 0,1-1,0 0,0-1,0 0,0 0,1-1,-1 0,1-1,0 0,0 0,28-1</inkml:trace>
  <inkml:trace contextRef="#ctx0" brushRef="#br0" timeOffset="2193.474">3478 740,'5'16,"10"14,12 12,1-3</inkml:trace>
  <inkml:trace contextRef="#ctx0" brushRef="#br0" timeOffset="2469.503">3826 1408,'19'-12,"0"-2,-1 0,-1-1,0 0,-1-2,-1 0,0-1,-1 0,-1-1,-1 0,-1-1,-1-1,0 0,5-19,-13 37,-1 0,0 1,0-1,0 0,-1 0,1 0,-1 0,1 0,-1 1,0-1,0 0,0 0,-1 0,1 0,0 0,-1 0,0 1,0-1,0 0,0 0,0 1,-1-1,1 1,-1-1,0 1,1 0,-1-1,0 1,0 0,-1 0,1 0,0 1,-1-1,1 0,-1 1,1 0,-1 0,0-1,1 2,-1-1,0 0,0 0,0 1,-1-1,-3 2,-1-1,0 1,1 1,-1-1,1 1,-1 0,1 1,0 0,0 0,0 0,1 1,-1 0,1 1,0-1,0 1,0 0,1 1,-4 3,-1 2,1 1,0 0,1 0,0 0,1 1,0 0,1 1,1 0,-1 4,3-13,1 0,1 1,-1-1,1 0,0 0,0 1,1-1,-1 1,1-1,0 1,1-1,-1 0,1 1,0-1,1 0,-1 1,1-1,0 0,0 0,1-1,-1 1,1 0,0-1,1 1,-1-1,1 0,-1 0,1 0,0-1,2 1,11 4,0-2,0 0,0-1,1 0,0-2,0 0,0-1,0-1,1 0,-1-2,0 0,3-1,43-4</inkml:trace>
  <inkml:trace contextRef="#ctx0" brushRef="#br0" timeOffset="3667.351">6754 473,'-19'-16,"-14"-10,-14 0,-4 4,-2 8,4 11,11 15,11 13,13 10,13 9,16 6,12 4,2-8</inkml:trace>
  <inkml:trace contextRef="#ctx0" brushRef="#br0" timeOffset="4213.661">8211 1048,'38'-22,"0"-1,-1-1,-1-2,-2-2,-1-1,14-17,-46 45,4-4,0 0,0 0,-1-1,1 0,-1 0,0 0,-1 0,1-1,-1 0,-1 1,1-1,-1 0,0 0,0-5,-2 10,0 1,-1-1,1 1,0-1,-1 0,1 1,-1-1,1 1,-1 0,0-1,0 1,0-1,0 1,0 0,0 0,0 0,0-1,0 1,0 0,-1 0,1 1,0-1,-1 0,1 0,-1 1,1-1,-1 1,1-1,-1 1,1-1,-1 1,0 0,1 0,-1 0,1 0,-1 0,-59 7,49-3,0 0,1 1,-1 0,1 0,1 1,-1 1,1 0,0 0,0 1,1 0,-5 7,10-12,1 1,0-1,0 1,0 0,1 0,-1 1,1-1,0 0,0 1,0-1,1 1,0 0,0-1,0 1,0 0,1 0,-1-1,1 1,1 0,-1 0,1 0,0 0,0-1,0 1,0 0,1-1,0 1,0-1,0 0,3 4,2 2,0-2,1 1,0-1,0 0,1-1,0 0,0 0,0-1,1 0,0-1,0 0,1 0,0-1,6 1,14 4,1-2,0-1,0-1,15 0,7-2</inkml:trace>
  <inkml:trace contextRef="#ctx0" brushRef="#br0" timeOffset="4435.269">8745 726,'3'16,"7"12,11 8,11 8,11-1,8 1,5-1,-2-6,-2-4,-8-5,-7-9,-7-6,-9-6</inkml:trace>
  <inkml:trace contextRef="#ctx0" brushRef="#br0" timeOffset="4624.769">9133 726,'-18'0,"-17"5,-13 8,-6 11,-3 10,0 9,9 8,12 5,12 2,15-2,9-11</inkml:trace>
  <inkml:trace contextRef="#ctx0" brushRef="#br0" timeOffset="4980.662">9507 71,'-32'-60,"32"59,0 1,0-1,0 1,0-1,-1 1,1-1,0 1,-1-1,1 1,0-1,-1 1,1-1,0 1,-1 0,1-1,-1 1,1 0,-1-1,1 1,-1 0,1 0,-1-1,1 1,-1 0,1 0,-1 0,0 0,1 0,-1 0,1 0,-1 0,1 0,-1 0,1 0,-1 0,0 0,1 0,-1 0,1 1,-1-1,1 0,-1 0,1 1,-1-1,-8 27,5 24,3 0,1 0,3 0,2-1,3 2,80 428,-47-282,-36-170,24 71,-28-98,-1 0,1 0,0 1,-1-1,1 0,0 0,0 0,0 0,0 0,0 0,0 0,0 0,0 0,1 0,-1-1,0 1,0 0,1-1,-1 1,0-1,1 0,-1 1,0-1,1 0,-1 0,1 0,-1 0,1 0,-1 0,0 0,1 0,-1-1,0 1,1 0,-1-1,0 1,1-1,-1 0,0 1,0-1,1 0,-1 0,0 0,45-45,-20 9,-2 0</inkml:trace>
  <inkml:trace contextRef="#ctx0" brushRef="#br0" timeOffset="5220.492">9361 446,'-14'-2,"-16"-6,-11-1,-2-1,5 1,15 1,21 4,27 1,29 3,28 3,24 2,13 3,7 2,-1 4,-23 0</inkml:trace>
  <inkml:trace contextRef="#ctx0" brushRef="#br0" timeOffset="7369.262">9855 1181,'9'-2,"0"-1,0 0,-1 0,1-1,-1 0,0 0,0-1,0 0,0-1,-1 1,0-2,0 1,-1-1,0 0,0 0,0 0,-1-1,0 0,-1 0,0 0,0-1,0 0,-1 1,-1-1,1 0,-2 0,1-1,-1 1,0 0,-1 0,0-1,-1 1,0-2,-1 1,1 1,-1 0,-1 0,0 0,0 0,-1 0,0 1,0-1,-1 1,0 0,-1 1,0-1,0 1,0 0,-1 1,0-1,0 2,-1-1,0 1,0 0,0 0,0 1,-1 0,0 0,0 1,-8-2,71 15,109 0,-94-8,1 4,0 2,10 6,-77-14,1 0,0 0,-1 1,1-1,-1 1,1 0,0 0,-1 0,0 1,1-1,-1 1,0-1,0 1,0 0,0 1,0-1,0 0,0 1,-1 0,1-1,-1 1,0 0,0 0,0 1,0-1,-1 0,1 0,-1 1,0-1,0 1,0 0,-19 61,-1 18,19-80,0 0,1 0,-1 0,1 0,-1 0,1 0,0 0,0 0,0-1,1 1,-1 0,1-1,-1 1,1-1,0 1,0-1,0 0,0 1,1-1,-1-1,1 1,-1 0,1 0,-1-1,1 0,0 1,15 4,0-1,0-1,1 0,-1-2,1 0,-1-1,1-1,0 0,-1-2,1 0,0-1,-1-1,17-6,4 2,-1-3,0-1,-1-1,-1-2,0-2,-1-1,18-14,-50 31,-1 0,1 0,-1 0,1-1,-1 1,0-1,0 1,0-1,0 0,0 0,0 0,0 0,0 0,-1 0,1 0,-1-1,0 1,1-1,-1 1,0-1,-1 1,1-1,0 1,-1-1,1 0,-1 1,0-1,0 0,0 0,0 1,-1-3,-5-1,1 0,-1 1,-1 0,1 1,-1-1,0 1,0 0,0 1,0 0,-1 0,1 0,-1 1,0 0,-6 0,-95-14,104 16,0 0,0 0,0 1,1 0,-1-1,0 2,0-1,0 0,0 1,1 0,-1 0,1 1,0-1,-1 1,1 0,0 0,1 0,-1 1,0-1,-1 3,3-3,0 0,0 0,1 0,-1 0,1 1,0-1,-1 0,2 1,-1-1,0 1,1-1,-1 1,1-1,0 1,0-1,0 1,1-1,-1 1,1-1,0 1,0-1,0 0,1 0,-1 1,1-1,-1 0,1 0,1 1,3 3,-1 0,1 0,0 0,1-1,0 0,0-1,0 1,0-1,1-1,6 4,-8-4,1-1,-1 1,1-1,0 0,0 0,0-1,0 0,0-1,1 1,-1-1,0 0,1-1,-1 0,1 0,-1-1,1 0,-1 0,0-1,0 0,1 0,-1 0,-1-1,1 0,0-1,-1 1,1-1,-1 0,0-1,-1 0,1 0,-1 0,4-5,-3-2,0-1,-1 0,-1 0,0-1,-1 1,-1-1,1-11,0 7,-5 48,5-22,0-1,1 0,0-1,0 1,1-1,0 1,0-1,0-1,1 1,0-1,0 0,0 0,0-1,1 0,0 0,0 0,0-1,0 0,1-1,-1 1,1-1,0-1,2 1,43 10,0-3,0-2,1-2,0-3,36-3,-66 2,0 0,0-2,1-1,-1 0,0-2,0-1,-1-1,1-1,-2-1,1-1,12-7,-32 14,0 0,0-1,0 1,0-1,0 1,0-1,-1 0,1 0,-1 0,0 0,0 0,0-1,0 1,-1-1,0 1,1-1,-1 0,0 1,-1-1,1 0,-1 0,1 1,-1-1,0 0,-1 0,1 0,-1 0,1 1,-1-1,0 0,-1 1,1-1,-1 1,1-1,-1 1,0 0,0-1,-1 1,1 0,0 1,-1-1,0 0,0 1,-1-2,-3-1,0-1,0 2,-1-1,1 1,-1 0,0 1,0-1,-1 2,1-1,0 1,-1 0,0 1,1 0,-1 0,0 1,1 0,-1 1,0 0,1 0,-1 1,1 0,-1 0,1 1,0 0,0 1,0 0,0 0,1 0,0 1,0 0,0 1,0 0,1 0,0 0,0 1,-2 4,6-9,1 0,-1 1,1-1,0 1,0 0,0-1,0 1,1 0,-1 0,1-1,0 1,-1 0,1 0,0 0,1-1,-1 1,0 0,1 0,0 0,0-1,-1 1,2 0,-1-1,0 1,0-1,1 0,-1 1,1-1,0 0,0 0,0 0,0 0,1 1,4 2,-1-1,1 0,0 0,0 0,0-1,0 0,0-1,1 1,0-1,-1-1,6 1,-4-1,0 0,0-1,-1 0,1 0,0-1,0-1,-1 1,1-1,0-1,-1 1,0-1,0-1,0 0,0 0,0 0,-1-1,0 0,0-1,0 1,-1-1,1-1,-1 1,-1-1,0 0,0 0,0-1,-1 0,0 1,0-1,-1-1,1-1,-2-11,-2 21,0 0,0 1,0-1,0 0,0 0,0 0,-1 0,1 1,0-1,0 0,0 0,0 0,-1 0,1 0,0 1,0-1,0 0,-1 0,1 0,0 0,0 0,0 0,-1 0,1 0,0 0,0 0,-1 0,1 0,0 0,0 0,0 0,-1 0,1 0,0 0,0 0,0 0,-1 0,1-1,0 1,0 0,0 0,-1 0,1 0,0 0,0 0,0-1,0 1,-1 0,1 0,0 0,0-1,-7 17,1 0,1 0,1 1,0-1,1 1,0 0,2 0,0 0,1 0,0 2,4 34,2-1,2 0,2 0,3-1,16 44,-3-6,-24-83,18 99,-20-102,0 1,0-1,0 1,0-1,-1 1,0-1,1 1,-1-1,0 0,-1 1,1-1,-1 0,1 0,-1 0,0 0,0 0,0-1,0 1,-1 0,1-1,-1 0,1 0,-1 1,0-1,0-1,0 1,0 0,-2 0,-2 0,-1 0,0 0,1-1,-1 0,0-1,0 1,1-1,-1-1,0 0,0 0,0 0,1-1,-1 0,1 0,-1-1,1 0,0 0,-3-3,-3-1,0-1,1 0,0-1,0-1,1 1,0-2,1 1,0-2,-3-4,8 9,0-1,0 0,0 1,1-1,0-1,1 1,0-1,0 1,1-1,0 0,1 0,-1 0,2 0,-1 0,1 0,1 0,0 0,0 0,1 0,0 1,0-1,1 0,0 1,0-1,1 1,0 0,1 0,1-1,12-9,0 1,1 1,0 0,2 1,0 2,0 0,1 1,1 1,0 1,0 1,1 2,14-4,38-12,-44 15,0-1,-1-1,0-2,-1-1,0-1,-1-2,-1-1,-1-1,13-11,-32 21,0-1,-1 0,0 0,0-1,-1 0,0 0,-1 0,0-1,3-10,-7 17,1 0,-1-1,0 1,0 0,0 0,0-1,-1 1,0-1,0 1,0 0,0-1,-1 1,0 0,0-1,0 1,0 0,-1 0,1 0,-1 0,0 0,-1 0,1 0,-1 1,1-1,-1 1,0 0,-1-1,0 1,0 1,0 0,0 0,0 0,0 1,0-1,0 1,-1 0,1 0,0 0,-1 1,1 0,-1-1,1 2,0-1,-1 0,1 1,-1 0,1 0,0 0,0 1,0-1,0 1,0 0,0 0,0 1,0-1,1 1,-1-1,1 1,0 0,0 1,0-1,0 0,0 1,1 0,0-1,0 1,0 0,0 0,0 1,1-1,-1 1,-1 3,0 1,1 0,0 0,0 1,1-1,0 0,1 0,0 1,0-1,1 0,0 0,1 1,0-1,0 0,1 0,0-1,1 1,-1 0,2-1,-1 0,1 0,1 0,3 5,1 0,1-1,0-1,0 0,1 0,0-1,1 0,0-1,1-1,0 0,0-1,9 3,-12-5,-1 0,0-1,1 0,0-1,0 0,0-1,0 0,0-1,0 0,0-1,0 0,1-1,-1 0,0-1,0 0,0-1,0 0,-1 0,1-1,-1-1,0 0,0 0,0-1,-1 0,0-1,7-5,-4-4,-1 0,0 0,-2-1,0 0,0-1,-2 0,0 0,-1-1,-1 0,-1 0,-1 0,0 0,-1-11,-1 29,-1 1,1-1,-1 0,0 0,1 0,-1 0,0 1,0-1,0 0,1 0,-1 0,0 0,0 0,0 0,-1 0,1 0,0 1,0-1,0 0,-1 0,1 0,0 0,-1 0,1 1,-1-1,1 0,-1 0,1 1,-1-1,0 0,1 1,-1-1,0 1,1-1,-1 0,0 1,0 0,1-1,-1 1,0-1,0 1,0 0,0 0,0 0,0-1,1 1,-1 0,0 0,0 0,0 0,0 0,0 1,-3 4,1 1,0-1,0 1,0 0,0 0,1 0,0 1,0-1,1 1,0-1,0 1,1-1,-1 1,1-1,1 1,-1-1,2 5,0-1,1-1,-1 1,2 0,0-1,0 0,0 0,1 0,1 0,0-1,0 0,0 0,1 0,0-1,0 0,1 0,0-1,0 0,1-1,3 3,-5-5,-1 1,1-1,-1 0,1 0,0 0,0-1,0 0,0-1,0 0,0 0,1 0,-1-1,0 0,1 0,-1-1,0 0,0-1,0 1,0-1,0 0,0-1,0 0,-1 0,1 0,-1-1,0 0,2-2,1-3,-1-1,0 0,0 0,-1-1,-1 1,0-2,0 1,-1-1,-1 1,0-1,0-1,-1 1,-1 0,0-1,-1 0,0 1,-1-2,0 15,-1 0,0-1,1 1,-1-1,1 1,-1-1,0 1,0-1,1 1,-1-1,0 0,0 1,1-1,-1 0,0 1,0-1,0 0,0 0,1 0,-1 0,0 0,0 0,0 0,0 0,1 0,-1-1,0 1,0 0,0 0,0-1,1 1,-1-1,0 1,1 0,-1-1,0 1,1-1,-1 0,0 1,1-1,-1 0,1 1,-1-1,1 0,-1 1,1-1,0 0,-1 0,1 0,0 1,0-1,-1 0,1 0,0 0,0 0,0 1,0-1,0 0,0 0,0 0,1 0,-1 1,0-1,0 0,1 0,-1 0,1 0,-5 5,0 0,1 1,0-1,0 1,0 0,1 0,-1 0,1 0,0 0,1 1,-1-1,1 0,0 1,1-1,-1 1,1 0,0-1,0 1,1-1,0 1,0-1,0 1,0-1,1 0,0 1,0-1,0 0,1 0,0-1,0 1,0 0,1-1,-1 0,1 0,0 0,0 0,0 0,1-1,-1 0,1 0,1 0,4 1,0-1,-1 0,1-1,1 0,-1-1,0 0,0 0,0-1,1-1,-1 0,0 0,0-1,0 0,0 0,0-1,0-1,-1 0,0 0,0-1,0 0,0 0,-1-1,1 0,-2-1,1 0,-1 0,0 0,0-1,-1 0,0-1,0 1,-1-1,0 0,2-8,-2 7,-1-1,0 0,0 0,-1 0,-1 0,0 0,0-1,-1 1,-1 0,0-4,0 14,0 0,0 0,-1 0,1 1,0-1,-1 0,1 0,0 0,-1 1,1-1,-1 0,0 1,1-1,-1 0,0 1,1-1,-1 1,0-1,1 1,-1-1,0 1,0 0,0-1,1 1,-1 0,0 0,0-1,0 1,0 0,0 0,0 0,1 0,-1 0,0 0,0 0,0 1,0-1,0 0,1 0,-1 1,0-1,0 0,0 1,1-1,-1 1,0-1,0 1,1-1,-1 1,1 0,-1-1,0 1,1 0,-1-1,1 1,0 0,-1 0,1 0,-1-1,1 1,0 0,0 0,0 0,-1 0,1 0,0 0,-2 2,0 1,1 0,-1-1,1 1,0 0,0 0,0 0,0 0,1 0,-1 0,1 0,0 0,0 0,1 0,-1 0,1 0,0 0,0 0,0-1,0 1,1 0,0-1,-1 1,1 0,1-1,-1 0,0 0,1 0,0 0,-1 0,1 0,1 0,-1-1,0 0,0 0,1 0,-1 0,1 0,3 1,23 10,1 0,0-2,1-2,0-1,1-1,0-2,0-1,0-1,0-2,1-2,4-1,39-3</inkml:trace>
  <inkml:trace contextRef="#ctx0" brushRef="#br0" timeOffset="3397.888">5818 1288,'42'-126,"21"-114,-60 226,0 4,-3 5,1 1,0-1,0 1,0 0,1 0,-1-1,1 1,0 0,0 0,1 0,-1 1,1-1,0 1,0-1,-1 4,0-1,0 1,0 0,0 0,0 0,0 0,0 0,0 0,0 1,0-1,0 1,0-1,0 1,0 0,-1 0,1 0,0 0,0 0,-1 0,1 0,-1 1,1-1,-1 0,1 1,-1-1,0 1,0 0,0-1,1 1,10 13,-1 1,0 0,-1 1,0 0,-2 0,0 1,-1 0,0 0,-2 1,0 0,-1 0,-1 6,-1-19,-1 0,-1 0,1 1,-1-1,0 0,0 0,-1 0,0 0,0 0,0 0,-1 0,0 0,0 0,-1 0,1-1,-1 1,-3 2,6-7,0-1,-1 0,1 1,0-1,-1 1,1-1,-1 0,1 0,-1 1,1-1,-1 0,1 0,-1 1,1-1,-1 0,1 0,-1 0,1 0,-1 0,1 0,-1 0,1 0,-1 0,0 0,1 0,-1 0,1 0,-1 0,1 0,-1-1,1 1,-1 0,1 0,-1-1,1 1,-1 0,1-1,0 1,-1 0,1-1,0 1,-1-1,1 1,0-1,-1 1,1 0,0-1,0 1,-1-1,1 0,0 1,0-1,0 1,0-1,0 1,0-1,-7-34,6 26,0-1,0 1,1-1,1 1,0 0,0-1,0 1,1 0,1 0,0 0,0 0,0 0,1 0,1 1,-1 0,2 0,-1 0,1 1,0 0,0 0,1 0,0 1,0-1,0 2,1-1,0 1,0 0,8-2,-10 4,0 1,1 1,-1-1,1 1,0 0,-1 1,1-1,0 1,0 1,-1-1,1 1,0 0,-1 1,1-1,-1 1,0 1,1-1,-1 1,0 0,0 1,-1-1,1 1,-1 0,0 0,0 1,0 0,-1 0,1 0,1 3,23 42,33 39,-59-86,0-1,0 1,0-1,0 0,1 1,-1-2,1 1,-1 0,1-1,0 1,0-1,-1 0,1-1,0 1,0-1,0 1,0-1,0 0,0-1,0 1,0-1,0 1,0-1,0 0,1-1,1-1,0 1,0-1,0 0,-1-1,1 1,-1-1,0 0,0-1,-1 1,1-1,-1 0,0 0,0 0,0-1,-1 1,0-1,0 0,0 0,-1 0,0 0,0 0,-1-1,1 1,-1-1,-1 1,1-1,-1 1,0-1,-1 1,1-1,-1 1,-1-1,1 1,-1 0,-2-5,0 1,-1 0,0 0,-1 0,0 1,0 0,-1 0,0 0,0 1,-1 0,0 0,-1 1,0 0,0 1,0 0,-1 0,5 3,0 0,0 1,-1 0,1 0,-1 0,1 0,-1 1,0 0,1 0,-1 0,0 1,0 0,1 0,-1 0,0 1,0 0,1 0,-1 0,0 1,1 0,0 0,-1 0,1 1,0 0,0 0,0 0,1 0,-1 1,-1 2,1-1,-1 0,2 1,-1 0,1 0,0 0,0 1,0-1,1 1,0 0,1 0,-1 0,1 0,1 1,-1-1,1 0,1 1,-1-1,1 1,1-1,-1 1,1-1,0 0,1 1,0-1,0 0,1 0,-1 0,1 0,1 0,0-1,0 0,0 1,0-2,1 1,0 0,0-1,3 2,2 1,1-1,-1 0,2-1,-1 0,0-1,1 0,0-1,0 0,1-1,-1 0,1-1,9 1,35 1</inkml:trace>
  <inkml:trace contextRef="#ctx0" brushRef="#br0" timeOffset="3824.931">6674 1141,'22'13,"20"6,15-2,15-8,8-11,-9-7</inkml:trace>
  <inkml:trace contextRef="#ctx0" brushRef="#br0" timeOffset="13578.369">5951 2638,'-15'-7,"-1"0,0 1,0 1,-1 0,0 1,0 1,0 1,0 0,0 2,0-1,-16 3,24-1,0 0,1 1,-1-1,1 2,-1-1,1 1,0 1,0-1,0 1,1 1,0-1,-1 1,1 0,1 1,-1 0,1 0,0 0,1 1,-1 0,1 0,0 0,1 1,-4 7,6-11,1 1,-1-1,1 0,-1 1,1-1,1 1,-1-1,0 1,1 0,0-1,0 1,1-1,-1 1,1 0,0-1,0 1,1-1,-1 0,1 1,0-1,0 0,0 0,1 0,-1 0,1-1,0 1,0-1,0 1,1-1,-1 0,1 0,-1-1,5 3,3 0,0-1,0 0,1 0,-1-1,1 0,0-1,0-1,0 0,0-1,0 0,0 0,0-1,-1-1,1 0,0-1,-1 0,1-1,-1 0,0-1,0 0,-1 0,1-1,-1-1,0 0,-1 0,0-1,0 0,-1-1,0 1,0-2,-1 1,0-1,-1 0,0-1,0 1,-1-1,1-5,-3 5,0 0,0-1,-1 1,0-1,-1 0,-1 0,0 1,0-1,-1 0,-1 0,0 1,-2-5,4 15,1 1,-1-1,-1 0,1 0,0 0,0 0,0 1,0-1,-1 0,1 0,0 0,0 1,-1-1,1 0,-1 0,1 1,-1-1,1 0,-1 1,1-1,-1 1,0-1,1 1,-1-1,0 1,1-1,-1 1,0 0,0-1,0 1,1 0,-1 0,0-1,0 1,0 0,1 0,-1 0,0 0,0 0,0 0,0 0,1 0,-1 1,0-1,0 0,0 0,1 1,-1-1,0 0,0 1,1-1,-1 1,0-1,1 1,-1-1,0 1,1 0,-1-1,1 1,-1 0,1 0,-4 6,0 1,1 0,0 0,0 1,1-1,0 0,0 1,1-1,0 1,1 0,0-1,0 1,1 0,0-1,1 1,-1-1,2 1,-1-2,1 1,0-1,0 0,1 0,0 0,0 0,1-1,0 1,0-1,0 0,1-1,0 1,0-1,1-1,-1 1,1-1,0 0,0 0,0-1,0 0,1 0,0-1,-1 0,1 0,9 1,-1 0,1-1,0-1,0 0,-1-2,1 1,0-2,-1-1,1 0,-1-1,2 0,0-3,0 0,-1-1,0 0,0-2,0 0,-1-1,-1 0,0-1,-1-1,0-1,-1 0,0 0,-1-1,-1-1,0 0,-1 0,-1-1,-1-1,0 1,-1-1,-1-1,1-8,2-7,-3 1,0-1,-2 0,-2 0,-1 0,-2 0,-1 0,-2 0,-1 0,-1 1,-2 0,-2 0,-12-29,-30-13,50 73,0 0,-1 0,1 0,0 0,-1 0,1 1,-1 0,0-1,1 1,-1 0,0 0,0 0,0 1,0-1,0 1,0-1,0 1,0 0,0 0,0 0,0 1,0-1,0 1,1-1,-1 1,0 0,0 0,-1 1,-4 4,1 0,0 1,0-1,1 1,0 1,0-1,1 1,-1 0,2 0,-1 0,1 1,1 0,0-1,0 1,0 1,1-1,0 3,-4 17,0 1,2-1,2 1,0 0,2 0,2-1,0 1,2 0,1-1,1 0,2 0,1 0,1-1,2-1,2 4,-4-10,1-1,1 0,1-1,1-1,0 0,1 0,1-2,1 0,0 0,1-2,1 0,0-1,1-1,0-1,1-1,0-1,1 0,0-2,17 4,-26-8,1 0,-1-1,1 0,-1-1,1-1,0 0,-1-1,1 0,-1-1,1 0,-1-1,0-1,0 0,0-1,0-1,-1 1,0-2,0 0,-1 0,0-1,0-1,-1 1,0-2,0 0,-1 0,0 0,-1-1,-1 0,1-1,-2 0,0 0,0-1,1-4,-6 14,0 0,0 0,0 0,0 0,-1 0,1 0,-1 0,0-1,0 1,0 0,0 0,0 0,-1 0,1 0,-1 0,0 0,0 0,0 0,-1 0,1 0,-1 1,1-1,-1 0,0 1,0-1,0 1,0 0,0 0,-1 0,1 0,-1 0,-1-1,-6 0,-1 0,1 0,-1 1,1 0,-1 1,0 0,0 0,1 1,-1 1,0 0,0 1,1 0,-1 0,1 1,0 0,-1 1,1 0,1 1,-1 0,1 0,-8 6,14-9,0 0,0 0,-1 0,1 1,0-1,1 1,-1-1,0 1,1 0,-1 0,1 0,0 0,0 1,0-1,1 0,-1 1,1-1,0 1,0 0,0-1,0 1,0 0,1 0,0 0,0-1,0 1,0 0,1 0,-1 0,1-1,0 1,0 0,0-1,1 1,-1-1,1 1,0-1,0 0,0 0,1 1,-1-2,1 1,1 2,8 1,1 1,-1-2,1 0,0 0,1-1,-1-1,1-1,0 1,0-2,-1 0,1-1,0 0,4-1,-11 2,0-1,1 0,-1 0,1-1,-1 0,1 0,-1 0,0-1,0 0,0-1,0 1,0-2,0 1,-1-1,1 1,-1-2,0 1,0-1,-1 0,1 0,-1 0,0-1,-1 0,1 0,-1 0,0-1,-1 1,1-1,-6-27,1 34,1-1,0 1,0 0,-1 0,1 0,0-1,-1 1,1 0,0 0,0 0,-1 0,1 0,0 0,-1 0,1-1,0 1,-1 0,1 0,-1 0,1 0,0 1,-1-1,1 0,0 0,-1 0,1 0,0 0,0 0,-1 0,1 1,0-1,-1 0,1 0,0 0,0 1,-1-1,1 0,0 0,0 1,-1-1,1 0,0 0,0 1,0-1,0 0,0 1,-1-1,1 0,0 1,0-1,0 0,0 1,0-1,0 0,0 1,0-1,0 0,0 1,0-1,0 1,-3 17,0 0,1 0,1 0,0 1,2-1,0 0,1 1,1-1,3 9,51 198,4 26,-59-244,-1 1,0-1,0 1,0-1,-1 1,0-1,0 1,-1-1,0 1,0-1,-1 1,0-1,0 0,-1 0,1 0,-2 0,1 0,-1 0,0-1,0 0,-1 0,0 0,0 0,0-1,-1 0,-3 2,2-3,0-1,0 0,0 0,0-1,0 0,-1 0,1-1,-1 0,1 0,-1 0,1-1,-1-1,1 1,-1-1,1 0,-1-1,1 0,0 0,-1 0,1-1,0 0,1-1,-1 0,1 0,-3-2,-3-2,-1-2,2 1,-1-2,1 0,1 0,0-1,1 0,0 0,1-1,0-1,1 1,-1-4,1 3,1-1,1 0,0 0,1 0,0-1,1 1,1-1,1 0,0 0,1 1,1-1,0 0,1 0,1 1,0-1,1 1,1 0,0 0,1 0,1 1,0 0,1 0,0 1,1 0,7-8,5 5,0 1,1 1,0 1,1 1,1 1,0 1,0 1,1 1,0 1,0 2,0 0,8 1,155-46,-174 45,0-1,0 0,0-1,-1 0,0-1,0-1,-1 0,0 0,0-1,-1-1,-1 0,0 0,0-1,-1-1,5-10,-12 21,-1 0,-1-1,1 1,0-1,0 0,-1 1,0-1,1 1,-1-1,0 0,0 1,-1-1,1 0,-1 1,1-1,-1 1,0-1,1 1,-1-1,-1 1,1 0,0-1,-1 1,1 0,-1 0,1 0,-1 0,0 0,0 0,0 1,0-1,0 0,0 1,-1 0,1 0,-1-1,1 1,0 0,-1 1,1-1,-1 0,0 1,1 0,-1-1,0 1,1 0,-1 0,1 1,-1-1,0 0,0 1,-4 1,1 0,0 0,0 0,0 0,0 1,0 0,0 1,1-1,-1 1,1 0,0 0,0 1,1 0,-1 0,1 0,0 0,0 0,1 1,0 0,0-1,0 1,0 1,1-1,0 0,1 0,-1 1,1-1,0 1,1-1,0 1,0 0,0-1,1 1,0-1,0 1,0-1,1 1,0-1,0 0,1 0,0 0,0 0,1 0,6 5,1-1,0-1,1 0,0 0,1-1,0-1,0 0,0 0,1-2,0 0,0 0,0-1,1-1,-1 0,1-1,0-1,0 0,9-2,27 2</inkml:trace>
  <inkml:trace contextRef="#ctx0" brushRef="#br0" timeOffset="14043.73">8011 2037,'0'-138,"14"527,-1-32,-11-329,5-23,1-24,-7 14,4-8,-3 3,1 0,0 0,0 1,1-1,1 1,-1-1,1 1,1 1,0-1,0 1,1 0,0 0,0 1,0 0,1 0,0 1,1 0,0 0,-6 5,0 1,0-1,1 1,-1-1,0 1,1 0,-1 0,0 0,1 1,-1-1,0 1,0 0,1 0,-1 0,0 0,0 0,0 1,0-1,-1 1,1 0,0 0,-1 0,1 0,-1 0,1 1,-1-1,0 1,0 0,0-1,-1 1,44 92,-43-90,1-1,-2 1,1 0,0 0,-1-1,0 1,0 0,-1 0,1 0,-1 0,0 0,0 0,-1 0,1 0,-1 0,0 0,-1 0,1-1,-1 1,0 0,0-1,0 0,-1 1,1-1,-1 0,0 0,-1 0,1-1,0 1,-1-1,0 1,0-1,-3 1,-5 1,0 0,0-2,0 1,0-2,-1 1,1-2,-1 0,0 0,1-1,-1-1,1 0,-1 0,1-1,-1-1,-2-1,1-3,6 1</inkml:trace>
  <inkml:trace contextRef="#ctx0" brushRef="#br0" timeOffset="14649.556">8425 2812,'61'-370,"-59"356,-1 9,0 0,0 0,-1 0,1 0,-1 0,-1 0,1 0,-1 0,1 0,-1 0,-1 0,0-2,1 6,0 0,1 1,-1 0,0-1,0 1,0-1,0 1,0 0,0 0,0 0,0 0,0-1,0 1,0 0,0 1,0-1,0 0,0 0,0 0,0 0,0 1,0-1,1 1,-1-1,0 0,0 1,0 0,0-1,1 1,-1-1,0 1,0 0,1 0,-1-1,1 1,-1 0,1 0,-1 0,1 0,-1-1,1 1,0 0,-1 0,1 0,0 0,0 0,0 0,0 0,0 2,0-1,0 1,1-1,-1 1,1-1,0 0,0 1,0-1,0 0,0 0,0 0,0 0,1 0,-1 0,1 0,0 0,-1 0,1-1,0 1,0-1,0 1,0-1,0 0,0 0,1 0,-1 0,0 0,1 0,-1-1,0 1,1-1,-1 0,1 1,-1-1,1 0,-1-1,2 1,177 9,-53-7,-125-3,0 1,0 0,0 0,0 0,0 1,0-1,0 1,0-1,0 1,0 0,-1 0,1 0,0 1,0-1,-1 1,1-1,-1 1,1 0,-1 0,0 0,0 0,0 1,0-1,0 0,0 1,-1 0,1-1,-1 1,0 0,0-1,1 4,-1 67,2 14,-2-84,0 1,0-1,0 0,0 1,1-1,0 0,-1 0,1 0,0 0,1-1,-1 1,0-1,1 1,0-1,-1 0,1 0,0 0,0 0,0 0,0-1,0 1,1-1,0 0,3 2,1-1,0 0,0-1,-1 0,1 0,0-1,0 1,0-2,0 1,0-1,-1-1,1 1,0-1,-1-1,1 1,-1-1,0-1,0 1,0-1,0 0,-1-1,1 1,-1-1,0-1,-1 1,1-1,-1 0,0 0,-1-1,1 1,-1-2,34-81,-36 117,-3-20,-1-1,1 1,1 0,0 0,0 0,0 0,1 0,0 0,0 0,1 0,0-1,1 1,0-1,0 1,0-1,1 0,0 0,1-1,-1 1,1-1,0 0,1 0,0 0,0-1,0 0,0 0,1-1,18 6</inkml:trace>
  <inkml:trace contextRef="#ctx0" brushRef="#br0" timeOffset="14934.407">9401 2224,'-16'-5,"-7"-1,-3 1,4 5,5 7,12 9,12 12,5 0</inkml:trace>
  <inkml:trace contextRef="#ctx0" brushRef="#br0" timeOffset="15249.234">9922 2651,'-2'-11,"0"1,-1-1,0 0,0 1,-1 0,-1 0,1 0,-2 0,-3-6,6 13,1 0,-1-1,1 1,-1 0,0 0,0 1,0-1,-1 0,1 1,-1 0,1 0,-1 0,0 0,0 1,0-1,1 1,-1 0,-1 0,1 1,0-1,0 1,0 0,0 0,0 0,0 0,-4 2,4-1,-1 0,1 0,1 1,-1-1,0 1,0 0,1 0,-1 0,1 1,-1 0,1-1,0 1,0 0,0 0,1 0,-1 1,1-1,-1 1,1 0,0-1,1 1,-1 0,1 0,-1 0,1 0,1 0,-1 0,0 1,1-1,0 0,-1 3,1 1,0-1,1 0,0 1,0-1,0 0,1 0,0 0,0 0,1 0,0 0,0-1,1 1,0-1,0 0,0 0,1 0,7 4,1 0,1-1,-1-1,1 0,0-1,1-1,0 0,0-1,0 0,1-1,-1-1,1-1,0 0,0-1,0 0,0-2,-1 0,1 0,0-2,0 0,1-1,-5 2,-1 0,0-1,0 0,0 0,0-1,-1-1,1 0,-1 0,0-1,-1 0,0-1,0 0,0 0,0-1,-1 0,-1-1,0 0,0 0,0 0,-1-1,-1 0,1 0,-2 0,1-1,-2 0,1 0,1-10,-5 19,1 0,-1-1,0 1,1 0,-1-1,0 1,-1 0,1-1,0 1,-1 0,1-1,-1 1,0 0,1 0,-1 0,0 0,0 0,-1 0,1 0,0 0,-1 0,1 0,-1 0,0 1,1-1,-1 1,0-1,0 1,0 0,0 0,0 0,0 0,0 0,-1 0,1 0,0 1,0-1,-1 1,1 0,0 0,-1 0,1 0,0 0,-1 0,1 0,0 1,-1-1,1 1,0 0,0 0,0 0,-2 0,1 1,-1 1,0-1,1 1,-1 0,1-1,0 2,0-1,0 0,0 1,0-1,1 1,0 0,0 0,0 0,0 0,0 0,1 0,0 0,0 1,0-1,0 0,1 1,0-1,0 1,0-1,0 0,1 1,-1-1,1 0,0 1,1-1,-1 0,1 0,0 0,0 1,7 5,0-1,0 0,1-1,0 0,0-1,1 0,0 0,0-1,1-1,-1 0,1 0,0-1,1-1,7 2,-13-3,98 27,0-4</inkml:trace>
  <inkml:trace contextRef="#ctx0" brushRef="#br0" timeOffset="15623.876">11981 2464,'0'21,"2"24,6 24,5 19,6 14,6 8,1 0,-2-4,-4-11,-6-16,-8-18,-9-20,-11-16,-4-14</inkml:trace>
  <inkml:trace contextRef="#ctx0" brushRef="#br0" timeOffset="16186.047">11941 2879,'8'-30,"-1"0,1 1,2 0,1 1,1 0,11-18,-20 41,0 0,0 0,0 0,1 1,0-1,0 1,0 0,1 0,-1 0,1 1,0-1,0 1,0 0,0 0,1 1,-1 0,1 0,0 0,-1 1,1 0,0 0,0 0,0 0,0 1,0 0,0 1,-1-1,1 1,0 0,0 1,0-1,-1 1,1 0,3 2,2 2,-1 1,0 0,0 1,0 0,-1 0,0 1,-1 0,0 0,0 1,-1 0,0 1,-1-1,0 1,-1 1,0-1,-1 1,0 0,-1 0,1 3,-4-10,1 0,-1-1,0 1,-1-1,1 1,-1-1,1 1,-1-1,-1 1,1-1,-1 0,1 0,-1 0,0 1,-1-2,1 1,-1 0,0 0,0-1,0 0,0 1,0-1,-1 0,1-1,-1 1,0-1,0 1,0-1,0 0,0-1,-3 2,1-1,0 0,-1 0,1-1,-1 0,1 0,-1 0,1-1,-1 0,1 0,-1-1,0 0,1 0,0 0,-1-1,1 0,0 0,0-1,0 1,0-1,0-1,-4-2,8 4,0 0,-1 0,1 0,0 0,0 0,1 0,-1-1,0 1,1 0,-1-1,1 0,0 1,0-1,0 0,0 1,0-1,1 0,-1 0,1 0,0 0,0 0,0 0,0 1,0-1,1 0,-1 0,1 0,0 0,0 1,0-1,0 0,0 1,1-1,-1 1,1-1,-1 1,1 0,0-1,0 1,1-1,14-13,2 0,0 1,0 1,1 1,22-10,11-9,-29 17,0-1,-1-1,0-1,-1-1,-2-2,0 0,-1 0,-1-2,-1 0,-1-1,-1-1,-1-1,-2 0,0 0,-2-1,2-10,-1-12,-2-1,-2 0,-3 0,-1 0,-4-33,0 78,2-3,0-1,-1 1,0-1,0 1,-1-1,0 1,-1-1,0 1,0 0,0 0,-1 0,-1 0,1 0,-1 1,-1-1,1 1,-1 0,-1 1,-4-6,6 11,0 0,0 1,0-1,0 1,0 0,0 0,0 0,0 1,0-1,0 1,0 0,0 0,0 1,0-1,0 1,1-1,-1 1,1 1,-1-1,1 0,0 1,0 0,0-1,0 1,0 0,1 1,-1-1,1 0,0 1,0-1,0 1,1 0,-1 0,0 2,-3 7,-1 0,2 1,0 0,0 0,2 0,-1 1,2-1,0 1,1-1,0 1,1-1,2 10,3 11,2 0,1-1,1-1,11 23,31 59,6-3,24 32,2 3,-53-95,-23-45,-3-9</inkml:trace>
  <inkml:trace contextRef="#ctx0" brushRef="#br0" timeOffset="16441.392">12382 2117,'-14'-7,"-6"-4,-3-1,8 2,15 5,21 6,26 6,27 6,24 2,17 3,11 1,-1 1,-21-2</inkml:trace>
  <inkml:trace contextRef="#ctx0" brushRef="#br0" timeOffset="16826.528">13050 2919,'15'-21,"-2"-1,-1 0,0-1,-2 0,0-1,-2 0,-1 0,0-1,-2 0,-1 0,-1-1,-1 1,-1-1,-2-8,1 26,0 0,-1 0,0 0,0 0,-1 0,0 0,0 1,-1-1,1 0,-2 1,-2-4,33 22,86 21,-93-29,0 2,0 0,0 2,0 0,-1 1,0 0,3 4,-17-7,0-1,-1 1,0 0,0 0,0 0,0 1,-1-1,0 1,0 0,0 0,-1 0,0 0,0 0,-1 1,1-1,-1 1,-1-1,1 1,-1-1,0 1,-1-1,0 1,0-1,0 0,-1 1,0-1,-1 3,0 91,4-95,0 0,1-1,0 1,0-1,0 0,1 0,-1 0,1 0,0 0,0 0,1-1,-1 1,1-1,-1 0,1 0,0-1,0 1,0-1,1 0,-1 0,0 0,1 0,3 0,111 17,-86-17,0-2,-1-2,1 0,-1-2,0-2,5-2,23-10</inkml:trace>
  <inkml:trace contextRef="#ctx0" brushRef="#br0" timeOffset="9363.761">684 2906,'140'-102,"-96"72,-1-1,-2-2,19-21,-13-5,-46 57,0 0,0 0,0 0,0 0,0-1,0 1,-1 0,1 0,-1-1,1 1,-1-1,0 1,0 0,0-1,0 1,-1 0,1-1,-1 1,1 0,-1-1,0 1,0 0,0 0,0 0,0 0,-1 0,1 0,0 0,-1-1,-8-3,0-1,0 1,0 1,-1 0,0 0,0 1,0 1,-1 0,1 0,-1 1,1 1,-1-1,0 2,0 0,-9 1,9-1,-1 1,1 1,-1 0,1 0,0 1,0 0,0 2,0-1,-3 3,11-5,1-1,-1 1,1 0,-1 1,1-1,0 1,0-1,0 1,1 0,-1 0,1 0,-1 0,1 1,0-1,0 1,0-1,1 1,-1 0,1 0,0-1,0 1,0 0,1 0,0 0,-1 0,1 0,0 0,1 0,-1 0,1 3,6 9,0 0,1 0,1-1,0-1,1 1,0-1,1-1,1 0,0-1,1 0,0 0,0-2,2 0,-1 0,8 2,1 4,0-1,2-2,0 0,0-2,1-1,0-1,1-1,18 3,-17-8</inkml:trace>
  <inkml:trace contextRef="#ctx0" brushRef="#br0" timeOffset="9612.56">1179 2505,'14'18,"11"15,10 9,9 6,5 2,2 0,-1-3,-5-4,-5-5,-7-7,-10-9</inkml:trace>
  <inkml:trace contextRef="#ctx0" brushRef="#br0" timeOffset="9864.013">1474 2518,'-14'5,"-11"7,-11 15,-5 12,-6 15,-1 10,1 7,5 3,11-3,12-9,10-14</inkml:trace>
  <inkml:trace contextRef="#ctx0" brushRef="#br0" timeOffset="10126.354">1740 2585,'-9'25,"-3"24,5 20,8 16,7 12,4 7,2 7,-2 1,-2-4,-3-8,-2-12,-3-14,-4-18,-1-18</inkml:trace>
  <inkml:trace contextRef="#ctx0" brushRef="#br0" timeOffset="10334.578">1768 2960,'-49'-278,"48"271,0 4,0 1,0-1,1 0,-1 1,1-1,0 0,-1 0,1 1,0-1,1 0,-1 1,0-1,1 0,0 1,-1-1,1 0,0 1,1-1,-1 1,0 0,1-1,-1 1,1 0,-1 0,1 0,0 0,0 0,0 0,1 0,5 0,0 1,0 1,0-1,1 2,-1-1,0 1,0 0,0 0,0 1,0 0,-1 1,1 0,-1 0,7 4,-8-5,11 3,-1 2,0-1,0 2,-1 0,0 1,0 1,-1 0,0 1,-1 0,0 1,-1 1,0 0,-1 0,9 15,-19-25,0 0,1 0,-1 0,-1 0,1 0,0 0,-1 0,0 0,1 0,-1 0,0 0,-1 0,1 0,0 0,-1 0,0 0,0 0,0 0,0-1,0 1,0 0,-1 0,1-1,-1 1,0-1,0 1,0-1,0 0,0 0,0 0,-2 1,-5 4,0-1,0 0,-1 0,0-1,0-1,0 1,-1-2,0 1,-135 22,111-24</inkml:trace>
  <inkml:trace contextRef="#ctx0" brushRef="#br0" timeOffset="10910.558">2208 3039,'-12'-292,"-2"94,14 193,-1 4,1 1,-1-1,1 0,0 1,-1-1,1 0,0 0,-1 1,1-1,0 0,0 0,0 0,0 1,0-1,0 0,0 0,0 0,0 0,0 1,0-1,1 0,-1 0,0 1,0-1,1 0,-1 0,1 1,-1-1,0 0,1 1,0-1,-1 0,1 1,-1-1,1 1,0-1,-1 1,1-1,0 1,-1 0,1-1,0 1,0 0,-1 0,1-1,0 1,0 0,0 0,-1 0,1 0,0 0,0 0,0 0,-1 0,2 0,175 37,-116-29,-31-6,0 2,0 2,-1 1,17 6,-42-12,-1 0,0 0,1 0,-1 1,0 0,0-1,0 1,0 0,0 1,-1-1,1 0,-1 1,1 0,-1-1,0 1,0 0,0 0,0 0,-1 0,1 0,-1 1,0-1,0 0,0 1,0-1,0 1,-1-1,0 1,0-1,0 1,0 0,0-1,-1 1,0 2,-23 61,20-58,-1 0,2 0,-1 1,1-1,1 1,0 0,0 0,1 0,0 8,1-15,1-1,-1 0,1 0,0 1,0-1,0 0,0 0,0 0,0 0,0 0,1 0,-1 0,1 0,-1-1,1 1,0 0,-1-1,1 0,0 1,0-1,0 0,1 0,-1 0,0 0,0 0,0-1,1 1,-1 0,0-1,1 0,-1 0,0 0,1 0,79-6,-67 3,0-2,0 0,0 0,0-2,-1 0,0 0,-1-1,0-1,0 0,0-1,-7 5,0-1,0 0,-1 0,0 0,0 0,0-1,-1 0,1 0,-2 0,1-1,-1 1,0-1,-1 0,0 0,0 0,-1 0,0 0,0 0,-1 0,0 0,1 6,-1-1,0 1,0 0,0 0,0 0,0 0,0 0,0 0,-1 0,1 0,-1 0,0 0,1 0,-1 0,0 0,0 1,0-1,0 0,-1 1,1-1,0 0,-1 1,1-1,-1 1,0 0,1 0,-1 0,0-1,0 2,0-1,1 0,-1 0,0 0,0 1,0-1,0 1,0 0,0 0,-1-1,1 1,0 1,0-1,-2 0,-2 4,-1 1,0 0,1 0,0 0,0 1,1-1,0 1,0 1,0-1,0 1,1 0,0 0,1 0,0 0,0 1,0-1,1 1,0 0,0 0,1 0,0 0,1 0,0 1,-1-2,2 0,-1 0,1 1,0-1,0 0,1 0,0-1,0 1,0 0,1-1,0 1,1-1,-1 0,1 0,0 0,1-1,-1 1,1-1,0 0,1 0,-1-1,1 1,0-1,0-1,0 1,0-1,1 0,-1 0,1-1,0 0,0 0,0-1,2 1,50 6,-3-5</inkml:trace>
  <inkml:trace contextRef="#ctx0" brushRef="#br0" timeOffset="11411.723">3452 2492,'-9'-3,"0"1,0 1,0-1,0 1,0 1,0 0,0 0,0 1,0 0,0 1,0 0,0 0,0 1,1 0,-1 0,1 1,0 0,0 1,0-1,0 2,-4 3,11-7,-1 0,1 0,-1 0,1 0,0 0,0 1,0-1,0 0,0 0,1 1,-1-1,1 1,-1-1,1 1,0-1,0 0,0 1,0-1,0 1,1-1,-1 1,1-1,0 0,0 1,-1-1,1 0,1 0,-1 0,0 0,0 0,1 0,-1 0,1 0,0 0,68 54,38 6,47 32,-104-38,-50-54,1 0,-1 0,0-1,0 1,0 0,-1 0,1 1,0-1,-1 0,1 0,-1 0,0 0,0 0,0 1,0-1,0 0,0 0,0 0,-1 0,1 0,-1 1,0-1,0 0,1 0,-1 0,0-1,-1 1,1 0,0 0,0 0,-1-1,-1 2,-2 1,1-1,-1 0,0 0,-1 0,1-1,0 0,-1 0,1 0,-1 0,0-1,1 0,-1 0,0-1,0 0,1 0,-1 0,0-1,0 1,0-1,1-1,-1 1,-3-2,6 0,1 0,-1 0,1 0,0 0,0 0,0-1,1 1,-1 0,1-1,0 0,0 1,0-1,0 1,1-1,-1 0,1 0,0 1,0-1,1 0,-1 0,1 1,-1-1,1 0,1 1,-1-1,0 1,1-1,-1 1,1 0,0 0,0 0,1-1,9-16,0 1,1 1,1 0,0 0,2 2,0 0,1 1,0 0,1 2,0 0,2 1,10-5,-27 14,-1 1,1 0,0 1,0-1,0 0,0 1,0 0,0 0,1 0,-1 0,0 0,1 0,-1 1,1 0,-1 0,0 0,1 0,-1 0,1 1,-1-1,0 1,1 0,-1 0,0 0,0 1,0-1,0 1,0-1,0 1,0 0,-1 0,1 1,0-1,-1 0,1 2,3 7,0 1,-1 0,-1-1,0 2,-1-1,0 0,-1 1,1 4,22 78,-25-94,1 0,-1 0,0 0,1 0,0 0,-1 0,1 0,-1 0,1 0,0 0,0 0,-1-1,1 1,0 0,0 0,0-1,0 1,0-1,0 1,0-1,0 1,0-1,0 0,0 1,0-1,0 0,1 0,-1 0,0 0,0 0,0 0,1 0,8-4</inkml:trace>
  <inkml:trace contextRef="#ctx0" brushRef="#br0" timeOffset="11664.57">3772 2291,'16'6,"6"4</inkml:trace>
  <inkml:trace contextRef="#ctx0" brushRef="#br0" timeOffset="11835.157">4161 2651,'0'21,"0"11,2 4,1-1,2-4,5-6,3-6,1-7,3-8,1-9,-2-3</inkml:trace>
  <inkml:trace contextRef="#ctx0" brushRef="#br0" timeOffset="12006.7">4133 2170,'-13'-7,"-1"5,7 7,12 8,5 0</inkml:trace>
  <inkml:trace contextRef="#ctx0" brushRef="#br0" timeOffset="17929.937">538 4189,'16'3,"1"0,0-2,0 0,0-1,0-1,0 0,-1-2,1 0,0 0,-1-2,0 0,0 0,4-4,40-11,-2-3,-1-3,-1-1,-1-4,-1-1,-2-3,35-32,-72 55,-1 0,0-1,0-1,-2 0,0-1,0-1,-1 0,-1 0,-1-1,-1 0,3-7,-9 20,-1 1,0-1,0 1,0-1,0 0,-1 0,1 0,-1 1,0-1,0 0,0 0,-1 0,1 1,-1-1,0 0,0 1,-1-1,1 0,-1 1,1-1,-1 1,0 0,0 0,-1 0,1 0,-1 0,1 0,-1 0,0 1,0 0,0-1,0 1,0 0,-1 0,1 1,-1-1,1 1,-1 0,0 0,1 0,-5 0,2 0,0 1,-1 0,1 1,0-1,0 1,0 0,-1 1,1 0,0 0,1 0,-1 0,0 1,1 0,-1 0,1 1,0 0,0 0,0 0,1 0,-1 1,1-1,0 1,0 1,-6 8,0 0,1 1,1 0,0 0,2 1,-1 0,-3 16,-1 31,3 0,2 1,3-1,3 1,3 0,3-1,2 0,3 0,4 3,14 86,-6-38,-5 2,1 66,-20-124,-3-13</inkml:trace>
  <inkml:trace contextRef="#ctx0" brushRef="#br0" timeOffset="18245.116">845 4483,'4'-6,"0"1,1-1,0 1,0-1,0 1,0 1,1-1,0 1,0 0,0 0,1 1,-1 0,2-1,-2 1,66-31,2 3,2 4,0 3,2 3,26-2,-92 21,22-6,0 2,0 1,0 1,1 2,20 3,-52-2,0 1,1 0,-1 0,0 1,1-1,-1 1,0 0,0 0,1 0,-1 0,0 0,0 1,0-1,0 1,-1 0,1 0,0 0,-1 0,1 0,-1 1,0-1,0 1,0-1,0 1,0 0,0 0,-1 0,1 0,-1 0,0 0,0 0,0 1,-1-1,1 0,-1 0,1 1,-1 2,-25 135,24-140,1 0,-1-1,1 1,0 0,-1 0,1 0,0 0,0 0,-1 0,1 0,0 0,0 0,0 0,0 0,1 0,-1 0,0 0,0 0,0 0,1-1,-1 1,1 0,-1 0,0 0,1 0,0 0,-1-1,1 1,-1 0,1-1,0 1,0 0,-1-1,1 1,0-1,0 1,0-1,0 1,-1-1,1 0,0 1,0-1,0 0,0 0,0 1,0-1,0 0,0 0,0 0,0 0,0-1,0 1,0 0,0 0,14-11,-2-4</inkml:trace>
  <inkml:trace contextRef="#ctx0" brushRef="#br0" timeOffset="18493.971">1701 3775,'-14'9,"0"10,8 13,10 10,13 9,2-4</inkml:trace>
  <inkml:trace contextRef="#ctx0" brushRef="#br0" timeOffset="18724.726">1914 4430,'13'-4,"0"-1,0 0,0-1,-1 0,0-1,0 0,0-1,-1-1,-1 0,1 0,-1-1,-1 0,0 0,-1-1,1-1,-2 1,0-1,0-1,-1 1,-1-1,0 0,-1 0,0-1,-1 1,1-12,-3 24,-1-1,1 0,0 0,-1 0,1 0,-1 0,0 0,1 0,-1 0,0 0,0 0,-1 0,1 0,0 0,-1 0,1 0,-1 0,0 0,1 0,-1 0,0 1,0-1,0 0,0 0,-1 1,1-1,0 1,-1-1,1 1,-1 0,1-1,-1 1,0 0,1 0,-1 0,0 0,0 1,0-1,0 0,0 1,0-1,0 1,0 0,0-1,0 1,-2 0,-4 4,1 0,-1 1,1-1,0 2,0-1,0 1,1 0,0 0,0 0,0 1,1 0,0 0,0 1,1-1,0 1,0 0,1 0,0 2,-4 4,2 1,-1 0,2 1,0-1,1 1,1 0,0 0,1 3,1-14,0 1,0-1,0 1,1-1,0 1,0-1,1 1,-1-1,1 0,0 0,1 0,-1 0,1 0,0 0,0-1,0 0,1 1,0-1,0 0,0-1,0 1,0-1,1 1,-1-1,2 0,13 4,1-1,1 0,-1-1,1-2,-1 0,1-1,0-1,0 0,0-2,0-1,0 0,10-4,45-6</inkml:trace>
  <inkml:trace contextRef="#ctx0" brushRef="#br0" timeOffset="19832.103">3064 4203,'-12'-8,"-1"2,0 0,0 0,0 1,-1 1,0 0,0 1,0 1,0 0,0 0,0 2,-1 0,1 0,-10 3,14-2,1 1,-1 0,1 0,0 1,-1 1,1-1,0 2,1-1,-1 1,1 0,0 1,0 0,1 0,0 1,0 0,0 0,1 0,0 1,0 0,1 1,-3 5,6-9,-1-1,1 1,1 0,-1 0,1-1,0 1,0 0,0 1,1-1,-1 0,1 0,0 0,1 0,0 0,-1 0,1 0,1 0,-1 0,1 0,0-1,0 1,0-1,1 1,0-1,0 0,0 0,0 0,0 0,1 0,0-1,-1 0,2 1,-1-2,4 4,16 5,-1-1,2-1,-1-1,1-1,0-2,1 0,-1-1,1-2,0-1,-1 0,16-3,23-2,0-2,-1-2,0-4,-1-2,0-3,-1-3,-1-2,38-21,-92 40,103-62,-108 64,0 1,0-1,0 0,0 1,0-1,-1 0,1 0,0 1,0-1,0 0,-1 0,1 0,0 0,-1 0,1 0,-1 0,1 0,-1 0,0 0,1-1,-1 1,0 0,0 0,0 0,1 0,-1 0,-1-1,1 1,0 0,0 0,0 0,-1 0,1 0,0-1,-1 1,1 0,-1 0,1 0,-1 0,0 0,1 0,-1 1,0-1,0 0,0 0,1 0,-1 1,0-1,0 0,0 1,0-1,0 1,0-1,-1 1,1 0,0-1,0 1,0 0,0 0,0 0,-1-1,1 1,0 1,0-1,-24-4,0 1,0 1,0 1,0 1,0 2,0 0,-17 5,35-6,1 0,-1 0,1 0,-1 1,1 0,0 0,0 1,0 0,0 0,0 0,1 1,-1-1,1 1,0 1,0-1,1 1,-1 0,1 0,0 0,0 0,1 1,-1 0,1 0,-2 5,6-8,0 1,-1-1,1 1,1-1,-1 1,0-1,1 0,0 1,-1-1,1 0,1 0,-1 0,0-1,1 1,-1 0,1-1,0 0,0 1,0-1,0 0,0-1,0 1,0 0,1-1,-1 0,1 0,-1 0,1 0,-1-1,1 1,0-1,0 0,11 4,1-1,0 0,0-1,0-1,0-1,0 0,0-1,0 0,0-2,-1 0,1-1,-1 0,0-1,0-1,0 0,-1-1,1-1,-2 0,1-1,-1-1,-9 7,-4 3,0-1,0 1,0 0,0-1,0 1,0 0,0-1,0 1,0-1,0 1,0 0,1-1,-1 1,0 0,0-1,1 1,-1 0,0 0,0-1,1 1,-1 0,0 0,1-1,-1 1,0 0,1 0,-1 0,0-1,1 1,-1 0,0 0,1 0,-1 0,1 0,-1 0,0 0,1 0,-1 0,0 0,1 0,-1 0,1 0,-1 0,0 0,1 1,-1-1,0 0,1 0,-1 0,0 0,1 1,-1-1,0 0,1 0,-1 1,0-1,0 0,1 1,-1-1,0 0,0 1,0-1,0 0,1 1,-1 7,1-1,0 1,0 0,1-1,0 1,0-1,1 1,0-1,0 0,1 0,0-1,0 1,0-1,1 0,0 0,0 0,1 0,0-1,0 0,0 0,0-1,1 0,-1 0,3 1,-4-2,0-1,0 1,1-1,-1 0,0 0,1 0,-1-1,1 0,0 0,-1 0,1-1,0 0,0 0,-1 0,1-1,0 0,-1 0,1 0,0-1,-1 1,0-2,1 1,-1 0,0-1,0 0,0 0,-1-1,1 1,-1-1,0 0,0 0,0 0,0-1,-1 0,2-2,1-11,0 1,-1-1,-1 0,-1 0,0 0,-1 0,-2 0,0-8,10-81,-10 104,0 0,1 0,-1 0,1 0,0-1,0 1,0 0,1 0,-1 1,1-1,-1 0,1 0,0 1,0-1,0 1,0 0,1-1,-1 1,1 0,-1 0,1 1,0-1,-1 0,1 1,0 0,0-1,0 1,0 1,1-1,-1 0,0 1,0-1,3 1,4 0,0 0,-1 1,1 0,-1 1,1 0,-1 0,1 1,-1 0,0 1,0 0,0 0,-1 1,0 0,0 0,0 1,0 0,-1 1,0 0,0 0,-1 0,0 1,0 0,-1 0,0 0,0 1,-1-1,0 3,14 59,-18-62,1-1,0 1,0 0,1 0,0-1,0 1,1-1,0 1,0-1,1 0,0-1,0 1,1 0,-1-1,1 0,1 0,-1-1,1 1,0-1,0 0,1-1,5 4,3-4,1-1,0-1,-1 0,1 0,0-2,0 0,0-1,0 0,0-2,0 1,-1-2,0 0,1-1,-1-1,-1 0,13-8,-15 10,-1 0,0-1,0-1,0 0,-1 0,0-1,0-1,-1 1,0-1,0-1,-1 0,0 0,0-1,-1 0,-1 0,1-1,-2 1,0-1,0-1,0 1,0-8,-4 16,-1 0,0 0,0 0,0-1,0 1,-1 0,0 0,1 0,-1 0,0 0,0 0,0 0,-1 0,1 0,-1 1,0-1,1 1,-1-1,0 1,-1-1,1 1,0 0,-1 0,1 0,-1 0,1 1,-1-1,0 1,0-1,0 1,0 0,-1 0,-3-1,0 1,0-1,0 1,0 1,-1-1,1 1,0 1,0-1,0 1,0 0,-1 1,2 0,-8 2,7 0,-1-1,0 1,1 1,0-1,0 1,0 1,1-1,-1 1,1 0,1 1,-1-1,1 1,-1 2,4-5,-1 0,1 0,0 0,0 0,1 0,-1 1,1-1,0 0,0 1,0-1,1 1,-1 0,1-1,0 1,1-1,-1 1,1-1,0 1,0-1,0 1,1-1,-1 0,1 1,0-1,1 1,7 6,1-1,0 0,0-1,0 0,1-1,1 0,0-1,-1-1,2 0,-1 0,1-1,0-1,0 0,0-1,1-1,9 1,41 7,1-2,0-3,45-4,-14-4</inkml:trace>
  <inkml:trace contextRef="#ctx0" brushRef="#br0" timeOffset="20971.6">6727 4082,'-6'-5,"-1"0,-1 0,1 1,-1 0,1 0,-1 1,0 0,0 0,-1 1,1 0,-1 1,1-1,-1 2,1-1,-1 1,1 0,-1 1,1 0,-1 1,1-1,0 2,-1-1,1 1,0 0,1 1,-1 0,0 0,1 0,0 1,0 1,-5 4,5-4,0 0,1 0,0 0,0 1,1 0,0 0,0 1,0-1,1 1,0 0,1 1,0-1,0 0,0 1,1 0,1-1,-1 1,2 0,-1 0,1 0,0 0,1-1,0 1,1 0,-1 0,3 3,-2-9,0 0,0 1,1-1,-1 0,1 0,0-1,0 1,0-1,0 1,0-1,1 0,-1 0,1 0,-1-1,1 1,0-1,-1 0,1 0,0 0,0-1,0 1,0-1,0 0,0 0,0 0,0-1,-1 1,1-1,0 0,9-2,-1 0,0-1,-1 0,1-1,-1 0,0-1,0 0,6-5,-2 0,-1-1,-1 0,0-1,-1 0,0-1,-1 0,0-1,-1 0,-1-1,-1 0,0-1,-1 1,-1-1,0-1,-1 1,-1-1,-1-1,1-9,0-1,-3 1,0-1,-2 0,0 0,-3 1,0-1,-2 1,-1 0,-5-11,11 32,-2 0,1 0,-1 0,0 1,-1-1,1 1,-1 0,-1 0,1 0,-2-1,4 6,0 0,1 0,-1 1,0-1,1 1,-1 0,0-1,0 1,1 0,-1 0,0 0,0 0,1 1,-1-1,0 0,0 1,1-1,-1 1,0-1,1 1,-1 0,1 0,-1 0,1 0,-1 0,1 0,0 0,-1 0,1 0,0 1,0-1,0 1,0-1,0 1,0-1,0 1,1-1,-1 1,1 0,-1-1,1 1,-1 0,1 0,0-1,0 1,0 0,0 0,-7 28,1 1,1-1,2 1,1 0,1 0,2 0,1 0,2 0,0-1,7 18,-9-33,1 0,0 0,2 0,-1-1,2 0,0 0,1 0,0-1,1 0,0 0,1-1,0 0,1-1,1 0,0 0,0-1,1-1,0 0,1 0,0-1,0-1,0 0,1-1,0-1,1 0,4 1,-5-4,0 0,1-1,-1-1,0 0,0-1,0-1,0 0,0 0,0-2,0 0,0 0,-1-1,0-1,2-2,-7 4,0 0,0-1,0 0,-1-1,0 1,0-1,0-1,-1 1,0-1,0-1,0 1,-1-1,-1 0,1 0,-1 0,-1 0,1-1,-1 0,-1 0,0 0,0 0,0-3,-9-16,6 28,0 0,1 0,-1 0,0 0,1 0,-1 0,0 0,1 0,-1 0,0 0,1 0,-1 1,1-1,-1 0,0 0,1 1,-1-1,1 0,-1 1,0-1,1 0,-1 1,1-1,0 1,-1-1,1 1,-1-1,1 1,0 0,-1-1,1 1,0-1,0 1,-1 0,1-1,0 1,0 0,0-1,0 1,0 0,-3 6,0 1,0-1,1 1,1-1,-1 1,1 0,0 0,1 0,0 0,0 0,1-1,0 1,0 0,1 0,0-1,0 1,1-1,-1 1,2-1,-1 0,1 0,0-1,1 1,0-1,0 0,0 0,0 0,1-1,0 0,0 0,2 0,20 9</inkml:trace>
  <inkml:trace contextRef="#ctx0" brushRef="#br0" timeOffset="21434.557">7114 3775,'14'11,"1"0,0-1,1 0,0-1,0-1,1-1,0 0,0-1,3-1,-7 0,82 25,-57-20,-1 1,-1 2,0 2,-1 1,0 2,8 7,-35-19,0 0,-1 0,0 1,0-1,-1 1,0 1,0 0,-1-1,0 2,0-1,-1 1,0-1,0 1,-1 0,0 0,-1 1,0-1,0 1,-1-1,0 1,-1 1,3 55,-2-65,1 0,-1 0,0 0,1 0,-1-1,0 1,1 0,-1-1,1 1,-1 0,1-1,-1 0,1 1,0-1,-1 0,1 0,0 0,-1 0,1 0,-1 0,1 0,0-1,-1 1,1-1,-1 1,1-1,-1 0,1 1,-1-1,0 0,2-1,18-9,0-2,0-1,-1 0,-1-2,-1 0,0-1,-1-1,-1 0,-1-1,4-8,31-44,-49 73,0-1,0 0,-1 0,1 1,0-1,0 0,-1 1,1-1,-1 1,1-1,-1 1,1-1,-1 1,0 0,0-1,0 1,0-1,0 1,0-1,0 1,0 0,-1-1,1 1,0-2,-2 12,1-1,1 0,0 1,1-1,0 1,0-1,2 0,-1 0,1 0,1 0,0 0,0-1,1 1,1-1,-1 0,2-1,1 3,0-4,1-1,0-1,0 1,0-1,0-1,1 0,0 0,10 3,32 9</inkml:trace>
  <inkml:trace contextRef="#ctx0" brushRef="#br0" timeOffset="22459.69">9668 3922,'-7'-3,"0"1,1 0,-1 0,0 0,-1 1,1 1,0-1,0 1,0 0,0 0,-1 1,1 0,0 1,0-1,0 1,1 1,-1-1,0 1,1 0,0 1,-1-1,2 1,-6 5,4-3,0 1,1 1,1-1,-1 1,1 0,0 0,1 1,0-1,0 1,1 0,0 0,1 0,0 1,-1 4,2-9,1 0,-1 0,1-1,0 1,0 0,1 0,0-1,-1 1,1 0,1-1,-1 1,1-1,0 1,0-1,0 0,0 1,1-1,0-1,0 1,0 0,0-1,0 1,1-1,0 0,0 0,-1 0,2-1,-1 1,3 0,12 2,0 0,1-1,0-2,0 0,-1-1,1-1,0 0,0-2,0 0,0-2,-1 0,0-1,0 0,17-9,-18 9,0 0,-1-1,0-1,-1-1,1 0,-1-2,-1 1,0-2,0 0,-1-1,-1 0,0-1,0 0,5-9,-17 21,1-1,-1 1,0 0,1-1,-1 0,0 1,0-1,0 0,0 0,0 1,0-1,-1 0,1 0,-1 0,1 0,-1 0,0 0,1 0,-1 0,0 0,0 0,-1 0,1 0,0 0,-1 0,1 0,-1 0,0 0,1 0,-1 0,0 0,0 0,0 1,0-1,-1 1,1-1,0 0,-1 1,1 0,-1-1,0 1,1 0,-1 0,0 0,-1-1,-2 1,0-1,1 1,-1 0,0 0,0 1,0-1,0 1,0 0,0 1,1-1,-1 1,0 0,0 0,0 0,1 1,-1 0,1 0,-1 0,1 0,0 1,0-1,0 1,0 0,0 0,0 1,1-1,0 1,0 0,0 0,0 0,0 0,1 0,0 1,0-1,0 1,0-1,1 1,0 0,0 0,0 0,0-1,1 1,0 0,0 0,0 0,1 0,-1 0,1 0,1 0,-1 0,2 2,1 0,0 0,0-1,1 1,0-1,0 0,0 0,1-1,0 1,0-1,0 0,1-1,-1 0,1 0,0 0,0-1,1 0,1 0,6 3,0-2,1 0,0-1,-1 0,1-2,0 0,0 0,10-2,-10 0,0-1,0-1,-1 0,1-1,-1 0,0-2,0 1,0-2,-1 0,0-1,-1 0,0-1,0-1,0 0,-1-1,-1 0,0 0,-1-1,0-1,0 0,-2 0,0-1,0 0,-1 0,2-9,7-32,-4-1,-1-1,-3 0,-3-1,-2 1,-2-10,-1 57,2-243,-2 246,0 0,0 0,0-1,0 1,-1 0,0 0,0 0,-1 0,0 0,0 0,0 0,-1 0,0 1,-1-1,1 1,-1 0,-2-1,5 6,0 0,0 0,-1 0,1 0,0 1,-1-1,1 0,-1 1,1-1,-1 1,1 0,-1-1,1 1,-1 0,1 0,-1 0,0 0,1 0,-1 0,1 1,-1-1,1 0,-1 1,1-1,-1 1,1 0,0-1,-1 1,1 0,0 0,-1 0,1 0,0 0,0 0,0 0,0 0,0 1,0-1,-34 54,23-24,2 1,1 0,2 1,1-1,2 1,1 0,1 28,1-33,0 1,2-1,1 0,1 1,2-1,1 0,1-1,1 0,1 0,2 0,0-2,2 1,1-1,1-1,1-1,1 0,1-1,16 16,-24-30,0 0,0-1,1-1,-1 1,1-2,1 1,-1-2,1 1,0-2,0 1,0-2,0 1,0-2,1 0,-1 0,0-1,1-1,-1 0,1 0,-1-2,0 1,0-1,0-1,0 0,-1-1,0 0,0-1,0 0,0-1,0-1,5-6,-2-1,0 0,-1-1,0 0,-1-1,-1-1,-1 0,-1 0,0-1,-1 0,-1 0,-1-1,-1 0,0 0,-2 0,0-1,-1 0,-1 1,-1-2,-16-51,15 71,0 0,0 1,-1-1,1 0,0 1,-1-1,1 0,-1 1,1 0,-1-1,0 1,1 0,-1 0,0 0,0 0,0 0,0 0,0 0,0 1,0-1,0 1,0 0,0-1,0 1,0 0,-1 0,1 0,0 1,0-1,0 0,0 1,-2 0,-3 2,0 0,0 0,1 1,-1-1,1 2,0-1,0 1,0-1,1 2,0-1,0 1,0-1,0 1,1 1,0-1,0 0,0 4,-4 5,2 0,-1 1,2 0,0 0,1 0,1 0,0 8,2-13,0 1,1-1,1 1,0 0,0-1,1 1,1-1,0 0,0 0,1 0,0 0,1 0,1-1,-1 0,2 0,-1-1,1 1,1-1,0-1,0 0,0 0,1 0,0-1,1 0,0-1,0 0,0-1,1 0,-1-1,1 0,0 0,1-1,0 0,2 0,1-1,0 0,1-1,-1 0,0-2,0 1,0-2,0 0,0-1,0 0,0-1,-1-1,0-1,0 0,10-6,6-7</inkml:trace>
  <inkml:trace contextRef="#ctx0" brushRef="#br0" timeOffset="23101.271">12449 3494,'-83'229,"-13"43,95-271,0 1,0 0,1 0,-1-1,0 1,1 0,0 0,-1 0,1 0,0 0,0 0,0 0,0-1,0 1,0 0,1 0,-1 0,1 0,-1 0,1-1,0 1,0 0,-1 0,1-1,0 1,1 0,-1-1,0 0,0 1,1-1,-1 1,1-1,-1 0,1 0,-1 0,1 0,0 0,-1 0,1-1,0 1,0 0,0-1,0 0,0 1,-1-1,1 0,2 0,19 0,0-2,1 0,-1-2,0 0,-1-2,14-4,96-43,-101 35</inkml:trace>
  <inkml:trace contextRef="#ctx0" brushRef="#br0" timeOffset="23381.335">12636 3801,'-16'14,"-8"11,-1 13,3 11,5 11,8 6,8 4,6 2,3-4,-1-12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14:53.16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245 402,'0'15,"0"16,-3 10,0 8,1 4,-1 1,2-5,0-6,2-10,2-11</inkml:trace>
  <inkml:trace contextRef="#ctx0" brushRef="#br0" timeOffset="206.411">97 147,'-11'-16,"-9"-10,-3-2,3 5,4 9,10 14,12 16,15 14,13 12,7 7,-4-5</inkml:trace>
  <inkml:trace contextRef="#ctx0" brushRef="#br0" timeOffset="500.871">498 602,'8'-1,"-1"1,0-1,1 0,-1 0,0-1,0 0,0-1,0 1,0-1,-1-1,1 1,-1-1,0 0,0-1,0 1,-1-1,0 0,0-1,0 1,0-1,-1 0,0 0,0 0,0-1,-1 1,0-1,-1 0,1 0,-1 0,0 0,-1-1,0 1,0-6,-1 10,0 0,-1-1,1 1,-1 0,1 0,-1 0,-1-1,1 1,0 0,-1 1,1-1,-1 0,0 0,0 1,0-1,0 1,0-1,0 1,-1 0,0 0,1 0,-1 0,0 0,0 1,0-1,0 1,0 0,0 0,0 0,0 0,0 1,0-1,-1 1,1 0,0 0,0 0,-1 0,1 0,0 1,0 0,-1-1,1 1,0 0,0 1,0-1,0 1,-8 4,0 0,0 1,1 0,0 1,0 0,1 1,0 0,1 1,0 0,0 0,1 0,0 1,1 0,0 0,1 1,0 0,1 0,1 0,-1 0,2 0,0 1,0 0,1 7,1-14,1 0,0 1,0-1,1 0,-1 0,1 0,0 0,1-1,0 1,0-1,0 1,0-1,1 0,0 0,0 0,0-1,1 0,-1 1,1-2,0 1,0 0,1-1,-1 0,1 0,-1-1,1 1,4 0,12 4,-1-1,1-1,0-1,0-1,0-1,0 0,3-2,47-2</inkml:trace>
  <inkml:trace contextRef="#ctx0" brushRef="#br0" timeOffset="999.693">1140 441,'-6'-2,"0"0,0 0,0 1,0 0,-1 0,1 0,0 1,0 0,-1 0,1 1,0 0,0 0,0 0,-1 1,1 0,1 0,-1 0,0 1,1 0,-1 0,1 0,0 1,0 0,0 0,0 0,1 0,-1 1,1 0,1 0,-1 0,1 0,-1 2,4 0,0-1,1 1,0-1,0 1,0-1,1 1,0-1,0 0,1 0,-1 0,2 0,-1 0,0 0,1-1,0 0,1 0,-1 0,1 0,0-1,0 1,0-1,0-1,1 1,93 75,-62-52,-2 2,0 1,14 19,-19-4,-30-44,1-1,-1 1,0 0,0 0,1 0,-1 0,0 0,0 0,0 0,0-1,0 1,0 0,0 0,0 0,-1 0,1 0,0 0,-1 0,1-1,0 1,-1 0,1 0,-1 0,1-1,-1 1,1 0,-1-1,0 1,1 0,-1-1,0 1,1-1,-1 1,0-1,0 1,0-1,1 0,-1 1,0-1,0 0,0 0,0 1,0-1,0 0,0 0,1 0,-1 0,0 0,0 0,0-1,0 1,0 0,0 0,0-1,-5 0,-1 0,1 0,0-1,0 0,0 0,0 0,0-1,1 0,-1 0,1 0,0-1,0 0,0 0,0 0,1-1,-1 1,1-1,0 0,1-1,-1 1,1 0,0-1,1 0,-1 0,1 0,0 0,0 0,1 0,0 0,0 0,0-1,1 1,0 0,0-1,1 1,0 0,0-1,0 1,1 0,0 0,0 0,0 0,3-3,6-4,0 1,1 0,1 0,0 1,0 1,1 0,1 1,-1 0,1 2,1-1,0 2,0 0,0 1,0 0,3 1,-12 2,1-1,1 0,-1 1,1-1,0 2,0-1,0 1,-1 1,1-1,0 1,0 1,0 0,0 0,0 1,-1 0,7 2,-11 1,0 0,0 1,0-1,0 1,-1 0,0 0,0 0,0 0,-1 1,0-1,-1 1,1-1,-1 1,0 0,-1-1,1 1,-1 0,-1 0,1-1,-2 6,2-2,-1 1,8 70,-6-78,0-1,0 1,0-1,0 1,0-1,0 1,1-1,-1 0,1 1,0-1,0 0,0 0,0 0,0 0,0-1,0 1,1-1,-1 1,1-1,-1 0,1 0,-1 0,1 0,0 0,-1 0,1-1,0 1,51-13,-30-3</inkml:trace>
  <inkml:trace contextRef="#ctx0" brushRef="#br0" timeOffset="1156.213">1568 0,'-13'10,"-6"8,2 12,8 11,11 11,16 7,11 6,1-9</inkml:trace>
  <inkml:trace contextRef="#ctx0" brushRef="#br0" timeOffset="1750.135">1915 803,'7'-79,"-4"-1,-3 1,-4 0,-5-19,9 93,-1 5,1-1,-1 0,1 0,-1 0,1 0,-1 0,1 0,0 0,0 0,0 0,-1 0,1 0,0 0,0 0,0 0,1 0,-1 0,0 0,0 0,0 0,1 0,-1 0,0 0,1 0,-1 0,1 0,0 1,-1-1,1 0,-1 0,1 0,0 1,0-1,-1 0,1 1,0-1,0 1,0-1,0 1,0-1,119 53,82 6,-196-54,-1 0,-1 1,1-1,-1 1,0 0,0 1,0-1,-1 1,1 0,-1 0,-1 0,1 0,-1 0,0 0,-1 1,0-1,0 1,0-1,0 1,-1 0,0-1,-1 1,0-1,0 1,0-1,-1 2,2 40,-1-42,1 0,0 0,1 0,-1 0,1 0,0 0,1 0,-1 0,1 0,1 0,-1-1,1 1,0-1,0 0,0 1,1-1,-1-1,1 1,1-1,-1 1,1-1,-1 0,1-1,0 1,1-1,-1 0,1 0,0 0,6-1,-1 1,1-2,0 1,0-2,0 1,0-2,-1 0,1 0,0-1,0 0,-1-1,1 0,-1-1,0-1,0 1,-1-2,1 1,-1-2,0 1,-1-1,0-1,0 0,0 0,-1-1,0 1,-1-2,0 1,0-1,-1 0,0-1,-1 0,0 1,-1-2,0 1,-1 0,0-1,-1 1,0-2,-8-14,5 27,1 0,-1 0,1-1,0 1,-1 0,1 0,-1 0,1 0,-1-1,1 1,-1 0,1 0,-1 0,1 0,0 0,-1 0,1 0,-1 0,1 0,-1 1,1-1,-1 0,1 0,-1 0,1 0,0 1,-1-1,1 0,-1 0,1 1,0-1,-1 0,1 1,0-1,-1 0,1 1,0-1,0 1,-1-1,1 1,0-1,0 0,0 1,0-1,-1 1,1-1,0 1,0-1,0 1,0-1,0 1,0-1,0 1,-4 9,0 0,1 1,0 0,1 0,0 0,1 0,0 0,1 0,0 0,0 0,1 0,1 0,0 0,1 0,0-1,0 1,1-1,0 1,2 1,-4-8,0-1,0 1,0 0,1 0,-1-1,1 0,0 1,0-1,0 0,1-1,-1 1,1 0,-1-1,1 0,0 0,0 0,0 0,0-1,0 1,0-1,0 0,1-1,-1 1,0-1,1 1,-1-1,0 0,1-1,-1 1,2-1,14-7</inkml:trace>
  <inkml:trace contextRef="#ctx0" brushRef="#br0" timeOffset="1905.716">2758 54,'-14'14,"-4"8,-1 4,1-3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14:57.41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0,'14'23,"2"0,0-2,2 0,0 0,1-2,1 0,0-1,2-2,0 0,1-1,0-1,1-1,1-2,0 0,0-1,26 5,-40-12,-1-1,1 0,-1 0,1-2,-1 1,1-1,0 0,-1-1,1-1,0 0,-1 0,0-1,1 0,-1 0,-1-2,1 1,0-1,-1 0,0-1,0 0,-1-1,0 1,0-2,0 1,-1-1,0 0,-1-1,0 1,0-1,0-1,-2 1,1-1,2-8,-5 15,-1-1,0 0,0 1,0-1,0 0,-1 0,1 0,-1 0,0 1,0-1,-1 0,1 0,-1 0,1 0,-1 1,-1-1,1 0,0 1,-1-1,0 1,0-1,0 1,0 0,0 0,-2-2,2 5,0 0,0-1,0 1,-1 0,1 0,0 0,0 0,0 1,-1-1,1 1,0-1,0 1,0 0,0-1,0 1,0 0,0 1,0-1,1 0,-1 0,0 1,1-1,-1 1,1-1,-1 1,1 0,0 0,-1 0,1-1,0 1,0 0,1 0,-1 1,-9 19,2 0,0 0,2 0,0 1,1 0,2 0,0 0,2 1,0-1,2 0,1 6,28 294,-16-229,-5 0,-3 1,-7 77,-2-141,-1-1,-1-1,-2 1,-1-1,-3 7,7-25,0 0,-1-1,0 1,-1-1,0 0,0-1,-1 0,0 0,-1 0,0-1,0 0,-1 0,0-1,0 0,-2 0,7-5,0 0,-1-1,1 0,0 1,-1-1,1-1,-1 1,1-1,-1 1,1-1,-1-1,1 1,-1-1,1 1,0-1,-1-1,1 1,0 0,-1-1,1 0,0 0,0 0,1-1,-1 1,0-1,1 0,0 0,-1 0,1-1,0 1,1-1,-1 0,1 1,-1-1,1 0,0 0,-1-5,-13-28,2-1,2 0,1-1,2 0,2-1,1 0,1-12,3 35,-12-149,14 163,0 0,0 0,0 0,0 0,0 0,0 0,1 0,0 0,-1 0,1 0,0 0,1 0,-1 0,0 0,1 1,0-1,-1 1,1-1,0 1,0 0,1-1,-1 1,0 0,1 1,-1-1,1 0,-1 1,1-1,3 0,11-3,0 1,1 0,-1 2,1 0,0 1,0 0,9 2,5-1,54 0,-4 1</inkml:trace>
  <inkml:trace contextRef="#ctx0" brushRef="#br0" timeOffset="391.51">989 1137,'-1'9,"1"0,0 0,0 0,0-1,1 1,1 0,-1 0,1 0,1-1,0 1,0-1,1 0,-1 0,2 0,-1 0,1-1,1 0,-1 0,1 0,0-1,1 0,-1 0,1 0,0-1,1 0,-1 0,1-1,3 2,-5-3,0 0,0 1,1-2,-1 1,1-1,-1 0,1 0,0-1,0 0,0 0,-1-1,1 1,0-1,0-1,0 0,0 0,0 0,-1-1,1 0,0 0,-1 0,0-1,1 0,-1 0,0-1,-1 0,1 0,-1 0,0-1,0 1,0-1,0-1,-1 1,0 0,0-1,0 0,-1 0,0 0,0-1,0-2,-1 4,0-1,-1 0,0 0,0-1,-1 1,0 0,0 0,0 0,-1 0,0 0,0 0,0 0,-1 0,0 0,0 0,0 1,-1-1,0 1,0 0,0-1,-1 1,0 1,0-1,0 1,0-1,-1 1,1 0,-1 1,0-1,-1 1,1 0,0 0,-1 1,0-1,1 1,-1 1,0-1,0 1,0 0,0 0,-5 0,5 1,0 0,0 0,0 0,0 0,0 1,1 0,-1 0,0 1,0 0,1 0,-1 0,1 0,0 1,0 0,0 0,0 1,0-1,1 1,-1 0,1 0,0 1,0-1,1 1,-1 0,1 0,0 0,0 0,1 0,0 1,0-1,-1 4,3-6,0 0,0 0,1 0,0 0,-1-1,1 1,0 0,0-1,0 1,1 0,-1-1,0 1,1-1,0 0,0 1,0-1,0 0,0 0,0 0,0-1,1 1,24 17</inkml:trace>
  <inkml:trace contextRef="#ctx0" brushRef="#br0" timeOffset="653.8">1391 348,'20'0,"23"0,23 0,15 0,10 0,1 2,-8 1,-16 2,-20 1</inkml:trace>
  <inkml:trace contextRef="#ctx0" brushRef="#br0" timeOffset="810.464">1591 642,'18'7,"20"2,19-1,16 0,16-3,13-2,10-2,-14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15:01.04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117 0,'-13'16,"-10"17,-5 20,3 23,4 20,14 17,17 14,17 6,19-1,15-8,-4-24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15:01.49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1,'13'2,"17"1,2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15:01.74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6,'22'-2,"9"-1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15:01.93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24,'18'-2,"22"-3,20-4,0 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15:02.19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11,'16'-5,"5"-1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15:02.64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0,'11'25,"13"27,14 24,12 23,6 19,-4 17,-15 12,-41 10,-71 4,-21-25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14:58.78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0 390,'35'8,"-1"-2,2-2,-1-1,0-1,1-2,2-2,4 1,0-2,0-2,-1-1,1-2,-2-3,1-1,-2-1,0-3,31-16,-57 25,-2-1,1 0,-1 0,0-1,0-1,-1 0,-1 0,7-9,-13 15,0-1,0 1,-1 0,1-1,-1 0,0 0,0 0,-1 0,1 0,-1 0,0 0,0 0,-1 0,0-1,0 1,0 0,0 0,-1-1,0 1,0 0,0 0,-1 0,0 0,-1-2,0 1,0 0,0 0,-1 1,0-1,0 1,0 0,-1 0,1 1,-1-1,0 1,-1 0,1 1,-1-1,0 1,0 0,0 0,0 1,0 0,0 0,-1 0,1 1,-1 0,1 0,-1 1,0-1,1 2,-1-1,1 1,-1 0,1 0,-1 0,1 1,-1 0,1 1,0-1,0 1,0 0,-2 3,-1 6,0 0,0 1,1 0,1 0,1 1,0 0,0 1,1-1,1 1,1 0,0 0,1 0,0 0,1 0,1 1,1 9,-1 122,6 1,11 47,3 40,-7 9,-18 200,-8-352,9-86</inkml:trace>
  <inkml:trace contextRef="#ctx0" brushRef="#br0" timeOffset="249.33">107 1072,'16'-5,"21"-3,27-5,28-3,20-3,13-3,-3-2,-21 3</inkml:trace>
  <inkml:trace contextRef="#ctx0" brushRef="#br0" timeOffset="1833.931">895 1660,'19'-45,"2"1,2 1,1 2,2 0,20-21,-46 61,0 0,0 0,0 0,0 0,1 0,-1 0,0 1,0-1,1 0,-1 0,1 0,-1 0,1 1,-1-1,1 0,-1 0,1 1,-1-1,1 0,0 1,-1-1,1 1,0-1,0 1,0-1,-1 1,1-1,0 1,0 0,0 0,0-1,0 1,0 0,-1 0,1 0,0 0,0 0,0 0,0 0,0 0,0 0,0 1,0-1,0 0,-1 1,1-1,0 0,0 1,0-1,-1 1,1-1,0 1,0 0,-1-1,1 1,-1 0,1-1,0 1,-9 123,4-48,3-1,8 69,-6-133,-4 101,-4-87</inkml:trace>
  <inkml:trace contextRef="#ctx0" brushRef="#br0" timeOffset="2085.257">949 1901,'14'-3,"13"0,9 1,10-3,8 1,4-3,2-1,-1-4,-10-1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15:05.37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0,'407'309,"-358"-267,82 55,-130-96,-1-1,1 1,0-1,-1 1,1-1,0 1,0-1,-1 0,1 1,0-1,0 0,0 0,0 0,-1 0,1 0,0 0,0 0,0 0,0 0,0 0,-1 0,1 0,0 0,0-1,0 1,0 0,-1-1,1 1,0-1,-1 1,1-1,0 1,-1-1,1 1,0-1,-1 0,1 1,-1-1,1 0,-1 1,1-1,-1 0,0 0,1 0,-1 1,0-1,1-1,2-43,-3 44,-5-52,-3-1,-1 1,-4 1,-7-20,63 310,-28-161,-4 1,-4 0,-2 1,-5-1,-2 1,-5-1,-10 50,15-114,-1 0,0-1,-1 0,-1 1,0-1,0-1,-1 1,-1-1,0 0,-1-1,-8 11,14-20,-1 0,1 0,0 0,-1-1,0 1,1 0,-1-1,0 0,0 1,0-1,1 0,-1 0,0-1,-1 1,1-1,0 0,0 1,0-1,0 0,0-1,0 1,0-1,0 1,0-1,0 0,0 0,0 0,0-1,1 1,-1 0,0-2,-73-64,45 30,1-2,2-1,1-1,-19-44,42 78,2 5,0 0,1-1,-1 1,0-1,1 1,0-1,-1 1,1-1,0 0,0 0,1 1,-1-1,0 0,1 0,0 0,0 0,0 0,0 0,0 0,0 0,1 0,-1 0,1 1,0-1,0 0,0 0,0 1,1-1,-1 0,1 1,0 0,-1-1,1 1,2-2,10-3,0 0,0 1,1 0,0 1,0 1,1 0,5 1,5-3,139-25,-86 19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15:06.12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0 362,'25'-51,"2"1,2 2,22-27,-1-1,-7 14,-43 63,0-1,0 1,0-1,0 0,0 1,0-1,0 0,0 1,0-1,0 1,0-1,1 0,-1 1,0-1,0 0,0 1,0-1,1 0,-1 1,0-1,0 0,1 0,-1 1,0-1,1 0,-1 0,0 0,1 1,-1-1,0 0,1 0,-1 0,0 0,1 0,-1 0,1 1,-1-1,0 0,1 0,-1 0,0 0,1 0,-1-1,1 1,-1 0,0 0,1 0,-1 0,0 0,1 0,-1-1,0 1,1 0,-1 0,0 0,1-1,-1 1,0 0,1-1,-15 158,9-108,1 1,3 0,2 0,2 0,2-1,3 1,4 8,-9-46,1 0,1 0,0 0,1-1,0 0,1-1,0 1,1 0,20 19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15:08.20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11,'20'-4,"7"-2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15:08.45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1 950,'18'-4,"20"-5,3 1</inkml:trace>
  <inkml:trace contextRef="#ctx0" brushRef="#br0" timeOffset="1">1164 977,'13'-7,"5"-2</inkml:trace>
  <inkml:trace contextRef="#ctx0" brushRef="#br0" timeOffset="1292.049">1271 0,'18'19,"15"19,11 23,5 23,-3 19,-8 15,-10 8,-19 5,-29 1,-43-2,-11-22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15:06.90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15 509,'0'3,"1"-1,1 1,-1-1,0 1,0-1,1 0,0 0,-1 0,1 1,0-1,0-1,0 1,0 0,0 0,1-1,-1 1,0-1,1 0,-1 0,1 0,-1 0,1 0,0-1,-1 1,1-1,0 1,-1-1,3 0,77-15,-56 5,0-1,-1-1,0-2,-1 0,-1-2,0-1,-1 0,-1-2,-1 0,0-1,-1-2,-14 18,-1-1,0 0,0 0,0 0,0 0,-1-1,1 1,-2-1,1 0,0 0,-1 0,0 0,-1 0,1 0,-1 0,-1-1,1 1,-1-1,0 1,0 0,-1-1,0-2,-1 7,1 0,-1 0,1 0,-1 1,0-1,0 0,0 1,0-1,0 1,0 0,0 0,0 0,-1 0,1 0,0 0,-1 1,1-1,-1 1,1-1,-1 1,1 0,0 0,-1 0,1 0,-1 1,1-1,-1 1,1-1,0 1,-1 0,-1 1,-67 38,62-27,0 0,1 1,0 0,1 0,1 1,0 0,1 0,1 0,0 1,1-1,1 1,0 0,1 0,1 0,0-1,1 1,3 15,37 379,-34-334,-2 0,-4 0,-3 0,-4 0,-12 55,2-68</inkml:trace>
  <inkml:trace contextRef="#ctx0" brushRef="#br0" timeOffset="191.016">0 1003,'21'-2,"20"-1,19-2,20-5,14-3,8-1,-14 1</inkml:trace>
  <inkml:trace contextRef="#ctx0" brushRef="#br0" timeOffset="537.684">723 923,'27'-12,"1"2,1 0,0 2,0 1,27-2,-48 7,71-3,-77 5,0 0,0 1,0-1,0 0,0 1,1 0,-1-1,0 1,0 0,-1 0,1 0,0 0,0 1,0-1,-1 0,1 1,-1-1,1 1,-1 0,1-1,-1 1,0 0,0 0,0 0,0 0,0 0,0 0,-1 0,1 0,-1 0,1 0,-1 0,0 2,-1 13,-2-1,0 1,0-1,-2 0,0 0,-1 0,-1 0,0-1,-1 0,0-1,-10 12,-96 152,113-177,1 0,-1 0,1 0,-1-1,1 1,-1 0,1 0,-1 0,1 1,0-1,-1 0,1 0,0 0,0 0,0 0,0 0,0 0,0 0,0 0,1 0,-1 0,0 1,0-1,1 0,-1 0,1 0,-1 0,1 0,-1-1,1 1,0 0,-1 0,1 0,0 0,0-1,0 1,0 0,-1-1,1 1,0-1,0 1,0-1,0 1,0-1,0 0,0 1,1-1,-1 0,0 0,59 1,39-16,-1-5,27-11,-48 12,-1 0,-15 3</inkml:trace>
  <inkml:trace contextRef="#ctx0" brushRef="#br0" timeOffset="1049.687">2019 763,'26'0,"23"-3,4 0</inkml:trace>
  <inkml:trace contextRef="#ctx0" brushRef="#br0" timeOffset="2235.872">1953 1,'-21'16,"-15"21,-11 27,-2 28,7 23,14 19,22 14,33 5,36-1,43-8,41-15,36-19,-12-26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15:06.37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0,'19'3,"16"2,15 1,12-1,7 1,0-1,-4 2,-8 4,-15 2,-14-1</inkml:trace>
  <inkml:trace contextRef="#ctx0" brushRef="#br0" timeOffset="171.806">228 307,'18'-2,"20"-3,21-5,22-6,19-2,14-1,7-1,-17 3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15:43.912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1410 428,'13'23,"12"16,11 13,5 7,3 5,4-2,-1-3,-3-3,-2-6,-4-6,-6-6,-6-7,-6-10,-5-7</inkml:trace>
  <inkml:trace contextRef="#ctx0" brushRef="#br0" timeOffset="1">1850 415,'-15'2,"-13"10,-8 17,-5 19,-2 17,2 11,0 9,6 4,4-3,7-6,8-17</inkml:trace>
  <inkml:trace contextRef="#ctx0" brushRef="#br0" timeOffset="2">1931 976,'8'-8,"0"0,0 1,1 0,0 0,0 1,0 0,1 1,0 0,0 0,0 1,1 1,-1 0,4-1,-10 3,-1 0,0 0,1 0,-1 0,1 0,-1 1,1 0,-1 0,1 0,-1 0,1 0,-1 1,1-1,-1 1,1 0,-1 0,0 0,0 1,1-1,-1 1,0 0,0 0,0 0,-1 0,1 0,0 1,-1-1,1 1,-1-1,0 1,0 0,0 0,-1 0,2 3,-2 5,-1-1,-1 0,0 1,-1-1,0 0,0 0,-1 0,0 0,-1 0,0 0,0-1,-1 0,-1 0,1 0,-2-1,1 0,-4 3,-129 149,139-160,-1 0,0 1,0-1,0 0,0 1,0-1,0 1,0-1,0 1,0 0,0-1,0 1,1 0,-1 0,0 0,0-1,1 1,-1 0,1 0,-1 0,1 0,-1 0,1 0,0 0,-1 0,1 0,0 0,0 0,0 1,-1-1,1 0,0 0,1 0,-1 0,0 0,0 0,0 0,1 0,-1 0,0 0,1 0,-1 0,1 0,0 0,-1 0,1 0,-1 0,1 0,0-1,0 1,0 0,-1 0,1-1,0 1,0-1,0 1,0-1,0 1,15 1,-1 0,1-1,-1-1,1 0,-1-1,1-1,-1 0,7-3,7 1,62-11,-3 0</inkml:trace>
  <inkml:trace contextRef="#ctx0" brushRef="#br0" timeOffset="3">2653 415,'-2'16,"1"14,8 11,12 8,11 5,13 1,7 2,5 0,0-4,-8-1,-9-3,-11-5,-10-10</inkml:trace>
  <inkml:trace contextRef="#ctx0" brushRef="#br0" timeOffset="4">3014 441,'-7'0,"-7"9,-7 15,-10 16,-11 18,-9 14,-6 12,1 2,7-2,12-8,12-17</inkml:trace>
  <inkml:trace contextRef="#ctx0" brushRef="#br0" timeOffset="5">3294 1257,'86'-262,"-63"102,-23 150,-2 16,-3 19,-5 41,3 0,3 1,3-1,3 19,3-37,1-10</inkml:trace>
  <inkml:trace contextRef="#ctx0" brushRef="#br0" timeOffset="6">3696 454,'-7'-6,"0"-1,4 8,8 13,14 16,11 13,13 10,11 6,6 5,6 0,0-1,-5-3,-7-4,-12-5,-9-9,-12-9,-8-11</inkml:trace>
  <inkml:trace contextRef="#ctx0" brushRef="#br0" timeOffset="7">4190 468,'-14'-4,"-8"4,-8 13,-6 17,-3 19,-2 17,-1 14,3 9,5 2,8-2,10-9,6-19</inkml:trace>
  <inkml:trace contextRef="#ctx0" brushRef="#br0" timeOffset="8">4337 1123,'29'18,"-12"-5,0-2,2 0,-1-1,1-1,0 0,1-2,0 0,1-1,12 1,-30-6,0-1,0 0,0 0,0 0,0-1,1 1,-1-1,0 1,0-1,0 0,0 0,0-1,0 1,-1 0,1-1,0 0,-1 0,1 0,-1 0,0 0,1 0,-1 0,0-1,0 1,-1-1,1 0,0 1,-1-1,0 0,1 0,-1 0,0-1,1-4,0 0,-1 0,1 0,-2-1,1 1,-1 0,0-1,-1 1,0 0,0-1,-2-5,1 6,0 0,0 0,-1 1,0-1,0 1,-1-1,0 1,0 0,0 1,-1-1,0 1,-1 0,1 0,-1 0,0 1,-1 0,1 0,-1 1,0-1,0 2,-7-4,8 8,-1 0,1 0,-1 0,1 1,-1 0,1 0,0 0,0 1,0 0,0 0,0 1,1 0,-1 0,1 0,0 0,1 1,-1 0,1 0,0 0,0 1,0-1,1 1,0 0,-2 3,-6 11,1 0,1 1,1 0,0 1,2 0,0 0,1 2,-4 29</inkml:trace>
  <inkml:trace contextRef="#ctx0" brushRef="#br0" timeOffset="9">5033 1,'2'65,"4"1,2-1,4-1,12 39,-5-11,-3 1,-5 0,-4 0,-3 42,-5 31,1 49,11 24,-5-163,-3 0,-3 1,-5 2,-13 88,-9 140,23 347,-3-400,21 166,-1 250,-13-649,24 292,-13-231,-3 0,-4 0,-4 1,-4 13,-28 229,34 275,25-73,-20-28,4 154,-5-512,-12 139,-14 263,-5-25,12-326,-16 158,30 245,6-442,17 91,-19-196,37 195,-24 65,26 7,-39-234,-4 1,-7 57,-1 44,-16 163,12-238,7-27,4-1,7 49,-5-91,0 216,5 59,3-249,3-1,3-1,22 57,-31-96,0 0,-4-7</inkml:trace>
  <inkml:trace contextRef="#ctx0" brushRef="#br0" timeOffset="10">822 1510,'286'-6,"155"4,112 12,50-27,116-5,195 5,31 10,29-6,-471-1,267 8,-472 7,608-1,-238-32,-20-10,-223 34,-224-14,-152 18,-49 2,-3-1</inkml:trace>
  <inkml:trace contextRef="#ctx0" brushRef="#br0" timeOffset="11">5541 201,'4'16,"1"0,1 0,0-1,1 1,1-1,0-1,1 0,1 0,0 0,1-2,0 1,1-1,0-1,1 0,0-1,10 6,-17-10,1 0,0 0,1-1,-1 0,1 0,0-1,0 0,1-1,-1 1,1-2,0 1,0-1,0 0,0-1,0 0,7-1,-13-2,0 0,0-1,0 1,0-1,0 0,-1 0,1 0,-1 0,0 0,0-1,0 1,0-1,-1 1,1-1,-1 0,0 0,0 1,0-1,-1 0,1 0,-1 0,0 0,0 0,-1 0,1 0,-1 0,0 0,1 0,1-8,-1 1,-1-1,0 1,0 0,-1 0,-1-1,0 1,-1-2,4 14,0-1,0 1,-1-1,1 1,0-1,0 1,0-1,0 0,-1 1,1-1,0 1,-1-1,1 0,0 1,0-1,-1 0,1 1,-1-1,1 0,0 0,-1 1,1-1,0 0,-1 0,1 0,-1 0,1 1,-1-1,1 0,-1 0,1 0,0 0,-1 0,1 0,-1 0,1 0,-1 0,1-1,-1 1,1 0,-1 0,1 0,0 0,-1-1,1 1,-1 0,1 0,0-1,-1 1,1 0,0 0,-1-1,1 1,0-1,0 1,-1 0,1-1,0 1,0-1,0 1,-1 0,1-1,0 1,0-1,0 1,0-1,0 1,0-1,0 1,-12 37,-1 61,4 1,4 0,5 0,7 50,-5-109,2 181,-3-220,-1 1,0 0,1 0,-1 0,0 0,0 0,0 0,-1 0,1-1,0 1,-1 0,1 0,-1 0,1 0,-1-1,0 1,0 0,0-1,0 1,0-1,0 1,0-1,-1 1,1-1,-1 0,1 1,-1-1,1 0,-1 0,1 0,-1 0,0-1,0 1,1 0,-1-1,0 1,0-1,0 0,0 1,0-1,1 0,-1 0,-2 0,-7-7,0 1,1-1,-1-1,1 0,1 0,-1-1,1 0,1 0,-5-7,1 1,-16-16,-21-23,3-2,-24-38,69 94,1-1,-1 1,0-1,1 1,-1-1,0 1,1-1,-1 1,1-1,-1 0,1 1,-1-1,1 0,-1 0,1 0,0 1,-1-1,1 0,0 0,0 0,0 1,-1-1,1 0,0 0,0 0,0 0,1 0,-1 1,0-1,0 0,0 0,0 0,1 0,-1 1,0-1,1 0,-1 0,1 1,-1-1,1 0,-1 1,1-1,0 0,-1 1,1-1,0 1,-1-1,1 1,0-1,-1 1,1 0,0-1,0 1,0 0,0 0,-1-1,1 1,0 0,0 0,0 0,0 0,-1 0,1 0,0 0,0 0,0 1,255 6,-164-10,-8-1</inkml:trace>
  <inkml:trace contextRef="#ctx0" brushRef="#br0" timeOffset="12">6155 842,'36'0,"-26"-2,0 1,0 0,0 1,1 0,-1 1,0 0,0 0,0 1,0 1,0 0,0 0,0 0,-1 2,0-1,0 1,0 0,0 1,-1 0,-6-4,-1 0,0-1,1 1,-1 0,0 0,0 0,0 0,-1 0,1 0,0 1,-1-1,1 0,-1 0,0 0,0 1,0-1,0 0,0 0,0 1,0-1,-1 0,1 0,-1 0,0 0,0 0,1 0,-1 0,-1 0,1 0,0 0,0 0,-1 0,1-1,-1 1,1 0,-1-1,0 0,0 1,0-1,1 0,-1 0,0 0,-1 0,1 0,0 0,0-1,0 1,-1-1,-72 22,74-21,1-1,0 0,-1 0,1 0,0 0,-1 0,1 1,0-1,0 0,-1 0,1 1,0-1,0 0,0 0,-1 1,1-1,0 0,0 1,0-1,0 0,0 0,0 1,0-1,-1 0,1 1,0-1,0 0,0 1,0-1,0 0,0 1,1-1,-1 0,0 1,0-1,0 0,0 1,0-1,0 0,0 1,1-1,-1 0,0 0,0 1,1-1,-1 0,0 0,0 1,1-1,-1 0,0 0,0 0,1 0,-1 1,0-1,1 0,-1 0,0 0,1 0,-1 0,0 0,1 0,-1 0,0 0,1 0,-1 0,28 12,-25-11,37 13,-22-9,0 1,0 1,-1 0,0 2,0 0,13 10,-28-19,-1 1,1 1,-1-1,1 0,-1 0,1 0,-1 1,0-1,0 1,1-1,-1 1,0 0,0-1,-1 1,1 0,0 0,0-1,-1 1,1 0,-1 0,0 0,0 0,1 0,-1 0,0 0,-1-1,1 1,0 0,0 0,-1 0,1 0,-1 0,0-1,0 1,1 0,-1 0,0-1,0 1,0-1,-1 1,1-1,0 1,-1-1,1 0,-1 1,1-1,-1 0,1 0,-1 0,-1 0,-17 8,0-1,0-1,-1 0,0-2,-1 0,1-2,-19 1,7 1,-87 6,102-17,9-2</inkml:trace>
  <inkml:trace contextRef="#ctx0" brushRef="#br0" timeOffset="13">6851 280,'-1'1,"1"-1,0 0,0 1,0-1,0 0,-1 0,1 1,0-1,0 0,-1 0,1 0,0 0,0 1,-1-1,1 0,0 0,-1 0,1 0,0 0,-1 0,1 0,0 0,-1 1,1-1,0 0,0 0,-1-1,1 1,0 0,-1 0,1 0,0 0,-1 0,1 0,0 0,0 0,-1-1,1 1,0 0,-1 0,1 0,0-1,0 1,0 0,-1 0,1 0,0-1,0 1,0 0,-1-1,1 1,0 0,0 0,0-1,0 1,0 0,0-1,0 1,0 0,0-1,4 30,3-12,1 0,0-1,2 0,0 0,1-1,0 0,1-1,1-1,0 0,0 0,2-1,0-1,6 3,-12-8,0-1,0 0,1-1,-1 0,1-1,0 0,0 0,1-1,-1-1,0 1,3-1,-8-1,0 0,-1-1,1 1,0-1,0 0,0 0,-1-1,1 1,0-1,-1 0,0 0,1 0,-1-1,0 0,0 1,0-1,-1-1,1 1,-1-1,0 1,1-1,-2 0,1 0,2-4,0-6,0 0,0-1,-2 0,1 1,-2-1,0 0,-1-1,-1 1,0 0,-1 0,0 0,-2-2,1 89,10 179,12 10,-14-190,-6-60,-1 97,1-105,-1 0,0 0,1 0,-1 0,-1 0,1 0,0-1,0 1,-1 0,0-1,1 1,-1-1,0 0,0 1,-1-1,1 0,0 0,-1 0,1-1,-1 1,0-1,1 1,-1-1,0 0,0 0,0 0,0 0,0 0,0-1,0 0,0 1,-2-1,-3-2,0 0,0 0,0-1,0 0,0 0,1-1,-1 0,1-1,0 1,0-1,1 0,-1-1,1 0,0 0,1 0,-1-1,1 0,1 0,-1 0,1 0,0-1,1 0,0 1,0-1,0-6,1 11,0-1,1 0,0 1,0-1,0 0,1 0,-1 0,1 1,0-1,0 0,0 0,0 0,1 0,-1 0,1 0,0 1,0-1,1 0,-1 1,1-1,0 1,0-1,0 1,0 0,1 0,-1 0,1 0,0 0,-1 0,1 1,1 0,1-2,18-7,-1 2,1 1,0 1,1 1,0 1,-1 1,2 1,-1 1,0 1,0 1,10 2,-28-2,0-1,0 1,1 0,-1 1,0 0,0 0,0 0,-1 1,1-1,0 1,0 1,-1-1,1 1,-1 0,0 0,0 1,0-1,-1 1,1 0,-1 1,0-1,0 1,0 0,0-1,-1 2,0-1,0 0,-1 1,1-1,0 6,-2-1,-2 1,1 0,-2-1,1 1,-1-1,-1 1,0-1,0 0,-1 0,-1 0,1-1,-1 1,-1-1,0 0,0-1,-1 1,-4 3,-25 40,35-51,0-1,0 1,1 0,-1 0,0-1,0 1,1 0,-1 0,1 0,-1 0,1 0,-1 0,1 0,0 0,-1 0,1 0,0 0,0 0,0 0,0 0,0 0,0 0,0 0,0 0,0 0,0 0,0 0,1 0,-1 0,0 0,1 0,-1 0,1 0,-1 0,1 0,0 0,-1 0,1-1,0 1,0 0,-1 0,1-1,0 1,0-1,0 1,0-1,0 1,9 1,0 0,0 0,0-1,0-1,0 0,1 0,-1-1,0 0,0-1,2-1,0 2,133-27,-72 12</inkml:trace>
  <inkml:trace contextRef="#ctx0" brushRef="#br0" timeOffset="14">8147 227,'23'27,"0"-1,2-1,1-1,1-2,1 0,0-2,2-1,0-1,16 5,-43-21,0 0,1 0,-1-1,1 1,-1-1,1 0,0 0,0 0,-1 0,1-1,0 0,0 1,0-1,-1-1,1 1,0-1,0 1,0-1,-1 0,1 0,-1-1,1 1,-1-1,1 0,-1 0,0 0,0 0,0 0,0-1,0 1,0-1,-1 0,1 0,0-1,1-5,1-1,-2 1,1-1,-1 0,-1 0,0 0,0-1,-1 1,0 0,-1-1,0 1,-1-8,-2 101,2 632,1-703,0-7,0 0,0 1,0-1,0 0,-1 0,0 0,0 0,0 0,-1 0,0-1,0 1,-1 2,1-6,0-1,-1 1,1 0,0-1,0 1,-1-1,1 0,0 1,-1-1,1 0,0-1,0 1,-1 0,1-1,0 1,0-1,-1 0,1 1,0-1,0 0,0-1,0 1,0 0,0 0,0-1,1 1,-1-1,0 0,1 1,-1-1,1 0,-1-1,0 1,-31-27,1-2,1-1,2-2,2-1,-1-3,8-1,20 39,0-1,0 0,0 0,0 0,0 0,0 0,0 0,0 0,0 0,0 0,0 0,1 0,-1 0,0 0,1 0,-1 1,1-1,-1 0,1 0,-1 0,1 1,0-1,-1 0,1 1,0-1,0 0,-1 1,1-1,0 1,0-1,0 1,0 0,0-1,-1 1,1 0,0 0,0-1,0 1,0 0,0 0,0 0,147-4,-96 6,17-1,12 2,0-4,35-7,-115 8,7 0,0 0,0-1,-1 0,1-1,0 0,-1 0,1 0,-1-1,0 0,0-1,0 1,0-1,-1-1,5-3,-16 26,0 0,1 1,1-1,0 1,2 0,0 0,1 9,15 101,-5-99</inkml:trace>
  <inkml:trace contextRef="#ctx0" brushRef="#br0" timeOffset="15">9297 173,'2'-1,"0"1,0-1,1 0,-1 1,0-1,0 1,1 0,-1 0,0 0,0 0,1 0,-1 0,0 1,0-1,0 1,1-1,-1 1,0 0,0 0,0 0,0 0,0 0,0 1,-1-1,1 0,0 1,-1 0,1-1,-1 1,1 0,0 1,0-1,22 18,-8-4,1-1,1 0,0-1,1-1,0 0,1-2,1 0,0-2,0 0,1-1,20 4,-37-12,-1 1,1-1,-1 0,1-1,0 1,-1-1,1 0,-1 0,1 0,-1-1,0 1,1-1,-1 0,0 0,0-1,-1 1,1-1,0 0,-1 0,1 0,-1-1,0 1,0-1,-1 1,1-1,-1 0,1 0,-1 0,1-5,2-3,0 0,-1 0,-1-1,0 0,-1 1,0-1,-1 0,0 0,-1 0,-1-3,-10 0,-5 36,8 6,0 0,2 0,1 0,2 1,0 0,2 0,0 0,2 0,1 0,2-1,4 19,54 197,-9-45,-47-107,-6-87,-1 0,0 0,1 0,-1 0,-1 0,1 0,0 0,-1 0,1-1,-1 1,0 0,0-1,0 1,0-1,-1 0,1 0,-1 0,1 0,-1 0,1-1,-1 1,0-1,0 1,0-1,0 0,-2 0,-8 2,1-1,-1 0,0-1,0-1,1 0,-1 0,0-1,1-1,-1 0,1-1,-1-1,1 1,0-2,0 0,1 0,0-1,0-1,0 1,0-2,1 0,1 0,-1 0,1-2,6 7,0 0,0-1,0 1,1-1,-1 0,1 1,0-1,0 0,0 0,1 0,-1-1,1 1,0 0,1-1,-1 1,1 0,-1-1,1 1,1 0,-1-1,0 1,1-1,0 1,0 0,1 0,-1 0,1-1,0 1,0 1,0-2,10-6,0 0,1 1,1 0,-1 0,2 2,-1 0,1 0,0 2,1-1,-1 2,1 0,0 1,8 0,-10 0,3-1,8-3,0 1,0 1,1 1,0 2,0 0,24 1,-47 3,0 0,0 0,0 0,0 1,0-1,0 1,0-1,-1 1,1 0,-1 0,0 0,1 0,-1 0,0 1,0-1,0 1,-1 0,1-1,0 1,-1 0,0 0,0 0,0 0,0 0,0 0,-1 0,1 0,-1 0,0 0,0 0,0 1,0 0,10 38,-5-32,0 1,1-1,0 0,0-1,1 0,0 0,1 0,0-1,0 0,5 3,-10-8,0 0,1-1,-1 1,1-1,0 0,0 0,0-1,0 1,0-1,0 0,0 0,0 0,0 0,1-1,-1 1,0-1,1 0,-1-1,0 1,0-1,1 0,-1 0,0 0,0 0,0-1,0 0,0 0,-1 0,1 0,1-1,0 0,0 0,-1-1,1 0,-1 0,0 0,0 0,-1-1,1 1,-1-1,0 0,0 0,0 0,-1 0,0-1,0 1,0-1,-1 1,0-1,0 1,0-1,-1 0,1 0,-2 1,1-1,0 0,-1 0,0 1,-1-1,1 1,-1-1,0 1,0-1,-1 1,1 0,-1 0,-1 0,1 1,0-1,-1 1,0-1,-4-1,0 1,0 0,0 0,-1 0,0 1,0 1,0-1,0 1,0 1,-1 0,1 0,-1 1,1 0,-1 0,0 1,1 1,-1 0,0 0,1 0,-1 2,1-1,0 1,0 0,0 1,0 0,0 0,1 1,0 0,0 1,0 0,1 0,0 0,0 1,0 0,1 1,0-1,1 1,-5 8,-10 28,7-3</inkml:trace>
  <inkml:trace contextRef="#ctx0" brushRef="#br0" timeOffset="16">1730 2032,'-10'4,"1"0,-1 1,1 0,0 0,0 1,1 0,0 1,0 0,0 0,1 1,0 0,1 0,-1 1,2 0,-1 0,1 0,1 1,-1-1,2 1,-1 0,1 0,1 0,0 1,0-1,1 1,1-1,0 1,0 0,2-2,0 0,1 0,0 0,0 0,1 0,1-1,-1 0,1 0,0 0,1 0,0-1,0 0,1 0,0 0,0-1,1 0,7 4,1 0,0 0,1-1,0-1,0-1,1 0,0-1,0-2,11 3,-20-5,0 1,0-1,0-1,0 0,0 0,1-1,-1 0,0 0,0-1,0-1,0 1,0-1,0-1,0 0,0 0,-1-1,1 0,-1 0,0-1,-1 0,1 0,-1-1,0 0,0 0,-1-1,0 1,4-6,-3-3,-1 0,0-1,-1 0,-1 1,0-2,-1 1,-1 0,0-1,-2 1,0 0,0-1,-2 1,0-1,-1 1,0 0,-5-13,5 19,0 1,0-1,-1 1,0-1,-1 1,0 1,-1-1,1 1,-2 0,1 0,-1 0,0 1,-1 0,1 1,-1-1,-1 2,1-1,-1 1,0 0,0 1,-1 0,1 1,-1-1,0 2,-2-1,-7 3,-1 0,0 1,1 1,-1 1,1 0,-1 2,1 0,1 2,-1 0,1 0,0 2,1 0,0 1,0 1,1 1,1 0,0 1,1 0,0 1,0 1,8-9,1 0,-1 1,1-1,0 1,1 0,-1 0,1 0,1 1,-1 0,1-1,1 1,-1 0,1 0,1 1,0-1,0 0,0 0,1 1,0-1,1 5,19 39,8-7</inkml:trace>
  <inkml:trace contextRef="#ctx0" brushRef="#br0" timeOffset="17">3134 2085,'-10'3,"0"1,1 0,-1 0,1 1,0 0,0 0,1 1,-1 0,2 1,-1 0,0 0,1 1,1-1,-1 2,1-1,1 1,-1 0,2 0,-1 0,1 1,1-1,-1 1,2 0,-1 0,1 0,1 0,0 1,0-1,1 0,1 1,-1-1,2 0,-1 0,2 1,-1-1,1-1,1 3,0-5,0-1,0 1,0-1,0 0,1 0,0 0,1-1,-1 1,1-1,0-1,0 1,1-1,-1 0,1-1,0 1,0-1,0-1,0 1,1-1,-1 0,1-1,1 0,13 2,0-1,0-1,0-1,-1 0,1-2,0-1,5-2,-12 2,0-1,0 0,0-1,-1-1,0 0,0-1,0 0,-1-1,0-1,2-2,-10 7,1-1,-1 0,0 0,-1 0,1-1,-1 1,0-1,0 0,-1 0,0-1,0 1,0-1,-1 1,0-1,0 0,0 0,-1 0,0 0,-1 0,0 0,0 0,0 0,-1-2,-4-7,0 0,-1 0,0 1,-2 0,0 0,0 0,-1 1,-1 1,0 0,-1 0,-1 1,0 0,0 1,-1 0,-1 1,-10-6,12 8,0 0,-1 1,0 0,-1 1,0 0,0 1,0 1,0 0,-1 1,-6-1,14 4,0-1,1 1,-1 0,1 1,-1-1,1 1,-1 1,1-1,-1 1,1 0,0 1,0-1,0 1,0 0,0 1,1 0,0-1,0 2,0-1,0 1,0-1,1 1,0 0,-2 3,0 3,1 1,0-1,1 1,0 0,0 0,2 0,-1 1,2-1,-1 0,2 1,0 0,0-1,1 1,1-1,0 0,0 1,1-1,1 0,0 0,1-1,0 1,1-1,0 0,5 6,23 35</inkml:trace>
  <inkml:trace contextRef="#ctx0" brushRef="#br0" timeOffset="18">4030 2166,'-4'9,"1"1,0-1,1 1,0 0,0 0,1 0,1 0,-1 0,1 0,1 0,0 0,1 0,-1-1,2 1,0 0,0-1,0 1,1-1,1 0,-1 0,2-1,-1 0,1 1,0-2,1 1,0-1,7 7,-5-8,1 0,0-1,0 0,0-1,0 0,1 0,-1-1,1 0,0-1,0 0,0-1,0 0,1-1,-1 0,0-1,0 0,0-1,0 0,0-1,-1 0,1 0,-1-1,1-1,-1 0,-1 0,1-1,-1 0,0-1,0 0,-1 0,0-1,0 0,6-8,-8 6,1-1,-1 0,-1 0,0-1,-1 0,0 0,-1 0,0 0,-1 0,0-1,-1 1,0-1,-1 1,-1-1,0 1,0-1,-1 1,-1 0,0 0,-1 0,0 0,-1 0,0 1,-1 0,0 0,-1 0,0 1,0 0,-1 0,-1 1,1 0,-2 1,1 0,-1 0,0 1,-1 0,0 1,0 0,-6-2,4 4,-1 0,1 1,-1 1,0 0,0 1,1 0,-1 1,0 1,0 0,0 1,1 0,-1 1,1 1,-1 0,1 1,0 0,1 1,0 0,0 1,0 1,0 0,1 0,1 1,0 1,0-1,0 2,1-1,1 1,0 1,1 0,0 0,0 0,1 0,-3 12,-13 50,8-6</inkml:trace>
  <inkml:trace contextRef="#ctx0" brushRef="#br0" timeOffset="19">1637 3248,'-4'2,"-1"-1,1 1,-1 0,1 0,0 0,-1 1,1-1,1 1,-1 0,0 0,1 1,-1-1,1 1,0-1,0 1,1 0,-1 0,1 1,0-1,0 0,0 1,0 0,-20 106,22-99,0 1,1-1,1 0,0 0,0 1,1-1,0-1,1 1,1 0,0-1,0 0,1 0,1-1,0 1,0-1,1-1,0 1,0-1,1-1,1 0,-1 0,1-1,0 0,1 0,0-2,11 6,-7-6,0 0,1 0,-1-2,1 0,0 0,0-2,0 0,0-1,0 0,1-2,-1 0,15-3,-21 2,-1 1,1-1,-1-1,0 0,0 0,0-1,0 0,-1 0,0-1,0 0,0 0,-1-1,0 0,0-1,-1 1,0-1,0 0,-1-1,0 1,0-1,1-5,-3 4,0-1,0 0,-1 0,-1 0,0 0,0 0,-1 0,-1 0,0-1,0 1,-1 0,0 0,-1 1,0-1,-1 0,0 1,-1 0,-1-1,-3-6,0 1,-1 0,-1 0,-1 1,0 0,-1 1,-1 1,0 0,0 1,-6-3,13 10,0-1,-1 1,0 1,0-1,0 2,-1-1,1 1,-1 0,0 1,0 0,0 0,0 1,0 0,0 0,0 1,0 1,0-1,0 2,0-1,0 1,0 0,0 1,0 0,1 1,0-1,-2 2,-2 4,1 0,0 0,1 1,0 0,0 1,1 0,1 0,0 1,0 0,1 1,1 0,0 0,0 0,2 1,0-1,0 1,1 0,1 0,0 0,1 1,1-1,0 0,1 1,0-1,1 0,1 0,0 0,1 0,0 0,5 8,33 46,4-11</inkml:trace>
  <inkml:trace contextRef="#ctx0" brushRef="#br0" timeOffset="20">3067 3222,'-11'5,"0"0,1 0,0 1,0 1,0 0,1 0,0 1,0 0,1 0,0 1,0 0,1 1,0-1,1 1,0 1,1-1,0 1,0 0,1 0,1 1,0-1,0 1,1-1,1 1,0 4,1-9,1-1,-1 1,2 0,-1 0,1-1,0 1,0-1,1 0,0 0,0 0,0 0,1 0,0 0,0-1,1 0,-1 0,1 0,0 0,0-1,1 0,-1 0,1 0,0-1,0 0,0 0,1 0,8 3,0 0,0-1,1-1,0-1,0 0,0 0,0-2,0 0,1-1,6-1,-8-1,-1 0,1-1,-1 0,0-1,-1-1,1 0,-1-1,0 0,0-1,0-1,-1 0,0 0,3-5,-8 7,-1 1,0-2,0 1,-1-1,0 0,0 0,0 0,-1-1,0 0,0 0,-1 0,0 0,-1 0,0-1,0 1,-1-1,0 1,0-1,-1 0,0 0,0 1,-2-8,-2 0,0 2,-1-1,-1 0,0 1,-1 0,0 0,-1 1,-1 0,0 1,-1-1,0 2,-1 0,0 0,0 0,-2 2,1-1,-1 2,0 0,-1 0,0 1,-11-3,16 7,1 0,-2 1,1 1,0-1,0 2,0-1,-1 1,1 0,0 1,0 0,0 1,-1 0,1 0,1 1,-1 0,0 1,1-1,0 2,0-1,0 1,0 0,1 1,0 0,0 0,0 1,1 0,0 0,0 0,1 1,0-1,-4 9,3-5,0-1,1 1,1-1,0 2,0-1,1 0,0 1,1-1,1 1,0 0,0-1,1 1,1 0,0 0,0-1,1 1,1 0,0-1,0 0,1 0,1 0,-1 0,2-1,0 1,0-1,1-1,0 1,0-1,1 0,3 1,54 37,2-11</inkml:trace>
  <inkml:trace contextRef="#ctx0" brushRef="#br0" timeOffset="21">3977 3422,'25'-27,"-1"-1,-1-1,-2-1,0-1,-3-1,0 0,-2-2,-2 0,-1 0,-1-1,-2-1,0-8,-29 105,8-20,2 0,2 1,2 0,1 0,3 1,1-1,2 0,2 1,1-1,3-1,1 1,4 3,11 16</inkml:trace>
  <inkml:trace contextRef="#ctx0" brushRef="#br0" timeOffset="22">1757 4585,'-9'2,"-1"1,1 0,-1 0,1 0,0 1,0 1,1 0,-1 0,1 0,0 1,0 0,1 1,0 0,0 0,0 0,1 1,1 0,-1 0,1 1,-2 4,-2 4,1 1,1-1,0 2,2-1,0 0,1 1,0 0,2 0,0 0,2 4,-1-10,2 0,0 0,0 1,2-1,-1 0,2-1,0 1,0 0,1-1,0 0,1 0,1-1,0 1,0-2,1 1,1-1,0 0,0 0,0-1,2-1,-1 0,1 0,0-1,0 0,13 5,-7-5,0-1,1-1,0 0,0-2,1 0,-1-1,1 0,-1-2,1 0,-1-1,0-1,1-1,-1 0,0-2,0 0,-1-1,1 0,-1-2,-1 0,1-1,-1 0,-1-1,0-1,0-1,-1 0,-1-1,0 0,-1-1,0 0,-1-1,2-5,-7 8,-1 0,0-1,-1 0,-1 0,0 0,0 0,-1 0,-1 0,0-1,-1 1,-1 0,0-1,0 1,-2 0,1 0,-2 0,0 0,0 0,-1 1,-1 0,0 0,0 0,-1 1,-1 0,0 0,-1 1,1 0,-2 1,0-1,0 2,-7-5,9 6,0 0,-1 1,0 0,0 0,0 1,-1 1,1-1,-1 1,0 1,-1 0,1 0,0 1,-1 1,1 0,-1 0,0 1,1 0,-1 1,0 0,1 0,-1 1,1 1,0 0,0 0,0 1,0 1,0-1,-6 5,7-2,0 0,0 1,0 0,1 0,0 1,0 0,1 1,1-1,-1 1,2 0,-1 1,1 0,1 0,0 0,1 0,0 0,0 1,1-1,1 1,0 0,1-1,0 1,0 0,1 0,1-1,0 1,1-1,0 1,19 46</inkml:trace>
  <inkml:trace contextRef="#ctx0" brushRef="#br0" timeOffset="23">3121 4907,'-1'-39,"3"1,1-1,1 1,10-32,8-10,3 0,17-31,-56 173,-3 14,4 0,2 1,5 1,2-1,6 60,-1-118,1-1,1 1,0-1,1 0,1 0,1-1,0 1,2-1,0 0,5 7,15 14</inkml:trace>
  <inkml:trace contextRef="#ctx0" brushRef="#br0" timeOffset="24">3896 4772,'-7'9,"1"-1,0 1,0 0,1 1,0-1,1 1,0 0,0 0,1 1,1-1,0 0,0 1,1 0,0-1,1 1,0 0,1-1,0 1,1 0,0-1,0 1,1-1,0 0,1 0,1 0,-1 0,1-1,1 0,0 0,0 0,1-1,0 0,0 0,1-1,2 2,5 0,1-1,0-1,1 0,0-1,0-1,0 0,0-1,1-1,0-1,-1-1,1 0,0-1,0-1,-1-1,1 0,0-1,-1-1,0-1,0 0,2-2,-8 2,0-1,-1 1,0-2,0 1,-1-1,0-1,0 0,0 0,-1 0,-1-1,1-1,-1 1,-1-1,0 0,0-1,-1 1,-1-1,1 0,-2 0,0-1,0 1,-1-1,0 0,-1 1,0-1,-1 0,0 0,-2-6,-1 2,0-1,-1 1,0 0,-2 0,0 0,0 1,-2-1,0 2,0-1,-2 1,0 1,0-1,-1 2,-1 0,0 0,-1 0,5 6,0-1,0 1,-1 0,0 0,0 1,0 0,-1 1,0 0,0 1,0 0,0 0,0 1,-1 0,1 1,-1 0,1 1,-1 0,1 1,-1 0,1 0,0 1,0 1,-1 0,1 0,1 1,-1 0,-5 5,0 1,1 0,0 1,1 1,0 0,1 0,0 2,1-1,1 1,0 1,1 0,1 0,0 1,1 0,0 0,1 1,2 0,-3 9,-12 55</inkml:trace>
  <inkml:trace contextRef="#ctx0" brushRef="#br0" timeOffset="25">1878 6096,'-9'3,"1"0,0 1,0 0,0 0,0 1,1 0,-1 1,2-1,-1 1,0 0,1 1,0 0,1 0,-1 0,2 1,-1-1,1 1,0 0,0 0,1 1,-1 3,-2 7,0 0,2 0,0 0,2 0,0 1,0-1,2 1,1-1,0 1,1-1,4 13,-4-23,0 0,0 1,1-1,1 0,-1-1,2 1,-1-1,1 0,0 0,0 0,1 0,0-1,1 0,0-1,0 1,0-1,1 0,-1-1,1 0,1 0,-1-1,1 0,0-1,5 2,-4-3,0 0,0-1,0 0,0-1,0 0,0-1,0 0,0 0,0-1,0 0,0-1,-1 0,1-1,-1 0,0 0,0-1,0 0,-1-1,0 0,0 0,0-1,7-6,-2 0,0 0,0-1,-1-1,-1 0,0 0,-1-1,-1-1,-1 1,7-18,-10 22,-1 1,0-1,-1 0,0 0,-1 0,0-1,0 1,-2-1,0 1,0-1,-1 1,0 0,-1-1,-1 1,0 0,0 0,-1 0,-1 1,0-1,-1 1,0 0,0 1,-1-1,-1 1,0 1,0 0,-1 0,0 0,0 1,-1 0,0 1,-1-1,0 4,0 0,0 1,0 0,0 0,0 1,0 1,-1 0,1 0,-1 1,1 1,0 0,-1 0,1 1,0 1,0 0,0 0,0 1,1 0,-9 5,4-1,0 0,1 1,0 1,0 0,1 1,0 0,1 1,0 1,1 0,1 0,0 1,1 0,-1 2,6-9,1 0,-1 0,1 1,0 0,1-1,0 1,0 0,1 0,0 0,0 0,1 0,0 0,0 0,1 0,0 0,0 0,1 0,0 0,0-1,1 1,1 2,22 33</inkml:trace>
  <inkml:trace contextRef="#ctx0" brushRef="#br0" timeOffset="26">3054 6431,'21'-38,"-1"0,-2-2,-2 0,-2 0,-1-2,-2 1,-1-10,9-72,-16 104,6 37,3 238,9 87,-12-281</inkml:trace>
  <inkml:trace contextRef="#ctx0" brushRef="#br0" timeOffset="27">4137 6364,'82'-387,"-76"363,3 71,-3 172,-6-128,4 0,3-1,12 46,-9-92</inkml:trace>
  <inkml:trace contextRef="#ctx0" brushRef="#br0" timeOffset="28">1744 7768,'54'-83,"37"-50,38-76,-98 155,-31 53,0 1,0 0,0-1,0 1,0 0,1-1,-1 1,0 0,0-1,0 1,0 0,0 0,0-1,1 1,-1 0,0 0,0-1,0 1,1 0,-1 0,0-1,0 1,1 0,-1 0,0 0,1 0,-1-1,0 1,0 0,1 0,-1 0,0 0,1 0,-1 0,0 0,1 0,-1 0,0 0,1 0,-1 0,0 0,1 0,-1 0,0 0,0 0,1 1,-1-1,0 0,1 0,-1 0,0 0,0 1,1-1,-1 0,0 0,0 0,1 1,-1-1,0 0,0 0,0 1,0-1,0 0,1 1,-1-1,3 24,-7 293,-4-99,7-204,0 1,1 0,1 0,0 0,1-1,0 1,1-1,1 1,0-1,1 0,0 0,2-1,-1 0,2 0,-1 0,2-1,0 1,25 15</inkml:trace>
  <inkml:trace contextRef="#ctx0" brushRef="#br0" timeOffset="29">3241 7513,'-12'4,"1"0,0 0,0 2,0-1,1 1,-1 1,1 0,1 0,0 1,0 0,0 1,1 0,0 0,1 1,0 0,0 0,1 0,-2 6,5-9,-1 1,1-1,0 1,1 0,0 0,0 0,1 0,-1 0,2 0,-1 1,1-1,1 0,0 0,0 0,0 0,1 0,0 0,1 0,-1 0,2-1,-1 1,1-1,0 0,0 0,1 0,0-1,2 3,0-3,0 0,0 0,0 0,0-1,1 0,0-1,0 1,0-1,1-1,-1 0,1 0,0-1,0 0,0 0,0-1,0 0,0-1,0 0,0 0,0-1,0 0,0-1,0 0,5-2,-2 1,1-2,-1 1,0-2,-1 1,1-2,-1 1,0-2,-1 1,0-1,0-1,-1 0,0 0,0-1,-1 0,0-1,-1 0,0 0,-1-1,0-1,-1 1,0-1,-1 0,0-1,-1 1,-1 0,0-1,-1 0,0 1,-1-1,-1 0,0 1,-1-1,0 1,-1-1,-1 1,0 0,0 0,-2 1,1-1,-2 1,1 0,-2 1,0-1,0 2,-1-1,0 1,-1 0,0 1,0 0,-9-5,13 11,-1 0,1 0,-1 0,0 1,0 0,0 1,0 0,0 0,0 0,0 1,0 0,0 0,0 1,0-1,0 2,0-1,0 1,0 0,1 1,-1-1,1 1,-1 0,1 1,0 0,0 0,1 0,-1 1,1-1,-1 3,-5 3,1 1,0 1,1-1,1 1,0 1,0 0,2 0,-1 0,2 1,-1 0,2 0,0 0,-1 12,3-17,1-1,0 1,1 0,0 0,0 0,1 0,1 0,-1 0,1-1,0 1,1-1,0 1,1-1,-1 0,2 0,-1 0,1-1,0 0,0 0,1 0,2 2,47 29,3-11</inkml:trace>
  <inkml:trace contextRef="#ctx0" brushRef="#br0" timeOffset="30">4016 7633,'-2'13,"1"0,1 0,0-1,1 1,0 0,1 0,0-1,1 1,0-1,1 0,1 0,0 0,0 0,1-1,1 0,0 0,0-1,1 0,0 0,5 4,-3-8,0 1,0-1,1-1,0 0,0 0,0-1,1 0,-1-1,1-1,0 1,0-2,-1 0,1 0,0-1,0-1,0 0,0 0,0-2,0 1,-1-1,1-1,-1 0,0 0,0-2,-1 1,1-1,-1 0,0-1,-1-1,0 1,0-1,0-1,-1 0,0 0,-1 0,0-1,-1 0,0-1,0 1,3-10,-5 6,0 1,0-1,-1 0,-1 0,0 0,-1 0,-1 0,0-1,-1 1,0 0,-1 0,-1 0,0 0,-1 0,-1 1,-1-3,2 7,0 0,0 0,-1 0,-1 0,0 1,0 0,0 0,-1 1,0-1,0 1,-1 1,0 0,0 0,-1 0,0 1,0 1,0-1,0 1,-1 1,1 0,-1 0,-9-1,5 3,0 0,0 1,0 0,0 1,0 1,0 0,1 1,-1 0,1 1,0 1,0 0,0 1,1 0,-1 1,2 0,-1 1,-6 5,-7 8,1 1,0 1,2 1,1 1,1 1,-16 26,-10 22</inkml:trace>
  <inkml:trace contextRef="#ctx0" brushRef="#br0" timeOffset="31">1797 8957,'21'-18,"-1"0,-1-1,-1-2,0 0,-1 0,-2-2,0 0,-2 0,0-2,-2 1,0-2,-2 1,-1-1,-1-1,-1 1,2-25,-8 51,0 0,0 0,1 0,-1 0,0 0,0 0,1 0,-1 0,0 0,0 0,-5 122,-21 109,-5 74,30-290,1 0,0 0,2-1,-1 1,2 0,0-1,1 1,0-1,15 27</inkml:trace>
  <inkml:trace contextRef="#ctx0" brushRef="#br0" timeOffset="32">3108 8796,'-12'3,"0"0,0 1,1 0,0 0,0 1,0 1,0 0,1 0,0 1,0 1,1-1,0 2,0-1,1 1,0 0,1 1,-2 3,4-7,1 1,0-1,0 1,1 0,0 0,0 1,0-1,1 0,0 1,1 0,-1-1,2 1,-1 0,1 0,0 0,1-1,-1 1,2 0,-1 0,1-1,0 1,1-1,-1 0,2 0,-1 0,1 0,0 0,8 5,0-1,0 0,1-1,1-1,0 0,0 0,0-2,1 0,0 0,1-1,0-1,-1-1,2 0,-1-1,0-1,0-1,1 0,-1-1,14-1,-10 0,0 0,0-2,0 0,0-1,-1-1,1 0,-1-2,0 0,-1-1,11-7,-19 9,-1 1,0-2,0 1,0-1,-1 0,0-1,-1 0,1 0,-2-1,1 0,-1 0,-1-1,1 1,-1-1,-1 0,0 0,-1-1,0 1,0-1,-1-2,-1-3,-1 0,-1 0,0 0,-1 0,-1 1,0-1,-1 1,-1-1,-1 1,0 1,0-1,-2 1,0 0,0 1,-1 0,-1 0,0 1,-1 0,0 1,-1 0,0 1,-1 0,-10-6,14 11,0 1,1 0,-1 0,-1 1,1 1,0-1,-1 1,1 1,-1 0,0 0,1 1,-1 0,0 1,0 0,1 0,-1 1,1 0,0 1,-1 0,1 0,0 1,1 1,-1-1,1 1,0 1,0-1,-5 6,-1 1,0 1,0 0,2 1,0 0,0 1,1 0,1 1,1 0,0 1,1 0,1 0,1 1,0-1,1 1,1 1,1-1,0 1,2-1,0 1,1 0,0 0,4 11,12 39</inkml:trace>
  <inkml:trace contextRef="#ctx0" brushRef="#br0" timeOffset="33">4150 9090,'25'-37,"-1"-1,-2-1,-2-1,-2-1,-2 0,-1-1,-2-1,-2-1,-1-6,6-63,-29 257,4-72,2 0,4 1,3-1,3 1,12 62,2-63,0-12</inkml:trace>
  <inkml:trace contextRef="#ctx0" brushRef="#br0" timeOffset="34">2038 10614,'11'-60,"3"0,2 1,20-47,4-13,-20 59,-15 58,-6 16,-36 237,31-212,0 1,3-1,1 1,2 0,2-1,1 1,2-1,2 0,7 20,7-7</inkml:trace>
  <inkml:trace contextRef="#ctx0" brushRef="#br0" timeOffset="35">3148 10534,'-1'-41,"1"0,2 0,2 0,2 0,1 1,3 0,1 0,2 1,12-25,-12 43,-12 21,-1 0,0-1,0 1,1 0,-1 0,0 0,0-1,1 1,-1 0,0 0,1 0,-1 0,0 0,1-1,-1 1,0 0,1 0,-1 0,0 0,1 0,-1 0,1 0,-1 0,0 0,1 1,-1-1,0 0,1 0,-1 0,0 0,1 0,-1 0,0 1,0-1,1 0,-1 0,0 1,0-1,1 0,-1 0,0 1,0-1,1 0,-1 1,0-1,0 0,0 1,0-1,0 0,0 1,1-1,-1 0,0 1,0-1,0 0,0 1,0-1,0 0,0 1,0-1,-1 0,1 1,0-1,0 1,2 21,0 1,-2-1,0 1,-2 0,0-1,-4 14,1-1,-6 36,4-27,1 1,3-1,1 1,2 7,2-40,-1 1,2 0,0-1,0 1,1-1,1 0,0 0,2 2,17 27</inkml:trace>
  <inkml:trace contextRef="#ctx0" brushRef="#br0" timeOffset="36">4177 10307,'-9'13,"1"0,0 0,1 1,1 0,0 0,1 0,1 1,0 0,1 0,0 0,2 0,-1 0,2 4,0-9,0-1,1 1,1-1,0 1,0-1,0 0,1 0,1 0,-1 0,1-1,1 1,0-1,0 0,1 0,-1-1,2 1,-1-2,1 1,0 0,0-1,5 2,2 0,0 0,-1-1,2-1,-1-1,1 0,0-1,0 0,0-1,1-1,-1 0,1-1,-1-1,1 0,-1-2,1 1,-1-2,0 0,5-2,-7 2,0-1,-1 0,1-1,-1-1,0 0,-1 0,1-1,-1-1,-1 1,1-2,-2 0,1 0,-1-1,0 0,-1 0,0-1,-1 0,0 0,-1-1,0 0,2-6,-4 3,0 1,-2-1,1 1,-2-1,0 0,-1 1,0-1,-1 0,-1 0,0 1,-1-1,-1 1,0 0,-1 0,0 0,-1 0,-1 1,-4-7,5 10,0 1,0-1,-2 1,1 0,-1 1,0-1,-1 2,0-1,0 1,0 0,-1 1,0 1,0-1,-1 1,0 1,0 0,0 0,0 1,0 1,-1 0,1 1,-1 0,-9 0,3 3,0 0,1 2,-1 0,1 1,0 0,0 2,1 0,0 0,0 2,1 0,0 1,0 0,-5 6,-16 15,1 2,2 0,1 3,-11 17,-20 31</inkml:trace>
  <inkml:trace contextRef="#ctx0" brushRef="#br0" timeOffset="37">1971 12072,'15'-30,"14"-27,-2 0,15-54,-23 43,-4 0,-2-2,-1-24,0 25,-12 69,1-1,-1 1,0-1,1 1,-1 0,1-1,-1 1,1 0,-1 0,0-1,1 1,-1 0,1 0,-1 0,1-1,-1 1,1 0,-1 0,1 0,-1 0,1 0,0 0,-1 0,1 0,-1 0,1 0,-1 0,1 0,-1 1,1-1,-1 0,1 0,-1 1,0-1,1 0,-1 0,1 1,-1-1,0 0,1 1,-1-1,1 1,-1-1,0 0,0 1,1-1,-1 1,0-1,0 1,0-1,1 1,-1-1,0 1,0-1,0 1,0-1,0 1,0-1,0 1,0 0,0-1,0 1,0-1,14 35,-2 0,-1 1,-1 1,-2-1,-2 1,0 15,9 108,-7 0,-7 19,-1-107</inkml:trace>
  <inkml:trace contextRef="#ctx0" brushRef="#br0" timeOffset="38">3202 12072,'53'-188,"36"-185,-76 322,-14 61,-12 60,-12 57,5 2,6 0,4 37,25-27,-1-91</inkml:trace>
  <inkml:trace contextRef="#ctx0" brushRef="#br0" timeOffset="39">4297 11898,'55'-112,"-5"-2,-5-2,16-70,-51 149,-4 24,-5 26,-49 365,42-322,2 0,3 1,2-1,3 1,2-1,2-1,12 38,1-28</inkml:trace>
  <inkml:trace contextRef="#ctx0" brushRef="#br0" timeOffset="40">1556 12874,'46'-10,"0"3,1 1,-1 3,1 2,4 1,-13 0,1186 27,-974-28,268 7,-115 37,22 0,297-38,-401-7,391-6,-56-11,228-8,-597 16,82-22,-22 2,722-63,-559 54,-292 20,125 8,270-1,-432 13,-179 1,-1-1,1 0,0 1,0-1,-1 0,1 0,0 0,0-1,-1 1,1 0,0 0,0-1,-1 0,1 1,0-1,-1 0,1 1,-1-1,1 0,-1 0,1 0,-1-1,0 1,0 0,1 0,-1-1,0 1,0-1,0 1,0-1,-1 1,1-1,0 1,-1-1,1 0,-1 0,1 0,-4-14</inkml:trace>
  <inkml:trace contextRef="#ctx0" brushRef="#br1" timeOffset="41">126 2072,'-4'2,"0"0,0 0,0 1,0-1,0 1,0 0,1 0,-1 0,1 0,0 1,0 0,0-1,0 1,1 0,0 0,-1 0,2 1,-1-1,0 0,1 1,0-1,0 1,0 0,0-1,1 1,0 0,0-1,0 1,1 0,-1-1,1 1,0 0,0-1,1 1,-1-1,1 0,0 1,1-1,-1 0,0 0,1 0,0-1,0 1,1 0,3 4,0-1,0-1,0 1,1-1,0 0,0-1,1 0,-1 0,1-1,0 0,0 0,1-1,-1-1,1 1,-1-2,1 1,0-1,0 0,-1-1,1-1,0 1,0-1,-1-1,5-1,-9 1,0 0,0-1,0 1,-1-1,1 0,-1 0,0-1,0 1,0-1,-1 0,1 0,-1 0,0 0,0-1,0 0,-1 1,0-1,1 0,-2 0,1 0,0-1,1-8,1 0,-2 0,0 0,0-1,-2 1,0-1,-1-4,2 11,-2 1,1-1,-1 1,0-1,-1 1,1 0,-2-1,1 1,-1 0,0 0,0 1,-1-1,0 1,0-1,0 1,-1 0,0 1,0-1,-1 1,0 0,1 1,-2-1,1 1,0 0,-1 0,0 1,0 0,0 0,0 1,0 0,0 0,-1 1,1 0,-1 0,1 0,-5 1,0 3,0 1,1 1,-1-1,1 2,0 0,0 0,1 1,-1 0,1 0,1 1,0 1,0 0,1 0,0 1,0 0,1 0,0 0,1 1,0 0,1 1,0-1,1 1,1 0,-1 0,0 12,-5 29,4-5</inkml:trace>
  <inkml:trace contextRef="#ctx0" brushRef="#br1" timeOffset="42">300 3609,'66'-138,"-40"89,-3-1,-2-1,5-24,-42 148,3 0,3 1,3 1,4-1,5 64,2-70</inkml:trace>
  <inkml:trace contextRef="#ctx0" brushRef="#br1" timeOffset="43">327 4679,'49'-9,"-21"3,1 0,-1 2,1 1,0 2,0 1,27 3,-51-3,0 0,-1 1,1 0,0 0,-1 1,1-1,-1 1,0 0,1 0,-1 0,0 1,0-1,0 1,-1 0,1 0,-1 0,0 1,1-1,-1 1,-1 0,1 0,-1 0,1 0,-1 0,0 1,-1-1,1 1,-1-1,0 1,0-1,0 1,-3 12,-1 0,0-1,-1 1,-1-1,0 0,-1 0,-1-1,-1 1,0-2,-1 1,0-1,-1 0,-6 5,-201 267,214-281,1-3,1-1,-1 1,0 0,0 1,1-1,0 0,-1 0,1 1,0-1,0 0,0 1,0-1,1 1,-1 0,1-1,-1 1,1-1,0 1,0 0,0-1,0 1,1 0,-1-1,1 1,0-1,-1 1,1-1,0 1,0-1,2 3,2-3,0 0,0 0,0 0,0 0,0-1,1 0,-1 0,0 0,1-1,-1 0,1 0,-1 0,3-1,129-18,-66 4</inkml:trace>
  <inkml:trace contextRef="#ctx0" brushRef="#br1" timeOffset="44">313 6337,'11'-9,"-1"1,1 0,0 1,1 0,-1 1,1 1,1-1,-1 2,1 0,0 0,0 1,0 1,0 0,0 1,0 0,5 1,-14 0,0 0,0 1,1-1,-1 1,0 0,0 0,0 0,0 0,-1 1,1-1,0 1,-1 0,1 0,-1 1,1-1,-1 1,0-1,0 1,0 0,-1 0,1 1,-1-1,1 0,-1 1,0 0,0-1,-1 1,1 0,-1 0,0 0,0 0,0 0,0 0,-1 0,0 0,0 0,0 0,0 1,-1-1,0 3,-3 4,0-1,-1 1,0-1,0 0,-1 0,-1-1,0 1,0-1,-1-1,0 0,0 0,-1 0,0-1,0 0,-1-1,1 0,-1-1,-1 0,-2 1,41-3,-4-4,0 2,0 1,0 1,0 0,16 6,-30-6,-1-1,1 2,-1-1,0 1,0 1,0-1,-1 2,0-1,0 1,0 0,0 1,-1 0,0 0,-1 0,2 3,-7-8,1 0,-1 1,1-1,-1 1,0 0,0-1,0 1,0 0,0-1,-1 1,1 0,-1 0,0 0,0 0,0-1,0 1,0 0,0 0,-1 0,0 0,1-1,-1 1,0 0,0-1,-1 1,1-1,-1 1,1-1,-1 1,0-1,1 0,-1 0,0 0,-1 0,0 1,-8 5,1-1,-1 0,0 0,0-1,0-1,-1 0,-6 2,-23 5,0-2,-1-1,0-2,-2-2,8-1,2 2,7-1</inkml:trace>
  <inkml:trace contextRef="#ctx0" brushRef="#br1" timeOffset="45">528 7326,'5'56,"-2"1,-2-1,-3 1,-2-1,-2 1,-14 47,10-43,10-61,0 1,0 0,0 0,0 0,0 0,0-1,0 1,1 0,-1 0,0 0,0-1,1 1,-1 0,0 0,1-1,-1 1,1 0,-1-1,1 1,0-1,-1 1,1 0,-1-1,1 1,0-1,0 0,-1 1,1-1,0 1,0-1,-1 0,1 0,0 0,0 1,0-1,0 0,-1 0,1 0,0 0,0 0,0 0,0 0,-1-1,2 1,38-13,-36 11,186-77,-184 78,1-1,-1 0,0 0,0-1,1 1,-2-1,1-1,0 1,-1-1,1 0,-1 0,0-1,0 0,-1 1,1-1,-1-1,-1 1,1-1,0 0,-1 1,0-1,-1-1,0 1,1 0,-2-1,1 1,-1-1,0 1,0-1,-1 0,0 6,0 0,0 0,0 0,0 0,0 0,0 0,0 0,0 0,0 0,-1 0,1 0,0 0,-1 0,1 0,-1 0,1 1,-1-1,1 0,-1 0,0 0,1 1,-1-1,0 0,1 1,-1-1,0 0,0 1,0-1,0 1,0 0,0-1,1 1,-1 0,0-1,0 1,0 0,0 0,0 0,0 0,0 0,0 0,0 0,0 0,0 0,0 0,0 1,0-1,0 0,0 1,0-1,0 1,0-1,0 1,1-1,-1 1,0 0,0-1,1 1,-1 0,0 0,1-1,-1 1,1 0,-1 0,1 0,-9 12,1 0,0 1,2 0,-1 0,2 0,0 1,1 0,0 0,1 0,-1 10,-1 16,1 0,2-1,2 1,2 0,1 0,6 24,5 10</inkml:trace>
  <inkml:trace contextRef="#ctx0" brushRef="#br1" timeOffset="46">808 8637,'9'2,"10"1,8 0,9-1,8 0,3-1,0-3,-6-1,-7 0,-14 1,-11 0</inkml:trace>
  <inkml:trace contextRef="#ctx0" brushRef="#br1" timeOffset="47">674 8703,'-8'69,"4"0,3 52,1-119,-1-1,1 0,0 1,0-1,0 0,0 1,0-1,0 0,0 1,1-1,-1 0,0 1,1-1,-1 0,1 0,0 1,-1-1,1 0,0 0,-1 0,1 0,0 0,0 0,0 0,0 0,0 0,0-1,0 1,1 0,-1-1,0 1,0 0,0-1,1 0,-1 1,0-1,1 0,-1 1,0-1,1 0,-1 0,0 0,1 0,0-1,97-33,-36 7,-57 24,1 1,-1-1,1 1,0 0,0 0,0 1,-1 0,1 0,0 1,0 0,1 0,-1 0,0 1,-1 0,1 0,0 1,0 0,0 0,-1 1,0 0,1 0,-1 0,0 1,0 0,-1 0,1 1,-1-1,0 1,0 0,0 1,1 1,-3 0,0 1,0-1,-1 1,0-1,0 1,-1 0,0 0,0 0,-1 0,0 0,0 0,-1-1,0 1,0 0,-1 0,0 0,0-1,-1 1,0-1,0 0,-1 0,0 0,0 0,-1-1,-2 4,-6 6,-1-1,0-1,-1 0,0-1,-1 0,-1-1,0-1,0-1,-10 4,8-5,-1-1,1-1,-1-1,0-1,-1-1,1 0,-1-2,1 0,-9-2,5 0</inkml:trace>
  <inkml:trace contextRef="#ctx0" brushRef="#br1" timeOffset="48">808 10013,'-22'21,"1"0,2 2,0 0,1 1,2 1,0 1,2 0,1 1,0 0,3 1,0 0,2 1,1 0,1 0,1 1,2 0,1-1,2 21,-1-33,2 0,0 0,1 0,1 0,0 0,1-1,1 1,1-1,0 0,3 5,-5-15,-1 0,1 0,-1 0,2 0,-1-1,1 0,0 0,0 0,0 0,0-1,1 1,0-2,0 1,0 0,0-1,1-1,-1 1,1-1,0 0,0 0,0-1,0 0,0 0,0 0,0-1,0 0,2-1,-1 0,1-1,-1 0,1 0,-1-1,1 0,-1 0,0-1,-1 0,1-1,-1 1,1-1,-1-1,0 0,-4 3,1 1,-1-1,0-1,0 1,-1 0,1-1,0 1,-1-1,0 0,0 0,0 0,-1 0,1 0,-1 0,0 0,0-1,0 1,-1 0,1-1,-1 1,0 0,-1-1,1 1,-1 0,0-1,0 1,0 0,0 0,-1-1,-2 0,0-1,-1 1,1 0,-1 0,-1 0,1 0,-1 1,1 0,-1 0,0 1,-1-1,1 1,-1 1,1-1,-1 1,0 0,0 1,0 0,0 0,0 0,0 1,0 0,0 0,0 1,0 0,0 0,0 1,1 0,-1 0,0 0,1 1,-1 0,1 0,0 1,0 0,-3 2,0 0,1 1,0 0,1 1,-1 0,1 0,1 1,0 0,0 0,1 0,0 0,0 1,1 0,0 0,1 0,0 1,1-1,0 1,0 8,-3 33</inkml:trace>
  <inkml:trace contextRef="#ctx0" brushRef="#br1" timeOffset="49">434 11604,'19'-13,"0"2,1 0,0 1,1 1,18-4,-31 10,1 0,0 2,-1-1,1 1,0 0,0 0,0 1,0 1,0 0,0 0,0 0,-1 1,1 0,0 1,6 3,-9-3,0 1,0 0,0 0,-1 1,0 0,0 0,0 0,-1 0,1 1,-1-1,-1 1,1 0,-1 0,0 1,0-1,-1 1,0-1,0 1,0 0,0 4,1 13,0 1,-2-1,0 1,-2 0,-1 5,-35 321,36-345,1-1,-1 0,1 0,0 0,0 0,1 0,-1-1,1 1,0 0,0 0,1-1,-1 1,1 0,1 0,2-4,-1-6</inkml:trace>
  <inkml:trace contextRef="#ctx0" brushRef="#br1" timeOffset="50">514 11885,'25'-7,"24"-4,22-6,17-3,12-1,2 0,-6 5,-18 6,-22 6</inkml:trace>
  <inkml:trace contextRef="#ctx0" brushRef="#br0" timeOffset="51">10821 187,'13'24,"-8"3,-1-1,0 1,-3 0,0 0,-1 0,-2 0,-1 0,-1 0,-6 22,-11 58,0-7,5 1,-1 59,14-60,5-1,4 0,9 38,80 382,-73-325,14 31,47 216,-58-76,1 204,-35-125,-38 524,35-502,-42 137,50-71,-4 36,22-173,-15 104,-36 53,3-41,27-371,6 0,7 22,-1-34,-4 76,-2-81,5 0,6 7,6 12,-7-44,4-1,19 61,64 298,-58-304,5 80,22 24,-61-236,-1 0,0 1,-2-1,0 0,-1 1,-2 0,2 57,14 31,-15 157,1-266,0 0,0-1,0 1,0 0,0-1,0 1,0 0,-1-1,1 1,0 0,0-1,0 1,0 0,-1-1,1 1,0 0,0 0,-1-1,1 1,0 0,-1 0,1 0,0-1,0 1,-1 0,1 0,0 0,-1 0,1 0,-1-1,1 1,0 0,-1 0,1 0,0 0,-1 0,1 0,0 0,-1 0,1 1,0-1,-1 0,1 0,0 0,-1 0,1 0,0 1,-1-1,1 0,0 0,-1 0,1 1,0-1,0 0,-1 0,1 1,0-1,0 0,0 1,-1-1,1 0,0 1,0-1,0 0,0 1,0-1,0 0,0 1,0-1,-1-1,-14-12</inkml:trace>
  <inkml:trace contextRef="#ctx0" brushRef="#br0" timeOffset="59">6009 1992,'-7'7,"0"-1,0 1,1 0,0 1,1-1,-1 1,1 0,1 0,0 1,0 0,1-1,0 1,0 1,1-1,0 0,0 0,1 1,1-1,0 1,0-1,1 1,0-1,0 0,1 1,0-1,1 0,0 0,0 0,1-1,0 1,1-1,0 0,0 0,5 5,4-1,-1-1,1-1,1 0,0-1,0-1,1 0,0-1,0-1,1 0,0-1,0-1,0-1,0 0,1-1,-1-1,1-1,-1 0,5-2,-17 3,0-1,0 0,1-1,-1 1,0-1,0 0,0-1,0 1,0-1,0 0,-1 0,1 0,-1-1,1 1,-1-1,0 0,0-1,0 1,0-1,-1 0,1 1,-1-1,0-1,0 1,-1 0,1-1,-1 0,0 1,0-1,-1 0,1 0,-1-1,4-26,-1-1,-2 0,-1 0,-2 0,-1 1,-1-2,1 16,-1 0,0 0,-2 1,0-1,0 1,-2 0,-5-11,8 21,0 1,0-1,0 0,-1 1,0 0,0 0,-1 1,1 0,-1 0,0 0,-1 0,1 1,-1 0,0 0,0 1,0 0,0 0,-1 1,0 0,-7 0,0 1,1 1,-1 1,0 0,0 1,1 0,-1 1,1 1,0 0,0 1,1 1,-1 0,1 1,0 0,1 1,-1 0,2 1,-1 0,1 1,1 0,0 1,0 0,1 1,0 0,1 0,1 1,0 0,-2 7,-16 50,12-5</inkml:trace>
  <inkml:trace contextRef="#ctx0" brushRef="#br0" timeOffset="60">7398 1965,'-4'0,"-1"-1,1 1,0 1,-1-1,1 1,-1-1,1 1,0 0,-1 1,1-1,0 1,0 0,0 0,0 0,0 1,1-1,-1 1,1 0,0 0,-1 0,1 0,1 0,-1 1,0 0,1-1,0 1,0 0,0 0,0 0,0 3,-2 2,2 0,-1 1,1-1,1 1,-1 0,2-1,-1 1,1 0,1-1,0 1,0 0,1-1,0 1,1-1,0 1,0-1,1 0,0-1,1 1,0-1,0 1,1-2,0 1,0 0,1-1,0 0,0-1,1 0,0 0,0 0,0-1,0-1,2 1,4 1,0-1,1 0,-1-1,1 0,1-2,-1 0,0 0,0-1,1-1,-1-1,0 0,1-1,-1-1,0 0,0-1,-1 0,1-1,-1-1,0-1,0 0,-1 0,9-7,-13 5,1 0,-1 0,-1-1,0 0,0 0,-1-1,0 0,-1 0,0-1,-1 1,0-1,-1 0,-1-1,0 1,0-1,-1 0,-1 1,0-1,0 0,-2-1,1 5,-1-1,0 0,0 0,-1 1,0-1,-1 1,0-1,-1 1,0 0,0 0,-1 1,0-1,0 1,-1 0,0 0,0 1,-1 0,0 0,-1 0,1 1,-1 0,0 1,-1 0,1 0,-1 1,-3-2,-6 2,-1-1,0 2,0 1,1 0,-1 1,-1 1,1 1,1 1,-1 1,0 0,0 1,1 1,0 1,0 0,1 2,-1 0,2 1,-1 0,1 1,1 1,-1 1,2 0,0 1,-11 13,16-15,0 1,0 0,1 0,1 1,0 0,0 0,2 1,-4 10,-5 32</inkml:trace>
  <inkml:trace contextRef="#ctx0" brushRef="#br0" timeOffset="61">8548 2139,'69'-108,"-32"53,-3 0,-3-3,-2 0,-2-2,-2-9,-20 94,0 148,-1-94,-3 0,-3 0,-4-1,-9 37,13-104,1-8,0 0,0 1,0-1,1 0,-1 0,1 0,0 1,-1-1,2 0,-1 0,0 0,1 1,-1-1,1 0,0 0,0 0,0 0,1 2,8 4</inkml:trace>
  <inkml:trace contextRef="#ctx0" brushRef="#br0" timeOffset="62">9645 2019,'1'-3,"22"-26,-1-1,-2-1,-1-1,-1 0,-2-2,-2 0,11-34,-20 55,-5 34,0-14,11 459,-11-460,0 0,0 0,0 1,0-1,-1 0,0 0,-1 0,1-1,-1 1,0 0,0 0,-1-1,0 1,0-1,0 0,-1 0,1 0,-1-1,-1 2,38-7,193-29,-185 28</inkml:trace>
  <inkml:trace contextRef="#ctx0" brushRef="#br0" timeOffset="63">8776 2353,'18'0,"11"0,6-2,6-1,-1 0,-2 1,-8 0</inkml:trace>
  <inkml:trace contextRef="#ctx0" brushRef="#br0" timeOffset="64">1182 2834,'101'22,"139"-6,-185-8,0-1,0-4,0-1,31-5,4 2,226 0,-217-7,-1-4,16-8,-14 2,161 5,-34 4,-63-5,13 1,238 6,14 0,-264 8,199 0,-146 12,205-24,32 9,120 43,1-43,-272-12,1192 15,-1164-22,-156 7,152-6,10 8,-235 11,0-5,-1-4,0-4,2-6,-62 11,1 1,1 2,0 2,23 2,25 2,-83-2,-4-1</inkml:trace>
  <inkml:trace contextRef="#ctx0" brushRef="#br0" timeOffset="65">1423 4104,'21'5,"0"0,0-2,0-1,0 0,15-2,28 2,403 21,-122-33,199-8,-29 4,-184-7,-103 2,353-24,62 20,-431 5,104 8,274-16,-70-3,142-4,-207 17,-199 0,383-11,-72 28,-76 50,36-11,-9-24,-488-17,57 7,-83-1,-10-3</inkml:trace>
  <inkml:trace contextRef="#ctx0" brushRef="#br0" timeOffset="74">6168 3102,'-7'0,"-1"0,0 0,0 1,0 0,1 1,-1-1,1 2,-1-1,1 1,0 0,0 0,0 1,0 0,0 0,1 1,0 0,0 0,0 0,1 1,0 0,0 0,0 0,1 1,0-1,0 1,0 0,0 3,-2 1,1 1,0 0,0 0,1 0,1 0,0 1,1-1,0 1,1 0,0 0,1 0,1-1,0 1,1 0,0 0,1-1,0 1,1-1,0 0,1 0,0 0,1-1,1 0,-1 0,2-1,0 1,0-1,8 6,-6-8,1 0,0-2,1 1,-1-2,1 1,0-1,0-1,1-1,0 1,-1-2,1 0,0 0,0-1,0-1,0 0,0-1,4-1,-10 1,-1-1,0 0,0 0,0 0,0-1,-1 0,1 0,-1 0,1-1,-1 0,0 0,-1 0,1-1,-1 1,0-1,0 0,0-1,0 1,-1 0,0-1,2-6,3-7,-1-1,-1 0,0-1,-2 1,0-1,-1-2,0 5,0 1,-2-1,0 0,0 0,-2 0,0 0,-1 0,-1 0,-1 0,0 1,-1 0,-1 0,-1 0,0 1,-1-1,-1 2,0-1,-2 2,-3-6,9 15,0 1,-1 0,1 0,-1 0,0 1,0 0,0 0,0 1,0-1,-1 1,1 0,-1 1,1 0,-1 0,0 0,1 1,-1 0,0 0,1 1,-1 0,0 0,1 0,-1 1,1 0,0 0,-2 1,-4 3,-1 0,1 1,0 0,0 1,1 1,0 0,0 0,1 1,0 0,1 0,0 2,0 0,-2 5,1 1,1-1,0 2,2-1,0 1,1 0,0 1,2 0,1-1,-1 17,0 33</inkml:trace>
  <inkml:trace contextRef="#ctx0" brushRef="#br0" timeOffset="75">7318 3435,'54'-109,"48"-74,-26 51,-59 109,-8 42,-8 63,-4-1,-3 0,-4 0,-3-1,-4 0,-7 14,21-85,3-6,-1 1,1-1,-1 0,0 0,0 0,0 0,0 0,-1 0,1 0,-1 0,0 0,1-1,-1 1,-1-1,1 1,0-1,-1 0,1 0,-1 0,1 0,-4 1,0 4,32-6,-19-1,316-5,-264 2</inkml:trace>
  <inkml:trace contextRef="#ctx0" brushRef="#br0" timeOffset="76">8709 3195,'-6'15,"0"-1,1 2,1-1,1 1,0-1,1 1,0 0,2 0,0 14,1-22,-1 0,2-1,-1 1,1 0,0-1,1 1,-1-1,1 0,1 0,0 0,0 0,0-1,1 0,-1 1,2-2,-1 1,1 0,-1-1,1 0,7 3,-6-4,0 0,1 0,-1-1,1-1,0 1,0-1,0 0,0-1,0 0,0 0,0-1,0 0,1-1,-1 1,0-1,0-1,0 0,0 0,0 0,-1-1,1 0,-1-1,0 0,0 0,0 0,6-5,-2 1,0-1,-1 0,0-1,-1 1,0-2,0 1,-1-1,0-1,-1 0,0 0,-1 0,-1 0,0-1,0 0,2-11,-6 15,1 1,-1-1,-1 1,0-1,0 1,0-1,-1 0,-1 1,1-1,-1 1,-1 0,1 0,-1 0,-1 0,0 0,0 1,0-1,-1 1,0 0,0 0,-1 1,0 0,0 0,0 0,-1 1,0-1,0 2,0-1,-1 1,0 0,1 1,-1 0,-1 0,1 0,-4 0,0 1,0 1,0 0,0 1,0 0,1 1,-1 0,0 0,0 2,1-1,-1 2,1-1,0 1,0 1,0 0,1 1,-1 0,1 0,1 1,-7 6,9-7,0 0,1 0,-1 1,1 0,1 0,-1 1,1 0,1 0,-1 0,1 0,1 1,-1-1,2 1,-1 0,1 0,0 0,1 0,0 1,1-1,0 0,0 0,1 0,0 1,0-1,2 4,1-3,-1 1,2-1,0-1,0 1,0-1,1 0,1 0,-1 0,2-1,6 7,33 27</inkml:trace>
  <inkml:trace contextRef="#ctx0" brushRef="#br0" timeOffset="77">9671 3248,'-2'11,"1"0,0 0,1 0,0 0,1 0,0 0,1 0,0 0,0-1,1 1,1-1,0 1,0-1,1-1,0 1,1 0,0-1,0 0,1-1,0 0,1 0,4 4,-3-7,0 0,1 0,-1-1,1 0,-1-1,1 0,0 0,0-1,1-1,-1 1,0-2,1 1,-1-2,0 1,1-1,-1-1,0 0,0 0,0-1,0-1,-1 1,1-1,-1-1,0 0,7-5,-4 3,0-1,0-1,-1 0,0 0,-1-1,0-1,0 0,-1 0,-1-1,0 0,0 0,-1-1,-1 0,0 0,-1 0,-1-1,1 0,-1-4,-3 8,1-1,-2 1,1 0,-2 0,1 0,-1-1,-1 1,0 0,0 0,-1 1,0-1,-1 0,0 1,0 0,-1 0,0 0,-1 1,0-1,0 1,-1 1,0-1,0 1,-1 0,0 1,0 0,-1 0,1 1,-1 0,0 0,-1 1,1 0,-1 1,0 0,0 1,0 0,0 0,0 1,-6 0,7 2,-1 0,1 1,0 0,0 0,-1 1,2 0,-1 1,0 0,1 0,0 1,0 0,0 0,1 1,-1 0,1 1,1-1,-1 1,1 0,0 2,-10 12,1 1,2 1,0 0,1 1,1 1,1 3,-19 52</inkml:trace>
  <inkml:trace contextRef="#ctx0" brushRef="#br0" timeOffset="78">1543 5414,'9'9,"29"-2,0-1,0-1,0-3,38-1,67 4,200 6,-190-2,136-11,146-38,-67 13,-293 27,88-1,57-12,-46 2,125 9,-140 4,434-2,-309 13,1145-13,-1094-14,116-11,95-20,-37 30,-350 8,160-17,-119-4,154-1,-45 14,-56 2,147 14,-225 12,-172-13,0 0,0-1,0 1,0 1,0-1,0 0,0 1,0 0,0-1,-1 1,1 0,0 1,0-1,-1 0,1 1,0-1,-1 1,1 1,-20 5,-1-6</inkml:trace>
  <inkml:trace contextRef="#ctx0" brushRef="#br0" timeOffset="79">6129 4452,'-10'4,"-1"1,1 0,0 1,1 0,0 1,0 0,0 0,1 1,0 0,0 0,1 1,0 0,0 0,1 1,1 0,0 0,0 0,0 0,2 1,-1 0,1 0,1 0,0 0,0 2,3-2,0-1,0 0,1 0,0 0,1 0,0-1,0 1,1-1,1 0,-1 0,1 0,1 0,0-1,0 0,1 0,-1-1,2 0,-1 0,1 0,0-1,2 1,5 3,1 0,1-1,-1-1,1 0,0-1,1-1,0-1,0 0,0-2,1 0,4 0,-17-2,1-1,0 0,-1 0,1-1,0 0,-1 0,1 0,-1-1,1 0,-1 0,0-1,0 1,0-1,0-1,0 1,-1-1,1 0,-1 0,0-1,-1 1,1-1,-1 0,0-1,0 1,0-1,1-3,3-7,-2 0,0 0,0-1,-2 0,0 0,-1 0,-1 0,0 0,-1-1,-1 1,-1 0,0-1,-2 1,0 0,0 0,-2 0,0 1,-1-1,-6-10,8 17,-2 1,0 0,0 1,0-1,-1 1,0 0,-1 1,0 0,0 0,0 0,-1 1,0 1,0-1,-1 2,0-1,1 1,-1 0,-1 1,1 1,0-1,-1 2,1-1,-1 1,0 1,1 0,-1 0,1 1,-1 1,1 0,-1 0,1 1,0 0,0 1,0 0,0 0,1 1,0 1,-3 2,5-4,2 1,-1 0,0 0,1 1,0 0,0-1,1 2,0-1,0 0,0 1,1 0,0 0,0 0,1 0,0 0,0 1,0-1,1 0,0 1,1 0,0-1,0 1,1-1,-1 1,2 4,11 34</inkml:trace>
  <inkml:trace contextRef="#ctx0" brushRef="#br0" timeOffset="80">7505 4800,'60'-210,"-34"126,-4 0,3-31,-22 95,-7 58,2-23,-7 47,3 0,2 0,4 1,2-1,2 1,4-1,7 27,1-34</inkml:trace>
  <inkml:trace contextRef="#ctx0" brushRef="#br0" timeOffset="81">8855 4506,'-14'-1,"10"0,0 0,0 1,0-1,1 0,-1 1,0 0,0 0,0 0,0 1,0-1,0 1,0 0,0 0,1 0,-1 1,0-1,1 1,-1 0,1 0,0 0,-1 0,1 1,0-1,0 1,1 0,-1 0,0 0,1 0,0 1,0-1,0 0,0 1,1-1,-1 3,2 5,0 0,1 1,1-1,0 0,1 1,0-1,0 0,2-1,-1 1,1-1,0 0,1 0,0 0,1-1,0 0,1 0,7 6,-4-2,1-1,0 0,1-1,1-1,0 0,0 0,0-2,1 0,1 0,4 0,-13-5,0 0,1-1,-1 0,0-1,1 0,-1 0,1 0,-1-1,1 0,-1 0,1-1,-1 0,1-1,-1 1,0-1,0-1,0 1,0-1,0-1,0 1,-1-1,1 0,-1 0,1-2,4-7,-1 0,-1 0,0-1,-1 0,-1 0,0-1,0 0,-2 0,0 0,-1-1,0 0,-1 0,-1 0,-1 0,0 0,-1 0,0-1,-2 1,0-2,2 1,-1 0,0 0,-1 1,-1-1,-1 0,0 1,-1 0,-1 0,0 1,-1-1,-1 1,0 0,-1 1,-1 0,0 1,-1 0,-2-1,8 10,0 1,0 0,-1 0,1 0,-1 1,1-1,-1 1,0 1,0-1,0 1,0 0,0 0,0 1,0 0,0 0,0 0,0 1,0 0,0 0,0 0,0 1,0 0,1 0,-1 1,1-1,-1 1,-4 4,-6 3,1 1,0 0,0 2,1-1,1 2,0 0,1 0,-5 9,8-12,1 0,1 0,0 1,0 0,1 1,1 0,0-1,1 1,0 1,1-1,0 1,1-1,1 1,0 0,1-1,1 1,0 2,10 23</inkml:trace>
  <inkml:trace contextRef="#ctx0" brushRef="#br0" timeOffset="82">9711 4559,'148'-239,"-29"56,-105 158,-14 25,0 0,0 0,0 1,0-1,1 0,-1 0,0 0,0 0,0 1,0-1,1 0,-1 0,0 0,0 0,0 0,0 0,1 0,-1 0,0 0,0 0,0 0,-1 5,-11 58,2 0,3 1,3 0,3 1,2-1,3 0,3 0,3 0,5 11,3 2</inkml:trace>
  <inkml:trace contextRef="#ctx0" brushRef="#br0" timeOffset="83">1477 6925,'0'0,"0"0,0 0,1 0,-1 0,0 0,1 0,-1 0,0 0,1 0,-1 0,0 0,0 1,1-1,-1 0,0 0,0 0,1 0,-1 1,0-1,0 0,0 0,1 1,-1-1,0 0,0 0,0 1,0-1,1 0,-1 0,0 1,0-1,0 0,0 1,0-1,0 0,0 0,0 1,0-1,0 0,0 1,0-1,0 0,0 1,0-1,0 0,-1 0,1 1,0-1,0 0,0 0,0 1,-1-1,36 2,-35-2,533-10,-37-1,-265 6,35 12,42-17,-168 1,134-10,237-5,-40-2,-375 26,90-1,64-14,-63-1,81 7,-235 9,406-11,-202-2,5 11,402-25,-262 20,419 1,-308-7,-442 13,104 0,76-13,-61 2,84 8,-243 3,270-13,-44-1,-61 4,175 7,-342 3,-7 1,0-1,-1 1,1-1,-1 0,1 1,0-1,-1 0,1 0,0 0,-1-1,1 1,0 0,-1 0,1-1,-1 1,1-1,0 0,-1 1,0-1,1 0,-1 0,1 0,-1 0,0 0,0 0,1 0,-1 0,0-1,0 1,0 0,0-1,0 0,-1-9</inkml:trace>
  <inkml:trace contextRef="#ctx0" brushRef="#br0" timeOffset="84">6155 5882,'-6'-1,"0"0,-1 0,1 1,-1 0,1 0,-1 0,1 1,0 0,-1 0,1 1,0 0,0 0,0 0,0 1,0 0,0 0,1 1,0-1,-1 1,1 0,1 0,-1 1,1 0,-1-1,1 2,1-1,-7 10,1 0,1 1,0 0,1 0,1 1,1 0,0 0,1 0,1 1,0-1,2 1,0 0,1 0,1 5,0-13,1-1,1 1,0-1,0 1,1-1,0 0,0 0,1 0,0-1,1 0,0 0,0 0,1-1,0 0,0 0,1 0,-1-1,1 0,1-1,-1 0,1 0,0-1,0 0,0 0,1-1,-1-1,1 1,6-1,4 3,0-2,1 0,-1-1,1-1,0-1,-1-1,1-1,-1 0,0-2,9-3,-18 5,-1-2,0 1,-1-1,1-1,0 0,-1 0,0-1,-1 0,1 0,-1-1,0 0,-1-1,0 0,0 0,0 0,-1-1,0 0,-1 0,0 0,-1-1,0 0,0-4,-1-1,0 1,-1-1,-1 0,0 0,-1 0,-1 1,0-1,-1 0,-1 1,0-1,-1 1,0 0,-1 0,-1 0,0 1,-1 0,-1 0,0 0,0 1,-1 0,-1 1,0 0,0 1,-1 0,0 0,-1 1,0 1,-1 0,0 0,0 2,0-1,-3 1,2 2,0 1,1 1,-1 0,0 1,0 1,0 0,0 1,0 0,1 1,-1 1,0 0,1 1,0 0,0 1,0 1,0 0,1 0,0 2,2-3,1 1,0 1,0 0,1 0,-1 0,2 1,-1 0,1 1,0 0,1 0,0 1,0-1,1 1,1 0,-1 1,2-1,-1 1,1 0,1-1,0 1,1 0,-1 6,5 34</inkml:trace>
  <inkml:trace contextRef="#ctx0" brushRef="#br0" timeOffset="85">7505 6230,'150'-332,"-78"148,-68 178,-6 18,2-9,-6 29,-11 49,4 1,4 0,3 1,5 59,7-76</inkml:trace>
  <inkml:trace contextRef="#ctx0" brushRef="#br0" timeOffset="86">8816 6163,'21'-30,"-1"-1,-2-1,-1-1,-2 0,-1-1,-2 0,-1-1,-2 0,-1-1,2-25,-2-40,-27 378,8-162,5 0,5 7,5-60</inkml:trace>
  <inkml:trace contextRef="#ctx0" brushRef="#br0" timeOffset="87">9979 5843,'-12'26,"1"1,2 0,0 1,2 0,0 2,6-22,0 0,0 0,1-1,0 1,0 0,1 0,0 0,0-1,1 1,0 0,0-1,1 0,0 1,0-1,1 0,0 0,0-1,1 1,-1-1,2 0,-1 0,6 2,0 1,0-2,1 0,0 0,0-1,1-1,0 0,0 0,0-1,0-1,1 0,-1-1,1-1,-1 0,1 0,0-2,0 0,-1 0,1-1,-1-1,1 0,-1-1,0 0,0-1,-1-1,0 0,0-1,0 0,0 0,-1-1,2-3,-3 2,-1 1,1-2,-2 1,0-1,0-1,0 0,-2 0,1 0,-1 0,-1-1,0 0,-1-1,0 1,-1-1,0 1,-1-1,0 0,-1 0,-1 0,0 0,-1 0,0 0,-1 0,0 0,-1 1,0-1,-1 1,-1 0,0 0,-1 0,0 1,0-1,-8-8,7 12,1 0,-1 0,-1 0,0 1,0 0,0 1,-1-1,0 2,0-1,-1 1,1 1,-1 0,0 0,0 1,-1 0,1 1,-1 0,1 0,-1 1,1 1,-1 0,0 0,1 1,-1 0,1 1,-1 1,1-1,0 1,0 1,0 0,0 1,-6 3,-5 6,0 1,0 2,2-1,0 2,1 1,1 0,1 1,0 1,2 0,-9 19,-27 46</inkml:trace>
  <inkml:trace contextRef="#ctx0" brushRef="#br0" timeOffset="88">1637 8343,'1050'0,"-764"-21,-189 10,1 5,52 4,-128 3,103 6,1-5,-1-6,17-7,9-9,142 2,149 4,240-25,-184 32,-280 2,-44 1,64-13,303-31,-52 16,-53 17,508-43,-727 45,144 12,-167 2,879-1,-945 14,-105-14,-34-1</inkml:trace>
  <inkml:trace contextRef="#ctx0" brushRef="#br0" timeOffset="89">6196 7286,'-12'0,"1"2,0 0,0 0,0 1,0 0,0 1,0 0,1 1,0 0,0 0,0 1,0 1,1 0,1 0,-1 1,1-1,0 2,1-1,-1 2,2-3,0 1,1 0,-1 0,1 0,1 1,0-1,0 1,1 0,0 0,0 1,1-1,1 1,-1-1,1 1,1-1,0 1,0 0,1-1,0 1,1-1,0 1,2 4,0-6,0 0,0 0,1-1,0 1,0-1,1 0,0-1,0 1,1-1,-1 0,1-1,1 0,-1 0,1 0,0-1,0 0,0-1,0 1,1-2,9 4,1-1,-1 0,1-2,0 0,0-1,0-1,0-1,9-1,-17 0,-1 1,0-1,0-1,1 1,-1-2,0 1,-1-2,1 1,0-1,-1-1,0 0,0 0,0 0,-1-1,0-1,0 0,-1 0,1 0,-1-1,-1 0,0 0,0 0,0-1,-1 0,-1 0,1-1,-1 1,-1-1,0 0,0 0,-1 0,-1 0,1-3,-4-3,0 1,-1 0,-1 0,0 0,-1 0,-1 1,0 0,-1 0,0 0,-1 1,0 0,-2 1,1 0,-1 0,-1 1,0 0,-1 1,0 0,0 1,-1 0,0 1,-1 1,0 0,0 1,0 0,-1 1,0 1,-8-2,15 4,0 0,0 1,-1 0,1 0,0 1,0 0,0 0,0 1,0 0,0 0,0 1,0 0,0 1,0 0,1 0,-1 0,1 1,0 0,0 0,0 1,1 0,0 0,0 1,0 0,0 0,1 0,0 0,0 1,-1 3,-2 7,0 1,1 0,1 0,1 1,1 0,-3 16,-2 40</inkml:trace>
  <inkml:trace contextRef="#ctx0" brushRef="#br0" timeOffset="90">7546 7607,'95'-339,"-81"217,-21 190,1 67,6 0,10 44,-2-99</inkml:trace>
  <inkml:trace contextRef="#ctx0" brushRef="#br0" timeOffset="91">8923 7620,'3'-61,"3"0,3 1,15-58,-5 28,2-66,-28 222,2 0,4 62,3-77,1 1,3-1,2-1,4 8,7 14</inkml:trace>
  <inkml:trace contextRef="#ctx0" brushRef="#br0" timeOffset="92">10033 7580,'97'-443,"-86"329,-16 142,-19 251,12 7,11-192</inkml:trace>
  <inkml:trace contextRef="#ctx0" brushRef="#br0" timeOffset="93">1637 9679,'296'-13,"52"25,-209-3,1-6,77-10,-25-13,21-2,66 7,311 19,-219-38,76-4,-412 37,1021-47,-312 1,-37 22,793 26,-777-41,-440 32,90 2,-274-6,240 11,-309-6,-27 1</inkml:trace>
  <inkml:trace contextRef="#ctx0" brushRef="#br0" timeOffset="94">6209 8970,'127'-397,"-97"260,-28 124,-6 22,-6 41,2 1,2-1,2 48,2-29,3-1,4 1,2-1,5 10,1-15</inkml:trace>
  <inkml:trace contextRef="#ctx0" brushRef="#br0" timeOffset="95">7292 8770,'-1'11,"0"0,0 0,2 0,-1-1,1 1,1 0,-1 0,2 0,0-1,0 0,1 1,0-1,1 0,0-1,0 1,1-1,1 0,-1-1,1 1,1-1,-1-1,7 5,3 0,0-1,0-1,1 0,0-1,1-1,0-1,0-1,1-1,-1 0,1-2,0 0,1-1,-1-1,0-1,0 0,0-2,1-1,-1 0,-1-1,1-1,-1-1,12-5,-22 6,0 1,0-1,0 0,-1-1,0 0,0 0,0-1,-1 0,0-1,0 1,-1-1,0 0,0-1,-1 0,0 0,-1 0,0 0,0-1,-1 1,0-1,-1 0,0 0,0 0,-1 0,-1 0,1 0,-2 0,1-1,-2 1,-1-7,1 4,-1 1,-1-1,0 1,-1 0,0 0,-1 1,0-1,-1 1,0 1,0-1,-1 1,-1 1,0-1,0 1,-1 1,0 0,0 0,-1 1,0 0,0 1,-1 1,0-1,0 2,0 0,0 0,-1 1,0 0,1 1,-1 1,0 0,0 1,0 0,0 1,1 1,-1 0,0 0,-11 5,10-2,0 1,1 0,0 1,0 1,1 0,-1 0,2 1,-1 1,2 0,-1 1,1 0,0 1,5-6,1-1,0 1,0 0,0 1,1-1,0 1,0-1,1 1,-1 0,2 0,-1 0,1 0,0 0,0 1,1-1,0 0,0 0,1 0,0 1,0-1,1 0,-1 0,2 0,-1-1,3 5,29 38,9-9</inkml:trace>
  <inkml:trace contextRef="#ctx0" brushRef="#br0" timeOffset="96">8936 8689,'-5'7,"-1"0,1 0,0 1,1 0,0 0,0 0,1 0,0 0,0 1,1-1,0 1,0 0,1 0,0 0,1 0,0-1,1 1,-1 0,2 0,-1 0,1 0,0-1,1 1,0-1,1 0,-1 0,2 0,-1 0,1-1,0 1,0-1,1-1,6 7,1-5,-1 0,1-1,0-1,1 0,0-1,0 0,0-1,0-1,0 0,1-1,0-1,-1 0,1-1,0 0,-1-1,1-1,-1 0,1-1,-1-1,0 0,0-1,-1 0,1-1,-1-1,0 0,-1-1,0 0,0-1,-1 0,0-1,0 0,-1-1,-1 0,1-1,-2 0,0 0,0 0,-1-1,2-7,-5 10,-1 0,0-1,0 1,-1-1,-1 0,0 1,0-1,-1 0,0 0,-1 0,0 1,-1-1,0 0,-1 1,0 0,0-1,-1 1,-1 0,0 1,0-1,-1 1,0 0,0 0,-1 1,0 0,-1 0,1 1,-2 0,1 0,-1 1,0 0,0 0,-10-4,6 6,0-1,-1 2,1 0,-1 0,1 2,-1-1,0 2,0 0,1 0,-1 2,0 0,1 0,-1 1,1 0,0 2,0-1,0 2,1-1,-1 2,1 0,1 0,0 1,0 0,0 1,1 1,0-1,1 1,0 1,1 0,0 0,0 1,2 0,-1 0,1 0,1 1,0 0,0 5,4-11,0-1,1 1,-1 0,1 0,1 0,0 0,0 0,0 0,0-1,1 1,0 0,1-1,0 0,0 1,0-1,0 0,3 1,30 40</inkml:trace>
  <inkml:trace contextRef="#ctx0" brushRef="#br0" timeOffset="97">9845 8703,'-3'11,"1"-1,1 0,0 0,0 1,1-1,0 1,1-1,0 1,0-1,1 0,1 0,0 0,0 0,1 0,0-1,1 1,0-1,0 0,1-1,0 1,1-1,4 1,0 0,1-1,-1-1,2 0,-1-1,1 0,0 0,0-2,0 0,1 0,-1-1,1-1,0 0,0-1,0 0,0-1,0-1,0 0,0-1,0-1,-1 0,1 0,-1-2,0 0,0 0,0-1,-1 0,0-1,0-1,7-6,-14 9,0 0,1-1,-2 0,1 0,-1 0,0-1,0 1,-1-1,0 0,0 0,0 0,-1-1,0 1,-1-1,0 1,0-1,0 1,-1-1,0 1,-1-1,1 0,-1 1,-1-1,0 1,0 0,0 0,-1-1,0 1,0 1,-1-1,-1-1,-2-4,-1 0,-1 1,0 1,-1-1,0 1,0 1,-1 0,0 1,-1 0,1 0,-2 1,1 1,-1 0,0 1,0 0,0 1,-1 0,0 1,1 1,-1 0,0 1,0 0,0 2,0-1,0 2,0-1,0 2,0 0,1 1,-1 0,1 1,0 0,1 1,-9 6,-42 36,12 3</inkml:trace>
  <inkml:trace contextRef="#ctx0" brushRef="#br0" timeOffset="98">1717 11096,'4'3,"0"-1,1 0,-1-1,1 1,-1-1,1 0,-1 0,1 0,0 0,0-1,-1 0,1 0,0 0,2-1,6 1,46-3,0-2,0-2,34-11,92-11,238 16,14-7,-344 20,304-10,181-6,10-12,-417 29,224-9,126-11,-12-3,-215 5,111 3,194 0,-69 7,165 0,-425 9,1485-2,-1754 0,0 0,0 1,0-1,0 0,0 0,0 0,0 0,0 0,0 0,0 0,0 0,0 0,0-1,0 1,0 0,0-1,0 1,0-1,0 1,0-1,0 1,-1-1,1 0,0 1,0-1,0 0,-1 1,1-1,-1 0,1 0,0 0,-1 0,1 0,-1 0,0 0,1 0,-1 0,0 0,0 0,1 0,-1 0,0 0,0-1,-3-12</inkml:trace>
  <inkml:trace contextRef="#ctx0" brushRef="#br0" timeOffset="99">6276 10307,'32'-108,"11"-35,9-71,-46 185,-6 29,0 0,0 1,0-1,1 0,-1 0,0 1,0-1,0 0,0 0,1 0,-1 1,0-1,0 0,1 0,-1 0,0 0,0 0,1 1,-1-1,0 0,1 0,-1 0,0 0,0 0,1 0,-1 0,0 0,1 0,-1 0,0 0,0 0,1 0,-1 0,0 0,1-1,-1 1,6 238,-6-205,-1 10,2 1,1 0,3-1,1 0,6 16,5-8</inkml:trace>
  <inkml:trace contextRef="#ctx0" brushRef="#br0" timeOffset="100">7533 10053,'-6'13,"0"0,1 0,1 0,0 1,0 0,2-1,0 1,0 0,2 0,-1 0,2 1,-1-7,1-1,0 0,0 0,1 0,0 0,0 0,1-1,0 1,0-1,0 1,1-1,0 0,0 0,1-1,-1 1,1-1,0 0,1 0,-1-1,1 1,0-1,2 0,4 3,1-2,0 0,0 0,1-1,-1-1,1 0,0-1,0-1,0 0,-1-1,1 0,0-1,0-1,0 0,0 0,-1-2,1 0,-1 0,0-1,-1-1,1 0,-1-1,0 0,0-1,-1 0,0-1,-1 0,0-1,0 0,-1 0,0-1,-1 0,0-1,2-6,-7 11,-1 0,0-1,0 1,0-1,-1 0,-1 0,1 1,-1-1,0 0,-1 0,0 1,0-1,-1 0,0 1,0-1,0 1,-1 0,-1-1,1 1,-1 1,0-1,0 1,-1-1,0 1,0 0,-2-1,-5-5,0 1,0 0,-1 1,-1 1,1 0,-2 0,1 1,-1 1,0 1,0 0,-1 1,-1 0,6 3,0 0,1 0,-1 1,0 1,1 0,-1 1,0-1,1 2,-1 0,0 0,1 1,-8 3,12-4,1 0,0 1,0 0,-1 0,2 0,-1 1,0-1,1 1,0 0,-1 1,2-1,-1 1,0-1,1 1,0 0,0 0,1 1,-1-1,1 1,0-1,0 1,1 0,-1 4,4 47,11-4</inkml:trace>
  <inkml:trace contextRef="#ctx0" brushRef="#br0" timeOffset="101">9110 9987,'-6'12,"1"0,0 1,1 0,0 0,1 0,0 1,1-1,0 1,2-1,-1 1,2-1,0 1,0-1,1 1,1-1,0 0,2 2,-1-9,0 1,1 0,-1-1,2 0,-1 0,1 0,0-1,0 1,0-2,1 1,0-1,0 0,0 0,0-1,1 0,-1 0,1 0,0-1,0-1,-1 1,1-1,0-1,0 1,1-1,-1-1,0 1,0-1,-1-1,1 0,0 0,0 0,-1-1,1 0,-1 0,0-1,0 0,0-1,-1 1,1-1,1-2,2-2,-1 0,0-1,0 0,-1 0,0-1,-1 0,0 0,-1 0,0-1,-1 0,-1-1,1 1,-2-1,0 1,0-4,-1 7,-1 0,-1-1,1 1,-1 0,-1-1,1 1,-2 0,1 0,-1 0,-1-1,0 2,0-1,-1 0,0 1,0-1,-1 1,0 0,0 1,-1-1,0 1,-4-4,3 5,0 0,0 1,-1-1,1 1,-1 1,0-1,-1 2,1-1,-1 1,1 0,-1 1,0-1,0 2,0 0,0 0,-1 0,1 1,0 1,0-1,0 1,0 1,0 0,0 0,0 1,0 0,1 1,0-1,-1 2,1-1,1 1,-1 0,1 1,0 0,0 0,0 0,-3 6,4-5,0 0,1 0,0 1,0 0,1 0,0 0,1 1,-1-1,2 1,-1 0,1 0,0 0,1 0,0 0,1 0,0 1,0-1,1 0,0 0,0 0,1 0,1 0,-1 0,1-1,1 1,0 0,25 40</inkml:trace>
  <inkml:trace contextRef="#ctx0" brushRef="#br0" timeOffset="102">10046 10133,'24'-44,"-2"-2,-2 0,-3-1,-1-1,-2-1,7-49,-14 146,19 505,-19-490</inkml:trace>
  <inkml:trace contextRef="#ctx0" brushRef="#br0" timeOffset="103">6289 11885,'49'-85,"-4"-2,-3-1,28-89,-12-16,-78 304,5 0,5 1,4 105,6-176,1 0,2 0,1-1,2 1,3-1,9 31,1-23</inkml:trace>
  <inkml:trace contextRef="#ctx0" brushRef="#br0" timeOffset="104">7533 11591,'-6'9,"0"1,1 0,0 0,1 1,0 0,0-1,1 1,1 0,0 1,1-1,0 0,0 1,1-1,1 0,0 1,0-1,1 0,1 0,0 0,0 0,1 0,0-1,1 0,0 0,1 0,0 0,1-1,0 0,0 0,1-1,0 0,0 0,1-1,0 0,0 0,9 3,-8-3,1 0,0-1,0-1,0 0,0 0,1-1,0-1,0 0,0 0,0-1,1-1,-1 0,0-1,1 0,-1-1,0 0,1-1,-1 0,0-1,0 0,-1-1,1-1,-1 0,0 0,0-1,0-1,2-1,-3-2,0 0,-1-1,0 0,0-1,-2 0,1 0,-1 0,-1-1,-1 0,1 0,-2-1,0 1,-1-1,0 0,-1 0,0 0,-1 0,-1-13,0 15,-1 1,0 0,0 0,-1 0,0 0,-1 0,0 0,-1 1,0 0,-1-1,0 1,0 1,-1-1,0 1,-1 0,0 0,-1 1,1 0,-1 0,-1 1,0 0,0 1,0 0,-3-1,4 3,-2 1,1 0,0 0,-1 1,1 0,-1 0,1 1,-1 1,0 0,0 0,1 1,-1 0,1 0,-1 1,1 0,-1 1,1 0,0 1,0 0,0 0,-6 5,-3 2,0 1,0 1,1 1,1 0,0 1,1 1,1 0,0 1,-3 6,8-9,0 0,1 1,0-1,1 2,1-1,0 1,1-1,1 2,1-1,0 0,1 1,0 7,5 31</inkml:trace>
  <inkml:trace contextRef="#ctx0" brushRef="#br0" timeOffset="105">9271 11805,'3'-59,"2"1,13-53,4-44,-17 75,-10 66,-2 39,-2 56,4 1,5 33,0-114,0 67,4 0,2 0,4 0,2-1,8 19,-4-33</inkml:trace>
  <inkml:trace contextRef="#ctx0" brushRef="#br0" timeOffset="106">10207 11671,'-4'20,"1"-1,1 1,1-1,1 1,0 0,3 10,-2-23,0 0,1-1,-1 1,1-1,1 1,-1-1,1 0,1 0,-1 0,1 0,0-1,0 0,0 1,1-1,0-1,0 1,0-1,0 0,1 0,3 2,0-2,0 0,0 0,0-1,0 0,1-1,-1 0,0 0,1-1,0 0,-1-1,1 0,0-1,-1 0,1 0,-1-1,1 0,-1-1,0 0,0 0,0-1,0 0,-1-1,1 0,-1 0,5-5,2-1,0-1,-1-1,0-1,-1 0,-1 0,0-2,-1 1,0-1,-1-1,-1 0,-1 0,4-12,-8 21,-1-1,1 1,-1-1,-1 0,0 0,0 0,-1 0,0-1,0 1,-1 0,0 0,-1-1,0 1,0 0,-1 0,0 0,-1 0,0 0,-1 0,1 1,-1 0,-1-1,0 1,0 1,-1-1,1 1,-2 0,1 0,-1 1,0 0,-4-3,-2 5,-1-1,1 2,-1 0,0 0,0 2,0-1,0 2,0 0,0 1,0 0,0 1,1 0,-1 1,0 1,1 0,0 1,0 1,0 0,1 0,0 1,0 1,-7 5,-23 16,1 1,2 2,-29 31,-16 21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19:22.57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1022 167,'-1'-4,"-1"0,1 0,-1 0,-1 1,1-1,0 1,-1-1,0 1,1 0,-1 0,-1 0,1 1,0-1,-1 1,1 0,-1 0,0 0,1 0,-1 0,0 1,0 0,0 0,0 0,-1 0,-10-5,-46-18,-1 3,0 3,-1 2,-17 0,54 15,0 1,0 1,0 1,0 2,0 0,1 2,0 1,0 0,0 2,1 1,0 1,1 1,1 1,-6 5,13-10,0 0,1 1,-1 1,2 0,-1 1,2 0,-1 1,2 1,0 0,0 0,1 1,1 0,0 1,1 0,0 0,2 1,0 0,0 0,2 1,0-1,1 1,-1 8,2 0,1 0,1-1,1 1,1 0,1 0,2-1,0 1,1-1,2-1,0 1,2-1,2 2,-1-4,1-2,1 1,1-2,1 0,0 0,1-2,1 0,1 0,0-2,1 0,1-2,0 0,0-1,1-1,9 3,-2-1,-1-1,2-2,-1 0,1-2,0-1,1-2,0-1,-1-1,1-1,0-2,0-1,-1-1,1-2,-1-1,0-1,0-1,-1-2,0-1,-1-1,8-5,-15 4,-1 0,0-1,-1-1,0 0,-2-1,0-2,0 1,-2-2,0 0,-1 0,-2-1,0-1,0 0,-2 0,-1-1,-1 0,0-1,-2 0,-1 0,0 0,-2 0,-1 0,-1-15,0 18,-2 0,0 0,-1 1,-1-1,-1 1,-1 0,0 0,-2 1,0 0,-1 0,0 1,-2 0,0 0,-1 1,-1 1,0 0,-1 1,0 0,-1 1,-1 1,0 0,-1 1,0 1,0 1,-10-4,-6 1,0 2,0 1,-1 2,0 1,0 1,0 2,-1 2,1 1,0 1,-33 7,-35 6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19:26.23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18 290,'0'593,"0"-585,-1-1,0 1,1-1,0 0,1 1,-1-1,1 0,1 0,-1 0,1 0,0 0,1 0,0 0,0 0,0-1,1 0,4 6,-3-10,0 1,0-1,1 0,-1-1,1 1,-1-1,1 0,-1-1,1 1,0-1,-1 0,1 0,0-1,-1 0,1 0,-1 0,1-1,2 1,77-11,2 5,-1 3,73 7,89 3,65-13,-178 3,-132 2,0 1,1-1,-1 0,0 0,0 0,0 0,0 0,-1 0,1-1,0 1,-1-1,0 0,0 0,0 0,0 0,0 0,-1 0,1-1,-1 1,0-1,0 1,0-1,0 1,-1-1,1 1,-1-1,0 0,0 1,0-1,-1 1,1-1,-1-1,2-14,6-289,-8 199,1 102,0-38,-1-1,-2 1,-2 0,-5-13,9 51,-1-1,-1 1,1-1,-1 1,0 0,-1 0,1 1,-1-1,-1 1,1 0,-1 0,0 0,-1 1,1-1,-1 1,0 1,0-1,-1 1,1 0,-1 0,0 1,0 0,0 0,-1 1,-4-1,-41-5,0 2,0 3,-6 2,-54-4,-120-22,168 16,0 2,-1 3,1 3,-1 3,0 3,0 2,-21 7,22 9,118-22,-40 3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19:30.15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219 244,'-14'85,"12"-54,-18 196,-1 9,9 18,12-242,-1-8,0 0,1 0,-1-1,1 1,0 0,-1 0,2 0,-1 0,0-1,1 1,0 0,0 0,0-1,0 1,1 0,-1-1,1 1,0-1,0 0,0 0,0 0,1 0,-1 0,1 0,0 0,0-1,0 0,0 1,0-1,2 1,147-2,-26-2,294-15,-228-5,66-6,19 10,14 15,-267-1,-1-1,1-1,-1 0,0-2,12-6,-31 9,0 1,-1 0,1-1,-1 0,0 0,0 0,0 0,0 0,-1 0,0-1,0 1,0-1,0 0,-1 0,1 1,-1-1,-1 0,1 0,-1 0,0 0,0 0,0-3,2-11,5-72,-4 0,-3 0,-5 1,-3-1,-18-74,16 108,-3 0,-2 0,-21-50,36 105,0 0,-1-1,1 1,-1 0,1-1,-1 1,0 0,0 0,0-1,0 1,0 0,-1 0,1 0,-1 1,1-1,-1 0,1 0,-1 1,0-1,0 1,0-1,0 1,0 0,0 0,0 0,-1 0,1 0,0 1,0-1,-1 1,1-1,0 1,-1 0,1 0,-1 0,1 0,0 0,-1 0,1 1,0-1,-1 1,1 0,0 0,-1 0,-115 82,74-67,0-2,-1-2,-1-3,1-1,-2-2,1-2,-1-2,1-3,-1-1,-7-3,14 3,-224-6,-1 10,-24 14,176-5,1 5,-75 21,160-28,27-9,0 0,1 0,-1 0,0 0,0 0,1 0,-1 0,0 0,1 0,-1 0,0 0,0 0,1 1,-1-1,0 0,0 0,1 0,-1 0,0 0,0 1,0-1,1 0,-1 0,0 0,0 1,0-1,0 0,1 0,-1 1,0-1,0 0,0 0,0 1,0-1,0 0,0 1,0-1,0 0,0 0,0 1,0-1,0 0,0 0,0 1,0-1,0 0,0 1,0-1,0 0,0 0,-1 1,1-1,61-7,-26-2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19:32.67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0,'32'101,"-4"0,-5 2,-4 1,-5 0,-2 39,13 80,-14-147,3 0,4-1,2-1,4-1,4-1,2-1,3-2,25 35,29 23,7-4,4-4,6-4,91 76,-117-116,3-3,4-4,2-4,3-4,3-3,1-5,10-1,189 66,283 72,-521-173,1078 285,-280-118,-730-153,-1 4,-2 6,-2 5,77 42,-125-45,-1 3,20 21,86 55,245 96,-172-70,-230-127,-22-23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19:33.03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180 0,'-2'2,"1"0,-1 0,0 0,1 1,-1-1,1 0,0 1,0-1,0 1,0-1,0 1,0-1,1 1,-1 0,1-1,0 1,0 0,0-1,0 1,0 0,1 0,-1-1,1 1,-1-1,1 1,0 0,1 0,7 21,2-2,0 1,2-1,0-1,17 20,5 11,-31-47,12 18,-1 0,0 0,-2 1,-1 1,-1 0,-1 1,-2 0,0 0,-1 3,-7-26,1 0,-1 1,0-1,0 1,0-1,-1 1,1-1,-1 0,0 1,0-1,0 0,0 0,0 1,-1-1,0 0,1 0,-1-1,0 1,0 0,-1 0,1-1,0 0,-1 1,0-1,1 0,-1 0,0 0,0-1,0 1,0-1,-1 0,-28 12,-1-1,-1-2,1-2,-18 2,-10 3,-23 7,55-12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19:37.40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1 759,'11'-44,"133"-168,-89 132,-3-3,-4-2,-3-2,23-67,-61 140,-5 22,-4 28,2-34,-10 170,11 171,1-229,-6-1,-5 0,-14 63,18-141,5-24,-1-1,0 0,-1 0,0 0,-1 0,0 0,0-1,-1 1,-5 8,5-15,0 0,0-1,0 1,0-1,0 0,-1 0,1 0,-1 0,0-1,1 0,-1 0,0 0,0-1,0 1,0-1,1 0,-1-1,0 1,0-1,0 0,-10 0,-121-9,131 6,21 3,351-35,-74 5,-249 31,-64 14,-26-10,17-7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19:47.25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673 274,'-4'-5,"1"0,-1 1,0 0,0 0,0 0,0 0,-1 0,1 1,-1 0,0 0,0 0,0 1,-1-1,1 1,0 1,-1-1,1 1,-1 0,0 0,1 0,-1 1,0 0,0 0,1 1,-1-1,0 1,-5 2,0-3,-20 4,0 1,0 1,1 2,0 1,0 1,1 1,1 2,-4 3,17-9,0 0,1 1,0 0,0 1,1 1,0 0,0 1,1 0,1 1,0 0,1 1,0 0,1 1,0 0,1 0,1 1,0 0,-1 6,-1 14,1 0,2 0,2 0,1 1,2-1,2 1,2 14,1-30,0 0,2 0,0 0,1-1,1 0,1-1,1 0,0 0,2-1,0 0,0-1,2 0,0-1,0-1,2 0,-1-1,2-1,0 0,15 7,-11-7,1 0,1-2,0 0,0-1,1-2,0-1,1 0,-1-2,1-1,0 0,0-2,0-1,-1-1,21-4,-21 0,0-2,0 0,0-2,-1-1,-1 0,0-2,0 0,-1-2,-1 0,0-1,-1-1,-1-1,8-9,-11 5,-1 0,-1-1,0 0,-2-1,0 0,-2-1,0 0,-2 0,-1-1,-1 0,-1 0,1-26,-1 30,-2 1,0-1,-1 0,-2 0,0 0,-1 0,-1 0,0 0,-2 1,-1 0,0 0,-2 0,0 1,-4-6,-25-33,-4 1,-1 2,-37-35,49 56,24 27,-85-81,86 84,0 0,0 1,-1 0,1 0,-1 1,0-1,1 1,-1 1,0-1,-1 1,1 0,0 0,0 1,0-1,0 2,-1-1,1 1,0-1,-1 2,-125 58,42-9,1 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19:50.46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132 53,'-9'26,"-12"116,7 1,5 104,8-16,0-227,1 0,0 0,-1 0,1 1,1-1,-1 0,0 0,1 0,0 0,0 0,0 0,1 0,0 0,-1 0,1 0,0-1,1 1,-1-1,1 0,-1 1,1-1,0 0,0-1,0 1,1 0,-1-1,1 0,-1 0,1 0,0 0,0 0,0-1,0 0,143-31,-108 26,0 2,1 1,-1 2,0 2,1 1,12 5,108 8,221-16,-375-3,0 0,0 0,0 0,-1-1,1 0,-1 0,0-1,0 1,0-1,0 0,0 0,-1-1,0 1,0-1,0 0,-1 0,1-1,-1 1,0-1,-1 1,1-1,-1 0,2-3,8-19,-1-1,-2 0,-1-1,-1 0,-2 0,-1 0,-1-1,-2 1,-1-1,-1 0,-2-6,1-29,3 21,0 25,0 0,-2 0,0 0,-1-1,-1 1,0 0,-2 1,-1-1,-5-13,8 28,0-1,-1 1,1-1,-1 1,0 0,-1 1,1-1,-1 1,0-1,0 1,0 1,-1-1,1 1,-1 0,0 0,0 1,0 0,-4-1,-116-12,53 11,-249-39,236 33,0 5,0 2,0 5,-33 6,-3 9,120-17,0 0,1 0,-1 1,1-1,-1 1,1 0,-1-1,1 1,-1 0,1 0,-1 0,1 0,0 0,0 0,-1 0,1 0,0 1,0-1,0 0,0 1,1-1,-1 1,0-1,0 1,1-1,-1 1,1 0,0-1,-1 1,1-1,0 1,0 0,0-1,0 1,0 0,0-1,1 1,-1 0,0-1,1 1,-16 446,14-431,-1 9,1-1,1 1,1-1,1 0,2 1,0-1,2-1,3 10,-6-21,-3-12,0 0,0 1,0-1,1 0,-1 0,0 1,0-1,1 0,-1 0,0 0,1 1,-1-1,1 0,0 0,-1 0,1 0,0 0,0 0,0 0,-1 0,1 0,0-1,0 1,0 0,0 0,1-1,-1 1,0-1,0 1,0-1,0 1,1-1,-1 0,0 0,0 0,1 1,-1-1,1 0,93-12,1 5,0 3,0 5,-1 5,39 8,-60-8,248 23,-289-30,-24-2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19:52.51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25 69,'-8'22,"0"285,0-13,8-290,0 0,0 0,0 0,0 0,0 0,1-1,0 1,0 0,0 0,0 0,1 0,-1-1,1 1,0-1,0 1,0-1,1 0,-1 0,1 0,0 0,-1 0,1 0,1-1,-1 0,0 1,1-1,-1 0,1-1,-1 1,1-1,0 1,0-1,3 0,121-9,-75 0,272-14,218 17,-375 6,239-15,-403 14,-1-1,0 0,0 1,0-1,0 0,0-1,0 1,0 0,-1-1,1 0,0 0,-1 0,1 0,-1 0,0 0,0 0,0-1,0 1,0-1,0 0,-1 0,1 1,-1-1,0 0,1-2,17-82,-18 82,5-53,-2-1,-3 1,-3 0,-1-1,-4 1,-6-19,14 72,-2 0,1-1,-1 1,0 0,0 0,0 0,0 0,-1 0,0 0,0 1,-1-1,1 1,-1-1,0 1,0 0,0 0,-1 0,1 0,-1 1,0 0,0-1,0 1,-1 1,1-1,-1 1,1-1,-1 1,0 0,-4 0,-4 2,0 0,0 2,1-1,-1 2,0 0,1 0,-10 5,-29 6,18-10,-1-1,1-1,0-2,-1-2,1-1,0-1,0-2,-24-7,-32-4,-92-7,-2 9,-1 8,1 7,-39 12,164-9,45-2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20:15.45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19 731,'-1'0,"1"1,-1-1,1 0,-1 0,1 0,-1 0,1 0,-1 1,1-1,-1 0,1 0,-1 0,0 0,1-1,-1 1,1 0,-1 0,1 0,-1 0,1 0,-1-1,1 1,-1 0,1-1,-1 1,1 0,-1-1,1 1,0 0,-1-1,1 1,0-1,-1 1,1 0,0-1,0 1,-1-1,1 1,0-1,0 0,0 1,-1-1,1 1,0-1,0 1,0-1,0 1,0-1,0 1,0-1,1 0,17-27,-15 25,64-79,-14 22,-3-3,-2-2,-4-2,-2-2,21-48,-61 112,-1 4,-1 1,1-1,0 0,0 0,0 0,-1 0,1 0,0 0,-1 0,1 0,-1 0,1 0,-1 0,0 0,1 0,-1 0,0 0,0-1,0 1,0 0,0 0,0 0,0 0,0-1,0 1,0 0,-1 0,1 0,0 0,-1 0,1 0,-1 0,0 0,1 0,-1 0,0 0,1 0,-1 0,0 0,0 1,0-1,0 0,-8 3,0 1,1 0,-1 0,1 1,0 1,0-1,0 1,1 0,0 1,0 0,-5 5,7-7,-23 21,0 2,2 1,1 0,1 2,2 1,1 1,1 1,2 1,2 0,-1 3,8-9,1 1,1 0,2 0,1 0,1 0,1 1,2 0,1-1,1 1,1-1,2 0,1 0,2 0,0-1,2 0,1 0,1-1,1-1,2 0,0-1,2-1,5 6,-18-25,0-1,1 0,-1 1,1-1,0-1,0 1,0-1,0 0,0 0,1 0,-1-1,1 0,0 0,0 0,0-1,0 0,0 0,0-1,0 1,0-1,0 0,0-1,0 0,0 0,0 0,2-1,19-7,0-1,-1-1,0-1,-1-1,-1-1,0-2,-1 0,-1-2,0 0,2-4,0 0,-1-1,-1-1,-1 0,-1-2,-2 0,0-1,-2-1,-1-1,-1 0,-1-1,-2 0,-1-1,-2 0,-1-1,-1 0,1-27,-4 31,-1-1,-1 1,-2 0,-1-1,-1 1,-1 0,-2 0,0 1,-2-1,-1 2,-2-1,0 1,-1 1,-2 0,-1 1,-1 0,-6-6,18 25,0 0,-1 0,1 0,-1 1,0 0,-1 0,1 0,-1 0,0 1,1 0,-1 0,-1 1,1 0,0 0,-1 0,1 1,-1-1,1 2,-1-1,0 1,1 0,-1 0,1 1,-1 0,0 0,1 0,0 1,-1 0,1 1,0-1,0 1,0 0,-2 2,-13 13,1 2,1 0,1 1,1 1,0 0,2 1,1 1,1 0,0 1,2 1,-2 10,-11 26,3 1,2 1,4 0,2 2,3-1,3 1,2 26,4-12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20:25.55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952 269,'-1'-6,"0"0,0-1,0 1,0 0,-1 0,0 0,-1 0,1 0,-1 0,0 1,-1-1,1 1,-1 0,0 0,-1 0,1 0,-1 1,-2-2,-98-63,80 55,-1 1,-1 1,0 1,-1 1,0 2,0 1,0 1,-1 1,0 2,0 1,-1 1,-27 3,31 5,0 1,0 1,1 1,0 1,1 2,1 0,-16 12,32-21,-6 4,1 1,-1 0,1 0,1 1,0 1,1-1,0 2,0 0,1 0,1 0,0 1,0 1,2-1,-1 1,2 0,0 1,1-1,-3 14,3-5,1 0,1 0,1 0,2 0,0 1,1-1,1 0,1 0,1-1,1 1,1-1,1 0,7 12,7 12,2-1,2-1,2-2,2 0,34 35,-52-65,0-1,1 0,0-1,0-1,1 0,0-1,1 0,0-1,0-1,0 0,1-1,0-1,0 0,0-1,1-1,-1-1,3 0,27 2,1-3,-1-1,0-2,1-2,-2-3,1-1,-1-2,12-7,-37 11,-1-1,0-1,0-1,-1-1,0 0,-1-1,-1-1,0-1,0 0,-2-1,1 0,-2-1,0-1,-1 0,-1-1,-1 0,0-1,-2 0,0 0,-1-1,0 0,0-11,-3 12,0 0,-2-1,0 1,-1-1,-1 1,-1-1,-1 1,-1-1,0 1,-1 0,-2 0,1 0,-2 1,-1 0,0 0,-1 1,-1 0,-1 0,-8-9,-5 2,0 1,-2 1,-1 1,0 2,-2 1,0 1,-1 1,0 2,-1 0,-1 3,0 0,-6 1,20 5,0 0,-1 1,0 1,1 1,-1 0,0 2,0 0,0 1,1 1,-1 1,0 0,1 1,0 1,0 1,0 1,-1 1,1 0,-1 2,2 0,-1 1,1 0,1 1,0 1,0 1,2 0,0 1,0 1,1 0,2 1,-1 0,2 1,0 0,1 0,-1 7,-27 98,22-64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20:47.52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0 680,'1'0,"1"0,-1 0,0 0,1 0,-1 0,0 0,1 0,-1 0,0-1,1 1,-1-1,0 1,0-1,1 1,-1-1,0 1,0-1,0 0,0 0,0 0,0 0,0 0,0 0,0 0,0 0,-1 0,1 0,46-45,-2-1,-2-3,6-13,-35 45,84-110,-21 27,75-77,-111 145,-40 33,1 1,-1 0,1 0,-1-1,0 1,1 0,-1 0,0 1,0-1,0 0,0 0,0 1,0-1,0 0,0 1,0-1,-1 1,1-1,-1 1,1-1,-1 1,0-1,1 1,-1 0,0-1,0 1,0 0,0-1,0 1,0-1,-1 1,1 0,-1 0,1 1,-13 272,-18 351,16-268,15-356,1-1,-1 0,0 1,1-1,-1 1,0-1,0 0,0 1,0-1,0 1,-1-1,1 1,0-1,-1 0,1 1,-1-1,1 0,-1 1,1-1,-1 0,0 0,0 1,0-1,0 0,0 0,0 0,0 0,0 0,0 0,0-1,-1 1,1 0,0-1,0 1,-1 0,1-1,-1 0,1 1,0-1,-1 0,1 0,-1 1,1-1,-1 0,1-1,-2 1,-265-6,722 7,-440-1,38-8,-47 0,-6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20:49.08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214 223,'-7'-16,"10"46,50 669,-45-561,-6-99,3 48,-3 1,-5 24,-5-65,7-47,1 0,-1 1,1-1,-1 0,1 0,-1 1,1-1,-1 0,1 0,-1 0,1 0,-1 1,1-1,-1 0,0 0,1 0,-1 0,1 0,-1 0,1-1,-1 1,1 0,-1 0,0 0,1 0,-1-1,1 1,-1 0,1 0,-1-1,1 1,0 0,-1-1,1 1,-1-1,1 1,0-1,-1 1,1 0,0-1,0 1,-1-1,1 1,0-1,0 0,0 1,-1-1,1 1,0-1,0 1,0-1,0 1,0-1,0 0,0 1,0-1,1 1,-1-1,0 1,0-1,0 1,1-1,-1 1,0-1,-12-186,-7-603,16 738,2-1,2 0,3 1,2-1,2 1,3 1,2-2,2 19,-12 41,-27 126,-6 61,9 0,9 2,9 105,7-51,0-225,1-37,32-405,-24 251,-8-57,-7 168,-1 1,-3-1,-3 1,-2 1,-2-1,-4-3,-7 7,17 68,10 163,3-90,-4 144,-16 81,3 89,11-403,0 0,1 0,-1 0,0 0,0-1,0 1,0 0,-1 0,1 0,-1 0,1 0,-1-1,1 1,-1 0,0 0,0-1,0 1,0 0,0-1,0 1,0-1,-1 0,1 1,0-1,-1 0,1 0,-1 0,0 0,1 0,-1 0,0 0,0 0,1-1,-1 1,0-1,0 1,0-1,0 0,0 0,1 0,-1 0,0 0,0 0,0 0,0-1,-16 1,11-1,1 1,-1 0,1 0,-1 1,1 0,-1 0,1 0,0 1,-1 0,-4 2,11-4,0 0,1 0,-1 0,0 0,0-1,1 1,-1 0,0 0,0 0,1 0,-1 1,0-1,0 0,1 0,-1 0,0 0,0 0,0 0,1 0,-1 0,0 0,0 1,0-1,1 0,-1 0,0 0,0 0,0 1,0-1,1 0,-1 0,0 0,0 1,0-1,0 0,0 0,0 0,0 1,0-1,0 0,1 0,-1 1,0-1,0 0,0 0,0 1,-1-1,1 0,0 0,0 1,0-1,0 0,0 0,0 1,0-1,0 0,0 0,-1 0,1 1,0-1,0 0,0 0,0 0,-1 1,25 2,362-3,-405-2,7-1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20:49.65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580 0,'-100'136,"-111"117,-14-25,194-201,18-19,18-17,161-162,182-211,-332 362,-34 26,-25 25,1 3,3 1,0 2,2 1,2 3,-24 35,38-44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20:51.56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182 213,'11'163,"-9"-36,-3-61,3 1,3 0,3-1,8 30,-12-82,-1-1,2 1,0-1,1 0,0-1,1 1,7 9,-11-17,0-1,0 0,1-1,0 1,-1 0,1-1,1 0,-1 0,0 0,1-1,-1 1,1-1,0 0,0 0,0-1,0 0,0 1,0-2,0 1,0 0,1-1,2 0,148-28,-36 17,1 5,69 7,-89 0,0 5,93 17,-193-22,1 0,-1-1,1 1,0-1,-1 1,1-1,-1 1,1-1,0 0,-1 0,1 0,0 0,0 0,-1 0,1 0,0 0,-1-1,1 1,-1-1,1 1,0-1,-1 0,1 1,-1-1,0 0,1 0,-1 0,0 0,1 0,-1-1,0 1,0 0,0 0,0-1,0 1,0-1,0 1,-1-1,1 1,0-1,3-19,-1 0,-1-1,-1 1,0 0,-2-1,-1 0,2-1,-5-50,-4 1,-2 0,-3 0,-23-63,24 93,-1 1,-3 0,-1 1,-5-4,14 28,-1 1,0 0,-1 0,0 1,-1 1,-1 0,0 1,0 0,-1 1,-1 0,-7-3,11 9,0 0,0 1,0 0,-1 1,0 0,1 1,-1 0,0 1,0 0,0 1,0 0,0 1,-11 2,-152 44,141-36,-84 28,-2-7,-103 15,4-21,169-21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20:52.72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46,'84'673,"-81"-655,5 48,2 0,19 59,-28-119,1-1,-1 1,1 0,1-1,-1 1,1-1,0 0,0 0,0 0,1 0,0-1,0 1,0-1,1 0,-1 0,1 0,0-1,0 0,0 0,0 0,1 0,-1-1,1 0,-1 0,1-1,4 1,17 0,1-1,0-2,0 0,0-2,-1-2,1 0,9-4,-2 1,145-26,2 7,1 8,153 6,-132 15,-194-6,0 1,0-1,0-1,0 0,-1 0,1-1,-1 0,-1-1,1 1,-1-2,-1 1,1-1,-1-1,0 1,-1-1,0 0,-1 0,0-1,0 0,-1 0,2-7,8-20,-2-2,-2 1,-1-2,-2 1,-2-1,-2 0,-1-8,2 10,-2 0,-1 0,-2-1,-2 1,-1 0,-2 0,-2 1,-2-3,8 32,-1 1,-1 0,0-1,1 2,-2-1,1 0,-1 1,0 0,-1 0,1 1,-1-1,0 1,-1 0,1 1,-1-1,0 1,0 1,0-1,0 1,-1 1,1-1,-1 1,0 0,0 1,0 0,-1 0,-28-1,1 2,-1 1,1 2,-1 1,-14 5,-4 0,29-7,0-2,0-1,0 0,1-2,-1-1,1-1,-3-2,-57-9,14 7,1 4,-1 3,0 3,0 3,-45 9,-59 16,4 4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23:12.640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299 134,'-1'0,"1"0,-1 0,1 0,0 0,-1 0,1 0,0-1,-1 1,1 0,0 0,-1 0,1-1,0 1,-1 0,1 0,0-1,0 1,-1 0,1-1,0 1,0 0,-1-1,1 1,0 0,0-1,0 1,0 0,0-1,0 1,-1 0,1-1,0 1,0-1,0 1,0 0,0-1,1 1,-1-1,0 1,0 0,0-1,0 1,0 0,0-1,1 1,-1-1,0 1,0 0,1 0,-1-1,0 1,0 0,1-1,-1 1,0 0,1 0,-1 0,0-1,1 1,-1 0,0 0,1 0,-1 0,0 0,1-1,30 1,-23 0,988 5,-644-19,107-34,29 3,-180 31,406 15,-692-1,1 1,-1 1,0 1,0 1,0 1,-1 1,0 1,0 1,0 0,-1 2,0 0,-1 1,0 1,-1 1,-1 1,0 0,0 2,-2-1,0 2,0 0,-2 1,0 0,-1 1,-1 0,-1 1,-1 1,20 46,-16-40,-2 1,0 0,-2 0,-1 1,-1 1,2 20,-8 252,-34 108,7-171,6-69,4 110,17 990,-3-1225,-2 0,-2-1,-2 1,-2-2,-2 1,-1-1,-3-1,-1-1,-2 0,-18 26,10-25,-3-1,-1-1,-3-2,0-1,-3-2,0-1,-18 10,17-17,-1-1,-1-2,-1-1,-1-3,-1-1,0-2,-2-2,1-2,-2-2,-28 2,-114 15,-120-1,52-19,-70-13,-408-34,-53 40,244 26,491-32,36-1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23:49.213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4143 220,'-15'-12,"-1"2,-1-1,0 2,0 0,-1 1,1 1,-2 1,1 0,-1 1,0 1,0 1,0 1,0 0,-17 2,1-4,-564-84,442 70,-1 6,0 8,-37 8,-4 3,-271-3,450-5,-33-3,-1 3,1 1,-1 3,1 3,-8 3,2 5,1 3,1 2,0 3,1 2,-46 28,49-21,1 2,1 3,-14 14,-253 221,289-245,1 2,1 1,1 1,2 1,1 2,1 0,2 1,-14 33,-43 129,-48 192,112-345,-28 105,6 2,2 33,10-34,6 0,7 1,6 1,7-1,7 1,7 9,6-1,-6-30,6-1,19 52,-36-158,51 167,23 41,-67-196,1-1,1-1,2 0,1 0,2-2,1-1,1 0,1-2,1 0,2-2,1 0,0-2,2-1,8 3,9-2,0-1,1-3,1-2,0-2,1-2,1-2,15 0,96 7,101-2,-129-10,572 22,58-32,-601-2,550-9,-620 21,-73-1,-18-5,-1 0,0 0,0 1,0-1,1 0,-1 0,0 1,0-1,0 0,0 0,0 1,1-1,-1 0,0 1,0-1,0 0,0 1,0-1,0 0,0 0,0 1,0-1,0 0,0 1,0-1,-1 0,1 0,0 1,0-1,0 0,0 0,0 1,-1-1,1 0,0 0,0 1,0-1,-1 0,1 0,0 0,0 1,-1-1,1 0,0 0,0 0,-1 0,1 0,0 0,0 1,-1-1,1 0,0 0,-1 0,1 0,0 0,-1 0,1 0,0 0,0 0,-1 0,1-1,0 1,-1 0,1 0,0 0,0 0,-1 0,1 0,0-1,0 1,-62 6,27-4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23:50.457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5 0,'-2'12,"1"-1,0 0,0 1,1-1,1 1,0-1,1 0,0 1,0-1,1 0,1 0,0-1,0 1,1-1,0 0,1 0,0 0,1-1,4 4,3 4,0-1,2 0,0-1,1-1,1-1,0 0,0-1,1-1,14 5,-6-4,1-2,0 0,1-2,0-1,0-2,1 0,-1-2,1-2,25-1,-34-1,0-1,0-1,-1 0,0-2,1 0,-1-2,-1 0,0-1,0-1,0 0,-1-2,-1 0,0-1,7-6,-16 11,0-1,-1 1,1-1,-1-1,-1 1,0-1,0 0,0-1,-2 1,1-1,-1 0,0 0,-1-1,0 1,-1-1,0 1,-1-1,0 0,0 0,-1 1,-1-4,1 13,0-1,1 0,-1 0,0 0,-1 1,1-1,0 0,0 0,-1 0,1 1,-1-1,0 0,1 1,-1-1,0 0,0 1,0-1,0 1,0-1,0 1,-1 0,1-1,0 1,-1 0,1 0,-1 0,1 0,-1 0,1 0,-1 1,0-1,1 0,-1 1,0-1,0 1,1 0,-1 0,0-1,0 1,0 0,1 1,-1-1,0 0,0 0,0 1,1-1,-1 1,0 0,1-1,-1 1,0 0,1 0,-1 0,1 0,-2 1,-4 7,-1 1,2 0,-1 0,2 0,-1 1,1 0,1 0,0 0,0 0,1 1,1 0,0-1,0 11,-9 89,4 0,6 0,5 0,4 0,17 77,7 113,-30-124,-3-164,-1 1,0-1,-1-1,-1 1,0 0,0-1,-1 0,-1 0,0 0,0-1,-1 0,-4 4,9-11,-1-1,0 1,0-1,0 0,0 0,-1 0,1 0,-1-1,0 1,0-1,1 0,-2 0,1 0,0-1,0 0,0 1,-1-1,1-1,-1 1,1-1,-1 1,1-1,0-1,-1 1,1-1,-1 1,1-1,0 0,-1-1,1 1,0-1,0 0,0 0,-2-2,-4-3,2 0,-1-1,1 0,0 0,1-1,0 0,0 0,1-1,0 0,1 0,0 0,0-1,0-4,-36-147,35 135,2 0,0 0,2 0,1 0,1-1,2 1,0 0,2 0,5-20,-6 40,0-1,1 1,0 0,0 1,0-1,1 1,0 0,0 0,0 0,1 1,0-1,0 2,1-1,-1 1,1-1,0 2,0-1,0 1,1 0,-1 1,1-1,-1 2,1-1,0 1,2 0,13-1,1 1,-1 0,0 2,0 1,0 1,0 1,-1 1,3 2,-4-2,-1 1,0 1,-1 1,1 1,-1 0,-1 2,0 0,-1 1,0 0,0 2,-2 0,0 1,0 0,-1 1,-1 1,4 7,22 48,-29-51,1 0,0-2,2 1,0-1,7 6,-15-20,0 0,0-1,0 1,1-1,-1 0,1 0,0-1,1 0,-1 0,0 0,1-1,0 0,-1 0,1-1,0 1,0-2,0 1,0-1,0 0,0 0,5-3,0 0,0 0,0-2,0 1,-1-1,0-1,0 0,0-1,-1 0,0 0,0-1,-1-1,0 1,0-2,-1 1,0-1,-1 0,0-1,-1 1,0-1,0-1,-2 1,1-1,-1 0,-1 0,0 0,-1-1,0 1,-1 0,0-1,-1 1,-1-5,1 8,-2 0,1 0,-1 0,-1 0,0 1,0-1,0 1,-1 0,0 0,-1 0,0 1,0-1,-1 1,0 0,0 1,0-1,-1 1,0 1,0-1,-1 1,1 0,-1 1,0 0,-1 0,1 1,-4-2,0 1,1 0,-1 0,0 1,0 1,0 0,0 1,-1 0,1 0,0 2,0-1,0 2,-1-1,1 2,1 0,-1 0,0 1,1 0,-1 1,1 1,1-1,-1 2,1-1,0 2,1-1,-1 1,1 1,1-1,0 2,0-1,1 1,0 0,0 1,2-1,-1 1,-3 10,6-7,0-1,1 1,1-1,0 1,1-1,0 1,1 0,1-1,0 1,0-1,3 5,20 61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24:48.71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0,'5'14,"5"13,9 12,9 5,10 5,5 1,1-2,1-2,-3-3,-6-6,-7-6,-7-7,-6-6</inkml:trace>
  <inkml:trace contextRef="#ctx0" brushRef="#br0" timeOffset="219.412">267 27,'-16'9,"-7"13,-5 10,-2 13,2 11,1 8,1 4,2 0,4-3,4-5,5-13</inkml:trace>
  <inkml:trace contextRef="#ctx0" brushRef="#br0" timeOffset="511.632">507 508,'1'-169,"7"143,-3 51,0 1,-2 0,0 0,-2 25,0-6,-1-45,0 19,1 0,1 0,0-1,1 1,1-1,1 1,1-1,6 14,4-6</inkml:trace>
  <inkml:trace contextRef="#ctx0" brushRef="#br0" timeOffset="744.553">855 94,'9'18,"12"16,12 8,11 6,13 2,4 1,2 0,-3-6,-7-2,-11-7,-12-10</inkml:trace>
  <inkml:trace contextRef="#ctx0" brushRef="#br0" timeOffset="996.131">1256 94,'-16'5,"-14"7,-9 12,-2 13,1 14,2 9,9 8,8 5,9-2,5-4,9-6,5-14</inkml:trace>
  <inkml:trace contextRef="#ctx0" brushRef="#br0" timeOffset="1250.658">1563 521,'-1'6,"-1"0,1 0,0 0,0 0,1-1,0 1,0 0,0 0,0 0,1 0,0 0,1 0,-1 0,1-1,0 1,1-1,-1 1,1-1,0 0,0 0,1 0,-1 0,1-1,0 0,0 1,1-1,3 2,-1-3,0 0,0-1,1 0,-1 0,0-1,1 0,-1 0,1-1,-1 0,1 0,-1-1,0 0,1 0,-1-1,0 1,0-2,1 1,-2-1,1 0,0-1,-1 1,-1 1,0-1,-1 1,1-1,-1 0,0 0,0-1,0 1,0-1,-1 0,1 0,-1 0,0 0,0 0,-1-1,1 0,-1 1,0-1,0 0,-1 0,1 0,-1 0,0 0,-1 0,1-1,-1 1,0 0,0 0,-1 0,1 0,-2-3,1 4,0 0,-1-1,0 1,0 0,-1 0,1 0,-1 1,0-1,1 1,-2-1,1 1,0 0,-1 0,1 0,-1 1,0-1,0 1,0 0,0 0,0 0,-1 1,1-1,-1 1,1 0,-1 0,1 1,-1-1,1 1,-1 0,1 0,-1 1,0-1,1 1,0 0,-1 0,1 1,-1-1,1 1,0 0,0 0,0 0,0 1,0 0,1-1,-1 1,1 0,0 1,0-1,-1 1,-2 14,6-2</inkml:trace>
  <inkml:trace contextRef="#ctx0" brushRef="#br0" timeOffset="1497.983">2099 188,'18'0,"15"0,11 0,8 0,5 2,3 1,-2 2,-12 0</inkml:trace>
  <inkml:trace contextRef="#ctx0" brushRef="#br0" timeOffset="1655.078">2299 442,'14'4,"15"2,17 0,14-3,11-8,6-4,-9-1</inkml:trace>
  <inkml:trace contextRef="#ctx0" brushRef="#br0" timeOffset="1986.772">3035 295,'0'8,"0"-1,1 0,0 1,0-1,1 1,0-1,0 0,1 0,-1 0,2 0,-1-1,1 1,0-1,0 0,1 0,0 0,0-1,0 1,0-1,1-1,0 1,0-1,1 0,-1 0,1-1,0 1,-1-2,2 1,-1-1,0 0,0 0,1-1,-1 0,0 0,1-1,-1 0,6-1,-2 0,-1-1,0 0,0 0,0-1,0-1,-1 0,1 0,-1-1,0 0,0 0,-1-1,1 0,-1-1,0 0,-1 0,0-1,4-5,-6 8,-1-1,0 0,0 0,-1 0,1-1,-1 1,-1-1,1 1,-1-1,0 0,-1 0,0 0,0 0,0 0,-1-1,0 1,0 0,-1 0,0 0,0 0,-1 0,0 0,0 0,-1 1,-2-7,1 7,1 0,-1 0,-1 1,1-1,-1 1,0 0,0 0,-1 1,1-1,-1 1,0 1,0-1,0 1,-1 0,1 0,-1 1,0 0,0 0,0 0,0 1,0 0,0 0,0 1,0 0,0 1,0-1,0 1,0 0,0 1,0 0,1 0,-1 0,0 1,1 0,0 0,0 1,0 0,0 0,0 0,1 0,0 1,0 0,0 0,0 1,1 0,0-1,0 1,1 0,-1 1,1-1,1 1,-1-1,1 3,1-4,0 0,1 1,-1-1,1 0,1 1,-1-1,1 0,0 1,0-1,0 0,1 0,0 0,0 0,0 0,1-1,-1 1,1 0,0-1,1 0,1 2,20 20</inkml:trace>
  <inkml:trace contextRef="#ctx0" brushRef="#br0" timeOffset="2300.756">3596 255,'-1'6,"1"0,0 1,1-1,-1 0,1 1,1-1,-1 0,1 0,0 0,0 0,1 0,0-1,0 1,0-1,1 1,-1-1,1 0,1-1,-1 1,1-1,-1 0,1 0,0 0,1 0,-1-1,1 0,-1 0,1-1,0 1,5 0,-4 0,1-1,-1 0,0-1,1 1,-1-1,1-1,-1 0,1 0,0 0,-1-1,1 0,-1 0,0-1,1 0,-1 0,0-1,0 0,0 0,0-1,-1 1,1-2,-1 1,0-1,-1 0,1 0,-1 0,0-1,0 0,0 0,-1 0,0 0,0-1,1-4,-2 2,-1 0,-1 0,1 0,-2-1,1 1,-1 0,-1 0,0 0,0-1,0 1,-1 0,-1 0,0 1,0-1,0 1,-1-1,-1 1,-2-4,4 7,0 0,0 1,0-1,-1 1,0 0,0 0,0 0,0 1,-1 0,1-1,-1 1,0 1,0-1,0 1,0 0,0 0,0 0,-1 1,1 0,-1 0,1 0,-1 1,1-1,-1 2,1-1,-1 0,0 1,1 0,0 0,-1 1,0 0,-9 5,1 0,-1 2,1-1,1 2,0 0,0 1,1 0,0 0,1 1,0 1,-1 3,-32 39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16:26.32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1">
      <inkml:brushProperty name="width" value="0.1" units="cm"/>
      <inkml:brushProperty name="height" value="0.1" units="cm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7782 1502,'9'18,"9"13,12 10,9 7,7 5,3 2,0 1,-4 0,-8-2,-9-4,-11-6,-7-6,-5-9</inkml:trace>
  <inkml:trace contextRef="#ctx0" brushRef="#br0" timeOffset="253.037">8155 1555,'-20'-2,"-16"3,-9 9,-5 12,-2 11,2 13,4 11,6 6,7 3,7-4,9-8,6-13</inkml:trace>
  <inkml:trace contextRef="#ctx0" brushRef="#br0" timeOffset="457.159">7501 1796,'22'9,"24"3,25-3,22-7,17-7,9-6,1-3,-9 0,-12 3,-16 2,-15 0,-19 3</inkml:trace>
  <inkml:trace contextRef="#ctx0" brushRef="#br0" timeOffset="874.984">8503 1421,'-50'-34,"-1"2,-2 2,-1 3,-1 2,-1 3,-4 0,31 13,-1 1,1 2,-1 1,0 1,0 1,0 2,-1 1,1 1,0 2,0 1,0 1,-28 9,36-5,0 0,1 2,0 0,1 1,0 1,1 1,0 1,1 1,1 0,0 1,2 1,0 0,0 1,2 1,1 0,0 1,2 0,0 1,1 0,1 0,2 1,0 0,1 1,1-1,2 1,0-1,1 1,2 0,0 0,2-1,0 1,2-1,4 13,-1-15,2-1,0 0,2 0,0-2,1 1,0-1,2-1,0-1,1 0,0-1,1 0,1-1,1-2,0 0,0 0,1-2,0-1,1 0,0-1,1-2,-1 0,1-1,15 1,11 3,0-2,0-2,0-2,0-3,1-1,-1-3,0-1,-1-3,1-2,-1-2,-1-2,0-2,-2-2,29-16,-56 26,-1 0,-1-1,0-1,0 0,-1-2,0 1,-1-2,0 1,-1-2,-1 0,0 0,-1-1,0 0,-1-1,-1 0,0-1,-2 1,0-1,0-1,-2 1,0-1,-1 1,-1-1,-1 0,0-14,-4 16,0-1,-2 1,1 0,-2 1,0-1,-1 1,-1 1,0-1,-1 1,0 1,-1-1,-1 2,0-1,-1 2,0-1,-8-4,-8-5,0 1,-1 1,-1 1,-1 2,0 1,-1 2,-17-5,10 6,0 2,-1 2,0 1,0 2,0 2,-1 2,1 1,-1 2,-36 7,52-5,0 1,0 2,1 0,0 1,0 2,1 0,0 1,0 2,2 0,0 1,0 1,1 1,1 1,1 1,0 1,-2 4,-45 84,23-5</inkml:trace>
  <inkml:trace contextRef="#ctx0" brushRef="#br0" timeOffset="11835.68">19733 1315,'10'23,"0"-1,1 0,2 0,0-1,1-1,1 0,1-1,1 0,0-2,2 0,0-1,0 0,2-2,-1 0,16 6,-31-16,0-1,0 0,0 0,0 0,1 0,-1-1,1 0,-1 0,1-1,0 1,0-1,0 0,-1-1,1 1,0-1,0 0,0-1,0 0,0 0,0 0,0 0,-1-1,1 0,-1 0,1-1,-1 1,0-1,0 0,2-2,0-6,-1-1,0 0,0 0,-1 0,-1-1,0 0,-1 1,0-1,-1-1,-1 1,0 0,0 0,-1-1,-3-11,-4 60,1 102,6-1,5 1,7-1,29 134,-31-219,-4-22,0-1,-2 1,-2 0,0 28,-2-55,0 0,-1 1,1-1,0 1,-1-1,1 0,-1 1,0-1,0 0,0 0,0 0,0 0,0 0,-1 0,1 0,-1 0,1 0,-1 0,0-1,0 1,1-1,-1 1,0-1,0 0,-1 0,1 0,0 0,0 0,0 0,-1 0,1-1,0 1,-1-1,1 0,-1 0,1 0,0 0,-1 0,1 0,-1-1,-1 0,-7-1,0 0,1-1,-1 0,0-1,1 0,0-1,0 0,-4-3,-7-7,0-2,2-1,0 0,1-1,0-1,2 0,1-2,0 0,2 0,0-1,2-1,0 0,-2-13,-8-38,20 72,1 0,0 0,-1 0,1 0,0-1,1 1,-1 0,0 0,1 0,0 1,-1-1,1 0,1 0,-1 0,0 0,1 1,-1-1,1 1,0-1,-1 1,1 0,1-1,1 0,4-2,0 1,1 1,0 0,0 0,0 0,0 1,0 1,1 0,-1 0,0 1,1 0,6 1,4-2,106 3,-1 6,40 10,-144-15,-3-2,0 1,0 2,0 0,0 0,-1 2,11 4,-25-8,0 0,0 1,-1-1,1 0,-1 1,0-1,1 1,-1 0,0 0,-1 0,1 0,0 0,-1 0,0 0,0 1,0-1,0 0,0 1,-1-1,1 1,-1-1,0 0,0 1,0-1,0 1,-1-1,0 1,1-1,-1 0,-1 1,1-1,0 0,-1 0,0 2,-6 65,9-67,0-1,0 1,0 0,1-1,-1 1,1-1,0 1,0-1,0 0,0 0,0 1,0-2,1 1,-1 0,0 0,1-1,0 1,-1-1,1 0,0 0,0 0,-1 0,1 0,0-1,0 1,3-1,79-3,-80 2,0 0,0 0,-1-1,1 0,0 0,-1 0,0-1,1 1,-1-1,0 0,0 0,0 0,-1-1,1 1,-1-1,0 0,0 0,0 0,0-1,-1 1,0 0,0-1,0 0,0 1,-1-1,0 0,0 0,0 0,0 0,-1 0,0 0,0 0,0 0,-1 0,1 0,-1 0,-1 0,1 0,-1 1,0-3,-2-1,-1 1,1-1,-1 1,-1 0,1 1,-1 0,0-1,-1 2,1-1,-1 1,0 0,0 0,-1 1,0 0,1 1,-1-1,-1 1,1 1,0 0,-1 0,-8-1,6 1,-1 1,0 0,0 1,1 0,-1 1,0 0,0 1,1 0,-1 0,1 2,0-1,-1 2,2-1,-1 1,-8 6,14-8,1-1,-1 1,1 0,0 0,-1 0,2 1,-1 0,0-1,1 1,0 1,0-1,0 0,0 1,1-1,-1 1,1 0,0 0,1 0,-1 0,1 0,0 0,0 0,1 1,0-1,0 0,0 0,0 1,1-1,0 0,0 0,0 0,1 0,-1 0,1 0,0 0,1-1,-1 1,1-1,2 4,33 20,3-6</inkml:trace>
  <inkml:trace contextRef="#ctx0" brushRef="#br0" timeOffset="12085.598">21364 2330,'0'0</inkml:trace>
  <inkml:trace contextRef="#ctx0" brushRef="#br0" timeOffset="8163.876">15375 1622,'4'20,"5"23,2 25,4 18,4 16,3 8,3 4,-3-2,-3-6,-5-12,-7-13,-7-13,-8-14,-7-16,-1-14</inkml:trace>
  <inkml:trace contextRef="#ctx0" brushRef="#br0" timeOffset="9371.384">15295 2103,'-4'-27,"-2"-107,7 131,0 0,-1 0,1 0,0 1,0-1,1 0,-1 1,1-1,-1 1,1 0,0-1,-1 1,1 0,0 0,1 0,-1 0,0 0,1 1,-1-1,1 1,-1 0,1-1,-1 1,1 0,0 0,0 1,0-1,-1 1,1-1,0 1,0 0,0 0,0 0,0 0,100 16,-87-12,0 1,-1 1,1 0,-1 1,-1 1,1 0,-1 1,-1 0,9 8,-21-16,0-1,1 1,-1 0,0 0,0 0,0 0,1 0,-1 0,0 0,0 0,-1 1,1-1,0 0,0 0,0 1,-1-1,1 1,-1-1,1 1,-1-1,0 1,0-1,1 1,-1-1,0 1,0-1,0 1,0-1,-1 1,1-1,0 1,-1-1,1 1,-1-1,1 0,-1 1,0-1,0 0,0 2,-7 1,-1 0,0 0,1-1,-1 0,0 0,-1-1,1 0,0-1,-1 0,1 0,-1-1,1 0,-8-2,6 2,1 0,-1-1,1 0,-1-1,1 0,0-1,-1 0,1-1,1 0,-1 0,1-1,-1-1,-1-1,10 7,0-1,0 1,0-1,0 1,0-1,0 0,0 1,1-1,-1 0,0 1,0-1,1 0,-1 0,0 0,1 0,-1 0,1 0,-1 0,1 0,-1 0,1 0,0 0,0 0,-1 0,1 0,0 0,0 0,0 0,0 0,0-1,1 1,-1 0,0 0,0 0,1 0,-1 0,0 0,1 0,-1 0,1 0,0 0,-1 0,1 1,0-1,-1 0,1 0,0 0,0 1,0-1,-1 0,1 1,0-1,57-21,115-6,-133 24,-1-1,0-2,0-2,0-1,-1-2,-1-2,22-11,-51 20,0 0,0 0,-1-1,0 0,0 0,0-1,-1 0,0 0,3-4,-8 9,1 0,-1-1,1 1,-1 0,0-1,0 1,0-1,0 1,0-1,-1 1,1-1,-1 0,0 1,1-1,-1 0,0 0,-1 1,1-1,0 0,-1 1,0-1,1 1,-1-1,0 1,0-1,-1 1,1-1,0 1,-1 0,1 0,-1 0,0 0,0 0,0-1,-1 1,0-1,0 1,-1-1,1 1,0 0,-1 0,1 0,-1 1,0-1,0 1,1 0,-1 0,0 0,0 1,0-1,0 1,0 0,0 0,0 0,0 1,0-1,0 1,0 0,1 0,-1 1,0-1,0 1,1 0,-1-1,1 2,0-1,-1 0,1 1,0-1,1 1,-1 0,0 0,1 0,-1 1,0 1,1 1,-1 0,1 1,0-1,0 0,1 1,0-1,0 1,1-1,0 1,0-1,0 1,1-1,0 1,0-1,0 1,1-1,0 0,0 0,1 0,0 0,0 0,2 3,1 1,1-1,0 0,0-1,1 0,0 0,0 0,0-1,1 0,1-1,-1 0,1 0,0-1,6 2,0-1,1 0,0-1,0-1,0-1,1 0,-1-1,1-1,0-1,-1 0,1-1,-1-1,1-1,-1-1,0 0,0-1,0 0,-1-2,0 0,14-9,-21 9,-1 0,-1-1,1 0,-1 0,-1-1,1 1,-1-2,-1 1,0 0,0-1,-1 0,0 0,-1-1,0 1,-1-1,0 0,-1 1,0-1,0 0,-1 0,0 0,-1 1,-2-11,3 20,0-1,0 1,0 0,0-1,0 1,0 0,0-1,0 1,0 0,-1-1,1 1,0 0,-1 0,1-1,-1 1,0 0,1 0,-1 0,0 0,0-1,0 1,0 0,0 1,0-1,0 0,0 0,0 0,0 1,0-1,0 0,-1 1,1-1,0 1,0-1,-1 1,1 0,0 0,-1-1,1 1,-1 0,1 0,0 0,-1 1,1-1,0 0,-1 0,1 1,0-1,0 1,-1-1,1 1,0-1,-1 2,-2 5,1 0,0 0,0 1,1-1,0 1,0 0,1-1,0 1,1 0,-1 0,1 0,1 0,-1 0,2-1,-1 1,1 0,0-1,0 1,1-1,0 1,2 1,0 1,1 0,0-1,1 0,0 0,0-1,1 0,0 0,0 0,1-1,0-1,1 1,-1-2,1 1,0-1,0-1,1 1,-1-2,1 0,0 0,0-1,0 0,0-1,1 0,-1-1,0 0,0-1,0 0,1-1,-1 0,7-2,-11-1,0 0,0-1,0 1,-1-1,0-1,0 1,0-1,-1 0,0 0,0-1,-1 1,0-1,0 0,-1 0,0-1,-1 1,1 0,-2-1,1 0,-1 1,0-1,-1 0,0 0,-1 0,0 0,0-17,0 26,1 0,0 0,0 0,0 0,-1 0,1 0,0 0,0 0,0 0,-1 0,1 0,0 0,0 0,0 0,-1 0,1 0,0 0,0 0,0 0,-1 0,1 0,0 0,0 0,0 0,-1-1,1 1,0 0,0 0,0 0,0 0,0 0,-1-1,1 1,0 0,0 0,0 0,0 0,0-1,0 1,0 0,0 0,-1 0,-3 21,5-8,0 0,0 0,2 0,-1 0,1-1,1 1,0-1,1 0,1 0,-1-1,2 0,0 0,0 0,1-1,0 0,6 6,-10-12,0-1,0 1,0-1,0 0,1 0,-1 0,1 0,0-1,0 0,0 0,0 0,0-1,0 0,0 0,1 0,-1 0,0-1,1 0,-1 0,0 0,1-1,-1 0,0 0,0 0,0-1,0 1,0-1,0 0,0-1,0 1,-1-1,3-2,7-12,-1 0,-1 0,0-2,-1 1,-2-1,0-1,0 0,-2 0,-1-1,0 0,-2 0,3-19,10-58,-4-1,-4 0,-4 0,-6-36,1 129,0-5,0 0,0 0,-1 0,0 1,-1-1,-1 0,0 0,0 1,-1 0,0 0,-2-4,5 13,1 0,-1 0,1 0,-1 0,1 0,-1 0,0 0,0 0,1 1,-1-1,0 0,0 0,0 1,0-1,0 1,0-1,0 1,0-1,0 1,0-1,0 1,0 0,0 0,0 0,0-1,-1 1,1 0,0 0,0 1,0-1,0 0,0 0,0 0,0 1,0-1,0 1,0-1,0 1,0-1,0 1,0-1,0 1,0 0,0-1,0 1,0 1,-29 46,22-25,2 0,0 0,1 1,2 0,0 0,2 0,0 1,2-1,1 0,2 12,6 20,2-1,2 0,21 51,-7-30,4-1,3-1,33 50,-28-74,-40-49,1-1,-1 1,0-1,1 0,-1 1,0-1,1 0,-1 1,1-1,-1 0,1 1,-1-1,1 0,-1 0,1 1,-1-1,1 0,-1 0,1 0,-1 0,1 0,-1 0,1 0,-1 0,1 0,-1 0,1 0,-1 0,1 0,0 0,-1 0,1-1,-1 1,1 0,-1 0,0-1,1 1,-1 0,1-1,-1 1,1 0,-1-1,0 1,1-1,-1 1,0-1,5-11</inkml:trace>
  <inkml:trace contextRef="#ctx0" brushRef="#br0" timeOffset="9558.059">16805 1287,'9'-4,"21"0,29 1,28 4,23 6,9 6,-3 5,-21 1</inkml:trace>
  <inkml:trace contextRef="#ctx0" brushRef="#br0" timeOffset="10384.228">17353 2077,'15'-20,"-2"1,-1-2,0 0,-1 0,-2-1,0 0,-1 0,-1-1,-1 0,-2-1,0 1,-1-1,-1 0,-2 1,0-1,-3-12,3 30,0 1,-1 0,0-1,0 1,0 0,-1-1,0 1,0 0,0 0,0 0,-1 1,0-1,0 0,0 1,-1 0,1 0,-1 0,0 0,0 1,-1-1,1 1,-1 0,1 0,-1 1,0-1,0 1,0 0,0 1,0-1,-1 1,1 0,-1 0,1 1,-4-1,9 1,1 0,0 1,0-1,-1 0,1 0,0 1,-1-1,1 0,0 1,-1-1,1 0,0 1,-1-1,1 1,-1-1,1 1,-1-1,1 1,-1 0,1-1,-1 1,0 0,1-1,-1 1,0 0,0-1,1 1,-1 0,0 0,0-1,0 1,0 0,0 0,0-1,0 1,0 0,0 0,0-1,-1 1,1 0,0 0,0-1,-1 1,1 0,0-1,-1 1,1-1,-1 1,1 0,-1-1,1 1,-1-1,1 1,-1-1,1 1,-1-1,0 0,1 1,-1-1,0 0,0 1,0-1,25 7,0-1,0-1,0-1,0-1,1-1,-1-1,6-1,14 1,-24-1,-10 0,1-1,-1 2,1-1,-1 2,0-1,0 1,0 1,0 0,0 0,0 1,-1 0,3 2,-8-1,-1 0,0 1,0-1,0 1,-1-1,0 1,0 0,0 0,-1 0,1 0,-1 0,-1 1,0-1,1 0,-2 0,1 0,-1 1,0-1,-1 3,1 11,0-9,-1-4,1-1,0 0,0 0,0 0,1 1,0-1,0 0,1 0,0 1,0-1,0 0,1 0,-1 0,1 0,1 0,-1-1,1 1,0-1,1 1,-1-1,1 0,0 0,0-1,1 1,-1-1,1 0,1 1,2-3,0 1,-1-2,1 1,0-1,0-1,0 1,0-1,0-1,-1 1,1-1,0-1,0 0,-1 0,1 0,-1-1,1 0,-1 0,0-1,0 0,-1 0,1-1,-1 1,0-1,0-1,0 1,-1-1,0 0,0-1,-1 1,1-1,-1 0,-1 0,1 0,-1 0,0-4,3-4,0 0,-1-1,-1 0,-1 0,0 0,-2 0,1-15,-2 31,0 0,-1 1,1-1,0 0,-1 0,1 0,0 0,-1 0,1 0,0 0,-1 0,1 0,0 0,0 0,-1 0,1 0,0 0,-1 0,1 0,0-1,-1 1,1 0,0 0,0 0,-1 0,1-1,0 1,0 0,-1 0,1 0,0-1,0 1,0 0,-1 0,1-1,0 1,0 0,0-1,0 1,0 0,-1-1,1 1,0 0,0 0,0-1,0 1,0 0,0-1,-12 30,9-16,0-1,1 1,0 0,1-1,1 1,0 0,0 0,1 0,1-1,0 1,1 0,4 10,-4-16,-1 1,2-1,-1 0,1 0,0-1,0 1,1-1,0 0,0 0,1 0,-1-1,1 0,0 0,1 0,-1-1,1 0,0 0,0-1,0 1,0-2,6 3,-8-4,-1 0,1 0,-1 0,1-1,0 0,-1 0,1 0,0 0,-1-1,1 1,0-1,-1 0,1-1,-1 1,0-1,1 0,-1 0,0 0,0-1,0 1,-1-1,1 0,-1 0,1 0,-1-1,0 1,0-1,0 0,-1 0,1 0,4-9,0 0,-1 0,0-1,-1 0,0-1,-1 1,-1-1,1-12,0 4,-1 0,-1 0,-1 0,-1 0,-1 0,-2-3,3 26,1 0,-1 1,0-1,0 0,1 0,-1 1,0-1,0 0,0 1,0-1,0 0,0 0,1 1,-1-1,0 0,0 1,0-1,0 0,0 1,0-1,0 0,0 1,0-1,0 0,-1 1,1-1,0 0,0 0,0 1,0-1,0 0,-1 1,1-1,0 0,0 0,0 1,-1-1,1 0,0 0,0 0,-1 1,1-1,0 0,0 0,-1 0,1 0,0 0,-1 1,1-1,0 0,0 0,-1 0,1 0,0 0,-1 0,1 0,0 0,-1 0,1 0,0 0,-1 0,1-1,0 1,-1 0,1 0,0 0,0 0,-1 0,1-1,0 1,-3 11,0-1,2 1,-1 0,1 0,1 0,0 0,1 0,0 0,0 0,1 0,1 0,0-1,0 1,1-1,0 0,1 0,0 0,1-1,-1 1,2-1,0-1,0 1,0-1,1-1,1 2,6 0,1 0,0 0,1-2,0 0,0 0,0-2,1 0,0-1,-1-1,13 0,39 5</inkml:trace>
  <inkml:trace contextRef="#ctx0" brushRef="#br0" timeOffset="3861.223">9653 1274,'-11'73,"3"1,4 0,3-1,3 1,11 73,-12-136,1 0,0 0,0 0,1 0,0-1,1 1,0-1,1 0,0 0,1 0,0-1,0 0,1 0,0 0,1-1,0 0,0-1,0 1,1-2,0 1,1-1,-1-1,1 0,0 0,1-1,-1 0,1 0,3-1,3-1,1-2,-1 0,0-1,1-1,-1 0,0-1,0-1,-1-1,1 0,-1-1,0-1,0-1,3-2,31-18</inkml:trace>
  <inkml:trace contextRef="#ctx0" brushRef="#br0" timeOffset="4126.168">9506 1648,'18'5,"17"3,17 1,13-1,11-5,5-5,-1-6,-7-4,-13-6,-18 2</inkml:trace>
  <inkml:trace contextRef="#ctx0" brushRef="#br0" timeOffset="4406.284">9613 1180,'-5'-9,"13"-3,22 0,32 1,28 1,21 3,8 7,-10 9,-23 1</inkml:trace>
  <inkml:trace contextRef="#ctx0" brushRef="#br0" timeOffset="5259.228">10335 1702,'2'4,"8"9,6 11,11 10,6 12,7 6,6 3,2 0,2-5,-1-7,-4-8,-8-10,-9-10</inkml:trace>
  <inkml:trace contextRef="#ctx0" brushRef="#br0" timeOffset="5513.74">10656 1648,'-19'2,"-14"8,-11 14,-5 15,-3 19,0 14,2 8,6 5,7-3,11-15</inkml:trace>
  <inkml:trace contextRef="#ctx0" brushRef="#br0" timeOffset="5768.474">11057 1675,'4'16,"5"21,2 25,1 22,2 20,0 14,1 9,-1 2,0-2,-3-23</inkml:trace>
  <inkml:trace contextRef="#ctx0" brushRef="#br0" timeOffset="6031.679">11083 2304,'-76'-501,"76"499,-1 1,0-1,0 0,1 0,-1 0,1 0,0-1,-1 1,1 0,0 0,0 0,0 0,1 0,-1 0,0 0,1 0,-1 0,1 0,0 0,-1 0,1 0,0 0,0 0,1 1,-1-1,0 0,0 1,1-1,-1 1,1-1,0 1,-1 0,1 0,0-1,0 1,-1 1,1-1,0 0,0 0,9 2,0 0,-1 0,0 1,1 1,-1-1,0 2,0-1,0 2,-1-1,4 3,0-1,9 4,0 1,-1 1,0 0,-1 2,-1 0,0 2,-1 0,5 6,-20-20,-1 0,1 1,-1-1,0 1,0-1,0 1,0 0,0 0,-1-1,1 1,-1 0,0 1,1-1,-2 0,1 0,0 0,-1 1,1-1,-1 0,0 1,0-1,0 0,-1 0,1 1,-1-1,0 0,0 0,0 1,0-1,-1 2,-8 5,0 0,0-1,0 0,-1-1,-1 0,1-1,-1 0,-1-1,1 0,-1-1,0 0,0-1,-9 1,-28 8,7-5</inkml:trace>
  <inkml:trace contextRef="#ctx0" brushRef="#br0" timeOffset="6622.434">11458 2183,'10'-23,"-2"1,0-1,-2 0,0-1,-1 1,-2-1,0 0,-2 0,0-1,-2 1,-1 0,-1 0,0 0,-2 1,-1-1,-1 1,-1 0,-1 1,-9-18,8 21,10 18,1 1,0-1,-1 0,1 1,0-1,-1 1,1-1,0 0,0 1,0 0,-1-1,1 1,0 0,0-1,0 1,0 0,0 0,0 0,0-1,-1 1,1 0,0 0,0 1,0-1,0 0,0 0,0 0,0 1,0-1,0 0,-1 1,1-1,0 1,0-1,0 1,-1-1,1 1,0-1,-1 1,1 0,6 1,125 27,73 21,-199-49,-1 1,1 0,0 1,0-1,-1 1,1 0,-1 1,0-1,0 1,0 0,-1 0,1 1,-1-1,0 1,0 0,-1 0,0 1,1-1,-2 0,1 1,-1 0,1 0,-2 0,1 1,-5 171,4-175,0 1,0 0,0-1,1 1,-1-1,1 0,0 1,0-1,0 0,1 0,-1 0,1-1,-1 1,1 0,0-1,0 0,0 0,0 0,1 0,-1 0,0 0,1-1,-1 0,1 0,0 0,-1 0,2 0,7 1,0 0,0-1,0-1,0 0,0 0,0-1,0-1,0 0,3 0,-1 0,0-1,0-1,0-1,-1 0,0 0,1-1,-2-1,1 0,-1-1,0 0,-1-1,0 0,0-1,-1 0,0-1,-1 0,0 0,-1-1,0 0,-1-1,-1 1,1-1,-2-1,0 1,-1-1,2-9,-6 17,1 0,-1 0,-1 0,1-1,-1 1,0 0,-1 0,0 0,0 0,0 1,0-1,-1 0,0 1,-3-4,5 7,0 0,-1 0,1 0,-1 0,0 0,0 1,0-1,0 1,0 0,0-1,0 1,0 0,0 0,0 0,-1 0,1 1,0-1,-1 1,1-1,-1 1,1 0,0 0,-1 0,1 0,-1 0,1 1,0-1,-1 1,1-1,0 1,-1 0,1 0,0 0,0 0,0 1,0-1,0 0,-1 1,-4 5,0 0,0 1,1 0,0 0,0 0,1 0,0 1,0 0,1 0,0 0,1 1,0-1,0 1,1 0,0 0,1 0,0 0,1 0,0 0,1 0,-1 0,2 0,0 4,2-4,0 1,1 0,0-1,0 0,1 0,0-1,1 0,0 0,0 0,1-1,0 0,1 0,0-1,0-1,0 1,1-1,0-1,0 0,0 0,1-1,0 0,0-1,0 0,0-1,4 1,43 8</inkml:trace>
  <inkml:trace contextRef="#ctx0" brushRef="#br0" timeOffset="7182.789">12888 1662,'-7'-1,"-3"-3,0 0,-1 2,1-1,-1 1,0 1,0 0,1 0,-1 1,0 1,0-1,0 2,1 0,-1 0,-6 2,16-2,-1-1,0 0,0 1,1-1,-1 1,0-1,1 1,0 0,-1-1,1 1,0 0,0 0,0 0,0 0,0 0,0 0,1 1,-1-1,1 0,0 0,-1 0,1 1,0-1,0 0,0 0,1 0,-1 1,0-1,1 0,0 0,0 1,32 63,-12-43,0 0,2-2,0-1,1 0,1-2,11 5,67 54,-101-77,-1 0,1 1,-1 0,1-1,-1 1,1 0,-1 0,0 0,1 0,-1 0,0 0,0 0,0 1,0-1,0 0,0 1,0-1,0 0,0 1,-1-1,1 1,0-1,-1 1,1 0,-1-1,0 1,0-1,0 1,1 0,-2-1,1 1,0 0,0-1,0 1,-1 0,1-1,-1 1,1-1,-1 1,0-1,1 1,-1-1,0 1,0-1,0 0,0 0,-1 1,-3 1,-1-1,0 1,1-1,-1-1,0 1,0-1,0 0,0 0,0-1,0 1,0-2,0 1,0 0,0-1,0-1,-5 0,10 1,-1 0,1 0,0 0,0 0,0 0,0 0,0 0,0-1,0 1,0 0,1-1,-1 1,0 0,1-1,-1 1,1-1,-1 1,1-1,0 1,0-1,-1 1,1-1,0 1,1-1,-1 1,0-1,0 1,1-1,-1 1,0-1,1 1,0-2,24-47,0 13,1 1,2 1,1 2,2 1,1 1,2 2,20-13,-44 34,-2 1,1 1,-1 0,1 1,0-1,0 2,1-1,-1 1,1 1,2-1,-10 4,0 1,0-1,0 1,-1-1,1 1,0 0,0 0,0 0,-1 0,1 0,-1 0,1 0,-1 0,1 1,-1-1,0 1,1-1,-1 1,0-1,0 1,0 0,0-1,-1 1,1 0,0 0,-1 0,1 0,-1-1,0 1,1 0,-1 0,0 0,0 0,0 0,0 0,-1 0,1 0,-1 0,1 0,-1-1,0 2,1 3,0 17,10 127,-8-142,-1 1,2-1,-1 1,1-1,1 0,-1 0,1 0,1-1,-1 1,1-1,0 0,1-1,0 1,0-1,6 5,32 10,-25-18</inkml:trace>
  <inkml:trace contextRef="#ctx0" brushRef="#br0" timeOffset="7412.889">13370 1448,'4'16,"11"12,3 1</inkml:trace>
  <inkml:trace contextRef="#ctx0" brushRef="#br0" timeOffset="7792.821">13984 1956,'-15'-23,"-2"0,0 1,-1 1,-2 0,0 1,-1 2,0 0,-2 1,-4-1,23 15,0 0,-1 1,1 0,-1 0,1 0,-1 1,1-1,-1 1,0 0,0 1,1-1,-1 1,0 0,0 0,0 0,0 1,1 0,-1 0,0 0,1 0,-1 1,0 0,1 0,0 0,-1 0,1 1,0-1,0 1,1 0,-1 0,1 1,-1-1,1 1,0 0,0 1,-2 0,1 1,0 1,1-1,-1 0,1 1,0 0,1 0,0 0,0 0,0 0,1 0,0 0,1 1,-1-1,1 0,1 1,-1-1,1 0,1 0,-1 0,1 0,0 0,1 0,0 0,0 0,0-1,1 0,0 0,0 0,1 0,-1 0,1-1,1 0,2 3,-1-5,0 1,0-1,1 0,0 0,-1-1,1 0,0 0,0-1,0 0,0-1,0 1,0-2,0 1,0-1,0 0,0-1,0 0,-1 0,1 0,0-1,-1-1,0 1,0-1,0 0,0-1,-1 1,1-1,-1-1,-1 1,1-1,-1 0,0 0,0-1,0 1,-1-1,0 0,-1-1,0 1,0 0,2-6,-2 3,0 0,-1 0,0-1,-1 1,0-1,0 1,-1-1,-1 1,1-1,-2-3,1 13,1 0,0 0,0 0,0 0,0 1,-1-1,1 0,0 0,-1 1,1-1,0 0,-1 1,1-1,-1 0,1 1,-1-1,0 1,1-1,-1 0,1 1,-1 0,0-1,0 1,1-1,-1 1,0 0,0-1,1 1,-1 0,0 0,0 0,0 0,1 0,-1 0,0 0,0 0,0 0,1 0,-1 0,0 0,0 0,0 1,1-1,-1 0,0 1,0-1,1 1,-1-1,0 0,1 1,-1 0,0-1,1 1,-1-1,1 1,-1 0,1-1,0 1,-1 0,1-1,-1 1,1 0,0 0,0-1,-1 1,1 0,0 0,0 0,-2 4,0 0,1 1,0-1,0 0,0 1,0-1,1 1,0-1,0 1,1-1,-1 1,1-1,0 0,1 1,-1-1,1 0,0 0,1 0,-1 0,1 0,0 0,0-1,0 1,1-1,-1 0,1 0,0 0,0-1,1 1,-1-1,1 0,0 0,-1-1,1 0,1 1,-1-1,0-1,2 1,132 30,-63-24</inkml:trace>
  <inkml:trace contextRef="#ctx0" brushRef="#br0" timeOffset="21572.207">4305 205,'-281'0,"274"0,0 1,-1 0,1 0,0 1,0 0,0 0,1 1,-1 0,1 0,-1 0,1 1,0 0,0 0,0 1,1-1,0 1,-1 0,1 2,-7 6,1 1,1 1,0 0,1 1,0 0,-3 12,-42 91,13 97,37-175,1 1,3 0,3 31,36 182,-38-219,-1-18,1 0,0 0,1 1,1-1,1 0,0-1,5 10,27 118,-25-84,6 18,-3 1,-5 1,1 76,-11 193,15-191,0 16,-15 144,-13-135,7-55,-18 106,9-105,-3 152,21-217,3 0,3 0,9 30,-5-20,22 80,-23-121,-2 0,-1 1,-2 0,0 12,10 56,33 257,-15-176,49 139,-69-137,-6 45,5-62,-13 106,14-148,-7 112,0 0,-9-147,2-65,1 60,-5 1,-7 32,-12 161,21-240,1 1,1-1,3 0,1 0,3 0,1-1,7 20,-1-5,-3 0,-2 2,-2 6,32 161,23 4,-55-201,-2 0,-1 0,-1 0,-1 1,-2 1,2 9,2-1,2 1,2-1,2 0,1 0,3 2,3 13,31 98,-33 5,-4 54,-26-86,-7 0,-28 90,9-62,-5 21,-9 82,43-149,4 1,5 21,2-77,-5 81,4 179,25 17,16 108,-28-330,4 0,21 75,10 47,-14-67,21 54,44 14,-83-200,1-1,1-1,2 0,18 21,-32-42,0-1,1 0,-1 0,1 0,0-1,0 0,0 0,0 0,0-1,1 1,-1-1,1 0,0-1,-1 1,1-1,0-1,0 1,0-1,0 0,0 0,0 0,0-1,-1 0,1 0,0-1,3-1,31-8,-1-3,0-1,31-18,-37 14,-1-2,-1-1,-1-2,4-5,91-66,-69 65,-44 25,-1 0,0-1,0-1,0 0,0 0,-1-1,-1-1,1 1,4-7,3-11,-1 0,-2-1,0 0,-2-2,7-23,15-32,46-74,28-70,-64 83,-6-2,-7-2,-5-13,-23 146,55-390,-6-178,53-828,-74 1059,66-292,-65 483,-7-1,-8-2,-5-38,-13-53,-11 0,-45-249,33 345,6-1,5-67,12 107,1-26,-15-102,-37-299,43 433,-6 1,-24-88,-7-32,19 88,-27-76,22 102,6 0,-1-40,-63-294,57 301,11 39,6-1,-1-109,-8-45,14 122,5 0,8-27,0 23,-7 1,-6-7,-14-116,24 226,-3 1,-2-1,-2 1,-1 0,-3 0,-2 1,-2 1,-1 0,-7-6,-7-6,3 0,2-2,2 0,-3-24,14 33,9 27,-1 0,-1 1,-1-1,0 1,-2 1,-1 0,0 0,-1 0,-1 2,-1-1,-2 1,-17-14,20 22,2 0,-1-1,2 0,-1-1,1 0,1 0,-1-4,-12-29,15 30,0 1,-1 0,0 0,-1 1,-1 0,0 1,0-1,-2 2,1-1,-2 1,-3-2,-1 1,-1 0,0 1,0 0,-1 2,0 0,-7-1,11 7,-1 1,-1 1,1 0,0 0,0 2,0 0,0 1,0 0,-8 3,-5 1,1 1,0 0,0 2,0 2,1 0,1 2,0 0,0 2,1 1,-5 15,22-18</inkml:trace>
  <inkml:trace contextRef="#ctx0" brushRef="#br0" timeOffset="22412.342">108 2317,'128'-60,"-2"-6,43-35,-93 55,565-321,108-17,-744 381,674-298,-674 299,12-6,1 1,0 1,0 1,0 0,1 1,-1 1,1 1,9 0,-28 3,-1-1,1 0,0 1,-1-1,1 1,0-1,-1 0,1 1,0-1,-1 1,1-1,0 1,0-1,-1 1,1-1,0 1,0-1,0 1,0-1,0 1,0-1,0 1,0-1,0 1,0 0,0-1,0 1,0-1,0 1,1-1,-1 1,0-1,0 1,1-1,-1 1,0-1,1 0,-1 1,0-1,1 1,-1-1,0 0,1 1,-1-1,1 0,-1 1,1-1,-1 0,1 0,-1 0,1 1,-1-1,1 0,-1 0,1 0,-1 0,1 0,-1 0,1 0,0 0,-1 0,1 0,-1 0,1 0,-1-1,-12 11</inkml:trace>
  <inkml:trace contextRef="#ctx0" brushRef="#br0" timeOffset="23452.529">268 3974,'69'-33,"-2"-2,59-43,-69 41,821-546,-138 86,-475 330,234-106,199-52,-685 319,-9 3,0 1,0 0,0 0,1 0,-1 1,0-1,1 1,-1 0,1 0,0 0,-1 1,1 0,1 0,-5 1,0 0,0 0,0 1,0-1,0 1,-1-1,1 0,0 1,-1-1,1 1,-1-1,1 1,-1-1,0 1,0 0,0-1,0 1,0-1,0 1,0 0,0-1,-1 1,1-1,0 1,-1-1,0 1,1-1,-1 1,0-1,0 0,0 1,1-1,-2 1,-6 13</inkml:trace>
  <inkml:trace contextRef="#ctx0" brushRef="#br0" timeOffset="24321.723">268 5592,'176'-88,"-133"63,615-374,-309 183,984-557,-927 548,90-82,-437 263,-125 101,44-36</inkml:trace>
  <inkml:trace contextRef="#ctx0" brushRef="#br0" timeOffset="25256.799">0 7530,'12'-1,"64"-47,776-518,392-249,-890 586,279-128,-65 81,-315 166,-234 103,-66 30,15-8</inkml:trace>
  <inkml:trace contextRef="#ctx0" brushRef="#br0" timeOffset="26119.34">228 9536,'141'-133,"6"7,6 5,51-23,502-292,647-335,-1177 667,459-293,-544 330,-148 100,5 9,41-32</inkml:trace>
  <inkml:trace contextRef="#ctx0" brushRef="#br0" timeOffset="27227.893">215 11327,'972'-655,"-718"493,655-428,-824 533,240-164,307-152,-494 303,2 7,82-22,-157 48,54-11,-131 57,0-1</inkml:trace>
  <inkml:trace contextRef="#ctx0" brushRef="#br0" timeOffset="28286.648">94 12999,'5'0,"-1"0,1-1,-1 1,1-1,-1 0,0 0,1 0,-1 0,0-1,0 0,0 0,0 0,0 0,0 0,0-2,7-2,96-60,97-78,-123 83,-37 29,392-282,130-53,368-154,-719 404,-145 79,696-358,-544 301,-298 150,48-33</inkml:trace>
  <inkml:trace contextRef="#ctx0" brushRef="#br0" timeOffset="29375.542">1631 13520,'386'-196,"38"-56,-8-19,244-150,-586 377,3 4,1 3,1 3,2 4,19-2,92-19,-183 53,-17 4</inkml:trace>
  <inkml:trace contextRef="#ctx0" brushRef="#br0" timeOffset="30324.27">3704 10846,'5'0,"7"-2,12-3,13-6,13-5,13-4,8-1,5-2,-1 1,-5 1,-10 6,-20 8,-31 14,-16 4</inkml:trace>
  <inkml:trace contextRef="#ctx0" brushRef="#br1" timeOffset="51838.259">10883 6060,'8'540,"-3"-340,-8 0,-17 88,16-262,-16 149,6-1,10 148,16 198,-7-395,17 98,5 112,-15-97,16 276,-28-104,13-187,1 44,-14-266,-1 2,1 1,0-1,0 1,0-1,0 1,1-1,0 1,-1-1,1 0,1 1,-1-1,0 0,1 1,-1-1,1 0,0 0,0-1,1 1,-1 0,0-1,2 2,-3-4,1-1,-1 1,1 0,-1-1,0 1,1-1,-1 1,0-1,1 0,-1 0,0 1,0-1,0 0,1 0,-1 0,0 0,0-1,-1 1,1 0,0 0,0 0,-1-1,1 1,0-1,-1 1,1 0,-1-1,0 1,1-1,-1 1,0-1,0 1,0 0,0-1,0 1,6-28</inkml:trace>
  <inkml:trace contextRef="#ctx0" brushRef="#br1" timeOffset="55599.778">10870 6140,'-1'-1,"1"0,0 0,0 1,0-1,-1 0,1 0,0 0,0 0,0 0,0 0,0 1,1-1,-1 0,0 0,0 0,1 0,-1 0,0 1,1-1,-1 0,1 0,-1 1,1-1,-1 0,1 0,-1 1,1-1,0 1,-1-1,1 1,0-1,0 1,-1-1,1 1,0-1,0 1,0 0,-1 0,1-1,0 1,0 0,0 0,0 0,0 0,0 0,0 0,-1 0,1 0,0 1,0-1,0 0,0 0,-1 1,1-1,0 0,1 1,279-8,-24 6,74 16,95 2,432-43,-295 4,701 16,-767 7,1968-1,-1202-27,-691 26,-287-34,-119 11,-49 17,-1-20,-8 28,-106 1,0-1,1 1,-1-1,0 1,0 0,-1-1,1 1,0 0,0 0,-1 1,0-1,1 0,-1 0,0 1,0-1,0 0,0 1,0-1,-1 1,1 0,-1-1,0 1,0-1,0 1,0 0,0-1,0 1,-1-1,1 1,-1-1,0 1,1-1,-1 1,-1-1,1 0,0 1,-2 11,-12 142,7 1,9 96,0-98,-1-128,0 183,-22 151,4 2,17-294,-32 346,5-104,23-42,21 148,-10-288,28 392,-8 75,-14-257,-12-351,0-5</inkml:trace>
  <inkml:trace contextRef="#ctx0" brushRef="#br1" timeOffset="57360.038">10963 10994,'205'-21,"599"-18,-486 31,805-59,-788 44,737-9,-48 20,-724 8,562 0,277 42,-336-24,-401 11,84 2,-416-28,-1-3,0-3,0-2,23-9,-43 10,0 2,0 2,1 2,35 5,2-2,-85-1,19-8,-27 2</inkml:trace>
  <inkml:trace contextRef="#ctx0" brushRef="#br1" timeOffset="59278.159">10816 8573,'0'-1,"0"0,0 1,-1-1,1 0,0 0,0 0,0 0,1 0,-1 0,0 0,0 0,0 0,1 0,-1 0,0 0,1 1,-1-1,1 0,-1 0,1 0,-1 1,1-1,0 0,-1 0,1 1,0-1,-1 1,1-1,0 1,0-1,0 1,0-1,-1 1,1 0,0-1,0 1,0 0,0 0,0 0,0-1,0 1,0 0,0 0,0 1,0-1,0 0,0 0,0 0,-1 1,1-1,0 0,0 1,1 0,340-4,924-4,28-13,234-27,-820 19,92 10,-27-14,-567 20,568-21,-128 2,-284 5,-230 1,74 10,133 16,-359-4,3 0</inkml:trace>
  <inkml:trace contextRef="#ctx0" brushRef="#br1" timeOffset="60510.06">15508 6073,'15'36,"-2"1,-1 0,-2 1,-2 0,-1 0,0 24,27 427,-22-264,34 584,-22 5,-22-723,4-1,9 31,-1-23,-4-1,-3 53,-5-17,6 1,22 109,-3-106,-13-78,-3 1,-3 0,-2 14,-6 259,0-331,-1 0,1 0,0-1,0 1,0 0,0 0,0 0,0 0,0 0,1-1,-1 1,1 0,-1 0,1-1,0 1,0 0,-1-1,1 1,1 0,-1-1,0 1,0-1,0 0,1 1,-1-1,1 0,-1 0,1 0,-1 0,1 0,-1 0,1 0,0-1,0 1,-1-1,1 1,0-1,0 0,0 1,0-1,0 0,18-8,-2-3</inkml:trace>
  <inkml:trace contextRef="#ctx0" brushRef="#br1" timeOffset="61924.225">13463 6060,'-1'-1,"0"1,1-1,-1 1,0-1,0 1,1-1,-1 1,0-1,0 1,0 0,0 0,0-1,0 1,0 0,0 0,1 0,-1 0,0 0,0 0,0 0,0 0,0 0,0 1,0-1,0 0,0 1,1-1,-1 0,0 1,0-1,0 1,1-1,-1 1,0 0,0-1,1 1,-1 0,1-1,-1 1,1 0,-1 0,1-1,-1 1,-14 42,15-42,-8 51,1 0,3 1,3 0,1 0,4 14,44 443,24 938,-69-1309,5 0,7-1,11 31,-9-71,-4 0,-4 1,-5 0,-4 3,0 8,14 109,-5-161,-3 0,-2 0,-2 0,-3 1,-7 42,0-42,3 0,3 0,2 1,8 56,-1 0,-8-114,1 0,0 0,1 0,-1-1,0 1,1 0,-1 0,1 0,-1 0,1 0,0 0,0-1,0 1,0 0,0-1,0 1,1-1,-1 1,0-1,1 1,-1-1,1 0,-1 0,1 0,0 0,0 1,8 1</inkml:trace>
  <inkml:trace contextRef="#ctx0" brushRef="#br1" timeOffset="63608.022">17847 5993,'26'410,"28"232,-19-284,-13 96,-16-237,10-1,11 8,-12-102,-5 1,-5 81,-5-177,-1 102,6 1,7 13,3 199,5-150,-5-56,-2 113,-12-227,1-1,2 1,0-1,1 0,6 17,11 46,-6 63,-5-107,-9-29</inkml:trace>
  <inkml:trace contextRef="#ctx0" brushRef="#br1" timeOffset="65101.477">7995 4055,'25'2,"-1"0,1 2,-1 0,0 2,0 1,-1 0,1 2,-2 1,1 1,-2 0,1 2,-2 1,9 6,305 222,-110-79,96 98,-205-156,5-6,3-5,120 68,-90-80,-85-49,-1 3,-3 3,-1 3,-1 2,3 9,32 56,22 19,1-48,-25-16,8 15,-89-66,1-1,-29-15,-5-1</inkml:trace>
  <inkml:trace contextRef="#ctx0" brushRef="#br1" timeOffset="68925.765">10121 7370,'-2'1,"1"0,-1 0,0 0,1 1,-1-1,1 0,-1 1,1-1,0 1,0 0,0-1,0 1,0 0,0 0,0-1,0 1,1 0,-1 0,1 0,-1 0,1 0,0 2,-1 0,-8 29,3 0,0 0,2 0,1 25,3-52,0 0,0-1,1 1,0 0,0-1,0 1,1-1,-1 1,1-1,1 0,-1 0,1 0,0 0,0 0,0 0,1-1,-1 0,1 1,0-2,1 1,-1 0,1-1,-1 0,1 0,0 0,0 0,1-1,-1 0,0 0,1 0,2 0,-2 0,-1 0,1 0,0 0,-1 0,1-1,0 0,0 0,0-1,0 0,0 0,0 0,0-1,0 1,0-2,0 1,0 0,0-1,-1 0,1-1,-1 1,1-1,-1 0,0-1,0 1,0-1,-1 0,0 0,5-5,-1-9,-1 0,-1-1,0 0,-2 0,0 0,-1-1,-1 1,0-1,-2 0,0 1,-2-1,-2-11,3 22,-1-1,-1 0,0 0,0 1,-1 0,0 0,-1 0,0 0,0 0,-1 1,0 0,0 0,-1 1,0 0,-1 0,1 1,-1-1,0 2,-1-1,0 1,1 0,-2 1,1 0,0 1,-1 0,0 0,-6 0,12 3,0 0,0 0,0 0,0 1,0 0,0 0,0 0,0 0,1 1,-1-1,0 1,1 0,0 0,-1 0,1 1,0-1,0 1,0 0,0 0,1 0,-1 0,1 0,-1 1,0 2,-38 91,20 67,20-117</inkml:trace>
  <inkml:trace contextRef="#ctx0" brushRef="#br1" timeOffset="70238.979">10094 9603,'201'-247,"-199"245,20-19,-22 20,1 1,-1 0,0-1,0 1,1 0,-1 0,0-1,1 1,-1 0,0 0,1 0,-1-1,0 1,1 0,-1 0,1 0,-1 0,0 0,1 0,-1 0,0 0,1 0,-1 0,1 0,-1 0,0 0,1 0,-1 0,1 0,-1 1,0-1,1 0,-1 0,0 0,1 0,-1 1,0-1,0 0,1 1,-1-1,0 0,1 0,-1 1,0-1,0 0,0 1,1-1,-1 0,0 1,0-1,0 1,0-1,0 0,0 1,0-1,0 0,0 1,0-1,0 1,0-1,0 0,0 1,0-1,0 1,0-1,-1 1,-16 120,9 130,6-88,3-161,-1 0,1 0,-1 0,0 0,1 0,-1 0,0 0,-1 0,1 0,0 0,-1 0,1 0,-1 0,1 0,-1 0,0 0,0 0,0 0,0 0,0-1,0 1,-1 0,1-1,-1 1,1-1,-1 0,1 1,-1-1,0 0,1 0,-1 0,0 0,0 0,0 0,0-1,0 1,0-1,0 1,0-1,0 0,0 0,0 0,0 0,-2 0,-13-5,17 5,0 0,0 0,0 0,0 0,1 0,-1 0,0-1,0 1,0 0,1 0,-1 0,0 0,0 0,0 0,0 0,0 0,1-1,-1 1,0 0,0 0,0 0,0 0,0-1,0 1,0 0,0 0,1 0,-1 0,0-1,0 1,0 0,0 0,0 0,0-1,0 1,0 0,0 0,0 0,0-1,0 1,0 0,0 0,-1 0,1 0,0-1,0 1,0 0,0 0,180-6,32-13,-212 18,1 1,-1-1,1 1,-1 0,1-1,-1 1,1 0,-1 0,1-1,-1 1,1 0,-1 0,1 0,0 0,-1 0,1 0,-1 0,1 0,0 0,-1 0,1 0,-1 0,1 0,0 0,-1 0,1 1,-1-1,1 0,-1 0,1 1,-1-1,1 0,-1 1,1-1,-1 0,1 1,-1-1,0 1,1-1,-1 1,0-1,1 1,-1-1,0 1,0-1,1 1,-1 0,0-1,0 1,0-1,0 1,0 0,0-1,0 1,0 0,-15 7,-4-1</inkml:trace>
  <inkml:trace contextRef="#ctx0" brushRef="#br1" timeOffset="82011.741">7889 5097,'20'-7,"1"0,1 1,-1 1,1 2,0 0,0 1,11 1,-29 1,0 1,0 0,0 0,0 0,0 0,0 1,0-1,0 1,0 0,-1 1,1-1,-1 0,0 1,0 0,0 0,0 0,0 0,0 0,-1 1,0-1,0 1,0-1,0 1,0 0,-1 0,1 0,-1 0,0 0,0 0,-1 0,1 0,-1 1,0-1,0 0,-1 1,3 83,6 41,-8-128,0 1,0-1,0 0,0 1,0-1,1 1,-1-1,1 0,-1 1,1-1,-1 0,1 0,0 1,-1-1,1 0,0 0,0 0,0 0,0 0,0 0,0 0,0 0,0-1,1 1,-1 0,0-1,0 1,1 0,-1-1,0 0,1 1,-1-1,1 0,-1 0,0 1,1-1,-1 0,1-1,-1 1,0 0,1 0,-1 0,0-1,1 1,-1-1,0 1,1-1,-1 0,0 1,0-1,0 0,1 0,-1 0,0-1,8-8,-1-1,-1-1,0 0,0 0,-1 0,-1 0,0-1,-1 0,0 0,-1-1,-1 1,0 0,0-1,-2-1,11-200,-12 298,-2-60,2 1,1-1,0 1,2-1,1 1,0-1,2 0,1 0,0-1,2 1,1-2,2 5,-7-20,0 1,1-1,0-1,0 1,0-1,0 0,1 0,0-1,0 1,0-1,0 0,1-1,0 0,-1 0,1 0,0-1,1 0,-1 0,0-1,0 0,5 0,18-13,-21 3</inkml:trace>
  <inkml:trace contextRef="#ctx0" brushRef="#br1" timeOffset="82228.711">8009 5231,'-16'0,"-1"0,10 0,17 0,20-2,22-1,17-2,13 0,6 0,-2 1,-7 5,-13 3,-17 1</inkml:trace>
  <inkml:trace contextRef="#ctx0" brushRef="#br1" timeOffset="82588.378">8636 5324,'0'0,"1"-1,-1 0,0 1,0-1,0 0,0 1,0-1,1 0,-1 1,0-1,1 0,-1 1,0-1,1 1,-1-1,1 1,-1-1,1 1,-1-1,1 1,-1-1,1 1,0-1,-1 1,1 0,-1 0,1-1,0 1,-1 0,1 0,0 0,0-1,-1 1,1 0,0 0,-1 0,1 0,0 1,9-4,-1 2,1-1,0 1,0 1,0 0,0 0,-1 1,1 0,0 1,-1 0,1 0,-6-1,-1 0,0 0,0 0,0 1,0-1,-1 1,1 0,0-1,-1 1,1 0,-1 1,1-1,-1 0,0 1,0-1,0 1,-1 0,1-1,0 1,-1 0,0 0,0 0,0 0,0 0,0 1,0-1,-1 0,0 0,0 0,0 1,0-1,0 0,0 0,-1 1,0 0,-5 12,-1 1,0-1,-2-1,0 1,0-1,-2-1,1 0,-2-1,0 0,-1 0,0-1,0-1,-16 10,-71 59,100-80,-1 0,1 0,-1 1,1-1,-1 0,1 1,-1-1,1 0,-1 1,1-1,-1 1,1-1,0 1,-1-1,1 1,0-1,-1 1,1-1,0 1,0-1,0 1,-1-1,1 1,0-1,0 1,0 0,0-1,0 1,0-1,0 1,0 0,0-1,0 1,0-1,1 1,-1-1,0 1,0 0,0-1,1 1,-1-1,0 1,1-1,-1 1,29 6,365-9,-348 6,-14 1</inkml:trace>
  <inkml:trace contextRef="#ctx0" brushRef="#br1" timeOffset="113924.146">9065 3935,'11'16,"9"12,9 8,8 4,5 3,3-1,1-2,-1-3,-1-5,-6-3,-7-5,-6-7,-8-5</inkml:trace>
  <inkml:trace contextRef="#ctx0" brushRef="#br1" timeOffset="114207.509">9385 3908,'-13'2,"-10"8,-5 11,-4 13,-5 13,1 11,-1 10,3 5,8-1,9-13</inkml:trace>
  <inkml:trace contextRef="#ctx0" brushRef="#br1" timeOffset="114764.006">9600 4455,'13'-56,"-2"-1,-2 0,-1-23,-2 47,-2 44,6 81,-5-1,-4 54,-1-117,0 0</inkml:trace>
  <inkml:trace contextRef="#ctx0" brushRef="#br1" timeOffset="115086.147">9840 3935,'11'18,"11"15,9 11,7 7,7 2,5 1,3-2,-1-5,-2-4,-6-7,-7-5,-8-5,-9-8</inkml:trace>
  <inkml:trace contextRef="#ctx0" brushRef="#br1" timeOffset="115338.714">10295 3974,'-14'-2,"-8"4,-6 10,-5 12,-1 14,1 14,1 10,3 5,6 3,5-4,7-6,5-13</inkml:trace>
  <inkml:trace contextRef="#ctx0" brushRef="#br1" timeOffset="115601.008">10321 4496,'3'6,"0"0,0 0,1 0,0 0,0 0,0-1,1 0,0 0,0 0,0-1,1 1,-1-1,1-1,0 1,0-1,0 0,1 0,-1-1,1 1,-1-2,1 1,0-1,0 0,0 0,0-1,0 0,0 0,-1 0,1-1,1 0,-1 0,1 1,0-1,0-1,0 1,-1-1,1-1,-1 0,1 0,-1 0,0-1,0 1,-1-2,1 1,-1-1,0 0,0 0,-1-1,1 0,-1 0,0 0,-1-1,0 1,0-1,0 0,-1 0,2-4,-4 6,-1 0,1 0,-1 0,0 0,0 1,0-1,0 0,-1 0,0 0,0 0,-1 1,1-1,-1 0,0 1,0 0,0-1,-1 1,0 0,1 0,-1 0,-1 1,1-1,-1 1,1-1,-1 1,0 0,0 1,-2-2,-1 0,1 0,-1 0,-1 0,1 1,0 1,-1-1,0 1,1 0,-1 1,0-1,0 2,0-1,0 1,0 0,0 1,0 0,-3 1,2 1,-1 1,1 0,0 1,0 0,0 0,0 1,1 0,0 1,-3 3,-30 29</inkml:trace>
  <inkml:trace contextRef="#ctx0" brushRef="#br1" timeOffset="120093.231">11778 5405,'-9'11,"1"0,0 0,1 1,0 0,1 0,0 0,1 1,0 0,1 0,1 0,0 1,1-1,0 1,0 11,2-16,0 0,1 1,0-1,1 0,0 0,0 0,0-1,1 1,1 0,0-1,0 0,0 0,1 0,0 0,1-1,-1 0,2 0,-1 0,1-1,0 0,0 0,4 1,-7-3,1-1,0 0,-1-1,1 1,1-1,-1 0,0 0,0 0,1-1,-1 0,1 0,-1 0,1-1,-1 0,1 0,-1 0,1-1,-1 0,1 0,-1 0,0-1,1 1,-1-1,0-1,0 1,0-1,-1 0,1 0,-1 0,1 0,-1-1,2-2,3-6,0-1,-1 0,-1-1,0 1,-1-1,-1-1,0 1,0-1,-2 0,0 0,0 0,-2 0,0-1,0 1,-2 0,0 0,0-1,-2 1,0 0,-1 0,-2-7,2 12,1 0,-1 0,-1 1,0 0,0-1,-1 2,0-1,-1 1,0 0,-5-5,9 9,-1 2,1-1,0 0,-1 1,0-1,1 1,-1 0,0 0,0 1,0-1,0 1,-1 0,1 0,0 0,0 1,-1-1,1 1,0 0,-1 0,1 1,0-1,-1 1,1 0,0 0,0 1,0-1,-1 1,-1 1,1 1,-1 0,0 0,1 0,0 1,0 0,0 0,1 0,-1 0,1 1,1 0,-1 0,1 0,0 0,0 0,1 1,0-1,0 1,0 0,1 0,-2 5,1 1,1-1,0 0,0 1,1-1,1 1,0-1,1 1,0-1,4 10,16 28,4-7</inkml:trace>
  <inkml:trace contextRef="#ctx0" brushRef="#br1" timeOffset="120474.262">12273 5512,'-5'5,"1"0,-1 0,1 1,0-1,0 1,0 0,1 0,0 0,0 0,0 1,1-1,0 1,1 0,-1-1,1 1,0 0,1 0,0 0,0 0,0 0,1 0,0-1,0 1,1 0,0 0,0-1,1 1,-1-1,1 0,1 0,-1 0,1 0,0-1,1 1,-1-1,1 0,2 1,-1 0,0-1,0-1,0 1,1-1,-1 0,1-1,0 1,1-2,-1 1,0-1,1 0,-1 0,1-1,0 0,-1 0,1-1,0 0,0 0,-1-1,1 0,0 0,-1-1,1 0,-1-1,0 1,0-1,1-1,-2 1,1-1,0 0,-1-1,0 0,3-2,-2 0,0-1,0 0,-1 0,0 0,-1-1,0 0,0 0,-1 0,0 0,0-1,-1 0,0 0,-1 0,0 0,-1 0,0 0,-1 0,0-1,0 1,-1 0,0 0,-1 0,0 0,-1 0,0 0,0 1,-1-1,-1 1,1 0,-1 0,-1 0,0 1,0 0,0 0,-1 0,-1 1,1 0,-1 1,0-1,0 1,-1 1,0 0,-3-2,5 5,0 0,0 1,0-1,0 1,0 1,0-1,0 1,0 0,0 1,-1 0,1 0,0 0,1 1,-1 0,0 0,0 1,1 0,0 0,-1 1,1-1,0 1,1 1,-1-1,1 1,0 0,0 0,0 1,1-1,0 1,0 0,0 0,1 0,0 1,0-1,-1 5,-2 4,2 1,-1 0,2 0,0 0,1 0,1 0,0 1,1 44</inkml:trace>
  <inkml:trace contextRef="#ctx0" brushRef="#br1" timeOffset="121815.224">14212 5405,'-7'24,"1"-1,2 1,0 0,2 0,1 0,0 0,3 15,-1-29,0 0,1 0,0 0,0 0,1 0,0 0,1-1,0 0,1 0,4 7,-7-13,1 0,-1 1,1-1,0 0,0 0,0 0,0-1,1 1,-1-1,1 1,0-1,0 0,-1-1,1 1,0-1,0 0,1 0,-1 0,0 0,0-1,0 1,1-1,-1 0,0-1,0 1,4-1,1-2,0-1,0 0,0 0,0-1,-1 0,1 0,-1-1,-1 0,1 0,-1-1,0 0,0 0,-1-1,0 0,-1 0,1 0,-2-1,1 0,-1 0,0 0,-1 0,0-1,-1 1,0-1,0 1,-1-1,0 0,-1 0,0 0,0 0,-1 1,-1-1,0 0,0 0,-3-6,2 6,-1 0,-1 0,0 1,0 0,-1 0,0 0,-1 0,0 1,0 0,-1 1,1-1,-2 2,-1-3,5 6,1 0,-1 0,0 0,0 1,0 0,0-1,0 2,-1-1,1 1,0 0,-1 0,1 0,-1 1,1-1,-1 1,1 1,-1-1,1 1,-1 0,1 0,0 1,-1 0,1-1,0 2,0-1,-1 1,0 2,-1 1,1 0,1-1,-1 2,1-1,0 1,1 0,-1 0,1 0,1 0,-1 1,1-1,1 1,-1 0,1 0,1 0,0 0,0 1,0-1,1 0,0 0,1 0,-1 1,2-1,-1 0,1 0,1 1,11 35</inkml:trace>
  <inkml:trace contextRef="#ctx0" brushRef="#br1" timeOffset="122124.424">14720 5619,'-22'-355,"19"334,0 58,32 283,-4-114,-19-157</inkml:trace>
  <inkml:trace contextRef="#ctx0" brushRef="#br1" timeOffset="123426.795">18797 5565,'-3'-45,"1"1,2-1,2 0,3 1,1-1,3-6,-4 25,-4 20,-4 22,-22 127,-4 117,28-249,0 0,0 1,1-1,1 0,0 0,0 0,1 0,1 0,0 0,0-1,2 4,9 8</inkml:trace>
  <inkml:trace contextRef="#ctx0" brushRef="#br1" timeOffset="123756.981">19118 5391,'-9'12,"1"-1,1 2,0-1,0 1,2 0,-1 0,2 1,-2 6,4-14,1 0,0 0,0 0,1 0,0 0,0 0,0 0,1 0,0 0,0 0,1-1,-1 1,1 0,0-1,1 1,-1-1,1 0,0 1,1-1,-1-1,2 2,4 2,0 0,1-1,0 0,0-1,0 0,1 0,0-1,0-1,0 0,1 0,-1-1,1-1,0 0,0 0,0-1,0-1,0 0,0-1,0 0,0 0,0-2,-1 1,1-2,-1 1,0-1,1-1,-2 0,1-1,-1 0,0-1,0 0,0 0,6-7,-11 8,0 0,0 0,-1-1,1 1,-1-1,-1 0,0 0,0 0,0-1,-1 1,1-1,-2 1,1-1,-1 0,-1 1,1-1,-1 0,-1 0,1 0,-1 1,-1-1,1 0,-2 1,1-1,-1 1,0 0,0-1,0 2,-1-1,-1 0,1 1,-1 0,0 0,0 0,-1 0,1 1,-1 0,-1 0,-2-1,-1 0,1 1,-1 0,0 0,0 1,-1 1,1 0,-1 0,0 1,0 0,0 1,1 0,-1 1,0 0,0 1,0 0,0 1,0 0,1 1,-1 0,1 0,-1 1,1 1,1 0,-1 0,1 1,-8 5,-39 34,7 2</inkml:trace>
  <inkml:trace contextRef="#ctx0" brushRef="#br1" timeOffset="124716.343">16163 5552,'11'-54,"3"0,2 1,22-47,-18 47,-12 44,-6 28,-16 324,17-176,3-131</inkml:trace>
  <inkml:trace contextRef="#ctx0" brushRef="#br1" timeOffset="124980.682">16538 5565,'3'-34,"1"0,2 0,1 0,2 1,1 0,1 1,2 0,6-8,8 4,-27 36,1 0,0 0,0 1,-1-1,1 1,0-1,-1 0,1 1,0-1,-1 1,1 0,-1-1,1 1,-1-1,1 1,-1 0,0 0,1-1,-1 1,0 0,1 0,-1-1,0 1,0 0,0 0,0-1,1 1,-1 0,0 0,-1 0,1-1,0 1,0 0,0 0,0 0,-1 0,1-1,0 47,-2 0,-2 0,-5 17,0 5,-10 129,13-110</inkml:trace>
  <inkml:trace contextRef="#ctx0" brushRef="#br1" timeOffset="129872.341">11859 4403,'982'0,"-158"8,-122-31,-672 21,-20-1</inkml:trace>
  <inkml:trace contextRef="#ctx0" brushRef="#br1" timeOffset="130242.62">14265 4215,'-87'-41,"403"163,-299-115,0 0,0 1,-1 1,0 0,-1 1,0 1,0 0,-1 1,9 11,-21-21,1 1,-2 0,1 0,0 0,0 0,-1 1,0-1,0 0,0 1,0-1,0 1,-1-1,1 0,-1 1,0 0,0-1,0 1,-1-1,1 1,-1-1,0 0,0 1,0-1,0 0,-1 1,1-1,-1 0,0 0,0 0,0 0,0-1,0 1,-1-1,1 1,-1-1,-1 1,-17 14,-1-1,-2-1,1-1,-1 0,-1-2,-14 4,1 1,-170 82,178-84</inkml:trace>
  <inkml:trace contextRef="#ctx0" brushRef="#br1" timeOffset="132777.023">20053 4416,'-79'-9,"-1"4,0 3,-7 3,-3 0,-1019 13,131 34,854-36,-92-5,14 19,162-25,29-2,30 1,0 1,-1-2,1 0,-1-1,0-1,0 0,0-2,0 0,0-1,10-5,10-22,-65 22,25 11,-180-1,181 2,1-1,0 0,-1 0,1 1,0-1,-1 0,1 0,0 0,-1 0,1 1,-1-1,1 0,0 0,-1 0,1 0,-1 0,1 0,0 0,-1 0,1 0,-1 0,1 0,0-1,-1 1,1 0,0 0,-1 0,1 0,-1-1,1 1,0 0,0 0,-1-1,1 1,0 0,-1 0,1-1,0 1,0 0,-1-1,1 1,0 0,0-1,0 1,0-1,0 1,-1 0,1-1,0 1,0-1,0 1,0 0,0-1,0 1,0-1,0 1,0 0,1-1,-1 1,0 0,0-1,25-14,212-56,-186 59,384-87,-401 94,-52 12,-36 10,1 2,0 3,-10 8,42-20</inkml:trace>
  <inkml:trace contextRef="#ctx0" brushRef="#br1" timeOffset="133254.595">16978 4523,'65'1,"-1"3,0 3,-1 2,0 4,1 2,16 7,0 3,46 24,-124-48,-1 0,0 0,-1 0,1 0,0-1,-1 1,1 0,0-1,0 1,0-1,0 1,0-1,0 1,0-1,0 1,0-1,0 0,0 1,0-1,0 0,0 0,0 0,0 0,0 0,0 0,0 0,0-1,0 1,0 0,0 0,0-1,0 1,0-1,0 1,0-1,0 1,0-1,0 1,-1-1,1 0,0 0,0 1,-1-1,1 0,0 0,-1 0,1 0,-1 0,1 0,-1 0,0 0,1 0,-1 0,0-1,-5-147,4-27,-16 136,2 32</inkml:trace>
  <inkml:trace contextRef="#ctx0" brushRef="#br1" timeOffset="140332.176">13664 10699,'0'2,"0"6,0 3,-3 5,0-1</inkml:trace>
  <inkml:trace contextRef="#ctx0" brushRef="#br2" timeOffset="152757.737">13062 8052,'3'134,"-3"-132,0 1,1 0,0-1,0 1,0-1,0 1,0-1,0 1,1-1,-1 0,1 0,-1 0,1 0,0 0,0 0,0 0,0 0,0-1,1 1,-1-1,0 1,1-1,-1 0,1 0,-1 0,1 0,0-1,-1 1,1-1,0 0,-1 1,1-1,0 0,-1-1,2 1,1 0,1-1,-1 0,1-1,-1 1,1-1,-1 0,0 0,1-1,-1 1,-1-1,1 0,0 0,-1-1,1 0,-1 0,1-1,-1-1,0 0,-1 0,1 0,-2 0,1 0,-1-1,0 1,0-1,0 0,-1 1,0-1,-1 0,0 0,0 1,0-1,-1 0,1 0,-2 0,1 1,-1-1,0 1,0-1,-1 1,0 0,0 0,-1 0,1 0,-1 1,0-1,-1 1,1 0,-1 0,0 1,-1-1,1 1,-1 0,1 1,-1-1,-3 0,5 1,0 1,0 0,-1 0,1 1,0-1,-1 1,1 0,-1 0,1 1,-1-1,0 1,1 0,-1 0,0 0,1 1,-1 0,1 0,-1 0,1 0,-1 1,1 0,0 0,0 0,0 0,0 0,0 1,0 0,1 0,-1 0,1 0,0 1,0-1,-1 2,-18 67,20-35</inkml:trace>
  <inkml:trace contextRef="#ctx0" brushRef="#br2" timeOffset="155075.606">15081 8132,'28'-29,"-14"14,0-1,-2-1,0 0,0 0,-2-1,0-1,-1 0,-1 0,-1-1,-1 0,0 0,-15 63,2 1,2 0,1 1,3-1,2 1,3 17,-1-47</inkml:trace>
  <inkml:trace contextRef="#ctx0" brushRef="#br2" timeOffset="156066.635">19813 7678,'47'-6,"1"1,0 3,44 4,-31 9,-59-10,-1-1,1 1,0 0,-1 0,1-1,-1 1,1 0,-1 0,1 1,-1-1,0 0,1 0,-1 1,0-1,0 1,0-1,0 1,0-1,-1 1,1-1,0 1,-1 0,1-1,-1 1,1 0,-1 0,0-1,0 1,0 0,0 0,0 0,0 0,-4 7,0 0,0 0,-1 0,0-1,-1 1,0-1,0-1,0 1,-1-1,0 0,-1-1,0 0,0 0,-4 2,0 1,-15 12,-36 36,63-57,0 1,-1-1,1 1,0 0,-1 0,1-1,0 1,0 0,0-1,-1 1,1 0,0 0,0-1,0 1,0 0,0 0,1 0,-1-1,0 1,0 0,0-1,1 1,-1 0,0-1,1 1,-1 0,1-1,-1 1,1 0,-1-1,1 1,-1-1,1 1,-1-1,1 1,0-1,-1 0,1 1,0-1,-1 0,1 1,0-1,-1 0,1 0,0 0,0 0,-1 1,1-1,0 0,0 0,-1-1,1 1,22 4,-1 0,0-2,0-1,1-1,20-2,-10 1,143-7,-103 5</inkml:trace>
  <inkml:trace contextRef="#ctx0" brushRef="#br2" timeOffset="156846.282">17514 7838,'13'-3,"0"0,0 2,0-1,0 2,0 0,0 0,0 1,0 1,0 0,0 1,3 1,-13-2,0 0,-1-1,1 1,-1 0,0 0,1 0,-1 1,0-1,0 0,0 1,-1-1,1 1,-1 0,1 0,-1-1,0 1,0 0,0 0,0 0,-1 0,1 0,-1 1,0-1,0 0,0 0,0 0,0 0,-1 0,1 0,-1 0,0 0,0 0,0 0,0 0,-1 0,1-1,-1 1,0 0,1-1,-1 1,0-1,-1 0,1 0,0 0,-1 0,0 1,-84 67,87-70,1 0,-1 0,0 0,0 0,1 0,-1 0,0 0,0 1,1-1,-1 0,0 0,0 0,0 0,1 0,-1 0,0 1,0-1,0 0,0 0,1 0,-1 0,0 1,0-1,0 0,0 0,0 0,0 1,0-1,1 0,-1 0,0 1,0-1,0 0,0 0,0 1,0-1,0 0,0 0,0 1,0-1,0 0,-1 0,1 0,0 1,0-1,0 0,0 0,36-5,-25 3,-8 2,2-2,0 1,0 0,0 0,0 0,0 1,0-1,0 1,0 1,0-1,1 1,-1 0,0 0,0 0,-1 1,1-1,0 1,0 0,-1 1,1-1,-1 1,4 3,-7-4,-1 0,0 0,0 0,0 1,0-1,0 0,0 0,0 0,-1 0,1 0,-1 0,0 0,1 0,-1 0,0 0,0 0,0 0,-1 0,1 0,0-1,-1 1,1-1,-1 1,1-1,-1 1,0-1,0 0,1 0,-1 0,0 0,0 0,-1 0,-33 18,0-1,-2-2,0-1,0-2,-25 4,-12 3</inkml:trace>
  <inkml:trace contextRef="#ctx0" brushRef="#br2" timeOffset="161971.946">13128 10110,'1'19,"-1"-1,0 0,-2 0,0 0,-1 0,-1 0,-1-1,0 1,-1-1,-1 0,0-1,-7 11,-14 36,28-61,-1-2,0 1,0 0,0 0,1 0,-1 0,0-1,1 1,-1 0,1 0,-1 0,1 0,-1 1,1-1,0 0,-1 0,1 0,0 0,0 0,0 0,0 0,0 1,0-1,0 0,0 0,1 0,-1 0,0 0,1 0,-1 0,1 0,-1 0,1 0,-1 0,1 0,0 0,-1 0,1 0,0 0,0-1,0 1,-1 0,1 0,0-1,0 1,0-1,0 1,1-1,10-2,0 0,0-2,0 1,0-2,-1 1,0-1,0-1,6-4,-2 2,-11 5,4 0,0 0,0-1,-1-1,0 1,0-1,0-1,0 1,-1-1,0 0,0 0,-1-1,0 0,1 0,-7 7,1 1,-1 0,0-1,1 1,-1-1,0 1,1-1,-1 1,0-1,1 0,-1 1,0-1,0 0,1 1,-1-1,0 0,0 0,0 0,0 0,1 0,-1 0,0 0,0 0,0 0,1 0,-1 0,0-1,0 1,0 0,1-1,-1 1,0 0,1-1,-1 1,0-1,1 1,-1-1,0 1,1-1,-1 1,1-1,-1 0,1 1,-1-1,1 0,0 0,-1 1,1-1,0 0,-1 0,1 0,0 1,0-1,0 0,0 0,0 0,0 1,0-1,0 0,0 0,0 0,0 1,1-1,-1 0,0 0,1 0,-1 1,0-1,1 0,-6 11,0 0,1 0,0 0,1 0,0 1,0-1,1 1,1 0,0 0,0 0,2 9,-1 11,2 1,1 0,2-1,5 21,4 3</inkml:trace>
  <inkml:trace contextRef="#ctx0" brushRef="#br2" timeOffset="162771.198">15227 10017,'12'-2,"10"-1,6-2,5 0,2 0,-1 1,-4 2,-2 1,-7 0</inkml:trace>
  <inkml:trace contextRef="#ctx0" brushRef="#br2" timeOffset="163323.724">15214 9990,'0'216,"0"-216,0 1,0 0,0 0,0 0,0 0,1 0,-1 0,0 0,0 0,1 0,-1 0,0-1,1 1,-1 0,1 0,-1 0,1-1,-1 1,1 0,0-1,-1 1,1 0,0-1,0 1,-1-1,1 1,0-1,0 1,0-1,0 0,-1 1,1-1,0 0,0 0,0 0,0 1,0-1,0 0,0 0,0-1,0 1,0 0,0 0,0 0,44-18,-35 13,88-33,-95 39,-1 0,1 0,0 0,-1 0,1 0,0 1,-1 0,0-1,1 1,-1 0,0 0,0 0,0 0,0 0,0 1,-1-1,1 0,-1 1,0 0,1-1,-1 1,0 0,0-1,-1 1,1 0,-1 0,1 0,-1 0,0-1,0 1,0 0,0 0,-1 0,1 0,-1 0,1-2,1 14,0 0,-1 0,-1 0,0 0,-2-1,1 1,-2-1,1 1,-2-1,0 0,-1 0,0-1,-1 0,-5 6,11-16,-1-1,1 0,-1 0,0 0,0 0,0 0,0 0,0-1,0 1,-1 0,1-1,0 0,-1 0,1 1,-1-1,1-1,-1 1,0 0,1-1,-1 1,0-1,0 0,1 0,-1 0,0 0,0 0,1-1,-1 1,0-1,1 0,-1 0,1 0,-1 0,1 0,-1-1,1 1,0 0,0-1,-1 0,1 0,0 0,0 0,2 2,-1-1,1 1,-1-1,1 1,0-1,-1 1,1-1,0 1,-1-1,1 0,0 1,0-1,-1 1,1-1,0 0,0 1,0-1,0 1,0-1,0 0,0 1,0-1,0 0,0 1,0-1,0 1,1-1,-1 0,0 1,0-1,1 1,-1-1,0 1,1-1,-1 1,1-1,-1 1,0-1,1 1,-1-1,1 1,-1 0,1-1,0 1,-1 0,1-1,-1 1,1 0,-1 0,1 0,0 0,-1-1,1 1,0 0,-1 0,1 0,-1 0,1 0,0 0,-1 1,1-1,0 0,-1 0,1 0,-1 1,1-1,9-2,-1-1</inkml:trace>
  <inkml:trace contextRef="#ctx0" brushRef="#br2" timeOffset="164273.835">20013 9883,'-14'1,"1"1,-1 0,0 1,1 1,0 0,0 1,0 0,0 1,1 0,0 1,0 0,1 1,0 1,0 0,1 0,0 1,1 0,-7 9,8-10,1 0,0 1,1-1,-1 2,2-1,0 1,0-1,0 1,2 1,-1-1,2 0,-1 1,1 0,1-1,0 1,1 0,0 0,1 0,1-1,-1 1,2 0,-1-1,2 1,0-1,0 0,1 0,0-1,1 1,0-1,0 0,1-1,1 0,3 4,-2-5,0-1,1 0,0-1,0 0,1 0,-1-1,1 0,0-1,1-1,-1 1,1-2,-1 0,1 0,0-1,0 0,0-1,-1 0,1-1,0-1,0 0,-1 0,1-1,-1-1,10-3,-18 5,1 0,-1 0,1-1,-1 1,0-1,0 1,0-1,-1 0,1 0,0 0,-1 0,0-1,0 1,0-1,0 1,-1-1,1 0,-1 0,0 0,0 1,0-1,-1 0,1 0,-1 0,0 0,0 0,-1 0,1 0,-1 0,0 0,0 0,0 0,0 0,-1 1,1-1,-1 0,0 1,0 0,-1-1,1 1,0 0,-1 0,0 0,0 0,0 1,0-1,0 1,-1 0,1 0,-4-1,0 0,0 1,-1 0,1 1,0-1,-1 1,1 1,-1 0,1 0,0 0,-1 1,1 0,-1 0,1 1,0 0,0 0,0 1,-4 1,-10 6,1 0,0 2,1 0,0 1,-6 7,-16 14</inkml:trace>
  <inkml:trace contextRef="#ctx0" brushRef="#br2" timeOffset="164941.011">17326 10164,'45'-4,"0"2,0 1,0 3,0 2,10 3,-49-7,1 0,0 1,-1-1,1 2,0-1,-1 1,0-1,1 2,-1-1,0 1,0 0,0 0,-1 1,1 0,-1 0,0 0,0 0,0 1,0 0,-1 0,0 0,0 1,0-1,-1 1,0 0,0 0,0 0,1 5,-5 3,0 1,-1 0,0-1,-2 0,1 1,-2-1,0 0,0-1,-1 1,-1-1,0 0,-8 9,-18 41,24-42,3-4</inkml:trace>
  <inkml:trace contextRef="#ctx0" brushRef="#br2" timeOffset="165205.671">17527 10378,'21'0,"19"-2,20-6,18-5,11-6,-9 1</inkml:trace>
  <inkml:trace contextRef="#ctx0" brushRef="#br1" timeOffset="-152643.904">16738 6902,'-6'0,"0"1,0 0,0 0,0 0,0 1,0 0,1 0,-1 0,1 1,-1 0,1 0,0 0,0 1,0 0,1 0,-1 0,1 0,0 1,0-1,1 1,-1 0,1 0,0 1,1-1,-1 1,0 1,-6 15,1 1,1-1,1 1,2 1,0-1,0 4,-2 19,1 0,3 1,1-1,3 1,1-1,3 0,2 0,1 0,4 3,-10-37,1 0,1 0,0 0,0-1,1 0,0 0,1-1,0 1,1-1,0-1,1 0,0 0,0 0,1-1,0-1,1 0,-1 0,1-1,0 0,1-1,0 0,-1-1,1 0,1-1,-1-1,0 0,1 0,-1-1,1-1,0 0,3-3,-1-1,0 0,0-1,-1 0,1-2,-1 0,-1 0,1-1,-1-1,-1 0,1-1,-2 0,1-1,-2 0,1-1,-1 0,-1-1,0 0,-1 0,-1-1,0 0,0 0,-2 0,0-1,0 0,-2 0,1-5,5-20,-2-1,-2-1,-1 1,-3-1,-1 1,-2-1,-2 1,-2-1,-1 2,-2-1,-2 1,-16-37,-41-51,64 122,0 1,0-1,-1 1,0 0,0 0,0 1,0-1,-1 1,0 0,0 1,0-1,0 1,-1 0,1 1,-1 0,0 0,1 0,-1 1,-1-1,-1 4,0 0,0 0,0 1,0 0,1 0,0 1,-1 0,1 1,1 0,-1 0,1 0,0 1,0 0,0 1,1-1,0 1,0 0,1 1,0 0,0-1,1 2,-1 1,-34 60,2 1,4 2,-7 28,-11 23,6-22</inkml:trace>
  <inkml:trace contextRef="#ctx0" brushRef="#br1" timeOffset="-144340.475">11819 9550,'3'-17,"106"-114,63-72,-135 171,-36 32,0 0,0 0,0 0,0 1,0-1,0 0,0 0,0 0,0 1,0-1,0 0,-1 1,1-1,0 1,0-1,0 1,-1 0,1-1,0 1,-1 0,1-1,0 1,-1 0,1 0,-1 0,1-1,-1 1,0 0,1 0,-1 0,0 0,1 0,-1 0,0 0,0 0,0 0,0 0,0 0,0 0,0-1,0 1,-1 0,1 0,0 1,5 221,-12 359,6-573,2 6,-2 1,0-1,-1 0,-1 0,0 0,-1 0,0 0,-2-1,1 0,-5 7,9-19,-1 0,1 0,0-1,-1 1,0 0,1-1,-1 1,0-1,0 0,1 1,-1-1,0 0,0 0,-1 0,1-1,0 1,0 0,0-1,-1 1,1-1,0 0,0 0,-1 0,1 0,0 0,0 0,-1-1,1 1,0-1,0 1,0-1,0 0,0 0,-1 0,6-2,91-16,290-10,-384 29,1 0,0 1,1-1,-1 0,0 0,0 0,0 0,0 0,0 0,0 0,0 0,1 0,-1 0,0 0,0-1,0 1,0-1,0 1,0-1,0 1,0-1,0 1,0-1,0 0,-1 1,1-1,0 0,0 0,-1 0,1 0,0 0,-1 0,1 0,-1 0,1 0,-1 0,1 0,-1 0,0 0,0 0,-3-10</inkml:trace>
  <inkml:trace contextRef="#ctx0" brushRef="#br1" timeOffset="-143336.103">12287 9322,'0'0,"1"0,-1 0,1 0,-1 0,1 0,-1 1,1-1,-1 0,1 0,-1 0,1 1,-1-1,1 0,-1 1,1-1,-1 0,1 1,-1-1,0 0,1 1,-1-1,0 1,1-1,-1 1,0-1,0 1,1-1,-1 1,0-1,0 1,0-1,0 1,1-1,-1 1,0-1,0 1,0 0,0-1,0 1,-1-1,1 1,0-1,0 1,0 0,0 1,7 47,-2 1,-3-1,-2 27,0-21,-1 87,-6 0,-9 14,12-133,4-24,0 1,0 0,0 0,0 0,0-1,0 1,0 0,0 0,0-1,0 1,0 0,0 0,0 0,-1-1,1 1,0 0,0 0,0 0,0 0,0-1,-1 1,1 0,0 0,0 0,0 0,-1 0,1-1,0 1,0 0,0 0,-1 0,1 0,0 0,0 0,-1 0,1 0,0 0,0 0,0 0,-1 0,1 0,0 0,0 0,-1 0,1 0,0 0,0 0,0 1,-1-1,1 0,0 0,0 0,0 0,-1 0,1 0,0 1,0-1,-6-24,-7-80,5-1,4 1,5-1,4 0,6-3,14-197,-77 917,50-312,-6-462,6 148</inkml:trace>
  <inkml:trace contextRef="#ctx0" brushRef="#br1" timeOffset="-142733.411">12207 9082,'-19'24,"7"-7,-57 88,-5-4,-4-3,-8 1,202-224,20 8,-39 29,-114 95,6 21,14-22</inkml:trace>
  <inkml:trace contextRef="#ctx0" brushRef="#br1" timeOffset="-141300.956">14585 9496,'-10'0,"0"1,0 0,0 1,0 0,0 0,0 1,1 1,-1-1,1 2,0-1,0 1,0 0,1 1,0 0,0 1,0-1,1 2,0-1,0 1,1 0,0 0,0 0,1 1,-2 5,0 0,0 0,1 1,1 0,1 0,0 0,1 0,0 1,1 0,1-1,1 1,0 0,1-1,1 1,0-1,3 11,2-4,2-1,0 1,1-2,1 1,0-2,2 1,1-2,0 1,1-2,1 0,0-1,1-1,1 0,1-1,0-1,0-1,1-1,1-1,0 0,0-2,1 0,21 4,-33-10,0 0,0-1,0 0,1 0,-1-1,0 0,0-1,0 0,0-1,0 0,0-1,0 0,0 0,-1-1,0 0,0-1,0 0,0 0,-1-1,0 0,0 0,0-1,-1 0,0-1,0 0,-1 0,0 0,-1 0,1-1,1-5,2-11,-1 0,-1 0,-1 0,-1-1,-2 0,0 0,-2 0,0 0,-2 0,-1 0,-1 0,-2 1,0-1,-2 1,0 0,-11-23,7 22,0 0,-1 1,-2 1,-1 0,0 0,-2 2,0 0,-2 1,-6-4,16 16,0 0,-1 1,0 0,-1 1,1 0,-1 1,-1 0,1 1,-1 0,0 1,0 0,0 1,-1 0,1 1,-1 0,1 1,-1 1,0 0,0 0,1 2,-6 0,6 1,-1 1,1 0,0 1,0 0,1 1,-1 0,1 1,0 0,1 1,0 0,0 0,1 1,0 1,0 0,1 0,1 0,0 1,0 0,1 0,0 1,1 0,0 0,-2 12,0-1,2-1,0 0,2 1,0 0,2 0,0 0,2 0,0 0,2 0,0-1,1 1,2-1,2 4,31 64,5-15</inkml:trace>
  <inkml:trace contextRef="#ctx0" brushRef="#br1" timeOffset="-138271.219">18717 9522,'121'-112,"-65"63,-2-3,21-29,42-89,-108 162,-10 26,1-13,-12 141,6 110,5-121,-5 0,-10 33,-11-16,28-181,20-147,-9 101,4 0,2 0,8-8,85-227,-109 305,-1 3,0 0,0 0,1 0,-1 0,-1 0,1 0,0 0,0 0,-1 0,1-1,-1 1,0 0,1 0,-1-1,0 1,0 0,-1 0,1-1,0 1,-1 0,0 0,1 0,-1-1,0 1,0 0,0 0,0 0,0 0,-1 1,1-1,-1 0,1 0,-1 1,0-1,1 1,-1-1,0 1,0 0,0 0,0 0,-1-1,-9 3,0 1,0 0,1 0,-1 1,1 0,-1 1,1 1,1 0,-1 0,1 1,-5 3,1-1,-360 202,309-166,85-49,8-12,-2-1,0-1,0-2,-2 0,-1-2,10-12,-11 12,75-75,-335 310,225-200,42-21,51-41,-2-3,-3-3,35-35,-107 88,-3 2,0 0,0 0,1 0,-1 0,1 1,-1-1,1 0,-1 0,1 0,-1 1,1-1,0 0,-1 1,1-1,0 0,0 1,-1-1,1 1,0-1,0 1,0 0,0-1,0 1,-1 0,1 0,0-1,0 1,0 0,0 0,0 0,0 0,0 0,0 0,0 0,0 1,0-1,0 0,-1 1,1-1,0 0,0 1,0-1,0 1,-1-1,1 1,0-1,0 1,-1 0,1-1,0 1,-1 0,1 0,-1-1,1 1,-1 0,1 0,-1 1,5 22,-2 1,-1 0,-1 0,-1-1,-3 20,2-25,-52 666,55-557,-1-128,-1 0,1 0,0-1,-1 1,1 0,0 0,0-1,-1 1,1 0,0-1,-1 1,1 0,-1-1,1 1,-1-1,1 1,-1-1,1 1,-1-1,1 0,-1 1,1-1,-1 0,0 1,0-1,1 0,-1 1,0-1,0 0,0 0,0 1,1-1,-1 0,0 0,0 1,-1-1,1 0,0 0,0 1,0-1,12-66,-3 1,-3-1,-3-6,2-8,25-470,-31 533,-3 33,-6 259,11-239,-1 72,5 0,5-1,9 31,-13-119,3-34,2-120,-5-126,-6 188,1 5,-7-170,-4 201,5 44,-1 123,19 520,-23-540,5-99,0-8</inkml:trace>
  <inkml:trace contextRef="#ctx0" brushRef="#br1" timeOffset="-137205.533">16684 9442,'-5'-3,"0"1,0-1,0 1,-1 0,1 0,-1 0,0 1,1 0,-1 0,0 1,0-1,1 1,-1 0,0 1,0 0,0 0,1 0,-1 0,1 1,-1 0,1 0,-1 0,1 1,0 0,0 0,0 0,1 1,-1-1,1 1,0 0,0 1,-2 1,-5 12,0 0,1 1,1-1,1 2,1 0,0 0,2 0,0 0,1 1,1 0,1 0,1 16,1-16,0 0,2 0,0 0,1 1,2-2,0 1,1-1,1 1,1-2,0 1,2-1,2 2,-6-11,0 0,1 0,1 0,-1-1,1 0,1-1,0 0,0 0,0-1,1 0,0-1,1 0,-1-1,1 0,0 0,1-1,-1-1,1 0,-1 0,1-1,0-1,3 1,-5-2,1-1,-1 0,1 0,-1-1,0 0,1 0,-1-1,-1-1,1 0,0 0,-1-1,0 0,0-1,0 0,-1 0,0-1,0 0,-1 0,1-1,1-3,3-4,-1-2,0 1,-2-1,1 0,-2-1,-1 0,0-1,-1 1,-1-1,2-11,-1-1,-2 0,0 0,-2 0,-2-1,0 1,-2 0,-2-1,-1 1,-1 1,-1-1,-2 1,-1 0,-2 1,0 0,-7-8,14 29,0 0,0 0,-1 0,0 1,0 0,-1 0,0 1,0 0,-1 0,1 0,-1 1,-1 0,1 1,-1 0,1 0,-1 1,0 0,-1 0,1 1,0 1,-1-1,1 1,-1 1,1 0,-1 0,1 1,-1 0,1 1,0 0,-1 0,1 1,-5 2,0 2,0 1,1 0,0 1,0 0,1 1,0 0,0 1,1 1,1 0,0 0,1 1,0 0,1 0,0 1,0 2,-6 16,0 0,2 1,2 1,1 0,1 0,1 11,3-19,2-1,0 1,2 0,1 0,1 0,1 0,1-1,7 21,-8-34,1 0,0-1,1 1,1-1,0 1,0-2,1 1,0-1,1 0,0 0,1-1,-1 0,2-1,0 0,0 0,0-1,1 0,11 5,-17-9,1-1,0 1,0-1,0 0,0 0,0-1,0 0,0 0,0 0,1-1,-1 0,0 0,1-1,-1 1,0-1,0-1,0 1,0-1,0 0,0-1,0 1,-1-1,1 0,-1 0,0-1,0 0,0 0,0 0,-1 0,1-1,-1 0,0-1,9-14,-1-1,-2-1,0 0,-1-1,-1 0,-2 0,0 0,-1-1,-1 0,-2 0,1-22,-1 12,-2-1,-1 1,-1 0,-2 0,-5-18,6 37,-1 0,0 1,-1-1,-1 1,0 0,-1 1,0 0,-1 0,-1 0,0 1,0 0,-1 1,-8-7,12 13,0 0,0 1,0 0,-1 0,1 0,-1 1,0 0,0 0,0 1,0 0,-1 0,1 1,0 0,-1 0,1 0,-1 1,1 0,-1 1,1 0,-1 0,1 0,0 1,0 0,-1 1,1 0,1 0,-1 0,-5 4,0 2,0 0,0 0,1 2,1-1,-1 1,2 1,0 0,0 0,1 1,0 0,2 0,-1 1,-3 12,-3 10,2 2,2-1,1 1,-2 32,2 35,6-12</inkml:trace>
  <inkml:trace contextRef="#ctx0" brushRef="#br1" timeOffset="-136161.514">17032 6835,'-7'-7,"0"1,0-1,-1 1,0 1,0 0,-1 0,1 0,-1 1,0 0,0 1,-1 0,1 0,-1 1,1 1,-1-1,0 1,1 1,-1 0,0 0,1 1,-1 0,0 1,1 0,-1 1,1 0,0 0,0 1,0 0,-1 1,-8 13,0 1,0 1,2 1,1 0,1 1,0 1,2 0,0 1,2 0,1 1,-3 13,-11 26,4 1,3 1,2 0,3 1,4 1,0 60,7-108,1 0,1 0,0 0,2-1,0 0,7 18,-9-30,1 0,0 0,1 0,-1 0,1 0,1-1,-1 0,1 0,1 0,-1 0,1-1,-1 0,1 0,1-1,-1 1,1-1,0-1,7 4,-3-4,0 1,1-2,-1 0,1 0,0-1,-1 0,1-1,0 0,0-1,-1-1,1 0,0 0,-1-1,0-1,0 1,0-2,7-3,2-2,-1-1,0-1,-1-1,0 0,-1-1,0-1,-2 0,0-2,0 0,4-11,-1-2,-2 0,-1 0,-1-2,-2 0,-1 0,-1-1,-2 0,-2-1,-1 1,-1-2,-2 1,-1 0,-2 0,-1 0,-2 0,-4-14,6 25,-2 0,0 0,-2 1,0-1,-1 1,-2 0,0 1,-1 0,-1 0,-1 1,-1 1,-1 0,0 1,-2 0,-4-3,16 17,0 0,0 1,-1-1,1 1,-1 0,0 1,0-1,0 1,0 0,-1 0,1 0,-1 1,1 0,-1 0,1 0,-1 1,1 0,-1 0,0 0,1 1,-1-1,1 2,-1-1,-1 1,-6 6,0 2,0-1,1 2,0-1,1 2,0-1,1 2,1-1,-1 1,2 1,0 0,1 0,0 0,1 1,-3 12,-16 42,4 1,3 1,2 1,4 0,3 1,3 14,0 4</inkml:trace>
  <inkml:trace contextRef="#ctx0" brushRef="#br0" timeOffset="33722.077">8824 12718,'0'3,"0"1,0-1,0 1,0-1,0 1,1-1,0 1,0-1,0 0,0 1,0-1,0 0,1 0,0 1,-1-1,3 2,-3-6,0 1,1-1,-1 1,0-1,0 1,0-1,1 1,-1-1,0 0,0 0,0 0,0 1,0-1,-1 0,1 0,0 0,0-1,-1 1,1 0,0 0,-1 0,1 0,-1-1,0 1,1 0,-1 0,0-1,0 1,1 0,-1-1,0 1,-1 0,1 0,0-1,0 1,-1-2,1-1,0-1,0 0,0 0,-1 0,0 1,0-1,0 0,-1 1,0-1,1 1,-2 0,1-1,0 1,-1 0,0 0,0 1,0-1,0 0,-1 1,1 0,-1 0,0 0,0 0,0 1,0-1,0 1,-1 0,1 0,-1 1,-4-2,-1 0,-1 0,0 1,0 0,-1 0,1 1,0 1,0 0,-1 1,1 0,0 0,0 1,-11 4,16-4,-1 0,0 0,0 1,1 0,0 0,-1 1,1 0,1 0,-1 0,0 1,1 0,0 0,0 0,1 1,0 0,-1-1,2 2,-1-1,1 0,0 1,0-1,1 1,0 0,0 0,0 0,1 0,0 0,1 0,-1 0,1 0,1 1,-1-1,1 0,1 0,-1 0,1 0,0-1,1 1,0 0,0-1,0 1,3 2,6 3,1 0,0-1,0-1,1 0,0-1,1-1,0 0,1-1,-1 0,1-2,1 0,-1 0,1-2,0 0,-1-1,1 0,0-1,15-2,-22 2,0-1,-1 0,1-1,0 0,0 0,-1-1,1 0,-1-1,0 0,0 0,0-1,0 0,0-1,-1 0,0 0,0-1,0 0,-1 0,1-1,-2 1,1-2,-1 1,0-1,-1 0,1 0,-2-1,1 0,-1 1,0-1,-1-1,2-7,-5 24,0-1,0 0,1 0,0 0,0 0,1 0,0 0,0 0,0 0,1 0,-1-1,1 1,1-1,-1 0,1 0,0 0,0-1,0 1,1-1,0 0,-1 0,2 0,-1-1,0 0,1 0,-1 0,1-1,0 0,3 1,4 1,0-1,0-1,0 0,0-1,1 0,-1-1,8-1,-17 1,1-1,-1 1,1-1,-1 0,0 0,1 0,-1-1,0 1,0-1,0 0,0 0,0-1,0 1,0-1,-1 0,0 0,1 0,-1 0,0-1,0 1,-1-1,1 0,0-2,-1 2,-1 1,0-1,0 1,0-1,-1 0,0 0,1 1,-1-1,0 0,-1 0,1 1,-1-1,0 0,1 1,-2-1,1 0,0 1,-1 0,1-1,-1 1,0 0,0 0,-1 0,1 0,0 0,-1 0,0 0,-6-5,0 0,0 0,-1 1,0 0,0 1,-1 0,-9-4,10 5,0 1,0 0,0 0,0 1,0 0,-1 1,1 0,-1 1,0 0,0 1,1 0,-1 0,0 1,1 1,-1 0,1 0,-8 3,16-4,1 0,-1 0,0 0,1 0,-1 0,1 0,-1 1,1-1,-1 0,1 1,0-1,0 1,0-1,0 1,0 0,0 0,0-1,0 1,1 0,-1 0,1 0,-1 0,1 0,0 0,0-1,-1 1,2 0,-1 0,0 0,0 0,1 0,-1 0,0 0,1 0,0 0,0-1,-1 1,1 0,0-1,0 1,1 0,-1-1,0 1,0-1,1 0,-1 1,1-1,-1 0,1 0,0 0,-1 0,2 1,35 18,3-4</inkml:trace>
  <inkml:trace contextRef="#ctx0" brushRef="#br0" timeOffset="35082.175">9733 12745,'-5'-4,"1"0,-1 1,0 0,-1-1,1 2,0-1,-1 1,1 0,-1 0,0 0,0 1,0 0,0 0,0 0,0 1,0 0,0 0,0 1,0-1,0 1,0 1,1-1,-1 1,0 0,1 0,-1 1,1-1,0 1,-1 0,2 1,-1 0,0-1,-3 5,4-3,0 0,1 0,-1 0,1 1,1-1,-1 1,1-1,0 1,0 0,0 0,1 0,0 0,0 0,1 0,0 0,0 0,0 0,1 0,0 0,0 0,0 0,1 0,0 0,0 0,0-1,1 1,0-1,0 1,0-1,1 0,0-1,0 1,0 0,0-1,1 0,-1 0,1-1,0 1,1-1,-1 0,1 0,1-1,0 0,0-1,0 0,0 0,0-1,0 1,0-2,0 1,0-1,0 0,-1 0,1-1,0 0,0 0,-1-1,0 0,1 0,-1 0,0-1,0 0,-1 0,1-1,1-2,4-2,0-2,-1 0,-1 0,0-1,0 0,-2 0,1-1,-1 0,-1 0,4-12,-1-15,-2 1,-2-1,-1-1,-3 1,0 0,-3-1,-2 1,-1 0,-2 0,-1 1,-3 0,-9-22,18 51,-25-47,26 57,-1 0,1 0,0 0,0 1,0-1,-1 0,1 1,0-1,0 1,0-1,0 1,0 0,0-1,0 1,0 0,0 0,0 0,0 0,1 0,-1 0,0 0,0 0,1 0,-1 0,1 0,-1 0,1 0,0 1,-1-1,1 0,0 0,0 0,0 1,0-1,0 0,0 1,0-2,-10 44,3 0,1 1,3 0,1 0,3 22,-1-31,0-1,2 1,2-1,1 0,2 0,1-1,2 0,1 0,2-1,7 12,-17-38,1 0,0 0,1 0,-1-1,1 0,0 0,1 0,-1 0,1-1,0 0,1 0,-1-1,1 0,0 0,0 0,0-1,0 0,1 0,0-1,-1 0,1 0,0-1,0 0,0-1,0 1,-1-1,1-1,0 0,0 0,0 0,0-1,-1 0,1-1,-1 1,0-1,3-2,0-4,0-1,-1 0,-1 0,0-1,0 0,-1 0,-1-1,1 0,-2 0,0 0,0-1,-1 0,-1 0,0 0,-1 0,0 0,-1-1,-1 1,0-2,0 16,-1-1,1 1,-1-1,1 1,-1-1,0 1,1-1,-1 1,0-1,1 0,-1 0,0 1,1-1,-1 0,0 0,0 0,1 0,-1 1,0-1,0 0,1-1,-1 1,0 0,1 0,-1 0,0 0,0 0,1-1,-1 1,0 0,1-1,-1 1,0 0,1-1,-1 1,1-1,-1 1,1-1,-1 1,1-1,-1 0,1 1,-1-1,1 0,0 1,-1-1,1 0,0 1,0-1,0 0,-1 1,1-1,0 0,0 0,0 1,0-1,0 0,0 0,0 1,0-1,1 0,-1 1,0-1,0 0,1 0,-4 5,0 0,0 1,0-1,1 1,0 0,0 0,0 0,1 0,-1 0,1 0,0 0,1 0,-1 1,1-1,0 0,0 0,1 1,0-1,0 0,0 0,0 0,1 0,0 0,0 0,0 0,0-1,1 1,0-1,0 0,0 1,1-1,-1-1,1 1,0 0,0-1,0 0,0 0,1 0,-1-1,1 1,2 0,-1-1,1 0,0 0,-1 0,1-1,0 0,0 0,0-1,0 0,0 0,-1-1,1 1,0-2,0 1,0-1,-1 0,1 0,-1-1,1 0,-1 0,0 0,0-1,-1 0,1 0,-1 0,0-1,0 0,0 0,-1 0,1 0,-1-1,1-2,19-71,-24 80,0-1,0 0,0 0,1 1,-1-1,0 0,0 0,0 0,0 1,1-1,-1 0,0 0,0 0,1 0,-1 1,0-1,0 0,0 0,1 0,-1 0,0 0,1 0,-1 0,0 0,0 0,1 0,-1 0,0 0,0 0,1 0,-1 0,0 0,0 0,1 0,-1 0,0 0,0-1,1 1,-1 0,0 0,0 0,0 0,1 0,-1-1,0 1,0 0,0 0,1 0,-1-1,0 1,0 0,0 0,0-1,0 1,0 0,0 0,0-1,1 1,-1 0,0 0,0-1,0 1,0 0,0-1,0 1,0 0,-1 0,1-1,0 1,9 22,-8-18,0 4,1 0,0 0,1 0,0 0,0 0,1 0,0-1,0 1,1-1,0 0,0-1,0 1,1-1,0 0,1 0,-1-1,1 0,0 0,0-1,0 1,1-2,0 1,-1-1,1 0,1-1,-1 1,0-2,0 1,4-1,-8-1,0 0,1-1,-1 0,0 0,0 0,0 0,0-1,0 1,0-1,0 0,0 0,0 0,-1-1,0 0,1 1,-1-1,0 0,0 0,0-1,-1 1,1-1,-1 1,0-1,0 0,0 0,0 0,-1 0,1-3,3-9,-1 0,-1-1,0 1,-2 0,0-1,-1-14,-13-73,11 99,2 2,12 15,0-7,1 0,-1 0,1-2,1 1,-1-1,0-1,1-1,-1 0,1 0,-1-1,1-1,-1 0,-9 0,139 0,-140 3,0 1,1 0,-1 0,0 0,0 0,-1 0,1 0,-1 1,1-1,-1 1,0 0,0 0,-1 0,1 0,-1 0,0 0,0 0,0 0,-1 0,1 1,-1-1,0 0,0 0,-1 0,1 1,-1-1,0 0,0 0,-1 2,1 11,1-11,-1-2,0 1,0-1,0 1,1 0,0-1,0 1,0 0,1-1,-1 1,1-1,0 1,0-1,1 1,0-1,-1 0,1 1,1-1,-1 0,0 0,1-1,0 1,0 0,0-1,1 0,-1 0,4 3,2-3,-1-1,0 0,1-1,0 1,-1-2,1 1,0-1,-1 0,1-1,-1 0,1-1,-1 0,1 0,-1 0,0-1,0-1,0 1,0-1,0 0,-1-1,0 0,0 0,0-1,-1 0,0 0,0 0,0-1,-1 0,0 0,0 0,-1-1,0 1,0-1,-1 0,0 0,0-1,-1 1,0 0,0-1,-1 0,0 0,-3-11,2 20,0 1,0-1,0 0,0 0,0 0,0 1,0-1,0 0,-1 0,1 0,0 0,0 1,0-1,0 0,0 0,-1 0,1 0,0 0,0 1,0-1,0 0,-1 0,1 0,0 0,0 0,0 0,-1 0,1 0,0 0,0 0,0 0,-1 0,1 0,0 0,0 0,-1 0,1 0,0 0,0 0,0 0,-1 0,1 0,0 0,0 0,0 0,0 0,-1-1,1 1,0 0,0 0,0 0,0 0,-1-1,1 1,0 0,0 0,0 0,-3 10,0 0,0 0,1 0,0 0,1 1,1-1,-1 0,1 1,1-1,0 0,1 1,0-1,2 8,-2-14,-1 1,1-1,0 1,0-1,0 0,0 0,1 0,0-1,-1 1,1 0,1-1,-1 0,0 0,1 0,0 0,0 0,0-1,0 0,0 0,0 0,0 0,1 0,-1-1,1 0,-1 0,1 0,-1-1,1 1,1-1,17-1</inkml:trace>
  <inkml:trace contextRef="#ctx0" brushRef="#br0" timeOffset="35367.519">11338 12383,'6'9,"12"6,3-1</inkml:trace>
  <inkml:trace contextRef="#ctx0" brushRef="#br0" timeOffset="35660.344">11632 12758,'0'16,"0"12,2 6,3 1,3-2,3-6,1-4,-1-6</inkml:trace>
  <inkml:trace contextRef="#ctx0" brushRef="#br0" timeOffset="35661.344">11604 12357,'-15'-11,"-6"-2,3 6,9 11,11 9,12 8,3-1</inkml:trace>
  <inkml:trace contextRef="#ctx0" brushRef="#br0" timeOffset="36370.061">12834 12745,'-8'-4,"0"0,0 0,0 1,0 1,-1-1,0 1,1 1,-1-1,0 2,0-1,0 1,1 0,-1 1,0 0,0 1,1-1,-1 2,1-1,-1 1,1 0,0 1,0 0,0 1,1-1,0 1,-1 1,2-1,-1 1,1 0,0 1,0 0,-3 5,6-9,1 0,0 1,1-1,-1 0,1 1,-1-1,1 1,0 0,0-1,1 1,-1 0,1 0,0-1,0 1,0 0,0 0,1 0,-1-1,1 1,0 0,0-1,1 1,-1-1,1 1,0-1,-1 0,1 1,1-1,-1 0,0 0,1-1,0 1,-1 0,1-1,0 0,0 0,1 1,3 0,0 1,0-1,0-1,1 1,-1-1,0 0,1-1,0 0,-1 0,1-1,0 0,-1 0,1-1,0 0,-1 0,1 0,-1-1,1-1,-1 1,0-1,0 0,0-1,4-3,2 0,0-2,-1 0,0 0,0-1,-1 0,-1-1,0-1,0 0,-1 0,0 0,4-10,-2-7,-1 1,-1-2,-1 1,-2-1,-1 0,-1 0,-2-1,-1 1,-1-1,-1 1,-2 0,-4-16,-15-50,22 95,0 0,0 1,0-1,0 0,0 0,0 0,-1 0,1 0,0 0,0 0,-1 0,1 1,-1-1,1 0,-1 0,1 0,-1 1,1-1,-1 0,0 1,1-1,-1 0,0 1,1-1,-1 1,0-1,0 1,0 0,0-1,1 1,-1 0,0-1,0 1,0 0,0 0,0 0,0 0,0 0,0 0,0 0,1 0,-1 0,0 0,0 1,0-1,0 0,0 1,0-1,1 0,-1 1,0-1,0 1,0 0,1-1,-1 1,0-1,1 1,-1 0,1 0,-1-1,1 1,-1 0,1 0,-29 58,17-18,3 1,1 0,3 0,1 1,2 0,2 21,-1-43,1-1,0 0,2 0,0 0,2 0,0 0,1 0,1-1,0 0,2 0,0-1,1 0,1 0,1-1,10 13,-17-26,1 0,0 0,0 0,0-1,1 0,-1 0,1 0,0 0,0-1,0 0,0 0,0-1,0 0,1 0,-1 0,0-1,1 0,-1 0,0 0,0-1,1 0,-1 0,0-1,1 0,4-2,-1 0,1-1,0 0,-1 0,0-2,-1 1,1-1,-1 0,-1-1,1 0,-1-1,5-6,-2 0,-1 0,0 0,-1-1,-1 0,0-1,-1 0,-1 0,0 0,-2-1,-5-21,1 39,0-1,0 0,-1 1,1-1,0 0,-1 1,1-1,0 1,-1-1,1 0,-1 1,1-1,-1 1,0 0,1-1,-1 1,1-1,-1 1,0 0,1-1,-1 1,0 0,1 0,-1 0,0-1,1 1,-1 0,0 0,0 0,1 0,-1 0,0 0,1 0,-1 1,0-1,1 0,-1 0,0 0,1 1,-1-1,0 0,1 1,-1-1,1 1,-1-1,0 0,1 1,-1-1,1 1,-4 2,0 1,0-1,0 1,1 0,-1 0,1 0,0 1,1-1,-1 0,1 1,-1 0,1 0,1 0,-1 0,1 0,0 0,0 0,0 0,1 0,0 1,0-1,0 0,1 0,-1 0,1 0,0 0,1 1,-1-2,1 1,0 0,1 0,-1-1,1 1,-1-1,2 1,-1-1,0 0,1-1,-1 1,7 3,-1-1,1 0,-1 0,2-1,-1 0,0-1,1 0,1-1,38 11</inkml:trace>
  <inkml:trace contextRef="#ctx0" brushRef="#br0" timeOffset="36992.137">14252 12865,'25'-21,"0"-1,-2-1,0-1,-2-1,-1-1,0-1,-3-1,0 0,-1-1,-2-1,-1 0,-2-1,-1-1,-1 1,3-25,-9 38,-1-1,0 1,-1-1,-1 1,-1-1,-1 0,0 1,-1 0,-1-1,-1 2,-1-1,0 0,-1 1,-6-10,11 24,1-1,-1 1,0 0,0 0,0 1,0-1,0 0,-1 1,1-1,-1 1,0-1,0 1,0 0,0 1,0-1,0 0,0 1,-1 0,1-1,0 1,-1 1,1-1,-1 0,1 1,-1 0,1 0,-1 0,0 0,1 0,-1 1,1 0,0-1,-1 1,1 1,-1-1,1 0,0 1,0 0,0-1,0 1,0 0,0 1,1-1,-2 1,-5 12,1-1,0 2,1-1,1 1,0 0,1 1,1-1,0 1,2 0,-1 0,2 0,1 0,0 0,1 8,-1 5,2 0,0 1,2-1,2 0,0-1,2 0,1 0,1 0,2-1,1-1,1 0,1 0,1-2,2 0,0-1,2-1,13 13,-30-33,-1 0,1 0,0 0,0 0,0 0,1-1,-1 1,0-1,1 0,0 0,0 0,-1 0,1-1,0 0,0 1,1-2,-1 1,0 0,0-1,0 0,0 0,1 0,-1 0,0-1,0 1,0-1,0 0,0 0,3-2,7-11,-1 0,-1-2,0 1,-1-1,0-1,-2 0,3-7,-6 14,32-54,-33 79,-11 27,1 67,5-105,1 0,-1 0,1-1,0 1,0-1,1 1,-1-1,1 1,0-1,-1 0,2 1,-1-1,0 0,1-1,-1 1,1 0,0-1,0 1,0-1,0 0,0 0,0 0,1 0,-1-1,1 1,1 0,27 3,-1-6</inkml:trace>
  <inkml:trace contextRef="#ctx0" brushRef="#br0" timeOffset="37648.133">14666 12370,'161'65,"-74"-35,-71-25,0 0,0 1,-1 0,0 1,0 1,-1 1,0 0,0 0,-1 2,0-1,-1 2,0 0,-1 0,-1 1,0 0,0 1,-1 0,-1 1,1 3,22 160,-30-176,0 1,0 0,1-1,-1 1,1-1,-1 1,1-1,0 0,0 0,0 0,0 0,1 0,-1 0,0 0,1-1,-1 1,1-1,0 0,0 0,-1 0,1 0,0 0,0 0,0-1,0 1,0-1,0 0,0 0,-1 0,1-1,0 1,0-1,6 0,0 0,-1-1,0-1,1 1,-1-2,0 1,0-1,-1 0,1 0,2-3,0-1,-1-1,0 0,0-1,-1 0,0 0,-1 0,0-1,-1 0,0-1,-1 1,0-1,-1 0,2-8,-10 32,0 0,1 0,1 0,-1 0,2 1,0-1,1 1,0-1,0 1,3 12,-2-23,0 1,0-1,0 0,1 1,-1-1,0 0,1 0,0 0,-1 0,1 0,0 0,0 0,0-1,0 1,0-1,1 1,-1-1,0 0,1 0,-1 0,1 0,-1 0,1-1,-1 1,1-1,-1 0,1 1,0-1,-1 0,1-1,0 1,81-21,-72 15,0 0,0-2,-1 1,0-1,0-1,-1 0,0-1,-1 0,0 0,0-1,-1 0,-1 0,0-1,0 0,-1 0,-1-1,2-5,-5-19,-23 56,17-11,0 0,1 1,-1-1,2 1,-1 0,1 0,1 0,0 0,0 0,0 0,1 1,1 2,-1-8,0-1,1 1,0-1,-1 1,1 0,0-1,0 0,1 1,-1-1,1 0,0 0,-1 1,2-1,-1-1,0 1,0 0,1 0,0-1,-1 0,1 1,0-1,0 0,0 0,0-1,1 1,-1-1,0 1,1-1,-1 0,1 0,-1-1,2 1,23-2,-3-4</inkml:trace>
  <inkml:trace contextRef="#ctx0" brushRef="#br0" timeOffset="37906.445">15722 12370,'-4'11,"9"7,14 1,3-1</inkml:trace>
  <inkml:trace contextRef="#ctx0" brushRef="#br0" timeOffset="38074.993">16070 12731,'-2'16,"-1"7,2 5,4-3,3-3,4-5,2-11,1-10,-2-5</inkml:trace>
  <inkml:trace contextRef="#ctx0" brushRef="#br0" timeOffset="38285.43">16124 12316,'-7'-15,"-5"-13,-2-4,2 2,-1 6,3 11,-2 10,-3 11,1 3</inkml:trace>
  <inkml:trace contextRef="#ctx0" brushRef="#br0" timeOffset="42203.216">17006 12464,'4'4,"7"7,7 5,9 8,7 5,9 6,2 2,4 4,-3 0,-4 0,-7-2,-7-3,-9-3,-9-5,-7-8</inkml:trace>
  <inkml:trace contextRef="#ctx0" brushRef="#br0" timeOffset="42456.681">17326 12437,'-16'4,"-9"7,-6 10,1 11,5 8,4 10,7 5,5 4,4 2,2-3,3-12</inkml:trace>
  <inkml:trace contextRef="#ctx0" brushRef="#br0" timeOffset="42783.097">17568 12745,'5'-1,"0"1,0 0,1 0,-1 0,0 0,1 1,-1 0,0 0,0 1,0-1,0 1,0 0,0 0,-1 1,1 0,-1-1,1 1,-1 1,0-1,0 1,0 0,-1-1,0 1,1 1,-1-1,-1 1,1-1,0 1,-1 0,0 0,0 0,-1 0,0 0,1 0,-2 0,1 0,0 1,-1-1,0 0,-1 1,1 1,-5 7,-1 1,0-1,-1 0,0-1,-1 1,0-1,-2-1,1 0,-11 10,-49 75,69-96,-1 0,1-1,-1 1,0 0,1 0,-1 0,1 0,0 0,-1 0,1 0,0 0,-1 0,1 0,0 0,0 0,0 0,0 0,0 0,0 0,0 0,1 0,-1 0,0 0,0 0,1 0,-1 0,1 0,-1 0,1-1,-1 1,1 0,-1 0,1 0,0-1,-1 1,1 0,0 0,0-1,0 1,0-1,-1 1,1-1,0 1,0-1,0 0,0 1,0-1,0 0,0 0,0 0,0 1,0-1,1 0,22 1,0 0,0-1,0-1,0-2,-1 0,1-2,-1 0,15-6,10-4,-9 0</inkml:trace>
  <inkml:trace contextRef="#ctx0" brushRef="#br0" timeOffset="43061.462">17968 12557,'20'2,"21"2,15-1,11-1,3 0,-5-1,-14-1</inkml:trace>
  <inkml:trace contextRef="#ctx0" brushRef="#br0" timeOffset="43329.203">18088 12851,'23'2,"19"2,13-6,9-4,5-3,-9-1</inkml:trace>
  <inkml:trace contextRef="#ctx0" brushRef="#br0" timeOffset="43968.248">18918 12584,'-3'16,"1"0,1-1,1 1,0 0,1 0,1 0,0-1,2 7,-2-16,0 0,-1-1,2 1,-1-1,1 1,0-1,0 0,0 0,1 0,0 0,0-1,0 0,0 0,1 0,-1 0,1 0,0-1,0 0,1 0,-1 0,1-1,-1 0,3 1,0-2,0 1,-1-2,1 1,0-1,0 0,-1-1,1 1,0-2,-1 1,1-1,-1 0,1-1,-1 1,0-2,0 1,0-1,0 0,-1 0,0-1,0 1,0-2,0 1,-1-1,0 1,0-1,0-1,-1 1,0-1,0 0,-1 0,0 0,0 0,0 0,-1-1,0 1,-1-1,1-6,0 8,0-1,0 0,-1 1,0-1,-1 0,1 0,-1 0,-1 1,1-1,-1 0,0 0,-1 1,1-1,-1 1,-1-1,1 1,-1 0,0-1,-1 2,1-1,-1 0,0 1,-1-1,1 1,-1 1,0-1,0 0,-1 1,-4-3,4 4,1 1,-1 0,1 0,-1 0,0 0,1 1,-1 0,0 1,0-1,0 1,0 0,0 0,0 1,0 0,1 0,-1 0,0 1,1 0,-1 0,1 0,-1 1,1-1,0 1,0 1,0-1,1 1,-1 0,1 0,0 0,0 0,0 1,0 0,1 0,0 0,0 0,0 0,1 0,0 1,0-1,0 1,0 0,1 0,0 0,1-1,-1 1,1 0,0 0,1 6,2 1</inkml:trace>
  <inkml:trace contextRef="#ctx0" brushRef="#br0" timeOffset="46514.646">17166 13574,'7'11,"14"11,11 8,13 8,10 5,4 4,2 3,-4 0,-5-2,-9-5,-10-4,-10-10,-8-9</inkml:trace>
  <inkml:trace contextRef="#ctx0" brushRef="#br0" timeOffset="46699.187">17568 13574,'-16'22,"-8"17,-4 11,-2 9,0 2,0 1,6-4,4-4,5-8,8-11,6-11</inkml:trace>
  <inkml:trace contextRef="#ctx0" brushRef="#br0" timeOffset="47014.424">17821 13840,'3'-1,"9"-4,0 0,0 0,0 1,0 1,0 0,1 0,0 2,5-1,-16 2,0 1,0-1,0 0,1 1,-1 0,0 0,0 0,0 0,0 0,0 0,-1 0,1 0,0 1,-1-1,1 1,0-1,-1 1,0 0,1 0,-1-1,0 1,0 0,0 0,0 0,0 0,-1 0,1 1,0-1,-1 0,0 0,0 0,1 0,-1 1,-2 76,-36 123,37-198,1-1,0 0,0 1,0-1,1 0,-1 0,1 1,0-1,0 0,0 0,0 0,0 0,1 0,-1 0,1 0,0 0,0-1,0 1,0-1,1 1,-1-1,1 0,-1 0,1 0,0 0,-1-1,1 1,0-1,0 1,0-1,1 0,-1 0,0 0,0-1,3 1,87-4,-44-8</inkml:trace>
  <inkml:trace contextRef="#ctx0" brushRef="#br0" timeOffset="47234.829">18195 13774,'14'0,"13"0,12 0,8 0,4 0,2 0,-5 0,-7 2,-11 1</inkml:trace>
  <inkml:trace contextRef="#ctx0" brushRef="#br0" timeOffset="47403.247">18356 13921,'13'12,"15"3,12-1,12-5,9-6,4-8,3-6,-10-1</inkml:trace>
  <inkml:trace contextRef="#ctx0" brushRef="#br0" timeOffset="48141.354">19011 13681,'17'-48,"3"1,2 1,2 1,8-9,-31 52,-1 1,0 1,0-1,0 0,0 0,0 0,0 0,1 1,-1-1,0 0,1 0,-1 1,0-1,1 0,-1 0,1 1,-1-1,1 0,0 1,-1-1,1 1,0-1,-1 1,1-1,0 1,-1-1,1 1,0 0,0-1,-1 1,1 0,0 0,0 0,0 0,0-1,-1 1,1 0,0 0,0 1,0-1,0 0,-1 0,1 0,0 0,0 1,0-1,-1 0,1 1,0-1,0 1,-1-1,6 108,-8-73,5 50,3 0,15 68,-16-123</inkml:trace>
  <inkml:trace contextRef="#ctx0" brushRef="#br0" timeOffset="48402.204">19091 13975,'12'0,"12"0,14 0,11-3,12-2,6-3,4-3,0-3,-11 0</inkml:trace>
  <inkml:trace contextRef="#ctx0" brushRef="#br0" timeOffset="49312.674">20776 12919,'2'0,"8"0,13 0,12 0,12 0,6 0,2 0,-3 0,-9 0</inkml:trace>
  <inkml:trace contextRef="#ctx0" brushRef="#br0" timeOffset="49574.975">20762 13078,'18'3,"18"0,13-1,13 1,9-4,4-3,0-6,-5-3,-15 0</inkml:trace>
  <inkml:trace contextRef="#ctx0" brushRef="#br0" timeOffset="49823.307">21244 12704,'96'45,"-70"-37,2 2,-4-3,0 1,0 1,0 1,-1 1,-1 2,0 0,-1 1,0 1,6 6,-22-15,-1-1,0 0,0 1,0 0,-1 0,0 0,0 0,0 0,-1 1,0-1,0 1,-1 0,0 0,0-1,0 1,-1 0,0 0,0 0,-1 0,0-1,0 1,-1 0,1 0,-1-1,-1 1,1-1,-1 0,-1 0,1 0,-1 0,0 0,-89 107,39-53,42-44,6-5</inkml:trace>
  <inkml:trace contextRef="#ctx0" brushRef="#br0" timeOffset="50010.465">21912 12718,'16'18,"14"13,14 10,8 5,7 2,0-1,-6-1,-7-5,-11-6,-12-7,-10-9</inkml:trace>
  <inkml:trace contextRef="#ctx0" brushRef="#br0" timeOffset="50210.129">22193 12758,'-16'7,"-12"9,-6 10,-4 11,2 10,6 8,4 4,8 2,6-4,11-6,4-13</inkml:trace>
  <inkml:trace contextRef="#ctx0" brushRef="#br0" timeOffset="50492.022">22407 13052,'30'-5,"1"1,-1 2,1 1,-1 1,6 2,-33-2,0 0,-1 0,1 0,-1 0,1 0,0 1,-1-1,1 1,-1-1,1 1,-1 0,0 0,1 0,-1 1,0-1,1 0,-1 1,0 0,0-1,0 1,-1 0,1 0,0 0,-1 0,1 0,-1 0,0 1,0-1,1 0,-2 1,1-1,0 1,0-1,-1 1,1-1,-1 1,0 0,0-1,0 1,0 2,-4 5,0 0,-1-1,0 1,0-1,-1 0,0-1,-1 1,0-1,0 0,0-1,-3 2,-49 63,58-71,0 0,1 0,-1 0,0 0,1 0,-1 0,1 0,0 0,-1 0,1 0,0 0,0 0,-1 0,1 0,0 0,0 0,0 0,0 0,1 0,-1 1,0-1,0 0,1 0,-1 0,0 0,1 0,-1 0,1 0,-1-1,1 1,0 0,-1 0,1 0,0 0,0-1,-1 1,1 0,0-1,0 1,0-1,1 1,47 9,-19-10,1-2,-1 0,0-3,15-3,10-4</inkml:trace>
  <inkml:trace contextRef="#ctx0" brushRef="#br0" timeOffset="50748.739">22995 12825,'21'-5,"17"-3,12-3,4 0,0 3,-5 2,-10 2</inkml:trace>
  <inkml:trace contextRef="#ctx0" brushRef="#br0" timeOffset="50933.21">23062 12985,'9'7,"12"0,14-4,15-4,9-5,10-3,3-2,-10 0</inkml:trace>
  <inkml:trace contextRef="#ctx0" brushRef="#br0" timeOffset="51216.533">23663 12597,'-7'16,"1"12,4 8,11 7,13 4,11-1,9 2,7-1,4-1,0-2,-3-3,-7-8,-8-6,-9-8,-8-9,-8-7</inkml:trace>
  <inkml:trace contextRef="#ctx0" brushRef="#br0" timeOffset="51430.956">23998 12677,'-16'5,"-12"8,-9 6,-6 10,-5 8,-4 8,-2 4,2 4,4-1,9-2,11-5,10-6,12-10,13-9,9-8,1-6</inkml:trace>
  <inkml:trace contextRef="#ctx0" brushRef="#br0" timeOffset="51627.724">23596 12958,'14'-2,"18"-3,21-1,21-1,15-3,9 2,1-2,-7 0,-19 2</inkml:trace>
  <inkml:trace contextRef="#ctx0" brushRef="#br0" timeOffset="55726.173">25521 11915,'-556'522,"-494"413,735-664,-12-15,-234 134,473-336,-3-3,-2-4,-68 22,118-58,45-30,6 5</inkml:trace>
  <inkml:trace contextRef="#ctx0" brushRef="#br0" timeOffset="56209.106">21938 11608,'67'47,"-1"3,-3 3,25 29,-34-32,94 86,33 27,341 261,18-24,254 127,141 40,-692-423,-34-14,-186-115,-14-14,-8-9</inkml:trace>
  <inkml:trace contextRef="#ctx0" brushRef="#br0" timeOffset="60213.811">9025 15592,'-15'-9,"1"2,-1 0,-1 0,1 1,-1 1,0 1,0 0,-1 1,-4 1,14 1,0 1,0 0,1 0,-1 1,0 0,1 0,-1 1,0-1,1 1,0 1,0-1,-1 1,1 0,1 1,-1 0,1-1,-1 2,1-1,0 1,0-1,1 1,0 1,-4 4,2-1,1 0,0 1,1-1,0 1,0 0,1 0,0 0,1 1,0-1,1 1,0-1,0 1,1 3,1-8,-1 0,1-1,-1 1,2-1,-1 1,0-1,1 0,0 1,1-1,-1 0,1 0,0 0,0-1,0 1,1-1,-1 1,1-1,0 0,0-1,1 1,-1-1,1 0,0 0,0 0,3 1,1-1,0-1,-1 0,1-1,0 0,0 0,1-1,-1 0,0 0,0-1,0 0,0-1,-1 0,1-1,0 1,-1-2,1 1,-1-1,0 0,0-1,-1 0,1 0,-1-1,0 0,-1 0,1 0,-1-1,-1 0,1 0,-1-1,0 0,-1 0,0 0,0 0,0 0,-1-1,-1 0,1 1,-2-1,1 0,-1 0,0-9,-1 13,0 0,0 0,0-1,-1 1,1 0,-2 0,1 0,0 0,-1 0,0 0,0 1,0-1,-1 0,1 1,-1 0,0-1,-4-2,7 7,-1-1,0 1,0 0,0 0,1-1,-1 1,0 0,0 0,0 0,0 0,1 0,-1 0,0 0,0 0,0 1,0-1,1 0,-1 0,0 1,0-1,1 0,-1 1,0-1,0 1,1-1,-1 1,1-1,-1 1,0 0,1-1,-1 1,1 0,-1-1,1 1,0 0,-1 0,1-1,0 1,-1 0,1 0,0 0,0-1,0 1,0 1,-9 40,8-33,0 0,1 0,0 0,1 0,0 0,0 0,1 0,0 0,1 0,0-1,0 1,1-1,0 0,0 0,1 0,0 0,1-1,-1 0,1 0,1-1,-1 1,1-1,0-1,1 1,-1-1,1-1,0 1,1-1,6 2,1-1,0-1,0 0,0-1,0 0,1-2,-1 0,1-1,2 0,33-4</inkml:trace>
  <inkml:trace contextRef="#ctx0" brushRef="#br0" timeOffset="61129.933">9573 15632,'-7'-3,"-1"0,1 0,-1 0,0 1,0 1,0-1,0 1,0 1,-1-1,1 1,0 1,0-1,0 2,0-1,0 1,0 0,0 1,1-1,-1 2,1-1,-1 1,1 0,1 0,-1 1,0 0,1 0,0 1,-5 5,8-8,0 1,1-1,-1 0,0 1,1 0,0-1,0 1,0 0,0 0,1 0,0 0,-1 1,1-1,1 0,-1 0,1 1,0-1,0 0,0 1,0-1,1 0,-1 1,1-1,0 0,1 0,-1 0,1 0,0 0,0 0,0 0,0 0,1-1,-1 1,1-1,0 0,0 0,0 0,1 0,-1 0,1-1,-1 1,5 1,-2-3,0 0,1 0,-1 0,0-1,1 1,-1-2,1 1,-1-1,0 0,1 0,-1-1,0 0,0 0,0 0,0-1,0 0,-1 0,1 0,-1-1,0 1,0-2,4-3,2-1,-2-2,1 1,-1-1,0 0,-1-1,-1 0,0 0,0 0,-2-1,1-1,3-19,-2 1,-1-1,-2-1,-1 1,-2 0,-1-1,-2-9,2 15,-6-306,5 395,-2 7,2-1,4 1,2-1,4 0,2 0,3-1,7 10,-15-60,1 0,0 0,2-1,-1 0,2-1,9 11,-15-19,1-1,-1 0,1 0,0 0,0-1,1 0,0 0,-1 0,1-1,0 0,1 0,-1 0,0-1,1 0,0 0,-1-1,1 0,3 1,-8-2,1-1,0 1,0 0,0-1,0 1,0-1,0 0,-1 0,1 0,0 0,-1-1,1 1,-1-1,1 0,-1 1,0-1,0 0,0 0,0 0,0-1,0 1,-1 0,1-1,-1 1,1-1,-1 0,0 1,0-2,18-82,-18 66,0-1,-1 1,-2 0,0 0,-1 1,-2-7,5 24,-1 1,0-1,0 1,0-1,1 1,-1-1,0 0,1 1,0-1,-1 0,1 1,0-1,0 0,0 1,0-1,0 0,0 0,0 1,1-1,-1 0,1 1,-1-1,1 1,-1-1,1 0,0 1,0-1,0 1,0 0,0-1,0 1,0 0,1 0,-1 0,0-1,1 1,-1 0,0 1,1-1,-1 0,1 0,0 1,-1-1,1 1,21-3,-1 1,1 1,-1 2,0 0,1 1,6 3,-24-5,-1 0,1 1,0 0,-1 0,1 1,0-1,-1 1,0 0,1 0,-1 0,0 1,0-1,0 1,-1 0,1 0,-1 1,1-1,-1 1,0 0,0-1,-1 1,1 0,-1 1,0-1,0 0,0 1,0 3,10 64,-11-60,0 0,1-1,0 1,0-1,2 0,-1 0,1 0,1 0,0 0,2 1,-4-7,0 0,1 0,0-1,0 1,0-1,0 0,1 0,0-1,-1 1,1-1,1 0,-1 0,0-1,1 1,-1-1,1-1,0 1,0-1,-1 0,1 0,0 0,0-1,0 0,0 0,0-1,0 0,0 0,-1 0,1-1,0 1,-1-1,1-1,2 0,0-2,1 0,0 0,-1-1,0 0,0 0,-1-1,0 0,0-1,-1 1,1-1,-2 0,1-1,-1 1,0-1,-1 0,0-1,-1 1,0-1,0 1,-1-1,0 0,-1 0,0 0,0 0,-1-4,0 12,0 0,0 0,0 0,-1 0,1 0,0 0,-1 0,1 0,-1 0,0 0,1 0,-1 0,0 0,0 0,0 0,-1 1,1-1,0 1,-1-1,1 1,-1-1,1 1,-1 0,0-1,1 1,-1 0,0 0,0 0,0 1,0-1,0 0,0 1,0-1,0 1,0 0,0 0,0 0,0 0,0 0,0 0,0 0,0 1,0-1,0 1,0-1,0 1,0 0,0 0,0 0,0 0,0 0,-3 4,1 1,-1-1,1 1,1 0,-1 0,1 0,0 1,0-1,0 1,1 0,0 0,1-1,0 1,0 0,0 1,1-1,0 0,0 0,0 0,1 0,0 0,1 0,0 0,0-1,0 1,1 0,0-1,2 3,-1-3,1 0,0-1,1 0,-1 0,1 0,0-1,0 0,1 0,-1 0,1-1,0 0,-1 0,2-1,-1 1,0-2,0 1,35 7</inkml:trace>
  <inkml:trace contextRef="#ctx0" brushRef="#br0" timeOffset="61722.162">11016 15445,'-7'-3,"-1"-1,0 1,0 1,0 0,0 0,-1 0,1 1,0 1,-1-1,1 1,-1 1,1-1,0 1,-1 1,1 0,0 0,0 0,0 1,0 0,1 1,-1 0,1 0,0 1,0-1,0 1,1 1,0 0,0 0,0 0,1 0,-3 4,7-8,0 0,0 1,0-1,1 1,-1-1,0 1,1 0,0-1,-1 1,1 0,0-1,0 1,1 0,-1-1,1 1,-1-1,1 1,0-1,0 1,0-1,0 1,0-1,0 0,1 1,0-1,-1 0,1 0,0 0,0 0,0 0,70 45,-70-46,58 28,-40-21,0 1,0 1,-1 1,0 1,-1 0,-1 1,0 1,15 16,-31-29,1 0,-1 0,1 0,-1 1,0-1,1 0,-1 1,0-1,0 1,0 0,0-1,0 1,0 0,0 0,-1-1,1 1,-1 0,1 0,-1 0,0 0,0 0,0 0,0 0,0 0,0 0,0-1,-1 1,1 0,-1 0,1 0,-1 0,0 0,0-1,1 1,-1 0,0-1,-1 1,1-1,0 1,0-1,-1 1,1-1,-1 0,1 0,-1 0,0 0,1 0,-1 0,-1 0,1 0,-1 0,1 0,-1 0,0 0,0-1,1 1,-1-1,0 0,0 0,0 0,0 0,1-1,-1 1,0-1,0 1,1-1,-1 0,0 0,1 0,-1 0,1-1,0 1,-1-1,1 0,0 1,0-1,0 0,0 0,0 0,0-1,0 1,1 0,0-1,-1 1,1-1,0 1,0-1,0 0,0 1,1-1,-1 0,1 0,-1 1,1-1,0 0,0 0,0 0,1 0,4-3,-1 0,2 0,-1 0,1 0,0 1,0 0,0 0,1 1,0 0,0 0,0 0,0 1,0 0,1 1,0 0,-1 0,2 0,3-2,171-61,-180 64,0 0,0-1,0 1,-1-1,1 0,0 1,-1-1,1 0,-1-1,0 1,0 0,0-1,0 1,0-1,0 0,0 1,-1-1,0 0,1 0,-1 0,0 0,0 0,-1-1,1 1,-1 0,0 0,1 0,-1-1,-1 1,1 0,0 0,-1 0,0 0,1-1,-1 1,0 0,-1 0,1 1,-1-1,1 0,-1 0,0 1,-1-2,3 3,-1 1,0-1,0 1,1-1,-1 1,0-1,0 1,0-1,0 1,0 0,0 0,0-1,0 1,0 0,0 0,0 0,1 0,-1 0,0 0,0 0,0 1,0-1,0 0,0 0,0 1,0-1,0 1,0-1,1 1,-1-1,0 1,0-1,1 1,-1 0,0-1,1 1,-1 0,0 0,1-1,-1 1,1 0,0 0,-1 0,1 0,-1 0,1 0,-14 46,13-42,1 1,0 0,0 0,0 0,1 0,0 0,0 0,0 0,1 0,0-1,0 1,0-1,1 1,0-1,0 0,0 0,1 0,-1 0,1-1,0 1,1-1,-1 0,1-1,0 1,0 0,9 4,0 0,1 0,0-1,0-1,1 0,0-2,0 0,11 2,52 5,-2-3</inkml:trace>
  <inkml:trace contextRef="#ctx0" brushRef="#br0" timeOffset="62400.477">12647 15538,'-13'-5,"-1"1,0 1,1 0,-2 1,1 0,0 1,-11 1,21 0,-1 1,1-1,0 1,-1 0,1 0,0 0,-1 1,1 0,0 0,0 0,0 0,1 0,-1 1,0-1,1 1,0 0,-1 0,1 1,0-1,1 1,-1-1,1 1,-1 0,1 0,0 0,1 0,-1 0,0 0,1 0,0 1,0-1,0 0,0 0,1 1,-1-1,1 0,0 1,0-1,1 0,-1 1,1-1,0 0,0 0,1 0,-1 0,1 0,0 0,0 0,0 0,1 0,-1-1,1 0,0 1,0-1,0 0,0 0,0 0,1-1,0 1,-1-1,1 0,0 0,0 0,0-1,4 2,-1-1,1 0,0 0,0-1,0 0,0 0,0-1,0 0,0 0,0-1,0 0,0-1,0 0,-1 0,1 0,0-1,-1 0,0-1,0 0,0 0,0 0,-1-1,2 0,1-3,0 0,0 0,0 0,-1-1,-1 0,1-1,-2 0,1 0,-1-1,-1 1,0-1,0 0,-1-1,0 1,-1-4,-2-8,-1 1,-1-1,-1 0,-1 1,-2-1,0 1,-1 0,-1 0,-1 1,-1 0,0 1,-2 0,-1 0,0 1,-2 0,-38-51,52 70,-1-1,1 0,0 0,-1 1,1-1,-1 0,1 1,-1-1,1 1,-1-1,0 1,1-1,-1 1,0-1,1 1,-1-1,0 1,0 0,1-1,-1 1,0 0,0 0,1 0,-1 0,0-1,0 1,0 0,0 0,1 1,-1-1,0 0,0 0,0 0,1 0,-1 1,0-1,0 0,1 1,-1-1,0 0,1 1,-1-1,0 1,1 0,-1-1,1 1,-1-1,1 1,-1 0,1-1,-1 1,1 0,0-1,-1 1,1 0,0 0,-1 0,-5 52,6-19,2 0,2 1,1-2,1 1,2-1,1 0,2 0,1-1,2-1,16 28,-25-49,0 1,1-1,1 0,-1-1,2 0,-1 0,1 0,0-1,1 0,0 0,0-1,1-1,0 0,0 0,0 0,1-2,0 1,0-1,0-1,3 1,-9-4,0 0,-1 0,1-1,-1 0,1 0,-1 0,1 0,-1-1,0 0,1 1,-1-2,0 1,0 0,0-1,-1 0,1 0,-1 0,1 0,-1 0,0-1,0 0,-1 1,1-1,-1 0,1 0,0-4,3-4,-1-1,0-1,-1 1,-1-1,0 0,0 0,-2 0,1-3,-2 12,1-1,-1 1,0 0,0 0,0-1,-1 1,1 0,-1 0,-1 0,1 0,-1 0,0 0,0 0,0 0,-1 1,1-1,-3-1,4 5,1 0,-1 1,0-1,0 0,1 1,-1-1,0 0,0 1,0-1,0 1,0 0,0-1,0 1,0 0,0 0,0-1,0 1,0 0,0 0,0 0,0 0,0 0,0 0,0 1,-1-1,1 0,0 0,0 1,0-1,1 1,-1-1,0 1,0-1,0 1,0 0,0-1,1 1,-1 0,0-1,0 1,1 0,-1 0,1 0,-1 0,1 0,-1 0,-19 47,18-40,0-1,1 1,0-1,1 1,0 0,0-1,0 1,1-1,0 1,0-1,1 1,0-1,1 0,-1 1,1-1,1-1,-1 1,1 0,1-1,-1 0,1 0,0 0,0 0,0-1,1 0,0 0,0-1,0 1,1-1,0-1,0 1,20 6,0-1,1-2,0 0,0-2,1-1,-1-1,1-2,23-1,52-1</inkml:trace>
  <inkml:trace contextRef="#ctx0" brushRef="#br0" timeOffset="63119.472">14185 15445,'-7'-2,"0"0,0 1,0 0,0 0,0 1,0 0,0 0,0 0,0 1,-1 0,1 1,1 0,-1 0,0 0,0 1,1 0,-1 0,1 0,0 1,0 0,0 0,1 1,-1 0,1-1,0 2,1-1,-1 1,1-1,0 1,0 1,1-1,0 0,0 1,0 0,0 5,2-8,0 1,1-1,-1 1,1-1,1 1,-1 0,1-1,-1 1,1-1,0 0,1 1,-1-1,1 0,0 0,0 0,0 0,1 0,-1 0,1 0,0-1,0 0,0 1,0-1,1 0,-1-1,1 1,3 1,2 2,1-1,0 0,0 0,1-2,-1 1,1-1,0 0,0-1,0-1,11 1,-1-3,1-1,-1 0,0-2,0 0,0-2,0 0,-1-1,0-1,0-1,-1-1,-1-1,1 0,-2-1,1-1,2-4,-19 16,-1 0,1 0,-1 0,1 0,0 0,-1 0,1 1,0-1,0 0,0 0,0 1,0-1,0 0,-1 1,1-1,0 1,1 0,-1-1,0 1,0 0,0-1,0 1,0 0,0 0,0 0,0 0,0 0,1 0,-1 0,0 1,0-1,0 0,0 1,0-1,0 0,0 1,0-1,0 1,0 0,0-1,0 1,-1 0,1-1,0 1,0 0,-1 0,1 0,0 0,2 4,0-1,0 1,0-1,0 0,1 0,-1-1,1 1,0-1,0 1,0-1,1-1,-1 1,1-1,0 1,0-1,-1-1,1 1,1-1,-1 1,0-1,0-1,0 1,0-1,1 0,-1 0,0-1,0 1,4-2,-5 0,-1 0,1 0,-1 0,0 0,0 0,0-1,0 1,0-1,0 0,-1 0,0 0,1 0,-1-1,0 1,0-1,-1 1,1-1,-1 1,0-1,0 0,0 0,0 0,-1 1,0-1,1 0,-1 0,-1 0,1 0,0 0,-1 0,0 0,0 1,0-1,0 0,-1 1,0-1,1 1,-1-1,-1 1,1 0,0 0,-1 0,1 0,-1 0,0 0,-2-1,-1 1,0-1,0 1,-1 0,1 0,-1 1,0 0,0 0,0 0,0 1,0 0,0 0,0 1,0 0,0 0,0 1,0 0,-4 1,7-1,-1-1,1 1,0 1,0-1,0 0,0 1,0 0,0 0,1 0,-1 1,1-1,-1 1,1-1,0 1,0 0,0 1,0-1,1 0,-1 1,1 0,0-1,0 1,0 0,1 0,-1 0,1 0,0 0,0 0,0 3,1-5,0 0,0 1,1-1,-1 0,0 1,1-1,0 0,-1 1,1-1,0 0,0 0,0 0,1 0,-1 0,0 0,1 0,-1 0,1 0,0-1,-1 1,1-1,0 1,0-1,0 0,0 0,0 0,2 1,62 19,-22-14</inkml:trace>
  <inkml:trace contextRef="#ctx0" brushRef="#br0" timeOffset="63796.11">14894 15525,'-3'-7,"1"-1,0 1,1-1,0 1,0-1,1 0,0 0,0 1,0-1,1 0,0 1,1-1,0 1,0-1,1 1,0 0,0 0,0 0,2-1,6-22,3-8,-2-1,-1 0,-2 0,-2-1,-2-1,-2 1,-1 0,-2-1,-2 1,-1-1,-9-38,10 71,0 0,0 0,-1-1,0 1,0 1,-1-1,0 1,0-1,-5-4,8 11,1 0,-1-1,-1 1,1 0,0 0,0 0,0 0,-1 0,1 0,0 1,-1-1,1 0,-1 1,1-1,-1 1,1-1,-1 1,1-1,-1 1,1 0,-1 0,0 0,1 0,-1 0,1 0,-1 1,1-1,-1 1,1-1,-1 1,1-1,-1 1,1 0,-1-1,1 1,0 0,0 0,-1 0,1 0,0 0,0 0,0 1,0 0,-39 62,23-14,3 1,1 1,3 0,2 0,3 1,0 45,4-71,1 1,2 0,0-1,2 0,1 0,1 0,2 2,-5-19,0 0,2 0,-1-1,1 1,0-1,1 0,0 0,1 0,-1-1,2 0,-1-1,1 1,0-2,1 1,-1-1,1 0,1-1,-1 0,6 2,-7-3,0-1,0 0,0 0,0-1,0 0,1 0,-1-1,1 0,-1-1,1 0,-1 0,1-1,-1 0,1 0,-1-1,0 0,1 0,-1-1,0-1,-1 1,1-1,0 0,-1-1,0 1,0-2,-1 1,1-1,-1 0,0 0,-1 0,0-1,0 0,4-7,-10 18,-1 0,1-1,1 1,-1 0,0-1,1 1,0 0,0 0,0-1,0 1,1 0,-1 0,1-1,0 1,0 0,0-1,1 1,-1-1,1 1,0-1,0 0,0 0,0 0,1 0,-1 0,1 0,-1-1,1 1,0-1,1 1,4-1,-1 1,1-1,0-1,0 1,0-1,-1-1,1 1,0-1,0-1,0 1,0-2,0 1,0-1,-1 0,6-2,-8 3,-1-1,0 1,1-1,-1 0,0 0,0-1,0 1,-1-1,1 0,-1 0,1 0,-1 0,0-1,0 1,0-1,-1 0,1 0,-1 0,0 0,0 0,0 0,-1-1,1 1,-1-1,0 1,0-1,-1-1,0 1,0 1,0 0,-1 0,0 0,0 0,0 0,0 0,-1 1,1-1,-1 0,0 1,0-1,-1 1,1-1,0 1,-1 0,0 0,0 0,0 0,0 1,-1-1,1 1,0 0,-1 0,0 0,1 1,-1-1,-1 0,-3-1,-1 1,1 0,0 0,-1 0,1 1,-1 1,0-1,1 1,-1 1,1 0,-1 0,1 0,-2 2,5-3,0 2,1-1,-1 1,0-1,0 1,1 0,-1 1,1-1,-1 1,1 0,0 0,0 1,1-1,-1 1,1-1,-1 1,1 0,0 1,1-1,-1 0,1 1,0 0,0-1,0 1,1 0,-1 0,1 0,1 0,-1 0,0 0,1 0,0 0,1 0,0 4,15 21,7-5</inkml:trace>
  <inkml:trace contextRef="#ctx0" brushRef="#br0" timeOffset="65027.457">15843 15485,'-12'-9,"0"-1,-1 2,0-1,0 2,-1 0,0 0,0 1,0 1,-1 1,0 0,0 0,0 2,-11-1,22 3,-1 1,1-1,0 1,-1 0,1 1,0-1,0 1,-1-1,1 1,0 1,1-1,-1 0,0 1,1 0,-1 0,1 0,0 0,0 1,0-1,1 1,-1-1,1 1,0 0,0 0,0 0,0 1,1-1,0 0,-1 0,2 1,-1-1,0 4,0-2,1 1,-1 0,1 0,0 0,1-1,0 1,0 0,0-1,1 1,0 0,0-1,0 0,1 1,0-1,1 0,-1-1,1 1,0-1,0 1,1-1,2 2,-1-3,0 0,0 0,1 0,-1-1,1 0,0-1,0 1,0-1,1 0,-1-1,0 0,0 0,1-1,-1 0,1 0,-1 0,0-1,1 0,-1-1,0 1,0-2,0 1,0-1,0 0,0 0,-1-1,0 1,1-2,-1 1,-1-1,1 0,-1 0,0 0,0-1,0 1,-1-1,0-1,0 1,0 0,-1-1,0 0,2-6,-3 4,1 1,-2-1,1 0,-1 1,0-1,-1 0,0 0,0 1,-1-1,-2-8,3 18,0-1,0 0,0 1,-1-1,1 0,0 0,0 1,-1-1,1 0,0 0,0 1,-1-1,1 0,0 0,-1 0,1 0,0 0,-1 1,1-1,0 0,-1 0,1 0,0 0,-1 0,1 0,0 0,-1 0,1 0,0 0,-1 0,1 0,0-1,-1 1,1 0,0 0,-1 0,1 0,0 0,-1-1,1 1,0 0,0 0,-1-1,1 1,0 0,0 0,-1-1,1 1,0 0,0-1,0 1,0 0,0 0,-1-1,1 1,0 0,0-1,0 1,0-1,0 1,-9 30,8-19,-1-1,2 1,-1-1,1 1,1-1,0 1,0-1,1 0,0 1,1-1,0 0,1 0,0-1,1 1,0-1,0 0,1 0,0 0,0-1,1 0,0 0,1-1,0 0,0 0,3 1,-8-6,-1-1,1 0,0 0,0 0,0-1,0 1,0-1,-1 1,1-1,0 0,0 0,0 0,0-1,0 1,0-1,0 0,0 1,0-1,-1 0,1-1,0 1,-1 0,1-1,-1 0,1 1,-1-1,0 0,0 0,0 0,0-1,1 0,47-81,-12-30,-32 150,-7-14,0-13,0 1,1-1,1 0,-1 1,1-1,1 1,0-1,0 0,1 0,3 8,-5-15,1 1,0-1,0 1,0-1,0 0,0 0,1 0,-1 0,1 0,-1-1,1 1,0-1,-1 1,1-1,0 0,0 0,0 0,0-1,0 1,0-1,0 0,0 1,0-1,0 0,0-1,0 1,0-1,0 1,3-2,1 0,1 0,0-1,-1 1,0-2,1 1,-1-1,-1 0,1-1,0 1,4-6,-1 0,-2-1,1 1,-1-1,-1-1,0 0,-1 0,0 0,-1 0,0-1,-1 0,0 0,-1 0,-1-1,1-7,-5 4,-4 24,4 0,0-1,0 0,0 0,1 1,0-1,0 1,1-1,-1 1,2-1,-1 1,1-1,0 1,0-1,0 0,1 1,0-1,0 0,1 0,0 0,0-1,0 1,1-1,0 1,0-1,0 0,4 3,2-2,1-1,-1 0,1 0,0-1,0-1,0 0,0 0,1-1,-1-1,1 0,0 0,-1-1,1-1,-1 0,1 0,-1-1,0-1,1 0,-1 0,0-1,-1-1,1 0,-1 0,4-4,-6 5,-2 1,1 0,-1-1,0 1,0-1,0-1,0 1,-1-1,1 0,-1 0,-1-1,1 1,-1-1,0 0,0 0,0-1,-1 1,0-1,0 0,-1 1,0-1,1-6,-3 9,1 0,0 1,0 0,0 0,0-1,-1 1,0 0,0-1,0 1,0 0,0-1,0 1,-1 0,0 0,0-1,0 1,0 0,0 0,0 0,-1 0,0 0,1 0,-1 0,0 1,0-1,-1 1,1-1,0 1,-1 0,0 0,1 0,-1 0,0 0,0 1,-1-1,1 1,0 0,0 0,-1 0,1 1,0-1,-1 1,1 0,0 0,-1 0,1 0,0 1,-1-1,1 1,0 0,0 0,0 0,-1 0,1 1,0-1,1 1,-1 0,0 0,0 0,1 0,-1 0,1 0,0 1,0-1,0 1,0 0,0-1,0 1,1 0,-1 0,1 0,0 1,0-1,0 0,0 0,0 1,1-1,0 0,0 1,3 10,1 0,0-1,1 0,0 0,2 0,-1-1,1 0,1 0,0 0,1-1,10 9,-14-11,1-1,1 0,0 0,0 0,0-1,1 0,0-1,0 0,1 0,-1-1,1 0,1 0,-1-1,1 0,-1-1,1 0,0 0,0-1,2 0,9-5</inkml:trace>
  <inkml:trace contextRef="#ctx0" brushRef="#br0" timeOffset="69543.524">17366 15552,'7'-3,"-1"0,0 0,0-1,0 0,-1 0,1 0,-1-1,0 0,0 0,-1 0,0-1,0 0,0 1,0-1,-1-1,0 1,0 0,-1-1,0 1,0-1,0-1,-2 7,1-1,-1 1,0-1,0 1,0-1,1 1,-2-1,1 1,0-1,0 1,0-1,-1 1,1-1,-1 1,1-1,-1 1,1 0,-1-1,0 1,0 0,0 0,0-1,0 1,0 0,0 0,0 0,0 0,0 0,-1 0,1 1,0-1,-1 0,1 1,0-1,-1 1,1-1,-1 1,1 0,-1-1,1 1,-1 0,1 0,-1 0,1 0,-1 0,1 1,-1-1,1 0,-1 1,1-1,-1 1,1-1,0 1,-1 0,1-1,0 1,-1 0,1 0,0 0,0 0,0 0,0 0,-1 2,0 0,0 1,0 0,0 0,0 0,1 0,0 0,0 0,0 1,0-1,1 0,-1 1,1-1,0 0,0 1,1-1,-1 0,1 0,0 1,0-1,1 0,-1 0,1 0,0 0,0 1,10 14</inkml:trace>
  <inkml:trace contextRef="#ctx0" brushRef="#br0" timeOffset="69813.406">17527 15846,'14'-16,"4"-9,-1-4,-5 6,-10 12,-11 14,-10 13,-1 4</inkml:trace>
  <inkml:trace contextRef="#ctx0" brushRef="#br0" timeOffset="71601.4">12220 5045,'-7'-9,"0"1,-1 0,0 0,0 1,0 0,-1 1,0 0,-1 0,1 1,-1 0,0 1,0 0,-1 0,1 1,-1 1,1-1,-3 1,-49 2,1 3,0 2,0 3,0 3,1 2,-1 4,43-14,-1 2,1 1,0 0,0 1,0 1,1 0,0 2,1 0,0 1,1 0,0 1,0 1,2 0,-1 1,2 1,0 0,-8 13,8-1,1 0,1 1,1 0,2 0,1 1,1 0,1 0,2 1,1-1,1 0,1 1,2-1,1 0,1 0,2 0,1-1,6 13,-5-17,2-1,1 0,1-1,1-1,1 0,0-1,2 0,0-1,1-1,1-1,1-1,0 0,1-2,1 0,0-1,1-2,0 0,1-1,0-2,3 1,32 6,0-2,1-3,1-3,-1-2,1-3,0-2,0-4,0-1,-1-4,0-2,-1-3,44-16,-56 14,-1-2,-1-2,-1-1,-1-3,-1-1,-1-3,-1-1,6-9,-28 23,-1 0,-1-2,0 0,-2-1,0-1,-1 0,0-1,-2 0,-1-1,0 0,-1 0,-2-1,0 0,-1-1,-1 1,-2-1,0 0,-1-10,-2 14,-1 0,-2 0,0 0,0 0,-2 0,0 1,-2 0,0 0,0 0,-2 1,0 1,-1-1,-1 1,0 1,-1 0,-4-2,-7-8,-2 1,-1 1,-1 2,-1 1,-1 1,0 1,-2 1,-21-7,-2 1,-1 3,0 2,-2 2,0 3,0 3,-1 2,0 3,0 2,0 2,-1 4,1 1,0 4,1 1,-5 5,-115 47,24 10</inkml:trace>
  <inkml:trace contextRef="#ctx0" brushRef="#br0" timeOffset="78759.793">19813 5058,'0'-5,"0"1,0-1,-1 1,1 0,-1-1,0 1,0 0,0 0,-1 0,0-1,0 2,0-1,0 0,0 0,-1 1,1-1,-1 1,0 0,0-1,-1 1,-2-2,-11-8,-1 0,0 2,-1 0,-1 0,1 2,-1 1,-1 0,1 1,-1 2,-16-3,-26-2,0 3,0 2,-3 4,-35-2,-1 5,1 4,-20 8,81-8,-18 2,1 3,0 2,0 2,-9 7,57-18,0-1,1 2,0-1,0 1,0 1,1-1,-1 1,1 0,1 1,-1 0,1 0,0 0,1 1,0 0,0 0,0 0,1 0,1 1,-4 9,-2 11,-7 14,1 1,3 1,2 0,2 1,-2 39,11-67,1 1,2-1,0 0,0 0,2 0,0-1,1 0,1 0,1 0,0-1,2 1,24 51,-25-47,-5-6,1-1,1 0,0 0,1 0,0-1,1 0,1-1,0 0,0-1,2 1,-1-2,1 0,2 1,25 9,1-3,1-1,1-1,0-3,0-1,1-2,7-2,333 49,-356-50,0-1,1-2,-1-1,1-1,0-1,0-2,-1-1,18-4,-19 2,0-1,0-2,-1-1,-1 0,1-2,-2-1,1-1,-2-1,0-1,0-1,-2-1,0 0,-1-2,-1 0,0-1,-2-1,0 0,2-7,-7 7,0-1,-2 0,0-1,-2 0,0 0,-2 0,0-1,-2 0,0 0,-2 0,0 0,-2 0,-1 0,-1 0,-1 1,0-1,-2 1,-1 0,-1 0,-4-7,1 8,0 0,-2 1,0 1,-2 0,0 0,-1 2,-1 0,0 1,-2 0,0 2,0 0,-2 1,0 1,0 1,-1 1,0 1,-1 1,0 0,-1 2,0 1,-1 1,-92-9,4 9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25:01.41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1 426,'16'-23,"-1"-2,-1 1,0-2,-3 0,0-1,-1 0,-2 0,0-1,-2 0,-1 0,-2 0,0-1,-2 1,-3-24,-1 249,3-163,-1 13,2 0,2 0,2 0,3 7,0-21</inkml:trace>
  <inkml:trace contextRef="#ctx0" brushRef="#br0" timeOffset="369.695">429 279,'-8'13,"1"0,0 1,1 0,1 0,0 1,1 0,-1 7,4-17,0 0,1 0,0-1,0 1,0 0,1 0,0 0,0 0,0 0,0 0,1-1,-1 1,1-1,1 1,-1-1,0 0,1 0,0 0,0 0,0 0,1 0,-1-1,1 0,4 3,0 0,0 0,1-1,0 0,0 0,1-1,-1-1,1 1,0-2,0 1,0-1,0-1,0 0,1 0,-1-1,0 0,0-1,0 0,1 0,-1-1,0-1,8-3,-14 4,0-1,0 1,0-1,0-1,-1 1,1 0,-1-1,0 0,0 0,0 0,0 0,-1 0,1 0,-1-1,0 1,-1-1,1 0,-1 1,0-1,0 0,0 0,-1-3,1-5,-1 0,0 0,-1 1,0-1,-1 0,-1 1,0-1,-2-2,0 0,-1 0,0 1,-1 0,-1 0,0 1,-1 0,0 0,-3-2,8 10,-1 0,0 0,0 1,0-1,0 1,-1 0,1 0,-1 1,0 0,0 0,-1 0,1 1,-1-1,1 2,-1-1,1 1,-1 0,0 0,0 1,0 0,0 1,0 1,1 0,-1 1,0 0,1 0,0 0,-1 0,2 1,-1 0,0 1,1-1,-1 1,1 0,1 0,-1 1,1 0,0-1,0 1,0 1,1-1,0 0,0 1,1 0,0-1,0 1,1 0,-1 0,2 0,-1 0,1 1,0-1,0 0,1 0,0 0,1 4,6 26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25:00.21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55,'20'20,"17"16,10 11,6 7,2 1,-2-3,-4-5,-7-6,-9-10,-10-10</inkml:trace>
  <inkml:trace contextRef="#ctx0" brushRef="#br0" timeOffset="201.358">349 1,'-19'2,"-12"8,-7 9,-6 12,2 13,3 12,5 8,9 2,9 0,7-8,5-13</inkml:trace>
  <inkml:trace contextRef="#ctx0" brushRef="#br0" timeOffset="516.06">602 362,'1'6,"-1"-1,1 1,0 0,1-1,-1 1,1 0,0-1,0 0,1 0,0 1,0-1,0-1,0 1,1 0,0-1,0 0,0 0,1 0,-1 0,1-1,0 0,0 0,0 0,0 0,0-1,1 0,-1 0,1 0,-1-1,1 0,0 0,-1 0,1-1,0 0,0 0,0 0,-1-1,1 0,0 0,0 0,4-2,-1 0,0 0,0 0,-1-1,1 0,-1-1,1 1,-1-2,-1 1,1-1,-1 0,6-7,-11 11,1-1,0 0,-1 0,0 0,0-1,0 1,0 0,0-1,-1 1,1-1,-1 0,0 1,0-1,0 0,-1 0,1 0,-1 0,0 1,0-1,0 0,-1 0,0 0,1 0,-1 1,0-1,-1 0,1 1,-1-1,1 1,-1-1,-1-1,-1 1,1-1,-1 1,1 0,-1 0,0 0,-1 1,1-1,-1 1,1 0,-1 1,0-1,0 1,0 0,0 0,-1 0,1 1,-1-1,1 1,-1 1,1-1,-1 1,1 0,-1 0,1 1,-1-1,1 1,-1 1,1-1,0 1,-1 0,1 0,0 0,0 1,1 0,-1 0,0 0,1 0,0 1,0-1,0 1,-2 3,-13 20,5-2</inkml:trace>
  <inkml:trace contextRef="#ctx0" brushRef="#br0" timeOffset="717.594">1097 68,'14'-3,"13"0,9 1,8-1,3 2,0 2,-8 1</inkml:trace>
  <inkml:trace contextRef="#ctx0" brushRef="#br0" timeOffset="904.884">1204 335,'21'0,"17"-2,17-6,10-3,-6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24:59.23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54,'16'21,"12"15,11 11,5 7,4 3,1-2,-4 0,-2-6,-6-6,-5-8,-6-11,-7-8</inkml:trace>
  <inkml:trace contextRef="#ctx0" brushRef="#br0" timeOffset="268.318">348 1,'-19'4,"-11"11,-9 14,-4 16,-2 16,2 16,5 11,8 4,9-5,9-7,5-18</inkml:trace>
  <inkml:trace contextRef="#ctx0" brushRef="#br0" timeOffset="608.529">669 549,'0'-194,"0"193,0 0,1 0,-1 0,0 0,0 1,0-1,1 0,-1 0,0 0,0 0,0 0,0 1,-1-1,1 0,0 0,0 0,0 0,-1 1,1-1,0 0,-1 0,1 1,-1-1,1 0,-1 0,1 1,-1-1,1 0,-1 1,0-1,1 1,-1-1,0 1,1-1,-1 1,0 0,0-1,-6 18,2 0,-1 1,2 0,0-1,1 1,1 0,1 3,0-10,-8 215,12-185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25:22.54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154 96,'33'-18,"37"3,1 4,55-1,-61 6,200-10,-245 20,-44 4,-52-1,0-2,-39-4,60-1,-403-1,656-20,4 6,131 9,-903 8,1160-2,-994 21,130-4,228-7,52-3,98 4,-75-11,107 3,-1-6,104-16,-224 16,-24 2,-490 38,486-37,-9 1,34 0,526-14,-530 11,-23 2,-143 0,-186-8,322 5,78 0,231 1,-263-1,-24 3,0 0,0 0,0 0,0 0,0 0,-1-1,1 1,0 0,0 0,0 0,0 0,0 0,0 0,-1 0,1-1,0 1,0 0,0 0,0 0,0 0,0 0,0-1,0 1,0 0,0 0,0 0,0 0,0-1,0 1,0 0,0 0,0 0,0 0,-21-3,-147 2,255 1,-58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25:02.33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1 389,'15'2,"18"1,13 0,14-1,7-2,1-2,-10-1</inkml:trace>
  <inkml:trace contextRef="#ctx0" brushRef="#br0" timeOffset="250.79">80 550,'16'0,"17"0,16 0,16 0,12 0,5-3,0-2,-14-1</inkml:trace>
  <inkml:trace contextRef="#ctx0" brushRef="#br0" timeOffset="512.163">522 135,'11'16,"16"10,14 4,13 3,10 2,2-1,-5 2,-10 2,-15 5,-15 4,-20 3,-20 5,-18 1,-11-1,-7-6,3-7,9-7,12-11</inkml:trace>
  <inkml:trace contextRef="#ctx0" brushRef="#br0" timeOffset="793.409">1257 135,'9'16,"10"14,8 12,12 6,7 6,8 2,4-2,1-3,-6-5,-6-7,-12-7,-11-9</inkml:trace>
  <inkml:trace contextRef="#ctx0" brushRef="#br0" timeOffset="989.747">1551 148,'-14'14,"-9"13,-7 14,-3 13,-3 9,0 8,4 2,3 1,6-3,8-15</inkml:trace>
  <inkml:trace contextRef="#ctx0" brushRef="#br0" timeOffset="1298.162">1872 709,'2'-20,"1"-16,0-9,-1-1,0 3,-1 6,0 16,-1 21,-2 22,-2 18,1 15,1 6,3-1,3-2,6-11,5-9,3-13,-2-9</inkml:trace>
  <inkml:trace contextRef="#ctx0" brushRef="#br0" timeOffset="1548.629">2005 189,'16'20,"17"16,14 11,10 7,7 3,1-2,-2 0,-9-3,-8-6,-12-9,-12-10</inkml:trace>
  <inkml:trace contextRef="#ctx0" brushRef="#br0" timeOffset="1798.347">2393 202,'-20'9,"-14"12,-8 12,-1 11,2 10,5 9,10 8,8 0,15-2,8-13</inkml:trace>
  <inkml:trace contextRef="#ctx0" brushRef="#br0" timeOffset="2053.673">2634 763,'1'6,"1"0,-1 0,1 0,0 0,1 0,0-1,0 1,0-1,0 0,1 0,0 0,0 0,0 0,1-1,-1 0,1 0,0 0,0-1,1 1,-1-1,1 0,-1-1,1 0,0 0,0 0,0 0,0-1,0 0,0 0,1-1,-1 1,0-2,0 1,1-1,-1 1,0-2,6-1,-3 1,-1-1,1-1,0 1,-1-2,0 1,0-1,-1 0,1 0,-1-1,0 0,-1-1,1 1,-1-1,0-1,-1 1,0-1,0 0,-1 0,0 0,0 0,-1-1,0 0,0 0,-1 0,0 0,-1 0,0 0,0 0,-1 0,0-1,-1 1,0 0,0 0,-1 0,0 0,-1 0,0 0,-1 0,3 4,-2 0,1 0,0 1,-1-1,0 0,0 1,0 0,-1-1,0 1,1 1,-1-1,-1 1,1-1,0 1,-1 0,0 0,1 1,-1 0,0 0,0 0,-1 0,1 1,0 0,0 0,-1 0,1 0,-1 1,1 0,-1 0,-4 2,-8 4,0 1,1 1,0 1,0 1,1 0,0 1,0 0,2 1,-1 1,2 1,-3 3,-3 1,-32 30</inkml:trace>
  <inkml:trace contextRef="#ctx0" brushRef="#br0" timeOffset="4418.897">3155 309,'21'0,"17"-2,15-4,6 0,5 1,-1 1,-5 1,-12 4,-14 1</inkml:trace>
  <inkml:trace contextRef="#ctx0" brushRef="#br0" timeOffset="4668.63">3302 483,'23'0,"19"0,17 0,16-2,8-4,4-2,-13 0</inkml:trace>
  <inkml:trace contextRef="#ctx0" brushRef="#br0" timeOffset="4929.442">3944 28,'4'18,"9"16,13 12,14 9,16 5,14 2,7-3,3-2,-2-4,-7-7,-13-8,-10-11,-14-10</inkml:trace>
  <inkml:trace contextRef="#ctx0" brushRef="#br0" timeOffset="5101.032">4465 41,'-16'12,"-12"10,-8 13,-7 11,-5 10,-4 7,-2 3,4 3,5-2,11-3,12-5,8-14</inkml:trace>
  <inkml:trace contextRef="#ctx0" brushRef="#br0" timeOffset="5306.992">3971 335,'4'-4,"16"-2,24 0,28 2,22 1,13 1,5 0,-9 2,-18 2,-25 1</inkml:trace>
  <inkml:trace contextRef="#ctx0" brushRef="#br0" timeOffset="7185.596">4946 108,'-2'33,"2"0,1 0,2-1,1 1,1-1,2 0,1 0,1 0,2-1,2-1,0 0,10 13,-20-37,0-1,0 1,1-1,0 0,0 0,1-1,-1 1,1-1,0 0,0 0,0-1,1 1,-1-1,1 0,0-1,0 0,0 1,0-2,0 1,0-1,0 0,1 0,-1-1,0 1,1-1,-1-1,1 1,-1-1,1-1,7-4,0-1,-1-1,0 0,-1-1,0 0,0-1,-1-1,0 0,-1 0,0-1,-1 0,0 0,-1-1,0 0,-1-1,4-10,-5 9,-1 0,0 0,-1 0,-1 0,0 0,-1-1,-1 1,0-1,-1 0,-1 1,0-1,-1 0,-3-9,3 16,-1 0,0 0,0 0,0 1,-1-1,-1 1,1 0,-1 1,0-1,-1 1,0 0,0 0,-1 0,1 1,-2 0,1 1,0-1,-1 2,0-1,0 1,-1 0,1 0,-8-1,5 2,0 1,0 0,0 1,0 0,0 1,0 0,0 1,0 0,0 1,0 0,0 1,0 0,1 0,-1 1,1 1,0 0,-2 1,-5 5,0-1,1 2,0 0,1 2,1-1,0 2,1-1,0 2,-1 2,-29 49</inkml:trace>
  <inkml:trace contextRef="#ctx0" brushRef="#br0" timeOffset="13538.392">6029 269,'5'-3,"5"1,9-1,10 0,11 2,8 0,7 0,4 1,-2 0,-6 0,-9 0,-12 3,-13 2,-10 1</inkml:trace>
  <inkml:trace contextRef="#ctx0" brushRef="#br0" timeOffset="13783.067">6083 483,'20'-2,"17"-2,12-1,8 0,5-2,-1 0,-7 2,-7 2,-8 3,-7 4,-8 1,-8 1</inkml:trace>
  <inkml:trace contextRef="#ctx0" brushRef="#br0" timeOffset="14500.475">6403 1,'-1'1,"-1"-1,1 1,-1 0,1 0,0 0,-1 0,1 0,0 0,0 0,0 1,0-1,0 0,0 1,0-1,0 0,0 1,1-1,-1 1,1-1,-1 1,1 0,-1-1,1 1,0 0,0-1,0 1,0 0,0-1,0 1,0-1,1 1,-1 0,0-1,1 1,0-1,-1 1,1-1,0 1,0-1,0 1,0-1,0 0,0 1,0-1,0 0,0 0,1 0,-1 0,0 0,1 0,-1 0,2 0,107 38,-10 2,67 25,61 12,-164-56,-63-22,0 0,-1 0,1 0,-1 0,1 1,0-1,-1 0,1 1,-1-1,1 0,-1 1,1-1,0 0,-1 1,0-1,1 1,-1-1,1 1,-1-1,0 1,1-1,-1 1,0 0,1-1,-1 1,0-1,0 1,0 0,1-1,-1 1,0 0,0-1,0 1,0 0,0-1,0 1,0-1,-1 1,1 0,0-1,0 1,0 0,-1-1,1 1,0-1,-1 1,1-1,-1 1,-28 20,22-17,-47 32,1 1,2 3,2 2,2 2,1 3,-12 19,55-63,-6 7,-1 0,1 1,1 1,0-1,1 1,0 1,1-1,0 1,-4 13,10-25,0 0,0 0,1 0,-1 0,0 0,0 0,0 0,1 0,-1 0,0 0,1 0,-1 0,1 0,-1-1,1 1,0 0,-1 0,1-1,0 1,-1 0,1-1,0 1,0 0,0-1,-1 1,1-1,0 0,0 1,0-1,0 0,0 1,0-1,0 0,0 0,0 0,0 0,0 0,0 0,0 0,0 0,0 0,0 0,0-1,0 1,0 0,0-1,-1 1,1-1,0 1,0-1,0 1,0-1,-1 0,1 1,0-1,-1 0,1 1,0-1,-1 0,1 0,-1 0,1 0,-1 0,1 1,8-12,-1 0</inkml:trace>
  <inkml:trace contextRef="#ctx0" brushRef="#br0" timeOffset="16344.119">7740 121,'-2'-2,"1"-1,4 5,5 6,6 9,5 11,9 9,8 6,10 4,6 1,6-1,-1-1,-3-4,-6-8,-9-6,-9-9,-9-7</inkml:trace>
  <inkml:trace contextRef="#ctx0" brushRef="#br0" timeOffset="16608.226">8128 68,'-13'18,"-12"17,-11 15,-8 12,-3 7,-1 3,4-2,6-3,10-7,10-11,8-13</inkml:trace>
  <inkml:trace contextRef="#ctx0" brushRef="#br0" timeOffset="17108.117">8435 696,'78'-313,"-78"306,-5 25,-1 14,1 1,2-1,2 1,0-1,2 1,2-1,1 0,1 0,2 0,1 0,2-1,11 26,-11-36</inkml:trace>
  <inkml:trace contextRef="#ctx0" brushRef="#br0" timeOffset="24115.109">1364 1338,'13'14,"12"11,11 8,5 5,6 2,3-1,-2 1,-2-2,-5-5,-6-7,-11-7</inkml:trace>
  <inkml:trace contextRef="#ctx0" brushRef="#br0" timeOffset="24351.805">1698 1338,'-16'5,"-7"5,-3 9,0 10,-2 6,1 7,-1 3,1 3,2-3,3-3,3-5,5-9</inkml:trace>
  <inkml:trace contextRef="#ctx0" brushRef="#br0" timeOffset="24738.626">1805 1645,'6'9,"-1"-1,2 0,-1 0,1-1,0 0,0 0,1-1,0 1,0-2,1 1,-1-1,1-1,0 1,1-1,-1-1,9 2,-2-2,-1-2,1 0,0-1,-1 0,1-1,0-1,-1-1,1 0,-1-1,0 0,0-2,0 0,10-6,-22 11,0 0,0-1,0 1,0-1,-1 0,1 0,-1 0,1 0,-1 0,0-1,0 1,0-1,0 1,0-1,0 0,-1 0,0 0,1 0,-1 0,0 0,0 0,-1 0,1 0,-1 0,1-1,-1 1,0 0,0 0,-1-1,1 1,-1 0,1 0,-1 0,0 0,0 0,0 0,-1 0,1 0,-1 0,0 0,1 1,-1-1,0 1,-1-1,1 1,-2-1,-1-1,0 0,-1 0,1 1,-1 0,0 0,0 0,0 1,-1 0,1 0,0 1,-1 0,1 0,-1 0,0 1,1 0,-1 0,1 0,-1 1,1 0,-1 1,1-1,-1 1,1 0,0 1,0 0,0 0,1 0,-1 0,1 1,-1 0,1 0,0 1,1-1,-1 1,1 0,0 0,-3 5,3 31,12-25</inkml:trace>
  <inkml:trace contextRef="#ctx0" brushRef="#br0" timeOffset="25075.056">2433 1419,'20'0,"14"-3,11-2,8-1,2 1,1 1,-2 1,-6 1,-11 4,-10 3,-9 1</inkml:trace>
  <inkml:trace contextRef="#ctx0" brushRef="#br0" timeOffset="25349.32">2634 1565,'14'7,"17"0,16-4,13-4,8-4,3-2,-1-2,-5 2,-14 0</inkml:trace>
  <inkml:trace contextRef="#ctx0" brushRef="#br0" timeOffset="25665.901">3436 1391,'-3'5,"0"0,0 0,1 1,-1-1,1 0,0 1,0-1,1 1,0 0,0-1,0 1,1 0,-1 0,2 0,-1 0,0-1,1 1,0 0,1 0,-1-1,1 1,0-1,1 1,-1-1,1 0,0 0,6 2,-1-1,2 0,-1-1,1 0,0 0,0-1,0-1,0 1,1-2,-1 1,1-1,0-1,-1 0,1-1,0 0,0 0,0-1,1-1,-6 2,0 0,-1-1,1 1,0-1,0-1,0 1,-1-1,1 0,-1 0,0-1,1 1,-1-1,0 0,0-1,-1 1,1-1,-1 0,0 0,0-1,0 1,0-1,-1 1,0-1,0-1,0 1,-1 0,1-1,0-3,-2 3,0 0,0-1,-1 1,1-1,-2 0,1 1,-1-1,0 1,0-1,0 1,-1 0,0 0,-1-1,1 1,-1 1,0-1,-1 0,1 1,-1-1,0 1,-1 0,1 1,-1-1,0 1,0 0,0 0,-1 0,1 1,-1 0,-4-2,3 1,0 1,0 0,0 1,0-1,0 2,0-1,-1 1,1 0,-1 0,1 1,0 0,-1 0,1 1,-1 0,1 0,0 1,0 0,-1 0,1 1,1 0,-1 0,0 0,1 1,0 0,-1 1,2-1,-1 1,2-1,0 0,1 0,-1 0,1 0,0 1,0-1,1 1,-1 0,1 0,0 0,0 0,1 0,0 0,0 1,0-1,0 0,1 4,2 17</inkml:trace>
  <inkml:trace contextRef="#ctx0" brushRef="#br0" timeOffset="27095.089">4439 1405,'10'0,"22"1,1-1,-1-1,0-2,0-1,0-1,0-2,-1-2,5-2,-4-7,-32 18,1-1,-1 1,1 0,-1-1,1 1,-1 0,0-1,1 1,-1-1,1 1,-1-1,0 1,1-1,-1 1,0-1,0 1,1-1,-1 1,0-1,0 1,0-1,0 1,0-1,0 0,0 1,0-1,0 1,0-1,0 1,0-1,0 0,0 1,0-1,0 1,-1-1,1 1,0-1,-1 1,1-1,0 1,-1-1,1 1,0-1,-1 1,1 0,-1-1,1 1,-1 0,1-1,-1 1,1 0,-1 0,1-1,-1 1,1 0,-1 0,0 0,-7-3,0 2,0-1,0 1,-1 0,1 1,0 0,-1 0,1 1,0 0,0 0,-1 1,1 0,0 1,1 0,-1 0,-7 4,12-6,-1 0,1 0,0 1,0-1,0 1,0 0,0 0,0 0,1 0,-1 0,0 1,1-1,0 1,0 0,0 0,0-1,0 1,0 0,1 1,-1-1,1 0,0 0,0 1,0-1,1 0,-1 1,1-1,0 1,0-1,0 1,0-1,0 0,1 1,0-1,-1 1,2 2,5 1,-1 0,1-1,0 1,0-1,1-1,0 1,0-1,0-1,0 1,1-1,0-1,0 0,0 0,0-1,0 0,0 0,1-1,-1 0,5-1,-3 2,0-1,0 0,0-1,0 0,0-1,0 0,0-1,-1 0,1 0,0-1,-1-1,0 0,0 0,0-1,0 0,-1-1,1 0,-2 0,1-1,-1 0,0-1,0 0,-1 0,0-1,0 1,-1-2,0 1,-1-1,0 1,-1-1,2-5,-4 4,-2 10,0 0,-1 0,1-1,0 1,0 0,0-1,1 1,-1 0,0-1,0 1,1 0,-1-1,1 1,-1 0,1 0,-1 0,1-1,0 1,-1 0,1 0,0 0,0 0,0 0,0 0,0 1,0-1,0 0,0 0,0 1,1-1,-1 1,0-1,0 1,1-1,-1 1,0 0,78 70,-73-64,0-1,-1 0,0 1,0-1,0 1,0 0,-1 0,0 1,0-1,-1 1,0 0,0 0,-1 0,1 0,-2 0,2 7,-3-12,-1 0,0 0,1-1,-1 1,0 0,0-1,0 1,0-1,0 1,0-1,0 0,-1 1,1-1,0 0,-1 0,1 0,-1 0,0 0,1 0,-1 0,0 0,1-1,-1 1,0-1,0 1,1-1,-1 0,0 0,0 0,0 0,0 0,1 0,-1 0,0 0,0-1,0 1,1-1,-1 1,0-1,1 0,-1 0,0 0,1 0,-1 0,1 0,-1 0,1 0,0-1,0 1,-1 0,1-1,0 1,0-1,0 1,0-1,1 0,-1 1,0-1,1 0,-1 0,1 0,0 1,-1-1,1 0,0 0,0 0,0 1,0-2,5-6,-1 1,1-1,0 1,1 0,0 1,0-1,1 1,0 0,0 1,1 0,6-5,5-4,16-16,0-2,-2-1,-2-1,8-15,-27 35,-2-1,0 0,0-1,-2 0,0-1,-1 1,-1-1,-1-1,0 1,-1-1,-2 0,1-3,-3 20,1 1,-1-1,0 1,1-1,-1 1,0-1,0 0,0 1,0-1,0 1,-1-1,1 1,0-1,-1 1,1-1,-1 1,0-1,1 1,-1-1,0 1,0 0,0 0,0-1,0 1,0 0,0 0,0 0,-1 0,1 0,0 0,-1 0,1 1,0-1,-1 0,1 1,-1-1,1 1,-1 0,0-1,1 1,-1 0,1 0,-1 0,1 0,-1 0,0 0,1 0,-1 1,0-1,-4 4,-1 1,0-1,1 1,0 1,0-1,1 1,-1 0,1 0,0 0,1 1,0 0,0-1,0 2,1-1,0 0,0 1,0 2,-3 5,1 1,0 0,1 0,0 0,2 1,0-1,1 1,0-1,1 1,1-1,1 1,0-1,1 0,1 0,1 0,0 0,1 0,0-1,1 0,1-1,1 1,6 8,-6-12,0 0,0 0,1-1,1 0,0-1,0 0,1 0,0-1,0-1,0 0,1-1,0 0,1-1,-1-1,1 0,0-1,12 2,-23-5,0 0,1 0,-1-1,0 1,0-1,0 0,1 1,-1-2,0 1,0 0,0 0,0-1,0 0,-1 0,1 1,0-2,-1 1,0 0,1 0,-1-1,0 1,0-1,0 0,0 0,-1 1,1-1,-1 0,0 0,0-1,0 1,0-1,11-103,-19 75,7 32,0-1,0 1,0-1,0 1,-1-1,1 1,0-1,0 1,-1-1,1 1,0 0,0-1,-1 1,1-1,-1 1,1 0,0-1,-1 1,1 0,-1-1,1 1,-1 0,1 0,-1-1,1 1,-1 0,1 0,-1 0,1 0,-1 0,1 0,-1 0,1 0,-1 0,0 0,1 0,-1 0,1 0,-1 0,1 0,-1 0,1 1,-1-1,1 0,-1 0,1 1,-1-1,1 0,0 1,-1-1,1 1,0-1,-1 0,1 1,-4 4,0 0,1 0,-1 0,1 0,0 0,1 1,-1-1,1 1,1 0,-1 0,1 0,0 0,0 0,0 0,1 0,0 0,0 0,1 0,0 0,0 0,0 0,1 0,-1 0,1 0,1-1,1 3,-2-4,1 0,0 0,0-1,0 1,0-1,1 0,-1 0,1 0,0 0,0-1,0 0,0 0,0 0,1 0,-1 0,1-1,-1 0,1 0,-1 0,1 0,0-1,-1 0,5 0,15-2</inkml:trace>
  <inkml:trace contextRef="#ctx0" brushRef="#br0" timeOffset="27318.73">5173 1057,'32'2,"34"2,27-1,24-1,-9 0</inkml:trace>
  <inkml:trace contextRef="#ctx0" brushRef="#br0" timeOffset="27661.087">6444 1164,'4'4,"0"-1,0 0,1 0,-1 0,1 0,0-1,-1 0,1 0,0 0,1-1,-1 1,0-1,0 0,1-1,-1 0,0 1,1-1,-1-1,0 1,1-1,-1 0,107-39,-106 38,0-1,0 0,0 0,0-1,0 0,-1 0,0 0,0 0,0-1,0 0,-1 0,1 0,-1 0,-1-1,1 0,-1 0,0 0,0 0,-1 0,0 0,0-1,0 1,-1-1,0 0,0-1,-2 5,0 0,0 0,0 1,0-1,0 0,-1 0,0 1,1-1,-1 1,0-1,0 1,0 0,-1 0,1 0,0 0,-1 0,0 0,1 1,-1-1,0 1,0 0,0 0,0 0,1 0,-2 0,1 1,-1-1,-2 0,0 0,0 0,0 1,0 0,0 0,0 1,0 0,0 0,0 0,0 0,0 1,1 0,-6 3,4 1,0 0,1 1,0 0,0 0,1 0,-1 1,2 0,-1 0,1 0,0 1,1-1,0 1,0 0,1 0,0 0,1 0,0 0,0 1,1-1,0 0,1 0,0 1,0-1,2 5,5 27,1 0,2 0,3-1,13 30,-11-32,-2 0,-1 2,-2 0,-2 0,-2 1,-6-35,0 0,0 0,-1 0,0 0,0 0,0 0,-1 0,0 0,0 0,0 0,-1 0,0 0,0-1,-1 1,1-1,-1 1,0-1,-1 0,1 0,-1 0,0-1,0 0,-1 1,0-1,-17 8</inkml:trace>
  <inkml:trace contextRef="#ctx0" brushRef="#br0" timeOffset="27989.387">6484 1419,'12'-7,"1"2,0 0,0 0,0 1,0 0,1 2,-1-1,1 2,5-1,2 0,183-13,-203 15,1-1,-1 1,0 0,1-1,-1 1,1 0,-1 0,1 0,-1 0,0 0,1 0,-1 1,1-1,-1 0,0 1,1-1,-1 1,0-1,1 1,-1 0,0 0,0-1,0 1,0 0,0 0,0 0,0 0,0 0,0 1,0-1,0 0,-1 0,1 0,0 1,-1-1,1 0,-1 1,0-1,1 1,-1-1,0 0,0 1,0-1,0 1,0-1,0 1,0-1,0 0,-1 1,1-1,-2 12,0-10,1 1,0-1,-1 1,1-1,1 1,-1-1,0 1,1 0,0-1,0 1,0 0,0-1,0 1,1 0,0-1,0 1,0-1,0 1,0-1,1 0,-1 1,1-1,0 0,0 0,0 0,1 0,-1 0,1-1,-1 1,1-1,0 1,0-1,0 0,0 0,3 1,16-1,0-5</inkml:trace>
  <inkml:trace contextRef="#ctx0" brushRef="#br0" timeOffset="28160.993">6898 1003,'-13'3,"-8"4,1 7,5 5,11 4,12 0,5-4</inkml:trace>
  <inkml:trace contextRef="#ctx0" brushRef="#br0" timeOffset="28391.664">7165 1231,'14'18,"13"11,10 7,4 2,5-1,-1-2,-1-3,-6-4,-7-5,-7-3,-5-6,-5-10,-6-5</inkml:trace>
  <inkml:trace contextRef="#ctx0" brushRef="#br0" timeOffset="28658.256">7420 1177,'-16'5,"-10"10,-7 12,-3 15,-1 14,-5 14,-3 7,-4 4,7-14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25:39.431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1,'2'0,"3"0,8 0,10 2,11 1,9 0,5 1,2 1,0 1,-5 2,-10 2,-11 2,-16 0,-10-1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25:39.677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0,'19'5,"14"1,13 0,11 1,6-1,2-1,-3 1,-8-1,-13-1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25:39.929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0,'7'14,"9"13,13 14,13 11,14 8,9 5,7 4,-1-2,-5-3,-10-3,-9-8,-13-7,-13-8,-11-10,-8-10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25:40.131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410 0,'-19'7,"-9"12,-8 13,-4 15,-3 13,-2 9,-3 5,2 1,2 0,9-4,10-14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25:41.081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128 36,'-4'4,"-1"0,1 1,0-1,0 1,0 0,1 0,0 0,0 0,0 1,0-1,1 1,0 0,0 0,1 0,-1 0,1 0,1 0,-1 0,1 0,0 0,0 0,1 0,0 0,0 0,0 0,1 0,0 0,0 0,1-1,-1 1,1-1,0 0,1 1,-1-1,1-1,2 4,0-3,-1 0,1 0,0-1,1 0,-1 0,1 0,-1-1,1 1,0-2,0 1,1-1,-1 0,0-1,1 1,-1-2,1 1,-1-1,1 0,0 0,-1-1,1 0,-1-1,0 1,1-2,-1 1,0-1,0 0,0 0,-1 0,1-1,-1-1,0 1,0-1,0 0,-1 0,1 0,-1-1,0 0,0-2,-1 0,0 0,0 0,-1 0,0-1,0 1,-1-1,0 0,0 0,-1 0,0 0,-1-4,0 9,0-1,-1 1,1-1,-1 1,0 0,0-1,0 1,-1 0,1 0,-1 0,0 0,0 0,-1 0,1 1,-1-1,0 1,0-1,0 1,0 0,-1 0,1 1,-1-1,1 1,-1-1,-4 0,-6-1,-1 0,0 1,0 1,0 1,0 0,0 1,-1 1,1 0,0 1,0 0,0 2,1-1,-1 2,1 0,0 1,0 0,1 1,-1 1,2 0,-1 0,-5 7,-10 6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25:41.501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1,'2'0,"12"0,20 0,22 0,24 0,20 2,10 1,0 2,-7 3,-16 1,-24 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25:42.733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135 45,'-2'-2,"-44"-35,45 36,0 0,-1 1,1-1,-1 1,1-1,0 1,-1-1,1 1,-1 0,1 0,-1-1,1 1,-1 0,1 1,-1-1,1 0,-1 0,1 1,-1-1,1 0,-1 1,1 0,0-1,-1 1,1 0,0-1,0 1,-1 0,1 0,0 0,0 0,0 1,0-1,0 0,1 0,-2 1,-3 9,0 1,0-1,1 1,0 0,1 0,1 0,0 0,1 1,0-1,1 9,-2-4,-1 135,5 0,11 39,-2-31,4 771,-16-831,1-93,-1 45,3 0,2 0,9 44,-11-82,1-1,0 0,1 0,1-1,0 1,1-1,0 0,1 0,0-1,1 0,0 0,1-1,0 0,0 0,1-1,1-1,4 4,0-5,0 0,1-1,0-1,0 0,0-1,1-1,-1-1,1 0,0-1,-1 0,1-2,40 4,520 26,-195-14,1069 125,-528-39,-698-84,24-8,-189-13,-61 4,1 0,0 0,0 0,0 0,0 0,-1 0,1 0,0 0,0-1,0 1,0 0,0 0,-1 0,1 0,0 0,0 0,0-1,0 1,0 0,0 0,0 0,0 0,0-1,0 1,-1 0,1 0,0 0,0-1,0 1,0 0,0 0,0 0,0 0,0-1,1 1,-1 0,0 0,0 0,0 0,0-1,0 1,0 0,-21-4,-169 11,159-5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25:44.523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42 355,'-4'-3,"0"-1,1 0,-1 0,1 0,0-1,0 1,0-1,1 0,0 1,0-1,0 0,0-1,1 1,0 0,0 0,0 0,0-1,1 1,0 0,0-1,1 1,0 0,0-1,0 1,0 0,1 0,-1 0,3-4,1-4,1 1,0 0,1 0,0 0,1 1,0 0,1 1,0-1,0 2,1-1,1 1,0 1,0 0,0 0,1 1,0 1,0 0,1 1,0 0,34-4,1 2,-1 2,1 2,0 3,0 1,35 7,-62-7,1096 85,-283-53,309 22,-1060-49,1 4,-1 4,0 3,-78-16,0 0,0 0,0 0,0 0,0 1,-1 0,1 0,0 1,-1-1,0 1,1 0,-1 0,0 0,0 1,-1-1,1 1,-1 0,0 0,0 0,2 5,1 5,-1 1,-1 0,-1 1,0-1,-1 1,-1 0,0-1,-1 7,12 381,-17-298,-5 0,-8 22,-12 118,-3 200,22-249,8-108,-4 0,-9 39,5-63,3 0,3 1,2 34,3 60,0-157,0-1,0 0,0 1,0-1,0 0,-1 1,1-1,-1 0,1 0,-1 1,1-1,-1 0,0 0,1 0,-1 0,0 0,0 0,0 0,0 0,0 0,0 0,0 0,0 0,0-1,0 1,0-1,-1 1,1 0,0-1,0 0,-1 1,1-1,0 0,-1 0,1 0,0 0,-1 0,1 0,-129 6,41-7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15:43.912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1410 428,'13'23,"12"16,11 13,5 7,3 5,4-2,-1-3,-3-3,-2-6,-4-6,-6-6,-6-7,-6-10,-5-7</inkml:trace>
  <inkml:trace contextRef="#ctx0" brushRef="#br0" timeOffset="1">1850 415,'-15'2,"-13"10,-8 17,-5 19,-2 17,2 11,0 9,6 4,4-3,7-6,8-17</inkml:trace>
  <inkml:trace contextRef="#ctx0" brushRef="#br0" timeOffset="2">1931 976,'8'-8,"0"0,0 1,1 0,0 0,0 1,0 0,1 1,0 0,0 0,0 1,1 1,-1 0,4-1,-10 3,-1 0,0 0,1 0,-1 0,1 0,-1 1,1 0,-1 0,1 0,-1 0,1 0,-1 1,1-1,-1 1,1 0,-1 0,0 0,0 1,1-1,-1 1,0 0,0 0,0 0,-1 0,1 0,0 1,-1-1,1 1,-1-1,0 1,0 0,0 0,-1 0,2 3,-2 5,-1-1,-1 0,0 1,-1-1,0 0,0 0,-1 0,0 0,-1 0,0 0,0-1,-1 0,-1 0,1 0,-2-1,1 0,-4 3,-129 149,139-160,-1 0,0 1,0-1,0 0,0 1,0-1,0 1,0-1,0 1,0 0,0-1,0 1,1 0,-1 0,0 0,0-1,1 1,-1 0,1 0,-1 0,1 0,-1 0,1 0,0 0,-1 0,1 0,0 0,0 0,0 1,-1-1,1 0,0 0,1 0,-1 0,0 0,0 0,0 0,1 0,-1 0,0 0,1 0,-1 0,1 0,0 0,-1 0,1 0,-1 0,1 0,0-1,0 1,0 0,-1 0,1-1,0 1,0-1,0 1,0-1,0 1,15 1,-1 0,1-1,-1-1,1 0,-1-1,1-1,-1 0,7-3,7 1,62-11,-3 0</inkml:trace>
  <inkml:trace contextRef="#ctx0" brushRef="#br0" timeOffset="3">2653 415,'-2'16,"1"14,8 11,12 8,11 5,13 1,7 2,5 0,0-4,-8-1,-9-3,-11-5,-10-10</inkml:trace>
  <inkml:trace contextRef="#ctx0" brushRef="#br0" timeOffset="4">3014 441,'-7'0,"-7"9,-7 15,-10 16,-11 18,-9 14,-6 12,1 2,7-2,12-8,12-17</inkml:trace>
  <inkml:trace contextRef="#ctx0" brushRef="#br0" timeOffset="5">3294 1257,'86'-262,"-63"102,-23 150,-2 16,-3 19,-5 41,3 0,3 1,3-1,3 19,3-37,1-10</inkml:trace>
  <inkml:trace contextRef="#ctx0" brushRef="#br0" timeOffset="6">3696 454,'-7'-6,"0"-1,4 8,8 13,14 16,11 13,13 10,11 6,6 5,6 0,0-1,-5-3,-7-4,-12-5,-9-9,-12-9,-8-11</inkml:trace>
  <inkml:trace contextRef="#ctx0" brushRef="#br0" timeOffset="7">4190 468,'-14'-4,"-8"4,-8 13,-6 17,-3 19,-2 17,-1 14,3 9,5 2,8-2,10-9,6-19</inkml:trace>
  <inkml:trace contextRef="#ctx0" brushRef="#br0" timeOffset="8">4337 1123,'29'18,"-12"-5,0-2,2 0,-1-1,1-1,0 0,1-2,0 0,1-1,12 1,-30-6,0-1,0 0,0 0,0 0,0-1,1 1,-1-1,0 1,0-1,0 0,0 0,0-1,0 1,-1 0,1-1,0 0,-1 0,1 0,-1 0,0 0,1 0,-1 0,0-1,0 1,-1-1,1 0,0 1,-1-1,0 0,1 0,-1 0,0-1,1-4,0 0,-1 0,1 0,-2-1,1 1,-1 0,0-1,-1 1,0 0,0-1,-2-5,1 6,0 0,0 0,-1 1,0-1,0 1,-1-1,0 1,0 0,0 1,-1-1,0 1,-1 0,1 0,-1 0,0 1,-1 0,1 0,-1 1,0-1,0 2,-7-4,8 8,-1 0,1 0,-1 0,1 1,-1 0,1 0,0 0,0 1,0 0,0 0,0 1,1 0,-1 0,1 0,0 0,1 1,-1 0,1 0,0 0,0 1,0-1,1 1,0 0,-2 3,-6 11,1 0,1 1,1 0,0 1,2 0,0 0,1 2,-4 29</inkml:trace>
  <inkml:trace contextRef="#ctx0" brushRef="#br0" timeOffset="9">5033 1,'2'65,"4"1,2-1,4-1,12 39,-5-11,-3 1,-5 0,-4 0,-3 42,-5 31,1 49,11 24,-5-163,-3 0,-3 1,-5 2,-13 88,-9 140,23 347,-3-400,21 166,-1 250,-13-649,24 292,-13-231,-3 0,-4 0,-4 1,-4 13,-28 229,34 275,25-73,-20-28,4 154,-5-512,-12 139,-14 263,-5-25,12-326,-16 158,30 245,6-442,17 91,-19-196,37 195,-24 65,26 7,-39-234,-4 1,-7 57,-1 44,-16 163,12-238,7-27,4-1,7 49,-5-91,0 216,5 59,3-249,3-1,3-1,22 57,-31-96,0 0,-4-7</inkml:trace>
  <inkml:trace contextRef="#ctx0" brushRef="#br0" timeOffset="10">822 1510,'286'-6,"155"4,112 12,50-27,116-5,195 5,31 10,29-6,-471-1,267 8,-472 7,608-1,-238-32,-20-10,-223 34,-224-14,-152 18,-49 2,-3-1</inkml:trace>
  <inkml:trace contextRef="#ctx0" brushRef="#br0" timeOffset="11">5541 201,'4'16,"1"0,1 0,0-1,1 1,1-1,0-1,1 0,1 0,0 0,1-2,0 1,1-1,0-1,1 0,0-1,10 6,-17-10,1 0,0 0,1-1,-1 0,1 0,0-1,0 0,1-1,-1 1,1-2,0 1,0-1,0 0,0-1,0 0,7-1,-13-2,0 0,0-1,0 1,0-1,0 0,-1 0,1 0,-1 0,0 0,0-1,0 1,0-1,-1 1,1-1,-1 0,0 0,0 1,0-1,-1 0,1 0,-1 0,0 0,0 0,-1 0,1 0,-1 0,0 0,1 0,1-8,-1 1,-1-1,0 1,0 0,-1 0,-1-1,0 1,-1-2,4 14,0-1,0 1,-1-1,1 1,0-1,0 1,0-1,0 0,-1 1,1-1,0 1,-1-1,1 0,0 1,0-1,-1 0,1 1,-1-1,1 0,0 0,-1 1,1-1,0 0,-1 0,1 0,-1 0,1 1,-1-1,1 0,-1 0,1 0,0 0,-1 0,1 0,-1 0,1 0,-1 0,1-1,-1 1,1 0,-1 0,1 0,0 0,-1-1,1 1,-1 0,1 0,0-1,-1 1,1 0,0 0,-1-1,1 1,0-1,0 1,-1 0,1-1,0 1,0-1,0 1,-1 0,1-1,0 1,0-1,0 1,0-1,0 1,0-1,0 1,-12 37,-1 61,4 1,4 0,5 0,7 50,-5-109,2 181,-3-220,-1 1,0 0,1 0,-1 0,0 0,0 0,0 0,-1 0,1-1,0 1,-1 0,1 0,-1 0,1 0,-1-1,0 1,0 0,0-1,0 1,0-1,0 1,0-1,-1 1,1-1,-1 0,1 1,-1-1,1 0,-1 0,1 0,-1 0,0-1,0 1,1 0,-1-1,0 1,0-1,0 0,0 1,0-1,1 0,-1 0,-2 0,-7-7,0 1,1-1,-1-1,1 0,1 0,-1-1,1 0,1 0,-5-7,1 1,-16-16,-21-23,3-2,-24-38,69 94,1-1,-1 1,0-1,1 1,-1-1,0 1,1-1,-1 1,1-1,-1 0,1 1,-1-1,1 0,-1 0,1 0,0 1,-1-1,1 0,0 0,0 0,0 1,-1-1,1 0,0 0,0 0,0 0,1 0,-1 1,0-1,0 0,0 0,0 0,1 0,-1 1,0-1,1 0,-1 0,1 1,-1-1,1 0,-1 1,1-1,0 0,-1 1,1-1,0 1,-1-1,1 1,0-1,-1 1,1 0,0-1,0 1,0 0,0 0,-1-1,1 1,0 0,0 0,0 0,0 0,-1 0,1 0,0 0,0 0,0 1,255 6,-164-10,-8-1</inkml:trace>
  <inkml:trace contextRef="#ctx0" brushRef="#br0" timeOffset="12">6155 842,'36'0,"-26"-2,0 1,0 0,0 1,1 0,-1 1,0 0,0 0,0 1,0 1,0 0,0 0,0 0,-1 2,0-1,0 1,0 0,0 1,-1 0,-6-4,-1 0,0-1,1 1,-1 0,0 0,0 0,0 0,-1 0,1 0,0 1,-1-1,1 0,-1 0,0 0,0 1,0-1,0 0,0 0,0 1,0-1,-1 0,1 0,-1 0,0 0,0 0,1 0,-1 0,-1 0,1 0,0 0,0 0,-1 0,1-1,-1 1,1 0,-1-1,0 0,0 1,0-1,1 0,-1 0,0 0,-1 0,1 0,0 0,0-1,0 1,-1-1,-72 22,74-21,1-1,0 0,-1 0,1 0,0 0,-1 0,1 1,0-1,0 0,-1 0,1 1,0-1,0 0,0 0,-1 1,1-1,0 0,0 1,0-1,0 0,0 0,0 1,0-1,-1 0,1 1,0-1,0 0,0 1,0-1,0 0,0 1,1-1,-1 0,0 1,0-1,0 0,0 1,0-1,0 0,0 1,1-1,-1 0,0 0,0 1,1-1,-1 0,0 0,0 1,1-1,-1 0,0 0,0 0,1 0,-1 1,0-1,1 0,-1 0,0 0,1 0,-1 0,0 0,1 0,-1 0,0 0,1 0,-1 0,28 12,-25-11,37 13,-22-9,0 1,0 1,-1 0,0 2,0 0,13 10,-28-19,-1 1,1 1,-1-1,1 0,-1 0,1 0,-1 1,0-1,0 1,1-1,-1 1,0 0,0-1,-1 1,1 0,0 0,0-1,-1 1,1 0,-1 0,0 0,0 0,1 0,-1 0,0 0,-1-1,1 1,0 0,0 0,-1 0,1 0,-1 0,0-1,0 1,1 0,-1 0,0-1,0 1,0-1,-1 1,1-1,0 1,-1-1,1 0,-1 1,1-1,-1 0,1 0,-1 0,-1 0,-17 8,0-1,0-1,-1 0,0-2,-1 0,1-2,-19 1,7 1,-87 6,102-17,9-2</inkml:trace>
  <inkml:trace contextRef="#ctx0" brushRef="#br0" timeOffset="13">6851 280,'-1'1,"1"-1,0 0,0 1,0-1,0 0,-1 0,1 1,0-1,0 0,-1 0,1 0,0 0,0 1,-1-1,1 0,0 0,-1 0,1 0,0 0,-1 0,1 0,0 0,-1 1,1-1,0 0,0 0,-1-1,1 1,0 0,-1 0,1 0,0 0,-1 0,1 0,0 0,0 0,-1-1,1 1,0 0,-1 0,1 0,0-1,0 1,0 0,-1 0,1 0,0-1,0 1,0 0,-1-1,1 1,0 0,0 0,0-1,0 1,0 0,0-1,0 1,0 0,0-1,4 30,3-12,1 0,0-1,2 0,0 0,1-1,0 0,1-1,1-1,0 0,0 0,2-1,0-1,6 3,-12-8,0-1,0 0,1-1,-1 0,1-1,0 0,0 0,1-1,-1-1,0 1,3-1,-8-1,0 0,-1-1,1 1,0-1,0 0,0 0,-1-1,1 1,0-1,-1 0,0 0,1 0,-1-1,0 0,0 1,0-1,-1-1,1 1,-1-1,0 1,1-1,-2 0,1 0,2-4,0-6,0 0,0-1,-2 0,1 1,-2-1,0 0,-1-1,-1 1,0 0,-1 0,0 0,-2-2,1 89,10 179,12 10,-14-190,-6-60,-1 97,1-105,-1 0,0 0,1 0,-1 0,-1 0,1 0,0-1,0 1,-1 0,0-1,1 1,-1-1,0 0,0 1,-1-1,1 0,0 0,-1 0,1-1,-1 1,0-1,1 1,-1-1,0 0,0 0,0 0,0 0,0 0,0-1,0 0,0 1,-2-1,-3-2,0 0,0 0,0-1,0 0,0 0,1-1,-1 0,1-1,0 1,0-1,1 0,-1-1,1 0,0 0,1 0,-1-1,1 0,1 0,-1 0,1 0,0-1,1 0,0 1,0-1,0-6,1 11,0-1,1 0,0 1,0-1,0 0,1 0,-1 0,1 1,0-1,0 0,0 0,0 0,1 0,-1 0,1 0,0 1,0-1,1 0,-1 1,1-1,0 1,0-1,0 1,0 0,1 0,-1 0,1 0,0 0,-1 0,1 1,1 0,1-2,18-7,-1 2,1 1,0 1,1 1,0 1,-1 1,2 1,-1 1,0 1,0 1,10 2,-28-2,0-1,0 1,1 0,-1 1,0 0,0 0,0 0,-1 1,1-1,0 1,0 1,-1-1,1 1,-1 0,0 0,0 1,0-1,-1 1,1 0,-1 1,0-1,0 1,0 0,0-1,-1 2,0-1,0 0,-1 1,1-1,0 6,-2-1,-2 1,1 0,-2-1,1 1,-1-1,-1 1,0-1,0 0,-1 0,-1 0,1-1,-1 1,-1-1,0 0,0-1,-1 1,-4 3,-25 40,35-51,0-1,0 1,1 0,-1 0,0-1,0 1,1 0,-1 0,1 0,-1 0,1 0,-1 0,1 0,0 0,-1 0,1 0,0 0,0 0,0 0,0 0,0 0,0 0,0 0,0 0,0 0,0 0,0 0,1 0,-1 0,0 0,1 0,-1 0,1 0,-1 0,1 0,0 0,-1 0,1-1,0 1,0 0,-1 0,1-1,0 1,0-1,0 1,0-1,0 1,9 1,0 0,0 0,0-1,0-1,0 0,1 0,-1-1,0 0,0-1,2-1,0 2,133-27,-72 12</inkml:trace>
  <inkml:trace contextRef="#ctx0" brushRef="#br0" timeOffset="14">8147 227,'23'27,"0"-1,2-1,1-1,1-2,1 0,0-2,2-1,0-1,16 5,-43-21,0 0,1 0,-1-1,1 1,-1-1,1 0,0 0,0 0,-1 0,1-1,0 0,0 1,0-1,-1-1,1 1,0-1,0 1,0-1,-1 0,1 0,-1-1,1 1,-1-1,1 0,-1 0,0 0,0 0,0 0,0-1,0 1,0-1,-1 0,1 0,0-1,1-5,1-1,-2 1,1-1,-1 0,-1 0,0 0,0-1,-1 1,0 0,-1-1,0 1,-1-8,-2 101,2 632,1-703,0-7,0 0,0 1,0-1,0 0,-1 0,0 0,0 0,0 0,-1 0,0-1,0 1,-1 2,1-6,0-1,-1 1,1 0,0-1,0 1,-1-1,1 0,0 1,-1-1,1 0,0-1,0 1,-1 0,1-1,0 1,0-1,-1 0,1 1,0-1,0 0,0-1,0 1,0 0,0 0,0-1,1 1,-1-1,0 0,1 1,-1-1,1 0,-1-1,0 1,-31-27,1-2,1-1,2-2,2-1,-1-3,8-1,20 39,0-1,0 0,0 0,0 0,0 0,0 0,0 0,0 0,0 0,0 0,0 0,1 0,-1 0,0 0,1 0,-1 1,1-1,-1 0,1 0,-1 0,1 1,0-1,-1 0,1 1,0-1,0 0,-1 1,1-1,0 1,0-1,0 1,0 0,0-1,-1 1,1 0,0 0,0-1,0 1,0 0,0 0,0 0,147-4,-96 6,17-1,12 2,0-4,35-7,-115 8,7 0,0 0,0-1,-1 0,1-1,0 0,-1 0,1 0,-1-1,0 0,0-1,0 1,0-1,-1-1,5-3,-16 26,0 0,1 1,1-1,0 1,2 0,0 0,1 9,15 101,-5-99</inkml:trace>
  <inkml:trace contextRef="#ctx0" brushRef="#br0" timeOffset="15">9297 173,'2'-1,"0"1,0-1,1 0,-1 1,0-1,0 1,1 0,-1 0,0 0,0 0,1 0,-1 0,0 1,0-1,0 1,1-1,-1 1,0 0,0 0,0 0,0 0,0 0,0 1,-1-1,1 0,0 1,-1 0,1-1,-1 1,1 0,0 1,0-1,22 18,-8-4,1-1,1 0,0-1,1-1,0 0,1-2,1 0,0-2,0 0,1-1,20 4,-37-12,-1 1,1-1,-1 0,1-1,0 1,-1-1,1 0,-1 0,1 0,-1-1,0 1,1-1,-1 0,0 0,0-1,-1 1,1-1,0 0,-1 0,1 0,-1-1,0 1,0-1,-1 1,1-1,-1 0,1 0,-1 0,1-5,2-3,0 0,-1 0,-1-1,0 0,-1 1,0-1,-1 0,0 0,-1 0,-1-3,-10 0,-5 36,8 6,0 0,2 0,1 0,2 1,0 0,2 0,0 0,2 0,1 0,2-1,4 19,54 197,-9-45,-47-107,-6-87,-1 0,0 0,1 0,-1 0,-1 0,1 0,0 0,-1 0,1-1,-1 1,0 0,0-1,0 1,0-1,-1 0,1 0,-1 0,1 0,-1 0,1-1,-1 1,0-1,0 1,0-1,0 0,-2 0,-8 2,1-1,-1 0,0-1,0-1,1 0,-1 0,0-1,1-1,-1 0,1-1,-1-1,1 1,0-2,0 0,1 0,0-1,0-1,0 1,0-2,1 0,1 0,-1 0,1-2,6 7,0 0,0-1,0 1,1-1,-1 0,1 1,0-1,0 0,0 0,1 0,-1-1,1 1,0 0,1-1,-1 1,1 0,-1-1,1 1,1 0,-1-1,0 1,1-1,0 1,0 0,1 0,-1 0,1-1,0 1,0 1,0-2,10-6,0 0,1 1,1 0,-1 0,2 2,-1 0,1 0,0 2,1-1,-1 2,1 0,0 1,8 0,-10 0,3-1,8-3,0 1,0 1,1 1,0 2,0 0,24 1,-47 3,0 0,0 0,0 0,0 1,0-1,0 1,0-1,-1 1,1 0,-1 0,0 0,1 0,-1 0,0 1,0-1,0 1,-1 0,1-1,0 1,-1 0,0 0,0 0,0 0,0 0,0 0,-1 0,1 0,-1 0,0 0,0 0,0 1,0 0,10 38,-5-32,0 1,1-1,0 0,0-1,1 0,0 0,1 0,0-1,0 0,5 3,-10-8,0 0,1-1,-1 1,1-1,0 0,0 0,0-1,0 1,0-1,0 0,0 0,0 0,0 0,1-1,-1 1,0-1,1 0,-1-1,0 1,0-1,1 0,-1 0,0 0,0 0,0-1,0 0,0 0,-1 0,1 0,1-1,0 0,0 0,-1-1,1 0,-1 0,0 0,0 0,-1-1,1 1,-1-1,0 0,0 0,0 0,-1 0,0-1,0 1,0-1,-1 1,0-1,0 1,0-1,-1 0,1 0,-2 1,1-1,0 0,-1 0,0 1,-1-1,1 1,-1-1,0 1,0-1,-1 1,1 0,-1 0,-1 0,1 1,0-1,-1 1,0-1,-4-1,0 1,0 0,0 0,-1 0,0 1,0 1,0-1,0 1,0 1,-1 0,1 0,-1 1,1 0,-1 0,0 1,1 1,-1 0,0 0,1 0,-1 2,1-1,0 1,0 0,0 1,0 0,0 0,1 1,0 0,0 1,0 0,1 0,0 0,0 1,0 0,1 1,0-1,1 1,-5 8,-10 28,7-3</inkml:trace>
  <inkml:trace contextRef="#ctx0" brushRef="#br0" timeOffset="16">1730 2032,'-10'4,"1"0,-1 1,1 0,0 0,0 1,1 0,0 1,0 0,0 0,1 1,0 0,1 0,-1 1,2 0,-1 0,1 0,1 1,-1-1,2 1,-1 0,1 0,1 0,0 1,0-1,1 1,1-1,0 1,0 0,2-2,0 0,1 0,0 0,0 0,1 0,1-1,-1 0,1 0,0 0,1 0,0-1,0 0,1 0,0 0,0-1,1 0,7 4,1 0,0 0,1-1,0-1,0-1,1 0,0-1,0-2,11 3,-20-5,0 1,0-1,0-1,0 0,0 0,1-1,-1 0,0 0,0-1,0-1,0 1,0-1,0-1,0 0,0 0,-1-1,1 0,-1 0,0-1,-1 0,1 0,-1-1,0 0,0 0,-1-1,0 1,4-6,-3-3,-1 0,0-1,-1 0,-1 1,0-2,-1 1,-1 0,0-1,-2 1,0 0,0-1,-2 1,0-1,-1 1,0 0,-5-13,5 19,0 1,0-1,-1 1,0-1,-1 1,0 1,-1-1,1 1,-2 0,1 0,-1 0,0 1,-1 0,1 1,-1-1,-1 2,1-1,-1 1,0 0,0 1,-1 0,1 1,-1-1,0 2,-2-1,-7 3,-1 0,0 1,1 1,-1 1,1 0,-1 2,1 0,1 2,-1 0,1 0,0 2,1 0,0 1,0 1,1 1,1 0,0 1,1 0,0 1,0 1,8-9,1 0,-1 1,1-1,0 1,1 0,-1 0,1 0,1 1,-1 0,1-1,1 1,-1 0,1 0,1 1,0-1,0 0,0 0,1 1,0-1,1 5,19 39,8-7</inkml:trace>
  <inkml:trace contextRef="#ctx0" brushRef="#br0" timeOffset="17">3134 2085,'-10'3,"0"1,1 0,-1 0,1 1,0 0,0 0,1 1,-1 0,2 1,-1 0,0 0,1 1,1-1,-1 2,1-1,1 1,-1 0,2 0,-1 0,1 1,1-1,-1 1,2 0,-1 0,1 0,1 0,0 1,0-1,1 0,1 1,-1-1,2 0,-1 0,2 1,-1-1,1-1,1 3,0-5,0-1,0 1,0-1,0 0,1 0,0 0,1-1,-1 1,1-1,0-1,0 1,1-1,-1 0,1-1,0 1,0-1,0-1,0 1,1-1,-1 0,1-1,1 0,13 2,0-1,0-1,0-1,-1 0,1-2,0-1,5-2,-12 2,0-1,0 0,0-1,-1-1,0 0,0-1,0 0,-1-1,0-1,2-2,-10 7,1-1,-1 0,0 0,-1 0,1-1,-1 1,0-1,0 0,-1 0,0-1,0 1,0-1,-1 1,0-1,0 0,0 0,-1 0,0 0,-1 0,0 0,0 0,0 0,-1-2,-4-7,0 0,-1 0,0 1,-2 0,0 0,0 0,-1 1,-1 1,0 0,-1 0,-1 1,0 0,0 1,-1 0,-1 1,-10-6,12 8,0 0,-1 1,0 0,-1 1,0 0,0 1,0 1,0 0,-1 1,-6-1,14 4,0-1,1 1,-1 0,1 1,-1-1,1 1,-1 1,1-1,-1 1,1 0,0 1,0-1,0 1,0 0,0 1,1 0,0-1,0 2,0-1,0 1,0-1,1 1,0 0,-2 3,0 3,1 1,0-1,1 1,0 0,0 0,2 0,-1 1,2-1,-1 0,2 1,0 0,0-1,1 1,1-1,0 0,0 1,1-1,1 0,0 0,1-1,0 1,1-1,0 0,5 6,23 35</inkml:trace>
  <inkml:trace contextRef="#ctx0" brushRef="#br0" timeOffset="18">4030 2166,'-4'9,"1"1,0-1,1 1,0 0,0 0,1 0,1 0,-1 0,1 0,1 0,0 0,1 0,-1-1,2 1,0 0,0-1,0 1,1-1,1 0,-1 0,2-1,-1 0,1 1,0-2,1 1,0-1,7 7,-5-8,1 0,0-1,0 0,0-1,0 0,1 0,-1-1,1 0,0-1,0 0,0-1,0 0,1-1,-1 0,0-1,0 0,0-1,0 0,0-1,-1 0,1 0,-1-1,1-1,-1 0,-1 0,1-1,-1 0,0-1,0 0,-1 0,0-1,0 0,6-8,-8 6,1-1,-1 0,-1 0,0-1,-1 0,0 0,-1 0,0 0,-1 0,0-1,-1 1,0-1,-1 1,-1-1,0 1,0-1,-1 1,-1 0,0 0,-1 0,0 0,-1 0,0 1,-1 0,0 0,-1 0,0 1,0 0,-1 0,-1 1,1 0,-2 1,1 0,-1 0,0 1,-1 0,0 1,0 0,-6-2,4 4,-1 0,1 1,-1 1,0 0,0 1,1 0,-1 1,0 1,0 0,0 1,1 0,-1 1,1 1,-1 0,1 1,0 0,1 1,0 0,0 1,0 1,0 0,1 0,1 1,0 1,0-1,0 2,1-1,1 1,0 1,1 0,0 0,0 0,1 0,-3 12,-13 50,8-6</inkml:trace>
  <inkml:trace contextRef="#ctx0" brushRef="#br0" timeOffset="19">1637 3248,'-4'2,"-1"-1,1 1,-1 0,1 0,0 0,-1 1,1-1,1 1,-1 0,0 0,1 1,-1-1,1 1,0-1,0 1,1 0,-1 0,1 1,0-1,0 0,0 1,0 0,-20 106,22-99,0 1,1-1,1 0,0 0,0 1,1-1,0-1,1 1,1 0,0-1,0 0,1 0,1-1,0 1,0-1,1-1,0 1,0-1,1-1,1 0,-1 0,1-1,0 0,1 0,0-2,11 6,-7-6,0 0,1 0,-1-2,1 0,0 0,0-2,0 0,0-1,0 0,1-2,-1 0,15-3,-21 2,-1 1,1-1,-1-1,0 0,0 0,0-1,0 0,-1 0,0-1,0 0,0 0,-1-1,0 0,0-1,-1 1,0-1,0 0,-1-1,0 1,0-1,1-5,-3 4,0-1,0 0,-1 0,-1 0,0 0,0 0,-1 0,-1 0,0-1,0 1,-1 0,0 0,-1 1,0-1,-1 0,0 1,-1 0,-1-1,-3-6,0 1,-1 0,-1 0,-1 1,0 0,-1 1,-1 1,0 0,0 1,-6-3,13 10,0-1,-1 1,0 1,0-1,0 2,-1-1,1 1,-1 0,0 1,0 0,0 0,0 1,0 0,0 0,0 1,0 1,0-1,0 2,0-1,0 1,0 0,0 1,0 0,1 1,0-1,-2 2,-2 4,1 0,0 0,1 1,0 0,0 1,1 0,1 0,0 1,0 0,1 1,1 0,0 0,0 0,2 1,0-1,0 1,1 0,1 0,0 0,1 1,1-1,0 0,1 1,0-1,1 0,1 0,0 0,1 0,0 0,5 8,33 46,4-11</inkml:trace>
  <inkml:trace contextRef="#ctx0" brushRef="#br0" timeOffset="20">3067 3222,'-11'5,"0"0,1 0,0 1,0 1,0 0,1 0,0 1,0 0,1 0,0 1,0 0,1 1,0-1,1 1,0 1,1-1,0 1,0 0,1 0,1 1,0-1,0 1,1-1,1 1,0 4,1-9,1-1,-1 1,2 0,-1 0,1-1,0 1,0-1,1 0,0 0,0 0,0 0,1 0,0 0,0-1,1 0,-1 0,1 0,0 0,0-1,1 0,-1 0,1 0,0-1,0 0,0 0,1 0,8 3,0 0,0-1,1-1,0-1,0 0,0 0,0-2,0 0,1-1,6-1,-8-1,-1 0,1-1,-1 0,0-1,-1-1,1 0,-1-1,0 0,0-1,0-1,-1 0,0 0,3-5,-8 7,-1 1,0-2,0 1,-1-1,0 0,0 0,0 0,-1-1,0 0,0 0,-1 0,0 0,-1 0,0-1,0 1,-1-1,0 1,0-1,-1 0,0 0,0 1,-2-8,-2 0,0 2,-1-1,-1 0,0 1,-1 0,0 0,-1 1,-1 0,0 1,-1-1,0 2,-1 0,0 0,0 0,-2 2,1-1,-1 2,0 0,-1 0,0 1,-11-3,16 7,1 0,-2 1,1 1,0-1,0 2,0-1,-1 1,1 0,0 1,0 0,0 1,-1 0,1 0,1 1,-1 0,0 1,1-1,0 2,0-1,0 1,0 0,1 1,0 0,0 0,0 1,1 0,0 0,0 0,1 1,0-1,-4 9,3-5,0-1,1 1,1-1,0 2,0-1,1 0,0 1,1-1,1 1,0 0,0-1,1 1,1 0,0 0,0-1,1 1,1 0,0-1,0 0,1 0,1 0,-1 0,2-1,0 1,0-1,1-1,0 1,0-1,1 0,3 1,54 37,2-11</inkml:trace>
  <inkml:trace contextRef="#ctx0" brushRef="#br0" timeOffset="21">3977 3422,'25'-27,"-1"-1,-1-1,-2-1,0-1,-3-1,0 0,-2-2,-2 0,-1 0,-1-1,-2-1,0-8,-29 105,8-20,2 0,2 1,2 0,1 0,3 1,1-1,2 0,2 1,1-1,3-1,1 1,4 3,11 16</inkml:trace>
  <inkml:trace contextRef="#ctx0" brushRef="#br0" timeOffset="22">1757 4585,'-9'2,"-1"1,1 0,-1 0,1 0,0 1,0 1,1 0,-1 0,1 0,0 1,0 0,1 1,0 0,0 0,0 0,1 1,1 0,-1 0,1 1,-2 4,-2 4,1 1,1-1,0 2,2-1,0 0,1 1,0 0,2 0,0 0,2 4,-1-10,2 0,0 0,0 1,2-1,-1 0,2-1,0 1,0 0,1-1,0 0,1 0,1-1,0 1,0-2,1 1,1-1,0 0,0 0,0-1,2-1,-1 0,1 0,0-1,0 0,13 5,-7-5,0-1,1-1,0 0,0-2,1 0,-1-1,1 0,-1-2,1 0,-1-1,0-1,1-1,-1 0,0-2,0 0,-1-1,1 0,-1-2,-1 0,1-1,-1 0,-1-1,0-1,0-1,-1 0,-1-1,0 0,-1-1,0 0,-1-1,2-5,-7 8,-1 0,0-1,-1 0,-1 0,0 0,0 0,-1 0,-1 0,0-1,-1 1,-1 0,0-1,0 1,-2 0,1 0,-2 0,0 0,0 0,-1 1,-1 0,0 0,0 0,-1 1,-1 0,0 0,-1 1,1 0,-2 1,0-1,0 2,-7-5,9 6,0 0,-1 1,0 0,0 0,0 1,-1 1,1-1,-1 1,0 1,-1 0,1 0,0 1,-1 1,1 0,-1 0,0 1,1 0,-1 1,0 0,1 0,-1 1,1 1,0 0,0 0,0 1,0 1,0-1,-6 5,7-2,0 0,0 1,0 0,1 0,0 1,0 0,1 1,1-1,-1 1,2 0,-1 1,1 0,1 0,0 0,1 0,0 0,0 1,1-1,1 1,0 0,1-1,0 1,0 0,1 0,1-1,0 1,1-1,0 1,19 46</inkml:trace>
  <inkml:trace contextRef="#ctx0" brushRef="#br0" timeOffset="23">3121 4907,'-1'-39,"3"1,1-1,1 1,10-32,8-10,3 0,17-31,-56 173,-3 14,4 0,2 1,5 1,2-1,6 60,-1-118,1-1,1 1,0-1,1 0,1 0,1-1,0 1,2-1,0 0,5 7,15 14</inkml:trace>
  <inkml:trace contextRef="#ctx0" brushRef="#br0" timeOffset="24">3896 4772,'-7'9,"1"-1,0 1,0 0,1 1,0-1,1 1,0 0,0 0,1 1,1-1,0 0,0 1,1 0,0-1,1 1,0 0,1-1,0 1,1 0,0-1,0 1,1-1,0 0,1 0,1 0,-1 0,1-1,1 0,0 0,0 0,1-1,0 0,0 0,1-1,2 2,5 0,1-1,0-1,1 0,0-1,0-1,0 0,0-1,1-1,0-1,-1-1,1 0,0-1,0-1,-1-1,1 0,0-1,-1-1,0-1,0 0,2-2,-8 2,0-1,-1 1,0-2,0 1,-1-1,0-1,0 0,0 0,-1 0,-1-1,1-1,-1 1,-1-1,0 0,0-1,-1 1,-1-1,1 0,-2 0,0-1,0 1,-1-1,0 0,-1 1,0-1,-1 0,0 0,-2-6,-1 2,0-1,-1 1,0 0,-2 0,0 0,0 1,-2-1,0 2,0-1,-2 1,0 1,0-1,-1 2,-1 0,0 0,-1 0,5 6,0-1,0 1,-1 0,0 0,0 1,0 0,-1 1,0 0,0 1,0 0,0 0,0 1,-1 0,1 1,-1 0,1 1,-1 0,1 1,-1 0,1 0,0 1,0 1,-1 0,1 0,1 1,-1 0,-5 5,0 1,1 0,0 1,1 1,0 0,1 0,0 2,1-1,1 1,0 1,1 0,1 0,0 1,1 0,0 0,1 1,2 0,-3 9,-12 55</inkml:trace>
  <inkml:trace contextRef="#ctx0" brushRef="#br0" timeOffset="25">1878 6096,'-9'3,"1"0,0 1,0 0,0 0,0 1,1 0,-1 1,2-1,-1 1,0 0,1 1,0 0,1 0,-1 0,2 1,-1-1,1 1,0 0,0 0,1 1,-1 3,-2 7,0 0,2 0,0 0,2 0,0 1,0-1,2 1,1-1,0 1,1-1,4 13,-4-23,0 0,0 1,1-1,1 0,-1-1,2 1,-1-1,1 0,0 0,0 0,1 0,0-1,1 0,0-1,0 1,0-1,1 0,-1-1,1 0,1 0,-1-1,1 0,0-1,5 2,-4-3,0 0,0-1,0 0,0-1,0 0,0-1,0 0,0 0,0-1,0 0,0-1,-1 0,1-1,-1 0,0 0,0-1,0 0,-1-1,0 0,0 0,0-1,7-6,-2 0,0 0,0-1,-1-1,-1 0,0 0,-1-1,-1-1,-1 1,7-18,-10 22,-1 1,0-1,-1 0,0 0,-1 0,0-1,0 1,-2-1,0 1,0-1,-1 1,0 0,-1-1,-1 1,0 0,0 0,-1 0,-1 1,0-1,-1 1,0 0,0 1,-1-1,-1 1,0 1,0 0,-1 0,0 0,0 1,-1 0,0 1,-1-1,0 4,0 0,0 1,0 0,0 0,0 1,0 1,-1 0,1 0,-1 1,1 1,0 0,-1 0,1 1,0 1,0 0,0 0,0 1,1 0,-9 5,4-1,0 0,1 1,0 1,0 0,1 1,0 0,1 1,0 1,1 0,1 0,0 1,1 0,-1 2,6-9,1 0,-1 0,1 1,0 0,1-1,0 1,0 0,1 0,0 0,0 0,1 0,0 0,0 0,1 0,0 0,0 0,1 0,0 0,0-1,1 1,1 2,22 33</inkml:trace>
  <inkml:trace contextRef="#ctx0" brushRef="#br0" timeOffset="26">3054 6431,'21'-38,"-1"0,-2-2,-2 0,-2 0,-1-2,-2 1,-1-10,9-72,-16 104,6 37,3 238,9 87,-12-281</inkml:trace>
  <inkml:trace contextRef="#ctx0" brushRef="#br0" timeOffset="27">4137 6364,'82'-387,"-76"363,3 71,-3 172,-6-128,4 0,3-1,12 46,-9-92</inkml:trace>
  <inkml:trace contextRef="#ctx0" brushRef="#br0" timeOffset="28">1744 7768,'54'-83,"37"-50,38-76,-98 155,-31 53,0 1,0 0,0-1,0 1,0 0,1-1,-1 1,0 0,0-1,0 1,0 0,0 0,0-1,1 1,-1 0,0 0,0-1,0 1,1 0,-1 0,0-1,0 1,1 0,-1 0,0 0,1 0,-1-1,0 1,0 0,1 0,-1 0,0 0,1 0,-1 0,0 0,1 0,-1 0,0 0,1 0,-1 0,0 0,1 0,-1 0,0 0,0 0,1 1,-1-1,0 0,1 0,-1 0,0 0,0 1,1-1,-1 0,0 0,0 0,1 1,-1-1,0 0,0 0,0 1,0-1,0 0,1 1,-1-1,3 24,-7 293,-4-99,7-204,0 1,1 0,1 0,0 0,1-1,0 1,1-1,1 1,0-1,1 0,0 0,2-1,-1 0,2 0,-1 0,2-1,0 1,25 15</inkml:trace>
  <inkml:trace contextRef="#ctx0" brushRef="#br0" timeOffset="29">3241 7513,'-12'4,"1"0,0 0,0 2,0-1,1 1,-1 1,1 0,1 0,0 1,0 0,0 1,1 0,0 0,1 1,0 0,0 0,1 0,-2 6,5-9,-1 1,1-1,0 1,1 0,0 0,0 0,1 0,-1 0,2 0,-1 1,1-1,1 0,0 0,0 0,0 0,1 0,0 0,1 0,-1 0,2-1,-1 1,1-1,0 0,0 0,1 0,0-1,2 3,0-3,0 0,0 0,0 0,0-1,1 0,0-1,0 1,0-1,1-1,-1 0,1 0,0-1,0 0,0 0,0-1,0 0,0-1,0 0,0 0,0-1,0 0,0-1,0 0,5-2,-2 1,1-2,-1 1,0-2,-1 1,1-2,-1 1,0-2,-1 1,0-1,0-1,-1 0,0 0,0-1,-1 0,0-1,-1 0,0 0,-1-1,0-1,-1 1,0-1,-1 0,0-1,-1 1,-1 0,0-1,-1 0,0 1,-1-1,-1 0,0 1,-1-1,0 1,-1-1,-1 1,0 0,0 0,-2 1,1-1,-2 1,1 0,-2 1,0-1,0 2,-1-1,0 1,-1 0,0 1,0 0,-9-5,13 11,-1 0,1 0,-1 0,0 1,0 0,0 1,0 0,0 0,0 0,0 1,0 0,0 0,0 1,0-1,0 2,0-1,0 1,0 0,1 1,-1-1,1 1,-1 0,1 1,0 0,0 0,1 0,-1 1,1-1,-1 3,-5 3,1 1,0 1,1-1,1 1,0 1,0 0,2 0,-1 0,2 1,-1 0,2 0,0 0,-1 12,3-17,1-1,0 1,1 0,0 0,0 0,1 0,1 0,-1 0,1-1,0 1,1-1,0 1,1-1,-1 0,2 0,-1 0,1-1,0 0,0 0,1 0,2 2,47 29,3-11</inkml:trace>
  <inkml:trace contextRef="#ctx0" brushRef="#br0" timeOffset="30">4016 7633,'-2'13,"1"0,1 0,0-1,1 1,0 0,1 0,0-1,1 1,0-1,1 0,1 0,0 0,0 0,1-1,1 0,0 0,0-1,1 0,0 0,5 4,-3-8,0 1,0-1,1-1,0 0,0 0,0-1,1 0,-1-1,1-1,0 1,0-2,-1 0,1 0,0-1,0-1,0 0,0 0,0-2,0 1,-1-1,1-1,-1 0,0 0,0-2,-1 1,1-1,-1 0,0-1,-1-1,0 1,0-1,0-1,-1 0,0 0,-1 0,0-1,-1 0,0-1,0 1,3-10,-5 6,0 1,0-1,-1 0,-1 0,0 0,-1 0,-1 0,0-1,-1 1,0 0,-1 0,-1 0,0 0,-1 0,-1 1,-1-3,2 7,0 0,0 0,-1 0,-1 0,0 1,0 0,0 0,-1 1,0-1,0 1,-1 1,0 0,0 0,-1 0,0 1,0 1,0-1,0 1,-1 1,1 0,-1 0,-9-1,5 3,0 0,0 1,0 0,0 1,0 1,0 0,1 1,-1 0,1 1,0 1,0 0,0 1,1 0,-1 1,2 0,-1 1,-6 5,-7 8,1 1,0 1,2 1,1 1,1 1,-16 26,-10 22</inkml:trace>
  <inkml:trace contextRef="#ctx0" brushRef="#br0" timeOffset="31">1797 8957,'21'-18,"-1"0,-1-1,-1-2,0 0,-1 0,-2-2,0 0,-2 0,0-2,-2 1,0-2,-2 1,-1-1,-1-1,-1 1,2-25,-8 51,0 0,0 0,1 0,-1 0,0 0,0 0,1 0,-1 0,0 0,0 0,-5 122,-21 109,-5 74,30-290,1 0,0 0,2-1,-1 1,2 0,0-1,1 1,0-1,15 27</inkml:trace>
  <inkml:trace contextRef="#ctx0" brushRef="#br0" timeOffset="32">3108 8796,'-12'3,"0"0,0 1,1 0,0 0,0 1,0 1,0 0,1 0,0 1,0 1,1-1,0 2,0-1,1 1,0 0,1 1,-2 3,4-7,1 1,0-1,0 1,1 0,0 0,0 1,0-1,1 0,0 1,1 0,-1-1,2 1,-1 0,1 0,0 0,1-1,-1 1,2 0,-1 0,1-1,0 1,1-1,-1 0,2 0,-1 0,1 0,0 0,8 5,0-1,0 0,1-1,1-1,0 0,0 0,0-2,1 0,0 0,1-1,0-1,-1-1,2 0,-1-1,0-1,0-1,1 0,-1-1,14-1,-10 0,0 0,0-2,0 0,0-1,-1-1,1 0,-1-2,0 0,-1-1,11-7,-19 9,-1 1,0-2,0 1,0-1,-1 0,0-1,-1 0,1 0,-2-1,1 0,-1 0,-1-1,1 1,-1-1,-1 0,0 0,-1-1,0 1,0-1,-1-2,-1-3,-1 0,-1 0,0 0,-1 0,-1 1,0-1,-1 1,-1-1,-1 1,0 1,0-1,-2 1,0 0,0 1,-1 0,-1 0,0 1,-1 0,0 1,-1 0,0 1,-1 0,-10-6,14 11,0 1,1 0,-1 0,-1 1,1 1,0-1,-1 1,1 1,-1 0,0 0,1 1,-1 0,0 1,0 0,1 0,-1 1,1 0,0 1,-1 0,1 0,0 1,1 1,-1-1,1 1,0 1,0-1,-5 6,-1 1,0 1,0 0,2 1,0 0,0 1,1 0,1 1,1 0,0 1,1 0,1 0,1 1,0-1,1 1,1 1,1-1,0 1,2-1,0 1,1 0,0 0,4 11,12 39</inkml:trace>
  <inkml:trace contextRef="#ctx0" brushRef="#br0" timeOffset="33">4150 9090,'25'-37,"-1"-1,-2-1,-2-1,-2-1,-2 0,-1-1,-2-1,-2-1,-1-6,6-63,-29 257,4-72,2 0,4 1,3-1,3 1,12 62,2-63,0-12</inkml:trace>
  <inkml:trace contextRef="#ctx0" brushRef="#br0" timeOffset="34">2038 10614,'11'-60,"3"0,2 1,20-47,4-13,-20 59,-15 58,-6 16,-36 237,31-212,0 1,3-1,1 1,2 0,2-1,1 1,2-1,2 0,7 20,7-7</inkml:trace>
  <inkml:trace contextRef="#ctx0" brushRef="#br0" timeOffset="35">3148 10534,'-1'-41,"1"0,2 0,2 0,2 0,1 1,3 0,1 0,2 1,12-25,-12 43,-12 21,-1 0,0-1,0 1,1 0,-1 0,0 0,0-1,1 1,-1 0,0 0,1 0,-1 0,0 0,1-1,-1 1,0 0,1 0,-1 0,0 0,1 0,-1 0,1 0,-1 0,0 0,1 1,-1-1,0 0,1 0,-1 0,0 0,1 0,-1 0,0 1,0-1,1 0,-1 0,0 1,0-1,1 0,-1 0,0 1,0-1,1 0,-1 1,0-1,0 0,0 1,0-1,0 0,0 1,1-1,-1 0,0 1,0-1,0 0,0 1,0-1,0 0,0 1,0-1,-1 0,1 1,0-1,0 1,2 21,0 1,-2-1,0 1,-2 0,0-1,-4 14,1-1,-6 36,4-27,1 1,3-1,1 1,2 7,2-40,-1 1,2 0,0-1,0 1,1-1,1 0,0 0,2 2,17 27</inkml:trace>
  <inkml:trace contextRef="#ctx0" brushRef="#br0" timeOffset="36">4177 10307,'-9'13,"1"0,0 0,1 1,1 0,0 0,1 0,1 1,0 0,1 0,0 0,2 0,-1 0,2 4,0-9,0-1,1 1,1-1,0 1,0-1,0 0,1 0,1 0,-1 0,1-1,1 1,0-1,0 0,1 0,-1-1,2 1,-1-2,1 1,0 0,0-1,5 2,2 0,0 0,-1-1,2-1,-1-1,1 0,0-1,0 0,0-1,1-1,-1 0,1-1,-1-1,1 0,-1-2,1 1,-1-2,0 0,5-2,-7 2,0-1,-1 0,1-1,-1-1,0 0,-1 0,1-1,-1-1,-1 1,1-2,-2 0,1 0,-1-1,0 0,-1 0,0-1,-1 0,0 0,-1-1,0 0,2-6,-4 3,0 1,-2-1,1 1,-2-1,0 0,-1 1,0-1,-1 0,-1 0,0 1,-1-1,-1 1,0 0,-1 0,0 0,-1 0,-1 1,-4-7,5 10,0 1,0-1,-2 1,1 0,-1 1,0-1,-1 2,0-1,0 1,0 0,-1 1,0 1,0-1,-1 1,0 1,0 0,0 0,0 1,0 1,-1 0,1 1,-1 0,-9 0,3 3,0 0,1 2,-1 0,1 1,0 0,0 2,1 0,0 0,0 2,1 0,0 1,0 0,-5 6,-16 15,1 2,2 0,1 3,-11 17,-20 31</inkml:trace>
  <inkml:trace contextRef="#ctx0" brushRef="#br0" timeOffset="37">1971 12072,'15'-30,"14"-27,-2 0,15-54,-23 43,-4 0,-2-2,-1-24,0 25,-12 69,1-1,-1 1,0-1,1 1,-1 0,1-1,-1 1,1 0,-1 0,0-1,1 1,-1 0,1 0,-1 0,1-1,-1 1,1 0,-1 0,1 0,-1 0,1 0,0 0,-1 0,1 0,-1 0,1 0,-1 0,1 0,-1 1,1-1,-1 0,1 0,-1 1,0-1,1 0,-1 0,1 1,-1-1,0 0,1 1,-1-1,1 1,-1-1,0 0,0 1,1-1,-1 1,0-1,0 1,0-1,1 1,-1-1,0 1,0-1,0 1,0-1,0 1,0-1,0 1,0 0,0-1,0 1,0-1,14 35,-2 0,-1 1,-1 1,-2-1,-2 1,0 15,9 108,-7 0,-7 19,-1-107</inkml:trace>
  <inkml:trace contextRef="#ctx0" brushRef="#br0" timeOffset="38">3202 12072,'53'-188,"36"-185,-76 322,-14 61,-12 60,-12 57,5 2,6 0,4 37,25-27,-1-91</inkml:trace>
  <inkml:trace contextRef="#ctx0" brushRef="#br0" timeOffset="39">4297 11898,'55'-112,"-5"-2,-5-2,16-70,-51 149,-4 24,-5 26,-49 365,42-322,2 0,3 1,2-1,3 1,2-1,2-1,12 38,1-28</inkml:trace>
  <inkml:trace contextRef="#ctx0" brushRef="#br0" timeOffset="40">1556 12874,'46'-10,"0"3,1 1,-1 3,1 2,4 1,-13 0,1186 27,-974-28,268 7,-115 37,22 0,297-38,-401-7,391-6,-56-11,228-8,-597 16,82-22,-22 2,722-63,-559 54,-292 20,125 8,270-1,-432 13,-179 1,-1-1,1 0,0 1,0-1,-1 0,1 0,0 0,0-1,-1 1,1 0,0 0,0-1,-1 0,1 1,0-1,-1 0,1 1,-1-1,1 0,-1 0,1 0,-1-1,0 1,0 0,1 0,-1-1,0 1,0-1,0 1,0-1,-1 1,1-1,0 1,-1-1,1 0,-1 0,1 0,-4-14</inkml:trace>
  <inkml:trace contextRef="#ctx0" brushRef="#br1" timeOffset="41">126 2072,'-4'2,"0"0,0 0,0 1,0-1,0 1,0 0,1 0,-1 0,1 0,0 1,0 0,0-1,0 1,1 0,0 0,-1 0,2 1,-1-1,0 0,1 1,0-1,0 1,0 0,0-1,1 1,0 0,0-1,0 1,1 0,-1-1,1 1,0 0,0-1,1 1,-1-1,1 0,0 1,1-1,-1 0,0 0,1 0,0-1,0 1,1 0,3 4,0-1,0-1,0 1,1-1,0 0,0-1,1 0,-1 0,1-1,0 0,0 0,1-1,-1-1,1 1,-1-2,1 1,0-1,0 0,-1-1,1-1,0 1,0-1,-1-1,5-1,-9 1,0 0,0-1,0 1,-1-1,1 0,-1 0,0-1,0 1,0-1,-1 0,1 0,-1 0,0 0,0-1,0 0,-1 1,0-1,1 0,-2 0,1 0,0-1,1-8,1 0,-2 0,0 0,0-1,-2 1,0-1,-1-4,2 11,-2 1,1-1,-1 1,0-1,-1 1,1 0,-2-1,1 1,-1 0,0 0,0 1,-1-1,0 1,0-1,0 1,-1 0,0 1,0-1,-1 1,0 0,1 1,-2-1,1 1,0 0,-1 0,0 1,0 0,0 0,0 1,0 0,0 0,-1 1,1 0,-1 0,1 0,-5 1,0 3,0 1,1 1,-1-1,1 2,0 0,0 0,1 1,-1 0,1 0,1 1,0 1,0 0,1 0,0 1,0 0,1 0,0 0,1 1,0 0,1 1,0-1,1 1,1 0,-1 0,0 12,-5 29,4-5</inkml:trace>
  <inkml:trace contextRef="#ctx0" brushRef="#br1" timeOffset="42">300 3609,'66'-138,"-40"89,-3-1,-2-1,5-24,-42 148,3 0,3 1,3 1,4-1,5 64,2-70</inkml:trace>
  <inkml:trace contextRef="#ctx0" brushRef="#br1" timeOffset="43">327 4679,'49'-9,"-21"3,1 0,-1 2,1 1,0 2,0 1,27 3,-51-3,0 0,-1 1,1 0,0 0,-1 1,1-1,-1 1,0 0,1 0,-1 0,0 1,0-1,0 1,-1 0,1 0,-1 0,0 1,1-1,-1 1,-1 0,1 0,-1 0,1 0,-1 0,0 1,-1-1,1 1,-1-1,0 1,0-1,0 1,-3 12,-1 0,0-1,-1 1,-1-1,0 0,-1 0,-1-1,-1 1,0-2,-1 1,0-1,-1 0,-6 5,-201 267,214-281,1-3,1-1,-1 1,0 0,0 1,1-1,0 0,-1 0,1 1,0-1,0 0,0 1,0-1,1 1,-1 0,1-1,-1 1,1-1,0 1,0 0,0-1,0 1,1 0,-1-1,1 1,0-1,-1 1,1-1,0 1,0-1,2 3,2-3,0 0,0 0,0 0,0 0,0-1,1 0,-1 0,0 0,1-1,-1 0,1 0,-1 0,3-1,129-18,-66 4</inkml:trace>
  <inkml:trace contextRef="#ctx0" brushRef="#br1" timeOffset="44">313 6337,'11'-9,"-1"1,1 0,0 1,1 0,-1 1,1 1,1-1,-1 2,1 0,0 0,0 1,0 1,0 0,0 1,0 0,5 1,-14 0,0 0,0 1,1-1,-1 1,0 0,0 0,0 0,0 0,-1 1,1-1,0 1,-1 0,1 0,-1 1,1-1,-1 1,0-1,0 1,0 0,-1 0,1 1,-1-1,1 0,-1 1,0 0,0-1,-1 1,1 0,-1 0,0 0,0 0,0 0,0 0,-1 0,0 0,0 0,0 0,0 1,-1-1,0 3,-3 4,0-1,-1 1,0-1,0 0,-1 0,-1-1,0 1,0-1,-1-1,0 0,0 0,-1 0,0-1,0 0,-1-1,1 0,-1-1,-1 0,-2 1,41-3,-4-4,0 2,0 1,0 1,0 0,16 6,-30-6,-1-1,1 2,-1-1,0 1,0 1,0-1,-1 2,0-1,0 1,0 0,0 1,-1 0,0 0,-1 0,2 3,-7-8,1 0,-1 1,1-1,-1 1,0 0,0-1,0 1,0 0,0-1,-1 1,1 0,-1 0,0 0,0 0,0-1,0 1,0 0,0 0,-1 0,0 0,1-1,-1 1,0 0,0-1,-1 1,1-1,-1 1,1-1,-1 1,0-1,1 0,-1 0,0 0,-1 0,0 1,-8 5,1-1,-1 0,0 0,0-1,0-1,-1 0,-6 2,-23 5,0-2,-1-1,0-2,-2-2,8-1,2 2,7-1</inkml:trace>
  <inkml:trace contextRef="#ctx0" brushRef="#br1" timeOffset="45">528 7326,'5'56,"-2"1,-2-1,-3 1,-2-1,-2 1,-14 47,10-43,10-61,0 1,0 0,0 0,0 0,0 0,0-1,0 1,1 0,-1 0,0 0,0-1,1 1,-1 0,0 0,1-1,-1 1,1 0,-1-1,1 1,0-1,-1 1,1 0,-1-1,1 1,0-1,0 0,-1 1,1-1,0 1,0-1,-1 0,1 0,0 0,0 1,0-1,0 0,-1 0,1 0,0 0,0 0,0 0,0 0,-1-1,2 1,38-13,-36 11,186-77,-184 78,1-1,-1 0,0 0,0-1,1 1,-2-1,1-1,0 1,-1-1,1 0,-1 0,0-1,0 0,-1 1,1-1,-1-1,-1 1,1-1,0 0,-1 1,0-1,-1-1,0 1,1 0,-2-1,1 1,-1-1,0 1,0-1,-1 0,0 6,0 0,0 0,0 0,0 0,0 0,0 0,0 0,0 0,0 0,-1 0,1 0,0 0,-1 0,1 0,-1 0,1 1,-1-1,1 0,-1 0,0 0,1 1,-1-1,0 0,1 1,-1-1,0 0,0 1,0-1,0 1,0 0,0-1,1 1,-1 0,0-1,0 1,0 0,0 0,0 0,0 0,0 0,0 0,0 0,0 0,0 0,0 0,0 1,0-1,0 0,0 1,0-1,0 1,0-1,0 1,1-1,-1 1,0 0,0-1,1 1,-1 0,0 0,1-1,-1 1,1 0,-1 0,1 0,-9 12,1 0,0 1,2 0,-1 0,2 0,0 1,1 0,0 0,1 0,-1 10,-1 16,1 0,2-1,2 1,2 0,1 0,6 24,5 10</inkml:trace>
  <inkml:trace contextRef="#ctx0" brushRef="#br1" timeOffset="46">808 8637,'9'2,"10"1,8 0,9-1,8 0,3-1,0-3,-6-1,-7 0,-14 1,-11 0</inkml:trace>
  <inkml:trace contextRef="#ctx0" brushRef="#br1" timeOffset="47">674 8703,'-8'69,"4"0,3 52,1-119,-1-1,1 0,0 1,0-1,0 0,0 1,0-1,0 0,0 1,1-1,-1 0,0 1,1-1,-1 0,1 0,0 1,-1-1,1 0,0 0,-1 0,1 0,0 0,0 0,0 0,0 0,0 0,0-1,0 1,1 0,-1-1,0 1,0 0,0-1,1 0,-1 1,0-1,1 0,-1 1,0-1,1 0,-1 0,0 0,1 0,0-1,97-33,-36 7,-57 24,1 1,-1-1,1 1,0 0,0 0,0 1,-1 0,1 0,0 1,0 0,1 0,-1 0,0 1,-1 0,1 0,0 1,0 0,0 0,-1 1,0 0,1 0,-1 0,0 1,0 0,-1 0,1 1,-1-1,0 1,0 0,0 1,1 1,-3 0,0 1,0-1,-1 1,0-1,0 1,-1 0,0 0,0 0,-1 0,0 0,0 0,-1-1,0 1,0 0,-1 0,0 0,0-1,-1 1,0-1,0 0,-1 0,0 0,0 0,-1-1,-2 4,-6 6,-1-1,0-1,-1 0,0-1,-1 0,-1-1,0-1,0-1,-10 4,8-5,-1-1,1-1,-1-1,0-1,-1-1,1 0,-1-2,1 0,-9-2,5 0</inkml:trace>
  <inkml:trace contextRef="#ctx0" brushRef="#br1" timeOffset="48">808 10013,'-22'21,"1"0,2 2,0 0,1 1,2 1,0 1,2 0,1 1,0 0,3 1,0 0,2 1,1 0,1 0,1 1,2 0,1-1,2 21,-1-33,2 0,0 0,1 0,1 0,0 0,1-1,1 1,1-1,0 0,3 5,-5-15,-1 0,1 0,-1 0,2 0,-1-1,1 0,0 0,0 0,0 0,0-1,1 1,0-2,0 1,0 0,0-1,1-1,-1 1,1-1,0 0,0 0,0-1,0 0,0 0,0 0,0-1,0 0,2-1,-1 0,1-1,-1 0,1 0,-1-1,1 0,-1 0,0-1,-1 0,1-1,-1 1,1-1,-1-1,0 0,-4 3,1 1,-1-1,0-1,0 1,-1 0,1-1,0 1,-1-1,0 0,0 0,0 0,-1 0,1 0,-1 0,0 0,0-1,0 1,-1 0,1-1,-1 1,0 0,-1-1,1 1,-1 0,0-1,0 1,0 0,0 0,-1-1,-2 0,0-1,-1 1,1 0,-1 0,-1 0,1 0,-1 1,1 0,-1 0,0 1,-1-1,1 1,-1 1,1-1,-1 1,0 0,0 1,0 0,0 0,0 0,0 1,0 0,0 0,0 1,0 0,0 0,0 1,1 0,-1 0,0 0,1 1,-1 0,1 0,0 1,0 0,-3 2,0 0,1 1,0 0,1 1,-1 0,1 0,1 1,0 0,0 0,1 0,0 0,0 1,1 0,0 0,1 0,0 1,1-1,0 1,0 8,-3 33</inkml:trace>
  <inkml:trace contextRef="#ctx0" brushRef="#br1" timeOffset="49">434 11604,'19'-13,"0"2,1 0,0 1,1 1,18-4,-31 10,1 0,0 2,-1-1,1 1,0 0,0 0,0 1,0 1,0 0,0 0,0 0,-1 1,1 0,0 1,6 3,-9-3,0 1,0 0,0 0,-1 1,0 0,0 0,0 0,-1 0,1 1,-1-1,-1 1,1 0,-1 0,0 1,0-1,-1 1,0-1,0 1,0 0,0 4,1 13,0 1,-2-1,0 1,-2 0,-1 5,-35 321,36-345,1-1,-1 0,1 0,0 0,0 0,1 0,-1-1,1 1,0 0,0 0,1-1,-1 1,1 0,1 0,2-4,-1-6</inkml:trace>
  <inkml:trace contextRef="#ctx0" brushRef="#br1" timeOffset="50">514 11885,'25'-7,"24"-4,22-6,17-3,12-1,2 0,-6 5,-18 6,-22 6</inkml:trace>
  <inkml:trace contextRef="#ctx0" brushRef="#br0" timeOffset="51">10821 187,'13'24,"-8"3,-1-1,0 1,-3 0,0 0,-1 0,-2 0,-1 0,-1 0,-6 22,-11 58,0-7,5 1,-1 59,14-60,5-1,4 0,9 38,80 382,-73-325,14 31,47 216,-58-76,1 204,-35-125,-38 524,35-502,-42 137,50-71,-4 36,22-173,-15 104,-36 53,3-41,27-371,6 0,7 22,-1-34,-4 76,-2-81,5 0,6 7,6 12,-7-44,4-1,19 61,64 298,-58-304,5 80,22 24,-61-236,-1 0,0 1,-2-1,0 0,-1 1,-2 0,2 57,14 31,-15 157,1-266,0 0,0-1,0 1,0 0,0-1,0 1,0 0,-1-1,1 1,0 0,0-1,0 1,0 0,-1-1,1 1,0 0,0 0,-1-1,1 1,0 0,-1 0,1 0,0-1,0 1,-1 0,1 0,0 0,-1 0,1 0,-1-1,1 1,0 0,-1 0,1 0,0 0,-1 0,1 0,0 0,-1 0,1 1,0-1,-1 0,1 0,0 0,-1 0,1 0,0 1,-1-1,1 0,0 0,-1 0,1 1,0-1,0 0,-1 0,1 1,0-1,0 0,0 1,-1-1,1 0,0 1,0-1,0 0,0 1,0-1,0 0,0 1,0-1,-1-1,-14-12</inkml:trace>
  <inkml:trace contextRef="#ctx0" brushRef="#br0" timeOffset="59">6009 1992,'-7'7,"0"-1,0 1,1 0,0 1,1-1,-1 1,1 0,1 0,0 1,0 0,1-1,0 1,0 1,1-1,0 0,0 0,1 1,1-1,0 1,0-1,1 1,0-1,0 0,1 1,0-1,1 0,0 0,0 0,1-1,0 1,1-1,0 0,0 0,5 5,4-1,-1-1,1-1,1 0,0-1,0-1,1 0,0-1,0-1,1 0,0-1,0-1,0-1,0 0,1-1,-1-1,1-1,-1 0,5-2,-17 3,0-1,0 0,1-1,-1 1,0-1,0 0,0-1,0 1,0-1,0 0,-1 0,1 0,-1-1,1 1,-1-1,0 0,0-1,0 1,0-1,-1 0,1 1,-1-1,0-1,0 1,-1 0,1-1,-1 0,0 1,0-1,-1 0,1 0,-1-1,4-26,-1-1,-2 0,-1 0,-2 0,-1 1,-1-2,1 16,-1 0,0 0,-2 1,0-1,0 1,-2 0,-5-11,8 21,0 1,0-1,0 0,-1 1,0 0,0 0,-1 1,1 0,-1 0,0 0,-1 0,1 1,-1 0,0 0,0 1,0 0,0 0,-1 1,0 0,-7 0,0 1,1 1,-1 1,0 0,0 1,1 0,-1 1,1 1,0 0,0 1,1 1,-1 0,1 1,0 0,1 1,-1 0,2 1,-1 0,1 1,1 0,0 1,0 0,1 1,0 0,1 0,1 1,0 0,-2 7,-16 50,12-5</inkml:trace>
  <inkml:trace contextRef="#ctx0" brushRef="#br0" timeOffset="60">7398 1965,'-4'0,"-1"-1,1 1,0 1,-1-1,1 1,-1-1,1 1,0 0,-1 1,1-1,0 1,0 0,0 0,0 0,0 1,1-1,-1 1,1 0,0 0,-1 0,1 0,1 0,-1 1,0 0,1-1,0 1,0 0,0 0,0 0,0 3,-2 2,2 0,-1 1,1-1,1 1,-1 0,2-1,-1 1,1 0,1-1,0 1,0 0,1-1,0 1,1-1,0 1,0-1,1 0,0-1,1 1,0-1,0 1,1-2,0 1,0 0,1-1,0 0,0-1,1 0,0 0,0 0,0-1,0-1,2 1,4 1,0-1,1 0,-1-1,1 0,1-2,-1 0,0 0,0-1,1-1,-1-1,0 0,1-1,-1-1,0 0,0-1,-1 0,1-1,-1-1,0-1,0 0,-1 0,9-7,-13 5,1 0,-1 0,-1-1,0 0,0 0,-1-1,0 0,-1 0,0-1,-1 1,0-1,-1 0,-1-1,0 1,0-1,-1 0,-1 1,0-1,0 0,-2-1,1 5,-1-1,0 0,0 0,-1 1,0-1,-1 1,0-1,-1 1,0 0,0 0,-1 1,0-1,0 1,-1 0,0 0,0 1,-1 0,0 0,-1 0,1 1,-1 0,0 1,-1 0,1 0,-1 1,-3-2,-6 2,-1-1,0 2,0 1,1 0,-1 1,-1 1,1 1,1 1,-1 1,0 0,0 1,1 1,0 1,0 0,1 2,-1 0,2 1,-1 0,1 1,1 1,-1 1,2 0,0 1,-11 13,16-15,0 1,0 0,1 0,1 1,0 0,0 0,2 1,-4 10,-5 32</inkml:trace>
  <inkml:trace contextRef="#ctx0" brushRef="#br0" timeOffset="61">8548 2139,'69'-108,"-32"53,-3 0,-3-3,-2 0,-2-2,-2-9,-20 94,0 148,-1-94,-3 0,-3 0,-4-1,-9 37,13-104,1-8,0 0,0 1,0-1,1 0,-1 0,1 0,0 1,-1-1,2 0,-1 0,0 0,1 1,-1-1,1 0,0 0,0 0,0 0,1 2,8 4</inkml:trace>
  <inkml:trace contextRef="#ctx0" brushRef="#br0" timeOffset="62">9645 2019,'1'-3,"22"-26,-1-1,-2-1,-1-1,-1 0,-2-2,-2 0,11-34,-20 55,-5 34,0-14,11 459,-11-460,0 0,0 0,0 1,0-1,-1 0,0 0,-1 0,1-1,-1 1,0 0,0 0,-1-1,0 1,0-1,0 0,-1 0,1 0,-1-1,-1 2,38-7,193-29,-185 28</inkml:trace>
  <inkml:trace contextRef="#ctx0" brushRef="#br0" timeOffset="63">8776 2353,'18'0,"11"0,6-2,6-1,-1 0,-2 1,-8 0</inkml:trace>
  <inkml:trace contextRef="#ctx0" brushRef="#br0" timeOffset="64">1182 2834,'101'22,"139"-6,-185-8,0-1,0-4,0-1,31-5,4 2,226 0,-217-7,-1-4,16-8,-14 2,161 5,-34 4,-63-5,13 1,238 6,14 0,-264 8,199 0,-146 12,205-24,32 9,120 43,1-43,-272-12,1192 15,-1164-22,-156 7,152-6,10 8,-235 11,0-5,-1-4,0-4,2-6,-62 11,1 1,1 2,0 2,23 2,25 2,-83-2,-4-1</inkml:trace>
  <inkml:trace contextRef="#ctx0" brushRef="#br0" timeOffset="65">1423 4104,'21'5,"0"0,0-2,0-1,0 0,15-2,28 2,403 21,-122-33,199-8,-29 4,-184-7,-103 2,353-24,62 20,-431 5,104 8,274-16,-70-3,142-4,-207 17,-199 0,383-11,-72 28,-76 50,36-11,-9-24,-488-17,57 7,-83-1,-10-3</inkml:trace>
  <inkml:trace contextRef="#ctx0" brushRef="#br0" timeOffset="74">6168 3102,'-7'0,"-1"0,0 0,0 1,0 0,1 1,-1-1,1 2,-1-1,1 1,0 0,0 0,0 1,0 0,0 0,1 1,0 0,0 0,0 0,1 1,0 0,0 0,0 0,1 1,0-1,0 1,0 0,0 3,-2 1,1 1,0 0,0 0,1 0,1 0,0 1,1-1,0 1,1 0,0 0,1 0,1-1,0 1,1 0,0 0,1-1,0 1,1-1,0 0,1 0,0 0,1-1,1 0,-1 0,2-1,0 1,0-1,8 6,-6-8,1 0,0-2,1 1,-1-2,1 1,0-1,0-1,1-1,0 1,-1-2,1 0,0 0,0-1,0-1,0 0,0-1,4-1,-10 1,-1-1,0 0,0 0,0 0,0-1,-1 0,1 0,-1 0,1-1,-1 0,0 0,-1 0,1-1,-1 1,0-1,0 0,0-1,0 1,-1 0,0-1,2-6,3-7,-1-1,-1 0,0-1,-2 1,0-1,-1-2,0 5,0 1,-2-1,0 0,0 0,-2 0,0 0,-1 0,-1 0,-1 0,0 1,-1 0,-1 0,-1 0,0 1,-1-1,-1 2,0-1,-2 2,-3-6,9 15,0 1,-1 0,1 0,-1 0,0 1,0 0,0 0,0 1,0-1,-1 1,1 0,-1 1,1 0,-1 0,0 0,1 1,-1 0,0 0,1 1,-1 0,0 0,1 0,-1 1,1 0,0 0,-2 1,-4 3,-1 0,1 1,0 0,0 1,1 1,0 0,0 0,1 1,0 0,1 0,0 2,0 0,-2 5,1 1,1-1,0 2,2-1,0 1,1 0,0 1,2 0,1-1,-1 17,0 33</inkml:trace>
  <inkml:trace contextRef="#ctx0" brushRef="#br0" timeOffset="75">7318 3435,'54'-109,"48"-74,-26 51,-59 109,-8 42,-8 63,-4-1,-3 0,-4 0,-3-1,-4 0,-7 14,21-85,3-6,-1 1,1-1,-1 0,0 0,0 0,0 0,0 0,-1 0,1 0,-1 0,0 0,1-1,-1 1,-1-1,1 1,0-1,-1 0,1 0,-1 0,1 0,-4 1,0 4,32-6,-19-1,316-5,-264 2</inkml:trace>
  <inkml:trace contextRef="#ctx0" brushRef="#br0" timeOffset="76">8709 3195,'-6'15,"0"-1,1 2,1-1,1 1,0-1,1 1,0 0,2 0,0 14,1-22,-1 0,2-1,-1 1,1 0,0-1,1 1,-1-1,1 0,1 0,0 0,0 0,0-1,1 0,-1 1,2-2,-1 1,1 0,-1-1,1 0,7 3,-6-4,0 0,1 0,-1-1,1-1,0 1,0-1,0 0,0-1,0 0,0 0,0-1,0 0,1-1,-1 1,0-1,0-1,0 0,0 0,0 0,-1-1,1 0,-1-1,0 0,0 0,0 0,6-5,-2 1,0-1,-1 0,0-1,-1 1,0-2,0 1,-1-1,0-1,-1 0,0 0,-1 0,-1 0,0-1,0 0,2-11,-6 15,1 1,-1-1,-1 1,0-1,0 1,0-1,-1 0,-1 1,1-1,-1 1,-1 0,1 0,-1 0,-1 0,0 0,0 1,0-1,-1 1,0 0,0 0,-1 1,0 0,0 0,0 0,-1 1,0-1,0 2,0-1,-1 1,0 0,1 1,-1 0,-1 0,1 0,-4 0,0 1,0 1,0 0,0 1,0 0,1 1,-1 0,0 0,0 2,1-1,-1 2,1-1,0 1,0 1,0 0,1 1,-1 0,1 0,1 1,-7 6,9-7,0 0,1 0,-1 1,1 0,1 0,-1 1,1 0,1 0,-1 0,1 0,1 1,-1-1,2 1,-1 0,1 0,0 0,1 0,0 1,1-1,0 0,0 0,1 0,0 1,0-1,2 4,1-3,-1 1,2-1,0-1,0 1,0-1,1 0,1 0,-1 0,2-1,6 7,33 27</inkml:trace>
  <inkml:trace contextRef="#ctx0" brushRef="#br0" timeOffset="77">9671 3248,'-2'11,"1"0,0 0,1 0,0 0,1 0,0 0,1 0,0 0,0-1,1 1,1-1,0 1,0-1,1-1,0 1,1 0,0-1,0 0,1-1,0 0,1 0,4 4,-3-7,0 0,1 0,-1-1,1 0,-1-1,1 0,0 0,0-1,1-1,-1 1,0-2,1 1,-1-2,0 1,1-1,-1-1,0 0,0 0,0-1,0-1,-1 1,1-1,-1-1,0 0,7-5,-4 3,0-1,0-1,-1 0,0 0,-1-1,0-1,0 0,-1 0,-1-1,0 0,0 0,-1-1,-1 0,0 0,-1 0,-1-1,1 0,-1-4,-3 8,1-1,-2 1,1 0,-2 0,1 0,-1-1,-1 1,0 0,0 0,-1 1,0-1,-1 0,0 1,0 0,-1 0,0 0,-1 1,0-1,0 1,-1 1,0-1,0 1,-1 0,0 1,0 0,-1 0,1 1,-1 0,0 0,-1 1,1 0,-1 1,0 0,0 1,0 0,0 0,0 1,-6 0,7 2,-1 0,1 1,0 0,0 0,-1 1,2 0,-1 1,0 0,1 0,0 1,0 0,0 0,1 1,-1 0,1 1,1-1,-1 1,1 0,0 2,-10 12,1 1,2 1,0 0,1 1,1 1,1 3,-19 52</inkml:trace>
  <inkml:trace contextRef="#ctx0" brushRef="#br0" timeOffset="78">1543 5414,'9'9,"29"-2,0-1,0-1,0-3,38-1,67 4,200 6,-190-2,136-11,146-38,-67 13,-293 27,88-1,57-12,-46 2,125 9,-140 4,434-2,-309 13,1145-13,-1094-14,116-11,95-20,-37 30,-350 8,160-17,-119-4,154-1,-45 14,-56 2,147 14,-225 12,-172-13,0 0,0-1,0 1,0 1,0-1,0 0,0 1,0 0,0-1,-1 1,1 0,0 1,0-1,-1 0,1 1,0-1,-1 1,1 1,-20 5,-1-6</inkml:trace>
  <inkml:trace contextRef="#ctx0" brushRef="#br0" timeOffset="79">6129 4452,'-10'4,"-1"1,1 0,0 1,1 0,0 1,0 0,0 0,1 1,0 0,0 0,1 1,0 0,0 0,1 1,1 0,0 0,0 0,0 0,2 1,-1 0,1 0,1 0,0 0,0 2,3-2,0-1,0 0,1 0,0 0,1 0,0-1,0 1,1-1,1 0,-1 0,1 0,1 0,0-1,0 0,1 0,-1-1,2 0,-1 0,1 0,0-1,2 1,5 3,1 0,1-1,-1-1,1 0,0-1,1-1,0-1,0 0,0-2,1 0,4 0,-17-2,1-1,0 0,-1 0,1-1,0 0,-1 0,1 0,-1-1,1 0,-1 0,0-1,0 1,0-1,0-1,0 1,-1-1,1 0,-1 0,0-1,-1 1,1-1,-1 0,0-1,0 1,0-1,1-3,3-7,-2 0,0 0,0-1,-2 0,0 0,-1 0,-1 0,0 0,-1-1,-1 1,-1 0,0-1,-2 1,0 0,0 0,-2 0,0 1,-1-1,-6-10,8 17,-2 1,0 0,0 1,0-1,-1 1,0 0,-1 1,0 0,0 0,0 0,-1 1,0 1,0-1,-1 2,0-1,1 1,-1 0,-1 1,1 1,0-1,-1 2,1-1,-1 1,0 1,1 0,-1 0,1 1,-1 1,1 0,-1 0,1 1,0 0,0 1,0 0,0 0,1 1,0 1,-3 2,5-4,2 1,-1 0,0 0,1 1,0 0,0-1,1 2,0-1,0 0,0 1,1 0,0 0,0 0,1 0,0 0,0 1,0-1,1 0,0 1,1 0,0-1,0 1,1-1,-1 1,2 4,11 34</inkml:trace>
  <inkml:trace contextRef="#ctx0" brushRef="#br0" timeOffset="80">7505 4800,'60'-210,"-34"126,-4 0,3-31,-22 95,-7 58,2-23,-7 47,3 0,2 0,4 1,2-1,2 1,4-1,7 27,1-34</inkml:trace>
  <inkml:trace contextRef="#ctx0" brushRef="#br0" timeOffset="81">8855 4506,'-14'-1,"10"0,0 0,0 1,0-1,1 0,-1 1,0 0,0 0,0 0,0 1,0-1,0 1,0 0,0 0,1 0,-1 1,0-1,1 1,-1 0,1 0,0 0,-1 0,1 1,0-1,0 1,1 0,-1 0,0 0,1 0,0 1,0-1,0 0,0 1,1-1,-1 3,2 5,0 0,1 1,1-1,0 0,1 1,0-1,0 0,2-1,-1 1,1-1,0 0,1 0,0 0,1-1,0 0,1 0,7 6,-4-2,1-1,0 0,1-1,1-1,0 0,0 0,0-2,1 0,1 0,4 0,-13-5,0 0,1-1,-1 0,0-1,1 0,-1 0,1 0,-1-1,1 0,-1 0,1-1,-1 0,1-1,-1 1,0-1,0-1,0 1,0-1,0-1,0 1,-1-1,1 0,-1 0,1-2,4-7,-1 0,-1 0,0-1,-1 0,-1 0,0-1,0 0,-2 0,0 0,-1-1,0 0,-1 0,-1 0,-1 0,0 0,-1 0,0-1,-2 1,0-2,2 1,-1 0,0 0,-1 1,-1-1,-1 0,0 1,-1 0,-1 0,0 1,-1-1,-1 1,0 0,-1 1,-1 0,0 1,-1 0,-2-1,8 10,0 1,0 0,-1 0,1 0,-1 1,1-1,-1 1,0 1,0-1,0 1,0 0,0 0,0 1,0 0,0 0,0 0,0 1,0 0,0 0,0 0,0 1,0 0,1 0,-1 1,1-1,-1 1,-4 4,-6 3,1 1,0 0,0 2,1-1,1 2,0 0,1 0,-5 9,8-12,1 0,1 0,0 1,0 0,1 1,1 0,0-1,1 1,0 1,1-1,0 1,1-1,1 1,0 0,1-1,1 1,0 2,10 23</inkml:trace>
  <inkml:trace contextRef="#ctx0" brushRef="#br0" timeOffset="82">9711 4559,'148'-239,"-29"56,-105 158,-14 25,0 0,0 0,0 1,0-1,1 0,-1 0,0 0,0 0,0 1,0-1,1 0,-1 0,0 0,0 0,0 0,0 0,1 0,-1 0,0 0,0 0,0 0,-1 5,-11 58,2 0,3 1,3 0,3 1,2-1,3 0,3 0,3 0,5 11,3 2</inkml:trace>
  <inkml:trace contextRef="#ctx0" brushRef="#br0" timeOffset="83">1477 6925,'0'0,"0"0,0 0,1 0,-1 0,0 0,1 0,-1 0,0 0,1 0,-1 0,0 0,0 1,1-1,-1 0,0 0,0 0,1 0,-1 1,0-1,0 0,0 0,1 1,-1-1,0 0,0 0,0 1,0-1,1 0,-1 0,0 1,0-1,0 0,0 1,0-1,0 0,0 0,0 1,0-1,0 0,0 1,0-1,0 0,0 1,0-1,0 0,-1 0,1 1,0-1,0 0,0 0,0 1,-1-1,36 2,-35-2,533-10,-37-1,-265 6,35 12,42-17,-168 1,134-10,237-5,-40-2,-375 26,90-1,64-14,-63-1,81 7,-235 9,406-11,-202-2,5 11,402-25,-262 20,419 1,-308-7,-442 13,104 0,76-13,-61 2,84 8,-243 3,270-13,-44-1,-61 4,175 7,-342 3,-7 1,0-1,-1 1,1-1,-1 0,1 1,0-1,-1 0,1 0,0 0,-1-1,1 1,0 0,-1 0,1-1,-1 1,1-1,0 0,-1 1,0-1,1 0,-1 0,1 0,-1 0,0 0,0 0,1 0,-1 0,0-1,0 1,0 0,0-1,0 0,-1-9</inkml:trace>
  <inkml:trace contextRef="#ctx0" brushRef="#br0" timeOffset="84">6155 5882,'-6'-1,"0"0,-1 0,1 1,-1 0,1 0,-1 0,1 1,0 0,-1 0,1 1,0 0,0 0,0 0,0 1,0 0,0 0,1 1,0-1,-1 1,1 0,1 0,-1 1,1 0,-1-1,1 2,1-1,-7 10,1 0,1 1,0 0,1 0,1 1,1 0,0 0,1 0,1 1,0-1,2 1,0 0,1 0,1 5,0-13,1-1,1 1,0-1,0 1,1-1,0 0,0 0,1 0,0-1,1 0,0 0,0 0,1-1,0 0,0 0,1 0,-1-1,1 0,1-1,-1 0,1 0,0-1,0 0,0 0,1-1,-1-1,1 1,6-1,4 3,0-2,1 0,-1-1,1-1,0-1,-1-1,1-1,-1 0,0-2,9-3,-18 5,-1-2,0 1,-1-1,1-1,0 0,-1 0,0-1,-1 0,1 0,-1-1,0 0,-1-1,0 0,0 0,0 0,-1-1,0 0,-1 0,0 0,-1-1,0 0,0-4,-1-1,0 1,-1-1,-1 0,0 0,-1 0,-1 1,0-1,-1 0,-1 1,0-1,-1 1,0 0,-1 0,-1 0,0 1,-1 0,-1 0,0 0,0 1,-1 0,-1 1,0 0,0 1,-1 0,0 0,-1 1,0 1,-1 0,0 0,0 2,0-1,-3 1,2 2,0 1,1 1,-1 0,0 1,0 1,0 0,0 1,0 0,1 1,-1 1,0 0,1 1,0 0,0 1,0 1,0 0,1 0,0 2,2-3,1 1,0 1,0 0,1 0,-1 0,2 1,-1 0,1 1,0 0,1 0,0 1,0-1,1 1,1 0,-1 1,2-1,-1 1,1 0,1-1,0 1,1 0,-1 6,5 34</inkml:trace>
  <inkml:trace contextRef="#ctx0" brushRef="#br0" timeOffset="85">7505 6230,'150'-332,"-78"148,-68 178,-6 18,2-9,-6 29,-11 49,4 1,4 0,3 1,5 59,7-76</inkml:trace>
  <inkml:trace contextRef="#ctx0" brushRef="#br0" timeOffset="86">8816 6163,'21'-30,"-1"-1,-2-1,-1-1,-2 0,-1-1,-2 0,-1-1,-2 0,-1-1,2-25,-2-40,-27 378,8-162,5 0,5 7,5-60</inkml:trace>
  <inkml:trace contextRef="#ctx0" brushRef="#br0" timeOffset="87">9979 5843,'-12'26,"1"1,2 0,0 1,2 0,0 2,6-22,0 0,0 0,1-1,0 1,0 0,1 0,0 0,0-1,1 1,0 0,0-1,1 0,0 1,0-1,1 0,0 0,0-1,1 1,-1-1,2 0,-1 0,6 2,0 1,0-2,1 0,0 0,0-1,1-1,0 0,0 0,0-1,0-1,1 0,-1-1,1-1,-1 0,1 0,0-2,0 0,-1 0,1-1,-1-1,1 0,-1-1,0 0,0-1,-1-1,0 0,0-1,0 0,0 0,-1-1,2-3,-3 2,-1 1,1-2,-2 1,0-1,0-1,0 0,-2 0,1 0,-1 0,-1-1,0 0,-1-1,0 1,-1-1,0 1,-1-1,0 0,-1 0,-1 0,0 0,-1 0,0 0,-1 0,0 0,-1 1,0-1,-1 1,-1 0,0 0,-1 0,0 1,0-1,-8-8,7 12,1 0,-1 0,-1 0,0 1,0 0,0 1,-1-1,0 2,0-1,-1 1,1 1,-1 0,0 0,0 1,-1 0,1 1,-1 0,1 0,-1 1,1 1,-1 0,0 0,1 1,-1 0,1 1,-1 1,1-1,0 1,0 1,0 0,0 1,-6 3,-5 6,0 1,0 2,2-1,0 2,1 1,1 0,1 1,0 1,2 0,-9 19,-27 46</inkml:trace>
  <inkml:trace contextRef="#ctx0" brushRef="#br0" timeOffset="88">1637 8343,'1050'0,"-764"-21,-189 10,1 5,52 4,-128 3,103 6,1-5,-1-6,17-7,9-9,142 2,149 4,240-25,-184 32,-280 2,-44 1,64-13,303-31,-52 16,-53 17,508-43,-727 45,144 12,-167 2,879-1,-945 14,-105-14,-34-1</inkml:trace>
  <inkml:trace contextRef="#ctx0" brushRef="#br0" timeOffset="89">6196 7286,'-12'0,"1"2,0 0,0 0,0 1,0 0,0 1,0 0,1 1,0 0,0 0,0 1,0 1,1 0,1 0,-1 1,1-1,0 2,1-1,-1 2,2-3,0 1,1 0,-1 0,1 0,1 1,0-1,0 1,1 0,0 0,0 1,1-1,1 1,-1-1,1 1,1-1,0 1,0 0,1-1,0 1,1-1,0 1,2 4,0-6,0 0,0 0,1-1,0 1,0-1,1 0,0-1,0 1,1-1,-1 0,1-1,1 0,-1 0,1 0,0-1,0 0,0-1,0 1,1-2,9 4,1-1,-1 0,1-2,0 0,0-1,0-1,0-1,9-1,-17 0,-1 1,0-1,0-1,1 1,-1-2,0 1,-1-2,1 1,0-1,-1-1,0 0,0 0,0 0,-1-1,0-1,0 0,-1 0,1 0,-1-1,-1 0,0 0,0 0,0-1,-1 0,-1 0,1-1,-1 1,-1-1,0 0,0 0,-1 0,-1 0,1-3,-4-3,0 1,-1 0,-1 0,0 0,-1 0,-1 1,0 0,-1 0,0 0,-1 1,0 0,-2 1,1 0,-1 0,-1 1,0 0,-1 1,0 0,0 1,-1 0,0 1,-1 1,0 0,0 1,0 0,-1 1,0 1,-8-2,15 4,0 0,0 1,-1 0,1 0,0 1,0 0,0 0,0 1,0 0,0 0,0 1,0 0,0 1,0 0,1 0,-1 0,1 1,0 0,0 0,0 1,1 0,0 0,0 1,0 0,0 0,1 0,0 0,0 1,-1 3,-2 7,0 1,1 0,1 0,1 1,1 0,-3 16,-2 40</inkml:trace>
  <inkml:trace contextRef="#ctx0" brushRef="#br0" timeOffset="90">7546 7607,'95'-339,"-81"217,-21 190,1 67,6 0,10 44,-2-99</inkml:trace>
  <inkml:trace contextRef="#ctx0" brushRef="#br0" timeOffset="91">8923 7620,'3'-61,"3"0,3 1,15-58,-5 28,2-66,-28 222,2 0,4 62,3-77,1 1,3-1,2-1,4 8,7 14</inkml:trace>
  <inkml:trace contextRef="#ctx0" brushRef="#br0" timeOffset="92">10033 7580,'97'-443,"-86"329,-16 142,-19 251,12 7,11-192</inkml:trace>
  <inkml:trace contextRef="#ctx0" brushRef="#br0" timeOffset="93">1637 9679,'296'-13,"52"25,-209-3,1-6,77-10,-25-13,21-2,66 7,311 19,-219-38,76-4,-412 37,1021-47,-312 1,-37 22,793 26,-777-41,-440 32,90 2,-274-6,240 11,-309-6,-27 1</inkml:trace>
  <inkml:trace contextRef="#ctx0" brushRef="#br0" timeOffset="94">6209 8970,'127'-397,"-97"260,-28 124,-6 22,-6 41,2 1,2-1,2 48,2-29,3-1,4 1,2-1,5 10,1-15</inkml:trace>
  <inkml:trace contextRef="#ctx0" brushRef="#br0" timeOffset="95">7292 8770,'-1'11,"0"0,0 0,2 0,-1-1,1 1,1 0,-1 0,2 0,0-1,0 0,1 1,0-1,1 0,0-1,0 1,1-1,1 0,-1-1,1 1,1-1,-1-1,7 5,3 0,0-1,0-1,1 0,0-1,1-1,0-1,0-1,1-1,-1 0,1-2,0 0,1-1,-1-1,0-1,0 0,0-2,1-1,-1 0,-1-1,1-1,-1-1,12-5,-22 6,0 1,0-1,0 0,-1-1,0 0,0 0,0-1,-1 0,0-1,0 1,-1-1,0 0,0-1,-1 0,0 0,-1 0,0 0,0-1,-1 1,0-1,-1 0,0 0,0 0,-1 0,-1 0,1 0,-2 0,1-1,-2 1,-1-7,1 4,-1 1,-1-1,0 1,-1 0,0 0,-1 1,0-1,-1 1,0 1,0-1,-1 1,-1 1,0-1,0 1,-1 1,0 0,0 0,-1 1,0 0,0 1,-1 1,0-1,0 2,0 0,0 0,-1 1,0 0,1 1,-1 1,0 0,0 1,0 0,0 1,1 1,-1 0,0 0,-11 5,10-2,0 1,1 0,0 1,0 1,1 0,-1 0,2 1,-1 1,2 0,-1 1,1 0,0 1,5-6,1-1,0 1,0 0,0 1,1-1,0 1,0-1,1 1,-1 0,2 0,-1 0,1 0,0 0,0 1,1-1,0 0,0 0,1 0,0 1,0-1,1 0,-1 0,2 0,-1-1,3 5,29 38,9-9</inkml:trace>
  <inkml:trace contextRef="#ctx0" brushRef="#br0" timeOffset="96">8936 8689,'-5'7,"-1"0,1 0,0 1,1 0,0 0,0 0,1 0,0 0,0 1,1-1,0 1,0 0,1 0,0 0,1 0,0-1,1 1,-1 0,2 0,-1 0,1 0,0-1,1 1,0-1,1 0,-1 0,2 0,-1 0,1-1,0 1,0-1,1-1,6 7,1-5,-1 0,1-1,0-1,1 0,0-1,0 0,0-1,0-1,0 0,1-1,0-1,-1 0,1-1,0 0,-1-1,1-1,-1 0,1-1,-1-1,0 0,0-1,-1 0,1-1,-1-1,0 0,-1-1,0 0,0-1,-1 0,0-1,0 0,-1-1,-1 0,1-1,-2 0,0 0,0 0,-1-1,2-7,-5 10,-1 0,0-1,0 1,-1-1,-1 0,0 1,0-1,-1 0,0 0,-1 0,0 1,-1-1,0 0,-1 1,0 0,0-1,-1 1,-1 0,0 1,0-1,-1 1,0 0,0 0,-1 1,0 0,-1 0,1 1,-2 0,1 0,-1 1,0 0,0 0,-10-4,6 6,0-1,-1 2,1 0,-1 0,1 2,-1-1,0 2,0 0,1 0,-1 2,0 0,1 0,-1 1,1 0,0 2,0-1,0 2,1-1,-1 2,1 0,1 0,0 1,0 0,0 1,1 1,0-1,1 1,0 1,1 0,0 0,0 1,2 0,-1 0,1 0,1 1,0 0,0 5,4-11,0-1,1 1,-1 0,1 0,1 0,0 0,0 0,0 0,0-1,1 1,0 0,1-1,0 0,0 1,0-1,0 0,3 1,30 40</inkml:trace>
  <inkml:trace contextRef="#ctx0" brushRef="#br0" timeOffset="97">9845 8703,'-3'11,"1"-1,1 0,0 0,0 1,1-1,0 1,1-1,0 1,0-1,1 0,1 0,0 0,0 0,1 0,0-1,1 1,0-1,0 0,1-1,0 1,1-1,4 1,0 0,1-1,-1-1,2 0,-1-1,1 0,0 0,0-2,0 0,1 0,-1-1,1-1,0 0,0-1,0 0,0-1,0-1,0 0,0-1,0-1,-1 0,1 0,-1-2,0 0,0 0,0-1,-1 0,0-1,0-1,7-6,-14 9,0 0,1-1,-2 0,1 0,-1 0,0-1,0 1,-1-1,0 0,0 0,0 0,-1-1,0 1,-1-1,0 1,0-1,0 1,-1-1,0 1,-1-1,1 0,-1 1,-1-1,0 1,0 0,0 0,-1-1,0 1,0 1,-1-1,-1-1,-2-4,-1 0,-1 1,0 1,-1-1,0 1,0 1,-1 0,0 1,-1 0,1 0,-2 1,1 1,-1 0,0 1,0 0,0 1,-1 0,0 1,1 1,-1 0,0 1,0 0,0 2,0-1,0 2,0-1,0 2,0 0,1 1,-1 0,1 1,0 0,1 1,-9 6,-42 36,12 3</inkml:trace>
  <inkml:trace contextRef="#ctx0" brushRef="#br0" timeOffset="98">1717 11096,'4'3,"0"-1,1 0,-1-1,1 1,-1-1,1 0,-1 0,1 0,0 0,0-1,-1 0,1 0,0 0,2-1,6 1,46-3,0-2,0-2,34-11,92-11,238 16,14-7,-344 20,304-10,181-6,10-12,-417 29,224-9,126-11,-12-3,-215 5,111 3,194 0,-69 7,165 0,-425 9,1485-2,-1754 0,0 0,0 1,0-1,0 0,0 0,0 0,0 0,0 0,0 0,0 0,0 0,0 0,0-1,0 1,0 0,0-1,0 1,0-1,0 1,0-1,0 1,-1-1,1 0,0 1,0-1,0 0,-1 1,1-1,-1 0,1 0,0 0,-1 0,1 0,-1 0,0 0,1 0,-1 0,0 0,0 0,1 0,-1 0,0 0,0-1,-3-12</inkml:trace>
  <inkml:trace contextRef="#ctx0" brushRef="#br0" timeOffset="99">6276 10307,'32'-108,"11"-35,9-71,-46 185,-6 29,0 0,0 1,0-1,1 0,-1 0,0 1,0-1,0 0,0 0,1 0,-1 1,0-1,0 0,1 0,-1 0,0 0,0 0,1 1,-1-1,0 0,1 0,-1 0,0 0,0 0,1 0,-1 0,0 0,1 0,-1 0,0 0,0 0,1 0,-1 0,0 0,1-1,-1 1,6 238,-6-205,-1 10,2 1,1 0,3-1,1 0,6 16,5-8</inkml:trace>
  <inkml:trace contextRef="#ctx0" brushRef="#br0" timeOffset="100">7533 10053,'-6'13,"0"0,1 0,1 0,0 1,0 0,2-1,0 1,0 0,2 0,-1 0,2 1,-1-7,1-1,0 0,0 0,1 0,0 0,0 0,1-1,0 1,0-1,0 1,1-1,0 0,0 0,1-1,-1 1,1-1,0 0,1 0,-1-1,1 1,0-1,2 0,4 3,1-2,0 0,0 0,1-1,-1-1,1 0,0-1,0-1,0 0,-1-1,1 0,0-1,0-1,0 0,0 0,-1-2,1 0,-1 0,0-1,-1-1,1 0,-1-1,0 0,0-1,-1 0,0-1,-1 0,0-1,0 0,-1 0,0-1,-1 0,0-1,2-6,-7 11,-1 0,0-1,0 1,0-1,-1 0,-1 0,1 1,-1-1,0 0,-1 0,0 1,0-1,-1 0,0 1,0-1,0 1,-1 0,-1-1,1 1,-1 1,0-1,0 1,-1-1,0 1,0 0,-2-1,-5-5,0 1,0 0,-1 1,-1 1,1 0,-2 0,1 1,-1 1,0 1,0 0,-1 1,-1 0,6 3,0 0,1 0,-1 1,0 1,1 0,-1 1,0-1,1 2,-1 0,0 0,1 1,-8 3,12-4,1 0,0 1,0 0,-1 0,2 0,-1 1,0-1,1 1,0 0,-1 1,2-1,-1 1,0-1,1 1,0 0,0 0,1 1,-1-1,1 1,0-1,0 1,1 0,-1 4,4 47,11-4</inkml:trace>
  <inkml:trace contextRef="#ctx0" brushRef="#br0" timeOffset="101">9110 9987,'-6'12,"1"0,0 1,1 0,0 0,1 0,0 1,1-1,0 1,2-1,-1 1,2-1,0 1,0-1,1 1,1-1,0 0,2 2,-1-9,0 1,1 0,-1-1,2 0,-1 0,1 0,0-1,0 1,0-2,1 1,0-1,0 0,0 0,0-1,1 0,-1 0,1 0,0-1,0-1,-1 1,1-1,0-1,0 1,1-1,-1-1,0 1,0-1,-1-1,1 0,0 0,0 0,-1-1,1 0,-1 0,0-1,0 0,0-1,-1 1,1-1,1-2,2-2,-1 0,0-1,0 0,-1 0,0-1,-1 0,0 0,-1 0,0-1,-1 0,-1-1,1 1,-2-1,0 1,0-4,-1 7,-1 0,-1-1,1 1,-1 0,-1-1,1 1,-2 0,1 0,-1 0,-1-1,0 2,0-1,-1 0,0 1,0-1,-1 1,0 0,0 1,-1-1,0 1,-4-4,3 5,0 0,0 1,-1-1,1 1,-1 1,0-1,-1 2,1-1,-1 1,1 0,-1 1,0-1,0 2,0 0,0 0,-1 0,1 1,0 1,0-1,0 1,0 1,0 0,0 0,0 1,0 0,1 1,0-1,-1 2,1-1,1 1,-1 0,1 1,0 0,0 0,0 0,-3 6,4-5,0 0,1 0,0 1,0 0,1 0,0 0,1 1,-1-1,2 1,-1 0,1 0,0 0,1 0,0 0,1 0,0 1,0-1,1 0,0 0,0 0,1 0,1 0,-1 0,1-1,1 1,0 0,25 40</inkml:trace>
  <inkml:trace contextRef="#ctx0" brushRef="#br0" timeOffset="102">10046 10133,'24'-44,"-2"-2,-2 0,-3-1,-1-1,-2-1,7-49,-14 146,19 505,-19-490</inkml:trace>
  <inkml:trace contextRef="#ctx0" brushRef="#br0" timeOffset="103">6289 11885,'49'-85,"-4"-2,-3-1,28-89,-12-16,-78 304,5 0,5 1,4 105,6-176,1 0,2 0,1-1,2 1,3-1,9 31,1-23</inkml:trace>
  <inkml:trace contextRef="#ctx0" brushRef="#br0" timeOffset="104">7533 11591,'-6'9,"0"1,1 0,0 0,1 1,0 0,0-1,1 1,1 0,0 1,1-1,0 0,0 1,1-1,1 0,0 1,0-1,1 0,1 0,0 0,0 0,1 0,0-1,1 0,0 0,1 0,0 0,1-1,0 0,0 0,1-1,0 0,0 0,1-1,0 0,0 0,9 3,-8-3,1 0,0-1,0-1,0 0,0 0,1-1,0-1,0 0,0 0,0-1,1-1,-1 0,0-1,1 0,-1-1,0 0,1-1,-1 0,0-1,0 0,-1-1,1-1,-1 0,0 0,0-1,0-1,2-1,-3-2,0 0,-1-1,0 0,0-1,-2 0,1 0,-1 0,-1-1,-1 0,1 0,-2-1,0 1,-1-1,0 0,-1 0,0 0,-1 0,-1-13,0 15,-1 1,0 0,0 0,-1 0,0 0,-1 0,0 0,-1 1,0 0,-1-1,0 1,0 1,-1-1,0 1,-1 0,0 0,-1 1,1 0,-1 0,-1 1,0 0,0 1,0 0,-3-1,4 3,-2 1,1 0,0 0,-1 1,1 0,-1 0,1 1,-1 1,0 0,0 0,1 1,-1 0,1 0,-1 1,1 0,-1 1,1 0,0 1,0 0,0 0,-6 5,-3 2,0 1,0 1,1 1,1 0,0 1,1 1,1 0,0 1,-3 6,8-9,0 0,1 1,0-1,1 2,1-1,0 1,1-1,1 2,1-1,0 0,1 1,0 7,5 31</inkml:trace>
  <inkml:trace contextRef="#ctx0" brushRef="#br0" timeOffset="105">9271 11805,'3'-59,"2"1,13-53,4-44,-17 75,-10 66,-2 39,-2 56,4 1,5 33,0-114,0 67,4 0,2 0,4 0,2-1,8 19,-4-33</inkml:trace>
  <inkml:trace contextRef="#ctx0" brushRef="#br0" timeOffset="106">10207 11671,'-4'20,"1"-1,1 1,1-1,1 1,0 0,3 10,-2-23,0 0,1-1,-1 1,1-1,1 1,-1-1,1 0,1 0,-1 0,1 0,0-1,0 0,0 1,1-1,0-1,0 1,0-1,0 0,1 0,3 2,0-2,0 0,0 0,0-1,0 0,1-1,-1 0,0 0,1-1,0 0,-1-1,1 0,0-1,-1 0,1 0,-1-1,1 0,-1-1,0 0,0 0,0-1,0 0,-1-1,1 0,-1 0,5-5,2-1,0-1,-1-1,0-1,-1 0,-1 0,0-2,-1 1,0-1,-1-1,-1 0,-1 0,4-12,-8 21,-1-1,1 1,-1-1,-1 0,0 0,0 0,-1 0,0-1,0 1,-1 0,0 0,-1-1,0 1,0 0,-1 0,0 0,-1 0,0 0,-1 0,1 1,-1 0,-1-1,0 1,0 1,-1-1,1 1,-2 0,1 0,-1 1,0 0,-4-3,-2 5,-1-1,1 2,-1 0,0 0,0 2,0-1,0 2,0 0,0 1,0 0,0 1,1 0,-1 1,0 1,1 0,0 1,0 1,0 0,1 0,0 1,0 1,-7 5,-23 16,1 1,2 2,-29 31,-16 21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26:21.21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26:29.30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126 3,'-4'-1,"-1"1,1-1,0 1,0 0,0 0,0 0,0 0,-1 1,1-1,0 1,0 0,0 0,0 1,0-1,1 1,-1 0,0 0,1 0,-1 1,1-1,0 1,0 0,0 0,0 0,0 0,1 0,-1 1,1-1,0 1,-1 2,-2 10,2 0,0 0,1 1,0-1,1 0,1 1,2 15,-1-1,15 271,-10-242,3 0,3 0,2-1,9 20,-10-30,28 122,5 90,-15-112,46 130,-50-187,4 22,15 110,31 168,-49-213,-8 1,-5 48,-4-60,11 308,-13-206,-6 368,-2-110,40-24,-42 133,-14-353,16 1140,-28-922,25-273,11-1,14 41,-12-190,38 369,-6 225,-32-395,42 245,-12-154,48 234,-89-601,3 51,2 0,3 0,1-1,3 0,3-1,1 0,5 4,5-5,1-1,3-1,2-2,1-2,11 10,-35-45,0 1,0-1,1-1,0 0,0 0,1-1,0 0,0-1,1 0,-1-1,1 0,0-1,1 0,-1-1,9 1,43 4,0-2,1-3,42-5,-99 3,0-1,0-1,-1 1,1-1,0-1,-1 0,1 0,-1 0,1-1,-1 0,0 0,0 0,0-1,-1-1,1 1,-1-1,0 0,-1 0,1-1,0 0,26-39,-1-1,-2-2,-3-1,-1-1,-3-2,7-28,-18 46,-2 0,-1 0,-2-1,-1 0,-2 0,-2 0,-1-1,-4-32,-7-16,-3 0,-4 1,-6-10,-5-30,15 62,-2-1,-19-45,35 106,-20-45,2-1,3-1,1 0,-4-36,-8-163,14 148,4 0,5-51,0 78,-4 0,-14-65,-24-91,38 202,2 0,1 0,1-1,2 1,0-3,-4-52,-8-76,7-157,7 190,1 70,2-1,3 1,2-1,2 2,3 0,1 0,4 2,2-3,52-126,-60 149,-1-1,-2-1,-1 0,-1 0,-2 0,-2-1,-1 0,-1 0,-2-1,13-179,-16-64,-48 31,23 3,-14-67,-9-151,35 201,-21 16,15 15,-12-11,-26-230,47 229,9-84,17 123,1-41,-7-79,7 54,-1-31,-11 184,-5 0,-5 0,-21-104,-41-381,35 200,-43-98,50 225,25 224,-2 1,-2-1,-10-34,-24-175,36 227,-2 1,-2-1,-1 1,-1 1,-1 0,-2 0,-2 0,11 22,1 1,-2 0,1 0,-1 0,0 0,0 1,-1 0,0 0,0 1,0 0,-1 0,0 0,0 1,0 0,0 1,-1 0,1 0,-7 0,-78-38,80 36,1 1,-1 0,1 1,-1 0,0 1,0 1,0 0,-1 0,1 2,0-1,0 2,0 0,-1 0,-9 4,0 1,1 1,0 1,0 1,1 0,1 2,0 1,0 0,1 1,1 1,-11 12,-40 28,12-14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26:29.90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1040,'285'-186,"179"-108,-264 181,5 9,4 9,4 10,96-21,-98 56,-208 50,5-2,0 0,0 1,0 0,0 1,0 0,0 0,0 0,0 1,0 0,6 3,-12-3,-1 1,1-1,-1 1,1-1,-1 1,1 0,-1-1,0 1,0 0,0 0,0 0,-1 0,1 0,0 0,-1 0,1 1,-1-1,0 0,0 0,0 0,0 0,0 0,0 1,0-1,-1 0,1 0,-1 0,0 0,1 0,-1 0,0 0,0 0,0 0,-1 0,1-1,0 1,-1 0,1-1,-1 1,-20 34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26:30.22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1456,'55'-84,"3"2,3 4,4 2,3 2,4 4,2 3,56-37,34-21,5 8,5 7,5 7,4 9,82-26,-204 92,1 3,1 2,1 3,1 3,0 3,1 3,51-2,-39 17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26:30.68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1331,'103'-107,"4"4,5 5,101-68,80-42,8 14,153-65,-391 223,2 3,1 2,2 4,0 2,63-12,-66 30,-17 9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26:31.18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1211,'24'-12,"0"-1,-1-1,-1-1,0-1,15-14,-15 12,442-377,-290 251,6 7,5 9,40-12,-176 112,1 3,1 1,1 3,1 3,13-2,-51 16,0 1,0 1,0 0,1 1,-1 1,1 0,4 1,21 7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26:31.67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1195,'16'-20,"17"-19,15-18,19-18,19-14,18-12,20-8,16-1,9 3,4 7,-1 13,-8 11,-9 12,-10 12,-14 13,-11 9,-17 6,-22 8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26:32.13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1 287,'23'-9,"21"-10,19-9,17-8,15-5,14-2,12 1,8 4,-19 7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26:32.72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0,'23'18,"23"13,22 13,22 10,17 7,12 7,9 5,5 2,1 0,-6-7,-15-9,-25-16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26:33.08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5,'16'-4,"14"5,14 11,10 18,10 19,10 20,8 16,7 12,5 8,4 3,0 3,-3-2,-3-6,-7-10,-8-10,-8-14,-16-18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26:33.52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1,'20'4,"14"7,10 10,9 15,9 18,8 17,9 18,11 15,7 12,11 3,7 1,4-8,0-10,-20-24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26:33.99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1,'13'18,"14"20,14 19,16 16,11 13,13 14,10 6,14 7,10 2,11 0,10-6,3-9,0-8,-4-15,-25-19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26:34.40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1,'16'2,"12"10,10 12,11 16,9 16,10 18,8 13,8 13,8 13,3 7,2 1,-1-4,-7-10,-17-24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26:34.86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23,'15'-9,"18"-1,18 6,22 13,20 16,18 20,14 17,10 18,3 17,0 15,-25-12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26:43.95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2607 2033,'10'-32,"-10"32,0 0,1-1,-1 1,0 0,1-1,-1 1,0 0,1 0,-1 0,1-1,-1 1,1 0,-1 0,0 0,1 0,-1 0,1 0,-1 0,1 0,-1 0,1 0,-1 0,1 0,-1 0,0 0,1 0,-1 0,1 1,-1-1,1 0,-1 0,0 0,1 1,-1-1,1 0,-1 1,0-1,0 0,1 1,-1-1,0 0,1 1,-1-1,0 1,0-1,0 0,1 1,-1-1,0 1,0-1,0 1,0-1,0 1,0-1,0 1,0-1,0 0,0 1,0-1,0 1,0-1,-1 1,1-1,0 1,0-1,0 0,-1 1,1-1,8 31,-2 1,-1-1,-2 1,-1 0,-1 10,0-19,-1 771,-10-473,5 552,62-95,-19-374,-28 42,7-338,-17-108,1 1,-1-1,1 1,-1-1,1 0,-1 1,1-1,0 0,-1 1,1-1,0 0,-1 0,1 1,0-1,-1 0,1 0,0 0,-1 0,1 0,0 0,0 0,-1 0,1 0,0-1,-1 1,1 0,0 0,-1-1,1 1,-1 0,1-1,0 1,-1 0,1-1,-1 1,1-1,-1 1,1-1,-1 1,1-1,-1 1,0-1,1 0,-1 1,0-1,1 0,-1 1,0-1,0 0,0 0,6-5,11-6,0 1,1 1,0 0,0 2,1 0,0 1,1 1,-1 0,1 2,0 0,15 0,-34 3,240-32,223-1,412 4,-114-9,1043-33,-1231 64,797-23,-520-20,628-23,-138 72,-1237 0,-89 0,-22-4,-12 1</inkml:trace>
  <inkml:trace contextRef="#ctx0" brushRef="#br0" timeOffset="1676.287">2674 2140,'-8'-14,"2"0,-1 0,2-1,0 0,0 0,2 0,-1 0,2-1,0 1,1-1,1 0,0 1,1-1,1 1,1-1,0 1,2-7,-1 15,-1 1,1-1,1 1,-1 0,1 0,0 1,0 0,1 0,-1 0,1 0,0 1,1 0,-1 0,1 0,-1 1,7-2,117-26,-35 24,1 5,-1 4,82 13,-120-10,608 34,603-44,-872-12,986-29,1495 66,-2847-20,984 28,442 3,-1151-23,-237 3,-67-10,0 0,0 0,-1 0,1 0,0 0,-1 0,1 0,0 0,-1 0,1 0,-1 0,0 1,1-1,-1 0,0 0,0 0,1 1,-1-1,0 0,0 0,-1 0,1 1,0-1,0 0,0 0,-1 0,1 1,-1-1,1 0,-1 0,1 0,-1 0,0 0,1 0,-1 0,0 0,0 0,0-1,0 1,0 0,0 0,0-1,0 1,0 0,0-1,0 1,0-1,-5 6,-6 10,1 0,1 1,0 0,1 1,1 0,1 0,0 1,1-1,1 1,1 1,0 6,-4 39,4 1,2 49,11 60,8-1,27 115,5 42,-14 117,-24-238,10 0,13 25,37 78,-36-175,-5 2,-7 1,4 125,-28-144,-1-65,3 1,2-1,4 5,7 2,-15-69</inkml:trace>
  <inkml:trace contextRef="#ctx0" brushRef="#br0" timeOffset="3033.333">2487 3677,'255'36,"71"-29,289-34,-587 25,1123-78,1532-72,-525 102,-1778 37,1110-12,-736 77,-513-37,-270-19,8 1</inkml:trace>
  <inkml:trace contextRef="#ctx0" brushRef="#br0" timeOffset="3824.515">7942 1833,'-1'0,"0"0,0 0,0 0,0 0,0 0,-1 1,1-1,0 0,0 1,1-1,-1 1,0-1,0 1,0 0,0-1,0 1,1 0,-1 0,0-1,0 1,1 0,-1 0,1 0,-1 0,1 0,-1 0,1 0,-1 0,1 0,0 0,0 0,0 0,-1 0,1 0,0 0,0 0,0 0,1 0,-1 0,0 1,0-1,1 0,-1 0,-6 242,14 433,31 30,41 447,-78-1098,5 179,10-2,44 213,-21-304,-21-114,-13-28</inkml:trace>
  <inkml:trace contextRef="#ctx0" brushRef="#br0" timeOffset="4512.602">10254 1912,'1'0,"0"0,0 0,0 0,0 0,1 0,-1 1,0-1,0 0,0 0,0 1,0-1,0 0,0 1,0-1,0 1,0 0,0-1,-1 1,1 0,0-1,0 1,0 0,-1 0,1 0,-1 0,1 0,0 0,-1 0,1 0,-1 0,0 0,1 0,-1 0,0 0,0 0,0 0,0 0,0 0,0 1,1-1,9 39,-1 0,-2 1,-2 0,-2 13,1-14,113 1105,-25 1,-67-760,-23-359,1 61,5 0,3-1,4-1,4 0,15 38,-27-108,0 0,0 1,2-2,0 1,0-2,5 5,14 12</inkml:trace>
  <inkml:trace contextRef="#ctx0" brushRef="#br0" timeOffset="5342.272">5028 1872,'-5'10,"1"-1,0 1,1 1,0-1,0 0,1 1,1 0,0-1,0 1,1 0,0-1,1 1,0 0,1-1,1 4,-2-2,61 431,-13 237,4 30,49-100,10 81,-94-433,-17-208</inkml:trace>
  <inkml:trace contextRef="#ctx0" brushRef="#br0" timeOffset="6223.331">161 268,'90'58,"3"-4,45 17,3 1,287 167,258 134,-517-291,53 26,87 63,-279-154,-2 2,0 1,-1 1,-1 1,0 2,3 6,-3 4</inkml:trace>
  <inkml:trace contextRef="#ctx0" brushRef="#br0" timeOffset="7006.632">1605 2701,'-7'18,"1"0,0 1,2 0,0 0,1 0,1 0,1 0,0 1,2-1,0 0,3 11,-3-20,1 0,1-1,0 1,0-1,1 1,0-1,1 0,-1-1,2 1,-1-1,2 0,-1 0,1-1,0 0,0 0,1 0,-1-1,2 0,-1-1,1 0,-1 0,10 3,-6-4,1-1,0 0,0 0,0-2,0 1,0-2,0 1,0-2,0 0,0 0,0-1,0-1,-1 0,1-1,-1 0,0-1,0-1,0 0,-1 0,0-1,0 0,0-1,-1 0,-1-1,1 0,-1-1,4-6,-3 5,-1 1,0-1,-1 0,-1-1,0 0,0 0,-1-1,-1 0,0 0,-1 0,0-1,-1 1,0-1,-1 0,-1 0,0 0,-1 1,-1-1,0 0,-1 0,0 0,-1 0,0 1,-1 0,-6-12,5 16,0 0,-1 1,0 0,0 0,-1 1,0 0,0 0,0 0,-1 1,0 0,-1 1,1 0,-1 0,0 1,0 0,-1 0,1 1,-1 0,0 1,0 0,1 1,-1 0,0 0,0 1,0 0,0 1,0 0,0 1,0 0,0 0,1 1,-10 4,1 1,-1 2,1-1,1 2,0 1,0 0,1 1,1 1,0 0,1 1,1 0,0 1,1 1,0 0,2 1,0 0,1 0,1 1,1 0,0 1,1-1,2 1,0 1,1-1,0 12,-1 41</inkml:trace>
  <inkml:trace contextRef="#ctx0" brushRef="#br0" timeOffset="7910.143">1792 5041,'2'-31,"1"1,2 0,1 0,2 0,6-17,11-43,-2-27,-18 98,0 20,11 81,1 27,6-1,4-1,5-1,23 45,-23-78</inkml:trace>
  <inkml:trace contextRef="#ctx0" brushRef="#br0" timeOffset="8677.421">3436 1337,'-3'6,"1"0,0 0,0 0,0 0,1 0,0 0,0 0,0 1,1-1,0 0,0 0,1 1,0-1,0 0,0 0,1 0,0 0,0 0,0 0,1 0,0-1,0 1,0-1,1 0,0 0,4 4,0-5,-1-1,1 0,-1-1,1 0,0 0,0-1,0 0,0 0,0-1,0 0,0 0,0-1,0 0,0-1,0 1,0-1,0-1,-1 0,1 0,-1 0,0-1,0 0,0-1,0 1,-1-1,0 0,0-1,0 0,-1 0,0 0,0 0,0-1,-1 0,0 0,0 0,-1 0,0-1,0 1,0-1,-1 0,-1 0,1 0,-1 0,-1 0,-2-3,0 1,-1 0,0-1,-1 1,0 1,0-1,-1 1,-1-1,1 1,-2 1,1-1,-1 1,0 0,-1 1,0 0,0 0,-1 0,1 1,-1 0,-1 1,1 0,-1 1,-2-1,9 3,0 1,0 0,0-1,0 1,-1 1,1-1,0 0,-1 1,1-1,0 1,-1 0,1 0,0 1,-1-1,1 1,0-1,-1 1,1 0,0 0,0 1,0-1,0 1,0-1,0 1,0 0,1 0,-1 0,1 1,-1-1,1 0,0 1,0 0,0-1,0 1,0 0,-1 3,1-2,0 1,1-1,-1 1,1 0,0 0,0-1,0 1,1 0,-1 0,1 0,0 0,1 0,-1 0,1 0,0 0,0-1,1 1,-1 0,1-1,0 1,1-1,-1 0,1 1,-1-1,1 0,2 2,4 2,-1 1,1-1,0 0,1-1,0 0,0-1,0 0,1-1,0 0,7 3,47 11,-2-5</inkml:trace>
  <inkml:trace contextRef="#ctx0" brushRef="#br0" timeOffset="8999.569">4011 1417,'-1'1,"-1"0,1 0,0 0,0 1,0-1,0 0,0 1,0-1,0 0,0 1,1-1,-1 1,0-1,1 1,0-1,-1 1,1 0,0-1,-1 1,1-1,0 1,0 0,1-1,-1 1,0 0,0-1,1 1,-1-1,1 1,-1-1,1 1,0-1,0 1,-1-1,1 0,0 1,0-1,0 0,1 0,-1 0,0 1,0-1,1-1,-1 1,0 0,1 0,-1 0,1-1,-1 1,1-1,0 1,0-1,8 4,1-1,-1 0,0-1,1 0,-1-1,1 0,-1-1,1 0,-1 0,1-1,-1-1,1 0,-1 0,0-1,1 0,-2-1,1 0,0 0,-1-1,0-1,0 1,0-1,-1-1,0 0,0 0,0-1,3-5,-8 8,-1-1,1 1,-1-1,-1 1,1-1,-1 0,0 0,0 0,-1 0,0 0,0 0,0 0,-1 0,0 1,0-1,0 0,-1 0,0 1,0-1,0 0,-1 1,0 0,0 0,0 0,0 0,-1 0,0 1,0-1,0 1,-1 0,1 1,-1-1,0 1,0-1,0 2,-1-1,1 0,-1 1,1 0,-1 1,-3-2,-1 1,0 1,0 0,1 0,-1 1,0 0,0 1,0 0,1 1,-1 0,0 0,1 1,0 0,0 1,-9 4,13-6,1 0,-1 1,1 0,0 0,0 0,0 0,0 0,0 1,0 0,1 0,0 0,0 0,0 0,1 1,-1-1,1 1,0 0,0-1,0 1,1 0,0 0,0 0,0 0,1 0,-1 1,1-1,0 0,1 0,0 1,12 32,7-5</inkml:trace>
  <inkml:trace contextRef="#ctx0" brushRef="#br0" timeOffset="9546.227">6123 1164,'-7'8,"1"1,-1-1,2 2,-1-1,1 1,1 0,0 0,0 0,1 0,0 1,1-1,-1 8,3-13,-1 1,1-1,0 0,1 1,-1-1,1 0,0 1,1-1,-1 0,1 0,0 0,0 0,0 0,1-1,0 1,0-1,0 1,0-1,1 0,-1 0,1-1,0 1,0-1,1 0,-1 0,2 1,0 0,1-1,-1 1,1-1,0-1,0 1,0-1,1 0,-1-1,0 0,1 0,-1 0,1-1,-1 0,1-1,-1 1,1-1,-1-1,0 0,1 0,-1 0,0-1,-1 0,1 0,0-1,-1 0,0 0,0 0,0-1,0 0,-1 0,1 0,-1-1,-1 0,1 0,-1 0,0 0,1-4,-1 0,-1-1,0 0,-1 1,0-1,0 0,-2 0,1 0,-1 0,-1 0,0 0,0 0,-1 0,-1 0,1 0,-2 1,-4-10,6 14,-1-1,0 1,0 0,-1 0,1 0,-1 0,-1 1,1-1,-1 1,0 0,0 1,-1-1,1 1,-1 0,0 0,0 1,0 0,-1 0,1 0,-1 1,1 0,-1 0,0 1,0 0,0 0,0 0,0 1,-1 1,0 1,0 0,0 0,0 0,0 1,1 1,-1-1,1 1,0 0,0 1,0 0,1 0,0 0,0 1,0-1,1 2,-1-1,1 1,1-1,-1 1,1 0,1 1,-1-1,1 1,1 0,-1-1,1 1,0 0,1 1,0-1,1 0,-1 0,1 0,1 1,0-1,0 0,0 0,1 0,0 0,1 0,0-1,0 1,4 5,27 31,5-8</inkml:trace>
  <inkml:trace contextRef="#ctx0" brushRef="#br0" timeOffset="9839.152">6751 1297,'-5'-360,"3"334,-2 18,1 21,-8 233,11-205,1 1,2-1,2 0,2 0,1-1,3 0,1 0,4 5,5 1</inkml:trace>
  <inkml:trace contextRef="#ctx0" brushRef="#br0" timeOffset="10697.81">11324 1258,'-28'-215,"28"330,4 216,-4-320,1 0,1 0,0 0,0 0,1 0,0-1,1 1,0-1,1 0,3 5,7 4</inkml:trace>
  <inkml:trace contextRef="#ctx0" brushRef="#br0" timeOffset="11051.914">11618 1364,'2'8,"0"0,1 0,0 0,0 0,1 0,0 0,0-1,0 0,1 0,0 0,1-1,0 1,0-1,0-1,1 1,-1-1,1 0,1 0,-1-1,0 0,1-1,0 1,0-1,0-1,0 0,1 0,-1 0,1-1,-1 0,1-1,-1 0,1 0,-1-1,1 0,-1-1,0 0,1 0,-1 0,5-4,-7 3,-1 0,-1 0,1-1,0 0,-1 0,0 0,0-1,0 1,0-1,-1 0,0 0,0 0,0 0,-1-1,1 1,-1-1,-1 0,1 1,-1-1,0 0,0 0,-1 0,1 0,-2-5,1 1,-1 0,0 0,0 0,-1 1,0-1,-1 1,0-1,-1 1,1 0,-2 0,1 1,-1-1,-1 1,-5-7,5 9,-1 0,0 0,0 0,0 1,-1 0,0 0,0 1,0 0,0 1,-1 0,1 0,-1 0,0 1,0 1,0-1,0 2,0-1,0 1,0 0,0 1,-9 2,1 0,-1 1,0 0,1 2,0 0,0 1,0 0,1 2,0 0,1 0,-7 7,-64 69,57-45</inkml:trace>
  <inkml:trace contextRef="#ctx0" brushRef="#br0" timeOffset="11686.258">8396 1391,'37'-285,"-24"227,-13 58,0 0,0 1,0-1,0 0,0 0,-1 1,1-1,0 0,0 1,0-1,0 0,0 1,0-1,0 0,0 1,0-1,0 0,1 1,-1-1,0 0,0 1,0-1,0 0,0 0,1 1,-1-1,0 0,0 0,0 1,1-1,-1 0,0 0,0 1,1-1,-1 0,0 0,0 0,1 0,-1 0,0 1,1-1,-1 0,0 0,1 0,-1 0,0 0,1 0,-1 0,0 0,1 0,-1 0,0 0,0 0,1 0,-1 0,0-1,1 1,-1 0,0 0,1 0,-1 0,0 0,1-1,1 31,0-1,-2 1,-1 0,-4 21,3-20,-2 14,0-11,1-1,2 1,1-1,2 1,1-1,3 7,5-5,1-10</inkml:trace>
  <inkml:trace contextRef="#ctx0" brushRef="#br0" timeOffset="11986.518">8878 1351,'7'-48,"3"2,1-1,3 2,2 0,12-25,-14 45,-14 25,0 1,0-1,0 0,0 1,0-1,0 0,0 1,0-1,0 0,0 1,0-1,0 0,0 1,1-1,-1 0,0 0,0 1,0-1,0 0,1 1,-1-1,0 0,0 0,1 1,-1-1,0 0,0 0,1 0,-1 1,0-1,1 0,-1 0,0 0,1 0,-1 0,0 0,1 0,-1 0,0 0,1 0,-1 0,0 0,1 0,-1 0,0 0,1 0,-1 0,0 0,1 0,-1 0,0 0,1-1,-1 1,0 0,0 0,1 0,-1-1,0 1,0 0,1 0,-1-1,0 1,0 0,0 0,1-1,-1 1,-1 145,7 182,-1-256</inkml:trace>
  <inkml:trace contextRef="#ctx0" brushRef="#br0" timeOffset="12893.987">0 1017,'5'-2,"8"5,6 10,8 14,4 13,6 12,2 6,-1 4,-2 1,-3-3,-4-6,-4-7,-4-7,-5-10,-5-11</inkml:trace>
  <inkml:trace contextRef="#ctx0" brushRef="#br0" timeOffset="13094.662">242 1003,'-19'16,"-7"14,-3 14,3 10,4 8,7 2,5 2,6-2,2-2,2-5,1-12</inkml:trace>
  <inkml:trace contextRef="#ctx0" brushRef="#br0" timeOffset="13560.685">468 1444,'15'-7,"1"0,0 1,0 1,1 0,-1 2,1-1,0 2,0 0,0 1,0 1,16 2,-30-2,0 1,0-1,0 1,0 0,-1 0,1 0,0 1,0-1,-1 0,1 1,-1 0,0 0,1 0,-1 0,0 0,0 0,0 0,0 1,0-1,-1 1,1-1,-1 1,0 0,1-1,-1 1,-1 0,1 0,0 0,-1 0,1 0,-1 0,0 0,0 0,0 0,0 0,-1 0,1 0,-1 0,0 0,0-1,0 1,0 0,0 0,-10 19,0 0,-2-1,0 0,-2-1,0-1,-1 0,-1-1,-6 4,-2 5,14-16,8-8,-1-1,1 1,0 0,0 1,0-1,1 0,-1 1,1-1,0 1,0 0,0 0,1 0,-1 0,1 0,-1 2,3-4,-1-1,1 0,-1 0,1 0,-1 0,1 0,0 0,0 0,0 0,-1 0,1 0,0 0,0 0,0-1,0 1,1 0,-1-1,0 1,0-1,0 1,0-1,1 1,-1-1,0 0,0 0,1 0,-1 1,0-1,1-1,23 2,0-2,-1 0,1-2,-1-1,0-1,0-1,0-1,-1-1,0-1,14-7,22-10</inkml:trace>
  <inkml:trace contextRef="#ctx0" brushRef="#br0" timeOffset="13939.967">883 28,'7'16,"9"14,11 13,12 11,10 6,10 1,4-1,2-3,-4-7,-7-10,-11-9,-11-10,-10-9</inkml:trace>
  <inkml:trace contextRef="#ctx0" brushRef="#br0" timeOffset="14198.064">1204 80,'-14'9,"-6"10,-3 11,1 14,4 11,2 9,3 8,-2 3,0-2,2-7,3-15</inkml:trace>
  <inkml:trace contextRef="#ctx0" brushRef="#br0" timeOffset="14441.445">1457 496,'-2'18,"-1"15,0 9,1 4,3-2,3-3,6-6,3-10,0-8</inkml:trace>
  <inkml:trace contextRef="#ctx0" brushRef="#br0" timeOffset="14686.797">1485 80,'16'9,"14"10,13 11,9 9,5 8,-2 4,1 1,-4-3,-5-1,-7-8,-8-8,-8-9</inkml:trace>
  <inkml:trace contextRef="#ctx0" brushRef="#br0" timeOffset="14887.333">1873 0,'-16'12,"-10"12,-3 14,2 11,2 10,7 7,3 5,4 1,5-2,5-9,2-15</inkml:trace>
  <inkml:trace contextRef="#ctx0" brushRef="#br0" timeOffset="15248.027">2167 602,'9'5,"1"0,-1 0,1-1,0 0,1-1,-1 0,1 0,-1-2,1 1,0-1,-1 0,1-1,0-1,0 0,0 0,-1-1,1 0,-1-1,-2 1,0 0,0-1,0 0,-1 0,1-1,-1 1,0-2,0 1,0-1,-1 0,1-1,-1 0,0 0,-1 0,0 0,0-1,0 0,-1 0,0 0,0-1,-1 1,0-1,1-5,-2 8,-2-1,1 0,-1 0,1 1,-2-1,1 0,-1 0,0 0,0 1,0-1,-1 1,0-1,0 1,0-1,-1 1,1 0,-1 0,-1 0,1 1,-1-1,0 1,0-1,0 1,0 1,-1-1,1 1,-1-1,0 1,0 1,-1-1,1 1,0 0,-1 0,1 0,-1 1,0 0,1 0,-1 0,0 1,0 0,-1 0,-2 0,0 1,0 1,0 0,0 0,0 0,1 1,-1 1,1-1,0 1,0 1,0-1,0 1,1 1,0 0,0 0,1 0,-1 0,1 1,-2 4,-5 7,0 1,2 0,0 1,1 0,1 1,1 0,-1 7,-9 33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27:04.83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61,'13'17,"2"0,0-2,1 0,0 0,1-2,1 0,0-1,1-1,0 0,0-1,1-2,1 0,-1-1,1-1,1-1,2 0,-19-4,1 0,0 0,-1 0,1-1,0 1,0-1,-1-1,1 1,0-1,-1 0,1-1,0 1,-1-1,0 0,1 0,-1-1,0 0,0 0,0 0,-1 0,1-1,-1 0,0 0,0 0,0 0,0-1,-1 1,1-1,-1 0,0 0,0-7,-1 0,0 0,0 0,-1 0,-1 0,0 0,0 0,-2 0,1 0,-1 0,-1 1,-2-7,5 17,0 0,0 0,0 1,0-1,0 0,0 0,0 0,0 1,-1-1,1 0,0 0,0 0,-1 1,1-1,0 0,-1 0,1 1,-1-1,1 1,-1-1,0 0,1 1,-1-1,1 1,-1-1,0 1,0-1,1 1,-1 0,0-1,0 1,1 0,-1 0,0-1,0 1,0 0,1 0,-1 0,0 0,0 0,0 0,0 0,1 0,-1 1,0-1,-2 8,1 1,0-1,0 1,1 0,0-1,0 1,1 0,1 0,-1 1,1 11,5 104,6-1,5 0,7 8,11 73,-33-189,1-3,-1 0,-1 0,0 1,0-1,-2 0,1 0,-3 10,2-21,1 0,-1 0,0 1,0-1,0 0,0-1,0 1,0 0,0 0,-1 0,1-1,-1 1,1 0,-1-1,1 0,-1 1,0-1,0 0,0 0,0 0,0 0,0 0,0 0,0-1,0 1,0-1,0 1,-1-1,1 0,0 0,-1 0,-68-15,53 6,0-1,0-1,2-1,-1 0,1-1,1-1,0 0,1-1,1-1,0 0,1-1,1 0,1-1,0 0,1-1,1 1,1-2,1 1,0-1,2 0,-1-8,4 25,0 0,0 0,0 0,1 0,0-1,-1 1,1 0,0 0,0-1,1 1,-1 0,1 0,0-1,0 1,0 0,0 0,0 0,0 0,1 0,0 0,-1 1,1-1,0 1,1-1,-1 1,0-1,1 1,1-1,14-4,-1 2,1 0,0 1,1 1,-1 1,0 0,1 1,4 2,2-2,114-3,-78 4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27:05.36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5 209,'-2'-8,"1"0,0-1,1 1,-1 0,1 0,1-1,0 1,0 0,1 0,0 0,0 0,0 0,1 1,1-1,-1 1,1-1,0 1,1 0,0 1,0-1,0 1,1 0,0 0,3-2,23-12,-31 20,0 0,0 0,-1 0,1 0,0 0,0 0,-1 0,1 0,0 1,0-1,-1 0,1 0,0 1,-1-1,1 0,0 1,-1-1,1 0,0 1,-1-1,1 1,-1-1,1 1,-1 0,1-1,-1 1,1-1,-1 1,0 0,1-1,-1 1,0 0,1 0,-1-1,0 1,0 0,0 0,0-1,0 1,0 0,0 0,0-1,0 1,0 0,0 0,0 0,-16 165,14-111,2 0,3 0,2 0,7 24,-11-72,5 69,-6-74,0 0,0-1,-1 1,1 0,0 0,-1 0,1-1,-1 1,1 0,-1 0,0-1,0 1,0 0,0-1,0 1,0-1,0 0,0 1,-1-1,1 0,-1 1,1-1,-1 0,1 0,-1 0,1-1,-1 1,0 0,0-1,1 1,-1-1,0 1,0-1,0 0,0 0,-1 1,1-2,0 1,-1 0,1-1,0 1,0-1,-1 0,1 1,0-1,0 0,0-1,0 1,0 0,0 0,1-1,-1 1,0-1,1 0,-1 1,1-1,-1 0,1 0,0 0,0 0,0 0,0 0,0 0,0 0,0-1,2 2,0-1,-1 1,1 0,0 0,0 0,0 0,0 0,-1 0,1 0,1 0,-1 1,0-1,0 0,0 1,0-1,0 0,1 1,-1 0,0-1,0 1,1 0,-1-1,0 1,1 0,-1 0,0 0,1 0,-1 0,0 1,1-1,-1 0,0 1,1-1,241 14,-190-10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27:05.55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28 0,'5'3,"-4"0,-15-1,-5 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27:16.72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693 58,'-33'-11,"15"4,0 0,-1 1,0 1,0 0,0 2,-1 0,1 1,-1 1,0 1,1 0,-1 2,-8 2,15-2,0 1,1 0,0 1,0 1,0 0,0 0,1 1,0 1,0 0,0 0,1 1,0 0,1 1,0 0,0 1,1 0,0 0,1 1,0-1,0 2,1 1,-7 23,3 1,1-1,2 2,1-1,2 1,2 0,1 8,1-32,-1 0,2 1,0-1,0 1,2-1,0 0,0 0,1 0,1-1,0 0,1 1,1-2,0 1,0-1,1 0,1 0,0-1,0 0,1-1,1 0,0-1,0 0,10 6,0-6,1 0,0-1,0-2,1 0,-1-1,1-1,1-2,-1 0,0-1,0-1,1-2,14-2,-23 2,0-1,0 0,-1-1,1-1,-1 0,0-1,0-1,-1 0,0-1,0 0,-1-1,0 0,-1-1,0 0,0-1,-1 0,0-1,-1 0,-1 0,0-1,0 0,-1-1,-1 0,2-6,0-3,0-1,-2 0,0 0,-2 0,-1-1,0 0,-2 1,-1-1,-1 0,-1 0,-4-14,3 23,0 1,-1 0,-1 0,0 0,-1 1,-1 0,0 0,-1 0,0 1,-1 0,-1 1,0 0,0 0,-2 1,1 1,-1 0,-1 0,-11-6,10 8,-1 1,0 1,-1 0,1 1,-1 1,0 0,0 1,0 1,-1 0,1 2,0 0,-1 0,1 2,0 0,-1 0,-8 4,-5 3,-1 0,2 2,-1 2,2 0,-1 2,2 1,0 1,-2 4,3-1,1 1,0 2,2 0,1 2,-7 10,-21 36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27:18.57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1 454,'14'-30,"267"-393,-276 423,-5 17,0-13,-5 112,6-1,15 104,-12-189,4 18,-2 0,-3 0,-1 0,-2 0,-7 47,6-88,0 0,0-1,0 1,-1-1,0 0,0 1,-1-1,1 0,-1 0,-1-1,1 1,-1 0,0-1,0 0,-1 0,1 0,-1-1,0 0,-1 0,1 0,0 0,-1-1,0 0,0 0,0 0,0-1,-1 0,1 0,-7 0,-20-1,27-2,24 0,524-37,-457 32,-64 2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27:24.35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560 3,'-36'0,"16"-2,0 1,1 1,-1 1,0 1,1 0,-1 2,1 0,0 1,0 1,1 0,-1 2,-7 5,9 0,0 1,2 0,0 2,0 0,2 0,0 1,1 1,0 0,2 1,0 0,1 0,1 1,1 0,0 1,2 0,1 0,0 0,1 0,1 11,2-14,0-1,1 0,1 1,0-1,2 0,0 0,1-1,0 1,1-1,1 0,1 0,0-1,1 0,1-1,9 12,2-2,0 0,1-2,1-1,2 0,0-2,0-1,2-1,10 4,-25-14,0 0,1-1,0 0,0-1,1-1,-1 0,1 0,0-2,0 0,0 0,0-2,0 1,0-2,1 0,-1 0,0-2,-1 0,1 0,8-4,-5-1,-1-1,0 0,-1-1,0-1,-1 0,0-1,0-1,-1 0,-1 0,-1-2,0 1,0-1,-1-1,-2 0,1 0,-2-1,0 0,-1 0,0-1,-2 0,0 0,-1 0,-1 0,-1 0,0-2,0-2,0 0,-2-1,-1 1,0-1,-2 1,0 0,-2 1,0-1,-2 1,0 0,-1 1,-1 0,-1 0,-1 1,-1 0,0 1,-1 1,-1 0,-1 1,-8-6,9 11,-2 0,1 1,-1 1,0 1,-1 0,0 1,0 1,0 1,-1 0,0 2,0 0,0 1,0 1,0 0,-1 2,1 0,0 2,0 0,0 0,1 2,-1 1,1 0,0 1,1 1,-6 4,4-2,1 2,0 0,1 1,0 1,1 0,1 2,0-1,1 2,1 0,1 1,0 0,1 0,1 1,1 1,0 0,2 0,0 1,2 0,0 0,1 0,0 11,4 21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27:27.08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324 343,'-2'-6,"0"-1,0 1,-1 0,0 0,0 0,0 1,0-1,-1 1,0 0,0 0,-1 0,1 0,-1 1,0 0,0 0,-1 0,1 0,-1 1,1 0,-1 0,0 1,-1 0,1 0,0 0,0 0,-1 1,1 0,-1 1,1 0,-3 0,-2 4,1 1,0 1,0 0,0 0,1 1,0 0,0 1,1 0,0 0,1 1,-1 0,2 0,-1 0,1 1,1 0,0 1,0-1,1 1,0 0,1 0,0 0,1 0,-1 9,-1 1,1 1,1 0,0 0,2-1,1 1,0 0,2 0,0-1,6 20,-5-30,-1 1,2-1,-1 0,1 0,1 0,0-1,1 0,0 0,0 0,1-1,0 0,1-1,0 0,0 0,1-1,0 0,0-1,6 3,-2-2,0-1,1-1,0-1,0 0,0 0,0-2,0 0,1 0,-1-2,0 0,1 0,-1-2,1 0,-1-1,0 0,0-1,-1-1,1 0,-1-1,0 0,0-2,-1 1,0-2,4-3,-9 5,-1-1,-1 0,0-1,0 0,0 0,-1 0,0 0,-1-1,0 0,-1 0,0 0,0 0,-1-1,0-7,1-11,-1 0,-2 0,-1 0,-3-24,-1 16,-1 0,-2 0,-1 0,-2 1,-1 1,-2 0,-2 1,-2-3,14 29,0 1,0 0,0 1,0-1,-1 1,0 0,-1 0,1 0,-1 1,0 0,-1 0,1 1,-1-1,0 1,0 1,0-1,0 1,-1 1,1-1,-1 1,0 1,0-1,0 1,1 0,-1 1,0 0,0 0,0 1,0 0,0 1,0-1,1 1,-1 1,1 0,-1 0,-1 1,-6 9,-1 1,2 1,0 0,0 1,2 0,0 1,1 0,0 1,2 0,0 1,1 0,1 1,1-1,0 1,2 0,0 1,-5 6,2 1,0 1,2-1,1 1,2 0,0-1,2 1,1 0,2 0,1 0,5 20,-5-38,1-1,0 1,0-1,1 0,0-1,1 0,0 0,1 0,-1-1,2 0,-1 0,1-1,0 0,1 0,0-1,0-1,0 0,0 0,1-1,0 0,8 1,2 0,0 0,0-2,0-1,0-1,0 0,1-2,-1 0,0-1,0-2,0 0,8-3,-17 3,-1-1,1 1,-1-2,0 0,0 0,0-1,-1-1,0 1,-1-1,0-1,0 0,-1 0,0-1,0 0,-1-1,0 1,-1-1,-1 0,1-1,-2 0,0 1,3-11,-1-6,0 0,-1 0,-2 0,-1 0,-1 0,-2-1,0 1,-2 0,-5-19,3 20,-2 1,-1 0,0 0,-2 1,-1 0,-2 1,0 0,-1 1,-1 1,-14-16,20 27,-1 0,-1 1,1 0,-1 1,-1 0,0 1,0 0,-1 1,1 0,-2 1,1 0,-1 1,0 1,0 0,0 1,0 1,0 0,-1 1,1 0,-13 1,17 1,1 0,-1 0,0 1,1 0,-1 1,1 0,0 0,0 1,0 0,0 0,1 1,0 1,0-1,0 1,1 1,-1-1,2 1,-1 0,1 1,0 0,-2 3,-9 23,1 0,2 2,2 0,1 0,1 1,2 1,2-1,2 1,1 0,2 27,-1-45,1 1,1-1,0 1,2-1,1 1,0-1,2 0,0 0,1-1,1 1,1-1,0 0,2-1,0 0,1-1,0 0,15 15,5-3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27:37.64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27:40.07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505 54,'-18'7,"0"0,1 1,0 0,0 2,0 0,1 1,1 0,0 1,1 1,0 1,1 0,0 0,1 1,1 1,0 0,2 1,-1 0,2 0,0 1,2 0,0 0,0 1,2-1,0 1,1 4,0-5,0 0,1 0,0 0,2 0,0 0,1 0,1 1,1-2,0 1,1 0,1-1,1 1,1-1,0-1,1 0,5 8,11 6,3-1,0-1,1-2,2 0,1-2,0-2,2-1,1-1,14 6,-22-13,-1 0,1-2,1-1,0-1,1-1,0-1,-16-5,1 0,0-1,-1 0,1 0,0-2,-1 1,1-2,-1 0,1 0,-1-1,0-1,0 0,0 0,8-5,0-3,0-1,-1-1,-1-1,0 0,-1-2,-1 1,0-2,-1 0,-1-1,-1-1,-1 0,-1 0,0-2,-2 1,0-1,-1 0,-2-1,0 0,-1 0,-2 0,2-20,-2 8,-2 0,-1 0,-1 0,-2 0,-2 0,-1 1,-2-1,4 23,-1 0,-1 0,0 1,0 0,-1 0,-1 0,0 1,0 0,-1 0,0 1,-1 0,0 1,0 0,-1 1,-8-5,-16-7,0 1,-1 2,-1 1,-21-4,14 4,0 3,0 2,-2 1,1 3,0 1,-21 2,49 4,0 1,0 1,0 0,1 1,-1 1,1 1,0 0,0 1,1 0,0 2,0 0,1 0,0 1,1 1,-11 11,0 2,1 1,1 2,1 0,2 1,1 1,1 0,-7 18,5-2,2 0,2 1,2 1,2 1,2-1,3 2,1-1,2 14,2-1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27:42.53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653 123,'-14'-8,"0"1,-1 1,0 0,0 1,-1 0,1 2,-1 0,0 0,0 1,0 1,13 1,-7-2,0 1,0 0,0 1,0 0,0 0,1 1,-1 0,0 1,0 0,0 1,1 0,-1 0,1 1,0 0,-1 2,-5 2,1 2,0 0,1 1,0 1,0-1,2 2,-1 0,2 0,-1 1,2 1,0-1,1 1,0 1,2 0,-1 0,2 0,0 0,1 1,1 0,0 0,2 0,0 0,0 0,2 1,1 7,0-5,1-1,1 0,1 0,0 0,2-1,0 1,1-2,0 1,2-1,0 0,1-1,0 0,2-1,0 0,0-1,1-1,1 0,0-1,1 0,1-2,15 9,-22-13,1-1,-1-1,1 0,0 0,0-1,1 0,-1-1,1 0,-1-1,1 0,-1-1,1 0,0-1,-1-1,1 1,-1-2,0 0,0 0,0-1,0 0,0-1,-1 0,0-1,0 0,0 0,-1-1,0 0,0-1,-1 0,0-1,1 0,8-21,-1 1,-2-2,-1 0,-1-1,-1 0,-2 0,0-11,0 11,-1 8,-2-1,0 1,-1-1,-2 0,0 0,-2 0,-1-1,-1 1,-3-22,-2 34,-1-1,0 1,0 1,-1 0,-1 0,0 0,-1 1,0 0,-1 1,0 0,0 1,-1 0,0 1,-1 0,0 1,0 1,0 0,-1 0,0 2,-14-4,21 5,0 1,0 0,-1 0,1 0,-1 1,0 0,1 1,-1 0,0 0,1 0,-1 1,1 0,-1 1,1-1,-1 2,1-1,0 1,0 0,0 0,0 1,-5 4,-135 125,-41 8,82-71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27:51.887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27:54.815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808 386,'-8'-11,"0"0,-1 0,0 0,-1 2,0-1,-1 1,0 0,0 1,-1 1,1 0,-2 0,1 1,-1 1,0 0,-4 0,-11-3,0 1,-1 1,0 1,-1 2,1 1,-22 2,39 1,1 0,-1 1,1 0,0 1,0 0,0 1,0 0,0 1,1 0,0 1,0 0,0 0,1 1,0 0,0 1,1 0,0 0,0 1,1 0,0 0,1 1,0 0,0 0,-2 7,-5 12,0 0,2 1,1 0,2 1,0 0,3 0,0 1,2-1,1 1,2 0,4 30,-3-53,0-1,1 1,0 0,0 0,1-1,1 0,-1 1,1-1,0 0,1-1,0 1,0-1,1 0,0 0,0-1,1 1,0-2,0 1,0-1,0 0,1 0,0-1,5 2,22 7,0-1,1-3,0 0,1-3,0-1,0-2,34-1,-50 1,0-2,-1 0,1-2,0 0,0-1,-1-1,1-1,-1-1,0-1,0 0,-1-2,0 0,0-1,-1-1,0-1,-1 0,8-8,-8 3,0-2,-1 0,0-2,-2 1,0-2,-2 0,0 0,-1-1,-1 0,-1-1,-1 0,-1-1,-2 0,0 0,0-11,-5 12,-1 1,-1-1,-1 0,-1 1,-1 0,0 0,-2 0,-1 1,-1 0,0 0,-2 1,0 0,-1 1,-2 0,1 1,-2 1,0 0,-1 1,-1 0,-1 2,0 0,0 1,-14-7,17 12,0 0,0 2,0-1,-1 2,0 0,0 1,-1 1,1 0,-1 1,1 1,-1 1,0 0,1 1,-1 1,0 0,1 1,0 1,-10 4,-5 2,2 2,-1 0,2 3,0 0,0 1,2 2,0 1,1 1,-6 8,14-12,1 1,1 0,1 1,1 1,0 0,2 1,0 1,1-1,1 2,1-1,1 1,-4 22,7-28,2-1,0 1,0 0,2 0,0 0,1 0,0 0,1 0,1 0,1-1,0 0,1 1,1-1,0-1,1 1,0-1,1 0,1-1,0 0,11 7,0 0,2-2,0 0,0-2,2 0,0-2,1 0,0-2,1-1,0 0,1-3,0 0,0-1,1-2,-1-1,1-1,0-1,11-2,-19 2,0-2,0 0,0-1,0-1,-1-1,1-1,-1-1,1 0,-2-1,1-1,-1-1,0-1,0-1,-1 0,0-1,-1-1,-1 0,0-1,0-1,-1 0,-1-1,0-1,-2 0,1 0,-2-1,8-17,-9 8,-1 0,-2-1,0 0,-2 0,-1-1,-1 1,-1-1,-1 1,-2-1,-1 1,-1-1,-1 1,-2 0,0 1,-2 0,-1 0,-1 1,-1 0,-1 1,-1 0,-1 1,-5-3,11 13,-2 0,0 1,0 1,-1 0,-1 0,1 1,-2 1,1 0,-2 1,1 0,-1 1,0 1,0 0,0 1,-1 1,0 1,0 0,0 0,0 2,-1 0,1 1,-3 1,-18 4,0 2,1 1,0 2,0 1,1 2,1 2,0 1,1 1,1 2,0 2,2 0,0 2,-10 13,24-24,2 2,-1 0,2 0,0 2,1-1,0 2,2 0,0 0,0 0,2 1,0 1,1 0,1 0,1 0,1 0,0 1,1 0,2 1,5 49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27:56.480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1 470,'17'-17,"42"-72,-3-2,-5-3,2-16,-30 42,-17 107,3 42,0 5,-2 1,-5-1,-5 26,-2-50,-2 0,-4-1,-11 38,21-94,0 0,-1 0,1 0,-1 0,0 0,-1-1,1 1,-1-1,0 1,0-1,0 0,-1 0,1 0,-1-1,0 1,0-1,0 0,0 0,-1 0,1-1,-1 1,0-1,0 0,0-1,-4 2,-70 10,79-12,1-1,-1 1,0 0,1-1,-1 1,0 0,1-1,-1 1,0-1,1 1,-1-1,1 1,-1-1,1 1,0-1,-1 0,1 1,-1-1,1 0,0 1,-1-1,1 0,0 0,-1 0,1 1,0-1,-1 0,1 0,0 0,-1 0,1 0,0 0,0 0,-1-1,1 1,0 0,-1 0,1 0,0-1,-1 1,133 5,124-12,-87 0,-40 5,-162 2,12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27:58.018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442 197,'-2'0,"1"-1,-1 1,1-1,-1 1,1-1,-1 1,0 0,1 0,-1 0,1 0,-1 0,0 0,1 1,-1-1,1 0,-1 1,1-1,-1 1,1-1,-1 1,1 0,0 0,-1 0,1 0,0 0,0 0,-1 0,1 0,0 0,0 0,0 1,1-1,-2 1,-171 197,114-125,-97 114,156-188,0-1,0 1,-1 0,1 0,0 0,0-1,0 1,0 0,-1 0,1 0,0 0,0 0,0-1,-1 1,1 0,0 0,0 0,-1 0,1 0,0 0,0 0,0 0,-1 0,1 0,0 0,0 0,-1 0,1 0,14-27,102-173,-76 122,-16 25,3 1,2 2,2 0,2 3,34-39,-66 84,0 1,-1-1,1 0,0 1,0-1,0 1,0 0,1-1,-1 1,0 0,0-1,1 1,-1 0,1 0,-1 0,1 0,-1 1,1-1,0 0,-1 1,1-1,0 1,0-1,-1 1,1 0,0 0,0 0,0 0,-1 0,1 0,0 0,0 1,-1-1,1 1,0-1,0 1,-1 0,1-1,-1 1,1 0,-1 0,1 0,-1 0,1 1,-1-1,0 0,0 0,0 1,1-1,-1 2,23 115,-22-89,19 232,-11 1,-14 35,-13-125,17-173,0 1,-1 0,1 0,0 0,0 0,-1 0,1 0,0 0,0 0,-1 0,1 0,0 0,0 0,-1 0,1 0,0 0,-1 0,1 0,0 0,0 0,-1 0,1 0,0 0,0 1,-1-1,1 0,0 0,0 0,0 0,-1 1,1-1,0 0,0 0,-2-30,-6-560,-11 239,20 1097,4-690,0-71,-12-276,6 162,2 40,-5 1,-3 0,-5-10,8 83,1 29,2 237,3-132,-4-1,-7 1,-5 9,12-114,-1 0,0 0,-1-1,0 1,-1-1,-1 1,0-2,-1 1,-4 5,-2-1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27:58.678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22 40,'-12'0,"31"0,470-40,-457 41,-32 0,-1-1,1 0,0 0,-1 0,1 0,0 0,0 1,-1-1,1 0,0 0,0 0,0 1,-1-1,1 0,0 0,0 1,0-1,0 0,-1 1,1-1,0 0,0 0,0 1,0-1,0 0,0 1,0-1,0 0,0 1,0-1,0 0,0 1,0-1,0 0,0 0,0 1,0-1,1 0,-1 1,0-1,0 0,0 0,0 1,1-1,-1 0,0 0,0 1,1-1,-27 7,-1-1,0-1,0-1,0-1,0-2,-16-1,14 0,-272 0,287 1,20 1,27 3,64-4,0-4,-1-5,73-15,-108 11,-65 10,-182 15,-170 14,784-28,-425 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28:23.460"/>
    </inkml:context>
    <inkml:brush xml:id="br0">
      <inkml:brushProperty name="width" value="0.1" units="cm"/>
      <inkml:brushProperty name="height" value="0.2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1 513,'73'-133,"-39"74,-2-2,15-42,-6-29,-33 108,-8 24,0 0,0 1,0-1,0 0,0 1,0-1,0 0,0 1,0-1,1 0,-1 1,0-1,0 0,0 1,0-1,0 0,1 1,-1-1,0 0,0 0,1 1,-1-1,0 0,0 0,1 0,-1 1,0-1,0 0,1 0,-1 0,0 0,1 0,-1 1,0-1,1 0,-1 0,0 0,1 0,-1 0,0 0,1 0,-1 0,0 0,1 0,-1 0,0-1,1 1,-1 0,0 0,1 0,-1 0,0 0,1-1,-1 1,0 0,0 0,1-1,-1 1,0 0,0 0,0-1,1 1,-1 0,0 0,0-1,0 1,39 153,-34-125,8 56,-4 0,-3 1,-4 0,-5 19,2-76,-1 0,-2-1,0 0,-2 1,-1-2,-1 1,-2-1,-10 21,19-44,0 1,-1-1,0 0,1 0,-1 0,-1 0,1 0,0 0,-1 0,1-1,-1 1,0-1,0 0,0 0,0 0,0 0,0 0,-1-1,1 0,0 1,-1-1,1 0,-1-1,0 1,1-1,-1 1,1-1,-1 0,0 0,1-1,-3 0,30-3,364-23,-325 21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28:24.055"/>
    </inkml:context>
    <inkml:brush xml:id="br0">
      <inkml:brushProperty name="width" value="0.1" units="cm"/>
      <inkml:brushProperty name="height" value="0.2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111 262,'-8'21,"0"1,2 0,0 0,2 1,1-1,0 1,1 16,3-28,-1 0,1-1,1 1,0 0,1-1,0 0,0 1,1-1,1-1,-1 1,2 0,-1-1,1 0,1-1,-1 1,1-1,3 2,5 3,2-1,-1-1,1 0,1-1,0-1,0-1,1 0,-1-1,2-1,-1-1,1-1,0-1,0 0,0-2,0 0,0-1,0-1,0-1,0-1,0 0,0-2,-1 0,0-2,0 0,4-2,-9 1,-1 0,0-1,0 0,-1-1,0-1,-1 1,0-2,-1 0,0 0,0-1,-2 0,0 0,0-1,-1 0,-1 0,0-1,-1 0,-1 0,0 0,-1-1,-1 1,0-1,-1 0,-1 1,0-1,-1 0,-1 1,0-1,-1 1,-5-14,4 14,0 0,-1 1,0 0,-2 0,1 0,-2 0,0 1,0 0,-1 1,-1 0,0 1,0 0,-2 0,1 1,-1 0,0 1,-1 1,0 0,-1 0,1 1,-1 1,-1 1,1 0,-1 0,0 2,0 0,0 0,0 2,0 0,-1 0,1 2,-6 0,3 3,0 1,0 1,0 0,1 1,0 1,0 1,1 0,0 1,1 1,0 0,-8 9,-12 12,2 2,2 1,-26 38,-18 32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28:27.954"/>
    </inkml:context>
    <inkml:brush xml:id="br0">
      <inkml:brushProperty name="width" value="0.1" units="cm"/>
      <inkml:brushProperty name="height" value="0.2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302 309,'-6'-3,"2"0,0 1,0-1,0 1,0 0,0 0,0 0,0 1,-1 0,1-1,-1 1,1 1,-1-1,1 1,-1 0,1 0,-1 0,1 0,-1 1,1 0,-1 0,1 0,-1 1,1-1,0 1,0 0,0 0,0 0,0 1,0 0,-2 8,2-1,-1 1,2 0,-1 1,1-1,1 1,0-1,1 1,0 0,1-1,0 1,1 5,-1-14,0 11,-1 0,2 1,0-1,1 0,0 0,1 0,0 0,2 0,-1-1,2 0,0 0,0 0,1 0,1-1,0 0,0-1,1 0,1 0,0-1,0 0,1-1,10 7,-6-8,1-1,-1-1,1-1,1 0,-1 0,1-2,0 0,-1-1,1-1,0 0,0-2,0 0,0 0,0-2,0 0,-1-1,1 0,-1-2,0 0,-1 0,1-2,-1 0,-1 0,1-2,-1 0,-2 2,0 0,0-1,-1-1,0 0,0 0,-1-1,-1 0,0-1,0 0,-1-1,-1 1,0-2,-1 1,0-1,-1 1,0-2,-2 1,1 0,-2-1,0 1,-1-1,0 0,-1 0,-1 0,0 1,-1-1,0 1,-5-13,-1 6,-1 0,-1 0,-1 1,-1 0,-1 1,-1 1,0 0,-1 0,-1 2,-1 0,0 1,-1 0,0 2,-2 0,1 1,-1 1,-1 1,0 0,-1 2,1 1,-17-4,26 9,-1 0,1 1,0 0,-1 1,1 0,0 1,0 0,-1 1,1 1,0 0,0 0,1 1,-1 1,1 0,0 0,0 1,1 1,-1 0,-4 4,-10 13,1 0,1 2,1 0,2 2,1 0,1 1,1 1,-2 7,-26 55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28:28.632"/>
    </inkml:context>
    <inkml:brush xml:id="br0">
      <inkml:brushProperty name="width" value="0.1" units="cm"/>
      <inkml:brushProperty name="height" value="0.2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0 487,'53'-117,"-5"-1,24-101,-61 188,-11 31,0 1,0-1,0 0,1 1,-1-1,0 0,0 1,1-1,-1 0,0 0,0 1,1-1,-1 0,0 0,1 0,-1 1,0-1,1 0,-1 0,0 0,1 0,-1 0,1 0,-1 0,0 0,1 0,-1 0,0 0,1 0,-1 0,1 0,-1 0,0 0,1 0,-1 0,0 0,1-1,-1 1,0 0,1 0,-1 0,0-1,1 1,-1 0,0 0,0-1,1 1,-1 0,0-1,0 1,0 0,1-1,-1 1,0 0,0-1,0 1,16 99,46 586,-53-575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28:31.018"/>
    </inkml:context>
    <inkml:brush xml:id="br0">
      <inkml:brushProperty name="width" value="0.1" units="cm"/>
      <inkml:brushProperty name="height" value="0.2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93 12,'-92'2,"124"6,213-19,-114 1,-44 10,-86 0,-1 1,1-1,0 1,-1-1,1 1,-1-1,1 1,-1-1,1 1,-1 0,0-1,1 1,-1 0,0-1,1 1,-1 0,0-1,0 1,0 0,0 0,0-1,0 1,0 0,0 0,0 0,0-1,0 1,0 0,0 0,0-1,-1 1,1 0,0-1,-1 1,1 0,0-1,-1 1,1 0,-1-1,1 1,-1-1,1 1,-1-1,0 1,1-1,-1 1,0-1,1 0,-1 1,0-1,0 0,-13 13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28:55.604"/>
    </inkml:context>
    <inkml:brush xml:id="br0">
      <inkml:brushProperty name="width" value="0.1" units="cm"/>
      <inkml:brushProperty name="height" value="0.2" units="cm"/>
      <inkml:brushProperty name="color" value="#EF0C4D"/>
      <inkml:brushProperty name="tip" value="rectangle"/>
      <inkml:brushProperty name="rasterOp" value="maskPen"/>
      <inkml:brushProperty name="ignorePressure" value="1"/>
    </inkml:brush>
  </inkml:definitions>
  <inkml:trace contextRef="#ctx0" brushRef="#br0">1969 1731,'21'-79,"-5"-1,-2-1,-1-39,-6-32,-10-95,-25-74,22 292,-2 1,-1 0,-1 1,-1 0,-1 1,-2 0,0 1,-2 1,-1 0,-1 1,0 1,-2 0,-1 2,0 0,-2 2,0 0,-1 1,0 2,-2 0,-2 1,-31-18,-3 2,0 4,-2 2,0 2,-47-7,56 21,0 2,-1 2,1 3,-1 2,-44 8,63-5,0 3,0 1,1 2,0 1,0 2,1 1,1 2,1 1,0 2,1 1,1 2,1 1,0 2,0 7,2 0,1 2,2 1,1 1,2 1,1 0,2 2,2 1,-8 29,-6 9,4 3,3 0,-8 57,24-84,3 0,2 0,2 0,2 0,3 0,3 0,10 45,29 138,29 125,1-117,-36-124,-5 1,-5 1,-1 29,-13-16,-5 0,-7 1,-6 30,-4-31,5 1,9 27,30 269,-37-412,7 105,5-1,5-1,26 86,-27-138,-3 0,-3 1,-4 1,-2-1,-5 39,12 386,-4-387,2 49,8 0,13 35,-23-156,2 0,2 0,1-1,2 0,2-2,1 1,1-2,3-1,0 0,3-2,0-1,2-1,1-1,2-1,2 0,-20-19,1 0,0-1,0-1,1 0,0-1,0 0,1-1,0-1,0 0,0-1,0-1,0 0,0-1,1-1,-1 0,0-1,1 0,-1-2,0 0,0 0,6-4,19-12,-2-2,0-2,-2-2,0-1,-2-2,4-5,11-8,0 2,-21 18,0-1,-2 0,0-2,-2-2,-1 0,-1-1,10-16,-22 19,0 0,-2-1,0 1,-2-2,-1 1,-1-1,-1 0,-1 1,-2-25,3-1,2-40,0-19,5 0,23-102,-11 107,-5-2,-4 0,-2-88,-8 19,-7 0,-14-55,-106-525,109 650,4 0,5-97,6 166,-1-1,-2 1,-1 0,-2 0,-1 1,-3 0,-2-6,-13-21,11 29,2-1,0 0,3 0,1-1,-1-12,4-218,8 182,-5 0,-8-54,5 107,1 1,2-1,1 0,2 0,1 0,1 0,4-13,16-53,-5 30,-4 0,-2-1,-2-25,-8 70,1-11,-2 0,-1 0,-1 0,-2 0,-1 0,-3-5,-8-7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29:14.870"/>
    </inkml:context>
    <inkml:brush xml:id="br0">
      <inkml:brushProperty name="width" value="0.1" units="cm"/>
      <inkml:brushProperty name="height" value="0.2" units="cm"/>
      <inkml:brushProperty name="color" value="#EF0C4D"/>
      <inkml:brushProperty name="tip" value="rectangle"/>
      <inkml:brushProperty name="rasterOp" value="maskPen"/>
      <inkml:brushProperty name="ignorePressure" value="1"/>
    </inkml:brush>
  </inkml:definitions>
  <inkml:trace contextRef="#ctx0" brushRef="#br0">2087 1835,'-2'-81,"-3"0,-15-77,7 58,5-1,4-12,-1-16,2 80,-2 0,-3 0,-1 1,-3 0,-1 1,-3 0,-2 2,-1-1,-3 2,-2 1,-1 1,-2 1,-2 2,-2 0,-1 2,-2 1,4 8,-1 1,-1 1,-2 1,0 3,-1 0,-2 2,0 2,-34-11,66 27,-51-20,-2 2,0 3,-1 2,-1 3,-11 1,-8 6,0 3,0 4,1 3,-1 3,-29 10,99-16,-1 0,0 1,1 0,0 0,-1 1,1 0,1 1,-1 0,1 0,0 1,0 0,0 1,1-1,0 2,-5 5,-83 111,-71 120,154-225,0 0,1 0,1 1,1 1,1 0,1 0,1 0,0 1,2 0,-2 19,8 278,2-248,4 0,2-1,4 0,2 0,4-2,2 0,4-1,15 25,101 198,15-30,-134-214,-3 1,-1 1,-3 0,8 41,-17-44,-1 0,-3 0,-3 45,8 85,8-39,-7 1,-5 0,-6 3,-37 426,34-154,-2-123,29 278,-3-376,9 0,10 8,-29-152,1 0,2-1,3-1,1 0,2-1,2-1,2-1,2 0,8 7,-22-37,1 0,0-1,1 0,0 0,1-2,0 1,0-2,1 0,0 0,1-1,-1-1,1-1,0 0,1-1,-1 0,1-1,0-1,0 0,0-2,0 0,6 2,-1 0,1-2,0-1,-1-1,0 0,1-2,-1-1,0 0,-1-1,1-2,-1 0,-1-1,13-8,-1-7,-1-2,-1-2,-2 0,0-2,-3-1,0-1,-2-1,-1-1,-2 0,13-35,11-37,-6-3,-4 0,-5-3,-4-6,-2 18,26-126,5-121,13-134,-32 226,-12-2,-11-103,-12 278,-3 1,-4-1,-17-69,9 37,4 0,3-94,-9-108,4 238,-3 0,-3 1,-14-29,-2-10,27 79,2-1,1 1,2-1,2 0,1-4,0-1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29:40.46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35 0,'17'23,"1"-1,1 0,1-2,1 0,1-1,0-1,2-1,0-1,0-2,26 12,-43-23,1 1,-1-1,1 0,0-1,-1 0,1 0,0-1,0 0,1 0,-1-1,0 0,0-1,0 0,0 0,0 0,0-1,0 0,0-1,-1 0,1 0,-1 0,0-1,0 0,0-1,0 1,-1-1,0-1,0 1,0-1,0-1,0 0,-1-1,0 1,0-1,-1 0,0 0,0 0,-1-1,0 1,0-1,-1 0,0 0,-1 0,0 0,0 0,-1 0,0 0,-1 0,0-2,1 11,0 1,-1 0,1 0,0-1,0 1,0 0,-1 0,1-1,0 1,-1 0,1-1,0 1,-1 0,1-1,-1 1,1-1,-1 1,1-1,-1 1,1-1,-1 1,0-1,1 1,-1-1,0 0,1 0,-1 1,0-1,0 0,1 0,-1 0,0 1,0-1,1 0,-1 0,0 0,0 0,1-1,-1 1,0 0,0 0,1 0,-1-1,0 1,1 0,-1-1,0 1,1 0,-1-1,0 1,1-1,-1 1,1-1,-1 1,1-1,-1 0,1 1,-1-1,1 1,0-1,-1 0,1 0,0 1,0-1,-1 0,1 1,0-1,-7 25,0 1,2 0,0 0,2 0,1 1,1-1,2 21,5 59,4 1,5-1,18 58,21 152,-50-285,-2 0,0 0,-2 0,-2 0,-3 19,4-41,-1 1,1-1,-2 0,1 0,-1-1,0 1,-1-1,0 1,0-1,-1 0,1 0,-1-1,-1 1,0-1,1-1,-2 1,1-1,-1 0,0 0,0-1,0 0,-4 2,1-2,-1-1,1 0,-1 0,0-1,0-1,0 0,0 0,0-1,0 0,0-1,1-1,-1 1,0-2,0 1,1-2,0 1,-1-1,1-1,-8-5,-6-3,2-2,0 0,1-2,1 0,0-1,1-1,-11-15,15 16,1 0,1-1,0-1,2 0,0 0,1-1,1-1,2 0,-2-5,8 24,0 1,0-1,0 0,0 1,0-1,1 0,0 0,-1 1,1-1,0 0,0 0,0 1,1-1,-1 0,1 0,0 1,-1-1,1 0,0 1,1-1,-1 1,0-1,1 1,-1 0,1 0,0-1,0 1,0 0,0 0,0 1,0-1,0 0,0 1,1-1,-1 1,1 0,1-1,20-5,-1 2,1 0,0 1,0 2,14 0,-1-1,182-11,-152 11</inkml:trace>
  <inkml:trace contextRef="#ctx0" brushRef="#br0" timeOffset="341.26">824 1257,'110'-261,"-102"239,-1 57,-2 45,4-1,16 71,-22-135,0 1,1-1,0 0,1 0,1-1,0 1,1-1,4 6,1-6</inkml:trace>
  <inkml:trace contextRef="#ctx0" brushRef="#br0" timeOffset="618.521">1212 468,'25'-2,"22"-4,19 1,14-3,7 1,-2 2,-9 1,-17 4,-19 2</inkml:trace>
  <inkml:trace contextRef="#ctx0" brushRef="#br0" timeOffset="864.005">1466 776,'20'2,"21"1,19 0,18-3,11-4,-10-1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29:42.32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93 251,'7'15,"11"18,12 11,12 10,10 5,8 3,5 4,-2-2,-4-1,-9-4,-7-6,-9-8,-11-9,-8-11</inkml:trace>
  <inkml:trace contextRef="#ctx0" brushRef="#br0" timeOffset="251.298">507 330,'-18'25,"-11"20,-7 16,-1 10,-3 8,5 4,3-4,7-5,8-9,6-16</inkml:trace>
  <inkml:trace contextRef="#ctx0" brushRef="#br0" timeOffset="792.288">775 1052,'1'-27,"2"0,0 0,2 1,1-1,1 1,1 0,1 1,11-22,-4 33,-12 46,-5 77,9 101,-7-203,0 1,0-1,1 0,0 0,1 0,0 0,0 0,0 0,1-1,-1 1,2-1,-1 0,4 3,8 5</inkml:trace>
  <inkml:trace contextRef="#ctx0" brushRef="#br0" timeOffset="1055.178">1110 477,'18'9,"17"12,17 12,10 9,5 9,1 5,-4 2,-5-2,-9-4,-8-6,-9-9,-8-8,-6-9,-6-8</inkml:trace>
  <inkml:trace contextRef="#ctx0" brushRef="#br0" timeOffset="1301.849">1711 371,'-21'4,"-13"9,-7 11,-7 13,-1 13,2 13,8 11,7 4,10 0,11-1,12-8,5-15</inkml:trace>
  <inkml:trace contextRef="#ctx0" brushRef="#br0" timeOffset="1563.149">1925 1092,'10'6,"0"-1,0 0,1-1,-1 0,1-1,0 0,0-1,0 0,0 0,0-2,1 1,-1-1,0-1,0 0,0 0,1-2,-2 1,1-1,0-1,0 1,-1-2,0 0,0 0,0-1,-1 0,0 0,0-1,-4 2,-2 0,1-1,0 1,-1-1,0 1,-1-1,1 0,-1 0,0 0,0-1,-1 1,0 0,0-1,0 1,-1 0,0-1,0 1,-1-1,0 1,0 0,0-1,-1 1,0 0,0 0,-1 0,1 0,-1 1,-1-1,1 1,-1-1,0 1,0 0,0 1,-1-1,1 1,-1 0,0 0,-1 0,1 0,-1 1,-5-2,-2 0,-1 0,0 2,0-1,0 2,-1 0,1 1,0 0,-1 1,1 0,0 2,-1-1,1 2,0 0,0 1,0 0,1 1,-1 0,1 1,0 1,1 0,-7 5,-9 3</inkml:trace>
  <inkml:trace contextRef="#ctx0" brushRef="#br0" timeOffset="1832.719">1163 50,'11'0,"18"0,20 0,19 0,16 0,11-3,2-2,-16-1</inkml:trace>
  <inkml:trace contextRef="#ctx0" brushRef="#br0" timeOffset="2389.513">0 9,'27'3,"25"0,22-3,14-3,4-1,-10 0,-18 0</inkml:trace>
  <inkml:trace contextRef="#ctx0" brushRef="#br0" timeOffset="8343.874">2794 611,'16'-2,"14"-1,14 0,12-1,11-3,8 0,4 1,0 2,-3 1,-9 4,-11 3,-15 2</inkml:trace>
  <inkml:trace contextRef="#ctx0" brushRef="#br0" timeOffset="8611.414">3101 237,'-11'18,"0"20,8 17,7 15,11 11,7 9,3 1,-2 0,-4-15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29:55.88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14,'18'16,"15"11,12 10,6 6,4 5,0 6,-5 5,-7 4,-8 1,-11-3,-8-6,-7-12</inkml:trace>
  <inkml:trace contextRef="#ctx0" brushRef="#br0" timeOffset="246.819">349 1,'-14'15,"-9"20,-7 17,-8 13,-4 14,-2 10,0 2,1 1,5-5,9-17</inkml:trace>
  <inkml:trace contextRef="#ctx0" brushRef="#br0" timeOffset="516.414">616 548,'54'-290,"-50"436,-4-104,3 0,1-1,3 1,1-1,1-1,3 0,11 25,-9-36</inkml:trace>
  <inkml:trace contextRef="#ctx0" brushRef="#br0" timeOffset="777.778">857 27,'0'18,"9"15,14 14,18 7,14 7,12 1,6 0,2-2,-5-5,-7-6,-11-8,-11-8,-13-7,-11-9</inkml:trace>
  <inkml:trace contextRef="#ctx0" brushRef="#br0" timeOffset="1010.174">1325 1,'-21'15,"-13"20,-8 17,-3 16,1 9,5 9,11 2,9-4,12-8,15-14,5-17</inkml:trace>
  <inkml:trace contextRef="#ctx0" brushRef="#br0" timeOffset="1273.474">1659 615,'3'7,"0"-1,1 0,-1 0,1 0,1 0,-1-1,1 1,0-1,0 0,0 0,1-1,-1 0,1 0,0 0,1-1,-1 0,0 0,1 0,0-1,0 0,0 0,0-1,0 0,0 0,0 0,0-1,0 0,0-1,0 0,0 0,0 0,0-1,0 0,0 0,-1-1,2 0,-1 0,0-1,0 0,-1 0,1 0,-1-1,0 1,0-1,-1-1,1 1,-1-1,-1 0,1-1,-1 1,0-1,0 1,-1-1,0 0,0 0,-1-1,1 1,-2-1,1 1,-1-1,0 0,-1 1,0-1,0 0,0 1,-1-1,-1 0,1 1,-1-1,0 1,-1 0,0 0,0 0,0 0,-1 0,0 0,0 1,-1 0,0 0,-4-4,3 6,0 0,0 0,-1 1,1 0,-1 0,0 1,0 0,0 0,0 0,0 1,-1 0,1 1,0-1,-1 1,1 1,0-1,0 1,-1 1,1-1,0 1,0 1,1-1,-1 1,0 0,1 1,-1-1,1 1,0 0,1 1,-1 0,1 0,0 0,0 0,0 1,1 0,-1 0,0 2,-35 56,8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30:15.40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0 975,'16'5,"17"5,11 9,10 8,3 7,-5 9,-10 5,-17 5,-22 7,-27 3,-31 0,-5-10</inkml:trace>
  <inkml:trace contextRef="#ctx0" brushRef="#br0" timeOffset="413.954">588 307,'12'14,"10"15,13 17,14 12,14 10,13 4,7-1,1-3,-3-4,-8-9,-12-8,-14-11,-15-11</inkml:trace>
  <inkml:trace contextRef="#ctx0" brushRef="#br0" timeOffset="685.358">1203 320,'-18'9,"-13"15,-8 16,-7 18,-1 15,-3 13,1 10,2 4,6 0,10-7,11-11,9-21</inkml:trace>
  <inkml:trace contextRef="#ctx0" brushRef="#br0" timeOffset="943.829">1497 1056,'0'5,"0"0,0 0,1 0,0 0,0 1,0-2,0 1,1 0,0 0,0 0,0-1,0 1,1-1,0 0,0 1,0-1,0-1,1 1,0 0,0-1,-1 0,2 0,-1 0,0 0,1-1,-1 0,1 1,0-2,0 1,-1 0,1-1,4 0,1 1,0 0,0-1,1 0,-1-1,0 0,0-1,1 0,-1 0,0-1,0-1,0 1,-1-2,1 1,-1-1,1-1,-1 0,-1 0,1-1,-1 0,0 0,0-1,-1 0,1 0,-2-1,1 0,-1 0,0-1,-1 0,0 0,2-6,-6 9,0 0,0 0,-1 0,1 0,-1 0,-1 0,1 0,-1 0,0 0,-1 0,0 0,0 0,0 1,0-1,-1 1,0-1,0 1,0 0,-1 0,0 0,0 1,0-1,0 1,-1 0,1 0,-6-3,2 2,0 0,0 0,-1 0,1 1,-1 0,0 1,-1 0,1 0,0 1,-1 1,1-1,-1 1,0 1,1 0,-1 0,-7 2,8 0,0 1,0 0,0 1,0 0,1 0,0 0,0 1,0 1,0 0,1 0,0 0,0 0,1 1,-1 1,2-1,-1 1,1 0,0 0,1 0,-1 1,2-1,-2 5,-11 33</inkml:trace>
  <inkml:trace contextRef="#ctx0" brushRef="#br0" timeOffset="1255.598">2018 0,'23'4,"19"12,16 13,11 18,10 19,6 19,-1 16,-7 13,-18 9,-25 8,-34 8,-47 5,-51 4,-10-24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30:09.92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1 629,'6'13,"8"14,10 12,9 10,12 8,9 8,8 7,4 2,1 1,-3-4,-6-6,-9-5,-10-12,-9-12,-10-11</inkml:trace>
  <inkml:trace contextRef="#ctx0" brushRef="#br0" timeOffset="278.32">522 656,'-16'9,"-12"14,-6 15,-4 15,-4 16,-3 12,-2 9,0 4,4-2,6-7,10-19</inkml:trace>
  <inkml:trace contextRef="#ctx0" brushRef="#br0" timeOffset="565.556">1003 762,'0'16,"0"19,-2 17,-1 13,-2 10,-1 3,-1 0,1-7,1-11,1-13,2-19,1-22,0-18,1-7</inkml:trace>
  <inkml:trace contextRef="#ctx0" brushRef="#br0" timeOffset="930.65">923 910,'-10'-83,"15"77,5 22,-8-13,37 62,-3-5,2-2,2-2,5 1,-30-37,2-1,0-1,1 0,1-2,0 0,2-1,-1-1,2-1,0-1,0 0,13 3,-33-14,0-1,0 1,0 0,0-1,0 1,0-1,0 1,0-1,0 0,0 0,0 0,0 0,0 0,0 0,0-1,1 1,-1-1,0 0,0 1,-1-1,1 0,0 0,0 0,0 0,-1-1,1 1,0 0,-1-1,1 1,-1-1,0 1,1-1,-1 0,0 0,0 1,0-1,0 0,0 0,-1 0,1-2,5-19,-2 0,-1 0,0 0,-2-1,-1 1,-1-4,1-4,-2-586,2 590,3 23,1 15,-4-11,6 22</inkml:trace>
  <inkml:trace contextRef="#ctx0" brushRef="#br0" timeOffset="1286.438">1658 803,'-6'116,"2"-91,1 0,2 0,1 1,1-1,0 0,2 0,1 1,2-2,0 1,6 12,-10-30,1-1,0 0,0 0,0 0,1-1,0 1,0-1,1 0,-1 0,1 0,0-1,0 0,1 1,-1-2,1 1,0-1,0 0,0 0,0-1,1 1,-1-1,1-1,-1 1,1-1,0-1,-1 1,1-1,0 0,0 0,-1-1,1 0,0 0,-1-1,1 0,-1 0,0 0,1-1,2-1,-1-3,0 0,0 0,-1-1,1 1,-2-2,1 1,-1-1,-1 0,0 0,0 0,0-1,-1 0,-1 0,0 0,2-10,-1-2,0 0,-2 0,0 0,-1-1,-2 1,0-1,-2 0,0 0,-1 0,-1 0,-1 1,-1-1,-1 2,-1-1,-2 0,7 14,0 0,-1-1,0 1,-1 1,0-1,0 1,0 0,-1 1,0-1,0 1,-1 1,1-1,-1 1,-1 1,1-1,-1 1,1 1,-6-2,8 4,1 0,-1 0,1 1,-1 0,0 0,1 0,-1 0,0 1,1 0,-1 0,1 1,-1 0,1 0,0 0,0 0,0 1,0 0,0 0,0 0,1 1,-1-1,1 1,0 0,0 0,1 1,-1-1,1 1,-2 3,-2 4,0 0,0 1,2 0,-1 0,2 0,0 1,0 0,1 0,1-1,1 1,-1 3,2-4,1 1,0 0,1-1,0 0,1 1,0-1,1 0,5 9,15 28</inkml:trace>
  <inkml:trace contextRef="#ctx0" brushRef="#br0" timeOffset="1904.532">2207 816,'-4'27,"2"0,1 0,1 1,2-1,1 0,0 1,3 3,-1 1,0 5,-1-2,2-1,1 1,1-1,11 25,-19-59,0-1,1 1,-1 0,0 0,0-1,1 1,-1 0,0 0,1 0,-1 0,0-1,1 1,-1 0,0 0,1 0,-1 0,1 0,-1 0,0 0,1 0,-1 0,0 0,1 0,-1 0,0 0,1 0,-1 0,1 0,-1 0,0 1,1-1,-1 0,0 0,1 0,-1 1,0-1,0 0,1 0,-1 1,0-1,0 0,1 0,-1 1,0-1,0 0,0 1,0-1,1 0,-1 1,0-1,0 1,0-1,0 0,0 1,0-1,0 0,0 1,0-1,0 1,0-1,0 0,0 1,0-1,4-32,-5-47,-3 1,-4 0,-9-34,4 26,3-1,2-46,21 51,-12 79,0 1,0-1,0 1,1 0,-1-1,1 1,-1 0,1 0,0 0,0 0,0 1,0-1,0 0,0 1,0-1,1 1,-1 0,0 0,1 0,-1 0,1 0,-1 0,1 1,0-1,-1 1,1 0,0-1,-1 1,1 1,14 2,0 1,-1 0,0 2,0 0,0 1,-1 0,0 1,0 1,-1 0,8 7,-7-6,12 7,-1 0,-2 2,1 1,-2 1,19 22,-39-41,-1 0,0 0,0 0,0 1,0-1,-1 0,1 1,-1 0,1-1,-1 1,0 0,0 0,0 0,-1 0,1 0,-1-1,1 1,-1 0,0 0,0 0,0 0,-1 0,1 0,-1 0,1 0,-1 0,0 0,0 0,-1 0,1-1,0 1,-1-1,0 1,1-1,-3 2,-6 4,0-1,-1 0,0-1,-1 0,1-1,-1 0,0-1,0-1,-1 0,1 0,-1-1,-5 0,-38 10,53-12,1 1,-1-1,1 1,-1 0,1 0,-1 0,1 0,-1 1,1-1,0 1,0-1,0 1,0 0,0 0,0 0,0 0,0 0,1 0,-1 0,1 1,0-1,0 1,0-1,0 1,0-1,0 1,1-1,-1 1,1 0,-1-1,1 1,0 0,0-1,1 1,-1 0,4 10,0 0,1-1,0 0,1 0,1 0,-1-1,2 0,0 0,0-1,1 0,0 0,1-1,0 0,0-1,1 0,0-1,0 0,3 1,28 14,1-2,1-2,1-2,0-1,1-3,0-2,1-1,0-3,28-1,0 0</inkml:trace>
  <inkml:trace contextRef="#ctx0" brushRef="#br0" timeOffset="2615.948">3784 0,'-19'11,"1"0,0 1,0 1,1 1,1 0,1 2,0-1,1 2,0 0,1 0,2 1,-10 19,2 0,3 0,1 0,2 1,1 1,2 0,-1 21,5-23,1-1,2 1,1 0,3 0,0 0,3-1,1 1,1-1,2 0,2 0,1-1,2 0,1-1,2-1,1 0,2-1,1-1,1-1,2-1,22 22,-15-22,2-2,2-1,0-2,1-1,1-1,1-2,1-2,1-2,22 6,15 1</inkml:trace>
  <inkml:trace contextRef="#ctx0" brushRef="#br0" timeOffset="3777.378">4184 455,'3'7,"4"13,9 15,10 15,13 13,8 9,8 6,3 6,-1 0,-3-4,-5-5,-5-9,-9-14,-7-15,-7-14,-6-11</inkml:trace>
  <inkml:trace contextRef="#ctx0" brushRef="#br0" timeOffset="4275.99">4626 522,'-14'4,"-13"16,-14 24,-11 26,-8 23,-3 19,2 8,8 0,12-20</inkml:trace>
  <inkml:trace contextRef="#ctx0" brushRef="#br0" timeOffset="4786.52">4973 1391,'20'-26,"-2"-1,-1-1,-1 0,-2-1,0-1,-2 0,-2 0,0-1,-2-1,-2 0,0-4,-8 25,-6 35,-1 18,1 1,2 0,2 0,2 27,2-50,1 0,1 0,1 0,0 0,2 0,0-1,1 0,1 0,2 1,15 28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30:08.01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105 18,'-86'-18,"85"19,0-1,-1 1,1-1,0 1,0 0,0-1,0 1,1 0,-1 0,0 0,0 0,0-1,1 1,-1 0,0 1,1-1,-1 0,1 0,-1 0,1 0,0 0,-1 0,1 1,0-1,0 0,0 0,0 0,0 1,0-1,0 0,0 0,1 0,-1 1,0-1,1 0,-1 0,1 0,-1 0,1 0,-1 0,1 0,0 0,0 0,-1 0,1 0,0 0,0-1,0 1,1 0,18 30,3-2,0 0,2-2,0-1,28 21,-24-20,1-1,1-1,2-2,0-1,1-2,1-1,1-2,16 5,-45-20,-1 1,0-1,1 0,0 0,0 0,-1-1,1 0,0-1,0 1,0-1,0-1,0 1,0-1,0-1,-1 1,1-1,0 0,-1 0,1-1,-1 0,0 0,0-1,0 0,0 0,-1 0,0 0,1-1,-2 0,1 0,1-2,0-5,-1 1,0-2,-1 1,0 0,-1-1,-1 0,0 1,0-1,-1 0,-1 0,0 0,-1 0,0 0,-1 0,-1 0,0 1,0-1,-1 1,-1 0,-5-10,10 20,0 1,-1-1,1 0,0 0,-1 1,0-1,1 0,-1 1,0-1,0 0,0 1,0-1,0 1,0 0,0-1,-1 1,1 0,0 0,-1 0,1 0,-1 0,0 0,1 0,-1 0,1 1,-1-1,0 0,0 1,1 0,-1-1,0 1,0 0,0 0,1 0,-1 0,0 0,0 1,0-1,1 0,-1 1,0-1,1 1,-1 0,0-1,1 1,-1 0,-1 1,-2 8,0-1,0 1,1 0,1 0,0 1,0-1,1 1,0 0,0-1,2 1,-1 6,1-14,-1 64,2-1,4 1,3 0,13 55,-8-44,-8-51,9 44,-2 1,-4 0,-3 1,-3 0,-4-1,-2 1,-5 8,6-63,-2-1,0 0,-1 0,0-1,-1 0,-1 0,-1 0,-8 10,14-21,-1 1,0-1,-1-1,1 1,-1-1,1 0,-1 0,-1 0,1 0,0-1,-1 0,0 0,0-1,0 1,0-1,0-1,0 1,0-1,-1 0,1 0,0-1,-1 0,1 0,-1-1,-2 0,-8-5,0-1,1-1,0-1,1 0,0 0,0-2,1 0,1-1,0 0,0-1,1 0,1-1,0 0,1-1,0 0,-3-10,-2 4,1-1,1 0,0-1,2 0,1-1,1 0,1-1,0-5,7 27,0-1,1 1,0-1,0 1,0-1,0 1,1-1,-1 1,1 0,0-1,0 1,0 0,0-1,1 1,-1 0,1 0,0 0,0 0,0 0,0 1,1-1,-1 1,1-1,-1 1,1 0,0 0,0 0,0 0,0 1,2-2,105-25,-108 27,163-17,-85 13</inkml:trace>
  <inkml:trace contextRef="#ctx0" brushRef="#br0" timeOffset="337.27">987 1315,'108'-266,"-100"246,0 52,37 565,-43-532,-4-47</inkml:trace>
  <inkml:trace contextRef="#ctx0" brushRef="#br0" timeOffset="589.596">1081 1689,'-5'9,"4"6,5-1,15-2,14-3,16-5,11-6,7-5,-9-1</inkml:trace>
  <inkml:trace contextRef="#ctx0" brushRef="#br0" timeOffset="1012.587">1695 473,'21'0,"17"0,15 2,9 1,5 0,1 1,-5 1,-12-1</inkml:trace>
  <inkml:trace contextRef="#ctx0" brushRef="#br0" timeOffset="1181.096">1815 726,'19'5,"21"3,22 1,20-1,17-7,-7-4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30:43.39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0 228,'14'0,"13"-2,9-4,10-2,9-2,3-5,4-1,-2-1,-5 1,-9 1,-12 2</inkml:trace>
  <inkml:trace contextRef="#ctx0" brushRef="#br0" timeOffset="278.789">268 1,'-7'18,"-2"17,0 17,2 11,7 6,5 2,2-11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30:41.15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175 401,'-1'-1,"-1"-1,1 1,0-1,-1 1,1-1,-1 1,0 0,1-1,-1 1,0 0,0 0,1 0,-1 1,0-1,0 0,0 1,0-1,0 1,0 0,0-1,-1 1,1 0,0 0,0 1,0-1,0 0,0 1,0-1,0 1,0-1,0 1,0 0,1 0,-1 0,0 0,0 1,-56 52,53-45,0 0,1 0,0 1,0-1,1 1,0-1,0 1,1 0,0 5,2-12,-1 0,1 0,0 0,0 0,0 0,0 0,1 0,-1 0,1 0,0 0,0 0,0 0,0 0,0 0,1-1,-1 1,1 0,0-1,-1 1,1-1,0 0,1 0,-1 0,0 0,1 0,-1 0,1 0,-1-1,1 0,0 1,0-1,-1 0,1 0,5-1,-1 0,1 0,-1-1,0 0,1 0,-1 0,0-1,0-1,0 1,0-1,0 0,-1 0,1-1,-1 0,0 0,0-1,0 1,-1-1,1-1,-1 1,-1-1,1 0,-1 0,0 0,0 0,-1-1,2-2,-2 2,-1 1,0-1,0 0,0 0,0 0,-1 0,-1 0,1 0,-1 0,0 0,0 0,-1 0,0 0,-1 0,2 7,0-1,-1 1,1 0,0 0,-1 0,1 0,-1 0,1 0,0-1,-1 1,1 0,0 0,-1 0,1 0,-1 1,1-1,0 0,-1 0,1 0,0 0,-1 0,1 0,0 1,-1-1,1 0,0 0,-1 0,1 1,0-1,-1 0,1 0,0 1,0-1,-1 0,1 1,0-1,0 0,0 1,0-1,-1 0,1 1,0-1,0 0,0 1,0-1,0 1,0-1,0 0,0 1,0-1,0 1,0-1,0 0,0 1,0-1,1 0,-1 1,0-1,0 0,0 1,0-1,1 0,-1 1,0-1,-1 6,0 0,0 1,0-1,1 0,0 0,0 0,0 1,1-1,0 0,0 0,1 0,-1 0,2 0,-1 0,0-1,1 1,0-1,0 1,1-1,0 0,-1 0,2-1,-1 1,0-1,1 0,0 0,0 0,0-1,5 2,62 6,-36-12</inkml:trace>
  <inkml:trace contextRef="#ctx0" brushRef="#br0" timeOffset="469.421">696 148,'1'67,"2"1,4-1,3 0,3 4,-13-70,-1 0,1-1,0 1,0 0,0 0,0 0,0 0,0 0,0 0,0 0,0 0,0 0,1-1,-1 1,0 0,1 0,-1 0,1 0,-1-1,0 1,1 0,0 0,-1-1,1 1,-1 0,1-1,0 1,0-1,-1 1,1-1,0 1,0-1,0 1,-1-1,1 0,0 1,0-1,0 0,0 0,0 0,0 0,0 0,0 0,-1 0,1 0,0 0,0 0,0 0,0-1,0 1,0 0,0 0,-1-1,1 1,0-1,0 1,0-1,-1 1,1-1,0 0,-1 1,1-1,-1 0,1 1,0-1,-1 0,0 0,1 0,26-33,-21 26,0-1,1 1,-1 0,2 1,-1-1,1 1,0 1,0 0,1 0,0 0,0 1,2 0,-9 4,0 1,-1-1,1 1,0-1,0 1,0 0,0 0,0 0,0 0,0 0,-1 0,1 1,0-1,0 1,0-1,0 1,-1 0,1-1,0 1,-1 0,1 0,0 0,-1 1,1-1,-1 0,0 1,1-1,-1 0,0 1,0 0,0-1,0 1,0-1,0 1,0 0,-1 0,19 70,-18-67,0 0,0 0,0 1,0-1,-1 1,0-1,0 1,-1-1,1 0,-1 1,0-1,-1 0,1 0,-1 1,0-1,0 0,-1-1,1 1,-1 0,0-1,0 1,-1-1,0 0,1 0,-1-1,0 1,-1-1,1 0,-1 0,1 0,-1 0,-1 0,-67 12,36-13</inkml:trace>
  <inkml:trace contextRef="#ctx0" brushRef="#br0" timeOffset="935.071">1 242,'9'4,"10"2,10 0,13-4,9-6,11-8,5-5,-8-1</inkml:trace>
  <inkml:trace contextRef="#ctx0" brushRef="#br0" timeOffset="1192.106">643 0,'9'3,"10"0,10 0,12-1,11 0,5-3,-7-2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30:21.78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307 577,'-72'-79,"70"77,0 1,0-1,-1 1,1 0,0-1,-1 1,1 0,-1 0,1 1,-1-1,1 0,-1 1,0 0,1-1,-1 1,1 0,-1 1,0-1,1 0,-1 1,0-1,1 1,-1 0,1 0,-1 0,1 0,0 0,-1 1,1-1,0 1,0-1,0 1,0 0,0 0,0 0,1 0,-1 0,1 0,-5 6,1 1,0-1,1 1,0 0,1 0,0 1,0-1,1 1,0-1,0 1,2 0,-1 0,1 0,0-1,1 1,0 0,1 0,0-1,0 1,1 1,-2-8,0 0,0 0,0 0,1-1,-1 1,1 0,-1-1,1 0,0 1,0-1,0 0,0 0,0 0,1 0,-1 0,0 0,1-1,0 1,-1-1,1 0,0 1,0-2,0 1,-1 0,1 0,0-1,0 1,0-1,0 0,0 0,0 0,0-1,0 1,0-1,0 1,0-1,0 0,0 0,-1 0,1-1,0 1,-1-1,1 1,-1-1,2-1,5-7,0 1,-1-1,-1-1,0 0,0 0,-1 0,0-1,-1 1,-1-1,0-1,0 1,-1-1,-1 1,0-1,-1 0,0 0,-1 1,0-1,-2-4,1 11,-1 14,-2 17,2-10,1 0,1 0,0 0,1 0,1 0,0 0,1 0,1-1,0 1,4 6,-5-13,1-1,-1 0,1 0,0 0,1-1,0 1,0-1,0 0,1-1,0 1,0-1,0 0,1-1,0 1,0-1,0-1,0 1,0-1,1-1,6 3,47 3,-2-9</inkml:trace>
  <inkml:trace contextRef="#ctx0" brushRef="#br0" timeOffset="481.007">1016 148,'22'298,"-8"-173,-12-96,12 55,-12-84,-1 0,0 0,0 0,0 0,0 0,0-1,0 1,0 0,0 0,0-1,1 1,-1-1,0 1,-1-1,1 1,0-1,0 0,0 1,0-1,0 0,-1 0,1 0,0 1,0-1,-1 0,1 0,-1 0,1 0,-1 0,0 0,1 0,-1 0,0 0,1-1,-1 1,0 0,0 0,0 0,0 0,0 0,11-25,-7 14,0 0,1 1,0-1,1 1,1 0,0 1,0 0,1 0,7-7,-14 15,1 1,-1 0,1 0,0 0,-1 0,1 0,0 0,0 0,-1 1,1-1,0 1,0-1,0 1,0 0,0 0,0-1,-1 1,1 1,0-1,0 0,0 0,0 1,0-1,0 1,0-1,-1 1,1 0,0 0,-1 0,1 0,0 0,-1 0,1 0,-1 1,0-1,1 1,-1-1,0 1,1 0,35 70,-34-65,0 0,0 0,-1 1,1-1,-2 1,1-1,-1 1,-1-1,1 1,-1 0,0 0,-1-1,0 1,0-1,-1 1,0-1,0 1,-1-1,1 0,-2 0,1 0,-1 0,0-1,0 0,-5 5,-69 28,34-27</inkml:trace>
  <inkml:trace contextRef="#ctx0" brushRef="#br0" timeOffset="825.09">0 1124,'1'2,"0"-1,0 1,0-1,0 0,1 0,-1 0,0 1,0-1,1 0,-1-1,1 1,-1 0,1 0,-1-1,1 1,-1 0,1-1,0 0,-1 1,1-1,0 0,-1 0,1 0,0 0,0 0,2 0,57 5,2-3,-1-3,0-2,8-4,-67 6,622-79,-279 31,138 5,-339 46,-108 4</inkml:trace>
  <inkml:trace contextRef="#ctx0" brushRef="#br0" timeOffset="1508.373">374 1446,'-6'13,"0"1,1 0,0 0,1 0,1 1,0-1,1 1,0 0,1 0,1-1,1 8,0-16,-1 0,1 1,1-1,-1 0,1 0,0 0,0 0,1 0,0-1,0 1,0-1,1 0,-1 0,1 0,1 0,-1 0,1-1,-1 0,1 0,0 0,1-1,-1 1,1-1,-1-1,1 1,0-1,4 1,0-1,0 0,0 0,0-1,0-1,0 0,1 0,-1-1,0 0,0-1,0 0,0-1,-1 0,1 0,0-1,-1 0,0-1,0 0,-1 0,1-1,6-6,-5 5,0-2,-1 0,0 0,0 0,-1-1,0-1,-1 1,0-1,-1 0,0-1,-1 0,0 0,-1 0,0 0,-1-1,1-4,-4 9,1 1,-1-1,-1 0,0 1,0-1,0 1,-1-1,0 1,0 0,-1-1,0 1,0 0,-1 1,0-1,0 1,0-1,-1 1,0 1,0-1,-1 1,1 0,-1 0,0 0,-1 1,1 0,-1 0,0 0,0 1,-7-2,7 2,-1 0,1 0,-1 1,0 0,0 1,0-1,0 2,0-1,-1 1,1 0,0 1,0 0,0 0,0 1,0 0,0 0,1 1,-1 0,1 0,0 1,-1 0,1 0,1 1,-1 0,1 0,0 0,0 1,0 1,1-1,0 1,1 1,0-1,0 1,1-1,0 1,0 0,1 0,0 1,0-1,1 0,0 1,0-1,1 0,0 1,1-1,0 1,0-1,1 0,0 0,0 0,1 0,0 0,1 0,-1 0,1-1,2 2,26 39</inkml:trace>
  <inkml:trace contextRef="#ctx0" brushRef="#br0" timeOffset="2101.961">1190 1472,'-2'8,"2"0,-1-1,1 1,0 0,1 0,0-1,0 1,1 0,-1-1,2 0,-1 1,1-1,0 0,1 0,0 0,0-1,0 1,1-1,-1 0,2 0,-1-1,1 1,0-1,0 0,0-1,0 1,1-1,0-1,0 1,0-1,0-1,5 2,-8-3,1-1,0 0,0 0,0 0,0 0,-1-1,1 1,0-2,-1 1,1 0,0-1,-1 0,1 0,-1 0,0 0,0-1,0 0,0 1,0-2,-1 1,1 0,-1-1,0 1,0-1,0 0,0 0,-1 0,0-1,0 1,0 0,0-1,0-3,1 0,0-1,-1 0,0 1,0-1,-1 0,0 0,-1 0,0 0,0 1,-1-1,0 0,0 0,-1 0,-1 1,1-1,-1 1,-4-7,4 9,-2 0,1 0,-1 0,0 1,0-1,-1 1,1 0,-1 1,0 0,-1 0,1 0,-1 0,1 1,-1 0,0 1,0-1,-1 1,1 1,0-1,-1 1,1 1,0-1,-1 1,1 1,-1-1,1 1,0 1,-1-1,1 1,0 0,0 1,0 0,0 0,1 0,-1 1,-4 3,-107 90,66-41</inkml:trace>
  <inkml:trace contextRef="#ctx0" brushRef="#br0" timeOffset="2525.214">335 2180,'4'9,"1"-1,0 0,0 0,1 0,0-1,0 0,1 0,0 0,0-1,1 0,0-1,0 0,0 0,0 0,2-1,-5-2,0 0,0 0,0-1,1 1,-1-1,1-1,-1 1,1-1,-1 0,0 0,1 0,-1-1,1 0,-1 0,0 0,1-1,-1 0,0 0,0 0,0 0,0-1,-1 0,1 0,-1 0,0-1,3-2,-1 0,-1 0,0 0,0 0,-1-1,0 1,0-1,0 0,-1-1,0 1,-1 0,1-1,-1 0,-1 1,0-1,0 0,0 0,-1 0,0 0,0 1,-1-1,0 0,-1 0,0 1,0-1,0 0,-1 1,0 0,-1 0,1 0,-1 0,-1 0,1 1,-1 0,0 0,-1 0,1 1,-1-1,0 1,-1 1,1-1,-1 1,0 0,0 1,-4-2,7 4,0 0,0 0,0 0,-1 1,1-1,0 1,0 0,0 0,-1 1,1-1,0 1,0 0,0 0,0 0,0 1,0 0,0-1,1 1,-1 0,1 1,-1-1,1 1,0 0,-1-1,2 1,-1 1,0-1,0 1,-3 4,1 0,-1 1,2 0,0 0,0 0,0 0,1 0,0 1,1-1,0 1,0 7,2 31,5-6</inkml:trace>
  <inkml:trace contextRef="#ctx0" brushRef="#br0" timeOffset="2813.486">1097 2234,'4'-16,"2"-9,0-9,-2-3,-1-4,0-1,-2 2,-1 5,0 12,0 15,0 19,-1 17,1 17,0 12,-2 8,-4 4,1-10</inkml:trace>
  <inkml:trace contextRef="#ctx0" brushRef="#br0" timeOffset="3120.945">374 2755,'-2'-13,"-1"-12,0-8,3-6,4 0,1 2,0 4,-2 16,0 16,-3 21,-3 16,1 12,-1 8,4 1,5 1,2-11</inkml:trace>
  <inkml:trace contextRef="#ctx0" brushRef="#br0" timeOffset="3448.57">869 2742,'1'9,"0"0,0 0,1 0,0-1,0 1,1-1,0 1,0-1,1 0,0 0,1-1,0 1,0-1,0 0,1 0,0-1,1 1,-1-2,1 1,0-1,1 0,-1 0,1 0,0-1,0-1,0 1,1-2,-1 1,1-1,0 0,-1 0,1-1,4-1,-4-2,-1 0,0-1,1 0,-1 0,0-1,0 0,-1-1,1 0,-1 0,0-1,0 1,-1-1,0-1,0 1,0-1,-1 0,0-1,0 1,-1-1,0 0,0 0,-1 0,0 0,-1-1,1 0,-2 1,1-1,-1 0,0 0,-1 0,0 1,-1-1,0 0,0 0,-1 0,0 1,-1-4,0 5,0 0,0 0,-1 0,0 1,0-1,-1 1,1 0,-1 0,0 1,-1 0,0-1,0 2,0-1,0 1,-1 0,1 0,-1 1,0 0,0 0,0 0,-1 1,1 0,0 1,-1 0,0 0,1 0,-1 1,-4 0,-1 3,1 1,0-1,0 2,0 0,0 0,1 1,0 1,-5 3,-39 27</inkml:trace>
  <inkml:trace contextRef="#ctx0" brushRef="#br0" timeOffset="3775.151">374 3545,'-14'-270,"7"239,2 185,6-122,1 0,1-1,2 0,1 0,3 4,1-3</inkml:trace>
  <inkml:trace contextRef="#ctx0" brushRef="#br0" timeOffset="4060.345">709 3545,'27'-323,"-25"373,1-1,3-1,2 1,2-1,14 41,-9-48</inkml:trace>
  <inkml:trace contextRef="#ctx0" brushRef="#br0" timeOffset="4823.691">1992 176,'67'385,"-22"75,-22 2,-21 124,-2-348,-1-65,9-1,6 1,27 111,-16-187,-16-70</inkml:trace>
  <inkml:trace contextRef="#ctx0" brushRef="#br0" timeOffset="5627.831">2046 938,'47'6,"1"-2,0-1,0-3,13-3,-39 3,823-48,-549 41,-253 2,-54-3,-4 4</inkml:trace>
  <inkml:trace contextRef="#ctx0" brushRef="#br0" timeOffset="8452.105">2460 1378,'1'-11,"1"0,0 0,0 0,1 0,1 0,0 1,0-1,1 1,14-39,0-33,-19 82,0 0,0 1,1-1,-1 0,0 0,1 0,-1 1,0-1,1 0,-1 0,0 0,0 0,1 1,-1-1,1 0,-1 0,0 0,1 0,-1 0,0 0,1 0,-1 0,0 0,1 0,-1 0,0 0,1-1,-1 1,0 0,1 0,-1 0,0 0,1 0,-1-1,0 1,52 273,-24-109,-25-138</inkml:trace>
  <inkml:trace contextRef="#ctx0" brushRef="#br0" timeOffset="9706.392">2420 2073,'1'8,"-1"-1,1 0,1 0,-1 0,1 0,0 0,1-1,0 1,0 0,0-1,1 0,-1 0,2 0,-1 0,1-1,0 0,0 0,0 0,0 0,1-1,0 0,0 0,0 0,1-1,-1 0,1 0,5 1,-3-1,0-1,0 1,0-1,0-1,0 0,1 0,-1-1,1 0,-1-1,0 0,1 0,-1-1,0 0,0-1,0 0,0 0,-1-1,1 0,-1-1,0 0,0 0,-1 0,1-1,-1 0,0-1,-1 0,0 0,0 0,1-3,-2 3,-1 0,0 0,0-1,-1 0,0 0,0 0,-1 0,0 0,-1 0,0-1,0 1,0 0,-1-1,-1 1,1-1,-1 1,-1 0,1-1,-2 1,1 0,-1 0,0 0,0 1,-1-1,0 1,-1 0,0 0,0 0,0 0,-1 1,0 0,0 0,0 1,-1 0,-6-4,8 7,1 0,-1 0,1 1,-1 0,0 0,1 0,-1 1,0 0,0 0,1 0,-1 0,0 1,0-1,1 1,-1 0,1 1,-1-1,1 1,-1 0,1 0,0 0,0 1,0 0,0-1,0 1,0 1,-10 8,1 1,0 0,1 1,1 0,0 0,-2 6,-17 30,5-4</inkml:trace>
  <inkml:trace contextRef="#ctx0" brushRef="#br0" timeOffset="10380.739">2487 2702,'6'10,"1"0,0-1,0 1,1-2,0 1,1-1,-1 0,2-1,-1 0,1 0,0-1,0 0,1-1,0 0,0-1,0 0,8 1,-14-5,0 0,1-1,-1 0,0 0,0 0,0 0,0-1,0 0,0 0,0 0,0-1,-1 0,1 0,-1 0,0 0,0-1,0 1,0-1,-1 0,1 0,-1 0,0-1,0 1,-1-1,1 0,-1 0,0 0,0 0,-1 0,2-1,-1-1,0 0,0 1,-1-1,0 0,0 0,0 0,-1 0,0 0,-1 0,1 0,-1 1,-1-1,1 0,-1 0,0 1,-1-1,0 1,0 0,0-1,0 1,-2 0,0 2,0 0,0 0,0 0,-1 1,0-1,1 2,-1-1,0 1,-1-1,1 2,0-1,-1 1,1 0,0 0,-1 0,1 1,-1 0,1 1,-1-1,1 1,-1 1,1-1,0 1,-1 0,1 0,0 1,1 0,-1 0,0 0,1 1,0 0,-1 0,2 0,-1 0,0 1,1 0,0 0,0 0,-3 6,-42 80,33-44</inkml:trace>
  <inkml:trace contextRef="#ctx0" brushRef="#br0" timeOffset="10803.529">2620 3477,'78'-245,"-66"203,-8 70,-11 58,5 0,5 46,0-101</inkml:trace>
  <inkml:trace contextRef="#ctx0" brushRef="#br0" timeOffset="11278.261">2166 3277,'-2'-2,"1"3,3 7,4 11,3 11,2 9,0 10,-1 6,-1 0,-3-3,-2-5,-2-11</inkml:trace>
  <inkml:trace contextRef="#ctx0" brushRef="#br0" timeOffset="12272.655">3396 897,'4'0,"5"0,6 0,9 0,8 0,9 0,5 0,-4 0</inkml:trace>
  <inkml:trace contextRef="#ctx0" brushRef="#br0" timeOffset="13441.894">2554 162,'2'7,"6"7,5 7,8 8,7 7,5 5,5 2,-1 0,-1 1,-2-4,-3-3,-4-7,-7-7</inkml:trace>
  <inkml:trace contextRef="#ctx0" brushRef="#br0" timeOffset="13690.522">2807 109,'-6'16,"-8"16,-5 15,-6 12,-7 8,-3 2,-2-2,3-8,3-10,7-12</inkml:trace>
  <inkml:trace contextRef="#ctx0" brushRef="#br0" timeOffset="14326.419">3035 162,'-1'71,"-1"-20,3 1,2-1,2 0,5 17,3-33,-12-35,-1 0,1 0,0-1,-1 1,1-1,0 1,-1-1,1 1,0-1,-1 1,1-1,-1 1,1-1,-1 0,1 1,-1-1,0 0,1 1,-1-1,0 0,1 0,-1 1,0-1,0 0,0 0,0 0,0 1,0-1,0 0,0 0,0 1,0-1,0 0,0 0,-1 0,1 0,2-74,-4-1,-6-34,6 83,-8-58,18 114,1-1,2-1,0 1,2-2,1 1,1-2,1 0,2-1,0-1,9 8,38 16,-64-47,1 1,0 0,0 0,-1-1,1 1,0-1,0 1,0-1,0 0,0 0,0 1,0-2,0 1,-1 0,1 0,0 0,0-1,0 1,0-1,0 0,-1 0,1 1,0-1,-1 0,1 0,0 0,-1-1,1 1,-1 0,0-1,1 1,-1-1,0 1,0-1,0 1,0-1,0 0,0-1,4-12,-1-1,-1 0,0-1,-1 1,-1 0,0-1,-1 1,-3-16,3 12,-1-8,-2 0,0-1,-2 1,-1 1,-1-1,-1 1,-5-9,13 36,0 0,0 0,1 0,-1 0,0 0,0 0,0 0,0 0,0 0,1 0,-1 0,0 0,0 0,0 0,0 0,0 0,0 0,1 0,-1 0,0 0,0 0,0 0,0 0,0 0,0 0,1 0,-1-1,0 1,0 0,0 0,0 0,0 0,0 0,0 0,0 0,0-1,0 1,0 0,0 0,0 0,0 0,0 0,1 0,9 8</inkml:trace>
  <inkml:trace contextRef="#ctx0" brushRef="#br0" timeOffset="14654.442">3543 229,'-3'19,"1"1,0-1,2 1,0-1,2 1,1 9,-3-25,1 1,0 0,1-1,-1 1,1-1,-1 0,1 1,1-1,-1 0,1 0,-1 0,1 0,0-1,1 1,-1-1,0 0,1 0,0 0,0 0,0 0,0-1,0 0,0 0,1 0,-1 0,1-1,-1 0,1 0,0 0,1 0,0-1,0 1,0-1,-1-1,1 1,0-1,0 0,-1 0,1-1,0 1,-1-1,1-1,-1 1,0-1,0 0,0 0,0 0,0-1,-1 1,0-1,0 0,0-1,0 1,0-1,2-4,0-1,0 1,-1-1,-1 0,0 0,0 0,0 0,-2-1,1 1,-1-1,-1 0,0 0,0 1,-1-8,-1 8,-1 1,1-1,-2 1,1-1,-1 1,-1 0,1 0,-1 1,-1-1,0 1,0 0,-4-4,7 9,-1-1,1 1,-1 0,0 0,0 1,-1-1,1 1,-1-1,1 1,-1 0,1 0,-1 0,0 1,0 0,0-1,0 1,0 0,0 1,0-1,-1 1,1 0,0 0,0 0,0 1,0-1,0 1,-1 0,1 0,-3 2,-1 2,0 1,1 0,-1 0,1 1,0 0,1 0,-1 1,2 0,-1 0,1 0,0 0,1 1,0 0,0 0,1 0,0 1,0-1,1 1,1 0,0-1,0 1,1 0,0 0,0-1,1 1,1 4,5 20</inkml:trace>
  <inkml:trace contextRef="#ctx0" brushRef="#br0" timeOffset="15245.75">3971 122,'-10'25,"1"0,2 0,0 0,2 1,1 0,1 1,1-1,1 0,2 1,0-1,5 24,-5-47,-1-1,1 1,-1 0,1-1,0 1,0-1,0 1,0-1,0 1,1-1,-1 0,1 1,-1-1,1 0,0 0,0 0,0 0,0-1,0 1,1-1,-1 1,0-1,0-2,0-1,-1 1,1-1,-1 1,0-1,1 0,-1 1,0-1,0 0,0 0,0 0,0 0,-1 0,1 0,-1 0,1 0,-1 0,0 0,1 0,-1 0,0-1,-1 1,1-2,0 1,2-41,-3 1,-2-1,-5-29,-4-113,12 184,0-1,0 1,0-1,0 1,0-1,0 1,1-1,-1 1,1-1,0 1,0 0,0-1,0 1,0 0,0 0,1 0,-1 0,1 0,-1 0,1 0,0 0,-1 0,1 1,0-1,0 1,1 0,-1-1,0 1,0 0,1 0,-1 0,0 1,1-1,-1 1,1-1,-1 1,1 0,-1 0,1 0,-1 0,0 0,1 0,-1 1,1-1,0 1,9 2,-1 1,0 0,1 1,-1 0,-1 1,1 0,-1 0,0 1,-1 1,0-1,0 2,0-1,-1 1,-1 0,1 1,-1 0,4 9,-9-16,-1-1,1 1,-1 0,0 0,0 0,0 0,0 0,0 1,-1-1,0 0,1 0,-1 0,0 1,-1-1,1 0,0 0,-1 0,0 0,0 0,0 0,0 0,0 0,-1 0,1 0,-1 0,0-1,1 1,-1 0,-1-1,1 0,0 0,-1 1,1-1,-1 0,1-1,-2 2,-7 3,0-1,0 0,-1 0,1-1,-1 0,0-1,0-1,0 0,-9 0,-28 7,47-9,1 0,0 0,0 0,-1 0,1 0,0 1,0-1,0 0,0 1,0-1,-1 1,1 0,0-1,0 1,0 0,0 0,1-1,-1 1,0 0,0 0,0 0,1 0,-1 0,0 0,1 0,-1 0,1 0,-1 1,1-1,0 0,-1 0,1 0,0 1,0-1,0 0,0 0,0 1,0-1,0 0,0 0,1 0,-1 1,0-1,1 0,31 46,-11-31,0 0,2-2,0-1,0-1,1-1,1-1,0-1,0-1,1-1,0-2,0 0,18 0,0 1</inkml:trace>
  <inkml:trace contextRef="#ctx0" brushRef="#br0" timeOffset="15946.892">3543 938,'21'0,"15"0,13 0,10-3,6-2,3-3,2-1,-2 0,-6 1,-9 2,-11 2,-10 2,-14 3,-11 1,-7 1</inkml:trace>
  <inkml:trace contextRef="#ctx0" brushRef="#br0" timeOffset="18028.426">3743 2288,'-2'-3,"3"0,9 1,10-1,10 2,9-3,7 1,3-3,-1-1,-1-3,-4 1,-7 2,-11 1</inkml:trace>
  <inkml:trace contextRef="#ctx0" brushRef="#br0" timeOffset="18296.705">3810 2488,'20'0,"19"-3,11-2,9-3,4-2,-3-2,-4 1,-12 2</inkml:trace>
  <inkml:trace contextRef="#ctx0" brushRef="#br0" timeOffset="18556.769">4224 2034,'3'5,"0"0,1 0,0 0,-1 0,2 0,-1-1,0 0,1 0,0 0,0-1,0 1,0-1,1 0,-1-1,1 1,-1-1,1 0,0-1,0 1,2-1,115 28,-91-24,0 2,-1 1,0 1,-1 2,25 12,-50-21,0 0,-1 1,1-1,-1 1,0 0,0 0,1 0,-2 0,1 1,0 0,-1-1,0 1,0 1,0-1,0 0,-1 1,1-1,-1 1,0 0,-1 0,1 0,-1 0,0 0,0 0,-1 0,1 0,-1 0,0 0,-1 5,-5 5,-1 0,-1-1,0 1,0-2,-2 1,0-1,0-1,-1 0,0 0,-1-1,-1-1,0 0,-6 4,-87 56,60-47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30:46.77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241 241,'1'-3,"-1"1,1-1,0 0,-1 1,0-1,0 0,0 1,0-1,0 0,0 0,-1 1,1-1,-1 0,0 1,0-1,0 1,0-1,0 1,-1-1,1 1,-1 0,1 0,-1 0,0 0,0 0,0 0,0 0,0 0,0 1,-1-1,1 1,0 0,-1-1,1 1,-1 0,0 1,-2-2,-3 3,-1-1,0 1,1 1,-1 0,1 0,-1 0,1 1,0 1,0-1,0 1,1 1,-1-1,1 1,0 0,0 1,1 0,-1 0,1 0,1 1,-1 0,1 0,1 0,-1 1,1 0,0 0,1 0,0 0,0 0,1 1,0 0,2-4,0 1,1 0,0-1,0 1,1-1,-1 0,1 1,1-1,-1 0,0 0,1 0,0 0,1-1,-1 1,1-1,-1 0,1 0,1 0,-1 0,0-1,1 0,0 0,0 0,0 0,0-1,0 0,0 0,1 0,-1 0,0-1,1 0,0-1,-1 1,1-1,0 0,-1 0,1-1,-1 1,1-1,0-1,2-2,-1 0,0-1,0 0,0 0,-1 0,1-1,-1 0,-1 0,1-1,-1 0,0 0,-1 0,1 0,-1-1,1-5,0 5,57-146,-77 229,14-68,1 0,-1 0,1 0,0 1,0-1,1 0,0 0,1 0,-1 0,1 0,1 0,-1 0,1 0,0-1,1 1,-1-1,1 0,1 0,-1-1,1 1,0-1,0 0,1 0,4 3,-5-5,-1 0,1-1,-1 1,1-1,0 0,0 0,0-1,0 1,0-1,0 0,0-1,1 1,-1-1,4 0,0-3</inkml:trace>
  <inkml:trace contextRef="#ctx0" brushRef="#br0" timeOffset="583.945">629 1,'0'359,"0"-358,0-1,-1 0,1 0,0 1,-1-1,1 0,0 1,0-1,-1 1,1-1,0 0,0 1,0-1,-1 1,1-1,0 1,0-1,0 0,0 1,0-1,0 1,0-1,0 1,0-1,0 1,0-1,0 0,0 1,1-1,-1 1,0-1,0 1,0-1,1 0,-1 1,0-1,0 0,1 1,-1-1,0 0,1 1,-1-1,0 0,1 1,-1-1,1 0,-1 0,0 0,1 1,-1-1,1 0,-1 0,1 0,-1 0,0 0,1 0,-1 0,1 0,-1 0,1 0,-1 0,9-30,-8 25,-1 0,1 0,0 0,1 0,-1 0,1 0,0 1,0-1,0 0,1 1,0 0,0-1,0 1,0 0,0 1,1-1,0 1,0-1,0 1,0 0,0 0,1 1,-1-1,1 1,0 0,-1 1,6-2,0 3,1 1,-1 0,0 1,0 0,0 1,0 0,0 0,0 1,-1 0,1 1,-1 0,-1 0,1 1,-1 1,0-1,0 1,-1 0,0 1,0 0,0 0,-1 0,-1 1,1 0,-2 0,1 1,-3-8,-1 0,0 0,1 0,-1 1,0-1,0 1,0-1,0 1,-1-1,1 1,-1-1,1 1,-1 0,0-1,0 1,0 0,-1-1,1 1,0-1,-1 1,0 0,0-1,0 1,0-1,0 0,0 1,0-1,-1 0,1 0,-1 0,0 0,0 0,-1 2,-12 2,0 0,0-1,0 0,-1-1,0-1,1-1,-1 0,0-1,-1 0,1-2,0 0,-2-1,11 0,21-3,-4 3,4-4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31:04.29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977 308,'797'0,"-419"-19,136-33,-70 5,502-24,453-15,-396 63,-574 19,-126-1,1488 4,-57 30,-459-17,-328-12,-348 32,-551-29,131 13,-176-14,-1-1,1 1,0 0,0 0,-1 0,1 0,-1 1,1-1,-1 1,0-1,0 1,0 0,-1 0,1-1,-1 1,1 0,-1 1,0-1,0 0,0 0,-1 1,1-1,-1 0,1 0,-1 1,0-1,-1 0,1 1,-1-1,1 0,-1 1,-1 1,2 24,29 259,4 90,-32 398,5-669,-1-64,-3 0,-1 0,-3 1,-1-1,-4 12,-45 198,48-248,0 1,0-1,0 0,-1 0,0 0,1-1,-2 1,1-1,0 0,-1-1,0 0,0 1,0-2,0 1,0-1,-1 0,1 0,-1-1,1 1,-5-1,-66 12,-1-3,0-4,-67-3,141-3,-1047 50,-221-7,-164-9,-217 61,450-41,-316 31,1401-76,-929 89,259-21,202-38,-139 28,166-50,112-3,377-14,-173-9,222 6,-1-1,1-1,-1-1,1-1,1-1,0 0,0-2,0 0,1-1,0-1,5 1,-1-1,1 0,1-1,0 0,1-1,1 0,0-1,1 0,0-1,1 0,1 0,1-1,-3-9,-11-45,3-1,-5-47,-3-13,-11-25,7 39,6-2,-8-102,29 158,3-1,2 1,4 0,2-1,3 2,4-6,61-253,-71 293,-1-5,1 0,2 1,1-1,2 2,1-1,2 1,9-15,5 0,2 1,3 2,8-8,-28 38,0 0,1 1,1 1,0 0,1 1,0 0,0 2,1-1,1 2,-1 0,8-1,20-4,0 1,2 3,-1 2,1 2,0 1,32 3,-70 1,1 0,-1 0,1 0,0 1,-1 0,1 0,-1 1,1 0,-1 1,4 1,-2 0,0-1,0-1,0 0,0 0,0-1,0 0,0-1,0 0,0 0,10-3,8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31:10.77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70,'19'0,"18"0,25-3,22-2,21-3,18 0,14-2,5 0,0 1,-9 2,-16 2,-18 3,-19 0,-19 2,-20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31:11.30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70,'16'0,"17"0,18-3,21-2,22-3,19-3,17-1,11 1,2 3,-1 2,-10 3,-10 1,-16 2,-25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31:11.86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87 1,'102'145,"-6"5,-7 4,-6 3,-8 4,9 44,-57-131,-3 2,-4 0,8 60,-23-102,-2 0,-1 1,-2-1,-1 0,-1 1,-2-1,-2 0,-1-1,-10 30,1-24,-1 0,-2-2,-1 0,-2-1,-1-1,-2-2,-2 0,-1-1,-16 12,-7 4,-3-2,-2-2,-2-3,-1-3,-14 5,-23 7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31:12.51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84 1,'13'40,"1"0,2 0,2-2,2 0,1-1,2-1,22 26,-34-46,55 79,16 21,-5 3,41 90,-99-169,-1 0,-3 0,-1 2,-2 0,-1 0,-3 1,-1 1,-3-1,-1 1,-3 39,-4-40,-3-1,-1 0,-2 0,-2-1,-1 0,-3-1,-1-1,-2 0,-18 26,-9 8,-3-3,-4-2,-2-2,-24 18,22-25,-3-4,-66 48,75-67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31:13.16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23,'46'-9,"0"3,0 1,1 3,-1 1,1 3,-1 1,1 3,-1 2,-1 1,5 4,40 15,-2 3,-1 4,-1 4,40 27,55 45,-5 8,131 117,-148-111,-73-61,3-3,2-3,97 43,-161-88,-19-6,-10-3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31:14.24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1304,'220'-78,"167"-34,-81 26,-132 31,-2-6,132-70,-228 92,-2-2,-1-4,-3-3,-1-3,-3-3,-2-3,4-9,-57 54,-1 3,-1-1,0 0,0 0,-1-1,-1 0,0 0,0-1,2-8,-8 19,-1 1,1-1,-1 0,0 0,1 1,-1-1,0 0,0 0,0 1,0-1,0 0,1 0,-1 0,-1 1,1-1,0 0,0 0,0 1,0-1,0 0,-1 0,1 1,0-1,-1 0,1 0,-1 1,1-1,0 0,-1 1,0-1,1 1,-1-1,1 1,-1-1,0 1,1-1,-1 1,0 0,1-1,-1 1,0 0,0-1,1 1,-1 0,0 0,0 0,1 0,-1 0,0 0,0 0,0 0,1 0,-1 0,-1 0,-42 11,41-10,0 0,0 1,1-1,-1 1,0-1,0 1,1 0,-1 0,1 1,0-1,0 0,0 1,0-1,0 1,0 0,1-1,-1 1,1 0,0 0,-1 0,2 0,-1 0,0 1,1-1,-1 0,1 0,0 0,0 0,0 1,0-1,1 2,-2 4,1 1,0-1,1 1,0-1,1 1,0-1,0 1,1-1,0 0,0 0,1 0,0-1,1 1,0-1,0 0,1-1,0 1,1-1,-1 0,1 0,1-1,1 0,1 0,0 0,1-1,-1 0,1-1,0 0,0-1,1 0,-1-1,0 0,1-1,0 0,-1-1,1 0,-1-1,1 0,4-2,4-1,1-1,-2 0,1-2,0-1,-1 0,-1-1,1-1,-2-1,6-5,-14 10,0 0,-1-1,0-1,0 1,-1-1,0 0,0-1,-1 0,0 0,0 0,-1-1,-1 1,1-1,-2-1,1 1,-1 0,-1-1,0 0,-1 1,0-1,0 0,-1 0,0 1,-1-1,-1 0,1 0,-2 1,1-1,-2 1,1 0,-1 0,-3-5,0 4,0 0,-1 0,-1 0,1 1,-2 0,1 1,-1 0,-1 0,0 1,0 1,0 0,-1 0,0 1,0 1,-1 0,0 0,0 2,0-1,0 2,0 0,-1 0,3 1,0 0,0 1,0 0,-1 0,1 1,0 1,1 0,-1 1,0 0,0 0,1 1,0 1,0-1,0 2,1-1,-1 2,1-1,1 1,-1 0,1 1,0 0,1 0,0 1,0 0,-2 4,6-7,-1 1,1-1,1 1,-1-1,1 1,0 0,0 0,1 0,0 0,0 0,1 1,0-1,0 0,1 1,7 37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31:14.94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0 195,'4'2,"0"0,-1 0,1-1,0 1,0-1,0 0,0-1,0 1,0 0,0-1,0 0,0 0,0 0,1-1,10 1,319-13,-173 2,1542-76,-707 8,-869 63,-181 20,38-3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31:15.72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59,'6'15,"0"-1,0 1,2-1,0-1,0 0,1 0,1 0,0-1,1-1,0 0,1 0,0-1,7 3,-5 0,1-1,1-1,0 0,1-2,0 0,0 0,1-2,0 0,1-1,-1-1,1 0,0-2,0 0,0-1,1-1,-1-1,0-1,7-1,-19 0,0 0,0-1,0 0,0 0,0 0,-1-1,0 0,0 0,0-1,0 0,0 0,-1 0,0-1,0 0,-1 0,1 0,-1 0,-1-1,1 1,-1-1,0 0,1-4,0-3,0 1,-1-1,-1 0,0-1,-1 1,0 0,-1-1,-1 1,0 0,-1 0,-2-6,-14-25,18 44,0 0,-1 1,0-1,1 0,-1 1,1-1,-1 0,0 1,0-1,1 1,-1-1,0 1,0-1,1 1,-1 0,0-1,0 1,0 0,0 0,0 0,0 0,1 0,-1-1,0 1,0 1,0-1,0 0,0 0,0 0,1 0,-1 1,0-1,0 0,0 1,0-1,1 1,-1-1,0 1,0-1,1 1,-1-1,0 1,1 0,-1-1,1 1,-1 0,1 0,-1-1,1 1,-1 0,-6 11,1 0,-1 0,2 0,0 1,0 0,1 0,1 0,0 1,1-1,-1 7,2-9,-11 92,4 1,5 0,5 0,4-1,5 1,13 46,-18-114,3 78,-9-112,-1 0,1 0,0 0,-1-1,1 1,-1 0,0 0,0 0,1-1,-1 1,0 0,0-1,-1 1,1-1,0 1,0-1,-1 1,1-1,-1 0,1 0,-1 0,0 0,1 0,-1 0,0 0,0 0,0-1,1 1,-1-1,0 1,0-1,0 0,0 0,0 0,0 0,0 0,-2 0,-69-25,31-5,0 0,2-3,2-1,1-2,2-2,-11-16,30 37,10 12,1-1,0 0,0 0,0 0,0-1,1 0,0 0,1 0,-3-5,6 11,0 0,0 1,0-1,0 0,1 0,-1 1,0-1,0 0,0 0,1 1,-1-1,0 0,1 0,-1 1,0-1,1 0,-1 1,1-1,-1 1,1-1,0 1,-1-1,1 1,0-1,-1 1,1-1,0 1,-1 0,1-1,0 1,0 0,-1 0,1 0,0-1,0 1,-1 0,1 0,0 0,0 0,0 0,-1 0,2 1,163 3,295 7,-388-13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31:16.51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1 181,'4'-15,"0"1,2 0,-1 0,2 1,0 0,0 0,1 0,1 1,0 0,1 1,0 0,4-2,-14 12,0 0,0 1,1-1,-1 1,0-1,0 0,1 1,-1-1,0 1,1-1,-1 1,0-1,1 1,-1-1,1 1,-1 0,1-1,-1 1,1-1,0 1,-1 0,1 0,-1-1,1 1,0 0,-1 0,1 0,-1-1,1 1,0 0,-1 0,1 0,0 0,-1 0,1 1,0-1,-1 0,1 0,-1 0,1 0,0 1,-1-1,1 0,-1 1,1-1,-1 0,1 1,-1-1,1 1,-1-1,1 0,-1 1,1-1,-1 1,0 0,1-1,-1 1,0-1,0 1,1-1,-1 1,0 0,0-1,0 1,0 0,0-1,0 1,0 0,0 0,-11 120,7-75,2 1,2 0,2 0,2 0,7 32,2-1,-14-76,0-1,0 1,-1 0,1-1,0 0,0 1,-1-1,1 0,-1 1,0-1,1 0,-1 0,0 0,1-1,-1 1,0 0,0-1,0 1,0-1,0 1,0-1,0 0,0 0,0 0,1 0,-1 0,0 0,0-1,0 1,0-1,0 1,0-1,0 0,-7 0,-52-8,90 1,192 3,-160 3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31:16.76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1,'5'0,"-4"0,-1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31:18.36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1,'10'16,"11"14,12 13,13 9,13 7,10 4,7 4,2 1,-3-2,-8-3,-8-5,-12-8,-12-10,-12-13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31:18.61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431 1,'-14'0,"-11"7,-6 13,-6 20,-7 20,-5 19,-2 19,-1 13,3 5,5 0,9-21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31:20.01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1 329,'75'-284,"-66"240,0 57,37 242,6 30,-40-205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31:20.46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 0,'-2'14,"1"13,6 14,11 8,11 8,11 3,10 1,9-1,3-5,0-6,-2-7,-10-9,-12-9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31:20.67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446 1,'-14'22,"-11"22,-10 19,-9 17,-5 13,-7 6,1 1,1-4,7-8,8-13,11-19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31:21.43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0 243,'7'8,"0"0,0 0,0 0,1-1,0-1,1 1,-1-1,1-1,0 1,1-2,-1 1,1-1,0-1,0 1,0-2,1 0,-1 0,1 0,-1-2,1 1,8-2,0 2,-1-2,0 0,1-1,-1 0,0-2,0 0,0-1,14-7,-23 8,0 0,0 0,0-1,-1 0,1 0,-1-1,-1 0,1-1,-1 0,0 0,-1 0,1-1,-2 0,1 0,-1-1,0 1,0-3,-3 7,-1-1,1 1,-1-1,0 0,0 1,-1-1,1 0,-1 1,0-1,-1 0,1 1,-1-1,0 0,0 1,0-1,0 1,-1-1,0 1,0-1,0 1,-1 0,1 0,-1 0,0 1,0-1,-3-2,-1-1,-1 0,0 1,0 0,-1 0,0 1,0 0,0 0,0 1,-1 0,1 1,-1 0,0 1,-5-1,0 2,0-1,0 2,0 0,0 1,0 0,0 2,0-1,1 2,-1 0,1 0,0 2,0 0,-4 2,-48 28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15:43.912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1410 428,'13'23,"12"16,11 13,5 7,3 5,4-2,-1-3,-3-3,-2-6,-4-6,-6-6,-6-7,-6-10,-5-7</inkml:trace>
  <inkml:trace contextRef="#ctx0" brushRef="#br0" timeOffset="1">1850 415,'-15'2,"-13"10,-8 17,-5 19,-2 17,2 11,0 9,6 4,4-3,7-6,8-17</inkml:trace>
  <inkml:trace contextRef="#ctx0" brushRef="#br0" timeOffset="2">1931 976,'8'-8,"0"0,0 1,1 0,0 0,0 1,0 0,1 1,0 0,0 0,0 1,1 1,-1 0,4-1,-10 3,-1 0,0 0,1 0,-1 0,1 0,-1 1,1 0,-1 0,1 0,-1 0,1 0,-1 1,1-1,-1 1,1 0,-1 0,0 0,0 1,1-1,-1 1,0 0,0 0,0 0,-1 0,1 0,0 1,-1-1,1 1,-1-1,0 1,0 0,0 0,-1 0,2 3,-2 5,-1-1,-1 0,0 1,-1-1,0 0,0 0,-1 0,0 0,-1 0,0 0,0-1,-1 0,-1 0,1 0,-2-1,1 0,-4 3,-129 149,139-160,-1 0,0 1,0-1,0 0,0 1,0-1,0 1,0-1,0 1,0 0,0-1,0 1,1 0,-1 0,0 0,0-1,1 1,-1 0,1 0,-1 0,1 0,-1 0,1 0,0 0,-1 0,1 0,0 0,0 0,0 1,-1-1,1 0,0 0,1 0,-1 0,0 0,0 0,0 0,1 0,-1 0,0 0,1 0,-1 0,1 0,0 0,-1 0,1 0,-1 0,1 0,0-1,0 1,0 0,-1 0,1-1,0 1,0-1,0 1,0-1,0 1,15 1,-1 0,1-1,-1-1,1 0,-1-1,1-1,-1 0,7-3,7 1,62-11,-3 0</inkml:trace>
  <inkml:trace contextRef="#ctx0" brushRef="#br0" timeOffset="3">2653 415,'-2'16,"1"14,8 11,12 8,11 5,13 1,7 2,5 0,0-4,-8-1,-9-3,-11-5,-10-10</inkml:trace>
  <inkml:trace contextRef="#ctx0" brushRef="#br0" timeOffset="4">3014 441,'-7'0,"-7"9,-7 15,-10 16,-11 18,-9 14,-6 12,1 2,7-2,12-8,12-17</inkml:trace>
  <inkml:trace contextRef="#ctx0" brushRef="#br0" timeOffset="5">3294 1257,'86'-262,"-63"102,-23 150,-2 16,-3 19,-5 41,3 0,3 1,3-1,3 19,3-37,1-10</inkml:trace>
  <inkml:trace contextRef="#ctx0" brushRef="#br0" timeOffset="6">3696 454,'-7'-6,"0"-1,4 8,8 13,14 16,11 13,13 10,11 6,6 5,6 0,0-1,-5-3,-7-4,-12-5,-9-9,-12-9,-8-11</inkml:trace>
  <inkml:trace contextRef="#ctx0" brushRef="#br0" timeOffset="7">4190 468,'-14'-4,"-8"4,-8 13,-6 17,-3 19,-2 17,-1 14,3 9,5 2,8-2,10-9,6-19</inkml:trace>
  <inkml:trace contextRef="#ctx0" brushRef="#br0" timeOffset="8">4337 1123,'29'18,"-12"-5,0-2,2 0,-1-1,1-1,0 0,1-2,0 0,1-1,12 1,-30-6,0-1,0 0,0 0,0 0,0-1,1 1,-1-1,0 1,0-1,0 0,0 0,0-1,0 1,-1 0,1-1,0 0,-1 0,1 0,-1 0,0 0,1 0,-1 0,0-1,0 1,-1-1,1 0,0 1,-1-1,0 0,1 0,-1 0,0-1,1-4,0 0,-1 0,1 0,-2-1,1 1,-1 0,0-1,-1 1,0 0,0-1,-2-5,1 6,0 0,0 0,-1 1,0-1,0 1,-1-1,0 1,0 0,0 1,-1-1,0 1,-1 0,1 0,-1 0,0 1,-1 0,1 0,-1 1,0-1,0 2,-7-4,8 8,-1 0,1 0,-1 0,1 1,-1 0,1 0,0 0,0 1,0 0,0 0,0 1,1 0,-1 0,1 0,0 0,1 1,-1 0,1 0,0 0,0 1,0-1,1 1,0 0,-2 3,-6 11,1 0,1 1,1 0,0 1,2 0,0 0,1 2,-4 29</inkml:trace>
  <inkml:trace contextRef="#ctx0" brushRef="#br0" timeOffset="9">5033 1,'2'65,"4"1,2-1,4-1,12 39,-5-11,-3 1,-5 0,-4 0,-3 42,-5 31,1 49,11 24,-5-163,-3 0,-3 1,-5 2,-13 88,-9 140,23 347,-3-400,21 166,-1 250,-13-649,24 292,-13-231,-3 0,-4 0,-4 1,-4 13,-28 229,34 275,25-73,-20-28,4 154,-5-512,-12 139,-14 263,-5-25,12-326,-16 158,30 245,6-442,17 91,-19-196,37 195,-24 65,26 7,-39-234,-4 1,-7 57,-1 44,-16 163,12-238,7-27,4-1,7 49,-5-91,0 216,5 59,3-249,3-1,3-1,22 57,-31-96,0 0,-4-7</inkml:trace>
  <inkml:trace contextRef="#ctx0" brushRef="#br0" timeOffset="10">822 1510,'286'-6,"155"4,112 12,50-27,116-5,195 5,31 10,29-6,-471-1,267 8,-472 7,608-1,-238-32,-20-10,-223 34,-224-14,-152 18,-49 2,-3-1</inkml:trace>
  <inkml:trace contextRef="#ctx0" brushRef="#br0" timeOffset="11">5541 201,'4'16,"1"0,1 0,0-1,1 1,1-1,0-1,1 0,1 0,0 0,1-2,0 1,1-1,0-1,1 0,0-1,10 6,-17-10,1 0,0 0,1-1,-1 0,1 0,0-1,0 0,1-1,-1 1,1-2,0 1,0-1,0 0,0-1,0 0,7-1,-13-2,0 0,0-1,0 1,0-1,0 0,-1 0,1 0,-1 0,0 0,0-1,0 1,0-1,-1 1,1-1,-1 0,0 0,0 1,0-1,-1 0,1 0,-1 0,0 0,0 0,-1 0,1 0,-1 0,0 0,1 0,1-8,-1 1,-1-1,0 1,0 0,-1 0,-1-1,0 1,-1-2,4 14,0-1,0 1,-1-1,1 1,0-1,0 1,0-1,0 0,-1 1,1-1,0 1,-1-1,1 0,0 1,0-1,-1 0,1 1,-1-1,1 0,0 0,-1 1,1-1,0 0,-1 0,1 0,-1 0,1 1,-1-1,1 0,-1 0,1 0,0 0,-1 0,1 0,-1 0,1 0,-1 0,1-1,-1 1,1 0,-1 0,1 0,0 0,-1-1,1 1,-1 0,1 0,0-1,-1 1,1 0,0 0,-1-1,1 1,0-1,0 1,-1 0,1-1,0 1,0-1,0 1,-1 0,1-1,0 1,0-1,0 1,0-1,0 1,0-1,0 1,-12 37,-1 61,4 1,4 0,5 0,7 50,-5-109,2 181,-3-220,-1 1,0 0,1 0,-1 0,0 0,0 0,0 0,-1 0,1-1,0 1,-1 0,1 0,-1 0,1 0,-1-1,0 1,0 0,0-1,0 1,0-1,0 1,0-1,-1 1,1-1,-1 0,1 1,-1-1,1 0,-1 0,1 0,-1 0,0-1,0 1,1 0,-1-1,0 1,0-1,0 0,0 1,0-1,1 0,-1 0,-2 0,-7-7,0 1,1-1,-1-1,1 0,1 0,-1-1,1 0,1 0,-5-7,1 1,-16-16,-21-23,3-2,-24-38,69 94,1-1,-1 1,0-1,1 1,-1-1,0 1,1-1,-1 1,1-1,-1 0,1 1,-1-1,1 0,-1 0,1 0,0 1,-1-1,1 0,0 0,0 0,0 1,-1-1,1 0,0 0,0 0,0 0,1 0,-1 1,0-1,0 0,0 0,0 0,1 0,-1 1,0-1,1 0,-1 0,1 1,-1-1,1 0,-1 1,1-1,0 0,-1 1,1-1,0 1,-1-1,1 1,0-1,-1 1,1 0,0-1,0 1,0 0,0 0,-1-1,1 1,0 0,0 0,0 0,0 0,-1 0,1 0,0 0,0 0,0 1,255 6,-164-10,-8-1</inkml:trace>
  <inkml:trace contextRef="#ctx0" brushRef="#br0" timeOffset="12">6155 842,'36'0,"-26"-2,0 1,0 0,0 1,1 0,-1 1,0 0,0 0,0 1,0 1,0 0,0 0,0 0,-1 2,0-1,0 1,0 0,0 1,-1 0,-6-4,-1 0,0-1,1 1,-1 0,0 0,0 0,0 0,-1 0,1 0,0 1,-1-1,1 0,-1 0,0 0,0 1,0-1,0 0,0 0,0 1,0-1,-1 0,1 0,-1 0,0 0,0 0,1 0,-1 0,-1 0,1 0,0 0,0 0,-1 0,1-1,-1 1,1 0,-1-1,0 0,0 1,0-1,1 0,-1 0,0 0,-1 0,1 0,0 0,0-1,0 1,-1-1,-72 22,74-21,1-1,0 0,-1 0,1 0,0 0,-1 0,1 1,0-1,0 0,-1 0,1 1,0-1,0 0,0 0,-1 1,1-1,0 0,0 1,0-1,0 0,0 0,0 1,0-1,-1 0,1 1,0-1,0 0,0 1,0-1,0 0,0 1,1-1,-1 0,0 1,0-1,0 0,0 1,0-1,0 0,0 1,1-1,-1 0,0 0,0 1,1-1,-1 0,0 0,0 1,1-1,-1 0,0 0,0 0,1 0,-1 1,0-1,1 0,-1 0,0 0,1 0,-1 0,0 0,1 0,-1 0,0 0,1 0,-1 0,28 12,-25-11,37 13,-22-9,0 1,0 1,-1 0,0 2,0 0,13 10,-28-19,-1 1,1 1,-1-1,1 0,-1 0,1 0,-1 1,0-1,0 1,1-1,-1 1,0 0,0-1,-1 1,1 0,0 0,0-1,-1 1,1 0,-1 0,0 0,0 0,1 0,-1 0,0 0,-1-1,1 1,0 0,0 0,-1 0,1 0,-1 0,0-1,0 1,1 0,-1 0,0-1,0 1,0-1,-1 1,1-1,0 1,-1-1,1 0,-1 1,1-1,-1 0,1 0,-1 0,-1 0,-17 8,0-1,0-1,-1 0,0-2,-1 0,1-2,-19 1,7 1,-87 6,102-17,9-2</inkml:trace>
  <inkml:trace contextRef="#ctx0" brushRef="#br0" timeOffset="13">6851 280,'-1'1,"1"-1,0 0,0 1,0-1,0 0,-1 0,1 1,0-1,0 0,-1 0,1 0,0 0,0 1,-1-1,1 0,0 0,-1 0,1 0,0 0,-1 0,1 0,0 0,-1 1,1-1,0 0,0 0,-1-1,1 1,0 0,-1 0,1 0,0 0,-1 0,1 0,0 0,0 0,-1-1,1 1,0 0,-1 0,1 0,0-1,0 1,0 0,-1 0,1 0,0-1,0 1,0 0,-1-1,1 1,0 0,0 0,0-1,0 1,0 0,0-1,0 1,0 0,0-1,4 30,3-12,1 0,0-1,2 0,0 0,1-1,0 0,1-1,1-1,0 0,0 0,2-1,0-1,6 3,-12-8,0-1,0 0,1-1,-1 0,1-1,0 0,0 0,1-1,-1-1,0 1,3-1,-8-1,0 0,-1-1,1 1,0-1,0 0,0 0,-1-1,1 1,0-1,-1 0,0 0,1 0,-1-1,0 0,0 1,0-1,-1-1,1 1,-1-1,0 1,1-1,-2 0,1 0,2-4,0-6,0 0,0-1,-2 0,1 1,-2-1,0 0,-1-1,-1 1,0 0,-1 0,0 0,-2-2,1 89,10 179,12 10,-14-190,-6-60,-1 97,1-105,-1 0,0 0,1 0,-1 0,-1 0,1 0,0-1,0 1,-1 0,0-1,1 1,-1-1,0 0,0 1,-1-1,1 0,0 0,-1 0,1-1,-1 1,0-1,1 1,-1-1,0 0,0 0,0 0,0 0,0 0,0-1,0 0,0 1,-2-1,-3-2,0 0,0 0,0-1,0 0,0 0,1-1,-1 0,1-1,0 1,0-1,1 0,-1-1,1 0,0 0,1 0,-1-1,1 0,1 0,-1 0,1 0,0-1,1 0,0 1,0-1,0-6,1 11,0-1,1 0,0 1,0-1,0 0,1 0,-1 0,1 1,0-1,0 0,0 0,0 0,1 0,-1 0,1 0,0 1,0-1,1 0,-1 1,1-1,0 1,0-1,0 1,0 0,1 0,-1 0,1 0,0 0,-1 0,1 1,1 0,1-2,18-7,-1 2,1 1,0 1,1 1,0 1,-1 1,2 1,-1 1,0 1,0 1,10 2,-28-2,0-1,0 1,1 0,-1 1,0 0,0 0,0 0,-1 1,1-1,0 1,0 1,-1-1,1 1,-1 0,0 0,0 1,0-1,-1 1,1 0,-1 1,0-1,0 1,0 0,0-1,-1 2,0-1,0 0,-1 1,1-1,0 6,-2-1,-2 1,1 0,-2-1,1 1,-1-1,-1 1,0-1,0 0,-1 0,-1 0,1-1,-1 1,-1-1,0 0,0-1,-1 1,-4 3,-25 40,35-51,0-1,0 1,1 0,-1 0,0-1,0 1,1 0,-1 0,1 0,-1 0,1 0,-1 0,1 0,0 0,-1 0,1 0,0 0,0 0,0 0,0 0,0 0,0 0,0 0,0 0,0 0,0 0,0 0,1 0,-1 0,0 0,1 0,-1 0,1 0,-1 0,1 0,0 0,-1 0,1-1,0 1,0 0,-1 0,1-1,0 1,0-1,0 1,0-1,0 1,9 1,0 0,0 0,0-1,0-1,0 0,1 0,-1-1,0 0,0-1,2-1,0 2,133-27,-72 12</inkml:trace>
  <inkml:trace contextRef="#ctx0" brushRef="#br0" timeOffset="14">8147 227,'23'27,"0"-1,2-1,1-1,1-2,1 0,0-2,2-1,0-1,16 5,-43-21,0 0,1 0,-1-1,1 1,-1-1,1 0,0 0,0 0,-1 0,1-1,0 0,0 1,0-1,-1-1,1 1,0-1,0 1,0-1,-1 0,1 0,-1-1,1 1,-1-1,1 0,-1 0,0 0,0 0,0 0,0-1,0 1,0-1,-1 0,1 0,0-1,1-5,1-1,-2 1,1-1,-1 0,-1 0,0 0,0-1,-1 1,0 0,-1-1,0 1,-1-8,-2 101,2 632,1-703,0-7,0 0,0 1,0-1,0 0,-1 0,0 0,0 0,0 0,-1 0,0-1,0 1,-1 2,1-6,0-1,-1 1,1 0,0-1,0 1,-1-1,1 0,0 1,-1-1,1 0,0-1,0 1,-1 0,1-1,0 1,0-1,-1 0,1 1,0-1,0 0,0-1,0 1,0 0,0 0,0-1,1 1,-1-1,0 0,1 1,-1-1,1 0,-1-1,0 1,-31-27,1-2,1-1,2-2,2-1,-1-3,8-1,20 39,0-1,0 0,0 0,0 0,0 0,0 0,0 0,0 0,0 0,0 0,0 0,1 0,-1 0,0 0,1 0,-1 1,1-1,-1 0,1 0,-1 0,1 1,0-1,-1 0,1 1,0-1,0 0,-1 1,1-1,0 1,0-1,0 1,0 0,0-1,-1 1,1 0,0 0,0-1,0 1,0 0,0 0,0 0,147-4,-96 6,17-1,12 2,0-4,35-7,-115 8,7 0,0 0,0-1,-1 0,1-1,0 0,-1 0,1 0,-1-1,0 0,0-1,0 1,0-1,-1-1,5-3,-16 26,0 0,1 1,1-1,0 1,2 0,0 0,1 9,15 101,-5-99</inkml:trace>
  <inkml:trace contextRef="#ctx0" brushRef="#br0" timeOffset="15">9297 173,'2'-1,"0"1,0-1,1 0,-1 1,0-1,0 1,1 0,-1 0,0 0,0 0,1 0,-1 0,0 1,0-1,0 1,1-1,-1 1,0 0,0 0,0 0,0 0,0 0,0 1,-1-1,1 0,0 1,-1 0,1-1,-1 1,1 0,0 1,0-1,22 18,-8-4,1-1,1 0,0-1,1-1,0 0,1-2,1 0,0-2,0 0,1-1,20 4,-37-12,-1 1,1-1,-1 0,1-1,0 1,-1-1,1 0,-1 0,1 0,-1-1,0 1,1-1,-1 0,0 0,0-1,-1 1,1-1,0 0,-1 0,1 0,-1-1,0 1,0-1,-1 1,1-1,-1 0,1 0,-1 0,1-5,2-3,0 0,-1 0,-1-1,0 0,-1 1,0-1,-1 0,0 0,-1 0,-1-3,-10 0,-5 36,8 6,0 0,2 0,1 0,2 1,0 0,2 0,0 0,2 0,1 0,2-1,4 19,54 197,-9-45,-47-107,-6-87,-1 0,0 0,1 0,-1 0,-1 0,1 0,0 0,-1 0,1-1,-1 1,0 0,0-1,0 1,0-1,-1 0,1 0,-1 0,1 0,-1 0,1-1,-1 1,0-1,0 1,0-1,0 0,-2 0,-8 2,1-1,-1 0,0-1,0-1,1 0,-1 0,0-1,1-1,-1 0,1-1,-1-1,1 1,0-2,0 0,1 0,0-1,0-1,0 1,0-2,1 0,1 0,-1 0,1-2,6 7,0 0,0-1,0 1,1-1,-1 0,1 1,0-1,0 0,0 0,1 0,-1-1,1 1,0 0,1-1,-1 1,1 0,-1-1,1 1,1 0,-1-1,0 1,1-1,0 1,0 0,1 0,-1 0,1-1,0 1,0 1,0-2,10-6,0 0,1 1,1 0,-1 0,2 2,-1 0,1 0,0 2,1-1,-1 2,1 0,0 1,8 0,-10 0,3-1,8-3,0 1,0 1,1 1,0 2,0 0,24 1,-47 3,0 0,0 0,0 0,0 1,0-1,0 1,0-1,-1 1,1 0,-1 0,0 0,1 0,-1 0,0 1,0-1,0 1,-1 0,1-1,0 1,-1 0,0 0,0 0,0 0,0 0,0 0,-1 0,1 0,-1 0,0 0,0 0,0 1,0 0,10 38,-5-32,0 1,1-1,0 0,0-1,1 0,0 0,1 0,0-1,0 0,5 3,-10-8,0 0,1-1,-1 1,1-1,0 0,0 0,0-1,0 1,0-1,0 0,0 0,0 0,0 0,1-1,-1 1,0-1,1 0,-1-1,0 1,0-1,1 0,-1 0,0 0,0 0,0-1,0 0,0 0,-1 0,1 0,1-1,0 0,0 0,-1-1,1 0,-1 0,0 0,0 0,-1-1,1 1,-1-1,0 0,0 0,0 0,-1 0,0-1,0 1,0-1,-1 1,0-1,0 1,0-1,-1 0,1 0,-2 1,1-1,0 0,-1 0,0 1,-1-1,1 1,-1-1,0 1,0-1,-1 1,1 0,-1 0,-1 0,1 1,0-1,-1 1,0-1,-4-1,0 1,0 0,0 0,-1 0,0 1,0 1,0-1,0 1,0 1,-1 0,1 0,-1 1,1 0,-1 0,0 1,1 1,-1 0,0 0,1 0,-1 2,1-1,0 1,0 0,0 1,0 0,0 0,1 1,0 0,0 1,0 0,1 0,0 0,0 1,0 0,1 1,0-1,1 1,-5 8,-10 28,7-3</inkml:trace>
  <inkml:trace contextRef="#ctx0" brushRef="#br0" timeOffset="16">1730 2032,'-10'4,"1"0,-1 1,1 0,0 0,0 1,1 0,0 1,0 0,0 0,1 1,0 0,1 0,-1 1,2 0,-1 0,1 0,1 1,-1-1,2 1,-1 0,1 0,1 0,0 1,0-1,1 1,1-1,0 1,0 0,2-2,0 0,1 0,0 0,0 0,1 0,1-1,-1 0,1 0,0 0,1 0,0-1,0 0,1 0,0 0,0-1,1 0,7 4,1 0,0 0,1-1,0-1,0-1,1 0,0-1,0-2,11 3,-20-5,0 1,0-1,0-1,0 0,0 0,1-1,-1 0,0 0,0-1,0-1,0 1,0-1,0-1,0 0,0 0,-1-1,1 0,-1 0,0-1,-1 0,1 0,-1-1,0 0,0 0,-1-1,0 1,4-6,-3-3,-1 0,0-1,-1 0,-1 1,0-2,-1 1,-1 0,0-1,-2 1,0 0,0-1,-2 1,0-1,-1 1,0 0,-5-13,5 19,0 1,0-1,-1 1,0-1,-1 1,0 1,-1-1,1 1,-2 0,1 0,-1 0,0 1,-1 0,1 1,-1-1,-1 2,1-1,-1 1,0 0,0 1,-1 0,1 1,-1-1,0 2,-2-1,-7 3,-1 0,0 1,1 1,-1 1,1 0,-1 2,1 0,1 2,-1 0,1 0,0 2,1 0,0 1,0 1,1 1,1 0,0 1,1 0,0 1,0 1,8-9,1 0,-1 1,1-1,0 1,1 0,-1 0,1 0,1 1,-1 0,1-1,1 1,-1 0,1 0,1 1,0-1,0 0,0 0,1 1,0-1,1 5,19 39,8-7</inkml:trace>
  <inkml:trace contextRef="#ctx0" brushRef="#br0" timeOffset="17">3134 2085,'-10'3,"0"1,1 0,-1 0,1 1,0 0,0 0,1 1,-1 0,2 1,-1 0,0 0,1 1,1-1,-1 2,1-1,1 1,-1 0,2 0,-1 0,1 1,1-1,-1 1,2 0,-1 0,1 0,1 0,0 1,0-1,1 0,1 1,-1-1,2 0,-1 0,2 1,-1-1,1-1,1 3,0-5,0-1,0 1,0-1,0 0,1 0,0 0,1-1,-1 1,1-1,0-1,0 1,1-1,-1 0,1-1,0 1,0-1,0-1,0 1,1-1,-1 0,1-1,1 0,13 2,0-1,0-1,0-1,-1 0,1-2,0-1,5-2,-12 2,0-1,0 0,0-1,-1-1,0 0,0-1,0 0,-1-1,0-1,2-2,-10 7,1-1,-1 0,0 0,-1 0,1-1,-1 1,0-1,0 0,-1 0,0-1,0 1,0-1,-1 1,0-1,0 0,0 0,-1 0,0 0,-1 0,0 0,0 0,0 0,-1-2,-4-7,0 0,-1 0,0 1,-2 0,0 0,0 0,-1 1,-1 1,0 0,-1 0,-1 1,0 0,0 1,-1 0,-1 1,-10-6,12 8,0 0,-1 1,0 0,-1 1,0 0,0 1,0 1,0 0,-1 1,-6-1,14 4,0-1,1 1,-1 0,1 1,-1-1,1 1,-1 1,1-1,-1 1,1 0,0 1,0-1,0 1,0 0,0 1,1 0,0-1,0 2,0-1,0 1,0-1,1 1,0 0,-2 3,0 3,1 1,0-1,1 1,0 0,0 0,2 0,-1 1,2-1,-1 0,2 1,0 0,0-1,1 1,1-1,0 0,0 1,1-1,1 0,0 0,1-1,0 1,1-1,0 0,5 6,23 35</inkml:trace>
  <inkml:trace contextRef="#ctx0" brushRef="#br0" timeOffset="18">4030 2166,'-4'9,"1"1,0-1,1 1,0 0,0 0,1 0,1 0,-1 0,1 0,1 0,0 0,1 0,-1-1,2 1,0 0,0-1,0 1,1-1,1 0,-1 0,2-1,-1 0,1 1,0-2,1 1,0-1,7 7,-5-8,1 0,0-1,0 0,0-1,0 0,1 0,-1-1,1 0,0-1,0 0,0-1,0 0,1-1,-1 0,0-1,0 0,0-1,0 0,0-1,-1 0,1 0,-1-1,1-1,-1 0,-1 0,1-1,-1 0,0-1,0 0,-1 0,0-1,0 0,6-8,-8 6,1-1,-1 0,-1 0,0-1,-1 0,0 0,-1 0,0 0,-1 0,0-1,-1 1,0-1,-1 1,-1-1,0 1,0-1,-1 1,-1 0,0 0,-1 0,0 0,-1 0,0 1,-1 0,0 0,-1 0,0 1,0 0,-1 0,-1 1,1 0,-2 1,1 0,-1 0,0 1,-1 0,0 1,0 0,-6-2,4 4,-1 0,1 1,-1 1,0 0,0 1,1 0,-1 1,0 1,0 0,0 1,1 0,-1 1,1 1,-1 0,1 1,0 0,1 1,0 0,0 1,0 1,0 0,1 0,1 1,0 1,0-1,0 2,1-1,1 1,0 1,1 0,0 0,0 0,1 0,-3 12,-13 50,8-6</inkml:trace>
  <inkml:trace contextRef="#ctx0" brushRef="#br0" timeOffset="19">1637 3248,'-4'2,"-1"-1,1 1,-1 0,1 0,0 0,-1 1,1-1,1 1,-1 0,0 0,1 1,-1-1,1 1,0-1,0 1,1 0,-1 0,1 1,0-1,0 0,0 1,0 0,-20 106,22-99,0 1,1-1,1 0,0 0,0 1,1-1,0-1,1 1,1 0,0-1,0 0,1 0,1-1,0 1,0-1,1-1,0 1,0-1,1-1,1 0,-1 0,1-1,0 0,1 0,0-2,11 6,-7-6,0 0,1 0,-1-2,1 0,0 0,0-2,0 0,0-1,0 0,1-2,-1 0,15-3,-21 2,-1 1,1-1,-1-1,0 0,0 0,0-1,0 0,-1 0,0-1,0 0,0 0,-1-1,0 0,0-1,-1 1,0-1,0 0,-1-1,0 1,0-1,1-5,-3 4,0-1,0 0,-1 0,-1 0,0 0,0 0,-1 0,-1 0,0-1,0 1,-1 0,0 0,-1 1,0-1,-1 0,0 1,-1 0,-1-1,-3-6,0 1,-1 0,-1 0,-1 1,0 0,-1 1,-1 1,0 0,0 1,-6-3,13 10,0-1,-1 1,0 1,0-1,0 2,-1-1,1 1,-1 0,0 1,0 0,0 0,0 1,0 0,0 0,0 1,0 1,0-1,0 2,0-1,0 1,0 0,0 1,0 0,1 1,0-1,-2 2,-2 4,1 0,0 0,1 1,0 0,0 1,1 0,1 0,0 1,0 0,1 1,1 0,0 0,0 0,2 1,0-1,0 1,1 0,1 0,0 0,1 1,1-1,0 0,1 1,0-1,1 0,1 0,0 0,1 0,0 0,5 8,33 46,4-11</inkml:trace>
  <inkml:trace contextRef="#ctx0" brushRef="#br0" timeOffset="20">3067 3222,'-11'5,"0"0,1 0,0 1,0 1,0 0,1 0,0 1,0 0,1 0,0 1,0 0,1 1,0-1,1 1,0 1,1-1,0 1,0 0,1 0,1 1,0-1,0 1,1-1,1 1,0 4,1-9,1-1,-1 1,2 0,-1 0,1-1,0 1,0-1,1 0,0 0,0 0,0 0,1 0,0 0,0-1,1 0,-1 0,1 0,0 0,0-1,1 0,-1 0,1 0,0-1,0 0,0 0,1 0,8 3,0 0,0-1,1-1,0-1,0 0,0 0,0-2,0 0,1-1,6-1,-8-1,-1 0,1-1,-1 0,0-1,-1-1,1 0,-1-1,0 0,0-1,0-1,-1 0,0 0,3-5,-8 7,-1 1,0-2,0 1,-1-1,0 0,0 0,0 0,-1-1,0 0,0 0,-1 0,0 0,-1 0,0-1,0 1,-1-1,0 1,0-1,-1 0,0 0,0 1,-2-8,-2 0,0 2,-1-1,-1 0,0 1,-1 0,0 0,-1 1,-1 0,0 1,-1-1,0 2,-1 0,0 0,0 0,-2 2,1-1,-1 2,0 0,-1 0,0 1,-11-3,16 7,1 0,-2 1,1 1,0-1,0 2,0-1,-1 1,1 0,0 1,0 0,0 1,-1 0,1 0,1 1,-1 0,0 1,1-1,0 2,0-1,0 1,0 0,1 1,0 0,0 0,0 1,1 0,0 0,0 0,1 1,0-1,-4 9,3-5,0-1,1 1,1-1,0 2,0-1,1 0,0 1,1-1,1 1,0 0,0-1,1 1,1 0,0 0,0-1,1 1,1 0,0-1,0 0,1 0,1 0,-1 0,2-1,0 1,0-1,1-1,0 1,0-1,1 0,3 1,54 37,2-11</inkml:trace>
  <inkml:trace contextRef="#ctx0" brushRef="#br0" timeOffset="21">3977 3422,'25'-27,"-1"-1,-1-1,-2-1,0-1,-3-1,0 0,-2-2,-2 0,-1 0,-1-1,-2-1,0-8,-29 105,8-20,2 0,2 1,2 0,1 0,3 1,1-1,2 0,2 1,1-1,3-1,1 1,4 3,11 16</inkml:trace>
  <inkml:trace contextRef="#ctx0" brushRef="#br0" timeOffset="22">1757 4585,'-9'2,"-1"1,1 0,-1 0,1 0,0 1,0 1,1 0,-1 0,1 0,0 1,0 0,1 1,0 0,0 0,0 0,1 1,1 0,-1 0,1 1,-2 4,-2 4,1 1,1-1,0 2,2-1,0 0,1 1,0 0,2 0,0 0,2 4,-1-10,2 0,0 0,0 1,2-1,-1 0,2-1,0 1,0 0,1-1,0 0,1 0,1-1,0 1,0-2,1 1,1-1,0 0,0 0,0-1,2-1,-1 0,1 0,0-1,0 0,13 5,-7-5,0-1,1-1,0 0,0-2,1 0,-1-1,1 0,-1-2,1 0,-1-1,0-1,1-1,-1 0,0-2,0 0,-1-1,1 0,-1-2,-1 0,1-1,-1 0,-1-1,0-1,0-1,-1 0,-1-1,0 0,-1-1,0 0,-1-1,2-5,-7 8,-1 0,0-1,-1 0,-1 0,0 0,0 0,-1 0,-1 0,0-1,-1 1,-1 0,0-1,0 1,-2 0,1 0,-2 0,0 0,0 0,-1 1,-1 0,0 0,0 0,-1 1,-1 0,0 0,-1 1,1 0,-2 1,0-1,0 2,-7-5,9 6,0 0,-1 1,0 0,0 0,0 1,-1 1,1-1,-1 1,0 1,-1 0,1 0,0 1,-1 1,1 0,-1 0,0 1,1 0,-1 1,0 0,1 0,-1 1,1 1,0 0,0 0,0 1,0 1,0-1,-6 5,7-2,0 0,0 1,0 0,1 0,0 1,0 0,1 1,1-1,-1 1,2 0,-1 1,1 0,1 0,0 0,1 0,0 0,0 1,1-1,1 1,0 0,1-1,0 1,0 0,1 0,1-1,0 1,1-1,0 1,19 46</inkml:trace>
  <inkml:trace contextRef="#ctx0" brushRef="#br0" timeOffset="23">3121 4907,'-1'-39,"3"1,1-1,1 1,10-32,8-10,3 0,17-31,-56 173,-3 14,4 0,2 1,5 1,2-1,6 60,-1-118,1-1,1 1,0-1,1 0,1 0,1-1,0 1,2-1,0 0,5 7,15 14</inkml:trace>
  <inkml:trace contextRef="#ctx0" brushRef="#br0" timeOffset="24">3896 4772,'-7'9,"1"-1,0 1,0 0,1 1,0-1,1 1,0 0,0 0,1 1,1-1,0 0,0 1,1 0,0-1,1 1,0 0,1-1,0 1,1 0,0-1,0 1,1-1,0 0,1 0,1 0,-1 0,1-1,1 0,0 0,0 0,1-1,0 0,0 0,1-1,2 2,5 0,1-1,0-1,1 0,0-1,0-1,0 0,0-1,1-1,0-1,-1-1,1 0,0-1,0-1,-1-1,1 0,0-1,-1-1,0-1,0 0,2-2,-8 2,0-1,-1 1,0-2,0 1,-1-1,0-1,0 0,0 0,-1 0,-1-1,1-1,-1 1,-1-1,0 0,0-1,-1 1,-1-1,1 0,-2 0,0-1,0 1,-1-1,0 0,-1 1,0-1,-1 0,0 0,-2-6,-1 2,0-1,-1 1,0 0,-2 0,0 0,0 1,-2-1,0 2,0-1,-2 1,0 1,0-1,-1 2,-1 0,0 0,-1 0,5 6,0-1,0 1,-1 0,0 0,0 1,0 0,-1 1,0 0,0 1,0 0,0 0,0 1,-1 0,1 1,-1 0,1 1,-1 0,1 1,-1 0,1 0,0 1,0 1,-1 0,1 0,1 1,-1 0,-5 5,0 1,1 0,0 1,1 1,0 0,1 0,0 2,1-1,1 1,0 1,1 0,1 0,0 1,1 0,0 0,1 1,2 0,-3 9,-12 55</inkml:trace>
  <inkml:trace contextRef="#ctx0" brushRef="#br0" timeOffset="25">1878 6096,'-9'3,"1"0,0 1,0 0,0 0,0 1,1 0,-1 1,2-1,-1 1,0 0,1 1,0 0,1 0,-1 0,2 1,-1-1,1 1,0 0,0 0,1 1,-1 3,-2 7,0 0,2 0,0 0,2 0,0 1,0-1,2 1,1-1,0 1,1-1,4 13,-4-23,0 0,0 1,1-1,1 0,-1-1,2 1,-1-1,1 0,0 0,0 0,1 0,0-1,1 0,0-1,0 1,0-1,1 0,-1-1,1 0,1 0,-1-1,1 0,0-1,5 2,-4-3,0 0,0-1,0 0,0-1,0 0,0-1,0 0,0 0,0-1,0 0,0-1,-1 0,1-1,-1 0,0 0,0-1,0 0,-1-1,0 0,0 0,0-1,7-6,-2 0,0 0,0-1,-1-1,-1 0,0 0,-1-1,-1-1,-1 1,7-18,-10 22,-1 1,0-1,-1 0,0 0,-1 0,0-1,0 1,-2-1,0 1,0-1,-1 1,0 0,-1-1,-1 1,0 0,0 0,-1 0,-1 1,0-1,-1 1,0 0,0 1,-1-1,-1 1,0 1,0 0,-1 0,0 0,0 1,-1 0,0 1,-1-1,0 4,0 0,0 1,0 0,0 0,0 1,0 1,-1 0,1 0,-1 1,1 1,0 0,-1 0,1 1,0 1,0 0,0 0,0 1,1 0,-9 5,4-1,0 0,1 1,0 1,0 0,1 1,0 0,1 1,0 1,1 0,1 0,0 1,1 0,-1 2,6-9,1 0,-1 0,1 1,0 0,1-1,0 1,0 0,1 0,0 0,0 0,1 0,0 0,0 0,1 0,0 0,0 0,1 0,0 0,0-1,1 1,1 2,22 33</inkml:trace>
  <inkml:trace contextRef="#ctx0" brushRef="#br0" timeOffset="26">3054 6431,'21'-38,"-1"0,-2-2,-2 0,-2 0,-1-2,-2 1,-1-10,9-72,-16 104,6 37,3 238,9 87,-12-281</inkml:trace>
  <inkml:trace contextRef="#ctx0" brushRef="#br0" timeOffset="27">4137 6364,'82'-387,"-76"363,3 71,-3 172,-6-128,4 0,3-1,12 46,-9-92</inkml:trace>
  <inkml:trace contextRef="#ctx0" brushRef="#br0" timeOffset="28">1744 7768,'54'-83,"37"-50,38-76,-98 155,-31 53,0 1,0 0,0-1,0 1,0 0,1-1,-1 1,0 0,0-1,0 1,0 0,0 0,0-1,1 1,-1 0,0 0,0-1,0 1,1 0,-1 0,0-1,0 1,1 0,-1 0,0 0,1 0,-1-1,0 1,0 0,1 0,-1 0,0 0,1 0,-1 0,0 0,1 0,-1 0,0 0,1 0,-1 0,0 0,1 0,-1 0,0 0,0 0,1 1,-1-1,0 0,1 0,-1 0,0 0,0 1,1-1,-1 0,0 0,0 0,1 1,-1-1,0 0,0 0,0 1,0-1,0 0,1 1,-1-1,3 24,-7 293,-4-99,7-204,0 1,1 0,1 0,0 0,1-1,0 1,1-1,1 1,0-1,1 0,0 0,2-1,-1 0,2 0,-1 0,2-1,0 1,25 15</inkml:trace>
  <inkml:trace contextRef="#ctx0" brushRef="#br0" timeOffset="29">3241 7513,'-12'4,"1"0,0 0,0 2,0-1,1 1,-1 1,1 0,1 0,0 1,0 0,0 1,1 0,0 0,1 1,0 0,0 0,1 0,-2 6,5-9,-1 1,1-1,0 1,1 0,0 0,0 0,1 0,-1 0,2 0,-1 1,1-1,1 0,0 0,0 0,0 0,1 0,0 0,1 0,-1 0,2-1,-1 1,1-1,0 0,0 0,1 0,0-1,2 3,0-3,0 0,0 0,0 0,0-1,1 0,0-1,0 1,0-1,1-1,-1 0,1 0,0-1,0 0,0 0,0-1,0 0,0-1,0 0,0 0,0-1,0 0,0-1,0 0,5-2,-2 1,1-2,-1 1,0-2,-1 1,1-2,-1 1,0-2,-1 1,0-1,0-1,-1 0,0 0,0-1,-1 0,0-1,-1 0,0 0,-1-1,0-1,-1 1,0-1,-1 0,0-1,-1 1,-1 0,0-1,-1 0,0 1,-1-1,-1 0,0 1,-1-1,0 1,-1-1,-1 1,0 0,0 0,-2 1,1-1,-2 1,1 0,-2 1,0-1,0 2,-1-1,0 1,-1 0,0 1,0 0,-9-5,13 11,-1 0,1 0,-1 0,0 1,0 0,0 1,0 0,0 0,0 0,0 1,0 0,0 0,0 1,0-1,0 2,0-1,0 1,0 0,1 1,-1-1,1 1,-1 0,1 1,0 0,0 0,1 0,-1 1,1-1,-1 3,-5 3,1 1,0 1,1-1,1 1,0 1,0 0,2 0,-1 0,2 1,-1 0,2 0,0 0,-1 12,3-17,1-1,0 1,1 0,0 0,0 0,1 0,1 0,-1 0,1-1,0 1,1-1,0 1,1-1,-1 0,2 0,-1 0,1-1,0 0,0 0,1 0,2 2,47 29,3-11</inkml:trace>
  <inkml:trace contextRef="#ctx0" brushRef="#br0" timeOffset="30">4016 7633,'-2'13,"1"0,1 0,0-1,1 1,0 0,1 0,0-1,1 1,0-1,1 0,1 0,0 0,0 0,1-1,1 0,0 0,0-1,1 0,0 0,5 4,-3-8,0 1,0-1,1-1,0 0,0 0,0-1,1 0,-1-1,1-1,0 1,0-2,-1 0,1 0,0-1,0-1,0 0,0 0,0-2,0 1,-1-1,1-1,-1 0,0 0,0-2,-1 1,1-1,-1 0,0-1,-1-1,0 1,0-1,0-1,-1 0,0 0,-1 0,0-1,-1 0,0-1,0 1,3-10,-5 6,0 1,0-1,-1 0,-1 0,0 0,-1 0,-1 0,0-1,-1 1,0 0,-1 0,-1 0,0 0,-1 0,-1 1,-1-3,2 7,0 0,0 0,-1 0,-1 0,0 1,0 0,0 0,-1 1,0-1,0 1,-1 1,0 0,0 0,-1 0,0 1,0 1,0-1,0 1,-1 1,1 0,-1 0,-9-1,5 3,0 0,0 1,0 0,0 1,0 1,0 0,1 1,-1 0,1 1,0 1,0 0,0 1,1 0,-1 1,2 0,-1 1,-6 5,-7 8,1 1,0 1,2 1,1 1,1 1,-16 26,-10 22</inkml:trace>
  <inkml:trace contextRef="#ctx0" brushRef="#br0" timeOffset="31">1797 8957,'21'-18,"-1"0,-1-1,-1-2,0 0,-1 0,-2-2,0 0,-2 0,0-2,-2 1,0-2,-2 1,-1-1,-1-1,-1 1,2-25,-8 51,0 0,0 0,1 0,-1 0,0 0,0 0,1 0,-1 0,0 0,0 0,-5 122,-21 109,-5 74,30-290,1 0,0 0,2-1,-1 1,2 0,0-1,1 1,0-1,15 27</inkml:trace>
  <inkml:trace contextRef="#ctx0" brushRef="#br0" timeOffset="32">3108 8796,'-12'3,"0"0,0 1,1 0,0 0,0 1,0 1,0 0,1 0,0 1,0 1,1-1,0 2,0-1,1 1,0 0,1 1,-2 3,4-7,1 1,0-1,0 1,1 0,0 0,0 1,0-1,1 0,0 1,1 0,-1-1,2 1,-1 0,1 0,0 0,1-1,-1 1,2 0,-1 0,1-1,0 1,1-1,-1 0,2 0,-1 0,1 0,0 0,8 5,0-1,0 0,1-1,1-1,0 0,0 0,0-2,1 0,0 0,1-1,0-1,-1-1,2 0,-1-1,0-1,0-1,1 0,-1-1,14-1,-10 0,0 0,0-2,0 0,0-1,-1-1,1 0,-1-2,0 0,-1-1,11-7,-19 9,-1 1,0-2,0 1,0-1,-1 0,0-1,-1 0,1 0,-2-1,1 0,-1 0,-1-1,1 1,-1-1,-1 0,0 0,-1-1,0 1,0-1,-1-2,-1-3,-1 0,-1 0,0 0,-1 0,-1 1,0-1,-1 1,-1-1,-1 1,0 1,0-1,-2 1,0 0,0 1,-1 0,-1 0,0 1,-1 0,0 1,-1 0,0 1,-1 0,-10-6,14 11,0 1,1 0,-1 0,-1 1,1 1,0-1,-1 1,1 1,-1 0,0 0,1 1,-1 0,0 1,0 0,1 0,-1 1,1 0,0 1,-1 0,1 0,0 1,1 1,-1-1,1 1,0 1,0-1,-5 6,-1 1,0 1,0 0,2 1,0 0,0 1,1 0,1 1,1 0,0 1,1 0,1 0,1 1,0-1,1 1,1 1,1-1,0 1,2-1,0 1,1 0,0 0,4 11,12 39</inkml:trace>
  <inkml:trace contextRef="#ctx0" brushRef="#br0" timeOffset="33">4150 9090,'25'-37,"-1"-1,-2-1,-2-1,-2-1,-2 0,-1-1,-2-1,-2-1,-1-6,6-63,-29 257,4-72,2 0,4 1,3-1,3 1,12 62,2-63,0-12</inkml:trace>
  <inkml:trace contextRef="#ctx0" brushRef="#br0" timeOffset="34">2038 10614,'11'-60,"3"0,2 1,20-47,4-13,-20 59,-15 58,-6 16,-36 237,31-212,0 1,3-1,1 1,2 0,2-1,1 1,2-1,2 0,7 20,7-7</inkml:trace>
  <inkml:trace contextRef="#ctx0" brushRef="#br0" timeOffset="35">3148 10534,'-1'-41,"1"0,2 0,2 0,2 0,1 1,3 0,1 0,2 1,12-25,-12 43,-12 21,-1 0,0-1,0 1,1 0,-1 0,0 0,0-1,1 1,-1 0,0 0,1 0,-1 0,0 0,1-1,-1 1,0 0,1 0,-1 0,0 0,1 0,-1 0,1 0,-1 0,0 0,1 1,-1-1,0 0,1 0,-1 0,0 0,1 0,-1 0,0 1,0-1,1 0,-1 0,0 1,0-1,1 0,-1 0,0 1,0-1,1 0,-1 1,0-1,0 0,0 1,0-1,0 0,0 1,1-1,-1 0,0 1,0-1,0 0,0 1,0-1,0 0,0 1,0-1,-1 0,1 1,0-1,0 1,2 21,0 1,-2-1,0 1,-2 0,0-1,-4 14,1-1,-6 36,4-27,1 1,3-1,1 1,2 7,2-40,-1 1,2 0,0-1,0 1,1-1,1 0,0 0,2 2,17 27</inkml:trace>
  <inkml:trace contextRef="#ctx0" brushRef="#br0" timeOffset="36">4177 10307,'-9'13,"1"0,0 0,1 1,1 0,0 0,1 0,1 1,0 0,1 0,0 0,2 0,-1 0,2 4,0-9,0-1,1 1,1-1,0 1,0-1,0 0,1 0,1 0,-1 0,1-1,1 1,0-1,0 0,1 0,-1-1,2 1,-1-2,1 1,0 0,0-1,5 2,2 0,0 0,-1-1,2-1,-1-1,1 0,0-1,0 0,0-1,1-1,-1 0,1-1,-1-1,1 0,-1-2,1 1,-1-2,0 0,5-2,-7 2,0-1,-1 0,1-1,-1-1,0 0,-1 0,1-1,-1-1,-1 1,1-2,-2 0,1 0,-1-1,0 0,-1 0,0-1,-1 0,0 0,-1-1,0 0,2-6,-4 3,0 1,-2-1,1 1,-2-1,0 0,-1 1,0-1,-1 0,-1 0,0 1,-1-1,-1 1,0 0,-1 0,0 0,-1 0,-1 1,-4-7,5 10,0 1,0-1,-2 1,1 0,-1 1,0-1,-1 2,0-1,0 1,0 0,-1 1,0 1,0-1,-1 1,0 1,0 0,0 0,0 1,0 1,-1 0,1 1,-1 0,-9 0,3 3,0 0,1 2,-1 0,1 1,0 0,0 2,1 0,0 0,0 2,1 0,0 1,0 0,-5 6,-16 15,1 2,2 0,1 3,-11 17,-20 31</inkml:trace>
  <inkml:trace contextRef="#ctx0" brushRef="#br0" timeOffset="37">1971 12072,'15'-30,"14"-27,-2 0,15-54,-23 43,-4 0,-2-2,-1-24,0 25,-12 69,1-1,-1 1,0-1,1 1,-1 0,1-1,-1 1,1 0,-1 0,0-1,1 1,-1 0,1 0,-1 0,1-1,-1 1,1 0,-1 0,1 0,-1 0,1 0,0 0,-1 0,1 0,-1 0,1 0,-1 0,1 0,-1 1,1-1,-1 0,1 0,-1 1,0-1,1 0,-1 0,1 1,-1-1,0 0,1 1,-1-1,1 1,-1-1,0 0,0 1,1-1,-1 1,0-1,0 1,0-1,1 1,-1-1,0 1,0-1,0 1,0-1,0 1,0-1,0 1,0 0,0-1,0 1,0-1,14 35,-2 0,-1 1,-1 1,-2-1,-2 1,0 15,9 108,-7 0,-7 19,-1-107</inkml:trace>
  <inkml:trace contextRef="#ctx0" brushRef="#br0" timeOffset="38">3202 12072,'53'-188,"36"-185,-76 322,-14 61,-12 60,-12 57,5 2,6 0,4 37,25-27,-1-91</inkml:trace>
  <inkml:trace contextRef="#ctx0" brushRef="#br0" timeOffset="39">4297 11898,'55'-112,"-5"-2,-5-2,16-70,-51 149,-4 24,-5 26,-49 365,42-322,2 0,3 1,2-1,3 1,2-1,2-1,12 38,1-28</inkml:trace>
  <inkml:trace contextRef="#ctx0" brushRef="#br0" timeOffset="40">1556 12874,'46'-10,"0"3,1 1,-1 3,1 2,4 1,-13 0,1186 27,-974-28,268 7,-115 37,22 0,297-38,-401-7,391-6,-56-11,228-8,-597 16,82-22,-22 2,722-63,-559 54,-292 20,125 8,270-1,-432 13,-179 1,-1-1,1 0,0 1,0-1,-1 0,1 0,0 0,0-1,-1 1,1 0,0 0,0-1,-1 0,1 1,0-1,-1 0,1 1,-1-1,1 0,-1 0,1 0,-1-1,0 1,0 0,1 0,-1-1,0 1,0-1,0 1,0-1,-1 1,1-1,0 1,-1-1,1 0,-1 0,1 0,-4-14</inkml:trace>
  <inkml:trace contextRef="#ctx0" brushRef="#br1" timeOffset="41">126 2072,'-4'2,"0"0,0 0,0 1,0-1,0 1,0 0,1 0,-1 0,1 0,0 1,0 0,0-1,0 1,1 0,0 0,-1 0,2 1,-1-1,0 0,1 1,0-1,0 1,0 0,0-1,1 1,0 0,0-1,0 1,1 0,-1-1,1 1,0 0,0-1,1 1,-1-1,1 0,0 1,1-1,-1 0,0 0,1 0,0-1,0 1,1 0,3 4,0-1,0-1,0 1,1-1,0 0,0-1,1 0,-1 0,1-1,0 0,0 0,1-1,-1-1,1 1,-1-2,1 1,0-1,0 0,-1-1,1-1,0 1,0-1,-1-1,5-1,-9 1,0 0,0-1,0 1,-1-1,1 0,-1 0,0-1,0 1,0-1,-1 0,1 0,-1 0,0 0,0-1,0 0,-1 1,0-1,1 0,-2 0,1 0,0-1,1-8,1 0,-2 0,0 0,0-1,-2 1,0-1,-1-4,2 11,-2 1,1-1,-1 1,0-1,-1 1,1 0,-2-1,1 1,-1 0,0 0,0 1,-1-1,0 1,0-1,0 1,-1 0,0 1,0-1,-1 1,0 0,1 1,-2-1,1 1,0 0,-1 0,0 1,0 0,0 0,0 1,0 0,0 0,-1 1,1 0,-1 0,1 0,-5 1,0 3,0 1,1 1,-1-1,1 2,0 0,0 0,1 1,-1 0,1 0,1 1,0 1,0 0,1 0,0 1,0 0,1 0,0 0,1 1,0 0,1 1,0-1,1 1,1 0,-1 0,0 12,-5 29,4-5</inkml:trace>
  <inkml:trace contextRef="#ctx0" brushRef="#br1" timeOffset="42">300 3609,'66'-138,"-40"89,-3-1,-2-1,5-24,-42 148,3 0,3 1,3 1,4-1,5 64,2-70</inkml:trace>
  <inkml:trace contextRef="#ctx0" brushRef="#br1" timeOffset="43">327 4679,'49'-9,"-21"3,1 0,-1 2,1 1,0 2,0 1,27 3,-51-3,0 0,-1 1,1 0,0 0,-1 1,1-1,-1 1,0 0,1 0,-1 0,0 1,0-1,0 1,-1 0,1 0,-1 0,0 1,1-1,-1 1,-1 0,1 0,-1 0,1 0,-1 0,0 1,-1-1,1 1,-1-1,0 1,0-1,0 1,-3 12,-1 0,0-1,-1 1,-1-1,0 0,-1 0,-1-1,-1 1,0-2,-1 1,0-1,-1 0,-6 5,-201 267,214-281,1-3,1-1,-1 1,0 0,0 1,1-1,0 0,-1 0,1 1,0-1,0 0,0 1,0-1,1 1,-1 0,1-1,-1 1,1-1,0 1,0 0,0-1,0 1,1 0,-1-1,1 1,0-1,-1 1,1-1,0 1,0-1,2 3,2-3,0 0,0 0,0 0,0 0,0-1,1 0,-1 0,0 0,1-1,-1 0,1 0,-1 0,3-1,129-18,-66 4</inkml:trace>
  <inkml:trace contextRef="#ctx0" brushRef="#br1" timeOffset="44">313 6337,'11'-9,"-1"1,1 0,0 1,1 0,-1 1,1 1,1-1,-1 2,1 0,0 0,0 1,0 1,0 0,0 1,0 0,5 1,-14 0,0 0,0 1,1-1,-1 1,0 0,0 0,0 0,0 0,-1 1,1-1,0 1,-1 0,1 0,-1 1,1-1,-1 1,0-1,0 1,0 0,-1 0,1 1,-1-1,1 0,-1 1,0 0,0-1,-1 1,1 0,-1 0,0 0,0 0,0 0,0 0,-1 0,0 0,0 0,0 0,0 1,-1-1,0 3,-3 4,0-1,-1 1,0-1,0 0,-1 0,-1-1,0 1,0-1,-1-1,0 0,0 0,-1 0,0-1,0 0,-1-1,1 0,-1-1,-1 0,-2 1,41-3,-4-4,0 2,0 1,0 1,0 0,16 6,-30-6,-1-1,1 2,-1-1,0 1,0 1,0-1,-1 2,0-1,0 1,0 0,0 1,-1 0,0 0,-1 0,2 3,-7-8,1 0,-1 1,1-1,-1 1,0 0,0-1,0 1,0 0,0-1,-1 1,1 0,-1 0,0 0,0 0,0-1,0 1,0 0,0 0,-1 0,0 0,1-1,-1 1,0 0,0-1,-1 1,1-1,-1 1,1-1,-1 1,0-1,1 0,-1 0,0 0,-1 0,0 1,-8 5,1-1,-1 0,0 0,0-1,0-1,-1 0,-6 2,-23 5,0-2,-1-1,0-2,-2-2,8-1,2 2,7-1</inkml:trace>
  <inkml:trace contextRef="#ctx0" brushRef="#br1" timeOffset="45">528 7326,'5'56,"-2"1,-2-1,-3 1,-2-1,-2 1,-14 47,10-43,10-61,0 1,0 0,0 0,0 0,0 0,0-1,0 1,1 0,-1 0,0 0,0-1,1 1,-1 0,0 0,1-1,-1 1,1 0,-1-1,1 1,0-1,-1 1,1 0,-1-1,1 1,0-1,0 0,-1 1,1-1,0 1,0-1,-1 0,1 0,0 0,0 1,0-1,0 0,-1 0,1 0,0 0,0 0,0 0,0 0,-1-1,2 1,38-13,-36 11,186-77,-184 78,1-1,-1 0,0 0,0-1,1 1,-2-1,1-1,0 1,-1-1,1 0,-1 0,0-1,0 0,-1 1,1-1,-1-1,-1 1,1-1,0 0,-1 1,0-1,-1-1,0 1,1 0,-2-1,1 1,-1-1,0 1,0-1,-1 0,0 6,0 0,0 0,0 0,0 0,0 0,0 0,0 0,0 0,0 0,-1 0,1 0,0 0,-1 0,1 0,-1 0,1 1,-1-1,1 0,-1 0,0 0,1 1,-1-1,0 0,1 1,-1-1,0 0,0 1,0-1,0 1,0 0,0-1,1 1,-1 0,0-1,0 1,0 0,0 0,0 0,0 0,0 0,0 0,0 0,0 0,0 0,0 0,0 1,0-1,0 0,0 1,0-1,0 1,0-1,0 1,1-1,-1 1,0 0,0-1,1 1,-1 0,0 0,1-1,-1 1,1 0,-1 0,1 0,-9 12,1 0,0 1,2 0,-1 0,2 0,0 1,1 0,0 0,1 0,-1 10,-1 16,1 0,2-1,2 1,2 0,1 0,6 24,5 10</inkml:trace>
  <inkml:trace contextRef="#ctx0" brushRef="#br1" timeOffset="46">808 8637,'9'2,"10"1,8 0,9-1,8 0,3-1,0-3,-6-1,-7 0,-14 1,-11 0</inkml:trace>
  <inkml:trace contextRef="#ctx0" brushRef="#br1" timeOffset="47">674 8703,'-8'69,"4"0,3 52,1-119,-1-1,1 0,0 1,0-1,0 0,0 1,0-1,0 0,0 1,1-1,-1 0,0 1,1-1,-1 0,1 0,0 1,-1-1,1 0,0 0,-1 0,1 0,0 0,0 0,0 0,0 0,0 0,0-1,0 1,1 0,-1-1,0 1,0 0,0-1,1 0,-1 1,0-1,1 0,-1 1,0-1,1 0,-1 0,0 0,1 0,0-1,97-33,-36 7,-57 24,1 1,-1-1,1 1,0 0,0 0,0 1,-1 0,1 0,0 1,0 0,1 0,-1 0,0 1,-1 0,1 0,0 1,0 0,0 0,-1 1,0 0,1 0,-1 0,0 1,0 0,-1 0,1 1,-1-1,0 1,0 0,0 1,1 1,-3 0,0 1,0-1,-1 1,0-1,0 1,-1 0,0 0,0 0,-1 0,0 0,0 0,-1-1,0 1,0 0,-1 0,0 0,0-1,-1 1,0-1,0 0,-1 0,0 0,0 0,-1-1,-2 4,-6 6,-1-1,0-1,-1 0,0-1,-1 0,-1-1,0-1,0-1,-10 4,8-5,-1-1,1-1,-1-1,0-1,-1-1,1 0,-1-2,1 0,-9-2,5 0</inkml:trace>
  <inkml:trace contextRef="#ctx0" brushRef="#br1" timeOffset="48">808 10013,'-22'21,"1"0,2 2,0 0,1 1,2 1,0 1,2 0,1 1,0 0,3 1,0 0,2 1,1 0,1 0,1 1,2 0,1-1,2 21,-1-33,2 0,0 0,1 0,1 0,0 0,1-1,1 1,1-1,0 0,3 5,-5-15,-1 0,1 0,-1 0,2 0,-1-1,1 0,0 0,0 0,0 0,0-1,1 1,0-2,0 1,0 0,0-1,1-1,-1 1,1-1,0 0,0 0,0-1,0 0,0 0,0 0,0-1,0 0,2-1,-1 0,1-1,-1 0,1 0,-1-1,1 0,-1 0,0-1,-1 0,1-1,-1 1,1-1,-1-1,0 0,-4 3,1 1,-1-1,0-1,0 1,-1 0,1-1,0 1,-1-1,0 0,0 0,0 0,-1 0,1 0,-1 0,0 0,0-1,0 1,-1 0,1-1,-1 1,0 0,-1-1,1 1,-1 0,0-1,0 1,0 0,0 0,-1-1,-2 0,0-1,-1 1,1 0,-1 0,-1 0,1 0,-1 1,1 0,-1 0,0 1,-1-1,1 1,-1 1,1-1,-1 1,0 0,0 1,0 0,0 0,0 0,0 1,0 0,0 0,0 1,0 0,0 0,0 1,1 0,-1 0,0 0,1 1,-1 0,1 0,0 1,0 0,-3 2,0 0,1 1,0 0,1 1,-1 0,1 0,1 1,0 0,0 0,1 0,0 0,0 1,1 0,0 0,1 0,0 1,1-1,0 1,0 8,-3 33</inkml:trace>
  <inkml:trace contextRef="#ctx0" brushRef="#br1" timeOffset="49">434 11604,'19'-13,"0"2,1 0,0 1,1 1,18-4,-31 10,1 0,0 2,-1-1,1 1,0 0,0 0,0 1,0 1,0 0,0 0,0 0,-1 1,1 0,0 1,6 3,-9-3,0 1,0 0,0 0,-1 1,0 0,0 0,0 0,-1 0,1 1,-1-1,-1 1,1 0,-1 0,0 1,0-1,-1 1,0-1,0 1,0 0,0 4,1 13,0 1,-2-1,0 1,-2 0,-1 5,-35 321,36-345,1-1,-1 0,1 0,0 0,0 0,1 0,-1-1,1 1,0 0,0 0,1-1,-1 1,1 0,1 0,2-4,-1-6</inkml:trace>
  <inkml:trace contextRef="#ctx0" brushRef="#br1" timeOffset="50">514 11885,'25'-7,"24"-4,22-6,17-3,12-1,2 0,-6 5,-18 6,-22 6</inkml:trace>
  <inkml:trace contextRef="#ctx0" brushRef="#br0" timeOffset="51">10821 187,'13'24,"-8"3,-1-1,0 1,-3 0,0 0,-1 0,-2 0,-1 0,-1 0,-6 22,-11 58,0-7,5 1,-1 59,14-60,5-1,4 0,9 38,80 382,-73-325,14 31,47 216,-58-76,1 204,-35-125,-38 524,35-502,-42 137,50-71,-4 36,22-173,-15 104,-36 53,3-41,27-371,6 0,7 22,-1-34,-4 76,-2-81,5 0,6 7,6 12,-7-44,4-1,19 61,64 298,-58-304,5 80,22 24,-61-236,-1 0,0 1,-2-1,0 0,-1 1,-2 0,2 57,14 31,-15 157,1-266,0 0,0-1,0 1,0 0,0-1,0 1,0 0,-1-1,1 1,0 0,0-1,0 1,0 0,-1-1,1 1,0 0,0 0,-1-1,1 1,0 0,-1 0,1 0,0-1,0 1,-1 0,1 0,0 0,-1 0,1 0,-1-1,1 1,0 0,-1 0,1 0,0 0,-1 0,1 0,0 0,-1 0,1 1,0-1,-1 0,1 0,0 0,-1 0,1 0,0 1,-1-1,1 0,0 0,-1 0,1 1,0-1,0 0,-1 0,1 1,0-1,0 0,0 1,-1-1,1 0,0 1,0-1,0 0,0 1,0-1,0 0,0 1,0-1,-1-1,-14-12</inkml:trace>
  <inkml:trace contextRef="#ctx0" brushRef="#br0" timeOffset="59">6009 1992,'-7'7,"0"-1,0 1,1 0,0 1,1-1,-1 1,1 0,1 0,0 1,0 0,1-1,0 1,0 1,1-1,0 0,0 0,1 1,1-1,0 1,0-1,1 1,0-1,0 0,1 1,0-1,1 0,0 0,0 0,1-1,0 1,1-1,0 0,0 0,5 5,4-1,-1-1,1-1,1 0,0-1,0-1,1 0,0-1,0-1,1 0,0-1,0-1,0-1,0 0,1-1,-1-1,1-1,-1 0,5-2,-17 3,0-1,0 0,1-1,-1 1,0-1,0 0,0-1,0 1,0-1,0 0,-1 0,1 0,-1-1,1 1,-1-1,0 0,0-1,0 1,0-1,-1 0,1 1,-1-1,0-1,0 1,-1 0,1-1,-1 0,0 1,0-1,-1 0,1 0,-1-1,4-26,-1-1,-2 0,-1 0,-2 0,-1 1,-1-2,1 16,-1 0,0 0,-2 1,0-1,0 1,-2 0,-5-11,8 21,0 1,0-1,0 0,-1 1,0 0,0 0,-1 1,1 0,-1 0,0 0,-1 0,1 1,-1 0,0 0,0 1,0 0,0 0,-1 1,0 0,-7 0,0 1,1 1,-1 1,0 0,0 1,1 0,-1 1,1 1,0 0,0 1,1 1,-1 0,1 1,0 0,1 1,-1 0,2 1,-1 0,1 1,1 0,0 1,0 0,1 1,0 0,1 0,1 1,0 0,-2 7,-16 50,12-5</inkml:trace>
  <inkml:trace contextRef="#ctx0" brushRef="#br0" timeOffset="60">7398 1965,'-4'0,"-1"-1,1 1,0 1,-1-1,1 1,-1-1,1 1,0 0,-1 1,1-1,0 1,0 0,0 0,0 0,0 1,1-1,-1 1,1 0,0 0,-1 0,1 0,1 0,-1 1,0 0,1-1,0 1,0 0,0 0,0 0,0 3,-2 2,2 0,-1 1,1-1,1 1,-1 0,2-1,-1 1,1 0,1-1,0 1,0 0,1-1,0 1,1-1,0 1,0-1,1 0,0-1,1 1,0-1,0 1,1-2,0 1,0 0,1-1,0 0,0-1,1 0,0 0,0 0,0-1,0-1,2 1,4 1,0-1,1 0,-1-1,1 0,1-2,-1 0,0 0,0-1,1-1,-1-1,0 0,1-1,-1-1,0 0,0-1,-1 0,1-1,-1-1,0-1,0 0,-1 0,9-7,-13 5,1 0,-1 0,-1-1,0 0,0 0,-1-1,0 0,-1 0,0-1,-1 1,0-1,-1 0,-1-1,0 1,0-1,-1 0,-1 1,0-1,0 0,-2-1,1 5,-1-1,0 0,0 0,-1 1,0-1,-1 1,0-1,-1 1,0 0,0 0,-1 1,0-1,0 1,-1 0,0 0,0 1,-1 0,0 0,-1 0,1 1,-1 0,0 1,-1 0,1 0,-1 1,-3-2,-6 2,-1-1,0 2,0 1,1 0,-1 1,-1 1,1 1,1 1,-1 1,0 0,0 1,1 1,0 1,0 0,1 2,-1 0,2 1,-1 0,1 1,1 1,-1 1,2 0,0 1,-11 13,16-15,0 1,0 0,1 0,1 1,0 0,0 0,2 1,-4 10,-5 32</inkml:trace>
  <inkml:trace contextRef="#ctx0" brushRef="#br0" timeOffset="61">8548 2139,'69'-108,"-32"53,-3 0,-3-3,-2 0,-2-2,-2-9,-20 94,0 148,-1-94,-3 0,-3 0,-4-1,-9 37,13-104,1-8,0 0,0 1,0-1,1 0,-1 0,1 0,0 1,-1-1,2 0,-1 0,0 0,1 1,-1-1,1 0,0 0,0 0,0 0,1 2,8 4</inkml:trace>
  <inkml:trace contextRef="#ctx0" brushRef="#br0" timeOffset="62">9645 2019,'1'-3,"22"-26,-1-1,-2-1,-1-1,-1 0,-2-2,-2 0,11-34,-20 55,-5 34,0-14,11 459,-11-460,0 0,0 0,0 1,0-1,-1 0,0 0,-1 0,1-1,-1 1,0 0,0 0,-1-1,0 1,0-1,0 0,-1 0,1 0,-1-1,-1 2,38-7,193-29,-185 28</inkml:trace>
  <inkml:trace contextRef="#ctx0" brushRef="#br0" timeOffset="63">8776 2353,'18'0,"11"0,6-2,6-1,-1 0,-2 1,-8 0</inkml:trace>
  <inkml:trace contextRef="#ctx0" brushRef="#br0" timeOffset="64">1182 2834,'101'22,"139"-6,-185-8,0-1,0-4,0-1,31-5,4 2,226 0,-217-7,-1-4,16-8,-14 2,161 5,-34 4,-63-5,13 1,238 6,14 0,-264 8,199 0,-146 12,205-24,32 9,120 43,1-43,-272-12,1192 15,-1164-22,-156 7,152-6,10 8,-235 11,0-5,-1-4,0-4,2-6,-62 11,1 1,1 2,0 2,23 2,25 2,-83-2,-4-1</inkml:trace>
  <inkml:trace contextRef="#ctx0" brushRef="#br0" timeOffset="65">1423 4104,'21'5,"0"0,0-2,0-1,0 0,15-2,28 2,403 21,-122-33,199-8,-29 4,-184-7,-103 2,353-24,62 20,-431 5,104 8,274-16,-70-3,142-4,-207 17,-199 0,383-11,-72 28,-76 50,36-11,-9-24,-488-17,57 7,-83-1,-10-3</inkml:trace>
  <inkml:trace contextRef="#ctx0" brushRef="#br0" timeOffset="74">6168 3102,'-7'0,"-1"0,0 0,0 1,0 0,1 1,-1-1,1 2,-1-1,1 1,0 0,0 0,0 1,0 0,0 0,1 1,0 0,0 0,0 0,1 1,0 0,0 0,0 0,1 1,0-1,0 1,0 0,0 3,-2 1,1 1,0 0,0 0,1 0,1 0,0 1,1-1,0 1,1 0,0 0,1 0,1-1,0 1,1 0,0 0,1-1,0 1,1-1,0 0,1 0,0 0,1-1,1 0,-1 0,2-1,0 1,0-1,8 6,-6-8,1 0,0-2,1 1,-1-2,1 1,0-1,0-1,1-1,0 1,-1-2,1 0,0 0,0-1,0-1,0 0,0-1,4-1,-10 1,-1-1,0 0,0 0,0 0,0-1,-1 0,1 0,-1 0,1-1,-1 0,0 0,-1 0,1-1,-1 1,0-1,0 0,0-1,0 1,-1 0,0-1,2-6,3-7,-1-1,-1 0,0-1,-2 1,0-1,-1-2,0 5,0 1,-2-1,0 0,0 0,-2 0,0 0,-1 0,-1 0,-1 0,0 1,-1 0,-1 0,-1 0,0 1,-1-1,-1 2,0-1,-2 2,-3-6,9 15,0 1,-1 0,1 0,-1 0,0 1,0 0,0 0,0 1,0-1,-1 1,1 0,-1 1,1 0,-1 0,0 0,1 1,-1 0,0 0,1 1,-1 0,0 0,1 0,-1 1,1 0,0 0,-2 1,-4 3,-1 0,1 1,0 0,0 1,1 1,0 0,0 0,1 1,0 0,1 0,0 2,0 0,-2 5,1 1,1-1,0 2,2-1,0 1,1 0,0 1,2 0,1-1,-1 17,0 33</inkml:trace>
  <inkml:trace contextRef="#ctx0" brushRef="#br0" timeOffset="75">7318 3435,'54'-109,"48"-74,-26 51,-59 109,-8 42,-8 63,-4-1,-3 0,-4 0,-3-1,-4 0,-7 14,21-85,3-6,-1 1,1-1,-1 0,0 0,0 0,0 0,0 0,-1 0,1 0,-1 0,0 0,1-1,-1 1,-1-1,1 1,0-1,-1 0,1 0,-1 0,1 0,-4 1,0 4,32-6,-19-1,316-5,-264 2</inkml:trace>
  <inkml:trace contextRef="#ctx0" brushRef="#br0" timeOffset="76">8709 3195,'-6'15,"0"-1,1 2,1-1,1 1,0-1,1 1,0 0,2 0,0 14,1-22,-1 0,2-1,-1 1,1 0,0-1,1 1,-1-1,1 0,1 0,0 0,0 0,0-1,1 0,-1 1,2-2,-1 1,1 0,-1-1,1 0,7 3,-6-4,0 0,1 0,-1-1,1-1,0 1,0-1,0 0,0-1,0 0,0 0,0-1,0 0,1-1,-1 1,0-1,0-1,0 0,0 0,0 0,-1-1,1 0,-1-1,0 0,0 0,0 0,6-5,-2 1,0-1,-1 0,0-1,-1 1,0-2,0 1,-1-1,0-1,-1 0,0 0,-1 0,-1 0,0-1,0 0,2-11,-6 15,1 1,-1-1,-1 1,0-1,0 1,0-1,-1 0,-1 1,1-1,-1 1,-1 0,1 0,-1 0,-1 0,0 0,0 1,0-1,-1 1,0 0,0 0,-1 1,0 0,0 0,0 0,-1 1,0-1,0 2,0-1,-1 1,0 0,1 1,-1 0,-1 0,1 0,-4 0,0 1,0 1,0 0,0 1,0 0,1 1,-1 0,0 0,0 2,1-1,-1 2,1-1,0 1,0 1,0 0,1 1,-1 0,1 0,1 1,-7 6,9-7,0 0,1 0,-1 1,1 0,1 0,-1 1,1 0,1 0,-1 0,1 0,1 1,-1-1,2 1,-1 0,1 0,0 0,1 0,0 1,1-1,0 0,0 0,1 0,0 1,0-1,2 4,1-3,-1 1,2-1,0-1,0 1,0-1,1 0,1 0,-1 0,2-1,6 7,33 27</inkml:trace>
  <inkml:trace contextRef="#ctx0" brushRef="#br0" timeOffset="77">9671 3248,'-2'11,"1"0,0 0,1 0,0 0,1 0,0 0,1 0,0 0,0-1,1 1,1-1,0 1,0-1,1-1,0 1,1 0,0-1,0 0,1-1,0 0,1 0,4 4,-3-7,0 0,1 0,-1-1,1 0,-1-1,1 0,0 0,0-1,1-1,-1 1,0-2,1 1,-1-2,0 1,1-1,-1-1,0 0,0 0,0-1,0-1,-1 1,1-1,-1-1,0 0,7-5,-4 3,0-1,0-1,-1 0,0 0,-1-1,0-1,0 0,-1 0,-1-1,0 0,0 0,-1-1,-1 0,0 0,-1 0,-1-1,1 0,-1-4,-3 8,1-1,-2 1,1 0,-2 0,1 0,-1-1,-1 1,0 0,0 0,-1 1,0-1,-1 0,0 1,0 0,-1 0,0 0,-1 1,0-1,0 1,-1 1,0-1,0 1,-1 0,0 1,0 0,-1 0,1 1,-1 0,0 0,-1 1,1 0,-1 1,0 0,0 1,0 0,0 0,0 1,-6 0,7 2,-1 0,1 1,0 0,0 0,-1 1,2 0,-1 1,0 0,1 0,0 1,0 0,0 0,1 1,-1 0,1 1,1-1,-1 1,1 0,0 2,-10 12,1 1,2 1,0 0,1 1,1 1,1 3,-19 52</inkml:trace>
  <inkml:trace contextRef="#ctx0" brushRef="#br0" timeOffset="78">1543 5414,'9'9,"29"-2,0-1,0-1,0-3,38-1,67 4,200 6,-190-2,136-11,146-38,-67 13,-293 27,88-1,57-12,-46 2,125 9,-140 4,434-2,-309 13,1145-13,-1094-14,116-11,95-20,-37 30,-350 8,160-17,-119-4,154-1,-45 14,-56 2,147 14,-225 12,-172-13,0 0,0-1,0 1,0 1,0-1,0 0,0 1,0 0,0-1,-1 1,1 0,0 1,0-1,-1 0,1 1,0-1,-1 1,1 1,-20 5,-1-6</inkml:trace>
  <inkml:trace contextRef="#ctx0" brushRef="#br0" timeOffset="79">6129 4452,'-10'4,"-1"1,1 0,0 1,1 0,0 1,0 0,0 0,1 1,0 0,0 0,1 1,0 0,0 0,1 1,1 0,0 0,0 0,0 0,2 1,-1 0,1 0,1 0,0 0,0 2,3-2,0-1,0 0,1 0,0 0,1 0,0-1,0 1,1-1,1 0,-1 0,1 0,1 0,0-1,0 0,1 0,-1-1,2 0,-1 0,1 0,0-1,2 1,5 3,1 0,1-1,-1-1,1 0,0-1,1-1,0-1,0 0,0-2,1 0,4 0,-17-2,1-1,0 0,-1 0,1-1,0 0,-1 0,1 0,-1-1,1 0,-1 0,0-1,0 1,0-1,0-1,0 1,-1-1,1 0,-1 0,0-1,-1 1,1-1,-1 0,0-1,0 1,0-1,1-3,3-7,-2 0,0 0,0-1,-2 0,0 0,-1 0,-1 0,0 0,-1-1,-1 1,-1 0,0-1,-2 1,0 0,0 0,-2 0,0 1,-1-1,-6-10,8 17,-2 1,0 0,0 1,0-1,-1 1,0 0,-1 1,0 0,0 0,0 0,-1 1,0 1,0-1,-1 2,0-1,1 1,-1 0,-1 1,1 1,0-1,-1 2,1-1,-1 1,0 1,1 0,-1 0,1 1,-1 1,1 0,-1 0,1 1,0 0,0 1,0 0,0 0,1 1,0 1,-3 2,5-4,2 1,-1 0,0 0,1 1,0 0,0-1,1 2,0-1,0 0,0 1,1 0,0 0,0 0,1 0,0 0,0 1,0-1,1 0,0 1,1 0,0-1,0 1,1-1,-1 1,2 4,11 34</inkml:trace>
  <inkml:trace contextRef="#ctx0" brushRef="#br0" timeOffset="80">7505 4800,'60'-210,"-34"126,-4 0,3-31,-22 95,-7 58,2-23,-7 47,3 0,2 0,4 1,2-1,2 1,4-1,7 27,1-34</inkml:trace>
  <inkml:trace contextRef="#ctx0" brushRef="#br0" timeOffset="81">8855 4506,'-14'-1,"10"0,0 0,0 1,0-1,1 0,-1 1,0 0,0 0,0 0,0 1,0-1,0 1,0 0,0 0,1 0,-1 1,0-1,1 1,-1 0,1 0,0 0,-1 0,1 1,0-1,0 1,1 0,-1 0,0 0,1 0,0 1,0-1,0 0,0 1,1-1,-1 3,2 5,0 0,1 1,1-1,0 0,1 1,0-1,0 0,2-1,-1 1,1-1,0 0,1 0,0 0,1-1,0 0,1 0,7 6,-4-2,1-1,0 0,1-1,1-1,0 0,0 0,0-2,1 0,1 0,4 0,-13-5,0 0,1-1,-1 0,0-1,1 0,-1 0,1 0,-1-1,1 0,-1 0,1-1,-1 0,1-1,-1 1,0-1,0-1,0 1,0-1,0-1,0 1,-1-1,1 0,-1 0,1-2,4-7,-1 0,-1 0,0-1,-1 0,-1 0,0-1,0 0,-2 0,0 0,-1-1,0 0,-1 0,-1 0,-1 0,0 0,-1 0,0-1,-2 1,0-2,2 1,-1 0,0 0,-1 1,-1-1,-1 0,0 1,-1 0,-1 0,0 1,-1-1,-1 1,0 0,-1 1,-1 0,0 1,-1 0,-2-1,8 10,0 1,0 0,-1 0,1 0,-1 1,1-1,-1 1,0 1,0-1,0 1,0 0,0 0,0 1,0 0,0 0,0 0,0 1,0 0,0 0,0 0,0 1,0 0,1 0,-1 1,1-1,-1 1,-4 4,-6 3,1 1,0 0,0 2,1-1,1 2,0 0,1 0,-5 9,8-12,1 0,1 0,0 1,0 0,1 1,1 0,0-1,1 1,0 1,1-1,0 1,1-1,1 1,0 0,1-1,1 1,0 2,10 23</inkml:trace>
  <inkml:trace contextRef="#ctx0" brushRef="#br0" timeOffset="82">9711 4559,'148'-239,"-29"56,-105 158,-14 25,0 0,0 0,0 1,0-1,1 0,-1 0,0 0,0 0,0 1,0-1,1 0,-1 0,0 0,0 0,0 0,0 0,1 0,-1 0,0 0,0 0,0 0,-1 5,-11 58,2 0,3 1,3 0,3 1,2-1,3 0,3 0,3 0,5 11,3 2</inkml:trace>
  <inkml:trace contextRef="#ctx0" brushRef="#br0" timeOffset="83">1477 6925,'0'0,"0"0,0 0,1 0,-1 0,0 0,1 0,-1 0,0 0,1 0,-1 0,0 0,0 1,1-1,-1 0,0 0,0 0,1 0,-1 1,0-1,0 0,0 0,1 1,-1-1,0 0,0 0,0 1,0-1,1 0,-1 0,0 1,0-1,0 0,0 1,0-1,0 0,0 0,0 1,0-1,0 0,0 1,0-1,0 0,0 1,0-1,0 0,-1 0,1 1,0-1,0 0,0 0,0 1,-1-1,36 2,-35-2,533-10,-37-1,-265 6,35 12,42-17,-168 1,134-10,237-5,-40-2,-375 26,90-1,64-14,-63-1,81 7,-235 9,406-11,-202-2,5 11,402-25,-262 20,419 1,-308-7,-442 13,104 0,76-13,-61 2,84 8,-243 3,270-13,-44-1,-61 4,175 7,-342 3,-7 1,0-1,-1 1,1-1,-1 0,1 1,0-1,-1 0,1 0,0 0,-1-1,1 1,0 0,-1 0,1-1,-1 1,1-1,0 0,-1 1,0-1,1 0,-1 0,1 0,-1 0,0 0,0 0,1 0,-1 0,0-1,0 1,0 0,0-1,0 0,-1-9</inkml:trace>
  <inkml:trace contextRef="#ctx0" brushRef="#br0" timeOffset="84">6155 5882,'-6'-1,"0"0,-1 0,1 1,-1 0,1 0,-1 0,1 1,0 0,-1 0,1 1,0 0,0 0,0 0,0 1,0 0,0 0,1 1,0-1,-1 1,1 0,1 0,-1 1,1 0,-1-1,1 2,1-1,-7 10,1 0,1 1,0 0,1 0,1 1,1 0,0 0,1 0,1 1,0-1,2 1,0 0,1 0,1 5,0-13,1-1,1 1,0-1,0 1,1-1,0 0,0 0,1 0,0-1,1 0,0 0,0 0,1-1,0 0,0 0,1 0,-1-1,1 0,1-1,-1 0,1 0,0-1,0 0,0 0,1-1,-1-1,1 1,6-1,4 3,0-2,1 0,-1-1,1-1,0-1,-1-1,1-1,-1 0,0-2,9-3,-18 5,-1-2,0 1,-1-1,1-1,0 0,-1 0,0-1,-1 0,1 0,-1-1,0 0,-1-1,0 0,0 0,0 0,-1-1,0 0,-1 0,0 0,-1-1,0 0,0-4,-1-1,0 1,-1-1,-1 0,0 0,-1 0,-1 1,0-1,-1 0,-1 1,0-1,-1 1,0 0,-1 0,-1 0,0 1,-1 0,-1 0,0 0,0 1,-1 0,-1 1,0 0,0 1,-1 0,0 0,-1 1,0 1,-1 0,0 0,0 2,0-1,-3 1,2 2,0 1,1 1,-1 0,0 1,0 1,0 0,0 1,0 0,1 1,-1 1,0 0,1 1,0 0,0 1,0 1,0 0,1 0,0 2,2-3,1 1,0 1,0 0,1 0,-1 0,2 1,-1 0,1 1,0 0,1 0,0 1,0-1,1 1,1 0,-1 1,2-1,-1 1,1 0,1-1,0 1,1 0,-1 6,5 34</inkml:trace>
  <inkml:trace contextRef="#ctx0" brushRef="#br0" timeOffset="85">7505 6230,'150'-332,"-78"148,-68 178,-6 18,2-9,-6 29,-11 49,4 1,4 0,3 1,5 59,7-76</inkml:trace>
  <inkml:trace contextRef="#ctx0" brushRef="#br0" timeOffset="86">8816 6163,'21'-30,"-1"-1,-2-1,-1-1,-2 0,-1-1,-2 0,-1-1,-2 0,-1-1,2-25,-2-40,-27 378,8-162,5 0,5 7,5-60</inkml:trace>
  <inkml:trace contextRef="#ctx0" brushRef="#br0" timeOffset="87">9979 5843,'-12'26,"1"1,2 0,0 1,2 0,0 2,6-22,0 0,0 0,1-1,0 1,0 0,1 0,0 0,0-1,1 1,0 0,0-1,1 0,0 1,0-1,1 0,0 0,0-1,1 1,-1-1,2 0,-1 0,6 2,0 1,0-2,1 0,0 0,0-1,1-1,0 0,0 0,0-1,0-1,1 0,-1-1,1-1,-1 0,1 0,0-2,0 0,-1 0,1-1,-1-1,1 0,-1-1,0 0,0-1,-1-1,0 0,0-1,0 0,0 0,-1-1,2-3,-3 2,-1 1,1-2,-2 1,0-1,0-1,0 0,-2 0,1 0,-1 0,-1-1,0 0,-1-1,0 1,-1-1,0 1,-1-1,0 0,-1 0,-1 0,0 0,-1 0,0 0,-1 0,0 0,-1 1,0-1,-1 1,-1 0,0 0,-1 0,0 1,0-1,-8-8,7 12,1 0,-1 0,-1 0,0 1,0 0,0 1,-1-1,0 2,0-1,-1 1,1 1,-1 0,0 0,0 1,-1 0,1 1,-1 0,1 0,-1 1,1 1,-1 0,0 0,1 1,-1 0,1 1,-1 1,1-1,0 1,0 1,0 0,0 1,-6 3,-5 6,0 1,0 2,2-1,0 2,1 1,1 0,1 1,0 1,2 0,-9 19,-27 46</inkml:trace>
  <inkml:trace contextRef="#ctx0" brushRef="#br0" timeOffset="88">1637 8343,'1050'0,"-764"-21,-189 10,1 5,52 4,-128 3,103 6,1-5,-1-6,17-7,9-9,142 2,149 4,240-25,-184 32,-280 2,-44 1,64-13,303-31,-52 16,-53 17,508-43,-727 45,144 12,-167 2,879-1,-945 14,-105-14,-34-1</inkml:trace>
  <inkml:trace contextRef="#ctx0" brushRef="#br0" timeOffset="89">6196 7286,'-12'0,"1"2,0 0,0 0,0 1,0 0,0 1,0 0,1 1,0 0,0 0,0 1,0 1,1 0,1 0,-1 1,1-1,0 2,1-1,-1 2,2-3,0 1,1 0,-1 0,1 0,1 1,0-1,0 1,1 0,0 0,0 1,1-1,1 1,-1-1,1 1,1-1,0 1,0 0,1-1,0 1,1-1,0 1,2 4,0-6,0 0,0 0,1-1,0 1,0-1,1 0,0-1,0 1,1-1,-1 0,1-1,1 0,-1 0,1 0,0-1,0 0,0-1,0 1,1-2,9 4,1-1,-1 0,1-2,0 0,0-1,0-1,0-1,9-1,-17 0,-1 1,0-1,0-1,1 1,-1-2,0 1,-1-2,1 1,0-1,-1-1,0 0,0 0,0 0,-1-1,0-1,0 0,-1 0,1 0,-1-1,-1 0,0 0,0 0,0-1,-1 0,-1 0,1-1,-1 1,-1-1,0 0,0 0,-1 0,-1 0,1-3,-4-3,0 1,-1 0,-1 0,0 0,-1 0,-1 1,0 0,-1 0,0 0,-1 1,0 0,-2 1,1 0,-1 0,-1 1,0 0,-1 1,0 0,0 1,-1 0,0 1,-1 1,0 0,0 1,0 0,-1 1,0 1,-8-2,15 4,0 0,0 1,-1 0,1 0,0 1,0 0,0 0,0 1,0 0,0 0,0 1,0 0,0 1,0 0,1 0,-1 0,1 1,0 0,0 0,0 1,1 0,0 0,0 1,0 0,0 0,1 0,0 0,0 1,-1 3,-2 7,0 1,1 0,1 0,1 1,1 0,-3 16,-2 40</inkml:trace>
  <inkml:trace contextRef="#ctx0" brushRef="#br0" timeOffset="90">7546 7607,'95'-339,"-81"217,-21 190,1 67,6 0,10 44,-2-99</inkml:trace>
  <inkml:trace contextRef="#ctx0" brushRef="#br0" timeOffset="91">8923 7620,'3'-61,"3"0,3 1,15-58,-5 28,2-66,-28 222,2 0,4 62,3-77,1 1,3-1,2-1,4 8,7 14</inkml:trace>
  <inkml:trace contextRef="#ctx0" brushRef="#br0" timeOffset="92">10033 7580,'97'-443,"-86"329,-16 142,-19 251,12 7,11-192</inkml:trace>
  <inkml:trace contextRef="#ctx0" brushRef="#br0" timeOffset="93">1637 9679,'296'-13,"52"25,-209-3,1-6,77-10,-25-13,21-2,66 7,311 19,-219-38,76-4,-412 37,1021-47,-312 1,-37 22,793 26,-777-41,-440 32,90 2,-274-6,240 11,-309-6,-27 1</inkml:trace>
  <inkml:trace contextRef="#ctx0" brushRef="#br0" timeOffset="94">6209 8970,'127'-397,"-97"260,-28 124,-6 22,-6 41,2 1,2-1,2 48,2-29,3-1,4 1,2-1,5 10,1-15</inkml:trace>
  <inkml:trace contextRef="#ctx0" brushRef="#br0" timeOffset="95">7292 8770,'-1'11,"0"0,0 0,2 0,-1-1,1 1,1 0,-1 0,2 0,0-1,0 0,1 1,0-1,1 0,0-1,0 1,1-1,1 0,-1-1,1 1,1-1,-1-1,7 5,3 0,0-1,0-1,1 0,0-1,1-1,0-1,0-1,1-1,-1 0,1-2,0 0,1-1,-1-1,0-1,0 0,0-2,1-1,-1 0,-1-1,1-1,-1-1,12-5,-22 6,0 1,0-1,0 0,-1-1,0 0,0 0,0-1,-1 0,0-1,0 1,-1-1,0 0,0-1,-1 0,0 0,-1 0,0 0,0-1,-1 1,0-1,-1 0,0 0,0 0,-1 0,-1 0,1 0,-2 0,1-1,-2 1,-1-7,1 4,-1 1,-1-1,0 1,-1 0,0 0,-1 1,0-1,-1 1,0 1,0-1,-1 1,-1 1,0-1,0 1,-1 1,0 0,0 0,-1 1,0 0,0 1,-1 1,0-1,0 2,0 0,0 0,-1 1,0 0,1 1,-1 1,0 0,0 1,0 0,0 1,1 1,-1 0,0 0,-11 5,10-2,0 1,1 0,0 1,0 1,1 0,-1 0,2 1,-1 1,2 0,-1 1,1 0,0 1,5-6,1-1,0 1,0 0,0 1,1-1,0 1,0-1,1 1,-1 0,2 0,-1 0,1 0,0 0,0 1,1-1,0 0,0 0,1 0,0 1,0-1,1 0,-1 0,2 0,-1-1,3 5,29 38,9-9</inkml:trace>
  <inkml:trace contextRef="#ctx0" brushRef="#br0" timeOffset="96">8936 8689,'-5'7,"-1"0,1 0,0 1,1 0,0 0,0 0,1 0,0 0,0 1,1-1,0 1,0 0,1 0,0 0,1 0,0-1,1 1,-1 0,2 0,-1 0,1 0,0-1,1 1,0-1,1 0,-1 0,2 0,-1 0,1-1,0 1,0-1,1-1,6 7,1-5,-1 0,1-1,0-1,1 0,0-1,0 0,0-1,0-1,0 0,1-1,0-1,-1 0,1-1,0 0,-1-1,1-1,-1 0,1-1,-1-1,0 0,0-1,-1 0,1-1,-1-1,0 0,-1-1,0 0,0-1,-1 0,0-1,0 0,-1-1,-1 0,1-1,-2 0,0 0,0 0,-1-1,2-7,-5 10,-1 0,0-1,0 1,-1-1,-1 0,0 1,0-1,-1 0,0 0,-1 0,0 1,-1-1,0 0,-1 1,0 0,0-1,-1 1,-1 0,0 1,0-1,-1 1,0 0,0 0,-1 1,0 0,-1 0,1 1,-2 0,1 0,-1 1,0 0,0 0,-10-4,6 6,0-1,-1 2,1 0,-1 0,1 2,-1-1,0 2,0 0,1 0,-1 2,0 0,1 0,-1 1,1 0,0 2,0-1,0 2,1-1,-1 2,1 0,1 0,0 1,0 0,0 1,1 1,0-1,1 1,0 1,1 0,0 0,0 1,2 0,-1 0,1 0,1 1,0 0,0 5,4-11,0-1,1 1,-1 0,1 0,1 0,0 0,0 0,0 0,0-1,1 1,0 0,1-1,0 0,0 1,0-1,0 0,3 1,30 40</inkml:trace>
  <inkml:trace contextRef="#ctx0" brushRef="#br0" timeOffset="97">9845 8703,'-3'11,"1"-1,1 0,0 0,0 1,1-1,0 1,1-1,0 1,0-1,1 0,1 0,0 0,0 0,1 0,0-1,1 1,0-1,0 0,1-1,0 1,1-1,4 1,0 0,1-1,-1-1,2 0,-1-1,1 0,0 0,0-2,0 0,1 0,-1-1,1-1,0 0,0-1,0 0,0-1,0-1,0 0,0-1,0-1,-1 0,1 0,-1-2,0 0,0 0,0-1,-1 0,0-1,0-1,7-6,-14 9,0 0,1-1,-2 0,1 0,-1 0,0-1,0 1,-1-1,0 0,0 0,0 0,-1-1,0 1,-1-1,0 1,0-1,0 1,-1-1,0 1,-1-1,1 0,-1 1,-1-1,0 1,0 0,0 0,-1-1,0 1,0 1,-1-1,-1-1,-2-4,-1 0,-1 1,0 1,-1-1,0 1,0 1,-1 0,0 1,-1 0,1 0,-2 1,1 1,-1 0,0 1,0 0,0 1,-1 0,0 1,1 1,-1 0,0 1,0 0,0 2,0-1,0 2,0-1,0 2,0 0,1 1,-1 0,1 1,0 0,1 1,-9 6,-42 36,12 3</inkml:trace>
  <inkml:trace contextRef="#ctx0" brushRef="#br0" timeOffset="98">1717 11096,'4'3,"0"-1,1 0,-1-1,1 1,-1-1,1 0,-1 0,1 0,0 0,0-1,-1 0,1 0,0 0,2-1,6 1,46-3,0-2,0-2,34-11,92-11,238 16,14-7,-344 20,304-10,181-6,10-12,-417 29,224-9,126-11,-12-3,-215 5,111 3,194 0,-69 7,165 0,-425 9,1485-2,-1754 0,0 0,0 1,0-1,0 0,0 0,0 0,0 0,0 0,0 0,0 0,0 0,0 0,0-1,0 1,0 0,0-1,0 1,0-1,0 1,0-1,0 1,-1-1,1 0,0 1,0-1,0 0,-1 1,1-1,-1 0,1 0,0 0,-1 0,1 0,-1 0,0 0,1 0,-1 0,0 0,0 0,1 0,-1 0,0 0,0-1,-3-12</inkml:trace>
  <inkml:trace contextRef="#ctx0" brushRef="#br0" timeOffset="99">6276 10307,'32'-108,"11"-35,9-71,-46 185,-6 29,0 0,0 1,0-1,1 0,-1 0,0 1,0-1,0 0,0 0,1 0,-1 1,0-1,0 0,1 0,-1 0,0 0,0 0,1 1,-1-1,0 0,1 0,-1 0,0 0,0 0,1 0,-1 0,0 0,1 0,-1 0,0 0,0 0,1 0,-1 0,0 0,1-1,-1 1,6 238,-6-205,-1 10,2 1,1 0,3-1,1 0,6 16,5-8</inkml:trace>
  <inkml:trace contextRef="#ctx0" brushRef="#br0" timeOffset="100">7533 10053,'-6'13,"0"0,1 0,1 0,0 1,0 0,2-1,0 1,0 0,2 0,-1 0,2 1,-1-7,1-1,0 0,0 0,1 0,0 0,0 0,1-1,0 1,0-1,0 1,1-1,0 0,0 0,1-1,-1 1,1-1,0 0,1 0,-1-1,1 1,0-1,2 0,4 3,1-2,0 0,0 0,1-1,-1-1,1 0,0-1,0-1,0 0,-1-1,1 0,0-1,0-1,0 0,0 0,-1-2,1 0,-1 0,0-1,-1-1,1 0,-1-1,0 0,0-1,-1 0,0-1,-1 0,0-1,0 0,-1 0,0-1,-1 0,0-1,2-6,-7 11,-1 0,0-1,0 1,0-1,-1 0,-1 0,1 1,-1-1,0 0,-1 0,0 1,0-1,-1 0,0 1,0-1,0 1,-1 0,-1-1,1 1,-1 1,0-1,0 1,-1-1,0 1,0 0,-2-1,-5-5,0 1,0 0,-1 1,-1 1,1 0,-2 0,1 1,-1 1,0 1,0 0,-1 1,-1 0,6 3,0 0,1 0,-1 1,0 1,1 0,-1 1,0-1,1 2,-1 0,0 0,1 1,-8 3,12-4,1 0,0 1,0 0,-1 0,2 0,-1 1,0-1,1 1,0 0,-1 1,2-1,-1 1,0-1,1 1,0 0,0 0,1 1,-1-1,1 1,0-1,0 1,1 0,-1 4,4 47,11-4</inkml:trace>
  <inkml:trace contextRef="#ctx0" brushRef="#br0" timeOffset="101">9110 9987,'-6'12,"1"0,0 1,1 0,0 0,1 0,0 1,1-1,0 1,2-1,-1 1,2-1,0 1,0-1,1 1,1-1,0 0,2 2,-1-9,0 1,1 0,-1-1,2 0,-1 0,1 0,0-1,0 1,0-2,1 1,0-1,0 0,0 0,0-1,1 0,-1 0,1 0,0-1,0-1,-1 1,1-1,0-1,0 1,1-1,-1-1,0 1,0-1,-1-1,1 0,0 0,0 0,-1-1,1 0,-1 0,0-1,0 0,0-1,-1 1,1-1,1-2,2-2,-1 0,0-1,0 0,-1 0,0-1,-1 0,0 0,-1 0,0-1,-1 0,-1-1,1 1,-2-1,0 1,0-4,-1 7,-1 0,-1-1,1 1,-1 0,-1-1,1 1,-2 0,1 0,-1 0,-1-1,0 2,0-1,-1 0,0 1,0-1,-1 1,0 0,0 1,-1-1,0 1,-4-4,3 5,0 0,0 1,-1-1,1 1,-1 1,0-1,-1 2,1-1,-1 1,1 0,-1 1,0-1,0 2,0 0,0 0,-1 0,1 1,0 1,0-1,0 1,0 1,0 0,0 0,0 1,0 0,1 1,0-1,-1 2,1-1,1 1,-1 0,1 1,0 0,0 0,0 0,-3 6,4-5,0 0,1 0,0 1,0 0,1 0,0 0,1 1,-1-1,2 1,-1 0,1 0,0 0,1 0,0 0,1 0,0 1,0-1,1 0,0 0,0 0,1 0,1 0,-1 0,1-1,1 1,0 0,25 40</inkml:trace>
  <inkml:trace contextRef="#ctx0" brushRef="#br0" timeOffset="102">10046 10133,'24'-44,"-2"-2,-2 0,-3-1,-1-1,-2-1,7-49,-14 146,19 505,-19-490</inkml:trace>
  <inkml:trace contextRef="#ctx0" brushRef="#br0" timeOffset="103">6289 11885,'49'-85,"-4"-2,-3-1,28-89,-12-16,-78 304,5 0,5 1,4 105,6-176,1 0,2 0,1-1,2 1,3-1,9 31,1-23</inkml:trace>
  <inkml:trace contextRef="#ctx0" brushRef="#br0" timeOffset="104">7533 11591,'-6'9,"0"1,1 0,0 0,1 1,0 0,0-1,1 1,1 0,0 1,1-1,0 0,0 1,1-1,1 0,0 1,0-1,1 0,1 0,0 0,0 0,1 0,0-1,1 0,0 0,1 0,0 0,1-1,0 0,0 0,1-1,0 0,0 0,1-1,0 0,0 0,9 3,-8-3,1 0,0-1,0-1,0 0,0 0,1-1,0-1,0 0,0 0,0-1,1-1,-1 0,0-1,1 0,-1-1,0 0,1-1,-1 0,0-1,0 0,-1-1,1-1,-1 0,0 0,0-1,0-1,2-1,-3-2,0 0,-1-1,0 0,0-1,-2 0,1 0,-1 0,-1-1,-1 0,1 0,-2-1,0 1,-1-1,0 0,-1 0,0 0,-1 0,-1-13,0 15,-1 1,0 0,0 0,-1 0,0 0,-1 0,0 0,-1 1,0 0,-1-1,0 1,0 1,-1-1,0 1,-1 0,0 0,-1 1,1 0,-1 0,-1 1,0 0,0 1,0 0,-3-1,4 3,-2 1,1 0,0 0,-1 1,1 0,-1 0,1 1,-1 1,0 0,0 0,1 1,-1 0,1 0,-1 1,1 0,-1 1,1 0,0 1,0 0,0 0,-6 5,-3 2,0 1,0 1,1 1,1 0,0 1,1 1,1 0,0 1,-3 6,8-9,0 0,1 1,0-1,1 2,1-1,0 1,1-1,1 2,1-1,0 0,1 1,0 7,5 31</inkml:trace>
  <inkml:trace contextRef="#ctx0" brushRef="#br0" timeOffset="105">9271 11805,'3'-59,"2"1,13-53,4-44,-17 75,-10 66,-2 39,-2 56,4 1,5 33,0-114,0 67,4 0,2 0,4 0,2-1,8 19,-4-33</inkml:trace>
  <inkml:trace contextRef="#ctx0" brushRef="#br0" timeOffset="106">10207 11671,'-4'20,"1"-1,1 1,1-1,1 1,0 0,3 10,-2-23,0 0,1-1,-1 1,1-1,1 1,-1-1,1 0,1 0,-1 0,1 0,0-1,0 0,0 1,1-1,0-1,0 1,0-1,0 0,1 0,3 2,0-2,0 0,0 0,0-1,0 0,1-1,-1 0,0 0,1-1,0 0,-1-1,1 0,0-1,-1 0,1 0,-1-1,1 0,-1-1,0 0,0 0,0-1,0 0,-1-1,1 0,-1 0,5-5,2-1,0-1,-1-1,0-1,-1 0,-1 0,0-2,-1 1,0-1,-1-1,-1 0,-1 0,4-12,-8 21,-1-1,1 1,-1-1,-1 0,0 0,0 0,-1 0,0-1,0 1,-1 0,0 0,-1-1,0 1,0 0,-1 0,0 0,-1 0,0 0,-1 0,1 1,-1 0,-1-1,0 1,0 1,-1-1,1 1,-2 0,1 0,-1 1,0 0,-4-3,-2 5,-1-1,1 2,-1 0,0 0,0 2,0-1,0 2,0 0,0 1,0 0,0 1,1 0,-1 1,0 1,1 0,0 1,0 1,0 0,1 0,0 1,0 1,-7 5,-23 16,1 1,2 2,-29 31,-16 21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32:34.181"/>
    </inkml:context>
    <inkml:brush xml:id="br0">
      <inkml:brushProperty name="width" value="0.1" units="cm"/>
      <inkml:brushProperty name="height" value="0.2" units="cm"/>
      <inkml:brushProperty name="color" value="#EF0C4D"/>
      <inkml:brushProperty name="tip" value="rectangle"/>
      <inkml:brushProperty name="rasterOp" value="maskPen"/>
      <inkml:brushProperty name="ignorePressure" value="1"/>
    </inkml:brush>
  </inkml:definitions>
  <inkml:trace contextRef="#ctx0" brushRef="#br0">38 0,'0'0,"-4"0,-11 0,-3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32:54.819"/>
    </inkml:context>
    <inkml:brush xml:id="br0">
      <inkml:brushProperty name="width" value="0.1" units="cm"/>
      <inkml:brushProperty name="height" value="0.2" units="cm"/>
      <inkml:brushProperty name="color" value="#EF0C4D"/>
      <inkml:brushProperty name="tip" value="rectangle"/>
      <inkml:brushProperty name="rasterOp" value="maskPen"/>
      <inkml:brushProperty name="ignorePressure" value="1"/>
    </inkml:brush>
  </inkml:definitions>
  <inkml:trace contextRef="#ctx0" brushRef="#br0">230 384,'-6'-15,"-42"-72,46 86,1 0,-1 1,1-1,-1 1,1-1,-1 1,1 0,-1-1,1 1,-1 0,1 0,-1 0,0 1,1-1,-1 0,1 1,-1-1,1 0,-1 1,1 0,-1-1,1 1,0 0,-1 0,1 0,0 0,0 0,-1 0,1 0,0 0,0 0,0 1,1-1,-1 0,0 1,0-1,1 1,-1-1,0 0,1 1,0 0,-1-1,1 1,0-1,0 1,0-1,0 1,0 0,0-1,-11 38,2 0,1 1,2-1,2 2,2-1,2 16,-2-10,2 0,2 0,8 41,-8-75,0-1,0 0,2 0,-1 0,1 0,1 0,0-1,0 0,1 0,1 0,-1-1,2 1,-1-2,1 1,0-1,1 0,0-1,2 1,-2-3,0 0,1-1,0 1,0-2,0 0,0 0,1-1,-1 0,1 0,-1-1,1-1,0 0,-1 0,1-1,0-1,-1 0,1 0,-1-1,0 0,0-1,0 0,7-4,0-1,-1 0,0-1,0-1,-1 0,0-2,-1 1,-1-2,0 0,-1 0,0-1,-1-1,4-7,-1-5,-2 0,-1-1,0 0,-3-1,0 0,-2 0,-1-1,-2 0,0 1,-3-1,0 0,-2 0,-1 0,-2 0,-7-26,8 39,-1-1,-1 1,0 1,-1-1,-1 1,-1 0,0 1,-2 0,1 0,-2 1,0 1,-1 0,0 0,-1 1,-1 1,0 1,0 0,-1 1,0 0,-1 1,0 1,-1 1,0 1,0 0,0 1,0 1,-1 1,0 0,-3 1,10 3,0 1,1 0,-1 1,1 0,0 0,0 2,0-1,0 1,1 1,-1 0,1 0,1 1,-1 0,1 1,1 0,0 0,0 1,0 0,1 0,0 1,1 0,0 0,1 1,0 0,0 0,1 0,0 5,-8 19,2 1,2 0,1 0,2 1,2 0,1 0,1 0,4 16,2 16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32:59.702"/>
    </inkml:context>
    <inkml:brush xml:id="br0">
      <inkml:brushProperty name="width" value="0.1" units="cm"/>
      <inkml:brushProperty name="height" value="0.2" units="cm"/>
      <inkml:brushProperty name="color" value="#EF0C4D"/>
      <inkml:brushProperty name="tip" value="rectangle"/>
      <inkml:brushProperty name="rasterOp" value="maskPen"/>
      <inkml:brushProperty name="ignorePressure" value="1"/>
    </inkml:brush>
  </inkml:definitions>
  <inkml:trace contextRef="#ctx0" brushRef="#br0">1 353,'0'1,"0"-1,0 0,0 0,0 1,0-1,-1 0,1 1,0-1,0 0,0 0,0 1,0-1,0 0,0 1,0-1,0 0,0 0,0 1,0-1,0 0,1 0,-1 1,0-1,0 0,0 1,0-1,0 0,1 0,-1 0,0 1,0-1,0 0,1 0,-1 0,0 1,0-1,0 0,1 0,-1 0,0 0,1 0,-1 0,0 1,0-1,1 0,-1 0,0 0,1 0,-1 0,0 0,0 0,1 0,-1 0,0 0,1 0,-1-1,0 1,0 0,1 0,-1 0,0 0,0 0,1 0,-1-1,0 1,0 0,0 0,1 0,-1-1,0 1,17-18,-16 16,274-333,-259 329,-11 29,-5 52,-3-1,-9 47,6-61,4-32,-20 197,8 154,15-378,-1 0,1 0,-1 0,0 0,1 0,-1 0,0 0,0 1,0-1,0 0,0 0,0 0,0 0,0 0,-1 1,1-1,0 0,-1 0,1 0,0 0,-1 0,0 0,1 0,-1 0,0 0,1 0,-1 0,0-1,0 1,0 0,1 0,-1-1,0 1,0 0,0-1,0 1,0-1,0 1,-1-1,1 0,0 0,0 1,0-1,0 0,0 0,-1 0,0 0,-89-28,170 16,84-17,163-23,-265 51,-60 1,-1 0,1 0,-1 0,1 0,-1 0,1 0,-1 0,1 0,-1 0,1 0,-1 1,1-1,-1 0,1 0,-1 1,1-1,-1 0,0 1,1-1,-1 0,0 1,1-1,-1 0,0 1,1-1,-1 1,0-1,0 1,1-1,-1 1,0-1,0 0,0 1,0-1,0 1,1 0,-1-1,0 1,0-1,0 1,-1-1,1 1,0-1,0 1,0-1,0 1,0-1,-1 1,1-1,0 0,0 1,-1-1,1 1,0-1,0 1,-1-1,1 0,-1 1,1-1,0 0,-1 1,-27 17,10-19,1-4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33:02.551"/>
    </inkml:context>
    <inkml:brush xml:id="br0">
      <inkml:brushProperty name="width" value="0.1" units="cm"/>
      <inkml:brushProperty name="height" value="0.2" units="cm"/>
      <inkml:brushProperty name="color" value="#EF0C4D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1,'3'0,"0"0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33:04.189"/>
    </inkml:context>
    <inkml:brush xml:id="br0">
      <inkml:brushProperty name="width" value="0.1" units="cm"/>
      <inkml:brushProperty name="height" value="0.2" units="cm"/>
      <inkml:brushProperty name="color" value="#EF0C4D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1,'0'0,"0"0,1 0,-1 0,1 1,-1-1,0 0,1 0,-1 0,1 1,-1-1,0 0,1 1,-1-1,0 0,0 1,1-1,-1 0,0 1,0-1,0 0,1 1,-1-1,0 1,0-1,0 1,0-1,0 0,0 1,0-1,0 1,0-1,0 1,0-1,0 0,0 1,0-1,0 1,0-1,0 0,-1 1,1-1,0 1,0-1,-1 0,1 1,0-1,0 0,-1 1,1-1,0 0,-1 1,1-1,0 0,-1 0,32 8,0-3,0 0,1-2,-1-1,30-3,-23 1,486 22,95 27,97-26,-605-23,1 5,15 6,144 8,-51-14,-138 6,-127-12,-4-14,25 4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33:04.508"/>
    </inkml:context>
    <inkml:brush xml:id="br0">
      <inkml:brushProperty name="width" value="0.1" units="cm"/>
      <inkml:brushProperty name="height" value="0.2" units="cm"/>
      <inkml:brushProperty name="color" value="#EF0C4D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1,'11'11,"17"4,0-2,0 0,2-2,16 4,-10-3,21 7,-23-9,-1 0,0 3,-1 0,0 3,-1 0,-1 2,26 20,-52-36,-1 0,0 1,0-1,0 1,0-1,-1 1,1 0,-1 0,0 0,0 1,0-1,0 0,0 1,-1-1,1 1,-1 0,0-1,0 1,0 0,-1 0,1 0,-1-1,0 1,0 0,-1 0,1 0,-1 0,1-1,-1 1,0 0,-2 2,-4 4,-1 0,-1-1,1 0,-2 0,1-1,-1 0,0-1,-1 0,0 0,0-1,0-1,-1 0,-5 1,8-1,-302 114,227-79,71-25,10-4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33:05.809"/>
    </inkml:context>
    <inkml:brush xml:id="br0">
      <inkml:brushProperty name="width" value="0.1" units="cm"/>
      <inkml:brushProperty name="height" value="0.2" units="cm"/>
      <inkml:brushProperty name="color" value="#EF0C4D"/>
      <inkml:brushProperty name="tip" value="rectangle"/>
      <inkml:brushProperty name="rasterOp" value="maskPen"/>
      <inkml:brushProperty name="ignorePressure" value="1"/>
    </inkml:brush>
  </inkml:definitions>
  <inkml:trace contextRef="#ctx0" brushRef="#br0">49 0,'-12'12,"-3"5,1 3,7-3,7-1,10-4,6-3,2-4,-1-3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33:06.070"/>
    </inkml:context>
    <inkml:brush xml:id="br0">
      <inkml:brushProperty name="width" value="0.1" units="cm"/>
      <inkml:brushProperty name="height" value="0.2" units="cm"/>
      <inkml:brushProperty name="color" value="#EF0C4D"/>
      <inkml:brushProperty name="tip" value="rectangle"/>
      <inkml:brushProperty name="rasterOp" value="maskPen"/>
      <inkml:brushProperty name="ignorePressure" value="1"/>
    </inkml:brush>
  </inkml:definitions>
  <inkml:trace contextRef="#ctx0" brushRef="#br0">27 0,'-7'12,"-2"5,3 3,2-2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33:06.272"/>
    </inkml:context>
    <inkml:brush xml:id="br0">
      <inkml:brushProperty name="width" value="0.1" units="cm"/>
      <inkml:brushProperty name="height" value="0.2" units="cm"/>
      <inkml:brushProperty name="color" value="#EF0C4D"/>
      <inkml:brushProperty name="tip" value="rectangle"/>
      <inkml:brushProperty name="rasterOp" value="maskPen"/>
      <inkml:brushProperty name="ignorePressure" value="1"/>
    </inkml:brush>
  </inkml:definitions>
  <inkml:trace contextRef="#ctx0" brushRef="#br0">4 0,'-3'3,"3"0,0 2,2 0,2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33:06.477"/>
    </inkml:context>
    <inkml:brush xml:id="br0">
      <inkml:brushProperty name="width" value="0.1" units="cm"/>
      <inkml:brushProperty name="height" value="0.2" units="cm"/>
      <inkml:brushProperty name="color" value="#EF0C4D"/>
      <inkml:brushProperty name="tip" value="rectangle"/>
      <inkml:brushProperty name="rasterOp" value="maskPen"/>
      <inkml:brushProperty name="ignorePressure" value="1"/>
    </inkml:brush>
  </inkml:definitions>
  <inkml:trace contextRef="#ctx0" brushRef="#br0">21 1,'-5'13,"-1"8,1 1,0-2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33:06.647"/>
    </inkml:context>
    <inkml:brush xml:id="br0">
      <inkml:brushProperty name="width" value="0.1" units="cm"/>
      <inkml:brushProperty name="height" value="0.2" units="cm"/>
      <inkml:brushProperty name="color" value="#EF0C4D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0,'14'9,"4"4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33:07.828"/>
    </inkml:context>
    <inkml:brush xml:id="br0">
      <inkml:brushProperty name="width" value="0.1" units="cm"/>
      <inkml:brushProperty name="height" value="0.2" units="cm"/>
      <inkml:brushProperty name="color" value="#EF0C4D"/>
      <inkml:brushProperty name="tip" value="rectangle"/>
      <inkml:brushProperty name="rasterOp" value="maskPen"/>
      <inkml:brushProperty name="ignorePressure" value="1"/>
    </inkml:brush>
  </inkml:definitions>
  <inkml:trace contextRef="#ctx0" brushRef="#br0">3700 121,'-121'-11,"-1"6,-20 5,50 1,-560-19,-381-59,611 67,-1 18,1 19,176-8,221-18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33:08.308"/>
    </inkml:context>
    <inkml:brush xml:id="br0">
      <inkml:brushProperty name="width" value="0.1" units="cm"/>
      <inkml:brushProperty name="height" value="0.2" units="cm"/>
      <inkml:brushProperty name="color" value="#EF0C4D"/>
      <inkml:brushProperty name="tip" value="rectangle"/>
      <inkml:brushProperty name="rasterOp" value="maskPen"/>
      <inkml:brushProperty name="ignorePressure" value="1"/>
    </inkml:brush>
  </inkml:definitions>
  <inkml:trace contextRef="#ctx0" brushRef="#br0">545 59,'-26'-1,"0"1,0 1,1 1,-1 2,0 0,1 2,0 0,0 2,-12 6,-2 2,1 2,0 1,1 2,2 1,-14 12,47-32,0-1,-1 0,1 0,0 0,0 0,0 0,0 0,0 1,0-1,0 1,0 0,0 0,1-1,-1 1,1 0,-1 0,1 0,0 1,0-1,0 0,0 0,0 1,1-1,-1 0,1 1,-1-1,1 1,0-1,0 1,0-1,0 1,0-1,1 0,0 3,6 0,0 0,0 0,1 0,0-1,0-1,0 1,0-1,1 0,-1-1,3 0,1 2,157 40,-92-26,0 3,-2 3,0 4,6 7,-77-33,-4-2,0 1,0-1,0 1,1-1,-1 1,0-1,1 1,-1-1,1 1,-1-1,0 0,1 1,-1-1,1 0,-1 1,1-1,-1 0,1 1,-1-1,1 0,-1 0,1 0,-1 0,1 1,0-1,-1 0,1 0,-1 0,1 0,0 0,-1 0,1-1,-1 1,1 0,-1 0,1 0,-1 0,1-1,-1 1,1 0,-1-1,1 1,-1 0,1-1,-1 1,1 0,-1-1,0 1,1-1,-1 1,0-1,1 1,-1-1,0 1,0-1,1 1,-1-1,0 1,0-1,0 1,0-1,0 0,0 1,0-1,0 1,0-1,-67-173,37 94,3-1,-11-63,31 111,7 33,0 0,-1 1,1-1,0 0,0 0,0 0,-1 1,1-1,0 0,0 0,-1 0,1 0,0 0,0 1,-1-1,1 0,0 0,-1 0,1 0,0 0,-1 0,1 0,0 0,0 0,-1 0,1 0,0 0,-1 0,1-1,0 1,0 0,-1 0,1 0,0 0,0 0,-1-1,1 1,0 0,0 0,-1 0,1-1,0 1,0 0,0 0,0-1,-1 1,1 0,0-1,-6 20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33:09.754"/>
    </inkml:context>
    <inkml:brush xml:id="br0">
      <inkml:brushProperty name="width" value="0.1" units="cm"/>
      <inkml:brushProperty name="height" value="0.2" units="cm"/>
      <inkml:brushProperty name="color" value="#EF0C4D"/>
      <inkml:brushProperty name="tip" value="rectangle"/>
      <inkml:brushProperty name="rasterOp" value="maskPen"/>
      <inkml:brushProperty name="ignorePressure" value="1"/>
    </inkml:brush>
  </inkml:definitions>
  <inkml:trace contextRef="#ctx0" brushRef="#br0">0 142,'10'90,"-9"-71,-1-12,-1 0,2 0,-1 0,1 0,0 0,0 0,1 0,0 0,0 0,1-1,0 1,0-1,1 1,-2-6,0 0,0 0,0 0,0 0,0-1,1 1,-1-1,0 1,0-1,1 0,-1 0,0 0,1 0,-1-1,0 1,0 0,1-1,-1 0,0 1,0-1,0 0,0 0,0 0,0-1,0 1,0 0,0-1,0 1,-1-1,1 1,-1-1,2-1,-3 2,40-33,-2-1,-2-3,23-30,65-65,-99 111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33:10.506"/>
    </inkml:context>
    <inkml:brush xml:id="br0">
      <inkml:brushProperty name="width" value="0.1" units="cm"/>
      <inkml:brushProperty name="height" value="0.2" units="cm"/>
      <inkml:brushProperty name="color" value="#EF0C4D"/>
      <inkml:brushProperty name="tip" value="rectangle"/>
      <inkml:brushProperty name="rasterOp" value="maskPen"/>
      <inkml:brushProperty name="ignorePressure" value="1"/>
    </inkml:brush>
  </inkml:definitions>
  <inkml:trace contextRef="#ctx0" brushRef="#br0">14 199,'0'0,"0"0,1 0,-1 1,0-1,0 1,1-1,-1 0,0 1,0-1,1 1,-1-1,0 0,0 1,0-1,0 1,0-1,0 1,1-1,-1 1,0-1,0 1,0-1,-1 1,1-1,0 1,0-1,0 0,0 1,0-1,-1 1,1-1,0 1,0-1,-1 0,1 1,0-1,0 0,-1 1,1-1,0 0,-1 1,1-1,-1 0,1 0,0 1,-1-1,1 0,-1 0,1 0,-1 0,1 1,-1-1,1 0,-1 0,1 0,0 0,-1 0,1 0,-1 0,1 0,-1-1,1 1,-1 0,1 0,-1 0,1 0,0-1,-1 1,21 35,-15-27,0 0,0 0,1-1,0 0,1 0,0 0,0-1,0 0,0-1,1 1,0-1,0-1,1 1,-1-1,1-1,0 0,0 0,0-1,0 0,2 0,-4-4,1-1,-1 1,-1-2,1 1,0-1,-1 0,0 0,0 0,0-1,0 0,-1-1,0 1,0-1,0 0,-1 0,0 2,188-236,-157 195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33:11.445"/>
    </inkml:context>
    <inkml:brush xml:id="br0">
      <inkml:brushProperty name="width" value="0.1" units="cm"/>
      <inkml:brushProperty name="height" value="0.2" units="cm"/>
      <inkml:brushProperty name="color" value="#EF0C4D"/>
      <inkml:brushProperty name="tip" value="rectangle"/>
      <inkml:brushProperty name="rasterOp" value="maskPen"/>
      <inkml:brushProperty name="ignorePressure" value="1"/>
    </inkml:brush>
  </inkml:definitions>
  <inkml:trace contextRef="#ctx0" brushRef="#br0">96 0,'-12'0,"-8"0,-2 0,-1 0,4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33:14.080"/>
    </inkml:context>
    <inkml:brush xml:id="br0">
      <inkml:brushProperty name="width" value="0.1" units="cm"/>
      <inkml:brushProperty name="height" value="0.2" units="cm"/>
      <inkml:brushProperty name="color" value="#EF0C4D"/>
      <inkml:brushProperty name="tip" value="rectangle"/>
      <inkml:brushProperty name="rasterOp" value="maskPen"/>
      <inkml:brushProperty name="ignorePressure" value="1"/>
    </inkml:brush>
  </inkml:definitions>
  <inkml:trace contextRef="#ctx0" brushRef="#br0">1 282,'0'0,"0"0,0 0,1 0,-1 0,0 0,1 0,-1 0,0 0,1 0,-1 0,0 0,0 0,1 0,-1-1,0 1,0 0,1 0,-1 0,0-1,0 1,1 0,-1 0,0 0,0-1,0 1,1 0,-1 0,0-1,0 1,0 0,0-1,0 1,0 0,0-1,0 1,0 0,0 0,0-1,0 1,0 0,0-1,0 1,0 0,0-1,0 1,0 0,0 0,0-1,0 1,-1 0,1-1,0 1,0 0,0 0,0-1,-1 1,1 0,0 0,0 0,-1-1,1 1,0 0,0 0,-1 0,1 0,0 0,-1 0,1-1,0 1,-1 0,26-20,97-62,59-48,-138 94,-42 37,0-1,-1 1,1-1,0 1,0-1,-1 1,1-1,0 1,-1 0,1-1,-1 1,1 0,-1 0,1-1,-1 1,1 0,-1 0,0 0,1 0,-1 0,0-1,0 1,1 0,-1 0,0 0,0 0,0 0,0 0,-1 0,1 0,0 0,0-1,0 1,-1 0,1 0,0 0,-1 0,1-1,-1 1,1 0,-1 0,1-1,-1 1,0 0,0 0,1 1,-28 144,6 2,8 0,5 1,11 138,-1-175,-30-154,14 13,1-1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33:14.976"/>
    </inkml:context>
    <inkml:brush xml:id="br0">
      <inkml:brushProperty name="width" value="0.1" units="cm"/>
      <inkml:brushProperty name="height" value="0.2" units="cm"/>
      <inkml:brushProperty name="color" value="#EF0C4D"/>
      <inkml:brushProperty name="tip" value="rectangle"/>
      <inkml:brushProperty name="rasterOp" value="maskPen"/>
      <inkml:brushProperty name="ignorePressure" value="1"/>
    </inkml:brush>
  </inkml:definitions>
  <inkml:trace contextRef="#ctx0" brushRef="#br0">580 6,'-18'9,"-183"156,-128 94,298-226,50-34,119-88,-105 64,391-284,-346 262,-77 47,0 0,1 0,-1 0,0 0,0 1,1-1,-1 0,0 1,0-1,1 1,-1-1,0 1,0 0,0-1,0 1,0 0,0 0,0 0,0 0,-1 0,1 0,0 0,0 0,-1 0,1 0,-1 0,1 1,-1-1,1 0,-1 0,0 1,0-1,1 0,-1 0,0 1,0-1,0 0,0 1,-1-1,1 0,0 0,-1 1,1-1,0 0,-1 0,1 0,-1 1,-6 83,-4 0,-20 75,21-111,3-19,-17 78,5 0,4 1,5 1,4 104,23-319,-9 79,-1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33:16.351"/>
    </inkml:context>
    <inkml:brush xml:id="br0">
      <inkml:brushProperty name="width" value="0.1" units="cm"/>
      <inkml:brushProperty name="height" value="0.2" units="cm"/>
      <inkml:brushProperty name="color" value="#EF0C4D"/>
      <inkml:brushProperty name="tip" value="rectangle"/>
      <inkml:brushProperty name="rasterOp" value="maskPen"/>
      <inkml:brushProperty name="ignorePressure" value="1"/>
    </inkml:brush>
  </inkml:definitions>
  <inkml:trace contextRef="#ctx0" brushRef="#br0">1 28,'2'-1,"1"1,0-1,0 1,0 0,0 0,0 0,0 0,-1 0,1 0,0 1,0 0,0-1,-1 1,1 0,0 0,-1 1,1-1,-1 0,1 1,-1 0,1-1,-1 1,0 0,0 0,0 1,0-1,-1 0,1 0,0 1,-1-1,0 1,0 0,1-1,-1 1,4 4,26 37,-19-25,2-1,0 0,0-1,2 0,0-1,11 7,-25-21,0 0,0-1,0 1,0-1,0 0,0 0,1 0,-1 0,1 0,-1 0,0 0,1-1,-1 1,1-1,-1 0,1 0,-1 0,1 0,-1 0,1-1,-1 1,1-1,-1 1,1-1,-1 0,0 0,1 0,-1 0,0-1,0 1,0 0,0-1,0 0,0 1,0-2,6-7,-1-1,0 0,0 0,-1-1,-1 0,0 0,0 0,-2-1,1 0,-2 0,1 0,19-65,-22 77,0 0,0-1,0 1,0 0,1 0,-1 0,0 0,1 0,-1 0,1 0,-1 0,1 0,0 0,-1 0,1 0,0 0,-1 1,1-1,0 0,0 0,0 1,0-1,0 1,0-1,0 1,0-1,0 1,0-1,0 1,0 0,0 0,0-1,0 1,0 0,1 0,-1 0,0 0,0 0,0 1,1-1,8 8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33:20.346"/>
    </inkml:context>
    <inkml:brush xml:id="br0">
      <inkml:brushProperty name="width" value="0.1" units="cm"/>
      <inkml:brushProperty name="height" value="0.2" units="cm"/>
      <inkml:brushProperty name="color" value="#EF0C4D"/>
      <inkml:brushProperty name="tip" value="rectangle"/>
      <inkml:brushProperty name="rasterOp" value="maskPen"/>
      <inkml:brushProperty name="ignorePressure" value="1"/>
    </inkml:brush>
  </inkml:definitions>
  <inkml:trace contextRef="#ctx0" brushRef="#br0">1 305,'35'-24,"311"-239,-345 262,21-15,-21 35,-14 26,2 1,2 1,3 0,1 0,3 0,2 19,-1-38,4 4,-2 0,-1 1,-2-1,-1 0,-2 0,-1 0,-1 0,-2-1,-1 0,-1-1,-2 0,-12 21,21-44,0 0,0-1,-1 1,0-1,0 0,0 0,-1-1,0 0,0 0,0 0,-1 0,0-1,-7 3,13-7,-1-1,0 1,1-1,-1 1,0-1,1 1,-1-1,1 0,-1 0,1 0,-1 0,1 0,0 0,-1-1,1 1,0 0,0-1,0 1,0 0,0-1,0 1,0-1,1 0,-1 1,0-1,1 0,-1 1,1-1,0 0,0 0,0 1,0-1,0 0,0 0,0 1,0-1,1 0,-1 1,1-2,0 2,1-1,0 1,0 0,0-1,0 1,0 0,0 0,0 0,0 1,0-1,0 0,0 1,1-1,-1 1,0 0,0 0,1 0,-1 0,0 0,0 0,1 1,4-1,302-5,-79-2,-230 7,-1 0,1 0,0 0,-1 0,1 0,0-1,-1 1,1 0,0 0,-1 0,1-1,0 1,0 0,-1 0,1 0,0-1,0 1,0 0,-1-1,1 1,0 0,0-1,0 1,0 0,0 0,-1-1,1 1,0 0,0-1,0 1,0-1,0 1,0 0,0-1,0 1,0 0,0-1,1 1,-1 0,0-1,0 1,0 0,0 0,0-1,1 1,-1 0,0-1,0 1,0 0,1 0,-1-1,0 1,0 0,1 0,-1 0,0-1,1 1,-1 0,0 0,1 0,-1 0,0 0,1 0,-1 0,-3-3,-8-8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33:21.579"/>
    </inkml:context>
    <inkml:brush xml:id="br0">
      <inkml:brushProperty name="width" value="0.1" units="cm"/>
      <inkml:brushProperty name="height" value="0.2" units="cm"/>
      <inkml:brushProperty name="color" value="#EF0C4D"/>
      <inkml:brushProperty name="tip" value="rectangle"/>
      <inkml:brushProperty name="rasterOp" value="maskPen"/>
      <inkml:brushProperty name="ignorePressure" value="1"/>
    </inkml:brush>
  </inkml:definitions>
  <inkml:trace contextRef="#ctx0" brushRef="#br0">0 173,'6'1,"-1"0,0 0,1 0,-1 1,0 0,0 0,0 1,0-1,-1 1,1 0,-1 0,1 1,-1-1,0 1,0 0,-1 0,1 0,-1 1,0-1,0 1,0 0,-1 0,0 0,2 4,-1-2,1 0,0-1,0 1,0-1,1 0,0 0,0 0,1-1,0 0,-1 0,2 0,4 3,-6-8,0 1,0 0,0-1,0 0,1 0,-1-1,0 1,0-1,0 0,0 0,0-1,0 0,-1 0,1 0,0 0,-1-1,0 1,1-1,-1 0,0-1,0 1,-1-1,2-1,50-43,-3-2,24-31,21-20,-77 83,-20 19,0-1,0 0,0 0,0 1,0-1,0 0,0 0,0 1,0-1,0 0,0 0,1 1,-1-1,0 0,0 0,0 0,0 1,1-1,-1 0,0 0,0 0,0 0,1 1,-1-1,0 0,0 0,0 0,1 0,-1 0,0 0,0 0,1 1,-1-1,0 0,0 0,1 0,-1 0,0 0,0 0,1 0,-1-1,0 1,0 0,1 0,-1 0,0 0,0 0,1 0,-1 0,0 0,0-1,0 1,1 0,-1 0,-6 15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33:40.69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0,'7'0,"2"0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33:42.51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1 564,'0'-1,"0"1,0 0,0 0,0 0,0 0,0-1,0 1,0 0,-1 0,1 0,0 0,0-1,12-9,38-50,-2-1,-3-3,-3-2,16-36,-52 92,94-159,-100 168,0 0,0 0,1 0,-1 0,0 0,1 0,-1 1,1-1,-1 0,1 0,-1 0,1 1,0-1,-1 0,1 1,0-1,0 0,0 1,-1-1,1 1,0-1,0 1,0 0,0-1,0 1,0 0,0-1,0 1,0 0,0 0,0 0,0 0,0 0,0 0,0 0,0 1,0-1,0 0,0 0,-1 1,1-1,0 1,0-1,0 1,0-1,0 1,-1-1,1 1,0 0,0-1,-1 1,1 0,6 16,0 1,-1-1,-1 2,-1-1,0 0,-2 1,1 3,0 2,12 89,-5 0,-6 1,-4 0,-5 0,-12 56,14-150,2-6,-1-1,0 1,-1-1,0 0,-1 0,-1 0,-2 4,4-15,1 0,-1 0,1 0,-1 0,0-1,1 1,-1-1,0 1,0-1,0 0,0-1,0 1,0 0,-1-1,1 0,0 1,0-1,0-1,0 1,0 0,-1-1,1 1,0-1,-3-1,-9 0,-82 0,119 15,7-10,1-1,-1-1,1-2,0-1,0-1,-5 1,318-25,-312 33,-31-6,1 1,-1-1,1 0,-1 0,1 0,-1 1,0-1,1 0,-1 0,0 1,1-1,-1 0,0 1,1-1,-1 1,0-1,0 0,1 1,-1-1,0 1,0-1,0 0,1 1,-1-1,0 1,0-1,0 1,0-1,0 1,0-1,0 1,0-1,0 1,0-1,0 1,-1-1,1 0,0 1,0-1,0 1,-1-1,1 1,0-1,0 0,-1 1,1-1,0 0,-1 1,1-1,0 0,-1 1,1-1,-1 0,1 0,0 0,-1 1,1-1,-1 0,1 0,-1 0,-20 8,10-9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33:43.63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1,'4'16,"0"1,1-1,1 0,1 0,0-1,1 0,0 0,1 0,1-1,0-1,8 8,-16-19,1 1,0-1,0 0,0 0,0 0,0 0,0-1,0 1,1-1,-1 0,1 1,-1-2,1 1,-1 0,1-1,0 0,-1 1,1-2,0 1,-1 0,1-1,-1 1,1-1,-1 0,1 0,-1-1,1 1,-1-1,0 1,0-1,0 0,2-1,84-86,-84 83,2-4,1 0,1 0,0 1,0 1,0 0,1 0,1 0,-1 1,3 0,3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33:48.08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372 231,'-11'-4,"0"0,0 1,0 1,-1 0,1 0,-1 1,0 1,1 0,-1 0,1 1,-1 1,1 0,-1 1,1 0,0 0,0 1,0 1,1-1,0 2,0 0,0 0,0 1,1 0,0 0,1 1,-1 0,-1 4,0 3,1 0,0 1,2 0,0 0,0 1,2 0,0 0,1 0,0 1,2-1,0 1,1 0,0 0,2 0,0-1,1 1,1 0,1-1,0 0,1 0,1 0,1 0,2 3,2-1,1-1,0 1,2-2,0 0,1 0,1-2,0 0,1 0,1-2,0 0,1-1,0-1,1-1,0-1,0 0,4-1,-7-2,0 0,0-2,0 0,0-1,1 0,0-2,-1 0,1-1,0-1,0 0,-1-2,1 0,-1-1,0 0,0-2,0 0,-1-1,0 0,0-1,5-5,-8 4,-1-2,0 0,0 0,-1-1,-1 0,0-1,-1 0,0-1,-1 0,0 0,-1-1,-1 0,0 0,-2 0,4-16,-2 1,-1 0,-1-1,-2 0,-1 1,-1-1,-2 0,-5-29,3 36,0 0,-2 0,0 1,-2-1,0 1,-2 1,-1 0,0 0,-2 1,0 0,-1 1,-1 1,-1 0,-1 2,0-1,-1 2,-6-3,16 13,-2 1,1 0,-1 0,1 1,-1 0,-1 1,1 0,0 1,-1 0,1 1,-1 0,0 0,1 1,-1 0,1 1,-1 1,0-1,1 2,0-1,0 1,0 1,0 0,0 0,0 1,1 0,0 1,0 0,-2 3,-9 8,1 0,0 2,1 0,1 1,1 0,1 1,1 1,1 1,1 0,0 3,-9 22,2 1,3 1,2 0,-4 28,1 20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33:50.31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42 226,'-5'-7,"0"0,1 0,0 0,0 0,0-1,1 0,0 1,1-1,0 0,0-1,1 1,0 0,0 0,1-1,0 1,0 0,1-1,1-3,-2 12,1 0,0 0,0 0,-1 0,1 0,0 0,-1 0,1 0,0 0,0 1,-1-1,1 0,-1 0,1 1,0-1,-1 0,1 1,0-1,-1 1,1-1,-1 1,1-1,-1 1,0-1,1 1,-1-1,1 1,-1 0,0-1,1 1,-1 0,0-1,0 1,0 0,1-1,-1 1,0 0,0 0,0-1,0 1,0 0,0-1,-1 2,2-1,25 61,-17-36,1 0,2 0,1-1,1 0,1-1,1-1,1 0,3 1,-19-22,1 1,1 0,-1-1,0 0,0 1,1-1,0 0,-1 0,1-1,0 1,0 0,0-1,0 0,0 0,0 0,0 0,0 0,1 0,-1-1,0 0,0 0,1 0,-1 0,0 0,0 0,1-1,-1 0,0 1,0-1,0-1,0 1,0 0,1-1,9-10,0-1,-1 0,-1 0,0-2,-1 1,0-1,-1-1,5-11,-5 10,118-206,-127 222,1-1,0 1,0-1,-1 1,1 0,0-1,1 1,-1 0,0 0,0 0,0-1,1 1,-1 0,1 1,-1-1,0 0,1 0,0 1,-1-1,1 1,-1-1,1 1,0-1,0 1,0 8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33:53.03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38 14,'0'0,"-2"0,-5-2,-7-3,0-1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33:54.37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740 6,'-50'-1,"25"-1,0 0,0 2,0 0,0 2,0 1,0 1,0 1,0 1,1 1,0 1,1 2,0 0,0 1,-6 6,8 2,1 1,2 1,-1 1,2 1,1 0,1 1,1 0,2 2,0-1,1 2,2-1,0 1,2 1,1-1,2 1,0 0,1 21,1-30,0-1,1 0,1 0,0 1,2-1,0 0,1 0,1 0,0 0,2-1,0 0,1 0,0 0,2-1,0 0,0 0,2-1,0-1,0 1,2-2,0 0,9 7,-8-10,0-1,1-1,0-1,1 0,-1-1,2 0,-1-1,0-1,1-1,0 0,-1-1,1-1,0 0,0-2,0 0,0-1,0 0,0-1,-1-1,0-1,1 0,-2-1,11-6,-6 2,0 0,-1-1,0-1,-1-1,0-1,-1 0,-1-2,0 0,-1 0,-1-1,-1-1,0 0,-1-1,-1-1,-1 1,-1-2,-1 1,4-14,-5 13,-1-1,-1 1,-1-1,-1 0,-1 0,-1 0,-1 0,0 0,-2 0,-1 0,0 0,-2 1,0-1,-2 1,0 0,-1 1,-2 0,0 0,0 1,-2 0,-1 1,0 0,-1 1,-1 1,0 0,-1 1,-9-6,5 9,-1 1,0 0,-1 2,0 0,0 2,0 0,-1 2,0 0,-1 2,1 0,0 2,-1 0,1 2,-1 0,1 2,0 1,-1 0,2 2,-1 0,1 2,0 1,0 0,1 1,1 2,0 0,0 1,1 1,1 1,0 0,-10 13,-15 26,10-6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33:56.14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46,'12'6,"0"0,0 1,-1 0,0 1,-1 0,0 1,0 0,0 1,5 8,11 8,-6-5,-9-8,1-1,-1-1,2 0,0 0,0-1,1-1,0 0,0-1,1 0,0-1,11 3,-19-11,0 0,0 0,0-1,0 0,0 0,-1 0,1-1,-1 0,1 0,-1-1,0 0,0 0,-1 0,1-1,-1 1,0-2,0 1,-1 0,1-1,-1 0,-1 0,1 0,-1 0,1-2,7-7,124-162,-126 168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33:57.33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684 188,'-9'-12,"-1"0,-1 1,0 0,0 1,-1 0,0 1,-1 0,1 1,-2 1,1 0,-1 1,0 0,-1 1,1 0,-9 0,13 2,-1 1,1 1,-1 0,1 1,-1 0,1 0,-1 1,1 0,-1 1,1 0,0 1,0 0,0 1,0-1,1 2,-1 0,1 0,0 1,1 0,-1 0,1 1,-6 6,-2 8,0 1,2 0,1 1,1 0,0 1,2 0,1 1,1 0,1 0,1 1,1 0,2 0,0 0,2 1,1-1,1 4,-1-12,1-1,1 1,0-1,1 1,1-1,1 0,0 0,1-1,1 1,1-1,0-1,1 1,1-2,0 1,1-1,0-1,1 0,1 0,0-1,0-1,1-1,1 1,6 1,-2-3,2-1,-1-1,1-1,0 0,0-2,1-1,-1 0,1-2,0 0,-1-2,1 0,0-1,-1-1,0-2,0 0,0-1,0-1,-1 0,0-2,-1 0,0-2,0 0,-1-1,0-1,-1 0,-1-1,0-1,-1-1,-1 0,0-1,-1-1,-1 0,-1 0,0-1,-2 0,6-15,-9 16,1 0,-2-1,-1 0,0 0,-1-1,-1 1,-1 0,-1-1,-1 1,0-1,-1 1,-1-1,-1 1,-1 0,-1 1,0-1,-1 1,-1 0,-1 1,-1 0,0 0,-1 1,-1 1,0 0,-1 0,-6-4,3 5,-1 0,0 1,-1 0,-1 2,0 0,-1 1,0 1,0 1,0 1,-1 0,-1 2,1 0,-1 2,1 0,-1 2,0 0,0 1,0 1,0 2,1 0,-1 1,1 1,0 1,0 0,1 2,-1 1,2 0,-1 2,2 0,-7 5,2 7,0 1,1 1,2 1,0 1,2 0,1 2,2 0,0 1,2 0,1 1,2 0,-2 11,-18 57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33:58.60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1 336,'33'24,"155"123,-185-143,0-1,1 0,-1 0,0 0,1 0,0-1,0 1,0-1,0 0,0 0,0-1,0 1,0-1,1 0,-1 0,1 0,-1-1,0 0,1 1,-1-2,1 1,-1 0,1-1,-1 0,1 0,-1 0,0 0,0-1,1 0,-1 0,1-1,9-9,-1 0,-1-1,0-1,0 0,-2 0,0-1,4-8,0 1,169-300,-147 253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35:54.31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4414 871,'1'1,"-1"-1,1 1,0 0,0 0,-1 0,1 0,0 0,-1 0,1 0,-1 1,1-1,-1 0,0 0,0 0,1 0,-1 1,0-1,0 0,0 0,0 0,0 1,0-1,-1 0,1 0,0 0,-1 0,1 0,0 1,-1-1,0 0,1 3,-4 40,2 0,3 0,1 0,2 2,3 78,6 162,-12-268,-2-1,0 1,-1 0,-1-1,0 1,-1-1,-1 0,-1 0,-1-1,0 0,-1 0,0 0,-2-1,0-1,0 1,-2-1,-2-2,1-1,-2 0,0-1,0-1,-1-1,0 0,0-1,0-1,-1 0,-11 2,23-7,-102 26,-53-8,-38-2,-130 28,244-32,-1-4,-29-2,43-3,-369 4,376-3,0-2,0-3,-35-5,-214-4,95-13,-174-21,135 2,-163 5,235 23,169 12,2 2,-1-1,1-1,0 0,0-1,-1-1,1 0,1 0,-1-2,0 1,1-2,0 0,0-1,1 0,0 0,0-2,1 1,0-1,0-1,-3-5,-8-18,1-2,2 0,2-1,1-1,2-1,1 0,2-1,2 0,1-1,3 0,0-9,-20-139,12 97,3-1,2-48,10-163,-1 291,1 1,1 0,0-1,0 1,1 0,0 0,1 1,0 0,1-1,0 2,1-1,0 1,0 0,1 0,0 1,1 0,0 0,0 1,0 0,9-4,125-92,-4 14,-88 66,-34 15,0 0,0 0,1 2,0 0,0 1,1 1,-1 1,17-1,142-3,265-3,-5 2,-20-20,-42 32,143 28,-229-25,-177-9,301 3,-380 1,-1 1,0 2,0 1,0 2,-1 1,0 2,24 11,95 32,-145-53,-1 1,0-1,0 1,0 0,-1 1,1-1,0 1,-1-1,0 1,0 0,1 1,-2-1,1 0,0 1,-1-1,1 1,-1 0,0 0,-1 0,1 0,-1 0,1 1,13 26,52 95,-51-19,-13-56,37 185,-30-33,-2 4,-22-131,13-75,1-1,0 1,-1-1,1 1,0-1,-1 0,1 1,-1-1,1 1,-1-1,1 0,-1 1,1-1,-1 0,1 0,-1 1,1-1,-1 0,0 0,1 0,-1 0,1 1,-1-1,0 0,1 0,-1 0,1 0,-1-1,0 1,1 0,-1 0,1 0,-1 0,1-1,-1 1,0 0,1 0,-1-1,1 1,-1 0,1-1,0 1,-1-1,1 1,-1-1,1 1,0-1,-1 1,1-1,0 1,0-1,-1 1,-9-13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36:00.53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4398 549,'31'144,"-19"-99,-3 1,-1 1,0 31,-8 274,-15-144,15-192,-1 1,0-1,-2 0,0 1,0-1,-2-1,0 1,-1-1,-2 3,-74 171,75-179,-1 0,0-1,-1 0,0 0,0-1,-1 0,0-1,0 0,-1 0,0-1,0-1,0 0,-1 0,-8 1,-215 40,-236 22,-89-17,333-33,12-5,-162 22,134-16,159-13,-173-1,-22-31,-112 1,45-15,173 25,168 16,0-1,1 0,-1-1,0 1,0-1,1 0,-1 0,0-1,1 1,-1-1,1 0,0 0,-1-1,1 1,0-1,1 0,-1 0,0 0,1 0,0-1,-1 1,1-1,1 0,-1 0,1 0,-54-179,38 112,-7-22,-8-22,5-2,5-1,4-12,8-81,9-24,2 211,0-10,11-162,-8 183,0 0,0 0,1 1,1-1,0 1,1 0,0 1,0-1,1 1,1 1,0-1,1 1,8-7,115-93,-116 100,-1 1,1 1,1 0,0 1,0 1,0 1,0 0,1 1,0 1,0 1,16 0,13-4,24-2,1 3,41 3,177-10,157-1,42-16,151-7,-254 19,165-9,-187 26,-327 3,-1 1,0 1,0 3,22 7,-1-1,-52-13,1 0,-1 0,1 1,-1 0,0 0,0 1,0-1,0 1,0 0,0 0,-1 1,0 0,1-1,-1 1,-1 1,1-1,0 1,116 161,-92-64,53 134,-77-213,-1 1,-1-1,-1 1,-1-1,-1 1,-1-1,-2 10,-4 81,21 68,-14 25,-35-33,-32 7,56-164,0-1,-1-1,0 0,-1-1,-1 0,0-1,-1-1,-1 0,1-1,-2-1,0-1,0 0,0-2,-1 0,0-1,-10 2,-106 27,-1-5,-89 5,96-16,-635 97,348-92,-47 20,5-11,-141-31,579-4,0-1,0-1,0 0,1-2,0 0,0-1,1-1,0-1,0-1,1 0,0-1,-4-4,3-2,0 0,1-1,0 0,2-2,0 0,1 0,1-1,1-1,1 0,1-1,1 0,1-1,-3-15,-21-45,7 23,2-1,3-1,-11-59,-37-234,62 323,2-1,1 0,1 0,2 0,2 0,1 1,2-1,1 1,5-16,-3 23,-2 0,0 0,-2 0,-1-1,-1 1,-2-26,-7 78,-81 623,76-578,-11 64,6 2,1 109,19-200,2-42,-3-23,-30-350,21 292,4-1,4 1,2 0,5 0,2 0,11-34,18-18,-11 40,-3-1,-3-14,-19 83,0 0,2 0,0 0,1 1,2 0,0 0,0 1,2 0,1 0,0 1,1 0,5-4,-10 14,0 0,1 1,-1 0,1 1,0 0,1 0,0 1,-1 0,2 0,-1 1,0 0,1 1,0 0,0 0,0 1,0 1,0-1,1 2,331-1,410-31,-616 23,38-3,392-15,483 27,-814 14,-29 14,-179-20,-1 0,-1 2,1 1,-2 1,8 5,47 22,-58-30,-9-5,0 0,0 0,-1 2,1-1,-1 1,0 1,-1 0,0 0,0 1,0 0,-1 1,0 0,-1 1,0-1,0 2,-1-1,-1 1,2 4,1 19,-1-1,-2 1,-2 1,-1-1,-1 22,-2-44,3 65,-3 0,-4 0,-10 50,-3-33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36:03.50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171 0,'237'0,"-589"26,481-25,-28-1,-386 13,473-3,-139-8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36:39.93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2647 29,'-1'-1,"-1"0,1-1,0 1,0 0,-1 0,1 0,-1 1,1-1,-1 0,1 0,-1 1,1-1,-1 1,1-1,-1 1,0 0,1 0,-1 0,0 0,1 0,-1 0,-1 0,0 0,-221-5,117-3,1 6,-9 4,-137 11,210-10,1 1,-1 1,-28 10,-14 1,-181 32,82-3,3 3,77-23,1 5,-30 16,101-36,1 1,0 1,1 2,0 1,1 1,1 1,0 2,2 1,0 0,1 2,1 1,2 1,-7 9,-88 192,106-205,-2 15,1 0,2 0,1 1,2 0,1 0,1 21,2 171,7-197,1 0,1-1,1 0,2 0,1-1,2 0,0-1,8 10,9 18,2-1,2-2,3-1,2-2,2-1,2-3,2-1,42 30,-63-60,2-1,0-1,0-2,1 0,0-2,1-1,0-1,22 2,-42-7,313 61,-204-47,0-5,1-5,97-8,-63 0,516 2,29-40,-418 26,4 1,115 0,-311 14,0-4,-1-4,20-7,-39 3,-1-4,-1-2,0-4,-1-2,-2-2,29-19,-69 33,-1-2,1 0,-2-1,0-2,-1 0,-1 0,0-2,-1-1,4-6,159-260,-163 255,-3-1,0 0,-2-1,-1 0,-2-1,-1 0,-2-1,0-7,-2 10,2-5,-2-1,-2 1,-1-1,-1 0,-3-6,0 28,0 1,-2-1,0 1,0 0,-1 1,-1-1,0 1,-1 0,0 1,-1 0,-1 0,0 1,0 0,-1 1,-7-6,-15-9,-1 1,0 1,-2 2,-1 1,-1 1,-11-1,-1 2,0 2,-7 1,-58-19,-253-73,-107-17,364 103,2-5,-58-24,-138-29,31 5,196 67,0 3,-59 6,31-1,12 0,1 4,-21 6,-254 52,92-5,-19 22,57-20,-175 53,383-104,0 1,0 2,1 1,1 2,0 0,1 2,1 1,0 1,1 1,2 1,-5 6,4-4,1 2,1 0,0 1,2 2,2 0,0 1,2 0,1 2,2-1,0 2,3 0,0 0,2 1,2 0,0 2,5 174,4-189,0 0,1 0,1-1,1 1,1-1,0 0,1-1,2 0,-1 0,2-1,0 0,2-1,-1 0,2-1,0-1,1 0,11 8,10 12,-1 2,-1 1,-2 2,15 26,-28-38,0-2,1 0,2-1,1-1,0-1,2-2,0 0,18 10,4-4,1-1,1-2,1-3,1-2,1-2,1-3,0-1,0-3,1-3,1-2,720 14,-691-18,381-13,137-20,-143-6,-166 9,204-7,-353 17,135-38,-251 50,0-1,0-2,-2-1,1-1,-2-1,0-1,0-1,-1-1,-2-2,19-18,0-1,-2-3,-2-1,-2-1,-2-2,8-17,-25 27,-1 0,-2-2,-2 0,-1 0,-2-1,-1 0,-3 0,0-11,12-128,-18 159,-1 1,-1-1,-1 1,0 0,-2 0,1 1,-2 0,0 0,-1 1,-1 0,0 0,-1 1,-7-6,4 6,-1 0,-1 2,0 0,-1 0,-1 1,1 2,-1 0,-1 0,0 2,0 0,0 1,-1 1,-1 1,-10-5,-286-71,-3 10,-3 14,-32 11,-162-11,219 41,209 11,1-4,-17-7,97 14,-173-16,-1 7,-80 11,107 0,74 2,0 4,0 4,-50 14,9 5,1 5,-37 21,83-28,2 3,1 3,1 4,3 2,-19 17,39-17,2 2,2 2,1 2,3 2,-14 23,9-13,26-32,1 0,1 1,1 1,2 1,1 0,1 1,1 0,2 0,1 1,2 1,1-1,1 1,2 0,1 6,0-23,2 1,0 0,1-1,0 0,1 0,1 1,1-2,0 1,0 0,2-1,5 9,10 12,1-1,2-1,1-1,2-2,1 0,1-2,26 18,-12-17,2-2,1-2,1-2,1-3,1-1,1-3,0-1,1-4,43 5,64 7,0-8,100-5,14 2,167-1,273-65,-270 30,-334 20,1-4,-2-6,55-14,95-36,186-74,-355 100,-2-4,16-14,-48 27,-6 3,-1-2,-2-3,28-23,-59 38,-1-1,0 0,-1-1,-1 0,-1-1,-1 0,-1 0,0-1,-1-1,-1 0,-1 1,2-17,11-28,-15 53,0 2,0 0,-1 0,0 0,-1 0,0 0,-1-1,0 1,0-1,-1 1,0-1,-1 1,0-1,-2-2,-3-9,-1 0,-1 1,-1 0,-1 1,-1 0,0 0,-2 1,0 1,-1 0,-1 1,0 0,-2 1,0 1,-1 0,-90-51,-2 5,-55-19,-50-27,131 61,28 14,-1 2,-2 2,-37-10,-27 6,-1 5,-1 6,-120-4,78 8,-34-12,-111-9,-267 22,499 15,0 3,0 4,1 3,-30 10,-357 99,360-94,0 5,-80 33,-65 28,195-70,1 4,1 1,1 3,2 2,1 3,-37 31,44-23,1 2,3 2,1 1,-8 17,26-34,1 1,2 1,1 0,0 6,7-12,2 1,1-1,1 1,1 1,1 7,-1 0,1-17,1 1,1-1,0 1,1 0,1 0,0-1,2 1,0 0,1-1,0 0,2 0,0 0,1-1,0 0,10 15,137 152,-120-145,-11-12,1-1,1-1,1-2,1 0,1-2,1-1,1-1,0-1,1-2,1-1,22 5,55 9,1-5,1-5,1-5,103-1,193-1,335-36,-90-34,-338 27,-101 12,75-22,153-37,-359 58,-2-4,30-15,-23 9,-72 26,-1-1,0 0,0-1,0-1,-1 0,0-1,-1 0,0-1,-1-1,1 0,-2-1,5-6,74-75,15-21,5-84,-65 109,-43 85,1-1,-1 1,-1-1,1 1,0-1,-1 1,0-1,0 0,-1 0,1 0,-1 0,0 1,0-1,-1 0,1 0,-1 0,0 1,-1-1,1 0,-1 1,0-1,0 1,0-1,-1 1,1 0,-1 0,-2-2,-81-76,31 37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37:28.818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1527 457,'-24'-16,"-1"0,0 1,-1 2,-1 1,-22-7,-52-14,-2 5,0 5,-2 4,-4 4,85 14,0 1,0 1,0 1,0 1,1 1,-1 1,1 2,0 0,1 1,-1 1,2 1,-16 10,-7 7,0 2,2 1,2 3,1 1,-11 15,29-29,2 1,0 1,1 1,1 1,1 0,2 1,0 1,2 0,0 1,2 0,1 1,-5 26,7-8,2 1,1-1,3 1,2 0,2-1,2 1,2-1,2 0,1-1,3 0,2 0,2-2,1 0,3-1,1-1,16 20,-23-40,2-1,1 0,0-2,1 0,1-1,1-1,0 0,1-2,1-1,0 0,1-2,0-1,0-1,1-1,0 0,1-3,22 3,31 3,1-4,-1-4,1-3,-1-3,44-9,-73 5,0-2,0-2,-1-3,-1-1,0-3,44-23,-67 28,0-2,-1-1,0-1,-2-1,0-2,-1 1,-1-2,-1-1,-1-1,0 0,-2-1,-1-1,-1 0,-1-1,-1 0,-2-1,0-1,2-18,1-14,-3-1,-2 0,-3 0,-3-1,-3 0,-2-6,-6 15,-2 1,-3 0,-1 1,-3 1,-2 1,-2 0,-2 2,-3 0,-1 2,-28-34,38 52,0 0,-2 2,-1 0,-1 1,-1 1,-1 1,-2 1,1 1,-2 2,-1 0,0 2,-1 1,0 2,-27-9,20 13,0 1,0 2,0 1,-1 2,0 2,0 1,1 2,-1 2,1 1,-1 1,2 3,-1 0,1 3,1 0,0 3,1 1,0 1,1 1,1 2,1 2,0 1,-7 6,2 1,0 1,2 2,2 1,1 2,2 1,1 1,2 1,2 1,1 1,3 2,1 0,2 0,2 2,2 0,2 0,2 1,-1 29,9-48,1-1,1 1,2 0,0-1,2 0,1 0,1-1,1 0,1 0,2-1,0 0,1-1,2 0,4 5,13 13,1-2,2 0,2-3,1-1,2-1,41 26,-39-33,2 0,1-3,1-2,1-2,0-2,2-2,0-2,0-3,1-1,1-3,43 1,-50-7,-1-1,1-3,-1-1,0-3,0-1,-1-2,0-2,-1-1,0-3,-1-1,-1-2,-1-1,-1-3,1-1,-16 8,-1-1,-1 0,0-2,-2 0,0-1,-1-1,-1 0,-1-1,-1-1,-1 0,-1-1,-1-1,-1 0,-1 0,-1-1,2-18,0 0,-2 0,-3-1,-1 0,-2 0,-2 0,-3 0,-1 0,-2 1,-2-1,-2 1,-2 1,-1 0,-3 1,-1 0,-3 1,0 2,-3 0,-10-12,9 19,-2 1,-1 1,-1 1,-1 1,-2 2,-1 1,-1 1,0 2,-2 2,-1 1,0 1,-1 2,-1 2,0 2,-1 1,-37-6,20 11,-1 2,0 2,0 3,1 2,-1 3,1 2,0 3,1 2,0 3,1 2,1 2,1 2,-34 22,56-28,1 1,1 1,0 2,2 1,0 1,2 1,0 1,2 1,0 1,2 1,1 1,1 1,2 0,1 1,1 1,1 0,2 1,1 0,-4 26,8-19,2-1,1 1,2 0,1 0,3-1,1 1,1-1,3 0,1 0,1 0,2-2,2 1,2-2,1 0,1-1,2 0,1-2,2 0,1-2,1-1,8 5,11 4,2-2,1-2,1-2,2-3,2-1,0-3,1-3,2-1,0-3,1-2,0-3,31 2,-49-8,0-1,1-3,0 0,-1-3,1-1,0-2,-1-2,1-1,-1-2,-1-2,0-1,0-2,-1-2,-1-1,19-11,-20 7,-1-2,-1-1,-1-2,-1 0,-1-2,-2-2,0 0,-2-2,-1-1,-2 0,-1-2,-2 0,-1-2,-2 0,-1 0,-2-2,0-5,-6 5,-1-1,-3 1,-1 0,-1-1,-3 0,-1 1,-2 0,-1 0,-2 0,-2 1,-1 0,-2 0,-1 1,-2 1,-2 1,-1 0,-1 2,-2 0,-1 1,-2 1,-1 2,-1 0,-6-3,-15-9,-2 2,-1 3,-1 1,-2 3,-1 2,-2 3,-1 2,0 3,-2 2,0 3,-1 3,0 2,-1 3,-27 1,63 5,0 2,0 0,1 1,-1 2,0 1,1 0,0 2,0 1,0 2,1 0,1 1,-1 1,1 1,1 2,-6 4,1 8,0 2,2 0,2 1,0 1,2 2,1 0,2 1,1 1,2 0,1 1,2 1,1 0,2 1,2 0,-1 16,-5 33,4 0,4 1,4 0,3-1,4 1,9 29,17 68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38:19.793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4643 0,'-57'0,"-140"0,-174 23,79 17,-250 26,73-46,241-8,1 9,-11 13,-297 20,-93 26,550-72,-1-3,0-4,-4-4,-103-11,170 13,0 0,0 1,0 0,1 1,-1 1,0 1,1 0,0 1,0 1,0 0,0 1,1 0,-1 1,2 1,-1 0,1 1,0 1,1 0,0 0,-5 8,11-10,1 1,-1 1,2-1,-1 1,2 0,-1 0,1 0,1 0,-1 0,2 1,0-1,0 1,1 9,19 141,-10-107,0 15,3 0,3 0,2-2,4 0,3-1,2-1,3-2,16 23,120 156,-155-227,1 1,1-2,0 0,1 0,1-1,0-1,1 0,0-1,1 0,0-2,0 1,1-2,0-1,1 0,0-1,7 1,47 6,0-4,0-3,1-3,12-3,57 2,544-3,-16-5,212-9,-763 8,870-66,-936 68,221-23,153 8,-377 20,1-1,-1-3,1-2,-2-2,1-2,3-4,-47 12,-3 2,0-1,0 1,0-1,1 0,-1 0,0 0,-1 0,1-1,0 1,0-1,-1 0,1 0,-1 0,1 0,-1 0,0 0,0-1,0 1,0-1,0 1,0-1,-1 0,1 0,-1 0,0 1,0-2,0 0,8-44,-3 0,-1-1,-3 0,-2 0,-4-35,3 65,-29-625,27 579,-2 0,-4 0,-2 1,-3 0,-3 1,-8-17,-30-15,52 91,0 1,-1-1,1 1,-1 0,0 0,1 0,-1 1,0-1,-1 1,1 0,0 0,-1 0,1 1,-1-1,0 1,1 0,-1 1,0-1,1 1,-1 0,-3 0,-154 8,98-14,1 3,0 3,-1 3,-20 5,-101 28,1 8,-134 53,156-47,-58 17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38:49.94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1164 308,'26'-292,"-26"516,0 11,0-196</inkml:trace>
  <inkml:trace contextRef="#ctx0" brushRef="#br0" timeOffset="277.547">1471 308,'4'-16,"5"-15,2-10,-1-6,1-1,-2 0,-2 7,-3 14,-2 19,-1 20,0 18,-2 20,1 11,4 7,1 1,3 2,0-10</inkml:trace>
  <inkml:trace contextRef="#ctx0" brushRef="#br0" timeOffset="35504.347">80 1351,'14'-1,"63"-41,-2-4,33-29,-76 53,463-325,-288 209,-205 132,-15 7,-24 5,35-6,-129 14,149-30,24 0,1 2,0 1,27-3,-69 16,0-1,1 0,-1 0,0 1,0-1,1 1,-1-1,0 1,1 0,-1 0,1-1,-1 1,0 0,1 0,-1 0,1 0,-1 1,0-1,1 0,-1 0,0 1,1-1,-1 1,0 0,1-1,-1 1,0 0,0-1,0 1,0 0,0 0,0 0,0 0,0 0,0 0,0 1,0-1,-1 0,1 0,0 1,-1-1,1 0,-1 0,0 1,1-1,-1 1,0-1,0 0,0 1,0-1,0 1,0 0,-5 16,-1 1,-1-1,0 0,-1-1,-1 0,-1 0,-1-1,-8 11,11-14,-31 42,2-6</inkml:trace>
  <inkml:trace contextRef="#ctx0" brushRef="#br0" timeOffset="36079.806">0 1778,'14'20,"11"17,8 8,8 3,5 1,3-2,1-4,-3-4,-4-8,-6-5,-7-9,-8-6</inkml:trace>
  <inkml:trace contextRef="#ctx0" brushRef="#br0" timeOffset="36341.846">374 1752,'-13'22,"-12"22,-6 17,-4 9,1 2,4-2,5-7,5-6,5-10,5-9,5-11</inkml:trace>
  <inkml:trace contextRef="#ctx0" brushRef="#br0" timeOffset="36591.867">508 2326,'16'-23,"-1"-1,0-1,-2 0,-1-1,-1 0,-2-1,0 0,-2 0,-1-1,3-24,-15 10,6 41,0 1,-1 0,1 0,-1 0,1-1,-1 1,1 0,-1 0,1 0,-1 0,1 0,-1 0,1 0,-1 0,1 0,-1 0,1 0,-1 0,1 0,-1 1,1-1,-1 0,1 0,0 0,-1 1,1-1,-1 0,1 1,0-1,-1 0,1 1,0-1,-1 0,1 1,0-1,-1 1,1-1,0 1,0-1,0 1,-1-1,1 0,0 1,0-1,0 1,0-1,0 1,0-1,0 1,0-1,0 1,-7 21,1 1,1 0,1 0,1 0,0 0,2 23,0-27,1-1,0 1,2-1,0 0,1 0,0 0,2 0,0 0,1-1,6 13,7 2</inkml:trace>
  <inkml:trace contextRef="#ctx0" brushRef="#br0" timeOffset="37494.776">1698 709,'18'13,"18"17,20 16,20 14,18 11,17 8,12 8,8 2,2 0,-3-5,-8-6,-14-13,-17-12,-21-16,-19-14,-19-10</inkml:trace>
  <inkml:trace contextRef="#ctx0" brushRef="#br0" timeOffset="38394.286">1765 815,'1'39,"3"0,0 0,3-1,1 1,2-1,13 30,-9-43,-14-25,1 0,-1 1,0-1,1 0,-1 0,1 0,-1 0,0 0,1 0,-1 0,0-1,1 1,-1 0,1 0,-1 0,0 0,1 0,-1 0,0-1,1 1,-1 0,0 0,1-1,-1 1,0 0,0 0,1-1,-1 1,0 0,0-1,0 1,1 0,-1-1,0 1,0 0,0-1,0 1,0-1,0 1,0 0,0-1,0 1,0 0,0-1,0 1,0-1,0 1,0 0,0-1,0 1,0 0,0-1,-1 1,1-1,0 1,0 0,0 0,-1-1,1 1,0 0,0-1,-1 1,1 0,0 0,-1-1,1 1,-1 0,-38-174,30 147,-55-146,64 173,0 0,0 0,-1-1,1 1,0 0,-1-1,1 1,0 0,0-1,0 1,-1 0,1-1,0 1,0-1,0 1,0 0,0-1,0 1,0-1,0 1,0 0,0-1,0 1,0-1,0 1,0 0,0-1,0 1,0-1,1 1,-1 0,0-1,0 1,0 0,1-1,-1 1,0 0,0-1,1 1,-1 0,0 0,1-1,-1 1,0 0,1 0,-1 0,0-1,1 1,-1 0,1 0,-1 0,0 0,1 0,-1 0,1 0,-1 0,28 5,-18-2,135 24,75 20,-216-47,-1 0,0 1,1 0,-1-1,0 1,1 1,-1-1,0 0,0 1,0-1,0 1,0 0,0 0,0 0,-1 1,1-1,-1 0,0 1,1 0,-1 0,0-1,-1 1,1 0,0 1,-1-1,0 0,0 0,0 1,0-1,0 0,-1 1,1 1,-6 5,-1 0,0 0,0-1,-1 0,0 0,0-1,-1 0,0 0,-1-1,0 0,0 0,0-1,-8 4,16-9,-152 107,140-92,9-4</inkml:trace>
  <inkml:trace contextRef="#ctx0" brushRef="#br0" timeOffset="39043.447">3355 1538,'12'9,"10"7,13 9,9 3,9 7,7 4,2 5,-3 3,-6 2,-11 0,-9-1,-11-3,-9-8,-7-10</inkml:trace>
  <inkml:trace contextRef="#ctx0" brushRef="#br0" timeOffset="39291.345">3716 1430,'-16'14,"-11"16,-10 13,-3 17,-3 11,1 9,4 5,6-3,6-6,8-12,6-14,6-16</inkml:trace>
  <inkml:trace contextRef="#ctx0" brushRef="#br0" timeOffset="39555.638">3971 2113,'10'7,"1"0,0 0,1 0,-1-2,1 1,1-2,-1 0,0 0,1-1,0 0,0-1,0-1,0 0,0-1,0 0,0-1,0 0,-1-1,1-1,0 0,-1-1,1 0,-1 0,0-2,-1 1,1-2,-1 0,0 0,-1 0,1-2,7-8,-14 14,-1 0,0 0,0 0,0-1,-1 1,1-1,-1 0,0 0,0 0,0 0,0 0,-1 0,1 0,-1 0,0-1,-1 1,1-1,-1 1,0 0,0-1,0 1,0-1,-1 1,0 0,0-1,0 1,0 0,-1 0,0-1,0 1,0 1,0-1,-1 0,0 0,-1 0,0 0,-1 0,1 1,-1 0,0 0,0 0,0 0,-1 1,1 0,-1 0,1 0,-1 1,1 0,-1 0,0 0,0 1,0 0,1 0,-1 0,0 1,0 0,0 0,-8 2,1 1,0 0,-1 0,2 1,-1 1,0 1,1-1,-9 8,-3 5,1 1,1 0,1 2,0 1,2 0,-8 14,-13 20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39:56.64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1611 0,'-326'13,"258"-6,1 2,1 4,0 2,0 4,2 2,0 3,2 3,1 2,-6 8,1 6,2 3,2 3,2 2,-19 24,49-44,1 1,1 1,2 2,2 0,1 2,1 1,3 0,1 1,2 1,1 1,2 0,2 1,2 0,2 1,2 0,1 13,1-18,2-1,2 1,1 0,2-1,2 0,1 0,2 0,1-1,2 0,1-1,2-1,10 16,-13-34,1 0,0-1,1-1,1 0,0-1,1 0,0-1,1-1,0-1,1 0,0-1,13 4,29 9,2-3,0-2,20 0,132 26,1-10,2-9,142-5,598-21,-811 1,0-7,0-6,-1-6,-2-7,0-6,-2-6,42-22,-137 43,-1-2,0-2,-2-3,29-20,-55 32,0-1,0 0,-2-1,0 0,0-1,-2-1,0 0,-1-1,-1-1,0 0,-2 0,1-2,0-7,-2-1,-1 1,-1-1,-1 0,-1-1,-2 1,-1-1,-2 1,0-1,-2 1,-2-5,-4-13,-1 1,-3 1,-2 0,-1 1,-3 0,-15-25,14 33,-1 0,-3 2,0 1,-2 1,-2 1,0 1,-2 1,-1 2,-2 1,0 2,-2 1,0 2,-1 1,-30-11,-60-13,-2 5,-2 5,0 7,-52-2,167 27,-223-36,-2 11,0 11,-1 10,-67 13,216 1,1 5,0 3,1 4,1 4,-34 16,19-1,11-4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37:43.307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23022 3783,'0'15,"1"-1,0 1,1 0,1-1,0 1,1-1,1 0,0 0,1-1,0 1,1-1,1-1,0 1,8 8,-8-9,1 0,1-1,0 0,1-1,-1 0,2 0,7 3,-16-10,1 0,0-1,0 1,0-1,0 0,0-1,1 1,-1-1,0 0,1 0,-1 0,1 0,0-1,-1 0,1 0,-1 0,1 0,-1-1,1 0,-1 0,1 0,-1 0,1-1,-1 0,4-2,0-3,0 0,0 0,-1-1,0 0,0-1,-1 1,0-1,-1 0,0-1,0 1,-1-1,-1 0,1 0,-1-1,-1 1,0-1,-1 1,1-11,10-36,-9 98,4 474,-6-490,2 24,-2-1,-2 0,-2 0,-3 0,-1 0,-4 6,10-47,-1-1,1 0,-1 0,-1 0,1 0,-1 0,0-1,0 1,0-1,-1 0,0 0,0 0,-1 0,1-1,-1 1,0-1,0 0,0-1,0 1,-1-1,-2 1,4-5,0 0,0 0,0 0,1 0,-1-1,1 0,-1 0,1 0,-1 0,1 0,0 0,0-1,0 0,0 1,1-1,-1 0,1-1,0 1,0 0,0-1,0 1,0-1,1 1,-1-1,1 0,0 0,0 0,1 0,-1-3,-9-37,2-1,1 1,3-1,2 0,1-1,4-15,-3 57,-1 1,1 0,-1 0,1 0,0 0,0 0,0 0,0 0,0 0,0 0,1 0,0 0,0 0,-1 1,2-1,-1 0,0 0,0 1,1-1,0 1,-1-1,1 1,0-1,0 1,0 0,1 0,-1 0,0 0,1 1,-1-1,1 1,0-1,-1 1,1 0,2-1,36 3,1 1,-1 2,0 2,40 11,-58-12,-1 0,0-2,-2 1,1 0,0 2,-1 1,0 0,0 2,-1 0,0 1,5 5,-21-13,-1 0,1 0,-1 1,0-1,1 1,-1 0,-1-1,1 1,0 0,-1 0,1 0,-1 0,0 1,0-1,0 0,0 0,-1 1,0-1,1 0,-1 1,0-1,-1 0,1 1,0-1,-1 0,0 1,0-1,0 0,0 0,-1 2,-56 87,57-91,-21 26,-65 100,86-125,0 0,0 0,-1 0,1-1,1 1,-1 0,0 0,0 0,1 1,-1-1,1 0,0 0,0 0,-1 0,1 0,1 1,-1-1,0 0,0 0,1 0,-1 0,1 0,0 0,0 0,0 0,0 0,0 0,0 0,0-1,0 1,1 0,-1-1,1 1,-1-1,1 1,0-1,-1 0,1 0,0 1,1-1,13 6,0-1,1-1,0 0,0-1,1-1,-1-1,1 0,-1-1,2-1,1 1,278 1,-215-6</inkml:trace>
  <inkml:trace contextRef="#ctx0" brushRef="#br1" timeOffset="74793.65">7862 4865,'0'0</inkml:trace>
  <inkml:trace contextRef="#ctx0" brushRef="#br1" timeOffset="80602.282">2581 1523,'-2'-32,"-2"0,-1 1,-1-1,-8-21,-3-19,1 0,-2 1,-4 1,-2 2,-23-42,39 93,-1 0,-1 1,-1 0,0 1,-1 0,0 1,-1 0,-1 1,0 1,-1 0,0 1,0 0,-18-8,-22-11,-1 3,-2 2,-48-14,72 29,0 2,-1 1,1 2,-1 1,-31 1,54 3,0 0,0 1,-1 0,1 1,0 1,1 0,-1 0,0 1,1 1,0-1,0 2,0 0,1 0,0 1,0 0,-9 9,13-11,0 1,0 1,0-1,1 1,0 0,0 0,0 0,1 0,0 1,1 0,-1 0,2 0,-1 0,1 1,0-1,1 1,0-1,-53 406,43-347,3 7,3 1,3 0,3-1,3 1,8 24,1 225,-9-262,4 0,2-1,9 24,-3-10,4 28,-4 2,-3 26,0 273,-17-286,-6 0,-16 74,-4-7,9 1,3 123,6 139,13 345,21-427,35 142,-54-479,53 368,-2 33,13 20,-58-302,-9 109,-2-117,17 372,11 298,-19-252,0 18,-8-353,1 360,12-349,-3-101,-8 119,-24 199,24 339,3-720,3 0,3-1,3 0,14 41,22 116,-39-161,3 0,3 0,3-2,2 0,28 54,-25-79,2-1,2 0,1-3,2 0,1-2,1-1,2-2,1-1,1-2,21 10,-45-27,1-2,-1 1,2-2,-1 0,1-1,-1 0,2-1,-1 0,0-2,1 0,-1 0,1-2,-1 0,1 0,-1-2,1 0,-1 0,0-2,0 0,5-2,2-2,1-1,-2-1,1-1,-2 0,1-2,-2-1,1 0,-2-1,0-1,-1-1,-1 0,0-1,-2-1,0-1,-1 0,-1 0,0-1,-2-1,8-22,-7-6,-2-1,-3 0,-1 0,-3-1,-2 1,-2-1,-6-23,3-16,-11-514,-1 55,13 465,-4 0,-19-82,7 63,-2-2,4-1,5-1,5-2,-6-284,15-276,6 561,20-94,6-103,-48-374,16 61,13 336,27-124,-11 63,-19 141,-12-68,0 106,0-360,-2 470,-3-1,-2 1,-3 0,-11-31,-2-23,5-1,-1-63,20 171,-11-71,-4 1,-3 0,-6-9,22 73,-18-76,4-1,4 0,1-29,-3-26,-2-21,7-151,10-312,-26 312,23 251,3-1,3 1,6-27,2 4,-3 0,-4-75,9-291,-16 413,-1 0,-2 0,-2 1,-2-7,-6-131,14 111,-37-139,35 156,1-1,3 0,1 1,7-29,41-178,-40 50,-10 164</inkml:trace>
  <inkml:trace contextRef="#ctx0" brushRef="#br1" timeOffset="81352.853">3222 3114,'19'0,"19"-9,26-15,29-18,31-24,31-22,30-19,21-17,16-8,3-1,-5 5,-12 16,-19 21,-25 22,-30 24,-33 28,-33 28,-29 13</inkml:trace>
  <inkml:trace contextRef="#ctx0" brushRef="#br1" timeOffset="81700.36">3811 5079,'-7'-11,"7"-15,19-20,30-22,36-22,39-18,35-17,32-11,24-6,16 2,6 5,-4 13,-14 18,-21 24,-34 26,-44 22</inkml:trace>
  <inkml:trace contextRef="#ctx0" brushRef="#br1" timeOffset="82004.221">4145 6309,'14'0,"11"-2,8-8,10-9,11-12,15-15,20-18,23-16,22-15,17-9,15-3,9 0,2 8,-9 13,-17 20,-22 18,-34 17</inkml:trace>
  <inkml:trace contextRef="#ctx0" brushRef="#br1" timeOffset="82330.548">3918 7739,'23'-4,"21"-9,16-9,17-14,18-17,19-15,21-17,16-14,18-9,11-3,4 2,1 7,-8 12,-17 14,-23 20,-36 19</inkml:trace>
  <inkml:trace contextRef="#ctx0" brushRef="#br1" timeOffset="82655.802">4105 9196,'28'-16,"-1"-1,0-2,-1 0,-1-2,2-4,-10 10,142-125,36-33,43-17,-147 123,3 4,3 4,2 4,2 5,2 4,22-2,-85 36,0 1,1 2,0 1,2 2,27 3</inkml:trace>
  <inkml:trace contextRef="#ctx0" brushRef="#br1" timeOffset="82982.534">3704 11228,'16'3,"17"-7,16-11,20-19,21-23,21-23,18-24,19-18,17-15,11-8,8-2,5 7,-3 17,-8 22,-16 28,-22 27,-28 28,-32 17</inkml:trace>
  <inkml:trace contextRef="#ctx0" brushRef="#br1" timeOffset="83305.204">3771 12752,'30'-11,"-1"-1,-1-1,0-2,0-1,-2-1,0-2,13-12,150-125,8-22,-12 10,-92 83,3 4,4 5,3 4,4 5,83-38,-165 92,1 2,0 0,1 2,1 1,-1 1,1 1,0 2,0 1,3 0,21 8</inkml:trace>
  <inkml:trace contextRef="#ctx0" brushRef="#br1" timeOffset="83552.828">4025 13542,'25'-5,"24"-13,27-16,25-21,23-22,19-20,16-15,10-8,1 1,-5 6,-16 11,-23 14,-33 22</inkml:trace>
  <inkml:trace contextRef="#ctx0" brushRef="#br1" timeOffset="84537.198">1 2539,'211'328,"236"345,49-15,-458-611,37 48,-13-16</inkml:trace>
  <inkml:trace contextRef="#ctx0" brushRef="#br1" timeOffset="84926.68">335 5186,'4'15,"0"-1,1 0,0-1,1 1,0-1,1 0,1 0,0-1,1 0,2 2,-8-10,311 381,-190-216,-8 6,-7 5,29 77,35 101,-127-259</inkml:trace>
  <inkml:trace contextRef="#ctx0" brushRef="#br1" timeOffset="85277.401">442 8434,'16'3,"0"0,0 1,-1 1,1 0,-1 1,-1 1,1 0,-1 1,0 1,-1 0,0 1,-1 0,0 1,0 0,-1 1,-1 0,3 3,56 72,-3 3,-4 2,-4 3,-4 3,0 12,358 746,-195-444,-163-304</inkml:trace>
  <inkml:trace contextRef="#ctx0" brushRef="#br1" timeOffset="85606.522">616 11309,'12'16,"12"14,14 14,11 8,10 6,7 8,5 6,-1 4,-1 5,-4 5,-3 4,-3 2,-5 4,-5 1,-6 1,-10-1,-11-17</inkml:trace>
  <inkml:trace contextRef="#ctx0" brushRef="#br1" timeOffset="85896.382">95 12846,'18'14,"22"11,22 10,22 9,16 10,12 10,7 12,7 13,1 18,1 14,0 15,0 8,-2 4,-23-25</inkml:trace>
  <inkml:trace contextRef="#ctx0" brushRef="#br2" timeOffset="95785.745">10710 3021,'-15'66,"4"1,3 0,2 0,4 1,2-1,4 3,-3-30,19 1329,-28-786,8-552,0-1,2 1,1-1,2 0,0 0,3 2,42 190,-42-187,4 11,-3 0,-1 0,-3 1,-2 5,-3-51,0 1,-1 0,0 0,1 0,-1 0,1 0,0 0,-1 1,1-1,0 0,1 0,-1 0,0 0,0 1,1-1,0 0,-1 0,1 0,0 0,0 0,0 0,0 0,0-1,0 1,1 0,-1 0,1-1,-1 1,1-1,-1 1,1-1,0 0,0 0,0 0,0 0,0 0,0 0,0 0,0-1,0 1,0-1,0 1,1-1,133-30,210 19,539-61,-158 7,873-1,-994 46,2169-61,-73 65,-2466 18,416 18,-549-5,-96-12,-13-5,-15-5,3-1</inkml:trace>
  <inkml:trace contextRef="#ctx0" brushRef="#br2" timeOffset="98175.944">10589 3221,'4'-7,"0"1,0-1,-1 0,0 0,0-1,-1 1,0-1,0 1,-1-1,0 1,0-1,-1 0,0 0,0 1,-1-1,0 0,1-14,23-396,-33 304,-22-103,18 136,13 75,-5-81,7 84,-1 0,1 0,0-1,0 1,0 0,0 0,0 0,1 0,-1 1,1-1,0 0,0 0,0 1,0-1,0 1,0 0,1 0,-1 0,1 0,0 0,-1 0,1 1,0-1,3 0,12-3,0 0,1 1,-1 1,1 1,0 1,0 1,0 0,8 2,20-1,885 8,407-21,-386-34,701-25,1267 58,-1164 65,-1745-51,1539 75,-1449-67,-120 8,11-9,0 0,0 0,1 0,1 0,-1 1,1 0,1 0,-1 1,2 0,-1-1,2 1,-1 0,1 0,0 0,1 1,1-1,-1 0,0-2,-11 117,6 1,7 61,-1-97,-9 615,-37 69,12-155,24-496,6 1,5-1,10 58,-1-112,-3-19,-2 0,-2 0,-2 28,-15 24,14-97,0-4,0-1,1 1,-1 0,0 0,0 0,0 0,0 0,0 0,0 0,0 0,0 0,0 0,0 0,0 0,-1 0,1 0,0 0,-1 0,1 0,0 0,-1 0,0-1,1 1,-1 0,1 0,-1 0,0-1,0 1,1-1,-1 1,0 0,0-1,0 1,1-1,-1 1,0-1,0 0,0 1,0-1,0 0,0 0,-215-21,139 12</inkml:trace>
  <inkml:trace contextRef="#ctx0" brushRef="#br2" timeOffset="99284.125">8504 587,'102'66,"450"345,-260-231,299 134,-503-269,-50-26,21 10,-1 2,52 39,-95-57,-1 1,0 0,0 1,-2 0,0 1,-1 0,0 1,4 11,-10-19,8 5,-6-11</inkml:trace>
  <inkml:trace contextRef="#ctx0" brushRef="#br2" timeOffset="100785.351">10736 3957,'19'7,"1"0,1-2,-1 0,1-1,-1-1,1-1,0-1,4-1,-8 1,207 2,69-13,-176 5,-25 1,2332-84,-620 10,-163 22,1 18,-401 10,-407 29,-590 12,-78-13,-204-5,14-1</inkml:trace>
  <inkml:trace contextRef="#ctx0" brushRef="#br2" timeOffset="101560.371">15629 2017,'24'53,"-3"1,-2 1,-2 1,-3 0,-2 1,-2 9,10 114,-5 55,-13-190,45 1481,-47-1524,16 585,-7-476,5-1,5-1,4-1,14 30,-30-115,0 0,1 0,2 0,0-1,1-1,1 0,2 0,0-1,0-1,5 3,-10-14</inkml:trace>
  <inkml:trace contextRef="#ctx0" brushRef="#br2" timeOffset="102367.335">13008 2098,'4'66,"3"-1,2 0,5 6,-4-18,126 794,-2 566,-128-1231,8 0,8-2,8 0,36 109,79 99,-131-352</inkml:trace>
  <inkml:trace contextRef="#ctx0" brushRef="#br2" timeOffset="103323.856">18637 2031,'6'3,"-1"-1,1 1,-1-1,0 1,0 1,0-1,0 1,-1 0,1 0,-1 0,0 1,0-1,-1 1,1 0,-1 0,0 0,0 1,-1-1,1 3,17 37,-3 0,-1 2,-3 0,-2 1,-1 0,-3 0,1 40,8 220,-19 228,0 60,11-427,7 0,8-2,8 6,21 56,51 283,-96-462,-4-15,2-1,2 0,1 0,1-1,12 27,-20-58,-1 1,1-1,0 1,-1-1,1 1,1-1,-1 0,0 1,0-1,1 0,-1 0,1 0,0 0,-1 0,1 0,0-1,0 1,0-1,1 1,-1-1,0 0,0 0,1 0,-1 0,1 0,-1 0,1-1,-1 1,1-1,-1 0,1 1,-1-1,1 0,0-1,-1 1,1 0,-1-1,1 0,-1 1,1-1,-1 0,0 0,1 0,0-1,10-13</inkml:trace>
  <inkml:trace contextRef="#ctx0" brushRef="#br2" timeOffset="104293.802">7688 1189,'16'9,"14"10,11 8,10 9,6 10,2 8,-1 4,-2 2,-6-1,-8-4,-6-3,-7-10,-6-8,-7-11</inkml:trace>
  <inkml:trace contextRef="#ctx0" brushRef="#br2" timeOffset="104526.184">8129 1216,'-21'7,"-15"11,-11 11,-7 13,0 10,4 11,5 5,12 2,10-3,12-7,8-13</inkml:trace>
  <inkml:trace contextRef="#ctx0" brushRef="#br2" timeOffset="104791.848">8263 1577,'12'-10,"1"0,0 2,1-1,0 2,0 0,1 1,-1 0,1 1,1 0,-1 2,3-1,-15 4,-1-1,1 1,0 0,0-1,0 1,0 1,0-1,0 0,0 1,0 0,0-1,0 1,-1 0,1 1,0-1,-1 0,1 1,-1-1,1 1,-1 0,0 0,1 0,-1 0,0 0,-1 1,1-1,0 0,-1 1,1 0,-1-1,0 1,1 0,-1-1,-1 1,1 0,0 0,-1 0,1 0,-1 0,0 0,0 0,0 0,-1 0,1 0,-1 1,-5 18,-2-1,0 0,-1-1,-1 0,-1 0,-1-1,0-1,-2 0,0 0,0-1,-9 5,0 6,-39 49,61-76,0-1,0 1,0 0,1 0,-1 0,0 0,1 0,-1 0,1 0,-1 0,1 0,-1 0,1 0,0 0,-1 1,1-1,0 0,0 0,0 0,0 0,0 1,0-1,0 0,0 0,0 0,1 0,-1 0,0 0,1 1,-1-1,1 0,-1 0,1 0,0 0,-1 0,1-1,0 1,0 0,0 0,0 0,-1-1,1 1,0 0,0-1,0 1,1-1,-1 1,0-1,0 1,0-1,0 0,0 0,0 1,1-1,-1 0,0 0,0 0,0 0,0-1,1 1,-1 0,0 0,0-1,0 1,0-1,33-2,0-2,0-1,-1-1,0-2,-1-2,0-1,5-4,-19 9,61-24</inkml:trace>
  <inkml:trace contextRef="#ctx0" brushRef="#br2" timeOffset="105205.124">9064 240,'3'-5,"7"8,11 15,11 15,11 16,9 12,3 5,2 2,-2-5,-6-5,-4-9,-8-10,-8-12,-9-10</inkml:trace>
  <inkml:trace contextRef="#ctx0" brushRef="#br2" timeOffset="105452.838">9439 293,'-20'9,"-14"13,-10 10,-5 13,2 11,4 8,5 6,9 1,10-3,7-12</inkml:trace>
  <inkml:trace contextRef="#ctx0" brushRef="#br2" timeOffset="105711.297">9680 641,'-2'14,"-4"13,-2 11,0 7,1 3,4 2,5-2,5-4,5-7,0-10</inkml:trace>
  <inkml:trace contextRef="#ctx0" brushRef="#br2" timeOffset="105864.87">9774 386,'0'-9,"4"2,11 8,12 12,10 12,11 11,6 8,0 6,-1 4,-4-1,-5-4,-6-7,-9-8,-10-9</inkml:trace>
  <inkml:trace contextRef="#ctx0" brushRef="#br2" timeOffset="106100.632">10121 320,'-16'9,"-9"12,-6 14,0 15,0 10,1 8,2 2,6-2,6-5,6-14</inkml:trace>
  <inkml:trace contextRef="#ctx0" brushRef="#br2" timeOffset="106427.767">10348 815,'-3'3,"0"1,1 0,0 0,0 0,0 1,0-1,1 0,-1 1,1-1,0 1,1-1,-1 1,1 0,0-1,0 1,0 0,0-1,1 1,0-1,0 1,0-1,1 1,0-1,-1 0,1 0,1 0,-1 0,1 0,-1 0,1 0,0-1,0 0,3 2,3-1,1-2,-1 0,1 0,0 0,0-1,-1-1,1 0,0 0,0-1,0 0,-1 0,1-1,0-1,-1 0,0 0,1-1,-1 0,-1 0,1-1,-1 0,0-1,0 0,0 0,-1 0,0-1,0 0,0-1,-1 0,-1 0,1 0,-3 4,-1 0,1-1,-1 1,0-1,0 1,0-1,-1 0,0 1,0-1,0 0,0 0,-1 0,1 0,-2 0,1 0,0 0,-1 0,0 0,0 1,0-1,-1 0,1 0,-1 1,-1-1,1 1,0 0,-1 0,0 0,0 0,0 0,-4-3,-3-1,0 1,0 0,0 1,-1 0,0 0,-1 1,1 1,-1 0,0 0,0 1,0 1,0 0,0 1,-1 0,1 1,-1 0,1 1,0 0,0 1,0 1,0 0,0 0,0 1,0 1,1 0,0 0,0 1,1 0,-3 3,-4 4,1 0,0 1,1 0,1 2,0-1,-6 12,-23 35</inkml:trace>
  <inkml:trace contextRef="#ctx0" brushRef="#br2" timeOffset="107006.664">9680 3208,'-4'6,"0"0,1 0,-1 1,2 0,-1-1,1 1,0 0,0 0,1 0,0 0,0 1,0-1,1 0,0 0,1 1,0-1,0 0,0 0,1 0,0 0,1 0,-1 0,1-1,0 1,1-1,0 0,0 0,4 5,0-5,1 0,0 0,0-1,0 0,1 0,0-1,0 0,0-1,0 0,0-1,1 0,-1-1,1 0,-1 0,1-1,-1 0,1-1,-1-1,1 1,-1-2,0 1,1-1,-1-1,-1 0,1 0,-1-1,1 0,-1-1,-1 0,1-1,6-6,-9 8,0 0,-1-1,1 0,-1 0,-1-1,1 1,-1-1,0 0,0 0,-1-1,0 1,-1-1,1 1,-1-1,-1 0,1 0,-2 0,1 0,-1 0,0 0,0 0,-1 0,0 0,-1 1,0-1,0 0,0 0,-1 1,0 0,-1-1,0 1,0 0,0 1,-6-7,4 7,-1 0,0 0,-1 0,1 1,-1 0,0 1,-1-1,1 2,-1-1,1 1,-1 0,0 1,0 0,0 1,0 0,-1 0,1 1,0 0,0 0,0 1,-1 0,-2 2,-4 0,1 1,0 1,0 0,0 1,0 1,1 0,0 1,1 0,0 1,0 1,1 0,-7 7,5-2,1 0,1 1,1 1,0 0,1 0,-3 9,-14 36</inkml:trace>
  <inkml:trace contextRef="#ctx0" brushRef="#br2" timeOffset="107669.333">9880 5279,'113'-294,"-89"225,-19 58,-7 22,-3 19,-29 222,33-227,1 0,0 1,2-1,1 0,1 0,2 0,0-1,9 24,6-4</inkml:trace>
  <inkml:trace contextRef="#ctx0" brushRef="#br2" timeOffset="108402.937">11738 1643,'-3'13,"0"0,0 0,2 0,-1 0,2 0,-1 0,3 9,-2-18,0 0,1 0,0 0,0 0,0 0,0-1,0 1,1 0,0-1,0 1,0-1,0 1,0-1,1 0,-1 0,1 0,0 0,0 0,0-1,1 1,-1-1,0 0,1 0,-1 0,1-1,2 2,-2-2,0 0,-1-1,1 1,0-1,0 1,0-1,0 0,0-1,0 1,0-1,-1 1,1-1,0 0,0-1,-1 1,1-1,-1 1,1-1,-1 0,1-1,-1 1,0 0,0-1,0 0,-1 1,1-1,-1 0,1-1,-1 0,5-5,-1-1,-1 0,1 0,-2-1,1 1,-2-1,1 0,-1 0,0-7,-1 11,-1 0,0 0,0 0,0 0,-1 0,0 0,-1 0,1 0,-1 0,-1 0,1 0,-1 1,0-1,-1 0,0 1,0 0,0-1,-1 1,0 0,0 1,0-1,-1 1,1 0,-1 0,-1 0,1 1,-1-1,0 1,0 1,0-1,-6-2,6 4,1 0,-1 1,1-1,-1 1,1 0,-1 1,0-1,0 1,1 0,-1 1,0-1,1 1,-1 0,0 1,1-1,-1 1,1 0,0 0,0 1,0 0,0 0,0 0,0 0,1 1,-1 0,1 0,0 0,0 0,1 0,-1 1,1 0,0 0,0 0,1 0,0 0,-1 1,0 4,3-6,0-1,0 1,0 0,1-1,-1 1,1-1,0 1,0-1,0 1,1-1,-1 0,1 1,0-1,0 0,0 0,0 0,0 0,1-1,0 1,-1-1,1 1,0-1,0 0,0 0,0 0,0 0,1-1,2 2,33 14</inkml:trace>
  <inkml:trace contextRef="#ctx0" brushRef="#br2" timeOffset="108727.126">12180 1684,'-2'3,"-29"64,30-65,1 0,-1 0,1 1,-1-1,1 0,0 0,0 0,0 0,0 0,0 1,0-1,1 0,-1 0,1 0,-1 0,1 0,0 0,0 0,0 0,0 0,0 0,0 0,0-1,1 1,-1 0,1-1,-1 1,1-1,0 0,0 1,0-1,6 2,1 0,1-1,-1 0,0 0,0-1,1-1,-1 1,1-1,-1-1,0 0,1 0,-1-1,0 0,0 0,0-1,0-1,-1 1,1-1,1-2,-1 2,0-1,-1 0,1-1,-1 0,0 0,-1-1,0 0,0 0,0-1,-1 0,1-2,-4 7,-1 0,0-1,0 1,-1-1,1 0,-1 1,1-1,-1 0,0 0,-1 0,1 0,-1 0,0 0,0 0,0 0,0 0,-1 0,1 0,-1 0,0 0,0 1,-1-1,1 0,-1 1,0-1,0 1,0-1,0 1,-1-1,-3-2,1 1,-1 0,0 0,0 0,-1 1,1 0,-1 0,0 0,0 1,-1 0,1 1,0 0,-1 0,0 0,1 1,-1 0,0 0,0 1,1 0,-1 1,0 0,-7 1,9-1,0 0,0 0,0 0,0 1,1 0,-1 0,1 1,-1 0,1 0,0 0,0 0,0 1,0-1,1 2,-1-1,1 0,0 1,0-1,1 1,0 0,-1 1,2-1,-1 0,1 1,-1 0,1-1,1 1,-1 0,1 3,3 30,9-5</inkml:trace>
  <inkml:trace contextRef="#ctx0" brushRef="#br2" timeOffset="109742.747">14011 1549,'-17'124,"17"-120,0 0,0 0,1-1,-1 1,1 0,0 0,0-1,0 1,1 0,-1-1,1 1,0-1,0 0,0 0,1 1,-1-1,1-1,0 1,-1 0,1-1,0 1,1-1,-1 0,0 0,1 0,-1-1,1 1,-1-1,1 1,1-1,1 0,1 1,0-1,0-1,0 1,1-1,-1 0,0-1,0 1,0-2,0 1,-1-1,1 0,0 0,-1-1,1 0,-1 0,0 0,0-1,0 0,0 0,-1 0,1-1,-1 0,0 0,-1-1,1 1,-1-1,0 0,-1 0,1 0,-1 0,-1-1,1 1,-1-1,0 0,0 0,-1 0,0 0,0 0,-1 0,0 0,0 0,0 0,-1 0,0 0,-1 0,1 0,-1 0,-1 1,-1-2,0 1,0 0,-1 1,0-1,-1 1,1 0,-1 0,0 1,0 0,-1 0,0 0,0 1,0 0,0 0,-1 1,1 0,-1 0,0 1,0 0,0 0,0 1,0 0,0 0,-1 1,1 0,0 0,0 1,0 0,0 1,0 0,0 0,0 1,0 0,1 0,0 0,-1 1,1 0,0 1,1 0,-1 0,1 0,0 1,-5 5,9-6,-1-1,1 0,0 1,0-1,0 1,1-1,-1 1,1 0,0 0,1 0,-1 0,1 0,0-1,0 1,1 0,-1 0,1 0,0 0,0 0,1-1,0 1,-1-1,1 1,1-1,-1 1,1-1,0 0,0 0,0-1,3 4,22 21</inkml:trace>
  <inkml:trace contextRef="#ctx0" brushRef="#br2" timeOffset="110005.322">14613 1429,'0'-4,"0"5,-2 11,-1 13,0 14,2 9,5 8,3 3,6-1,2-7,-1-10</inkml:trace>
  <inkml:trace contextRef="#ctx0" brushRef="#br2" timeOffset="110723.084">19813 1336,'0'9,"0"13,0 10,0 12,0 10,0 7,0 2,3 0,0-7,4-8,1-12</inkml:trace>
  <inkml:trace contextRef="#ctx0" brushRef="#br2" timeOffset="111062.097">20147 1577,'3'11,"1"1,1-1,0 0,0 0,1-1,0 0,1 0,0 0,1-1,0 0,0 0,1-1,0 0,0 0,1-1,0-1,1 1,-1-2,1 1,0-2,0 1,1-1,-1-1,1 0,0-1,0 0,0-1,0 0,0-1,0-1,2 0,-8 1,0 0,1-1,-1 0,0-1,0 1,-1-1,1 0,0-1,-1 1,1-1,-1 0,0-1,0 1,0-1,0 0,-1 0,1-1,-1 1,0-1,0 0,-1 0,0 0,0-1,0 1,0-1,-1 1,0-1,0 0,-1 0,1 0,-1 0,0 0,-1 0,0-6,0 4,-1-1,-1 0,0 0,0 1,-1-1,0 1,0-1,0 1,-2 0,1 1,-1-1,0 1,0 0,-1 0,0 0,0 1,0 0,-1 0,0 0,0 1,-1 0,1 1,-1-1,0 2,0-1,-1 1,1 0,-1 1,1 0,-1 0,0 1,0 0,0 0,-4 1,-27 0,1 0,-1 3,1 1,0 2,0 2,0 1,1 2,1 2,-3 3,-57 20</inkml:trace>
  <inkml:trace contextRef="#ctx0" brushRef="#br2" timeOffset="111526.247">17006 1270,'0'18,"0"15,0 11,0 7,0 4,2 2,1-2,0-6,2-7,-1-7,0-11</inkml:trace>
  <inkml:trace contextRef="#ctx0" brushRef="#br2" timeOffset="111760.435">17393 1349,'0'-16,"-2"-5,-1 3,-2 10,0 14,0 16,4 18,6 15,5 13,3 10,-1-8</inkml:trace>
  <inkml:trace contextRef="#ctx0" brushRef="#br0" timeOffset="1311.57">7648 9009,'-46'-21,"45"22,0 0,0 1,1-1,-1 0,0 1,1-1,-1 1,1-1,-1 0,1 1,0-1,0 1,0-1,-1 1,1-1,1 1,-1-1,0 1,0-1,1 1,-1-1,0 1,1-1,-1 1,1-1,0 0,0 1,-1-1,1 0,0 0,0 0,0 1,1-1,9 19,0-1,1 0,1-1,1 0,0-1,1-1,1-1,1 0,0 0,1-2,10 6,-21-15,0-1,0 0,0 0,0 0,1-1,-1 0,1 0,0-1,-1 0,1-1,0 1,0-2,-1 1,1-1,0 0,-1 0,1-1,-1 0,1-1,-1 1,0-1,0-1,0 1,0-1,3-3,3-3,0 0,-1-1,0 0,-1 0,0-2,-1 1,0-1,-1-1,0 0,-1 0,-1-1,0 1,-1-2,-1 1,0-1,0-4,-6-26,1 45,-1 0,1 0,0 0,0 0,-1 0,1 0,-1 0,1 1,-1-1,1 0,-1 0,0 0,1 1,-1-1,0 0,0 1,1-1,-1 1,0-1,0 1,0-1,0 1,0 0,0-1,1 1,-1 0,0 0,0-1,0 1,0 0,0 0,0 0,0 0,0 0,0 1,0-1,0 0,0 0,0 1,0-1,0 0,0 1,1-1,-1 1,-6 4,0 0,1 1,0 0,0 0,0 1,1 0,0 0,0 0,1 0,0 1,0 0,0 0,1 0,1 0,-1 0,1 1,1-1,0 0,-1 5,-2 34,2-1,2 1,2 0,2 0,2 0,2-1,2 0,2-1,14 33,12 62,-27-98,-1 2,-2-1,-2 1,-2 0,-2 0,-4 37,1-70,-1 1,-1-1,0 1,0-1,-1 0,0 0,-1-1,-1 1,1-1,-3 1,6-7,0-1,-1 0,1 0,-1 0,0 0,0 0,0-1,0 1,0-1,0 0,-1 0,1 0,-1 0,0-1,1 1,-1-1,0 0,0 0,0 0,0-1,0 1,0-1,0 0,0 0,0-1,0 1,0-1,0 0,0 0,1 0,-1 0,-8-6,2 0,-1-1,1 0,0-1,1 0,0-1,0 1,1-2,1 1,-1-1,2 0,0-1,0 1,1-1,0-1,-3-11,0 4,0-1,2-1,0 1,1-1,1 0,0-21,4 40,0 1,0-1,1 0,-1 1,1-1,0 1,0-1,0 1,0-1,0 1,1 0,-1-1,1 1,-1 0,1 0,0 0,0 0,0 0,0 1,0-1,0 1,0-1,1 1,-1 0,0 0,1 0,-1 0,3-1,79-11,-71 12,125-2,-71 5</inkml:trace>
  <inkml:trace contextRef="#ctx0" brushRef="#br0" timeOffset="1651.188">8370 10065,'2'-3,"0"-1,1 1,-1-1,1 1,0 0,0 0,0 0,0 1,0-1,0 1,1-1,-1 1,1 0,0 1,0-1,0 1,0-1,0 1,0 0,0 1,2-1,-2-1,1-1,-1 2,1-1,0 1,0-1,0 1,0 1,0-1,0 1,0 0,0 0,0 0,0 1,0-1,0 1,0 1,-1-1,1 1,0-1,-1 1,1 1,-1-1,1 1,-1-1,0 1,0 1,0-1,-1 0,1 1,-1 0,0 0,0 0,0 0,0 0,-1 1,1 0,-2 11,-1 1,0-1,-1 0,-1 0,-1 0,0 0,-1-1,0 1,-2-1,0 0,0 0,-1 0,-1-1,-9 13,9-13,-48 108,55-120,1 0,-1 0,1 0,0 0,0 0,0 0,0 0,0-1,0 1,1 0,-1 0,0 0,1 0,0 0,-1-1,1 1,0 0,0 0,0-1,0 1,0-1,1 1,-1-1,0 1,1-1,-1 0,1 0,-1 0,1 0,0 0,-1 0,1 0,0 0,0 0,0-1,-1 1,1-1,0 0,0 1,2-1,81 3,-52-7,0-2,-1 0,0-3,23-8,-1-3</inkml:trace>
  <inkml:trace contextRef="#ctx0" brushRef="#br0" timeOffset="1963.492">8784 9303,'16'3,"17"0,15 0,15-1,9 0,2-1,-3 0,-8 1,-16 4,-15-1</inkml:trace>
  <inkml:trace contextRef="#ctx0" brushRef="#br0" timeOffset="2249.374">8877 9584,'25'7,"25"2,21 0,12-2,2-4,-14-3</inkml:trace>
  <inkml:trace contextRef="#ctx0" brushRef="#br0" timeOffset="4470.611">10602 8034,'8'177,"18"101,0-28,17 998,-42-1160,3 1351,-32-1217,28-220,0 0,0-1,0 1,0 0,0-1,0 1,0-1,-1 1,1 0,-1-1,1 1,-1-1,0 1,1-1,-1 1,0-1,0 0,0 1,0-1,0 0,0 0,0 0,-1 0,1 0,0 0,-1 0,1 0,-1 0,1 0,-1-1,1 1,-1-1,1 1,-1-1,0 0,1 0,-1 1,1-1,-1 0,0 0,0-1,-16 3</inkml:trace>
  <inkml:trace contextRef="#ctx0" brushRef="#br0" timeOffset="9486.875">11111 8715,'2'2,"3"8,3 9,2 10,7 10,7 9,6 6,5 2,5 2,6-4,1-3,0-6,-4-6,-7-7,-9-7,-10-8</inkml:trace>
  <inkml:trace contextRef="#ctx0" brushRef="#br0" timeOffset="9748.177">11431 8743,'-14'-3,"-10"2,-10 8,-2 10,0 12,-1 14,2 12,2 14,2 8,1 7,3 0,4-13</inkml:trace>
  <inkml:trace contextRef="#ctx0" brushRef="#br0" timeOffset="11679.305">11712 9237,'25'-9,"127"-5,-149 14,-1 0,0 0,0 0,0 0,0 0,1 1,-1-1,0 1,0-1,0 1,0 0,0 0,0 0,0 0,0 0,-1 1,1-1,0 0,-1 1,1-1,-1 1,1 0,-1-1,0 1,0 0,1 0,-1 0,-1 0,1 0,0 0,0 0,-1 0,1 0,-1 0,0 1,0-1,1 0,-1 0,-1 0,1 1,0-1,-1 1,-4 10,0 0,-1 0,-1-1,0 0,-1 0,0-1,-1 0,0 0,0-1,-1 0,-1-1,-11 8,7-3,-62 52,77-65,0 0,0 0,0 0,0-1,1 1,-1 0,0 0,0-1,1 1,-1 0,0 0,1-1,-1 1,1 0,-1-1,1 1,-1-1,1 1,0 0,-1-1,1 1,0-1,-1 0,1 1,0-1,-1 0,1 1,0-1,0 0,-1 0,1 1,0-1,0 0,0 0,-1 0,1 0,0 0,0 0,0 0,0 0,-1-1,1 1,0 0,0 0,-1-1,1 1,0-1,-1 1,1 0,0-1,2 1,320-15,-321 15,3 0,1-1,0 1,0-1,-1 0,1-1,-1 0,1 0,-1 0,0 0,1-1,2-2,1-3</inkml:trace>
  <inkml:trace contextRef="#ctx0" brushRef="#br0" timeOffset="23308.102">12648 8809,'7'12,"6"10,9 8,6 10,6 8,4 5,2 2,2 1,-3-2,-3-4,-3-5,-4-6,-6-8,-6-8</inkml:trace>
  <inkml:trace contextRef="#ctx0" brushRef="#br0" timeOffset="23555.941">12942 8822,'-16'19,"-10"16,-2 17,-2 13,3 9,1 3,2 2,6-3,6-5,4-8,5-15</inkml:trace>
  <inkml:trace contextRef="#ctx0" brushRef="#br0" timeOffset="23826.493">13276 9318,'3'-259,"3"244,3 33,40 175,-38-138,2 0,3 0,6 9,-4-28,-2-9</inkml:trace>
  <inkml:trace contextRef="#ctx0" brushRef="#br0" timeOffset="24464.561">12581 8488,'-14'9,"3"3,12 0,17-3,19-5,20-7,17-6,16-4,9 1,5 2,-2 3,-5 3,-19 1</inkml:trace>
  <inkml:trace contextRef="#ctx0" brushRef="#br0" timeOffset="24908.374">13918 8743,'16'18,"14"12,9 12,7 6,5 5,2 0,0-2,-3-6,-5-5,-9-8,-7-8,-6-10,-8-6</inkml:trace>
  <inkml:trace contextRef="#ctx0" brushRef="#br0" timeOffset="25183.68">14359 8676,'-16'-12,"-8"-3,-3 0,-1 11,1 11,2 19,2 19,-1 17,2 17,-1 12,-2 6,1-1,-1-8,5-10,5-15,7-18,6-18</inkml:trace>
  <inkml:trace contextRef="#ctx0" brushRef="#br0" timeOffset="25564.944">14626 9237,'15'15,"1"-1,1-1,-1 0,2-1,0-1,0 0,1-2,0 0,1-1,11 2,-26-8,1-1,0 0,-1 0,1-1,0 1,0-1,-1-1,1 1,0-1,0 0,-1 0,1-1,0 1,-1-1,0 0,1-1,-1 0,0 1,0-2,-1 1,1 0,0-1,-1 0,0 0,0 0,0-1,-1 1,1-1,-1 0,0 0,0-1,0-2,1 0,-1 0,-1 0,1 0,-1-1,-1 1,1-1,-2 0,1 1,-1-1,0 0,-1 1,0-1,-1 1,1-1,-2 1,0-3,2 6,-1 1,0 0,0-1,0 1,0 0,-1 0,0 0,1 1,-1-1,-1 1,1-1,0 1,-1 0,0 0,0 1,0-1,0 1,0 0,0 0,0 0,-1 0,1 1,-1 0,1 0,-1 0,0 0,1 1,-1 0,0 0,1 0,-1 0,-1 1,-9 3,1 1,0 0,0 1,0 1,1 0,0 1,0 0,1 1,0 0,0 1,1 0,1 1,0 1,0-1,1 2,-6 9,-3 5</inkml:trace>
  <inkml:trace contextRef="#ctx0" brushRef="#br0" timeOffset="26000.06">13824 8275,'14'-3,"17"0,25 0,28-2,22-2,15-4,0-3,-22 1</inkml:trace>
  <inkml:trace contextRef="#ctx0" brushRef="#br0" timeOffset="41974.524">16311 7739,'15'145,"8"76,30 396,-1 746,48-391,-89-875,58 314,-62-355,-2-1,-3 1,-4 52,0-11,11 0,-3 42,-14-175,2 11</inkml:trace>
  <inkml:trace contextRef="#ctx0" brushRef="#br0" timeOffset="43159.623">10629 11750,'-1'109,"-3"11,6 0,4 0,6 0,5-2,16 48,-29-150,-7-15,-1-9</inkml:trace>
  <inkml:trace contextRef="#ctx0" brushRef="#br0" timeOffset="44594.918">16685 12138,'3'3,"0"0,0 1,-1-1,1 1,-1-1,0 1,0 0,0 0,-1 0,1 0,-1 0,0 0,0 0,0 1,0-1,-1 0,0 0,0 1,0-1,-1 0,1 1,-1 1,1 9,0 127,0-21,15 116,-14-231,-1 2,1-1,0 1,0 0,1-1,0 1,1-1,0 1,0-1,0 0,2 2,-5-9,1 1,-1-1,0 0,1 1,-1-1,0 1,1-1,-1 0,1 0,-1 1,1-1,-1 0,1 0,-1 1,1-1,-1 0,1 0,-1 0,1 0,-1 0,1 0,-1 0,1 0,-1 0,1 0,-1 0,1 0,-1 0,1 0,-1 0,1-1,-1 1,1 0,-1 0,1-1,-1 1,1 0,-1-1,0 1,1 0,-1-1,1 1,-1 0,0-1,1 1,-1-1,0 1,0-1,0 1,1-1,-1 1,0-1,0 1,0-1,0 1,0-1,0 1,0-1,0 1,0-1,0 1,0-1,0 0,4-13</inkml:trace>
  <inkml:trace contextRef="#ctx0" brushRef="#br0" timeOffset="54587.909">11244 10975,'16'11,"12"11,10 6,8 7,5 5,1 3,-1 0,-6-1,-5 1,-5-4,-7-3,-7-4,-5-4,-6-8</inkml:trace>
  <inkml:trace contextRef="#ctx0" brushRef="#br0" timeOffset="54854.2">11592 10895,'-12'20,"-5"17,-5 10,-1 9,-1 8,-3 5,-2 0,2-3,4-4,2-5,6-12</inkml:trace>
  <inkml:trace contextRef="#ctx0" brushRef="#br0" timeOffset="55195.833">11832 11322,'10'-5,"0"0,0 1,0 0,1 0,-1 1,1 1,0 0,0 0,-1 1,1 0,5 1,-13 0,-1 0,1 0,-1 0,1 1,-1-1,1 1,-1-1,1 1,-1 0,0 0,1 0,-1 0,0 0,0 1,1-1,-1 1,0-1,-1 1,1 0,0 0,0 0,-1 0,1 0,-1 0,0 0,1 0,-1 1,0-1,0 1,-1-1,1 0,0 1,-1-1,0 1,1-1,-1 1,0 0,0-1,-1 1,1-1,0 1,-1-1,0 2,-5 15,-2 1,0-1,-1-1,-1 0,-1 0,0-1,-1 0,-1-1,-10 10,8-8,-84 115,98-133,0 1,0 0,0 0,1 0,-1 0,0 1,1-1,-1 0,1 0,-1 0,1 0,-1 1,1-1,0 0,-1 0,1 1,0-1,0 0,0 1,0-1,0 0,0 0,1 1,-1-1,0 0,1 0,-1 1,1-1,-1 0,1 0,0 0,-1 0,1 0,0 0,0 0,-1 0,1 0,0 0,0 0,0 0,0-1,1 1,-1 0,0-1,0 1,0-1,0 1,1-1,-1 0,0 1,0-1,1 0,-1 0,0 0,0 0,1 0,-1 0,29 2,0-1,-1-2,1-1,-1-1,1-1,-1-2,3-2,37-9,-9 0</inkml:trace>
  <inkml:trace contextRef="#ctx0" brushRef="#br0" timeOffset="55838.689">11150 10747,'21'-2,"19"-3,18-3,12-1,6 0,1 1,-3 2,-10 2,-12 2,-11 0,-16 2,-18 2,-18 4,-7 1</inkml:trace>
  <inkml:trace contextRef="#ctx0" brushRef="#br0" timeOffset="64945.248">7527 14892,'-8'4,"0"1,0 0,1 1,0 0,0 0,0 0,0 1,1 0,0 1,1-1,0 1,0 0,1 0,-1 1,2-1,-1 1,1 0,1 0,0 0,0 0,0 0,1 1,1-1,0 0,0 1,1-1,0 0,0 1,1-1,0 0,3 5,-3-6,1 0,0 0,0 0,1-1,0 1,0-1,0 0,1 0,1-1,-1 0,1 0,0 0,0 0,1-1,-1 0,1 0,0-1,1 0,-1 0,1-1,0 1,0-2,0 1,0-1,0-1,0 1,5-1,-9-2,0 0,0 0,0 0,0-1,-1 1,1-1,0 0,-1 0,0 0,1-1,-1 1,0-1,0 0,0 0,0 0,-1 0,1 0,-1 0,0-1,0 1,0-1,-1 0,1 0,-1 1,0-1,1-1,12-108,-15 99,0 0,0 1,-2-1,1 0,-2 1,0 0,0 0,-2 0,1 0,-2 1,1 0,-2 0,1 1,-2 0,1 0,-2 1,1 0,-1 0,-1 1,-9-6,18 14,1 0,-1 0,0 0,0 0,0 0,0 1,1-1,-1 1,0-1,0 1,0 0,0 0,0 0,0 0,0 0,0 0,0 0,0 1,0-1,0 1,0-1,0 1,0 0,0 0,0 0,1 0,-1 0,0 0,1 0,-1 1,1-1,-1 1,1-1,0 1,0-1,-1 1,1 0,-29 71,21-3,8-40</inkml:trace>
  <inkml:trace contextRef="#ctx0" brushRef="#br0" timeOffset="65590.795">7835 15226,'19'-57,"-3"-2,-2 0,1-22,1-33,-12 127,31 253,-18-31,-10-209,-5-29</inkml:trace>
  <inkml:trace contextRef="#ctx0" brushRef="#br0" timeOffset="69852.176">7073 13876,'6'14,"8"11,5 8,5 5,2 6,1 1,1 1,-2-3,-1-5,-5-4,-3-8,-5-8</inkml:trace>
  <inkml:trace contextRef="#ctx0" brushRef="#br0" timeOffset="70105.383">7261 13982,'-12'16,"-8"15,-5 8,-1 5,2 3,3-1,5-4,5-7,4-7,4-8</inkml:trace>
  <inkml:trace contextRef="#ctx0" brushRef="#br0" timeOffset="72235.341">7407 14304,'-2'-4,"1"0,-1 1,1-1,-1 0,1 0,0 0,1 0,-1 0,1 0,0 0,0 0,0 0,0 0,1 0,0-2,-1 5,3-17,0 1,2 0,0 0,0 0,2 0,0 1,10-16,-17 32,0-1,0 1,-1-1,1 1,0-1,0 0,0 1,0-1,0 1,0-1,0 1,0-1,1 1,-1-1,0 1,0-1,0 1,1-1,-1 1,0-1,0 1,1-1,-1 1,0-1,1 1,-1 0,0-1,1 1,-1-1,1 1,-1 0,1 0,-1-1,1 1,-1 0,1 0,-1 0,1-1,-1 1,1 0,-1 0,1 0,-1 0,1 0,0 0,-1 0,1 0,-1 0,1 0,-1 0,1 1,-1-1,1 0,-1 0,1 1,-1-1,1 0,-1 0,1 1,-1-1,0 0,1 1,-1-1,1 1,-1-1,4 152,-4 28,3-154</inkml:trace>
  <inkml:trace contextRef="#ctx0" brushRef="#br0" timeOffset="72529.544">7648 13795,'13'0,"10"9,5 13,2 10,1 10,0 5,1 3,-1-3,0-4,-1-5,-4-7,-4-9,-3-7,-2-8,-5-3</inkml:trace>
  <inkml:trace contextRef="#ctx0" brushRef="#br0" timeOffset="72778.879">7915 13795,'-13'12,"-8"12,-4 14,-2 11,0 12,2 9,-1 3,5-9</inkml:trace>
  <inkml:trace contextRef="#ctx0" brushRef="#br0" timeOffset="73153.879">8156 14290,'10'3,"-1"-2,1 1,0-1,0-1,0 0,0 0,0-1,0 0,0-1,0 0,-1 0,1-1,-1 0,1-1,-1 0,0-1,-1 0,1 0,-1-1,0 0,5-5,-9 8,0 0,0 0,-1 0,1-1,-1 1,0-1,0 0,0 0,-1 0,1 0,-1-1,0 1,0-1,-1 1,1-1,-1 0,0 1,0-1,-1 0,1 0,-1 0,0 0,0 1,-1-1,1 0,-1 0,0 0,-1 1,1-1,-1 0,0 1,0-1,0 1,-1 0,1 0,-1 0,0 0,0 0,-1 1,1-1,-2 0,-1 2,-1-1,0 1,0 0,0 1,0 0,0 0,0 0,0 1,-1 0,1 0,0 1,0 0,0 0,0 1,0 0,0 0,1 1,-1-1,0 2,1-1,0 1,0-1,0 2,0-1,1 1,0 0,0 0,0 0,0 1,1-1,0 1,0 0,1 0,-2 4,-23 38,6 0</inkml:trace>
  <inkml:trace contextRef="#ctx0" brushRef="#br0" timeOffset="94406.752">12635 10895,'-1'0,"0"-1,1 1,-1 0,1 0,-1 0,0-1,1 1,-1 0,0 0,1 0,-1 0,0 0,1 0,-1 0,0 0,1 1,-1-1,0 0,1 0,-1 0,1 1,-1-1,0 0,1 1,-1-1,1 0,-1 1,1-1,-1 1,1-1,0 1,-1-1,1 1,-1-1,1 1,0 0,0-1,-1 1,1-1,0 1,0 0,0-1,-1 1,1 0,0-1,0 1,0 0,0-1,0 1,0-1,1 1,0 37,5-21,1-1,1 0,0-1,1 0,1 0,1-1,10 12,0 1,-2-2,21 24,-3 2,-2 2,-2 2,23 54,-6 39,-41-112</inkml:trace>
  <inkml:trace contextRef="#ctx0" brushRef="#br0" timeOffset="94674.955">12888 11055,'-16'18,"-9"17,-4 20,-1 12,-1 13,-2 4,2 1,3-6,4-9,6-16</inkml:trace>
  <inkml:trace contextRef="#ctx0" brushRef="#br0" timeOffset="95090.354">13182 11603,'5'11,"1"-1,0 0,1-1,-1 0,2 0,-1 0,1-1,1 0,0 0,2 0,-8-5,1-1,0 1,-1-1,1 0,0-1,0 1,1-1,-1 0,0 1,0-2,1 1,-1-1,0 1,1-1,-1 0,0-1,1 1,-1-1,0 0,1 0,-1 0,0 0,0-1,0 0,0 0,0 0,-1 0,2-1,2-3,0 0,-1 0,0-1,0 0,0 0,-1 0,0-1,0 0,-1 0,0 0,0 0,-1-1,0 0,0 0,-1 1,-1-1,1 0,-1-1,-1-1,1 5,-1 0,0 0,0 0,0 1,-1-1,1 0,-1 0,-1 1,1-1,-1 0,0 1,-1 0,1-1,-1 1,0 0,0 0,-1 1,1-1,-1 1,0-1,0 1,-1 0,1 1,-1-1,0 1,0 0,0 0,0 1,0-1,-3 0,-3 2,1 1,-1 0,0 1,1 0,-1 0,1 1,-1 0,1 1,0 0,0 1,0 0,0 1,1 0,0 0,0 1,0 0,1 1,0 0,0 0,0 1,1-1,-3 6,-3 2,0 0,1 0,1 2,1-1,0 1,1 1,-3 10,-3 12</inkml:trace>
  <inkml:trace contextRef="#ctx0" brushRef="#br0" timeOffset="110085.138">8944 106,'0'418,"-25"-505,17 63,2 0,1-1,0 1,2-1,1 0,1 0,1 0,1 1,1-1,2 0,2-7,-5 27,0 0,0 0,1 0,0 0,0 1,0-1,1 1,-1-1,1 1,0 0,1 0,-1 0,0 0,1 1,0 0,0-1,0 1,0 1,1-1,-1 0,1 1,-1 0,1 0,0 1,0-1,0 1,0 0,0 0,0 1,2-1,434 2,443-39,-805 41,0 3,-1 4,0 3,20 8,-15-4,-81-15,-1-1,0 0,0 1,1-1,-1 1,0-1,0 1,0-1,-1 1,1 0,0-1,-1 1,1 0,-1 0,1-1,-1 1,0 0,0 0,0 0,0 0,0-1,0 1,0 0,-1 0,1 0,0 9,9 641,3-114,-11-533,-1 0,0-1,0 1,0-1,0 1,-1 0,1-1,-1 1,-1-1,1 0,0 1,-1-1,0 0,0 0,0 0,-1 0,0 0,1 0,-1-1,0 1,-1-1,1 0,0 0,-1 0,0-1,0 1,0-1,0 0,0 0,-4 1,-210 37,-86-2,-482 20,455-38,169-5,159-16,0 0,-1-1,1 0,0 1,0-1,0 0,1-1,-1 1,0 0,1-1,-1 0,1 1,0-1,0 0,0 0,0 0,1 0,-1-1,1 1,0 0,0-1,0 1,0-1,1 1,-1-1,1-2,-2-2,-21-101,5 0,5-1,5-1,5-52,2 140,-2-93,-1-66,-22-130,22 293,-11 32,-4 16,-4 5</inkml:trace>
  <inkml:trace contextRef="#ctx0" brushRef="#br0" timeOffset="139504.509">10695 12767,'-1'-5,"0"0,0 1,0-1,0 0,1 0,-1 1,1-1,1 0,-1 0,1 0,-1 1,1-1,1 0,-1 1,1-1,-1 1,1-1,1 1,-1 0,1 0,-1 0,1 0,0 0,1 0,-1 1,1 0,-1 0,4-3,-6 7,0-1,0 0,0 1,0-1,-1 1,1-1,0 1,-1-1,1 1,0 0,-1-1,1 1,0 0,-1 0,0-1,1 1,-1 0,1 0,-1 0,0 0,1-1,-1 1,0 0,0 0,0 0,0 0,0 0,0 0,0 0,0 0,0-1,0 1,0 0,-1 0,1 0,0 0,-1 0,1 1,-10 456,10-452,7 930,-1-857</inkml:trace>
  <inkml:trace contextRef="#ctx0" brushRef="#br0" timeOffset="140149.785">11444 13248,'5'11,"8"11,8 8,11 9,8 4,7 3,4 2,0-1,-1-2,-7-1,-9-2,-10-3,-9-4,-9-6,-6-7</inkml:trace>
  <inkml:trace contextRef="#ctx0" brushRef="#br0" timeOffset="140431.8">11845 13235,'-20'15,"-12"15,-4 10,-1 5,1 6,2 3,5 1,5-2,4-3,6-3,5-8,4-10</inkml:trace>
  <inkml:trace contextRef="#ctx0" brushRef="#br0" timeOffset="140813.303">11993 13702,'8'-9,"1"-1,1 1,-1 1,1 0,1 0,-1 1,1 0,1 1,-1 0,1 1,0 0,0 1,1 0,-1 1,9-1,-18 4,0-1,0 1,0 0,0 0,0 0,0 0,0 0,0 1,-1-1,1 1,0 0,0 0,0 0,0 0,-1 0,1 1,0-1,-1 1,1 0,-1 0,0-1,0 2,0-1,0 0,0 0,0 1,0-1,-1 1,1-1,-1 1,0 0,0 0,0-1,0 1,0 0,0 0,-1 0,0 1,0 14,-2-1,0 1,-1-1,0 1,-2-1,0-1,-1 1,0-1,-1 1,-1-2,-1 1,0-1,-1-1,-4 4,-46 64,-32 55,91-135,0-1,0 0,0 0,0 0,0 0,1 0,-1 1,1-1,-1 0,1 0,-1 1,1-1,0 0,-1 1,1-1,0 1,0-1,0 0,0 1,0-1,1 1,-1-1,0 0,1 1,-1-1,1 0,-1 1,1-1,-1 0,1 0,0 0,0 0,0 1,-1-1,1 0,0 0,0-1,1 1,-1 0,0 0,0 0,0-1,0 1,1 0,-1-1,17 3,-1-1,1-1,-1-1,1 0,-1-1,1-1,-1-1,0 0,12-5,-9 4,35-7,0-4,-1-1,6-6,-30 10</inkml:trace>
  <inkml:trace contextRef="#ctx0" brushRef="#br0" timeOffset="141404.348">11444 12940,'1'0,"0"0,0 0,0 0,0 0,0 0,0 1,0-1,0 0,0 0,-1 1,1-1,0 0,0 1,0-1,0 1,0-1,-1 1,1-1,0 1,-1 0,1-1,0 1,-1 0,1 0,-1-1,1 1,-1 0,1 0,-1 0,1 0,-1 0,0-1,0 1,0 0,1 0,-1 0,0 0,0 0,0 0,0 0,0 0,-1 0,1 0,0 0,0 0,-1 0,1-1,0 1,-1 0,1 0,-1 0,1 0,-1-1,1 1,-1 0,0 0,1-1,-1 1,0-1,1 1,-1 0,0-1,0 0,0 1,0-1,0 1,0-1,31 4,0-1,0-1,0-2,0-1,1-1,5-3,4 1,45-4,8-1,1 3,24 5,-56 13,-61-12,-1 1,1-1,-1 0,1 1,-1-1,1 0,-1 1,0-1,1 1,-1-1,1 1,-1-1,0 1,0-1,1 1,-1-1,0 1,0 0,1-1,-1 1,0-1,0 1,0-1,0 1,0 0,0-1,0 1,0 0,0-1,0 1,-1-1,1 1,0-1,0 1,0 0,-1-1,1 1,0-1,-1 1,1-1,0 1,-1-1,1 1,-1-1,1 0,-1 1,1-1,-1 0,1 1,-1-1,1 0,-1 0,1 1,-1-1,0 0,1 0,-1 0,1 0,-1 0,0 0,1 0,-1 0,1 0,-1 0,0 0,1 0,-1 0,-21 7</inkml:trace>
  <inkml:trace contextRef="#ctx0" brushRef="#br0" timeOffset="146851.819">12914 13168,'7'16,"7"12,8 10,6 6,9 6,4 5,2 1,1-2,-1-1,-1-2,0-4,-3-5,-6-7,-6-10,-8-9</inkml:trace>
  <inkml:trace contextRef="#ctx0" brushRef="#br0" timeOffset="147088.188">13276 13168,'-13'11,"-10"16,-5 13,-5 17,-1 12,-1 11,0 6,-1 4,4-3,5-7,7-17</inkml:trace>
  <inkml:trace contextRef="#ctx0" brushRef="#br0" timeOffset="147459.535">13570 13889,'21'-126,"26"-89,-40 194,-3 16,-2 17,-13 260,26-79,-7-144</inkml:trace>
  <inkml:trace contextRef="#ctx0" brushRef="#br0" timeOffset="149160.732">16765 12673,'16'150,"25"706,22-217,-63-593,-3-35</inkml:trace>
  <inkml:trace contextRef="#ctx0" brushRef="#br0" timeOffset="150885.676">17166 11443,'11'0,"14"0,10-2,9-4,7-2,3 0,-1 1,-5 4,-8 8,-11 4,-10 8,-9 1</inkml:trace>
  <inkml:trace contextRef="#ctx0" brushRef="#br0" timeOffset="151151.892">17260 11711,'20'0,"19"0,16 0,9 0,0 2,-12 1</inkml:trace>
  <inkml:trace contextRef="#ctx0" brushRef="#br0" timeOffset="165663.542">18035 8769,'24'320,"-7"260,15-227,58 243,96 609,-160-880,-13 99,-9-261,43 528,-28-490,-9 1,-9 2,-7-83,5-120,-1-7</inkml:trace>
  <inkml:trace contextRef="#ctx0" brushRef="#br0" timeOffset="166654.482">18517 9425,'16'20,"12"14,10 10,8 7,5 3,3 2,-1 1,-2-1,-6-2,-8-7,-10-8,-10-9,-8-10</inkml:trace>
  <inkml:trace contextRef="#ctx0" brushRef="#br0" timeOffset="166914.849">18971 9451,'-19'5,"-12"10,-10 14,-7 16,-3 14,-1 10,1 8,7 1,9-3,10-7,12-12,8-14</inkml:trace>
  <inkml:trace contextRef="#ctx0" brushRef="#br0" timeOffset="167225.15">19091 9879,'84'-33,"-81"33,-1-1,1 1,-1 0,0 0,1 0,-1 0,0 0,1 0,-1 1,1-1,-1 1,0-1,1 1,-1 0,0 0,0 0,0 0,0 0,0 1,0-1,0 1,0-1,0 1,-1 0,1 0,-1-1,1 1,-1 0,0 0,0 1,0-1,0 0,0 0,0 0,0 2,0 6,-1 0,-1 1,1-1,-1 0,-1 0,0 0,0 0,-1 0,-1-1,1 1,-2-1,1 0,-1 0,0 0,-1 0,-5 4,2 2,-6 9,10-16,-1 0,1 0,0 0,1 1,0 0,0 0,1 0,0 0,0 6,3-13,0-1,0 1,0-1,1 1,-1-1,0 1,1-1,-1 1,1-1,0 0,0 1,-1-1,1 0,0 1,0-1,0 0,0 0,0 0,1 0,-1 0,0 0,0 0,1-1,-1 1,0 0,1-1,-1 1,1-1,-1 1,1-1,-1 0,1 1,54 6,-53-7,36-1,-1-2,1-1,-1-2,0-2,16-6,6-2</inkml:trace>
  <inkml:trace contextRef="#ctx0" brushRef="#br0" timeOffset="167741.041">20080 9371,'3'21,"4"15,9 11,10 7,11 2,7 0,5-4,4-3,0-4,-6-4,-7-8,-11-6,-10-9</inkml:trace>
  <inkml:trace contextRef="#ctx0" brushRef="#br0" timeOffset="167989.673">20455 9451,'-14'11,"-11"16,-8 14,-5 11,-4 11,2 8,5 4,6 0,8-3,7-8,7-14</inkml:trace>
  <inkml:trace contextRef="#ctx0" brushRef="#br0" timeOffset="168243.571">20642 10026,'-1'-65,"0"17,2 0,2-1,5-26,-2 55,-6 20,1 0,-1 0,1 0,0 0,-1 0,1 0,-1 0,1 1,-1-1,1 0,-1 0,1 0,-1 1,1-1,-1 0,1 1,-1-1,1 0,-1 1,0-1,1 0,-1 1,0-1,1 1,-1-1,0 1,0-1,1 1,-1-1,0 1,0-1,0 1,1-1,-1 1,0-1,0 1,0 0,0-1,0 1,0-1,0 1,0-1,-1 1,1 0,27 178,-24-139,1-1,3 0,1 0,1-1,3 2,2-7</inkml:trace>
  <inkml:trace contextRef="#ctx0" brushRef="#br0" timeOffset="168637.592">21190 9425,'18'6,"15"10,12 11,6 8,4 6,2 6,-2 4,-1 0,-6-2,-6-2,-6-5,-8-7,-8-7,-6-9</inkml:trace>
  <inkml:trace contextRef="#ctx0" brushRef="#br0" timeOffset="168838.628">21685 9438,'-18'0,"-11"7,-7 8,-4 12,0 12,0 13,2 12,3 8,6 3,7-1,7-5,11-10,7-14</inkml:trace>
  <inkml:trace contextRef="#ctx0" brushRef="#br0" timeOffset="169200.749">21872 10013,'0'5,"1"0,0-1,0 1,1 0,-1-1,1 1,0-1,1 1,-1-1,0 0,1 0,0 0,0 0,1 0,-1-1,1 0,-1 1,1-1,0 0,0-1,0 1,1-1,-1 0,1 0,-1 0,1-1,0 1,-1-1,5 0,5 2,0-1,0-1,0 0,0-1,0 0,1-2,-1 1,0-2,0 0,-1 0,1-1,2-2,-10 4,0-1,0 0,0 0,0 0,0-1,0 0,-1 0,0 0,0 0,0-1,0 0,-1 0,0-1,0 1,0-1,-1 0,0 0,0 0,0 0,-1 0,0-1,0 1,-1-1,1 0,-1 1,-1-3,0 0,-1 1,0 0,0-1,-1 1,0 0,-1 0,0 0,0 0,-1 1,1-1,-2 1,1 0,-1 0,0 0,-1 1,1-1,-1 2,-1-1,1 0,-1 1,0 0,0 1,0 0,-1 0,1 0,-1 1,0 0,0 1,0-1,0 2,-1-1,1 1,0 0,-1 1,1 0,-1 0,-5 2,-1 0,-1 0,0 1,1 1,0 0,0 1,0 1,0 0,1 1,0 1,1 0,-6 5,-10 8</inkml:trace>
  <inkml:trace contextRef="#ctx0" brushRef="#br0" timeOffset="169513.911">21297 9103,'14'7,"15"2,15 0,13-2,9-4,1-3,-3-4,-11 0,-13-1</inkml:trace>
  <inkml:trace contextRef="#ctx0" brushRef="#br0" timeOffset="170242.968">20013 9183,'12'0,"17"0,22 0,20-2,19-3,12-1,4 1,-5 1,-22 1</inkml:trace>
  <inkml:trace contextRef="#ctx0" brushRef="#br0" timeOffset="171167.505">18743 12232,'18'16,"14"12,7 8,4 7,2 5,-3 4,-3 0,-5-3,-5-4,-5-6,-5-7,-5-9</inkml:trace>
  <inkml:trace contextRef="#ctx0" brushRef="#br0" timeOffset="171389.949">19211 12205,'-16'0,"-12"9,-8 12,-2 14,0 15,3 12,4 7,6 3,5-1,5-4,5-7,5-13</inkml:trace>
  <inkml:trace contextRef="#ctx0" brushRef="#br0" timeOffset="171638.734">19331 12673,'26'-9,"1"2,-1 1,1 1,0 1,0 1,5 2,-29 0,1 1,-1-1,1 1,0 0,-1 0,1 0,-1 0,1 0,-1 1,1 0,-1 0,0 0,1 0,-1 0,0 1,0-1,0 1,0 0,0 0,0 0,0 1,-1-1,1 0,-1 1,1 0,-1 0,0-1,0 2,-1 3,-1 0,0 0,0 0,0 0,-1 1,0-1,-1 0,1 0,-1-1,-1 1,1 0,-1 0,0-1,-1 0,1 0,-1 0,-3 3,6-8,-129 194,128-192,0-1,0 0,0 0,0 0,1 0,-1 1,1-1,0 0,0 1,-1-1,2 1,-1-1,0 1,0-1,1 1,-1-1,1 1,0 0,0-1,0 1,0 0,0-1,1 1,-1-1,1 1,0 0,0-1,0 1,0-1,0 0,1 1,3 1,1-2,0 1,0-1,1 0,-1 0,0 0,1-1,-1 0,1 0,-1-1,1 0,-1 0,1-1,-1 1,2-2,-5 2,97-16,-58 3</inkml:trace>
  <inkml:trace contextRef="#ctx0" brushRef="#br0" timeOffset="171964.822">18864 12044,'18'-11,"15"-4,14 0,9 4,8 2,6 4,7 3,4 1,1 1,-12 0</inkml:trace>
  <inkml:trace contextRef="#ctx0" brushRef="#br0" timeOffset="172966.663">20187 11176,'84'664,"-11"83,-27 257,-35-699,-10-299,-1-11</inkml:trace>
  <inkml:trace contextRef="#ctx0" brushRef="#br0" timeOffset="174333.518">20629 11683,'7'14,"6"11,9 11,6 5,9 6,1 3,2 0,-1-1,-4-3,-4-4,-6-7,-5-9,-5-10</inkml:trace>
  <inkml:trace contextRef="#ctx0" brushRef="#br0" timeOffset="174596.941">20977 11657,'-14'7,"-11"11,-6 12,-2 9,2 10,4 8,4 6,4 1,3-1,5-5,3-5,4-12</inkml:trace>
  <inkml:trace contextRef="#ctx0" brushRef="#br0" timeOffset="174859.28">21217 12085,'0'4,"1"1,-1-1,1 1,0 0,0-1,1 0,-1 1,1-1,0 0,0 0,0 0,1 0,-1 0,1 0,0 0,0-1,1 0,-1 0,0 0,1 0,0 0,0-1,0 1,0-1,0 0,0 0,1-1,-1 1,1-1,6 2,0 0,0 0,0-2,1 1,-1-1,0-1,1 0,-1-1,0 0,1 0,4-2,-11 2,1 0,-1 0,0-1,0 1,0-1,0 0,0 0,0-1,0 1,0-1,-1 0,0-1,1 1,-1-1,-1 1,1-1,0-1,-1 1,0 0,0-1,0 1,-1-1,1 0,-1 0,0 0,-1 0,1-1,-1 1,0 0,0-1,-1 1,0 0,1-1,-2 1,1-1,-1 1,0 0,0-1,0 1,-1 0,0 0,0 0,-2-1,-1 0,0 1,0 0,-1 0,0 1,0-1,0 1,0 0,-1 1,1-1,-1 1,0 1,0-1,0 1,0 1,0-1,0 1,-1 0,1 1,0 0,-1 0,1 0,0 1,-1 0,1 0,0 1,0 0,0 1,0-1,0 1,1 0,-1 1,0 1,-90 72,55-33</inkml:trace>
  <inkml:trace contextRef="#ctx0" brushRef="#br0" timeOffset="175266.235">20668 12967,'14'16,"13"12,14 8,9 7,5 3,0 1,-5-2,-6 0,-7-5,-6-3,-9-7,-9-5,-6-8</inkml:trace>
  <inkml:trace contextRef="#ctx0" brushRef="#br0" timeOffset="175543.013">21016 12887,'-14'4,"-11"9,-8 11,-3 11,0 10,4 9,5 7,7 4,7 1,6-3,6-4,3-13</inkml:trace>
  <inkml:trace contextRef="#ctx0" brushRef="#br0" timeOffset="175799.466">21230 13408,'27'-253,"-35"416,9-141,0 1,1-1,2 1,0-1,1 0,1-1,2 1,0-1,1 0,1-1,0 0,2-1,5 7,7 3</inkml:trace>
  <inkml:trace contextRef="#ctx0" brushRef="#br0" timeOffset="176929.675">21644 11230,'30'165,"10"20,47 253,-57-133,-14 2,-16 162,-1-68,4-317,3 0,16 72,-13-101,-9-54,0-6</inkml:trace>
  <inkml:trace contextRef="#ctx0" brushRef="#br0" timeOffset="178866.558">22460 8609,'23'189,"78"340,-9-61,-8 204,-37-376,16 12,-38-169,-6 0,-1 110,-5-57,23 108,-16-166,-7 1,-3 78,-22 385,19-70,14-107,-13-63,-8-354,0-4,1 1,-1-1,0 1,0 0,0-1,1 1,-1-1,0 1,0 0,0-1,0 1,0 0,0-1,-1 1,1-1,0 1,0 0,0-1,-1 1,1-1,0 1,0 0,-1-1,1 1,-1-1,1 1,0-1,-1 1,1-1,-1 0,1 1,-1-1,1 0,-1 1,1-1,-1 0,0 1,1-1,-1 0,0 0,-7-3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42:09.796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10521 9813,'2'21,"6"15,8 11,10 9,11 4,7 1,5-1,4-2,0-1,-5-6,-6-7,-8-7,-10-7,-9-9</inkml:trace>
  <inkml:trace contextRef="#ctx0" brushRef="#br0" timeOffset="278.164">10869 9880,'-14'4,"-11"12,-8 13,-8 16,-5 14,-3 10,1 7,9 3,10-2,10-6,9-16</inkml:trace>
  <inkml:trace contextRef="#ctx0" brushRef="#br0" timeOffset="1175.357">11230 10642,'5'-27,"0"0,2 0,1 1,1 0,1 1,6-9,-16 34,0 1,0-1,0 0,1 1,-1-1,0 1,0-1,0 0,1 1,-1-1,0 1,1-1,-1 0,0 0,1 1,-1-1,0 0,1 1,-1-1,0 0,1 0,-1 0,1 1,-1-1,1 0,-1 0,0 0,1 0,-1 0,1 0,-1 0,1 0,-1 0,1 0,-1 0,1 0,-1 0,0 0,1-1,-1 1,1 0,-1 0,0 0,1-1,-1 1,-13 138,8-110,1 1,1 0,2 0,1 1,1-1,1 0,2 0,7 28,1-25</inkml:trace>
  <inkml:trace contextRef="#ctx0" brushRef="#br0" timeOffset="3747.074">10388 9559,'46'11,"45"-7,-1-4,0-4,18-6,-92 8,187-14,-108 6,-82 10</inkml:trace>
  <inkml:trace contextRef="#ctx0" brushRef="#br0" timeOffset="4331.018">11778 10361,'35'-41,"-34"40,1-1,-1 0,1 0,-1 1,0-1,0 0,0 0,0 0,0 0,0 0,0-1,-1 1,1 0,-1 0,0 0,0 0,1-1,-1 1,-1 0,1 0,0-1,0 1,-1 0,1 0,-1 0,0 0,0 0,0 0,0 0,0 0,0 0,0 0,-1 0,1 0,-1 1,1-1,-1 1,0-1,1 1,-1 0,0-1,0 1,0 0,0 0,-2 0,-1-1,0 0,0 1,0 0,-1 0,1 0,0 1,0-1,-1 1,1 1,0-1,0 1,-1 0,1 0,0 0,0 1,0-1,0 1,0 1,1-1,-1 1,1 0,-1 0,1 0,0 0,0 1,0-1,1 1,-1 0,1 1,-2 2,5-5,0 0,0 0,0 0,0 0,1 0,-1 0,1 0,-1 0,1 0,0 0,-1-1,1 1,0 0,0 0,0-1,1 1,-1-1,0 1,1-1,-1 1,1-1,-1 0,1 0,0 0,-1 0,1 0,0 0,0 0,0 0,-1-1,1 1,0-1,0 1,0-1,0 0,0 0,0 0,0 0,0 0,1 0,28 4</inkml:trace>
  <inkml:trace contextRef="#ctx0" brushRef="#br0" timeOffset="9443.618">12286 9586,'747'0,"-594"11,-145-12,-3-1</inkml:trace>
  <inkml:trace contextRef="#ctx0" brushRef="#br0" timeOffset="6587.229">12353 9854,'6'1,"0"1,0 0,0 1,0 0,0 0,-1 0,0 0,1 1,-1 0,-1 0,1 0,0 1,-1 0,0 0,0 0,3 5,-2-3,304 368,-215-271,-81-94</inkml:trace>
  <inkml:trace contextRef="#ctx0" brushRef="#br0" timeOffset="6834.112">12794 9933,'-14'0,"-8"5,-6 8,-2 8,-3 11,-1 8,-1 7,1 6,2 4,1-1,6-4,5-6,7-8,6-8,6-10</inkml:trace>
  <inkml:trace contextRef="#ctx0" brushRef="#br0" timeOffset="7255.285">13088 10495,'136'158,"-134"-155,1-1,0 0,-1 1,1-1,0 0,0-1,0 1,0-1,0 1,1-1,-1 0,0 0,1 0,-1-1,1 1,-1-1,1 0,-1 0,0 0,1 0,-1 0,1-1,-1 0,1 0,-1 0,0 0,0 0,1 0,-1-1,0 0,0 0,1-1,5-3,0-1,-1-1,0 1,0-1,-1-1,0 1,-1-1,1-1,-2 1,1-1,-1 0,-1 0,2-5,-4 10,-1 0,1 0,-1 0,0 0,0 0,-1 0,1 0,-1 0,0-1,-1 1,1 0,-1 0,0 0,0 0,0 0,-1 0,0 0,0 1,0-1,-1 1,1-1,-1 1,0 0,0 0,-1 0,1 0,-1 1,0-1,-2-1,-2 1,1-1,0 2,-1-1,0 1,1 0,-1 1,-1 0,1 0,0 0,0 1,-1 1,1-1,0 1,-1 1,1 0,0 0,0 0,-1 1,1 0,0 1,-5 2,-2 1,0 1,0 0,0 1,1 1,1 0,-1 1,2 1,-1 0,1 0,-5 8,-1 3</inkml:trace>
  <inkml:trace contextRef="#ctx0" brushRef="#br1" timeOffset="34736.272">10227 9092,'-1'-2,"1"1,-1 0,0 0,1 0,-1-1,0 1,0 0,0 0,0 0,0 0,0 1,0-1,-1 0,1 0,0 1,0-1,-1 1,1-1,0 1,0-1,-1 1,1 0,-1 0,1-1,0 1,-1 0,1 0,-1 0,1 1,0-1,-1 0,1 0,0 1,-1-1,1 1,0-1,0 1,-1 0,1 0,0-1,0 1,-47 38,38-28,1 0,1 0,0 1,1 1,0-1,1 1,0 0,1 1,0-1,1 1,1 0,-1 10,-7 177,10-109,-46 387,46-392,5-1,12 79,-6-78,0 20,4-1,4 0,6-1,4-1,18 39,-37-119,2-2,0 0,1 0,1-1,1 0,0-1,2-1,0 0,2-1,0-1,0-1,2-1,16 11,25 7,1-2,63 20,-61-26,7 4,0-3,2-3,1-4,1-3,61 5,109-10,1-10,145-22,-220 10,756-71,-783 63,-2-7,-1-6,-1-6,-3-6,-1-6,14-13,-106 41,-1-1,-1-3,-1-1,-2-2,0-2,-3-1,0-2,-2-1,-2-2,-1-1,-2-2,-1-1,2-9,-8 7,-3 0,-1 0,-2-2,-2 0,-2-1,-2 0,-2-1,-2 0,-2 0,-2 0,-2 0,-3-1,-1 1,-2 0,-3 1,-5-15,-2 3,-3 1,-1 1,-4 1,-1 0,-3 3,-3 0,-1 2,-3 1,-7-5,-9-10,-2 3,-3 2,-2 2,-3 3,-2 3,-2 3,-2 2,-46-21,-6 11,-3 5,-1 6,-3 5,-45-6,-21 7,-1 9,-2 7,-1 10,0 8,1 8,-1 9,1 8,1 9,-102 32,111-17,2 8,3 7,2 9,-113 62,239-103</inkml:trace>
  <inkml:trace contextRef="#ctx0" brushRef="#br0" timeOffset="-6586.979">4586 9412,'16'9,"16"3,15 2,15-2,10-2,5-6,0-6,-3-1,-8-4,-11-3,-16 6,-25 9,-14 5</inkml:trace>
  <inkml:trace contextRef="#ctx0" brushRef="#br0" timeOffset="-7293.98">4706 9960,'-3'63,"-3"1,-3-1,-3 0,-3-1,-2 0,-3-2,-15 30,7-27,28-63,0-1,0 1,-1 0,1 0,0 0,0-1,0 1,-1 0,1 0,0 0,0 0,0 0,-1 0,1-1,0 1,0 0,-1 0,1 0,0 0,0 0,-1 0,1 0,0 0,0 0,-1 0,1 0,0 0,0 0,-1 0,1 0,0 1,0-1,-1 0,1 0,0 0,0 0,0 0,-1 1,1-1,0 0,0 0,0 0,-1 0,1 1,0-1,0 0,0 0,0 1,0-1,0 0,0 0,-1 1,1-1,0 0,0 0,0 1,0-1,0 0,0 0,2-22,70-250,-50 186,-10 30,2 1,3 1,3 1,13-25,-1 30,-31 46,0 1,0 0,0 0,0-1,1 1,-1 0,0 0,0 0,1 1,-1-1,1 0,-1 0,1 1,-1-1,1 1,-1-1,1 1,-1 0,1 0,0-1,-1 1,1 0,-1 0,1 1,0-1,-1 0,1 1,-1-1,1 0,-1 1,1 0,0 0,5 6,0 0,-1 1,0 0,0 0,-1 1,0-1,0 1,-1 1,0-1,-1 0,0 1,-1-1,0 1,1 8,13 69,-5 1,-3 0,-3 20,-1-12,4-1,13 56,-14-124,0-8</inkml:trace>
  <inkml:trace contextRef="#ctx0" brushRef="#br0" timeOffset="-7008.557">4439 10388,'20'-2,"21"-3,17-4,10 1,4 1,0 2,-4 2,-11 1,-15 1</inkml:trace>
  <inkml:trace contextRef="#ctx0" brushRef="#br0" timeOffset="-5625.234">5683 10148,'18'0,"17"-3,17 0,10-2,7-1,0 2,-5 3,-8 4,-14 6,-15 2</inkml:trace>
  <inkml:trace contextRef="#ctx0" brushRef="#br0" timeOffset="-5442.177">5749 10455,'25'13,"24"5,20 0,14-7,8-6,-10-5</inkml:trace>
  <inkml:trace contextRef="#ctx0" brushRef="#br0" timeOffset="-1514.683">6391 8811,'294'11,"-236"-11,677-5,428 3,-828 11,-367-9,13 0</inkml:trace>
  <inkml:trace contextRef="#ctx0" brushRef="#br0" timeOffset="-4871.437">6898 9265,'7'185,"13"41,-16-177,-3-44,116 1393,-109-1275,11 364,-21-457,-2-23,1-14</inkml:trace>
  <inkml:trace contextRef="#ctx0" brushRef="#br0" timeOffset="-4450.865">7286 9719,'7'5,"9"5,9 11,8 11,9 9,6 6,1 5,0 0,-2-2,-5-2,-6-6,-8-7,-6-9,-7-10</inkml:trace>
  <inkml:trace contextRef="#ctx0" brushRef="#br0" timeOffset="-4193.193">7674 9706,'-16'7,"-9"11,-6 14,-2 13,3 10,3 8,3 5,3 4,2-2,3-3,3-14</inkml:trace>
  <inkml:trace contextRef="#ctx0" brushRef="#br0" timeOffset="-3924.583">7928 10241,'25'-70,"-3"-1,10-60,-20 69,-22 149,4 0,3 0,5 31,3-43,1-10</inkml:trace>
  <inkml:trace contextRef="#ctx0" brushRef="#br0" timeOffset="-3396.445">7380 10949,'9'16,"10"14,9 14,10 10,8 6,6 1,2-1,0 0,-3-5,-6-5,-8-5,-8-7,-9-10</inkml:trace>
  <inkml:trace contextRef="#ctx0" brushRef="#br0" timeOffset="-3135.145">7728 11003,'-23'16,"-14"14,-10 14,-4 8,0 6,4 4,10-4,12-3,9-5,13-7,6-10</inkml:trace>
  <inkml:trace contextRef="#ctx0" brushRef="#br0" timeOffset="-2861.876">7995 11644,'1'7,"1"0,-1 0,2-1,-1 1,1-1,0 0,0 1,1-1,-1-1,2 1,-1-1,0 1,1-1,0 0,0-1,1 1,-1-1,1 0,0 0,0-1,0 0,1 0,-1 0,1-1,-1 0,1 0,0-1,0 0,0 0,0 0,3-1,-2-1,0-1,1 0,-1-1,0 1,0-1,0-1,0 0,-1 0,1 0,-1-1,0 0,0 0,-1-1,0 0,0 0,0 0,-1-1,0 0,0 0,0 0,-1-1,0 0,-1 1,0-1,0-1,0 1,-1 0,-1-1,1-4,0 5,0 1,-1-1,0 1,0-1,-1 1,0-1,-1 1,1-1,-1 1,-1-1,1 1,-1 0,-1-1,1 1,-1 0,-1 0,1 1,-1-1,0 1,-1 0,1 0,-1 0,0 1,-1-1,1 1,-1 0,0 1,0-1,-1 1,1 1,-1-1,0 1,-4-1,1 3,-1 0,0 0,0 1,0 1,0-1,0 2,1 0,-1 0,1 1,-1 0,1 1,0 0,0 0,0 1,1 1,-1 0,2 0,-1 1,0 0,1 0,1 1,-1 0,1 0,1 1,-1-1,1 2,1-1,0 1,0 0,1 0,-3 10,-1 14</inkml:trace>
  <inkml:trace contextRef="#ctx0" brushRef="#br0" timeOffset="-2302.842">8529 9198,'79'450,"-16"-29,-18 2,-17 46,-26-200,-12 0,-28 144,18-255,22-173,1-10</inkml:trace>
  <inkml:trace contextRef="#ctx0" brushRef="#br0" timeOffset="-630.357">9198 10227,'16'0,"14"0,14 0,12-2,9-3,2-1,-1 1,-10 1,-14 2</inkml:trace>
  <inkml:trace contextRef="#ctx0" brushRef="#br0" timeOffset="-369.013">9225 10522,'22'0,"22"0,15 0,10 0,5 0,0 0,-14 0</inkml:trace>
  <inkml:trace contextRef="#ctx0" brushRef="#br1" timeOffset="41524.017">5455 9185,'-17'-26,"-1"0,-1 2,-2 0,0 2,-2 0,0 1,-1 2,-1 0,-1 1,0 2,-2 1,1 1,-2 1,0 2,0 1,-1 1,0 1,-1 2,0 1,1 1,-2 2,1 1,0 1,0 2,-10 3,-36 11,0 3,2 4,1 2,0 5,2 2,-1 5,32-17,1 1,1 2,1 2,1 2,2 1,1 1,1 2,1 2,-16 22,-6 22,3 3,4 1,3 2,4 3,4 0,4 3,2 3,12-32,2 0,2 0,3 2,3-1,3 1,2 0,3 1,3-1,3 0,2-1,3 0,2 0,3-1,3-1,15 30,-16-47,2-1,2-2,1 0,2-1,2-1,1-2,2-1,1-1,2-1,1-3,1 0,2-2,0-2,2-1,1-2,0-2,2-2,28 9,-22-12,0-3,1-1,0-2,1-3,0-1,-1-3,1-2,0-3,0-1,0-3,-1-1,0-3,-1-2,-1-2,0-2,32-18,-32 12,-2-3,0-1,-2-3,-2-1,0-2,-2-2,-2-1,-1-2,-2-1,-2-2,-2-2,-1 0,-2-2,-2-3,13-43,-4-2,-4-2,-4 0,-5-1,1-35,-5 35,-4-1,-5 0,-3 0,-6-1,-3 1,-4 0,-5 0,-14-44,17 93,-2 1,-2 1,-3 0,-1 1,-2 0,-3 2,-1 1,-1 0,-3 2,-2 2,-1 0,-1 2,-2 1,-2 2,-24-16,39 35,0 2,-1 0,-1 2,0 0,0 2,-1 0,0 2,0 0,-9 1,-43-5</inkml:trace>
  <inkml:trace contextRef="#ctx0" brushRef="#br0" timeOffset="-55843.889">28 1097,'10'24,"2"0,1 0,1-2,1 0,1 0,0-2,2 0,0 0,1-2,9 5,-19-15,0-1,0 0,1-1,0 0,1-1,-1 0,1 0,0-1,0-1,3 1,-10-3,1 0,-1-1,1 1,-1-1,1 0,-1 0,1-1,-1 1,1-1,-1 0,1 0,-1-1,0 1,0-1,0 0,0 0,0-1,0 1,0-1,-1 1,1-1,-1 0,0-1,0 1,0 0,0-1,0-1,3-6,0-1,-1 1,-1-1,0 0,-1-1,0 1,0 0,-2-1,1 0,-2 1,0-1,0 0,-1 1,-1-1,0 0,0 1,-1 0,-1 0,0 0,-1 0,0 0,-1 1,-1-2,6 12,1 0,0-1,-1 1,1 0,-1-1,1 1,-1 0,1-1,-1 1,0 0,0 0,0 0,0 0,0 0,0 0,0 0,0 0,0 0,0 0,-1 1,1-1,0 0,0 1,-1-1,1 1,0-1,-1 1,1 0,-1 0,1 0,0-1,-1 1,1 0,-1 1,1-1,-1 0,1 0,0 1,-1-1,1 0,0 1,-1 0,1 0,-2 4,0 1,1 0,0-1,0 1,1 1,-1-1,1 0,1 0,-1 0,1 0,0 2,2 52,2 0,2-1,4 1,10 35,-14-70,120 558,-116-494,-10-88,0 0,0 0,0 0,0 0,0 0,0 0,0 0,0 0,0 0,0 0,-1 0,1 0,0 0,-1 0,1 0,-1 0,1-1,-1 1,1 0,-1 0,0 0,1 0,-1-1,0 1,1 0,-1-1,0 1,0-1,0 1,0 0,0-1,0 0,0 1,0-1,0 0,0 1,0-1,0 0,0 0,0 0,0 0,0 0,0 0,0 0,0 0,0-1,0 1,0 0,0-1,0 1,0 0,0-1,0 1,0-1,1 1,-1-1,0 0,-20-13,1 0,0-2,2 0,0-2,0 0,-7-11,24 28,-17-18,2-1,0 0,1-1,1 0,1-2,1 1,-6-16,17 33,-1-1,1 1,1 0,-1 0,1-1,0 1,0 0,0-1,1 1,0 0,0 0,0 0,1-1,-1 1,1 0,1 1,-1-1,1 0,-1 1,1-1,1 1,-1 0,0 0,1 0,0 0,0 1,0 0,1 0,-1 0,1 0,-1 0,4 0,125-67,-64 40</inkml:trace>
  <inkml:trace contextRef="#ctx0" brushRef="#br0" timeOffset="-53788.835">736 1845,'22'-12,"0"1,0 1,1 0,1 2,-1 1,1 1,1 1,6 0,-29 4,1 1,-1-1,1 1,0 0,-1 0,1 0,0 0,-1 0,1 0,0 1,-1-1,1 1,-1 0,1-1,-1 1,1 1,-1-1,0 0,0 0,1 1,-1 0,0-1,0 1,0 0,0 0,-1 0,1 0,-1 0,1 0,-1 0,0 1,1-1,-1 1,0-1,-1 1,1-1,0 1,-1-1,1 1,-1 0,0-1,0 1,0 0,0-1,-1 2,-2 17,-2-1,0 0,-2 0,0 0,-1-1,-1 0,0-1,-2 0,-3 5,-9 17,-17 48,40-87,0 0,0 0,0-1,0 1,0 0,0 0,1 0,-1 0,0 0,1 0,-1 0,1-1,-1 1,1 0,-1 0,1-1,0 1,-1 0,1-1,0 1,-1-1,1 1,0 0,0-1,0 0,0 1,-1-1,1 0,0 1,0-1,0 0,0 0,0 0,0 1,0-1,0 0,0 0,0-1,0 1,-1 0,1 0,0 0,1-1,43-8,36-27,-42 13</inkml:trace>
  <inkml:trace contextRef="#ctx0" brushRef="#br0" timeOffset="-53555.186">1097 1324,'22'0,"20"0,13-3,9-2,3-1,-3-1,-11 0,-14 2</inkml:trace>
  <inkml:trace contextRef="#ctx0" brushRef="#br0" timeOffset="-53371.043">1284 1551,'22'5,"20"-2,16-4,9-8,-7-2</inkml:trace>
  <inkml:trace contextRef="#ctx0" brushRef="#br0" timeOffset="-20366.493">4346 5830,'56'297,"-4"85,-16 3,-18 1,-18 72,-16 5,16-447</inkml:trace>
  <inkml:trace contextRef="#ctx0" brushRef="#br0" timeOffset="-23288.479">562 6311,'-4'11,"-3"13,-1 14,-2 11,-1 10,-2 5,-2 4,0-1,2-5,2-9,3-12</inkml:trace>
  <inkml:trace contextRef="#ctx0" brushRef="#br0" timeOffset="-22917.905">388 6311,'10'1,"-1"1,0 0,0 0,-1 1,1 1,-1-1,1 1,-1 1,0-1,0 1,-1 1,7 5,-13-10,41 33,-2 3,-1 1,-2 1,-2 2,-2 2,-1 1,-3 1,11 25,-11-31,-28-39,-1-1,1 1,0 0,-1-1,1 1,0 0,-1-1,1 1,-1-1,1 1,-1-1,1 0,-1 1,1-1,-1 0,1 1,-1-1,0 0,1 1,-1-1,0 0,0 0,1 1,-1-1,0 0,0 0,0 1,0-1,0 0,0 0,0 1,-1-1,1 0,0 0,0-1,3-73,-4 0,-3 0,-12-60,-22-223,37 327,6 23,2 21,4 21,0 5</inkml:trace>
  <inkml:trace contextRef="#ctx0" brushRef="#br0" timeOffset="-22589.418">963 6671,'1'10,"-1"0,1-1,1 1,0-1,0 1,0-1,2 0,-1 0,1 0,0 0,2 1,-4-7,0 0,0 0,0 0,0 0,1 0,0 0,-1 0,1-1,0 0,0 1,0-1,1 0,-1-1,0 1,1 0,-1-1,1 0,0 0,-1 0,1 0,0-1,0 1,-1-1,1 0,0 0,0 0,0-1,-1 1,3-2,-2 1,1-1,-1 1,0-1,0-1,0 1,0 0,0-1,-1 0,1 0,-1 0,0 0,1-1,-2 1,1-1,0 0,-1 0,1 0,-1 0,0 0,-1 0,1 0,-1-1,1-1,1-4,-1-1,0 1,-1-1,1 0,-2 0,0 1,0-1,-1 0,-1-5,1 11,1 1,-1 0,0 0,0-1,-1 1,1 0,-1 0,0 0,0 0,0 1,0-1,-1 0,1 1,-1 0,0-1,0 1,-1 0,1 1,0-1,-1 0,0 1,1 0,-1 0,0 0,0 1,0-1,-1 1,1 0,0 0,0 0,-1 1,1-1,0 1,-1 0,1 0,-3 1,0 1,1 0,-1 1,1 0,0 0,0 1,0 0,0 0,0 0,1 0,0 1,0 0,0 0,1 0,-1 1,1 0,1 0,-1 0,1 0,0 0,0 1,1-1,0 1,0 0,0 0,1-1,0 1,1 0,-1 0,1 0,1 0,-1 0,2 3,7 21</inkml:trace>
  <inkml:trace contextRef="#ctx0" brushRef="#br0" timeOffset="-22089.719">1337 5989,'-1'2,"0"1,-1-1,1 1,0-1,0 1,0-1,1 1,-1-1,1 1,-1 0,1-1,0 1,0 0,0-1,0 1,1 0,-1-1,1 1,-1 5,43 388,-34-313,-1 1,3-2,4 0,4 3,7-18,-25-65,0 0,0 0,1 0,-1 0,0-1,1 1,-1 0,1-1,-1 1,1-1,0 1,-1-1,1 0,0 0,0 0,0 0,0 0,0 0,0-1,0 1,1-1,-1 1,0-1,0 0,0 1,1-1,-1-1,0 1,1 0,6-5,0 0,-1-1,1 0,-1 0,-1 0,1-1,-1-1,0 1,-1-1,0 0,0 0,-1-1,0 0,0 0,-1 0,1-5,7-9,-1-1,-2 0,0-1,-2 1,-1-2,0 1,-2-1,1-25,-6 51,1 1,-1-1,1 1,0-1,-1 1,1-1,-1 1,1-1,-1 1,1-1,-1 0,1 0,-1 1,1-1,-1 0,0 0,1 1,-1-1,1 0,-1 0,0 0,1 0,-1 0,0 0,1 0,-1 0,1 0,-1 0,0 0,1-1,-1 1,1 0,-1 0,0-1,1 1,-1 0,1-1,-1 1,1 0,-1-1,1 1,-1-1,1 1,0-1,-1 1,1-1,0 1,-1-1,1 1,0-1,0 1,-1-1,1 0,0 1,0-1,0 0,0 1,-6 11,1 0,1 0,0 1,0-1,1 1,1 0,0 0,0 1,2-1,-1 0,1 0,1 1,0-1,1 0,0 0,1 0,2 3,-2-6,1 0,0-1,1 0,-1 0,1 0,1-1,0 1,0-1,0-1,1 1,0-1,0 0,1-1,-1 0,1 0,1 0,-1-1,0 0,1-1,0 0,0 0,0-1,0 0,0-1,0 0,1 0,-1-1,0 0,1-1,-1 0,0 0,0-1,0 0,0-1,0 0,0 0,-1-1,0 0,3-2,19-15</inkml:trace>
  <inkml:trace contextRef="#ctx0" brushRef="#br0" timeOffset="-21825.913">1271 6283,'27'-2,"30"-1,29 2,27 2,15 3,-13 0</inkml:trace>
  <inkml:trace contextRef="#ctx0" brushRef="#br0" timeOffset="-21501.779">2073 6525,'0'-4,"1"0,0 0,0 0,0 0,1 1,-1-1,1 0,-1 1,1-1,1 1,-1 0,0 0,1-1,-1 1,1 1,0-1,0 0,0 1,1 0,-1-1,0 1,1 1,0-1,-1 0,1 1,0 0,0 0,-1 0,1 0,0 1,0-1,0 1,0 0,0 0,0 0,0 1,0 0,0-1,0 2,4 0,-1 1,0 0,0 1,0 0,0 0,0 0,-1 1,0 0,0 0,0 0,-1 1,0 0,0 0,0 0,-1 1,1 0,-2 0,1 0,-1 0,0 0,0 2,3 11,0 0,-1 1,-1-1,-1 1,-1 0,0 0,-2 10,-4 23,-2-1,-3 0,-2 0,-4 5,-27 163,40-212,1 0,0 0,1 1,0-1,0 0,1 0,0 1,0-1,1 0,0 0,1 0,0-1,1 1,0-1,0 1,0-1,1 0,1-1,-1 1,1-1,0 0,1-1,-1 1,2-1,-1-1,7 5,-2-4,0 0,1-1,0-1,0 0,1 0,-1-2,1 1,-1-2,1 0,0 0,0-2,-1 1,1-2,0 0,0 0,-10 1,0 0,-1 0,1 0,-1 0,1 0,-1-1,1 1,-1-1,0 0,0 0,0 0,0-1,0 1,0-1,-1 0,1 1,-1-1,0 0,0 0,0-1,0 1,0 0,-1-1,0 1,1-1,-1 1,0-1,-1 0,1 1,-1-1,1 0,-1 1,-1-1,1 0,0 0,-1 1,1-1,-8-23</inkml:trace>
  <inkml:trace contextRef="#ctx0" brushRef="#br0" timeOffset="-21234.417">2193 7032,'-16'-11,"-12"-11,-4-6,0-3,5 0,6 2,13 4,13 7,18 5,18 6,19 4,14 2,9 2,3 0,-5 0,-17 0</inkml:trace>
  <inkml:trace contextRef="#ctx0" brushRef="#br0" timeOffset="-19650.074">4760 6083,'2'16,"8"12,11 13,14 8,9 5,9 2,5 1,-2 0,-4 0,-8-7,-8-3,-11-9,-10-8,-6-8</inkml:trace>
  <inkml:trace contextRef="#ctx0" brushRef="#br0" timeOffset="-19464.526">5134 6190,'-21'14,"-13"13,-10 16,-6 14,-3 11,5 6,5 1,9-3,12-7,9-14</inkml:trace>
  <inkml:trace contextRef="#ctx0" brushRef="#br0" timeOffset="-18123.407">5441 6792,'-5'-22,"1"-1,0 1,2 0,1-1,0 1,2-1,1 0,0 1,2 0,1-5,14-13,-18 40,-1 0,1 0,0 0,0 0,-1 1,1-1,0 0,0 0,-1 1,1-1,0 1,-1-1,1 0,-1 1,1-1,-1 1,1-1,0 1,-1 0,0-1,1 1,-1-1,1 1,-1 0,0 0,1-1,-1 1,0 0,0-1,0 1,0 0,0 0,1-1,-1 1,0 0,-1 0,1-1,0 2,5 32,-1 0,-2 0,-1 1,-2 4,0 7,1 185,-1-167</inkml:trace>
  <inkml:trace contextRef="#ctx0" brushRef="#br0" timeOffset="-17701.574">4814 7407,'9'18,"9"15,12 9,9 6,7 5,5 1,3 2,-1-3,-5-3,-6-3,-8-3,-9-3,-10-5,-7-9</inkml:trace>
  <inkml:trace contextRef="#ctx0" brushRef="#br0" timeOffset="-17416.802">5267 7540,'-18'10,"-15"11,-9 14,-4 12,-1 10,3 6,5 4,6 0,8-3,10-8,6-12</inkml:trace>
  <inkml:trace contextRef="#ctx0" brushRef="#br0" timeOffset="-17153.519">5455 8008,'0'4,"0"0,0 0,0 0,1 0,-1 0,1 0,0 0,0 0,1-1,-1 1,1 0,0-1,0 1,0-1,0 1,0-1,1 0,0 0,-1 0,1-1,0 1,0-1,1 1,-1-1,0 0,1 0,0 0,-1-1,1 1,0-1,0 0,-1 0,1 0,0-1,0 1,0-1,0 0,2 0,5-1,0-1,0 1,-1-2,1 1,-1-1,0-1,0 0,0 0,-1-1,1-1,-1 1,0-1,0-1,-1 0,0 0,0 0,-1-1,0 0,0-1,-1 0,0 0,-1 0,0-1,0 1,-1-1,0 0,-1 0,1-3,-4 6,-1 0,0 0,0 1,0-1,0 0,-1 0,-1 1,1-1,-1 1,0 0,0 0,-1 0,0 0,0 0,0 1,0 0,-1-1,0 2,0-1,-1 1,1 0,-1 0,0 0,0 1,0 0,-1 0,1 0,-1 1,1 0,-1 0,0 1,0 0,0 0,0 0,1 1,-1 0,0 1,-6 0,2 0,1 1,-1-1,1 2,0-1,0 2,0-1,0 1,0 1,1-1,0 2,0-1,0 1,1 1,0 0,0 0,0 0,1 1,0 0,1 0,0 1,0 0,1 0,0 0,-2 6,-4 22</inkml:trace>
  <inkml:trace contextRef="#ctx0" brushRef="#br0" timeOffset="-15887.161">5923 5869,'47'352,"4"-94,2 14,16 243,-56-183,-9-144,21 119,-20-181,-8-145,1 2</inkml:trace>
  <inkml:trace contextRef="#ctx0" brushRef="#br0" timeOffset="-14713.99">6511 6805,'5'0,"8"0,8 2,11 1,8 0,9 2,5 0,2-1,1-1,-2-2,-6 0,-5 0,-5-1,-4 0,-7 0,-7-1</inkml:trace>
  <inkml:trace contextRef="#ctx0" brushRef="#br0" timeOffset="-14433.225">6671 7113,'16'2,"16"1,15 0,10-3,8-4,3-3,-1-1,-2 2,-8 1,-9 1,-10 4,-10 5,-7 1,-5-1,-5 0</inkml:trace>
  <inkml:trace contextRef="#ctx0" brushRef="#br0" timeOffset="-13728.507">7902 6364,'-50'155,"8"1,-20 145,42-203,4-5,34-267,5-45,41-163,-60 366,-3 8,0-1,1 1,1 1,-1-1,1 0,0 0,1 1,0 0,4-6,-6 12,-1 0,1 0,0 0,0 1,0-1,0 1,1-1,-1 1,0 0,0 0,0 0,0 0,0 0,0 1,0-1,0 0,0 1,0 0,0-1,0 1,0 0,0 0,0 0,-1 0,1 0,0 1,-1-1,1 1,-1-1,1 1,-1-1,0 1,1 0,-1-1,0 1,0 0,0 0,-1 0,1 0,26 39,-2 0,-2 2,-1 0,-3 2,-1 0,-3 1,-1 1,-2 4,23 88,-19-66,3-1,3-1,4-1,17 33,-21-66,-15-29</inkml:trace>
  <inkml:trace contextRef="#ctx0" brushRef="#br0" timeOffset="-13092.351">7621 6872,'4'-2,"11"-1,12 0,13 0,13 2,11-1,11 2,6 0,1 0,-3 0,-7 0,-10-2,-12-1,-13 0,-11 1,-11-2,-9 0</inkml:trace>
  <inkml:trace contextRef="#ctx0" brushRef="#br0" timeOffset="23137.935">7327 2381,'13'2,"14"1,16 0,15-3,8-2,2 0,-4 1,-12 2,-16 0</inkml:trace>
  <inkml:trace contextRef="#ctx0" brushRef="#br0" timeOffset="23386.28">7340 2688,'16'2,"16"1,17 0,16-1,10 0,-7-1</inkml:trace>
  <inkml:trace contextRef="#ctx0" brushRef="#br0" timeOffset="24759.069">9051 709,'-12'47,"3"0,1 1,3 0,1 0,3 34,1-60,-1 1194,9-67,-4-965,-8 1,-11 27,-22 35,16-123,6 1,4 0,6 37,6-148,0-8,-1 0,1-1,-1 1,-1-1,1 1,-1 0,0-1,0 1,0-1,-1 1,0-1,0 1,1-5,1-1,-1 1,1 0,-1-1,1 1,-1-1,0 1,1-1,-1 1,0-1,1 0,-1 1,0-1,0 0,1 0,-1 1,0-1,0 0,0 0,1 0,-1 0,0 0,0 0,0 0,1 0,-1 0,0 0,0 0,1-1,-1 1,0 0,0-1,1 1,-1 0,0-1,1 1,-1-1,0 1,1-1,-1 1,1-1,-1 0,1 1,-1-1,1 1,-1-1,1 0,0 0,-1 1,1-1,0 0,0 0,-1 1,1-1,0 0,0 0,0 0,0 1,0-1,0 0,-5-19</inkml:trace>
  <inkml:trace contextRef="#ctx0" brushRef="#br0" timeOffset="-48992.631">4827 548,'18'-4,"20"-2,21-2,19 0,15 2,7 1,-2 3,-18 0</inkml:trace>
  <inkml:trace contextRef="#ctx0" brushRef="#br0" timeOffset="-52927.859">2140 348,'155'966,"-73"-375,33 33,-83-479,19 82,6 110,-53-294</inkml:trace>
  <inkml:trace contextRef="#ctx0" brushRef="#br0" timeOffset="-52141.449">2554 842,'2'16,"6"12,5 11,8 5,5 4,4 1,5-1,0-2,-1-4,-1-3,-5-5,-5-7,-6-7</inkml:trace>
  <inkml:trace contextRef="#ctx0" brushRef="#br0" timeOffset="-51954.92">2768 923,'-16'9,"-10"10,-5 11,1 11,3 10,6 6,7 5,5-2,7-4,4-12</inkml:trace>
  <inkml:trace contextRef="#ctx0" brushRef="#br0" timeOffset="-51661.164">3009 1231,'2'-2,"0"1,0-1,1 1,-1 0,0 0,1 1,-1-1,1 0,-1 1,1-1,-1 1,1 0,0 0,-1 0,1 0,-1 0,1 1,-1-1,1 1,-1-1,1 1,-1 0,1 0,-1 0,0 0,0 1,1-1,-1 1,0-1,0 1,-1 0,1 0,0 0,0 0,-1 0,1 0,-1 0,0 0,0 1,0-1,0 0,0 2,0 9,-1 1,-1 0,-1 0,0-1,-1 1,0-1,-1 1,0-1,-1 0,0-1,-2 1,-1 8,0-2,5-13,0 0,0 1,0-1,1 1,0 0,0 0,1 0,0 0,0 0,1 0,0 0,0 2,3-6,-1 0,1 0,0-1,0 1,1-1,-1 0,0 0,1 0,-1 0,1-1,-1 1,1-1,0 0,0 0,0 0,0-1,-1 1,1-1,0 0,0 0,0 0,0-1,0 1,0-1,0 0,0 0,103-23,-53 6</inkml:trace>
  <inkml:trace contextRef="#ctx0" brushRef="#br0" timeOffset="-51228.207">3810 750,'18'20,"16"16,10 11,7 7,7 0,4-1,1-6,-3-6,-8-8,-10-9,-12-9</inkml:trace>
  <inkml:trace contextRef="#ctx0" brushRef="#br0" timeOffset="-50977.875">4158 802,'-7'21,"-7"17,-5 17,-4 12,-3 11,-1 3,3-11</inkml:trace>
  <inkml:trace contextRef="#ctx0" brushRef="#br0" timeOffset="-50760.038">4492 1284,'12'-18,"3"-11,-1-5,-2 2,-4 3,-3 9,-2 15,-2 15,-1 15,-1 14,3 10,0 6,3 0,2-5,1-8,0-12,0-10</inkml:trace>
  <inkml:trace contextRef="#ctx0" brushRef="#br0" timeOffset="-50495.196">3784 602,'-14'-9,"-2"-5,11-1,15 3,20 3,20 3,23 5,17 7,10 5,-10 1</inkml:trace>
  <inkml:trace contextRef="#ctx0" brushRef="#br0" timeOffset="-48066.889">2741 2675,'9'15,"12"16,14 10,13 8,8 7,5 2,1 0,-1-3,-7-2,-7-5,-12-5,-12-10</inkml:trace>
  <inkml:trace contextRef="#ctx0" brushRef="#br0" timeOffset="-47818.552">3116 2714,'-16'7,"-8"11,-1 14,0 16,5 12,6 13,5 7,4 4,4-13</inkml:trace>
  <inkml:trace contextRef="#ctx0" brushRef="#br0" timeOffset="-47566.664">3410 3156,'10'-9,"1"-1,0-1,1 2,1-1,0 2,0 0,1 0,7-2,-20 10,0-1,0 1,1 0,-1-1,0 1,0 0,1 0,-1-1,0 1,1 0,-1 0,0 1,0-1,1 0,-1 0,0 1,0-1,0 0,1 1,-1-1,0 1,0 0,0-1,0 1,0 0,0 0,0 0,0-1,0 1,0 0,-1 0,1 0,0 1,-1-1,1 0,-1 0,1 0,-1 0,1 1,-1-1,0 0,1 0,-1 1,0-1,0 0,0 0,0 1,0-1,0 0,-6 67,-97 239,102-305,0 1,0-1,1 0,-1 1,1-1,-1 1,1-1,0 1,0-1,0 1,1-1,-1 0,0 1,1-1,0 1,-1-1,1 0,0 1,0-1,0 0,1 0,-1 0,0 0,1 0,0 0,-1 0,1 0,0-1,0 1,0-1,0 1,0-1,0 0,0 1,0-1,1-1,-1 1,0 0,1 0,-1-1,1 1,-1-1,1 0,-1 0,1 0,-1 0,37-4,0-4</inkml:trace>
  <inkml:trace contextRef="#ctx0" brushRef="#br0" timeOffset="-49943.133">4934 750,'2'6,"5"12,9 14,10 11,13 9,10 5,6 2,6-3,-2-5,-3-8,-7-8,-9-11,-12-9</inkml:trace>
  <inkml:trace contextRef="#ctx0" brushRef="#br0" timeOffset="-49677.366">5281 722,'-16'9,"-9"15,-4 16,-1 16,3 13,3 10,6 2,6-2,4-6,5-17</inkml:trace>
  <inkml:trace contextRef="#ctx0" brushRef="#br0" timeOffset="-49242.964">5615 1203,'-2'6,"0"0,1 0,0-1,0 1,0 0,0 0,1 0,0 0,1 1,-1-1,1-1,0 1,1 0,-1 0,1 0,0-1,1 1,0-1,-1 1,1-1,1 0,-1 0,1-1,0 1,0-1,0 1,1-1,0-1,0 1,0-1,0 1,0-2,0 1,1 0,2 0,-1-1,1-1,1 1,-1-1,0-1,0 0,0 0,0 0,1-1,-1 0,0-1,0 0,0 0,-1 0,1-1,-1 0,1-1,-1 0,0 0,0-1,0 1,-1-1,0-1,0 1,0-1,-1 0,0-1,0 1,0-1,-1 0,0 0,0 0,-1-1,0 0,0 1,-1-1,1-5,-2 9,0 1,-1-1,1 0,-1 0,0 0,0 0,-1 0,1 0,-1 0,0 0,0 1,0-1,-1 0,1 1,-1-1,0 1,0-1,0 1,0 0,-1 0,1 0,-1 0,0 0,0 0,0 1,0 0,0-1,-1 1,0 0,-4-2,1 1,-1 0,-1 0,1 0,0 1,0 1,-1-1,1 2,-1-1,0 1,1 0,-1 1,-1 0,-13 4,1 0,0 2,0 1,1 0,0 2,0 0,1 1,0 2,-7 6,-13 9</inkml:trace>
  <inkml:trace contextRef="#ctx0" brushRef="#br0" timeOffset="-46088.298">2728 2514,'20'-5,"21"-1,17-2,14 0,13 0,11-2,4-1,2-3,-17 1</inkml:trace>
  <inkml:trace contextRef="#ctx0" brushRef="#br0" timeOffset="-45475.505">4372 2113,'-5'44,"2"1,1 0,3 0,2-1,2 1,1-1,3 0,1 0,6 10,-2 4,156 770,3-33,-139-653,-25-92</inkml:trace>
  <inkml:trace contextRef="#ctx0" brushRef="#br0" timeOffset="-44636.667">2634 3222,'0'5,"0"8,0 11,0 14,0 18,0 15,2 13,1 11,2 10,3 4,4 6,3 0,3-1,0-6,-2-21</inkml:trace>
  <inkml:trace contextRef="#ctx0" brushRef="#br0" timeOffset="-43779.186">4720 2327,'2'4,"8"9,8 9,12 7,8 8,8 4,4 5,4 1,-2 0,-4-2,-8-4,-11-4,-10-9</inkml:trace>
  <inkml:trace contextRef="#ctx0" brushRef="#br0" timeOffset="-43523.579">5108 2327,'-14'9,"-11"12,-8 14,-6 15,-2 9,-2 10,2 5,4 1,6-5,8-13</inkml:trace>
  <inkml:trace contextRef="#ctx0" brushRef="#br0" timeOffset="-43155.857">5348 2741,'2'-16,"4"-12,-1-6,3-4,-1 3,0 4,0 6,-1 9,-2 12,-2 15,-1 20,-1 16,0 14,2 7,3 4,3 1,-1-12</inkml:trace>
  <inkml:trace contextRef="#ctx0" brushRef="#br0" timeOffset="-40176.122">5134 3557,'0'13,"5"15,5 8,9 7,9 4,10 0,7-1,5-3,3-3,0-3,-5-4,-9-5,-8-5,-9-6</inkml:trace>
  <inkml:trace contextRef="#ctx0" brushRef="#br0" timeOffset="-39908.202">5481 3570,'-15'7,"-11"11,-5 12,-1 12,-1 8,4 7,2 2,5 1,7-3,6-9,4-13</inkml:trace>
  <inkml:trace contextRef="#ctx0" brushRef="#br0" timeOffset="-39634.297">5668 3958,'8'5,"-1"0,1-1,0 0,0-1,0 1,0-2,0 1,1-1,-1 0,1-1,0 0,0 0,-1-1,1 0,0 0,0-1,-1-1,1 1,-1-1,1-1,-1 1,0-1,0-1,0 0,0 0,0 0,-1-1,0 0,0-1,-1 1,1-1,-1-1,0 1,-1-1,1 0,-2 0,4-5,-6 7,0-1,0 1,0-1,-1 1,0-1,0 0,0 1,-1-1,1 0,-1 0,-1 1,1-1,-1 0,0 1,0-1,-1 0,0 1,0 0,0-1,0 1,-1 0,0 0,0 0,-1 0,1 1,-1 0,0-1,0 1,0 0,-1 1,1-1,-1 1,0 0,0 0,0 1,0-1,-1 1,0 0,-2-1,0 1,0 0,0 0,0 1,0 0,-1 1,1 0,0 0,0 1,-1 0,1 0,0 1,0 0,0 0,0 1,1 0,-1 0,1 1,0 0,0 0,0 1,0 0,1 0,0 0,0 1,0 0,1 0,-1 1,2 0,-1-1,1 2,0-1,0 0,1 1,0 0,1-1,-2 4,0 13</inkml:trace>
  <inkml:trace contextRef="#ctx0" brushRef="#br0" timeOffset="-38916.443">5683 1979,'16'17,"1"23,-1 0,-3 0,9 41,-15-53,238 941,-187-777,7-4,44 78,-26-54,-76-182</inkml:trace>
  <inkml:trace contextRef="#ctx0" brushRef="#br0" timeOffset="-37774.748">6404 108,'11'48,"48"396,-42-283,27 201,46 432,-33 30,-49 4,-8-709,5 1,5-1,5 0,6-1,5-2,32 90,11-38,-57-146,-12-22,0 0,-1-1,1 1,0 0,0-1,0 1,0 0,0 0,0-1,0 1,1 0,-1 0,0-1,0 1,0 0,0 0,0-1,0 1,0 0,0 0,1-1,-1 1,0 0,0 0,0 0,1-1,-1 1,0 0,0 0,0 0,1 0,-1-1,0 1,0 0,1 0,-1 0,0 0,0 0,1 0,-1 0,0 0,0 0,1 0,-1 0,0 0,1 0,-1 0,0 0,0 0,1 0,-1 0,0 0,0 0,1 1,-1-1,0 0,0 0,1 0,-1 0,0 1,0-1,0 0,2-17</inkml:trace>
  <inkml:trace contextRef="#ctx0" brushRef="#br1" timeOffset="37790.236">3771 67,'-9'0,"1"0,0 0,0 1,0 0,0 0,0 1,0 0,0 0,0 1,1 0,-1 0,1 1,0 0,0 0,0 1,0 0,1 0,0 0,0 1,0 0,1 0,0 1,-1 2,-13 25,3 2,1 0,1 1,2 0,2 1,2 0,1 1,2-1,1 1,2 0,2 11,2 315,-1-342,1 0,0-1,2 0,1 1,1-2,0 1,2-1,1 0,0 0,1-1,2 0,0-1,2 2,15 18,2-2,1 0,29 23,-42-46,2 0,0-2,0 0,1-2,1 0,-1-1,2-2,-1 0,1-2,0 0,0-2,18 1,203 2,-149-8,328-7,-369 6,1 1,-1 3,1 3,29 6,253 10,-290-15,-1-3,0-2,1-2,-1-2,40-9,-66 9,-12 3,0 0,0-1,0-1,-1 1,1-1,-1-1,0 1,0-2,7-4,41-29,-29 21,-1 0,-1-2,-1-1,0-2,-2 0,6-8,-21 18,-1 0,-1 0,0-1,-1 0,0 1,-1-2,-1 1,0 0,0 0,-1-1,-1 1,-1-1,0 1,0 0,-2-3,1-33,11-264,-14 282,-1 0,-2 0,-1 1,-2 1,-6-14,-16-46,-30-151,60 232,-1 1,0 0,-1 1,0-1,0 1,0-1,-1 2,1-1,-2 0,1 1,0 0,-1 1,0 0,0 0,0 0,-1 1,1 0,-1 0,0 1,0 0,0 0,-7 0,-64-18,-27-7,-1 4,-15 4,-245-17,229 22,0 6,-52 7,-231 42,391-41,-167 10,21 8,176-18,-1 0,0-1,0 1,0 0,1 0,-1 0,0 1,0-1,1 0,-1 0,0 0,0 0,1 1,-1-1,0 0,0 1,1-1,-1 1,1-1,-1 1,0-1,1 1,-1-1,1 1,-1-1,1 1,-1 0,1-1,-1 1,1 0,0-1,0 1,-1 0,1 0,0 0,-2 4</inkml:trace>
  <inkml:trace contextRef="#ctx0" brushRef="#br2" timeOffset="75586.098">4252 2153,'-58'66,"48"-57,1 1,0-1,0 2,1-1,0 2,1-1,0 1,0 2,-4 22,1 1,1 0,3 0,1 1,2-1,1 31,-1-15,-3 440,14-380,5 0,5 0,7 6,12 80,-26-133,6 43,5-1,9 13,86 195,-99-273,1 0,3-1,1-1,3-1,1-1,1-1,2-2,25 23,-29-32,1 0,1-1,1-2,1-1,1-1,1-2,0-1,2-2,0-1,1-1,1-3,0 0,21 2,243 23,-279-31,0-2,1-1,-1-1,1 0,-1-2,1 0,-1-1,1-2,-1 0,17-5,225-99,-155 59,-75 34,0-2,-1 0,0-3,-2 0,0-2,11-12,20-20,1 2,-3-3,-3-2,-2-3,1-6,-26 25,-2-1,-2-2,-2 0,-1-1,-3-1,-1-1,0-10,-10 14,-1 0,-2-1,-2 0,-2 0,-5-39,2 11,2-36,-5-1,-5 1,-5 0,-16-53,-115-421,129 509,-3 1,-3 0,-4 2,-2 1,-13-19,33 68,-1 2,0-1,-1 1,-1 1,0 0,-1 1,-1 0,-1 1,0 1,0 0,-1 1,-1 0,0 2,-1 0,-1 0,-49-16,-1 2,-1 4,-1 2,-1 4,0 3,-6 3,-287-20,292 23,-142 2,-241 57,399-43,0 3,1 2,0 3,2 2,-4 4,25-7,1 2,0 1,2 2,0 1,2 1,-23 26,1 1</inkml:trace>
  <inkml:trace contextRef="#ctx0" brushRef="#br2" timeOffset="77262.472">5977 5695,'-19'-25,"-2"1,0 1,-1 1,-1 1,-1 1,-1 1,-1 1,0 2,-1 0,-1 2,0 1,-1 1,-1 1,-2 1,-33 0,-1 3,1 3,-1 2,0 4,-38 6,-46 9,1 7,-94 29,111-19,1 6,-63 31,168-61,0 1,1 2,0 1,1 0,1 2,0 1,1 0,1 2,0 1,2 0,0 2,-6 12,2 2,2 1,1 1,1 0,3 1,1 1,2 1,2 0,1 0,2 5,-4 42,3 0,5 1,3-1,6 32,2-47,3-1,3 0,3-1,4-1,17 39,47 100,21 23,-104-230,20 44,2-1,2-1,2-1,2-2,2 0,1-2,2-1,7 2,1-2,2-2,1-2,2-1,1-3,1-2,2-2,0-3,2-1,0-3,2-2,44 7,64 0,114 1,-132-14,-116-9,26 5,0-3,0-1,0-4,0-1,0-3,0-3,23-7,-13-7,-1-2,-1-4,-2-2,-1-3,-1-2,10-11,-31 21,-2-2,-1-1,-1-2,-1-1,-2-2,-1-1,3-7,-8-2,-3-1,-1-1,-2-1,-2 0,-3-2,9-45,-6 29,-3 0,-3-1,-3 0,-3-1,-2 0,-4 0,-2 1,-11-61,-7 38,-3 2,-4 1,-4 1,-3 1,-4 2,-3 2,-4 2,-18-20,19 31,-2 2,-4 2,-1 3,-4 2,-1 2,-4 3,-1 3,-2 2,-62-33,102 66,0 1,-1 1,-1 1,1 1,-2 1,1 2,-1 0,0 2,-1 1,1 1,-1 2,1 0,-1 2,1 1,-1 1,1 2,0 0,0 2,1 1,0 1,-1 2,-49 35,15 2</inkml:trace>
  <inkml:trace contextRef="#ctx0" brushRef="#br2" timeOffset="78737.834">8370 6003,'-22'-14,"0"1,0 0,-2 2,1 1,-1 0,-1 2,1 1,-1 1,0 1,-1 1,0 1,1 2,-1 0,0 2,1 1,-1 0,1 2,-22 7,5 5,1 1,1 3,0 1,2 2,1 1,1 2,1 2,1 1,1 2,-27 34,32-34,1 0,2 2,2 1,1 1,1 0,2 2,2 0,1 1,2 1,2 1,1-1,2 2,2-1,2 1,1 0,3 0,1 1,2-1,1 0,6 18,3-7,2-1,3-1,1 0,3-2,2 0,2-1,2-2,2 0,2-2,2-2,1-1,2-1,2-2,2-2,27 19,-36-32,1-1,1-2,1-2,1-1,0-1,1-2,0-1,1-2,0-2,1-1,0-2,0-2,0-1,0-2,0-2,0-1,0-2,-1-2,0-1,0-2,31-12,-29 6,-1-1,-1-2,-1-2,0-1,-2-1,0-2,-2-2,-1-1,-1-1,25-32,-39 38,-1-1,-1-1,-2 0,0-1,-1 0,-2-1,-1 0,0-1,0-16,1-14,-3-1,-2 0,-3 0,-3-7,-3 9,-2 1,-2 1,-3-1,-2 2,-2 0,-3 0,-2 2,-2 1,-3 0,-1 2,-3 1,-2 2,-2 1,-2 1,-17-14,35 38,0 1,-1 1,-1 1,-1 1,0 1,-1 1,0 0,-1 2,-1 0,0 2,-1 1,1 1,-2 1,1 1,-1 1,0 1,0 1,0 2,0 1,0 1,0 1,0 1,0 1,-9 3,21-3,1 1,-1 0,1 1,0 1,1 0,0 0,0 2,0-1,1 1,0 1,1 0,0 0,1 1,0 0,0 1,1 0,-4 10,-5 20</inkml:trace>
  <inkml:trace contextRef="#ctx0" brushRef="#br1" timeOffset="45779.926">11257 829,'-14'0,"32"9,39 4,-1-3,1-2,11-2,-50-5,169 14,2-9,80-10,-249 3,-13 1,1 0,-1 0,0-1,1 0,-1 0,0-1,0 0,0 0,0-1,0 0,-7 3,0 1,-1-1,1 0,0 0,-1 0,1 1,0-1,-1 0,1 0,0 0,-1 0,1 1,0-1,-1 0,1 0,-1 0,1 0,0 0,-1 0,1 0,0 0,-1 0,1 0,-1 0,1-1,0 1,-1 0,1 0,0 0,-1 0,1-1,0 1,-1 0,1 0,0 0,-1-1,1 1,0 0,0-1,-1 1,1 0,0-1,0 1,0 0,0-1,-1 1,1 0,0-1,0 1,0 0,0-1,0 1,0-1,0 1,0 0,0-1,0 1,0-1,0 1,0 0,0-1,0 1,1-1,-21 4</inkml:trace>
  <inkml:trace contextRef="#ctx0" brushRef="#br1" timeOffset="44998.986">11524 1377,'-43'203,"8"-60,-43 106,68-224,17-60,171-579,-139 492,-39 122,0 1,0 0,0 0,1 0,-1-1,0 1,0 0,1-1,-1 1,1 0,-1 0,0-1,1 1,-1-1,1 1,0 0,-1-1,1 1,-1-1,1 0,0 1,-1-1,1 1,0-1,0 0,-1 1,1-1,0 0,0 0,-1 0,1 0,0 0,0 0,-1 0,1 0,0 0,0 0,0 0,-1 0,1 0,0 0,0-1,-1 1,1 0,0-1,-1 1,1-1,0 1,-1-1,1 1,0-1,-1 1,1-1,-1 1,1-1,-1 0,1 1,-1-1,0 0,1 1,-1-1,0 0,0 0,1 1,-1-1,0 0,27 52,-3 2,-2 1,-3 1,8 33,23 126,-34-133,4-1,3-1,12 23,-19-68,-3-10</inkml:trace>
  <inkml:trace contextRef="#ctx0" brushRef="#br1" timeOffset="45276.255">11323 1725,'25'-5,"25"-1,16 1,12 0,5 2,1 1,-8 1,-9 0,-15-1,-15-1</inkml:trace>
  <inkml:trace contextRef="#ctx0" brushRef="#br0" timeOffset="25689.749">9546 1364,'2'7,"6"6,5 9,10 9,10 8,9 8,6 6,2 5,1 5,-3 1,-6-5,-4-4,-8-8,-8-9,-8-9,-6-10</inkml:trace>
  <inkml:trace contextRef="#ctx0" brushRef="#br0" timeOffset="25936.087">9947 1377,'-18'-2,"-13"6,-8 9,-2 9,1 12,6 12,3 12,6 7,2 6,2 1,3-4,5-6,4-13</inkml:trace>
  <inkml:trace contextRef="#ctx0" brushRef="#br0" timeOffset="26367.972">10121 1791,'6'-6,"1"0,-1 0,1 1,0 0,1 0,-1 0,1 1,0 0,0 1,1 0,-1 0,1 1,-1 0,1 0,8 0,-14 2,-1 0,1 0,-1 0,1 1,-1-1,1 1,-1-1,1 1,-1 0,0 0,1 0,-1 1,0-1,0 0,0 1,0-1,0 1,0 0,0 0,-1-1,1 1,-1 0,1 1,-1-1,0 0,0 0,0 1,0-1,0 0,0 1,-1-1,1 1,0 1,0 3,-1 1,1-1,-1 1,0-1,-1 1,0-1,0 0,-1 0,1 1,-2-1,1 1,-9 13,0 0,-1 0,-1-1,-1 0,-1-1,-1-1,0 0,-53 69,67-87,1 1,0 0,0 0,0 0,0 0,0 0,0 0,0 0,0 1,0-1,0 0,0 0,1 1,-1-1,1 1,-1-1,1 0,-1 1,1-1,0 1,0-1,0 1,0-1,0 1,0-1,0 1,0-1,1 1,-1-1,0 0,1 1,-1-1,1 1,0-1,-1 0,1 1,0-1,0 0,0 0,0 0,0 0,0 0,0 0,0 0,0 0,1 0,0 0,15 3,1-1,-1 0,1-2,0 0,0-1,12-2,6 2,218 2,-214 8,-38-5,-7-2</inkml:trace>
  <inkml:trace contextRef="#ctx0" brushRef="#br1" timeOffset="44437.42">10869 1725,'-2'1,"0"1,1 0,-1 0,1 0,0 1,-1-1,1 0,0 0,0 1,1-1,-1 0,0 1,1-1,-1 1,1-1,0 1,0-1,0 1,0-1,0 1,1-1,-1 1,1-1,0 0,-1 1,1-1,0 0,0 1,1-1,-1 0,0 0,1 0,-1 0,1 0,0 0,-1-1,1 1,0 0,0-1,0 0,0 1,1-1,-1 0,0 0,0 0,1 0,0-1,0 0,-1 0,1 0,-1-1,1 1,0-1,-1 1,1-1,-1 0,1 0,-1 0,0-1,1 1,-1 0,0-1,0 1,0-1,0 0,0 0,0 0,-1 0,1 0,0 0,-1 0,0-1,0 1,1 0,-1-1,-1 1,1-1,0-2,1 2,-1-2,0 1,0 0,0 0,-1 0,0 0,1 0,-1-1,-1 1,1 0,-1 0,0 0,1 0,-2 0,1 0,0 0,-1 0,0 0,0 1,0-1,1 2,0 0,-1 1,1-1,0 0,-1 1,0-1,1 1,-1 0,0 0,1-1,-1 1,0 0,0 0,0 1,0-1,0 0,0 1,0-1,0 1,0 0,-1-1,1 1,0 0,0 0,0 1,0-1,0 0,0 1,0-1,0 1,-1 0,2-1,-1 1,0 0,0 0,0 0,0 1,1-1,-1 0,0 1,1-1,-1 1,1 0,0-1,0 1,-1 0,1 0,0 0,0-1,1 1,-1 1,-1 1,0-1,1 1,-1 0,1-1,0 1,0 0,1 0,-1 0,1 0,0 0,0 0,0 0,1-1,-1 1,1 0,0 0,0 0,0-1,0 1,1 0,0-1,-1 1,1-1,1 0,1 4,13 11</inkml:trace>
  <inkml:trace contextRef="#ctx0" brushRef="#br0" timeOffset="52452.055">12941 709,'-14'75,"4"1,3 0,3 0,3 1,4-1,3 0,6 15,21 122,55 430,-61-117,-25 133,-3-354,-11-29,-29 153,37-400,-7 231,-2 43,14 81,-6-410,-1 6</inkml:trace>
  <inkml:trace contextRef="#ctx0" brushRef="#br0" timeOffset="54599.336">9679 2982,'-2'0,"1"2,8 3,14 1,22 2,21-1,23-2,22-1,15-4,8-1,1-4,-6-1,-26 2</inkml:trace>
  <inkml:trace contextRef="#ctx0" brushRef="#br0" timeOffset="53586.672">9599 3422,'0'19,"5"12,5 10,11 8,11 4,8 4,8 2,3 0,1-3,1-5,-5-3,-6-7,-7-4,-10-7,-9-9</inkml:trace>
  <inkml:trace contextRef="#ctx0" brushRef="#br0" timeOffset="53833.138">10094 3503,'-19'2,"-12"8,-5 11,-4 12,0 10,3 13,3 9,3 6,2 5,1-1,6-2,6-8,6-10,5-14</inkml:trace>
  <inkml:trace contextRef="#ctx0" brushRef="#br0" timeOffset="54159.265">10241 3984,'13'-6,"0"0,1 1,-1 0,1 1,0 0,0 2,1-1,-1 2,1 0,-1 0,7 2,-19-1,1 0,-1 1,1-1,-1 1,1-1,-1 1,1 0,-1 0,0 0,0 0,1 0,-1 1,0-1,0 1,0-1,0 1,-1 0,1 0,0 0,-1 0,1 0,-1 0,0 0,0 0,0 1,0-1,0 0,0 1,0-1,-1 1,1-1,-1 1,0-1,0 1,0-1,0 1,0-1,-1 2,-31 93,-159 203,191-300,-2 2,0 1,0-1,1 0,-1 0,0 1,1-1,0 0,0 1,0 0,0-1,0 1,0 0,1-1,-1 1,1 0,0 0,-1-1,1 1,1 0,-1 0,0-1,1 1,-1 0,1 0,0-1,0 1,0-1,0 1,1-1,-1 1,1-1,-1 0,2 2,4-1,1-1,0 0,0 0,0 0,0-1,1 0,-1-1,0 0,0 0,0 0,1-1,-1-1,0 1,7-4,109-29,-68 14</inkml:trace>
  <inkml:trace contextRef="#ctx0" brushRef="#br0" timeOffset="55423.826">10883 3744,'1'6,"0"0,0 0,1 0,0 0,0 0,1 0,-1-1,1 1,0-1,1 0,-1 0,1 0,0 0,1 0,-1-1,1 0,0 0,0 0,0-1,0 1,0-1,1-1,0 1,-1-1,1 0,0 0,4 0,-9-1,1-1,-1 0,1 0,-1 0,1 0,0 0,-1-1,1 1,-1 0,1-1,-1 1,1-1,-1 1,0-1,1 0,-1 0,0 0,1 0,-1 0,0 0,0 0,0 0,0 0,0 0,0 0,0-1,0 1,-1 0,1-1,0 1,-1-1,1 1,-1-1,1 1,-1-1,0 1,0-1,0 1,0-1,0 1,0-1,0 0,0 1,0-1,-1 1,1-1,-1 1,1-1,-1 1,0 0,1-1,-1 1,0 0,0-1,0 1,0 0,0 0,0 0,0 0,-1 0,1 0,-4-3,0 1,1 0,-1 0,0 0,-1 0,1 1,0 0,-1 0,1 1,-1-1,1 1,-1 1,0-1,1 1,-1 0,0 0,0 0,1 1,-1 0,0 0,1 0,-1 1,1 0,0 0,-1 0,1 1,0 0,-2 1,-10 43,18-23</inkml:trace>
  <inkml:trace contextRef="#ctx0" brushRef="#br1" timeOffset="62269.562">11898 3450,'-273'624,"225"-474,46-138,6-17,7-20,20-67,-4-2,-4-1,2-38,51-193,-68 298,2-1,1 1,1 1,2 0,0 1,2 1,3-4,24-10,-42 38,0 0,0 0,1 0,-1 1,0-1,1 0,-1 1,1-1,-1 1,1 0,-1-1,1 1,-1 0,1 0,-1 0,1 0,-1 0,1 0,-1 0,1 1,-1-1,1 0,-1 1,1 0,-1-1,0 1,1 0,-1-1,0 1,1 0,-1 0,0 0,0 0,0 0,0 1,7 11,-1 1,0 0,-1 0,0 0,-2 1,0-1,0 1,-1 0,0 10,0-7,35 217,-24-131,3 0,6-1,4 0,4-3,4 0,-20-70,-4-8</inkml:trace>
  <inkml:trace contextRef="#ctx0" brushRef="#br1" timeOffset="62520.814">11564 3824,'25'-3,"27"0,26-2,22-2,13-3,4 1,-7 1,-20 3,-25 2</inkml:trace>
  <inkml:trace contextRef="#ctx0" brushRef="#br2" timeOffset="81218.378">12366 2888,'0'-4,"0"0,-1 1,1-1,-1 1,0-1,0 0,0 1,-1 0,1-1,-1 1,0 0,0 0,0-1,0 2,-1-1,1 0,-1 0,1 1,-1-1,0 1,0 0,0 0,0 0,-1 0,1 1,0-1,-1 1,1 0,-1 0,0 0,1 1,-1-1,0 1,-129-5,97 2,1 1,-1 2,1 2,-1 1,1 2,0 1,0 1,1 3,0 0,1 3,0 0,1 2,0 2,1 1,1 1,1 1,1 2,1 1,-24 26,28-19,1 1,1 1,2 1,1 0,2 2,2 0,0 0,3 2,1-1,2 1,-1 14,-7 76,5 1,7 90,3-161,-1 39,-3-2,5 1,3-1,5 0,4 0,19 71,-27-145,2-1,0 1,1-1,0 0,2-1,0 0,2 0,0-1,0 0,2-1,0 0,0-1,2-1,0 0,0-1,2-1,-1 0,1-1,1-1,14 0,0-1,1-2,0-1,0-2,0-1,0-2,0-1,1-1,-1-2,0-2,0-1,21-7,3 1,-1-4,-1-1,-1-3,0-3,-2-1,17-13,-38 18,0-1,-2-2,0-1,-1-1,-2-1,0-1,-2-2,-1 0,-1-1,11-22,-9 3,-2 0,-2-2,-3 0,-2-1,-1-1,-4 0,-1-1,-3 0,-2 0,-2 0,-3 0,-7-49,3 49,-2 1,-2 0,-3 1,-2 0,-2 1,-2 1,-3 0,-1 2,-3 0,-1 2,-3 0,-1 2,-2 2,-2 1,-2 1,-2 2,-8-5,22 24,-1 0,-1 2,0 1,-1 1,0 1,-1 2,-1 1,1 1,-2 1,1 1,-1 2,-1 1,-19 1,0 2,1 2,-23 4,-142 25</inkml:trace>
  <inkml:trace contextRef="#ctx0" brushRef="#br0" timeOffset="93130.264">13609 2621,'16'0,"17"0,16 0,11 0,7 0,1 2,-4 3,-8 4,-12 1,-14 0</inkml:trace>
  <inkml:trace contextRef="#ctx0" brushRef="#br0" timeOffset="93397.865">13650 2928,'13'14,"19"4,19 2,20-3,15-5,10-5,-12-5</inkml:trace>
  <inkml:trace contextRef="#ctx0" brushRef="#br0" timeOffset="93715.553">14987 2259,'13'21,"14"20,14 14,11 15,10 8,11 5,5 1,1 1,-2-3,-6-4,-10-9,-14-9,-14-7,-13-12,-9-11</inkml:trace>
  <inkml:trace contextRef="#ctx0" brushRef="#br0" timeOffset="93995.173">15575 2313,'-16'-2,"-8"8,-6 12,-5 17,-3 21,-5 16,-6 17,-6 11,-3 5,2 0,6-9,9-11,11-20</inkml:trace>
  <inkml:trace contextRef="#ctx0" brushRef="#br0" timeOffset="94876.971">16109 2660,'-11'-3,"8"1,0 0,0 1,-1-1,1 1,-1 0,1 0,-1 0,0 0,0 0,1 1,-1-1,0 1,0 0,1 1,-1-1,0 1,0-1,1 1,-1 0,1 0,-1 1,1-1,-1 1,1-1,0 1,-1 0,1 1,0-1,1 0,-1 1,0 0,1 0,-2 1,-1 12,0 0,2 0,-1 0,2 0,0 0,1 1,1-1,1 1,0-1,1 1,3 12,0 1,0 0,3-1,0 0,2 0,1-1,1-1,2 1,6 8,-13-25,0 0,0-1,1 0,0 0,1-1,0 0,1 0,0-1,0 0,0-1,1 0,1-1,-1 0,1-1,0 0,0-1,0 0,0-1,1 0,12 0,-13-3,0 0,-1-1,1-1,-1 0,1-1,-1 0,0 0,0-1,0-1,0 0,-1 0,0-1,0-1,0 0,-1 0,0 0,0-1,-1-1,0 1,-1-1,0-1,0 1,-1-1,0-1,0 1,-2-1,1 1,-1-2,-1 1,0 0,0-1,-1 1,-1-1,0-2,1-9,-1 0,-1 0,-1 1,-1-1,-1 0,-1 1,-1-1,-1 1,-1 0,-1 1,-1 0,-1 0,0 1,-2 0,0 1,-2 0,0 1,0 1,-2 0,-1 0,10 10,-1 0,0 0,-1 1,1 0,-1 1,0 0,-1 0,1 1,-1 0,0 0,0 2,0-1,0 1,-1 0,1 1,-1 0,1 1,-1 0,1 1,0 0,-1 1,1 0,0 0,0 1,0 0,0 1,0 0,1 1,0 0,0 0,-4 4,2 1,1 1,0 0,0 1,1 0,1 0,0 1,0 0,2 1,-1 0,2 0,0 0,0 0,2 1,0 0,0 0,2 0,-1 0,2 2,-1 48</inkml:trace>
  <inkml:trace contextRef="#ctx0" brushRef="#br0" timeOffset="95590.565">16952 2474,'23'251,"-10"-84,-8 112,-11-233,1-50,-8-88,12 67,-4-72,3 0,5-1,4 1,19-87,-25 172,1 1,0 0,1 0,0 0,1 1,0-1,0 1,1 0,1 0,0 0,0 1,1 0,0 0,0 1,1 0,7-6,-11 12,1 0,0 1,0-1,0 1,0 0,0 0,0 1,0-1,0 1,0 1,0-1,1 1,-1-1,0 1,0 1,-1-1,1 1,0 0,0 0,-1 0,3 2,88 61,-78-52,-2 0,1 1,-2 1,0 0,0 1,-2 0,0 1,-1 1,0-1,-2 2,6 14,-14-29,0-1,0 0,0 0,-1 0,0 1,0-1,0 0,0 0,0 1,-1-1,1 0,-1 0,0 1,0-1,0 0,0 0,-1 0,1 0,-1-1,0 1,1 0,-2-1,1 1,0-1,0 1,-1-1,1 0,-1 0,1 0,-1-1,0 1,0 0,-3 0,-107 31,-63-14,174-19,0 0,0 1,0-1,0 0,0 1,1-1,-1 1,0-1,0 1,0 0,1 0,-1 0,0 0,1 0,-1 0,1 0,-1 1,1-1,0 0,-1 1,1-1,0 1,0 0,0-1,0 1,1 0,-1 0,0-1,1 1,-1 0,1 0,-1 0,1 0,0 0,0 0,0 0,0-1,0 1,0 0,1 0,-1 0,1 0,-1 0,1 0,0-1,-1 1,1 0,0 0,0-1,9 16,1-1,0 0,1 0,1-1,0-1,1-1,1 1,0-2,0 0,17 8,14 9,1-3,2-2,1-2,0-2,2-2,0-3,43 7,-5-4</inkml:trace>
  <inkml:trace contextRef="#ctx0" brushRef="#br0" timeOffset="99057.041">21189 2955,'3'13,"4"12,7 8,7 8,4 4,1 3,-4 2,-11 5,-16 4,-20 3,-23 0,-3-10</inkml:trace>
  <inkml:trace contextRef="#ctx0" brushRef="#br0" timeOffset="100478.178">23449 1618,'7'20,"11"21,14 24,15 21,16 21,10 19,5 16,-5 12,-12 8,-21 4,-31 3,-37 1,-42-2,-45 1,-41-5,5-29</inkml:trace>
  <inkml:trace contextRef="#ctx0" brushRef="#br0" timeOffset="99848.915">22339 2407,'-188'582,"179"-565,20-57,118-295,60-201,-165 473,-24 62,0 1,0 0,1-1,-1 1,0-1,0 1,0 0,0-1,0 1,1 0,-1-1,0 1,0 0,1-1,-1 1,0 0,0 0,1-1,-1 1,0 0,1 0,-1-1,0 1,1 0,-1 0,0 0,1 0,-1 0,1-1,-1 1,0 0,1 0,-1 0,0 0,1 0,-1 0,1 0,-1 0,0 0,1 1,-1-1,1 0,-1 0,0 0,1 0,-1 1,0-1,1 0,-1 0,0 0,1 1,-1-1,0 0,0 1,1-1,-1 0,0 1,11 23,-10-22,89 343,-45-179,-13-55,-5 1,6 71,-31-173,-6 56,-2-57</inkml:trace>
  <inkml:trace contextRef="#ctx0" brushRef="#br0" timeOffset="100130.003">22179 2701,'0'-2,"11"-1,18 2,24 2,23 0,20-2,16-1,7-2,-3-3,-7-3,-16-1,-23 0</inkml:trace>
  <inkml:trace contextRef="#ctx0" brushRef="#br0" timeOffset="96127.792">18850 1778,'-16'12,"-16"12,-13 16,-7 19,-1 21,1 21,7 23,11 20,12 15,18 8,22 1,21-9,19-10,19-12,12-16,2-17,-5-18,-17-22</inkml:trace>
  <inkml:trace contextRef="#ctx0" brushRef="#br0" timeOffset="97501.794">19225 2501,'-5'6,"4"10,5 11,10 10,12 10,9 6,12 5,5 3,7 1,1 0,-2-4,-7-5,-9-7,-13-7,-10-10</inkml:trace>
  <inkml:trace contextRef="#ctx0" brushRef="#br0" timeOffset="97756.169">19612 2527,'-14'-2,"-8"-1,-6 2,0 9,0 11,3 15,3 14,0 16,1 12,-2 9,-1 7,1-2,2-4,6-8,4-17</inkml:trace>
  <inkml:trace contextRef="#ctx0" brushRef="#br0" timeOffset="98141.116">19893 3049,'8'-5,"1"1,0 0,0 1,0 0,0 0,0 1,1 0,-1 0,1 1,-1 1,1 0,0 0,-1 1,1 0,-1 0,0 1,1 1,-1-1,0 1,0 1,0 0,-1 0,2 1,-8-2,1 0,-1-1,1 1,-1 0,0 0,0 1,0-1,-1 0,1 1,-1-1,0 1,0-1,0 1,0-1,0 1,-1 0,0-1,0 1,0 0,0-1,0 1,-1 0,0-1,1 1,-1 0,-1-1,1 1,0-1,-1 0,-1 3,-67 94,68-98,-33 37,-49 68,83-106,1 0,-1 0,0 1,0-1,1 0,-1 1,1-1,-1 1,1-1,-1 0,1 1,0-1,0 1,0-1,0 1,0-1,0 1,0-1,0 1,1-1,-1 0,0 1,1-1,0 1,-1-1,1 0,0 1,-1-1,1 0,0 0,0 0,0 0,0 0,0 0,0 0,0 0,1 0,-1 0,1 0,60 16,-18-14,0-1,-1-3,1-1,4-3,30-4</inkml:trace>
  <inkml:trace contextRef="#ctx0" brushRef="#br0" timeOffset="108157.479">15882 5415,'-1'-104,"-2"41,3-1,3 1,2-1,4 1,4-11,-12 70,-1 0,1 0,0 0,0 0,0 0,0 0,1 1,-1-1,1 1,0-1,0 1,1 0,-1-1,1 1,-1 0,1 1,0-1,0 0,0 1,0 0,1 0,-1 0,1 0,-1 0,1 1,0-1,0 1,1 0,241 11,780-1,160-12,384-64,249-10,-1353 56,1533-42,-599 43,761 0,-587 71,-1282-37,714 59,-926-63,-82-9,1-1</inkml:trace>
  <inkml:trace contextRef="#ctx0" brushRef="#br0" timeOffset="110076.484">16818 6457,'2'12,"6"12,8 11,10 12,8 9,7 8,3 5,2 2,-4-2,-5-4,-6-5,-5-10,-7-9,-7-11,-5-10</inkml:trace>
  <inkml:trace contextRef="#ctx0" brushRef="#br0" timeOffset="110341.781">17179 6444,'-13'25,"-12"24,-9 20,-6 14,-7 9,-4 4,0 0,2-5,9-18</inkml:trace>
  <inkml:trace contextRef="#ctx0" brushRef="#br0" timeOffset="110635.643">17420 7206,'22'-61,"-3"0,-3-1,7-55,-2 14,-14 89,-1 35,21 386,-24-324,-1-11</inkml:trace>
  <inkml:trace contextRef="#ctx0" brushRef="#br0" timeOffset="111594.938">16725 8195,'2'7,"5"11,9 12,10 12,13 11,10 6,6 9,3 2,-1 2,-6 0,-10-4,-9-4,-10-3,-9-9,-7-12</inkml:trace>
  <inkml:trace contextRef="#ctx0" brushRef="#br0" timeOffset="111829.447">17233 8208,'-21'5,"-13"8,-10 11,-7 13,-3 13,-3 13,3 8,3 7,4 3,7 1,8-1,10-8,9-16</inkml:trace>
  <inkml:trace contextRef="#ctx0" brushRef="#br0" timeOffset="112126.945">17313 8970,'0'7,"0"-1,0 0,1 0,-1 0,1 0,1 0,-1 0,1 0,1 0,-1 0,1-1,-1 1,2-1,-1 0,1 0,-1 0,1 0,1 0,-1-1,1 0,-1 0,1 0,4 2,6 1,0 0,1-1,0 0,0-1,0-1,0 0,1-2,0 0,-1 0,1-2,0 0,0-1,-1 0,1-2,-1 0,1-1,-1 0,0-1,1-2,-11 5,1 0,-1 0,0-1,0 0,0 0,0 0,0-1,-1 0,1 0,-1-1,0 1,0-1,-1 0,0 0,1-1,-2 0,1 1,-1-1,0 0,0-1,0 1,-1 0,0-1,0 1,-1-1,0 0,0 1,-1-1,1 0,-1 0,-1 0,1 1,-1-1,-1-2,-2 1,1 0,-2 0,1 0,-1 0,0 1,-1 0,0 0,0 0,0 1,-1-1,0 2,0-1,0 1,-1 0,0 1,0-1,0 2,0-1,-5 0,-4-2,0 1,0 1,0 1,-1 0,1 1,-1 1,0 1,0 0,-10 2,18-1,0 0,1 1,-1 0,0 0,1 1,-1 0,1 1,0 0,0 1,0-1,0 2,1-1,0 1,0 1,1-1,0 1,0 0,0 1,1 0,-2 3,-4 18</inkml:trace>
  <inkml:trace contextRef="#ctx0" brushRef="#br0" timeOffset="112990.642">17995 7086,'235'-1,"283"1,240 42,-456-16,-268-32,-35 5,1 0,-1 1,1-1,-1 0,0 1,1-1,-1 1,0-1,1 1,-1-1,0 1,0 0,0-1,1 1,-1 0,0 0,0-1,0 1,0 0,0 0,1 0,-1 0,0 0,0 0,0 0,0 0,0 1,1-1,-1 0,0 0,0 1,0-1,1 1,-1-1,-21 6</inkml:trace>
  <inkml:trace contextRef="#ctx0" brushRef="#br0" timeOffset="113751.728">18315 8463,'20'5,"1"0,-1-1,1-2,0 0,17-1,-11 0,266 2,48-16,-126 3,680-4,-894 15,-10-1</inkml:trace>
  <inkml:trace contextRef="#ctx0" brushRef="#br0" timeOffset="114614.651">19706 7126,'2'0,"6"0,5 0,8 0,9 0,11-2,10-1,10 0,8 1,6 0,2 1,-4 1,-7-1,-10 4,-12 0,-12 0,-11-1</inkml:trace>
  <inkml:trace contextRef="#ctx0" brushRef="#br0" timeOffset="115124.893">20281 6484,'36'59,"3"-2,37 43,-42-58,31 41,36 43,-5 4,-6 4,9 31,-74-113,-3 1,-2 2,-2 0,-2 1,-3 0,-3 1,-2 0,-2 1,-3 0,-3 0,-2 0,-2-1,-3 1,-4 5,-6 22,-4-1,-3-2,-4 0,-4-1,-3-3,-3 0,-4-3,-3-1,-3-2,-19 17,45-59,-2-2,-1-1,-2-1,0-1,-1-1,-23 14,-17-7,66-30,0 0,0-1,0 0,0 1,0-1,0 0,0 0,0 0,0 0,0 0,0 0,0-1,1 1,-1-1,0 0,0 1,0-1,0 0,1 0,-1 0,0 0,1 0,-1 0,1-1,-1 1,1 0,0-1,-1 0,1 1,0-1,0 1,0-1,0 0,0-1,-7-28,5-2</inkml:trace>
  <inkml:trace contextRef="#ctx0" brushRef="#br0" timeOffset="116235.416">20494 6564,'267'65,"-105"-29,7 7,-1 7,-3 8,-3 7,-3 6,-3 8,-3 6,17 21,-93-55,-2 4,-3 2,-2 4,-3 2,-3 4,36 48,-23 0,-78-115,1 0,0 0,0 0,0 0,0 0,0 1,-1-1,1 0,0 0,0 0,0 0,0 0,0 0,0 1,0-1,0 0,0 0,0 0,0 0,0 1,0-1,-1 0,1 0,0 0,0 0,0 0,0 1,1-1,-1 0,0 0,0 0,0 0,0 1,-10-7</inkml:trace>
  <inkml:trace contextRef="#ctx0" brushRef="#br0" timeOffset="118328.499">20455 9238,'97'-5,"0"-5,-1-3,0-5,-1-4,-2-4,36-18,53-29,-3-9,-4-7,46-38,0 2,232-118,-436 234,-1-1,1 0,-2-1,1-1,-2 0,1-1,-2-1,0 0,0-1,-2 0,0-1,2-5,41-122,-16 107,-11 18,-21 12,0-1,0 0,0 0,-1-1,-1 1,1-1,-1 0,0 0,-1-1,0 1,0-1,-1 0,0 0,-3 7,0 0,0 1,0-1,0 0,-1 1,1-1,0 0,-1 1,1 0,-1-1,0 1,1 0,-1 0,0 0,0 0,0 0,0 0,0 0,0 1,0-1,0 1,0-1,0 1,0 0,0 0,0 0,0 0,0 0,0 1,0-1,0 0,0 1,0 0,0-1,-1 1,-5 0,-32 0,188 16,-32 1,121-11,0-10,147-25,-79 6,93 2,197 21,-120 28,-418-29,-46-2</inkml:trace>
  <inkml:trace contextRef="#ctx0" brushRef="#br0" timeOffset="119403.168">24090 6845,'-93'457,"89"-433,20-64,46-202,7-101,-46 240,-23 102,1 1,-1 0,0 0,1-1,-1 1,1 0,-1 0,0 0,1 0,-1-1,1 1,-1 0,1 0,-1 0,1 0,-1 0,1 0,-1 0,0 0,1 1,-1-1,1 0,-1 0,1 0,-1 0,0 0,1 1,-1-1,1 0,-1 1,0-1,1 0,-1 0,0 1,1-1,-1 0,0 1,0-1,1 1,-1-1,0 0,0 1,0-1,1 1,-1-1,0 1,0-1,0 1,0-1,0 0,0 1,0 0,1 0,96 188,-69-141,-2 1,-3 2,-1 1,-3 0,-2 1,-3 1,-2 1,5 54,-18 31,3-116,1-21</inkml:trace>
  <inkml:trace contextRef="#ctx0" brushRef="#br0" timeOffset="119826.07">23890 7086,'416'-29,"-359"26,365-7,-506 27,61-12</inkml:trace>
  <inkml:trace contextRef="#ctx0" brushRef="#br0" timeOffset="124620.228">17032 10910,'9'18,"12"15,12 11,9 10,7 4,4 4,-3 3,-3-1,-4-2,-8-2,-8-8,-5-7,-7-12</inkml:trace>
  <inkml:trace contextRef="#ctx0" brushRef="#br0" timeOffset="124820.219">17527 10829,'-16'-5,"-10"6,-9 14,-6 18,-3 17,0 18,-2 15,0 13,0 8,0 1,1-2,7-20</inkml:trace>
  <inkml:trace contextRef="#ctx0" brushRef="#br0" timeOffset="125348.356">17727 11417,'29'-8,"1"0,0 3,0 0,1 2,-1 1,1 2,8 1,-34-1,0-1,1 1,-1 0,0 1,0-1,0 1,0 0,0 0,0 1,0-1,0 1,0 0,-1 1,1-1,-1 1,1 0,-1 0,0 0,0 0,0 1,-1 0,1 0,-1 0,0 0,0 0,-1 0,1 1,-1 0,0-1,0 1,0 0,-1 0,1 0,-1 0,-1 0,1 4,-6 10,-1 0,0-1,-2 0,0-1,-1 1,-1-2,0 1,-1-1,-1-1,-1 0,0-1,-10 9,11-10,-107 128,118-141,0 1,0 0,0 0,0 0,0 0,1 0,-1 0,0 0,0 1,1-1,-1 0,1 0,-1 0,1 1,0-1,-1 0,1 0,0 1,0-1,0 0,0 1,0-1,0 0,0 1,0-1,0 0,1 1,-1-1,1 0,-1 0,1 1,-1-1,1 0,0 0,-1 0,1 0,0 0,0 0,0 0,0 0,0 0,0 0,0-1,0 1,0 0,0-1,1 1,-1 0,0-1,0 0,1 1,-1-1,0 0,1 0,-1 1,0-1,1 0,-1 0,0-1,0 1,1 0,-1 0,0-1,1 1,33 0,0-1,0-1,0-2,0-2,15-5,-11 3,238-51,-144 30</inkml:trace>
  <inkml:trace contextRef="#ctx0" brushRef="#br0" timeOffset="127635.159">18837 11204,'111'6,"0"-5,0-4,47-11,110-3,490-20,-98 20,-478 16,593-31,-484 16,166-2,-243 1,0 9,51 12,257 4,-391-8,-130 0,1 0,-1 1,0-1,1 0,-1 0,1 0,-1 0,0-1,1 1,-1 0,0 0,1-1,-1 1,0-1,1 1,-1-1,0 0,0 0,0 1,1-1,-1 0,0 0,0 0,0 0,-1 0,1 0,0 0,0 0,0-1,-1 1,1 0,-1 0,1-1,-1 1,1 0,-1-1,0 1,0-1,0 1,0 0,0-1,-20-106,-75-449,-83-74,164 549,4 0,3-1,4 0,7-69,-2 7,-9 60,4 68,1 0,1-1,0 1,2-1,0 0,0 1,2-2,21-114,-22 129,0-1,1 1,0-1,-1 1,2 0,-1 0,0 1,1-1,0 0,-1 1,1 0,1 0,-1 0,0 1,1-1,-1 1,1 0,0 0,1 0,100-19,194 14,-201 8,172-2,10-13,418-69,-505 62,2 9,26 9,-211 3,61-10,-61-7,-11 8</inkml:trace>
  <inkml:trace contextRef="#ctx0" brushRef="#br0" timeOffset="128377.758">25681 7808,'18'2,"13"1,11 0,9 0,7-4,5-1,1 0,2-3,-3 0,-4 1,-6 1,-7 1,-9 1,-9 0,-6-1,-8-3,-5-1</inkml:trace>
  <inkml:trace contextRef="#ctx0" brushRef="#br0" timeOffset="128804.911">26230 7219,'39'53,"3"-1,40 38,-21-25,-7-3,-3 1,-2 2,-3 3,18 40,-43-70,-3 2,-1 0,-2 1,-2 1,-1 0,-2 1,-3 0,-1 0,-1 15,-6-14,-1-1,-3 0,-1 0,-2-1,-2 0,-2 0,-2-1,-1-1,-2 0,-2-1,-2-1,-1-1,-2-1,-1-1,-2-1,-1-2,-2 0,-1-2,-1-1,-2-2,-5 2,13-8,-1-1,-1-2,0 0,-1-2,-1-1,-19 6,48-21,0 1,0 0,0 0,0-1,-1 1,1-1,0 1,0-1,-1 1,1-1,0 0,-1 1,1-1,0 0,-1 0,1 0,0 0,-1-1,1 1,0 0,-1 0,1-1,0 1,-1-1,1 1,0-1,0 1,0-1,-1 0,1 0,0 0,0 0,0 1,0-1,0 0,1-1,-2 0,3-18</inkml:trace>
  <inkml:trace contextRef="#ctx0" brushRef="#br0" timeOffset="129613.015">26591 7300,'37'24,"294"200,-298-198,-1 1,-2 1,-1 2,-1 1,-1 1,-2 1,-1 1,-2 1,-2 2,-1 0,-1 1,-3 0,3 11,-9-8,-1 0,-2 1,-2-1,-2 1,-2 0,-1 0,-2 0,-2-1,-2 0,-2 0,-1 0,-3-1,-8 19,-12 20,-4-1,-2-1,-5-3,-2-1,-3-3,-8 4,15-21,-3-2,-40 37,63-73,22-14,0-1,0 0,0 0,-1 0,1 0,0 1,-1-1,1 0,0 0,0 0,-1 0,1 0,0 0,-1 0,1 0,0 0,-1 0,1 0,0 0,-1 0,1 0,0 0,-1 0,1 0,0 0,0 0,-1 0,1 0,0-1,-1 1,1 0,0 0,0 0,-1-1,1 1,0 0,0 0,0 0,-1-1,1 1,0 0,0-1,0 1,0 0,0 0,-1-1,1 1,0 0,0-1,0 1,0 0,0-1,0 1,0 0,0-1,0 1,0 0,0 0,0-1,0 1,1 0,-1-1,0 1,0 0,0-1,0 1,4-16</inkml:trace>
  <inkml:trace contextRef="#ctx0" brushRef="#br0" timeOffset="130504.139">26831 7367,'25'-5,"162"28,76 23,-245-42,133 27,-1 6,-3 6,-1 7,-3 7,-2 5,29 24,-127-63,-1 2,-1 2,-1 2,-1 1,-2 2,-1 1,20 27,-48-52,-1 2,0-1,-1 1,0 0,0 1,-1-1,-1 1,0 0,1 6,-5-5,-3-5</inkml:trace>
  <inkml:trace contextRef="#ctx0" brushRef="#br0" timeOffset="132279.068">26885 9279,'707'-159,"-548"115,-2-6,-2-7,90-50,-166 67,-1-3,-3-3,-2-4,-2-3,-2-3,-3-3,34-40,-99 98,2-2,1 1,-1-1,0 0,1-1,-1 1,-1-1,1 1,0-1,-1 0,0 0,0 0,0 0,0 0,-1 0,0-1,0 1,0 0,0-1,-1 1,1-1,-1 1,0-1,-1 1,1-1,-1-2,-5-3</inkml:trace>
  <inkml:trace contextRef="#ctx0" brushRef="#br0" timeOffset="132720.979">28623 8062,'16'7,"9"6,8 7,3 3,2 3,1 1,-2 1,-1 0,-4-2,-4-4,-5 0,-6-3,-7-1,-4-5</inkml:trace>
  <inkml:trace contextRef="#ctx0" brushRef="#br0" timeOffset="134124.083">29104 8289,'1922'1,"-1423"10,-487-10,34-8,-44-1,-5 0</inkml:trace>
  <inkml:trace contextRef="#ctx0" brushRef="#br0" timeOffset="135131.449">29906 6618,'4'17,"0"0,1 0,1-1,1 0,0 0,1 0,1-1,0 0,1-1,1 0,0 0,1-1,0-1,13 10,-4-4,0-2,1-1,1 0,1-2,0-1,0-1,2-1,-1-1,8 1,-26-7,-1-1,1 0,-1-1,1 1,0-1,0 0,-1-1,1 0,0 0,0-1,0 1,-1-1,1-1,0 1,-1-1,1-1,-1 1,0-1,0 0,0 0,0-1,0 0,-1 0,0 0,1 0,-2-1,2-1,1-7,0-1,-1 1,-1-2,0 1,-1 0,0-1,-1 0,-1 0,0 0,-1 0,-1-1,0 1,-2-14,1 26,1-1,0 0,0 0,0 1,-1-1,1 0,-1 0,0 1,-1-1,1 0,0 1,-1 0,0-1,0 1,-2-3,3 6,0 0,0 1,0-1,-1 0,1 1,0-1,0 0,0 1,0-1,0 1,0 0,0-1,0 1,0 0,0 0,0-1,0 1,1 0,-1 0,0 0,1 0,-1 0,0 0,1 0,-1 0,1 1,0-1,-1 0,1 0,0 0,0 0,0 1,0-1,-1 0,2 0,-1 0,0 1,0-2,-9 43,3 0,1 0,2 0,3 26,5 24,5 0,3-1,4-1,16 44,-4-15,-26-106,1 2,0 0,-1 0,-1 1,0-1,-2 0,1 1,-3 10,2-24,0 0,-1-1,1 1,-1-1,0 1,1-1,-1 1,0-1,-1 0,1 1,0-1,-1 0,1 0,-1 0,0 0,1 0,-1 0,0-1,0 1,0 0,0-1,-1 0,1 1,0-1,-1 0,1 0,-1 0,1-1,-1 1,1-1,-1 1,1-1,-1 0,0 0,1 0,-1 0,-4-1,0 0,0 0,1-1,-1 0,0 0,1 0,-1-1,1 0,0 0,0-1,0 0,-5-4,-3-6,0 0,1 0,1-2,1 0,0 0,1-1,0 0,2 0,0-1,1 0,0-1,2 0,0 0,2 0,0 0,1-1,0-11,1 26,1 0,0 0,0 0,0 0,0 0,1 0,0 0,0 1,0-1,0 0,1 0,0 1,0-1,0 1,1 0,-1-1,1 1,0 0,0 1,1-1,-1 0,1 1,0 0,0 0,0 0,0 0,0 1,0-1,1 1,-1 0,3 0,12-1,1 2,-1 0,0 1,1 1,-1 1,0 1,0 0,0 1,4 3,11 0,28 6,-5 0</inkml:trace>
  <inkml:trace contextRef="#ctx0" brushRef="#br0" timeOffset="135457.468">30868 7367,'18'0,"0"1,0 1,-1 0,1 2,-1 0,0 1,0 1,0 0,0 1,-1 1,13 9,-26-16,0 1,0 0,0 0,0 0,0 0,0 0,-1 1,1-1,-1 1,0 0,0 0,0 0,0 0,0 0,-1 0,1 0,-1 0,0 1,0-1,0 0,0 1,-1-1,1 1,-1-1,0 1,0 0,0-1,-1 1,1-1,-1 0,0 1,0-1,0 1,0-1,-1 0,1 0,-1 0,0 0,0 0,0 0,0 0,-14 15,-1-1,-1-1,-1 0,0-2,0 0,-2-1,-6 2,-13 11,19-13,13-9,0 1,0-1,1 2,-1-1,1 1,1 0,-1 1,1-1,0 1,-4 7,9-13,1 0,0 0,-1 1,1-1,0 0,0 0,0 0,0 0,0 0,0 1,0-1,0 0,0 0,0 0,1 0,-1 0,1 1,-1-1,1 0,-1 0,1 0,-1 0,1 0,0-1,0 1,-1 0,1 0,0 0,0 0,0-1,0 1,0-1,0 1,0 0,0-1,0 0,0 1,0-1,0 0,1 1,0-1,17 6,0-1,1 0,-1-2,1 0,0-1,0-1,10-1,-1 1,48 2,-1-3,75-9,-113 2</inkml:trace>
  <inkml:trace contextRef="#ctx0" brushRef="#br0" timeOffset="141026.044">20146 8543,'9'0,"8"0,8 0,8 0,8 0,9 0,8 0,7 0,6 0,2 0,-3 0,-4-2,-6-1,-11 0,-16 1,-16 0,-11 1</inkml:trace>
  <inkml:trace contextRef="#ctx0" brushRef="#br0" timeOffset="141570.962">20361 7045,'20'3,"14"0,8 0,-3-1</inkml:trace>
  <inkml:trace contextRef="#ctx0" brushRef="#br1" timeOffset="156589.966">15508 12768,'29'-13,"-26"13,252-1,-156 1,946-21,-615-13,254-13,-558 43,1021-50,-1101 50,1368-74,371-1,-848 29,362 4,-449 20,748-13,-88 40,-472 61,-979-57,227 26,99 31,400 60,-335-92,-305-2,-138-26,65 14,0-2,60 3,186 17,-202-24,-116-9,1-1,-1 0,1 1,-1-1,1 0,-1 1,1-1,-1 0,1 0,-1 1,1-1,0 0,-1 0,1 0,0 0,-1 0,1 0,-1 0,1 0,0 0,-1 0,1 0,-1 0,1 0,0-1,-1 1,1 0,-1 0,1-1,-1 1,1 0,-1-1,1 1,-1-1,1 1,-1 0,1-1,-1 1,0-1,1 1,-1-1,0 0,1 1,-1-1,0 1,0-1,0 1,0-1,1 0,-1 1,0-1,0 1,0-1,0 0,0 1,0-1,0 0,-4-12</inkml:trace>
  <inkml:trace contextRef="#ctx0" brushRef="#br2" timeOffset="175100.468">15828 5241,'13'28,"-13"-26,2 68,-3 0,-3 0,-11 51,5-35,-116 755,96-685,6 1,7 0,7 2,7-1,16 138,79 411,0-44,-10-12,-22-374,-22-105,2 58,4 340,-24 23,-21 495,1-1078,1-6,-1 1,0-1,0 1,0 0,0-1,-1 1,0-1,0 1,0-1,0 0,-1 1,1-1,-3 3,-13-18,8-5</inkml:trace>
  <inkml:trace contextRef="#ctx0" brushRef="#br2" timeOffset="177780.354">0 12794,'12'-3,"-1"-1,1 2,0-1,-1 2,1 0,0 0,0 1,0 0,4 1,-1 0,390 29,-79-22,215-26,409-2,-713 19,516-25,-203 4,-185 15,622-33,-685 12,606-46,-226 23,-403 34,146 14,25-1,54-25,62-30,-283 27,86 10,56 4,271-5,225 25,-764 7,116 23,7 1,320 18,-54 5,-406-32,-68-10,1-3,63 0,-26-11,141 9,-140 2,103-4,59 6,95 25,-4 4,-257-11,-101-32,-12-4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45:23.17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2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4387 976,'0'1,"0"-1,0 1,0-1,-1 1,1-1,0 1,0-1,0 1,0-1,-1 1,1-1,0 0,0 1,-1-1,1 1,0-1,-1 0,1 1,-1-1,1 0,0 0,-1 1,1-1,-1 0,1 0,-1 1,1-1,0 0,-1 0,1 0,-1 0,1 0,-1 0,1 0,-1 0,1 0,-1 0,1 0,-1 0,1 0,-1 0,1 0,-1-1,1 1,0 0,-1 0,1-1,-1 1,1 0,-1 0,1-1,0 1,-1 0,1-1,0 1,0-1,-1 1,1 0,0-1,-8 176,8-117,42 1128,34-34,-37-472,-33-400,-4-257,1-15,-1-10</inkml:trace>
  <inkml:trace contextRef="#ctx0" brushRef="#br0" timeOffset="795.881">4333 1578,'312'-63,"-189"34,114-11,-224 38,-9 1,1 0,-1 0,0 1,0 0,0-1,1 1,-1 1,0-1,0 1,0-1,1 1,-1 1,0-1,0 0,0 1,6 42,-10-32,23 232,-18 43,0-240,-3-40</inkml:trace>
  <inkml:trace contextRef="#ctx0" brushRef="#br0" timeOffset="1043.223">4842 2046,'18'0,"17"0,12-3,10-2,6-5,1-2,-1 0,-4 2,-8 2,-10 3,-10 2,-10 4,-11 4,-7 1</inkml:trace>
  <inkml:trace contextRef="#ctx0" brushRef="#br0" timeOffset="1357.949">4842 2033,'-2'13,"2"0,0 0,0 1,1-1,1 0,0 0,1 0,0 0,1 0,1-1,0 0,0 0,1 0,1 0,5 6,2 2,1 0,1-1,0-1,2 0,0-1,1-1,20 12,-23-17,1 0,0-2,0 0,1-1,1-1,-1-1,1 0,5 0,-15-4,0-1,0 0,-1 0,1-1,0 0,0-1,0 0,0 0,0-1,0 0,-1 0,1-1,-1 0,0-1,0 1,0-2,0 1,-1-1,1-1,5-5,-1-1,-1 0,0-1,0 0,-1-1,-1 0,-1 0,0-1,0 0,-2-1,0 1,1-8,5-20,-1-1,-3 0,-2 0,-1-2,-3 26,1-120,-9 124,-1 12</inkml:trace>
  <inkml:trace contextRef="#ctx0" brushRef="#br0" timeOffset="1740.133">5149 2421,'-2'15,"0"0,2 0,0 1,1-1,0 0,1 0,1 1,0-1,1-1,1 1,0-1,1 0,0 0,2 0,-1-1,2 0,0 0,-6-9,0-1,0 1,1-1,0 0,-1 0,1 0,0-1,1 1,-1-1,0 0,1 0,-1 0,1-1,-1 0,1 0,0 0,0 0,0-1,-1 1,1-1,0-1,0 1,0-1,-1 1,1-1,0-1,-1 1,1-1,0 0,-1 0,0 0,0 0,0-1,0 1,0-1,1-2,6-3,-2 0,1-2,-1 1,0-1,-1 0,0-1,-1 0,0 0,-1 0,0-1,-1 0,0 0,0-1,-2 1,0-1,0 0,-1 0,-1 0,0 0,0-2,-1 12,0-1,-1 1,1 0,0-1,-1 1,0 0,0 0,0 0,0 0,0-1,-1 1,1 1,-1-1,0 0,0 0,0 1,0-1,-1 1,1 0,-1-1,1 1,-1 0,0 0,1 1,-1-1,0 1,0-1,-1 1,1 0,0 0,0 0,0 1,-1-1,1 1,0 0,-1 0,1 0,-3 0,-5 4,1 0,0 0,0 1,0 0,0 1,1 0,0 0,0 1,1 0,0 1,0 0,1 0,0 1,0-1,-3 8,-15 20</inkml:trace>
  <inkml:trace contextRef="#ctx0" brushRef="#br0" timeOffset="2227.826">5282 2902,'-14'35,"2"0,2 2,1-1,2 1,1 0,2 1,1-1,2 1,2 3,7 63,3-1,19 68,2 42,3 171,-19-1,-17-366,0-13,1 0,-1 0,1 1,0-1,0 0,0 0,1 0,-1 0,1 0,0 0,0 0,1 0,-1 0,1 0,0 0,-1-4,0 0,0 0,0 0,-1 0,1 0,0 0,0 0,0 0,0-1,0 1,0 0,0-1,0 1,0 0,-1-1,1 1,0-1,0 1,0-1,-1 0,1 1,0-1,-1 0,1 1,0-1,-1 0,1 0,-1 0,0 1,1-1,-1 0,1 0,-1 0,0 0,0 0,0 0,1 0,-1 0,0 0,0 0,0 0,-1 0,7-61,-9 40</inkml:trace>
  <inkml:trace contextRef="#ctx0" brushRef="#br0" timeOffset="-1161.34">4039 0,'16'21,"12"17,10 17,8 12,3 6,0 3,-4-2,-2-5,-7-8,-5-12,-5-13,-7-11</inkml:trace>
  <inkml:trace contextRef="#ctx0" brushRef="#br0" timeOffset="-883.082">4427 94,'-18'-2,"-15"8,-14 14,-7 16,-2 15,2 12,5 7,10 6,10-2,11-4,15-7,15-12,15-15,2-13</inkml:trace>
  <inkml:trace contextRef="#ctx0" brushRef="#br0" timeOffset="-640.734">4721 548,'26'81,"-25"-79,1 0,-1 1,1-1,0 0,-1 0,1 0,0-1,0 1,1 0,-1-1,0 1,0-1,1 0,-1 1,1-1,-1-1,1 1,-1 0,1 0,0-1,-1 0,1 1,0-1,-1 0,1 0,0-1,-1 1,1 0,0-1,-1 0,8-3,0 0,0-1,0-1,-1 0,0 0,0 0,-1-1,0-1,0 0,-1 0,0 0,0-1,0 1,-2-2,1 1,-1-1,0 0,0-3,-1 4,-1 0,0 0,0-1,-1 1,-1-1,1 1,-2-1,1 0,-1 0,-1 1,-1-11,2 16,-1 0,0-1,-1 1,1 0,-1 0,0 0,0 0,0 0,0 0,0 1,-1-1,0 1,0-1,0 1,0 0,0 0,-1 1,0-1,1 1,-1-1,0 1,0 0,0 0,0 1,0 0,0-1,-2 1,-4 1,-1 1,1 0,0 0,1 1,-1 0,0 1,1 0,-1 0,1 1,0 1,0-1,0 1,1 1,0 0,0 0,0 0,1 1,0 0,0 1,0 0,-2 5,-36 37</inkml:trace>
  <inkml:trace contextRef="#ctx0" brushRef="#br0" timeOffset="-4985.99">2087 80,'18'25,"13"20,10 13,6 9,0 3,0 0,-1-5,-4-8,-7-10,-8-12,-5-11,-6-10</inkml:trace>
  <inkml:trace contextRef="#ctx0" brushRef="#br0" timeOffset="-4739.657">2381 187,'-16'5,"-12"10,-8 15,-5 14,1 13,1 9,4 6,7 1,9-5,10-7,11-9,14-14,4-13</inkml:trace>
  <inkml:trace contextRef="#ctx0" brushRef="#br0" timeOffset="-4469.37">2715 629,'22'-37,"-2"-1,-2-1,-2 0,-1-1,-2-1,-2 0,-2-1,3-34,-13 63,-4 31,-9 67,5 0,3 1,4-1,4 1,3 3,0-10</inkml:trace>
  <inkml:trace contextRef="#ctx0" brushRef="#br0" timeOffset="-3917.119">2207 1043,'33'71,"-7"12,-2 2,-5 1,-3 0,-5 1,-2 7,5 442,-14-503,-6 396,4 323,14-466,13-1,12-1,22 43,-47-272,3 10,-2 1,-3 1,0 46,-10-103</inkml:trace>
  <inkml:trace contextRef="#ctx0" brushRef="#br0" timeOffset="-3044.047">2381 1417,'1'-2,"-1"0,1 0,0 0,0 0,0 0,0 0,1 0,-1 0,1 0,-1 0,1 1,-1-1,1 1,0-1,0 1,0 0,0 0,0-1,0 1,0 1,0-1,0 0,0 0,0 1,2-1,-1 0,46-14,0 3,1 1,0 3,33-1,-45 5,383-50,-373 47,-47 7,0 1,0-1,0 1,-1 0,1 0,0-1,-1 1,1 0,0 0,-1 0,1 0,-1 0,1 0,-1 0,0 0,1 0,-1 0,0 0,0 0,1 0,-1 0,0 0,0 0,0 0,0 0,-1 0,1 0,0 0,0 0,-1 0,1 0,0 0,-1 0,1 0,-1 0,0 1,0 6,-7 120,5 0,10 66,0 24,-7-194</inkml:trace>
  <inkml:trace contextRef="#ctx0" brushRef="#br0" timeOffset="-2812.281">2876 1966,'20'-5,"17"-1,12-2,10 0,4 2,2 2,0 1,-5 4,-8 1,-8 1,-9 2,-11 0</inkml:trace>
  <inkml:trace contextRef="#ctx0" brushRef="#br0" timeOffset="-2446.23">2769 1872,'183'204,"22"21,-144-183,-59-41,0 0,1-1,-1 1,1 0,-1-1,1 0,-1 0,1 0,-1 0,1 0,-1 0,1 0,-1-1,1 0,-1 1,0-1,1 0,-1 0,0 0,0 0,1-1,-1 1,0 0,0-1,0 0,-1 1,1-1,0 0,12-17,-1-1,0-1,-2 1,-1-2,0 1,-1-2,-2 1,0-1,3-19,-5 21,67-249,-68 261,-6 18,-4 10</inkml:trace>
  <inkml:trace contextRef="#ctx0" brushRef="#br0" timeOffset="-2103.928">3130 2286,'-9'10,"0"0,1 1,0 0,1 0,0 1,1-1,1 1,-1 1,2-1,0 1,0 0,1 0,1 0,0 0,1 1,1-1,0 0,1 12,1-20,-1 0,1 0,0 0,0 0,1 0,0-1,-1 0,2 1,-1-1,0 0,1 0,0-1,0 1,0-1,0 0,0 0,1 0,-1 0,1-1,0 0,0 0,0 0,0-1,0 1,0-1,0 0,0-1,1 1,9 0,0 0,1-1,-1 0,0-2,0 0,0 0,0-1,0-1,3-2,-7 2,0 0,0 0,-1-1,1 0,-1-1,-1 0,1-1,-1 0,0-1,-1 1,0-2,0 1,-1-1,0 0,0-1,-1 1,0-1,-1-1,0 1,1-4,-5 10,0 1,0 0,-1-1,1 0,-1 1,0-1,0 1,0-1,0 1,-1-1,1 1,-1-1,0 1,0-1,0 1,-1 0,1 0,-1-1,0 1,1 0,-1 0,-1 1,1-1,0 0,-1 1,1-1,-1 1,0 0,0 0,0 0,0 0,0 0,0 1,-1 0,1-1,0 1,-2 0,-4 0,-1-1,1 2,-1-1,0 1,0 1,1 0,-1 0,1 1,-1 0,1 0,-1 1,1 1,0-1,1 2,-1-1,1 1,-1 0,2 1,-1 0,0 0,1 1,-5 6,-15 17</inkml:trace>
  <inkml:trace contextRef="#ctx0" brushRef="#br0" timeOffset="-1829.658">3237 2687,'-25'224,"11"-137,-18 172,10 2,13 1,18 175,33 339,-35-670,-5-79</inkml:trace>
  <inkml:trace contextRef="#ctx0" brushRef="#br0" timeOffset="-9635.683">2 148,'9'20,"8"14,7 10,7 7,2 3,3 2,2-1,-1-4,0-6,-2-6,-4-7,-6-9,-6-9</inkml:trace>
  <inkml:trace contextRef="#ctx0" brushRef="#br0" timeOffset="-9388.609">269 254,'-16'11,"-10"14,-7 13,-5 11,0 10,1 5,5 2,8-5,9-7,5-13</inkml:trace>
  <inkml:trace contextRef="#ctx0" brushRef="#br0" timeOffset="-8790.645">483 588,'-1'-2,"0"0,0 0,1 0,-1 0,1-1,-1 1,1 0,0 0,-1-1,1 1,1 0,-1-1,0 1,0 0,1-1,-1 1,1 0,0 0,0 0,0 0,0-1,0 1,0 1,0-1,1 0,-1 0,1 0,-1 1,1-1,1-1,11-3,-1 0,1 1,1 0,-1 1,0 1,1 0,0 1,13 0,-25 2,2-1,75 0,-78 1,0 1,0-1,0 0,0 1,0-1,0 1,0 0,-1 0,1 0,0 0,0 0,-1 0,1 0,0 0,-1 1,1-1,-1 1,0-1,1 1,-1-1,0 1,0 0,0 0,0-1,0 1,0 0,-1 0,1 0,-1 0,1 0,-1 0,0 0,0 0,0 0,0 0,0 1,-2 8,-1 1,-1-2,0 1,0 0,-1-1,0 0,-1 0,0 0,0-1,-1 0,-3 2,7-7,-130 161,132-164,0-1,0 1,1 0,-1 0,0 0,1 0,-1 0,1 0,-1 0,1 0,-1 0,1 0,0 0,-1 0,1 0,0 1,0-1,0 0,0 0,0 0,0 0,0 0,0 0,0 1,1-1,-1 0,0 0,1 0,-1 0,1 0,-1 0,1 0,0 0,-1 0,1 0,0 0,0-1,0 1,-1 0,1 0,0-1,0 1,0-1,0 1,0-1,0 1,0-1,0 1,1-1,-1 0,0 0,0 1,0-1,0 0,0 0,0 0,1 0,-1 0,0-1,0 1,0 0,0-1,1 1,22 0,0-1,0-1,0-1,0-2,-1 0,2-1,1-1,141-33,-95 22</inkml:trace>
  <inkml:trace contextRef="#ctx0" brushRef="#br0" timeOffset="-8236.854">202 1016,'29'109,"-5"2,-5 0,-5 1,-5 0,-5 8,6 613,-8-201,8-336,8-1,18 50,-6-53,-9 1,-4 93,-18-61,1-206</inkml:trace>
  <inkml:trace contextRef="#ctx0" brushRef="#br0" timeOffset="-7066.352">322 1524,'0'-2,"0"-1,1 0,-1 1,0-1,1 1,-1-1,1 0,0 1,0 0,0-1,0 1,0-1,1 1,-1 0,1 0,-1 0,1 0,0 0,0 0,0 0,0 1,0-1,0 1,1-1,-1 1,0 0,1 0,-1 0,1 0,-1 0,1 1,-1-1,2 1,33-8,-1 3,1 0,0 3,0 1,12 2,14-1,84-3,129-21,-180 4,-95 20,0 1,1-1,-1 1,0-1,0 1,1-1,-1 1,0 0,0 0,0 0,0-1,0 1,0 0,0 0,0 0,0 1,-1-1,1 0,0 0,-1 0,1 1,-1-1,1 0,-1 0,0 1,1-1,-1 0,0 1,0-1,0 1,0-1,0 0,0 1,0-1,-1 0,1 1,-1 0,1 2,0 95,-2-50,3 0,2 0,4 15,30 74,-31-121</inkml:trace>
  <inkml:trace contextRef="#ctx0" brushRef="#br0" timeOffset="-6804.042">884 1899,'14'7,"13"2,14-3,11-4,8-6,5-3,1-1,-4 0,-8 3,-11 1,-11 2,-10 3,-10 4,-10 4,-7-1</inkml:trace>
  <inkml:trace contextRef="#ctx0" brushRef="#br0" timeOffset="-6464.872">897 1925,'-1'9,"1"-1,-1 1,2-1,-1 1,1-1,0 1,1-1,0 0,0 1,1-1,0 0,0-1,1 1,0 0,0-1,1 0,-1 0,2 0,-3-3,19 32,2-1,2-1,0-1,3-2,1 0,3-1,-29-25,0 0,0-1,1 1,0-1,0 0,0-1,0 1,1-1,-1 0,1-1,0 1,0-1,0 0,0-1,0 1,0-1,0 0,0-1,1 1,-1-1,0-1,1 1,-1-1,0 0,0 0,0-1,6-2,-3-5,0 0,0 0,-1-1,0 0,-1-1,0 0,-1 0,0 0,-1-1,0 0,-1 0,0 0,2-12,10-38,-2 0,-3-1,-3 0,-2-19,-6 74,-3 13</inkml:trace>
  <inkml:trace contextRef="#ctx0" brushRef="#br0" timeOffset="-6104.796">1138 2380,'-2'6,"0"0,0 1,0-1,1 1,0-1,0 1,1-1,0 1,0-1,1 1,-1-1,1 1,1-1,-1 0,1 1,0-1,1 0,0 0,0 0,0-1,0 1,1-1,0 1,0-1,0 0,1-1,0 1,0-1,0 0,4 3,-3-4,0 1,0-1,0 0,1 0,-1 0,1-1,0 0,-1 0,1-1,0 0,0 0,0-1,0 0,0 0,0 0,0-1,0 0,0-1,0 1,0-1,-1-1,1 1,-1-1,0 0,1-1,-1 1,-1-1,1 0,-1-1,1 1,-1-1,0 0,-1-1,1 1,-1-1,1-2,0-1,-1 1,0-1,0 0,-1 0,0 0,0-1,-1 1,0-1,-1 0,0 1,-1-1,0-3,0 9,0 1,-1-1,1 1,-1-1,1 1,-1-1,0 1,0-1,-1 1,1 0,-1 0,0 0,0-1,0 2,0-1,0 0,0 0,-1 1,1-1,-1 1,0 0,0 0,0 0,0 0,0 0,0 1,-1-1,1 1,0 0,-1 0,1 0,-1 1,1-1,-3 1,-5 1,0 0,0 1,0 1,1 0,-1 0,1 1,0 0,0 1,0 0,0 0,1 1,0 1,0 0,1 0,0 0,0 1,0 0,1 1,1 0,-1 0,0 3,-18 26</inkml:trace>
  <inkml:trace contextRef="#ctx0" brushRef="#br0" timeOffset="-5751.091">1258 2728,'-55'237,"27"-18,10 1,9 1,11 39,2-115,7 0,23 114,-6-150,-27-98,-2-4</inkml:trace>
  <inkml:trace contextRef="#ctx0" brushRef="#br0" timeOffset="3669.679">7996 1885,'-8'38,"2"118,6 1,9 11,-4-60,10 188,36 169,-49-451,1 16,2-1,0 1,2-1,1 0,1 0,2-1,1 0,1-1,5 6,5-6</inkml:trace>
  <inkml:trace contextRef="#ctx0" brushRef="#br0" timeOffset="4715.14">8023 1925,'156'-3,"-55"-1,100 11,-149-2,0 3,0 2,-1 2,0 2,-1 3,18 10,-38-14,-2 2,0 0,0 2,-1 2,-2 0,0 2,-1 0,-1 2,-1 0,-1 2,1 2,-1 7,-2 2,-1 0,-2 0,-2 2,-1 0,-1 0,-3 1,-1 1,-2-1,-1 1,-3 0,-1 0,-2 0,-1 0,-2 0,-3 0,0-1,-3 0,-2 4,1-4,-2 0,-2-1,-1 0,-2-2,-1 0,-2-1,-2-1,-1-1,-1-1,-2-1,-1-1,-1-2,-2-1,0-1,-2-1,-22 10,27-22,-1-1,0-2,-1-1,0-2,-1 0,1-2,-1-2,0 0,0-3,-21-1,-15 3,54-3,-1 2,1 0,0 0,-1 1,1 1,0 0,1 1,-1 1,1 0,-1 0,1 1,-8 6,18-11,9-6</inkml:trace>
  <inkml:trace contextRef="#ctx0" brushRef="#br0" timeOffset="5257.49">9306 2661,'16'2,"19"1,21 0,25-1,23 0,16-1,14-3,3 0,-4-1,-13 5,-19 4,-22 6,-24 4,-23-2</inkml:trace>
  <inkml:trace contextRef="#ctx0" brushRef="#br0" timeOffset="10539.985">243 2888,'14'32,"13"23,-26-54,-1 0,1 0,0 0,0 0,0 0,0-1,0 1,0 0,0-1,0 1,0 0,0-1,0 1,1-1,-1 0,0 1,0-1,0 0,1 0,-1 0,0 0,0 0,1 0,-1 0,0 0,0 0,0-1,1 1,-1 0,0-1,0 1,0-1,0 1,0-1,0 0,0 1,0-1,0 0,0 0,0 0,0 0,0 0,-1 0,1 0,0 0,-1 0,1 0,2-3,0-1,0 1,-1-1,1 1,-1-1,0 0,-1 0,1 0,-1 0,0 0,0-1,0 1,-1-4,0 7,0 0,0 0,0 0,0 0,-1-1,1 1,-1 0,1 0,-1 0,0 1,0-1,0 0,0 0,0 0,0 0,0 1,-1-1,1 1,0-1,-1 1,1-1,-1 1,0 0,0 0,1 0,-1 0,0 0,0 0,0 0,0 1,0-1,0 1,0-1,0 1,-2 0,0 1,0 0,-1 0,1 1,0-1,0 1,0 0,0 1,1-1,-1 1,0-1,1 1,0 0,0 0,0 1,0-1,0 0,0 1,1 0,0 0,0 0,0 0,0 0,1 0,-1 0,1 1,0-1,0 0,1 1,-1-1,1 1,0-1,1-1,-1-1,0 1,1-1,0 0,-1 0,1 1,0-1,0 0,1 0,-1 0,0 0,1 0,-1 0,1 0,-1 0,1-1,0 1,0-1,0 1,0-1,0 0,0 0,0 0,0 0,1 0,-1 0,0 0,0-1,1 1,-1-1,1 0,-1 0,0 0,1 0,-1 0,1 0,-1 0,0-1,1 0,-1 1,0-1,0 0,1 0,-1 0,0 0,0 0,1-2,-2 2,1 0,-1 0,0 0,0 0,0 0,0 0,0 0,-1 0,1-1,0 1,-1 0,1-1,0 1,-1-1,0 1,1-1,-1 1,0 0,0-1,1 1,-1-1,-1 1,1-1,0 1,0-1,0 1,-1-1,1 1,-1-1,1 1,-1 0,0-1,1 1,-1 0,0-1,0 1,0 0,0 0,0 0,0 0,0 0,0 0,0 0,-1 0,1 0,0 1,-1-1,1 1,0-1,-1 1,1-1,-1 1,1 0,-1-1,1 1,-1 0,1 0,-1 0,1 0,-1 0,1 1,-1-1,1 0,1 1,0-1,0 0,0 0,1 0,-1 0,0 0,0 0,0 0,0 1,1-1,-1 0,0 0,0 0,0 0,0 1,0-1,0 0,1 0,-1 0,0 1,0-1,0 0,0 0,0 1,0-1,0 0,0 0,0 0,0 1,0-1,0 0,0 0,0 1,0-1,0 0,0 0,0 0,-1 1,1-1,0 0,0 0,0 0,0 0,0 1,0-1,-1 0,1 0,0 0,0 0,0 0,-1 1,1-1,0 0,0 0,0 0,-1 0,1 0,0 0,0 0,0 0,19 9,238 39,-216-37,0-1,1-2,0-2,0-2,7-2,197-6,122-23,27-5,54 14,-375 17,505-40,61 8,-212 13,77 13,-1 1,-307 7,-138 2,0 3,0 2,31 10,55 8,-79-20,0-3,48-5,-21 1,251 1,-117 13,-122-16,-103 1,1 0,0-1,-1 1,0-1,1 1,-1-1,0 0,-1 0,1 0,0 0,-1 0,0-1,1 1,-1 0,0-1,-1 1,1-1,-1 1,1-1,-1 1,0-1,-1 1,1 0,0-1,-1 1,0-2,1-7,-2-228,2 238,-1 0,1 0,0 0,0-1,0 1,0 0,1 0,-1 0,0 0,1 0,-1 0,1 0,0 0,0 0,0 0,0 0,0 0,0 1,1-1,-1 0,0 1,1-1,-1 1,1-1,0 1,-1 0,1 0,0 0,0 0,0 0,0 0,0 0,0 1,148-33,-90 20,0 2,1 3,0 2,45 3,695 5,-760-7,-39 2</inkml:trace>
  <inkml:trace contextRef="#ctx0" brushRef="#br0" timeOffset="14028.235">3076 3183,'-1'32,"0"-21,1-1,0 1,0 0,1-1,0 1,1-1,0 1,2 5,-2-14,-1 0,0 0,1 0,-1 0,1 0,-1 0,1-1,0 1,0 0,0-1,0 0,0 1,0-1,0 0,0 0,0 0,1 0,-1-1,0 1,1 0,-1-1,0 0,1 0,-1 1,1-1,-1-1,0 1,1 0,-1-1,1 1,-1-1,0 1,1-1,-1 0,0 0,0-1,2 1,0 0,0-1,-1 0,1 1,-1-1,1-1,-1 1,0 0,0-1,0 0,0 0,0 0,-1 0,1 0,-1 0,0-1,0 1,0-1,0 1,-1-1,2-3,-3 5,0 0,0 1,0-1,-1 1,1-1,0 1,-1-1,1 0,-1 1,1-1,-1 1,0 0,0-1,1 1,-1 0,0-1,0 1,0 0,-1 0,1 0,0 0,0 0,-1 0,1 0,0 0,-1 1,1-1,-1 0,1 1,-1-1,1 1,-1 0,1-1,-2 1,-57-2,58 2,0 0,-1 0,1 1,0-1,0 1,0-1,0 1,0-1,0 1,0 0,0 0,0 0,0 0,0 1,0-1,0 0,1 1,-1-1,1 1,-1 0,1-1,0 1,-1 0,1 0,0 0,0 0,1 0,-1 0,0 0,0 0,1 0,0 0,-1 1,1-1,0 0,0 0,0 0,0 1,0-1,1 0,-1 0,1 0,-1 0,1 0,0 0,0 1,0-2,0 1,0 0,4 3,-1-1,1-1,0 1,0-1,0 0,1 0,-1 0,1-1,0 1,-1-1,1-1,0 1,0-1,0 0,0-1,0 1,1-1,-1 0,0-1,0 1,0-2,-5 2,1 0,-1-1,0 1,1-1,-1 0,0 1,0-1,1 0,-1 0,0 0,0 1,0-1,0 0,0-1,0 1,-1 0,1 0,0 0,-1 0,1-1,0 1,-1 0,1-1,-1 1,0 0,1-1,-1 1,0-1,0 1,0 0,0-1,0 1,0-1,-1 1,1 0,0-1,-1 1,1 0,-1-1,1 1,-1 0,0-1,1 1,-1 0,0 0,0 0,0 0,0 0,0 0,0 0,0 0,0 0,0 1,-1-1,1 0,0 1,-1-1,1 1,0-1,-1 1,1-1,0 1,-1 0,1 0,-1 0,1 0,-1 0,0-1,0 0,0 1,-1-1,1 1,0 0,0-1,-1 1,1 0,0 0,-1 0,1 1,0-1,0 1,0-1,-1 1,1 0,0-1,0 1,0 0,0 1,0-1,0 0,0 0,1 1,-1-1,0 1,0 0,3 0,-1-1,1 1,0-1,0 0,0 0,0 0,0 1,0-1,0 0,0 0,0 0,1-1,-1 1,0 0,1 0,-1-1,0 1,1 0,-1-1,1 0,-1 1,1-1,-1 0,1 0,-1 0,1 0,-1 0,2 0,196-5,-27 15,-105-2,-1-3,1-3,0-3,0-3,20-5,105-4,226 1,484-81,-793 78,1 5,25 4,184-3,-274 4,152-17,136 5,-95 18,-233-2,0 0,0 0,0-1,0 1,0-1,0 0,0-1,-1 1,1-1,-1 0,1 0,-1 0,0-1,0 1,-1-1,1 0,-1 0,0 0,0 0,0-1,0 0,-1 1,0-1,0-1,5-10,-1 0,-1-1,-1 1,0-1,-1 0,1-15,-2-122,1 149,-1 0,1-1,0 1,0 1,0-1,1 0,0 1,0 0,0 0,0 0,1 0,0 0,-1 1,1 0,0 0,1 1,-1-1,0 1,1 0,-1 0,1 1,0 0,-1 0,1 0,6 1,30-6,1 3,0 2,0 1,0 3,38 6,70 4,-38-15,0-4,13-7,-116 11,-11 1</inkml:trace>
  <inkml:trace contextRef="#ctx0" brushRef="#br0" timeOffset="15869.081">5215 3530,'0'25,"-2"-21,1 0,0 1,1-1,-1 1,1-1,0 1,0-1,0 1,0-1,1 1,0-1,0 0,0 1,0-1,1 0,0 0,0 0,0 0,0 0,1 0,-1 0,1-1,0 0,0 1,0-1,1 0,-1 0,1-1,-1 1,1-1,1 0,0-1,0 0,0-1,0 1,1-1,-1 0,0 0,0-1,0 1,0-1,0 0,0-1,0 1,-1-1,1 0,0 0,-1-1,1 1,-1-1,0 0,0 0,0 0,0-1,-1 1,1-1,-1 0,0 0,0 0,0 0,0-2,-2 4,-1 1,1-1,-1 0,1 1,-1-1,0 0,0 1,0-1,0 0,0 1,0-1,0 0,-1 1,1-1,0 0,-1 1,0-1,1 0,-1 1,0-1,0 1,0-1,0 1,0 0,0-1,0 1,0 0,0 0,-1 0,1 0,0 0,-1 0,1 0,-1 0,1 1,-1-1,0 0,1 1,-1-1,0 1,1 0,-1 0,-75-5,71 6,0 1,1 0,-1 1,0 0,1 0,-1 0,1 0,0 1,0 0,1 0,-4 3,6-5,1-1,-1 1,1-1,-1 1,1 0,0 0,-1 0,1-1,0 1,0 0,1 1,-1-1,0 0,1 0,-1 0,1 0,-1 0,1 1,0-1,0 0,0 0,0 1,1-1,-1 0,1 0,-1 0,1 0,0 1,0-1,0 0,0 0,0-1,1 3,2-1,1 0,0 0,0 0,0 0,0-1,1 0,-1 0,1 0,-1-1,1 0,-1 0,1 0,0-1,-1 0,1 0,0 0,0 0,2-2,-5 2,-1 1,1-1,-1 0,1-1,-1 1,1 0,-1-1,1 1,-1-1,1 0,-1 0,1 0,-1 0,0 0,0-1,1 1,-1-1,0 1,0-1,-1 0,1 0,0 0,-1 0,2-1,-5 1,1 0,0-1,-1 1,1 0,-1 0,0 1,0-1,0 0,0 1,0-1,0 1,0-1,0 1,-1 0,1 0,0 0,-1 0,1 0,-1 1,1-1,-1 1,1 0,-1-1,0 1,1 0,-1 1,-1-1,-1 0,2-1,0 0,0 1,-1-1,1 1,0 0,-1 0,1 1,0-1,-1 1,1-1,0 1,0 0,-1 0,1 0,0 1,-1 0,4-1,0-1,1 1,-1 0,0-1,0 1,0 0,0 0,1-1,-1 1,0 0,1-1,-1 1,0-1,1 1,-1 0,1-1,-1 1,1-1,-1 1,1-1,0 0,-1 1,1-1,-1 1,1-1,0 0,-1 0,1 1,0-1,-1 0,1 0,0 0,0 0,-1 0,1 1,0-2,0 1,-1 0,1 0,0 0,0 0,158 1,-110-4,423-18,92-15,-58 4,-436 31,1-3,52-11,-48 12,-64 4,1-1,0 0,-1-1,1 0,-1-1,1 0,-1-1,9-3,-14 1,0 0,0 0,-1-1,0 1,0-1,-1 0,1-1,-1 1,-1-1,1 0,-1 0,0 0,-1 0,1 0,-2-1,1 1,-1-1,0 1,0-1,-1 1,0-1,0 0,-1 1,0-1,-1 1,1-1,-2-2,-58-188,23 87,37 110,0 0,1 1,-1-1,1 0,-1 1,1-1,-1 0,1 0,-1 0,1 1,0-1,0 0,-1 0,1 0,0 0,0 0,0 1,0-1,0 0,0 0,0 0,0 0,0 0,1 0,-1 1,0-1,1 0,-1 0,0 0,1 1,-1-1,1 0,-1 0,1 1,-1-1,1 0,0 1,-1-1,1 1,0-1,-1 1,1-1,0 1,0-1,0 1,-1 0,1-1,0 1,0 0,0 0,0 0,0 0,-1 0,1-1,0 2,0-1,0 0,0 0,0 0,0 0,-1 0,2 1,234 12,12-11,-145-2,-112 0</inkml:trace>
  <inkml:trace contextRef="#ctx0" brushRef="#br0" timeOffset="17272.969">9681 1458,'2'15,"6"13,5 9,8 6,5 3,2 3,3 2,4-1,0-2,-2-5,-1-7,-2-7,-3-9,-7-8</inkml:trace>
  <inkml:trace contextRef="#ctx0" brushRef="#br0" timeOffset="17478.025">10042 1537,'-18'12,"-14"12,-4 12,-4 10,0 10,1 6,4 4,6-2,8-6,7-7,6-14</inkml:trace>
  <inkml:trace contextRef="#ctx0" brushRef="#br0" timeOffset="17827.091">10135 1818,'5'-1,"-1"-1,-1 1,0 0,0-1,0 1,1 0,-1 0,0 1,1-1,-1 1,1 0,-1-1,1 2,-1-1,1 0,-1 1,0-1,1 1,-1 0,0 0,1 1,-1-1,0 0,0 1,0 0,0 0,0 0,-1 0,1 0,0 1,-1-1,0 1,0 0,0-1,0 1,0 0,0 1,-2 9,0-1,-1 0,0 0,-2 0,1 0,-1 0,-1-1,0 1,0-1,-2 0,1 0,-1 0,-1-1,0 0,0 0,-4 3,7-6,-31 57,36-62,0 0,1 0,-1 0,1 0,-1 0,1-1,0 1,0 0,0-1,0 0,0 1,0-1,0 0,0 0,0 0,0 0,1 0,-1-1,0 1,1-1,-1 1,1-1,-1 0,0 0,1 0,-1 0,1-1,-1 1,0 0,1-1,-1 0,2 0,-2 1,144-30,-96 16</inkml:trace>
  <inkml:trace contextRef="#ctx0" brushRef="#br0" timeOffset="18136.485">10603 1537,'6'16,"8"10,10 7,10 5,6 1,5 0,3-2,-4 0,-3-2,-8-5,-8-3,-10-6</inkml:trace>
  <inkml:trace contextRef="#ctx0" brushRef="#br0" timeOffset="18415.262">10884 1565,'-16'11,"-12"13,-6 12,-2 8,4 9,4 3,5 3,6-3,9-4,10-9,4-11</inkml:trace>
  <inkml:trace contextRef="#ctx0" brushRef="#br0" timeOffset="18662.858">11218 1792,'-5'18,"-3"13,-1 8,2 4,1 2,4-3,6-5,3-8,1-8</inkml:trace>
  <inkml:trace contextRef="#ctx0" brushRef="#br0" timeOffset="18850.172">10723 1297,'4'2,"14"1,19 0,21 0,20-1,12-1,4-1,-14 1</inkml:trace>
  <inkml:trace contextRef="#ctx0" brushRef="#br0" timeOffset="19018.721">11566 1471,'0'16,"2"14,3 11,6 6,6 1,9 2,6-3,7-3,3-4,2-7,-3-6,-3-9,-6-6,-8-6</inkml:trace>
  <inkml:trace contextRef="#ctx0" brushRef="#br0" timeOffset="19285.454">11900 1537,'-20'12,"-14"10,-11 13,-3 12,1 9,4 7,7 1,10-3,9-8,10-7,6-13</inkml:trace>
  <inkml:trace contextRef="#ctx0" brushRef="#br0" timeOffset="19502.058">12074 1979,'1'5,"1"1,-1-1,1 0,0 0,1 0,-1 0,1 0,0 0,0-1,1 1,-1-1,1 0,0 0,0 0,1-1,-1 1,1-1,-1 0,1 0,0-1,0 1,0-1,1 0,-1-1,0 1,1-1,-1 0,1 0,-1-1,1 0,2 0,1-1,1-1,-1 0,0 0,0-1,0 0,0-1,0 0,-1 0,0-1,0 0,0-1,0 0,-1 0,0 0,5-6,-9 8,1 0,-1 0,0 0,0 0,0 0,-1 0,1-1,-1 1,0-1,0 0,-1 1,1-1,-1 0,0 0,-1 0,1 0,-1 0,0 0,0 0,-1 0,1 0,-1 0,0 0,0 0,-1 0,0 0,1 1,-2-1,1 1,-1-2,0 1,0 1,-1 0,1 0,-1 0,0 0,0 1,0 0,-1-1,1 2,-1-1,0 0,0 1,1 0,-2 0,1 0,0 1,0 0,0 0,-1 0,1 0,0 1,-1 0,-3 0,-2 1,0 0,0 1,1 0,-1 1,1 0,-1 1,1 0,0 0,0 1,1 0,-3 2,-14 13,5-2</inkml:trace>
  <inkml:trace contextRef="#ctx0" brushRef="#br0" timeOffset="19718.431">11645 1190,'14'2,"20"4,23 2,22 0,15-1,6-2,-14-2</inkml:trace>
  <inkml:trace contextRef="#ctx0" brushRef="#br0" timeOffset="21289.45">10375 2700,'106'1,"751"-17,-315-21,389-16,-467 51,-463 3,-11-1</inkml:trace>
  <inkml:trace contextRef="#ctx0" brushRef="#br0" timeOffset="23622.036">10135 3303,'-4'-19,"31"23,12 12,-2 2,0 2,0 1,-2 2,-1 1,30 28,-52-41,0 0,0 1,-1 0,-1 1,0 0,-1 1,0 0,-1 0,-1 1,0 0,-1 0,0 1,-1 0,-1 0,-1 0,0 0,-1 0,-1 1,-1-1,0 1,-1-1,0 1,-2-1,-1 5,-7 13,-1-1,-2 0,-1-1,-1-1,-2-1,-1 0,-1-1,-2-1,-1-1,-8 6,-26 26</inkml:trace>
  <inkml:trace contextRef="#ctx0" brushRef="#br0" timeOffset="24065.863">10175 3249,'246'-12,"-160"12,0 3,0 4,-1 3,75 20,-116-18,0 1,-1 2,0 2,-1 2,-1 1,-1 3,-1 1,-2 1,0 3,0 2,7 13,-2 1,-2 2,0 4,-27-33,-3-5,-5-4,1 0,0-1,0 0,0 0,1-1,0 0,1 0,-1 0,8 3,-5-6</inkml:trace>
  <inkml:trace contextRef="#ctx0" brushRef="#br0" timeOffset="24828.22">10295 4359,'47'-4,"-2"-1,1-2,-1-3,0-1,26-11,-24 8,166-49,-2-8,111-60,-309 125,3 0,1-2,-1 0,0-1,0-1,-1 0,-1-1,1-1,8-10,-13-2,-11 24</inkml:trace>
  <inkml:trace contextRef="#ctx0" brushRef="#br0" timeOffset="25091.323">11592 3878,'2'-3,"6"0,8 0,15-2,18-4,21-5,19-3,18-3,10 0,4 3,0 2,-8 4,-11 4,-17 2,-17 3,-19 2,-15 0,-13 1</inkml:trace>
  <inkml:trace contextRef="#ctx0" brushRef="#br0" timeOffset="31055.502">2395 3878,'-1'5,"1"-1,0 1,0 0,0 0,0 0,1 0,0 0,0-1,0 1,1 0,-1-1,1 1,0-1,0 1,1-1,-1 0,1 0,0 0,0 0,1-1,-1 1,2 0,-4-4,0 0,1 0,-1 0,0 0,0 0,1 0,-1 0,0-1,0 1,0-1,0 1,1-1,-1 1,0-1,0 0,0 1,0-1,0 0,0 0,-1 0,1 0,0 0,0 0,-1 0,1 0,0 0,-1 0,1 0,-1 0,1 0,-1-1,0 1,0 0,1 0,-1 0,0-1,0 1,0 0,0 0,0-1,-1 1,1 0,0 0,0 0,-1-1,1 1,-1 0,1 0,-1 0,0 0,1 0,-1 0,0 0,0 0,1 0,-1 0,0 0,0 1,0-1,-1 0,0-1,-1 1,1-1,-1 1,0-1,0 1,0 0,0 0,0 1,0-1,0 1,0-1,0 1,0 0,0 0,0 0,0 0,0 1,0-1,0 1,0 0,0 0,0 0,1 0,-1 0,0 1,1-1,-1 1,0 0,1 0,0 0,0 0,-1 0,1 0,0 1,1-1,-1 1,0-1,1 1,-1 0,1-1,0 1,0 0,-1 3,1-3,0 0,0 0,1 0,-1 1,0-1,1 0,0 1,0-1,0 0,0 1,1-1,-1 0,1 0,0 1,0-1,0 0,0 0,0 0,1 0,0 0,-1 0,1 0,0-1,2 3,-2-5,-1 0,0-1,0 1,0 0,1-1,-1 1,0-1,0 1,0-1,0 0,0 0,0 1,0-1,0 0,0 0,-1 0,1 0,0 0,0 0,-1 0,1 0,-1 0,1 0,-1 0,1-1,-1 1,0 0,1 0,-1 0,0-1,0 1,0 0,0 0,0-1,0 1,-1 0,1 0,0 0,0-1,-1 1,1 0,-1 0,1 0,-1 0,0 0,1 0,-2-1,0-1,0 1,0-1,0 0,-1 1,1 0,-1 0,0 0,0 0,0 0,0 0,0 1,0-1,0 1,0 0,-3-1,5 2,-1-1,1 1,0 0,0-1,0 1,-1 0,1 0,0 0,0 0,-1 0,1 0,0 0,0 0,0 0,-1 1,1-1,0 0,0 1,0-1,0 1,-1 0,1-1,0 1,0 0,0-1,1 1,-1 0,0 0,0 0,0 0,1 0,-1 0,0 0,1 0,-1 0,1 0,-1 1,1-1,-1 0,1 0,0 0,0 1,0 0,0 0,1 1,0-1,-1 0,1 1,1-1,-1 0,0 0,0 1,1-1,-1 0,1 0,0 0,0-1,-1 1,1 0,0-1,1 1,-1-1,0 0,0 0,1 0,-1 0,0 0,1 0,-1 0,1-1,-1 1,1-1,-1 0,1 0,-1 0,1 0,-1 0,3-1,15 5,144 8,36 26,-122-21,0-3,1-4,40-1,991-9,-1017 0,158-1,66-15,26 6,-42 5,306-4,-277-5,-8-10,-269 18,668-51,-139 39,111-55,-410 57,157 11,-325-14,-111 16,0 0,-1-1,1 1,-1-1,0 1,0-1,0 0,-1 0,1 0,-1 0,0-1,0 1,0-1,-1 1,0-1,0 0,0 1,0-1,-1 0,0 0,0 1,0-1,0 0,-1 0,0 1,0-4,0-9,0-92,2 106,0 0,1 1,-1-1,1 1,-1 0,1-1,0 1,0 0,0 0,0 0,0 0,1 0,-1 1,0-1,1 1,0-1,-1 1,1 0,0 0,-1 0,1 1,0-1,0 0,0 1,0 0,0 0,-1 0,1 0,0 0,0 1,0-1,0 1,0-1,-1 1,1 0,0 0,14 0,95-3,1-5,29-10,62-4,-149 23,-52 1</inkml:trace>
  <inkml:trace contextRef="#ctx0" brushRef="#br0" timeOffset="33803.128">4520 4479,'-44'44,"43"-43,0 0,1 0,-1 0,0 0,1 0,-1 0,1 1,-1-1,1 0,0 0,0 0,-1 1,1-1,0 0,0 0,0 1,0-1,0 0,1 0,-1 1,0-1,0 0,1 0,-1 0,1 0,-1 1,1-1,0 0,-1 0,1 0,0 0,0 0,0 0,-1-1,1 1,0 0,0 0,0-1,1 1,-1 0,0-1,0 1,0-1,0 1,0-1,1 0,-1 1,78-1,-76 0,-1-1,1 1,0-1,-1 0,1 0,-1 0,1 0,-1 0,1-1,-1 1,0-1,0 0,0 0,0 0,0 1,0-2,0 1,0 0,-1 0,1-1,-1 1,0 0,0-1,0 0,0 1,0-1,0 0,-2 0,0 1,-1-1,1 1,0-1,-1 1,1 0,-1-1,0 1,0 0,0 0,0 0,0 0,0 1,-1-1,1 0,-1 1,1 0,-1 0,1 0,-1 0,0 0,1 0,-1 0,0 1,0 0,0-1,1 1,-1 0,0 0,0 1,-2-1,-57 2,61-2,-1 0,0 1,1-1,-1 0,1 0,-1 1,1-1,-1 1,1-1,-1 1,1 0,0-1,-1 1,1 0,0 0,-1 0,1 0,0 0,0 0,0 1,0-1,0 0,0 0,1 1,-1-1,0 1,1-1,-1 1,0-1,1 1,0-1,-1 1,1-1,0 1,0-1,0 2,2 2,1-1,0 1,0-1,0 0,1 1,-1-2,1 1,0 0,0-1,0 0,0 0,1 0,-1 0,1-1,0 0,0 1,0-2,0 1,0-1,0 0,0 0,0 0,1-1,-1 1,0-1,1-1,1 1,33-22,96 16,-88 7,1121-29,-248-24,-554 32,85-26,-307 24,490-59,25 18,-575 56,0 3,39 6,-17 0,221-3,-325 2,1-1,-1 0,0 1,0-1,0 0,0-1,0 1,0-1,0 1,0-1,0 0,0 0,0 0,0 0,0-1,-1 1,1-1,0 0,-1 1,0-1,1-1,-1 1,0 0,0 0,0-1,0 1,0-1,-1 0,1 1,-1-1,0 0,0 0,0 0,1-2,-10-91,2-13,7 106,0-1,0 1,0 0,0 0,1 0,-1 1,1-1,0 0,0 0,0 1,0-1,0 1,0 0,1 0,-1 0,1 0,0 0,-1 0,1 1,0-1,0 1,0 0,0 0,2-1,79-13,-80 15,288-4,-250 5,-43-1</inkml:trace>
  <inkml:trace contextRef="#ctx0" brushRef="#br0" timeOffset="34875.676">4494 4505,'0'3,"0"4,0 9,0 8,-2 12,-2 10,-1 12,0 11,0 8,2 3,3-5,1-13</inkml:trace>
  <inkml:trace contextRef="#ctx0" brushRef="#br0" timeOffset="35595.602">5349 4706,'0'3,"0"4,0 9,0 10,0 12,0 12,2 7,4 4,0-8</inkml:trace>
  <inkml:trace contextRef="#ctx0" brushRef="#br0" timeOffset="39594.852">12782 3329,'3'16,"2"14,3 14,2 13,0 12,0 13,1 13,-1 11,1 10,2 3,3-2,4-6,2-10,2-13,0-14,-2-16,-3-15,-5-15</inkml:trace>
  <inkml:trace contextRef="#ctx0" brushRef="#br0" timeOffset="40199.329">12769 3342,'44'0,"75"-2,-1 4,-1 6,1 5,75 20,-131-18,-1 3,-2 3,0 2,-1 3,-1 2,30 21,-65-34,0 0,0 1,-2 1,0 1,-1 0,0 2,-2 0,-1 1,0 1,-2 0,0 1,-1 1,-2 0,0 0,-2 1,5 22,-9-21,-1 0,-2-1,0 1,-2 0,0 0,-2 0,-1 0,-2 0,0-1,-1 1,-2-2,0 1,-2-1,-1 0,0-1,-11 15,2-7,-1 0,-2-1,-1-1,-1-2,-2 0,0-2,-2 0,-1-2,0-2,-2-1,-10 5,21-14,-1-1,0-1,0-1,-1 0,0-2,0-1,0 0,-1-2,-13 0,34-2,0-1,0 1,0-1,0 0,0 0,0 0,0 0,0-1,0 1,1-1,-1 0,0 0,0 0,0 0,1 0,-1-1,0 1,1-1,0 1,-1-1,1 0,0 0,0 0,0 0,0-1,0 1,0 0,1-1,-1 0,1 1,-1-3,2-9</inkml:trace>
  <inkml:trace contextRef="#ctx0" brushRef="#br0" timeOffset="40950.886">14225 4011,'9'-2,"13"-1,13 0,17-2,17-2,16-2,16-2,9-1,6-2,2 1,-1-1,-7 0,-13 3,-14 3,-19 0,-18 2,-16 2</inkml:trace>
  <inkml:trace contextRef="#ctx0" brushRef="#br0" timeOffset="42548.616">13531 4773,'-9'7,"-6"2,-4 2,-3-1,-4 0,-3 1,-4 0,-3 1,-2-1,1-1,-1-2,5-2,7-2</inkml:trace>
  <inkml:trace contextRef="#ctx0" brushRef="#br0" timeOffset="42813.33">13023 4733,'0'7,"0"9,2 8,3 8,3 4,1 4,-2-6</inkml:trace>
  <inkml:trace contextRef="#ctx0" brushRef="#br0" timeOffset="44409.632">1258 4666,'-2'-4,"-1"2,2 9,2 13,3 13,2 15,3 14,3 9,3 6,1 2,-1-1,-4-15</inkml:trace>
  <inkml:trace contextRef="#ctx0" brushRef="#br1" timeOffset="52799.51">1191 4505,'-6'13,"0"0,1 1,1-1,0 1,0 0,2 0,-1 0,2 0,0 3,1-15,1-1,-1 0,1 1,-1-1,1 0,-1 1,1-1,0 0,0 0,0 1,0-1,0 0,0 0,0 0,0 0,0-1,1 1,-1 0,0 0,0-1,1 1,-1-1,0 1,1-1,-1 1,1-1,-1 0,1 0,-1 0,1 0,-1 0,0 0,1 0,51-5,-44 4,-1-1,1 0,-1 0,1-1,-1 0,0 0,0-1,0 0,0-1,-1 0,0 0,0 0,0-1,0 0,-1 0,0-1,-1 1,5-8,-9 13,-1 0,0 0,1 1,-1-1,0 0,0 0,1 0,-1 0,0 0,0 1,0-1,0 0,0 0,0 0,-1 0,1 0,0 0,0 0,-1 1,1-1,0 0,-1 0,1 0,-1 1,1-1,-1 0,1 1,-1-1,0 0,1 1,-1-1,0 1,1-1,-1 1,0-1,0 1,0-1,1 1,-1 0,0 0,0-1,0 1,0 0,0 0,0 0,0 0,-43-2,37 3,1-1,-1 1,1 0,-1 1,1 0,0 0,-1 0,1 0,0 1,0 0,1 1,-1-1,1 1,-1 0,1 0,0 1,1 0,-1 0,1 0,0 0,0 0,1 1,-1 1,3-5,1 0,-1 0,1 0,0 0,0-1,0 1,0 0,0 0,0 0,1 0,-1 0,0 0,1-1,0 1,-1 0,1 0,0-1,0 1,0 0,0-1,0 1,0-1,1 0,-1 1,0-1,1 0,-1 1,1-1,-1 0,1 0,0 0,-1-1,1 1,0 0,0-1,-1 1,1-1,0 1,75 12,-71-12,-1 0,0 0,1 0,-1 0,1 0,-1-1,1 0,-1 0,0-1,1 1,-1-1,1 0,-1-1,0 1,0-1,0 0,0 0,0-1,0 0,0 0,-1 0,0 0,1 0,-1-1,0 0,1-2,-5 5,1 0,-1 0,0 0,0 0,0 0,0-1,0 1,0 0,0 0,0 0,0 0,-1 0,1 0,0 0,-1 0,1 0,-1 0,1 0,-1 0,1 0,-1 0,0 0,1 0,-1 0,0 0,0 1,0-1,0 0,1 1,-1-1,0 1,0-1,0 1,0-1,-1 1,1-1,0 1,-43-10,44 9,-5 0,-1-1,1 1,-1 0,1 1,-1-1,1 1,-1 0,0 1,1-1,-1 1,1 0,-1 0,1 1,0 0,-1 0,1 0,0 0,0 1,0 0,1 0,-1 0,-1 2,5-3,0-1,1 1,-1-1,1 1,-1-1,1 1,0 0,-1-1,1 1,0 0,0-1,0 1,0-1,1 1,-1 0,0-1,1 1,-1 0,1-1,-1 1,1-1,0 1,-1-1,1 0,0 1,0-1,0 0,0 1,1-1,-1 0,0 0,0 0,1 0,-1 0,1 0,-1-1,0 1,1 0,0 0,2 1,1 0,-1 0,1 0,-1-1,1 0,-1 0,1 0,0 0,0 0,-1-1,1 0,0 0,2-1,-7 1,1-1,-1 1,0 0,1-1,-1 1,1-1,-1 1,0-1,1 1,-1-1,0 1,0-1,1 1,-1-1,0 1,0-1,0 1,0-1,0 0,0 1,0-1,0 1,0-1,0 0,0 1,0-1,0 1,0-1,0 1,-1-1,1 0,0 1,0-1,-1 1,1-1,0 1,-1-1,1 1,0 0,-1-1,1 1,-1-1,1 1,-1 0,1-1,-1 1,1 0,-1 0,1-1,-1 1,1 0,-1 0,0 0,1 0,-1 0,1 0,-1 0,0 0,1 0,-1 0,1 0,-1 0,0 0,-8-7,42-3,451 11,-458-1,-1 0,0 2,0 1,0 1,8 3,26 8,2-2,0-3,0-3,45 0,-89-7,0 1,0 0,0 2,-1 0,1 1,-1 0,1 2,17 4,1-1,0-2,0-1,3-2,37 8,20 3,1-3,1-5,8-4,529 4,-259 16,-38 16,-251-27,0-4,1-4,25-3,624-2,-465-14,-51 24,117-2,-210-8,-55 1,541-15,-196 4,-194 9,374-36,208-6,-511 20,-77 6,21 8,-86 6,0-8,13-7,478-34,-313 30,60 15,-383 9,-1-1,1 0,0 0,-1-1,1 0,0 0,-1 0,1-1,-1 0,1 0,-1-1,0 1,0-1,0-1,-1 1,1-1,-1 0,1 0,-1-1,-1 0,1 1,-1-2,0 1,1-1,33-55,19-43,-49 80,-7 18,0 0,0 0,1 0,0 0,0 1,1-1,-1 0,1 1,0 0,0 0,1 0,0 0,0 0,0 1,0-1,1 1,0 0,0 0,0 1,0 0,0 0,1 0,-1 0,1 1,16-2,0 2,1 0,-1 1,0 1,12 2,17 0,213 26,-113-1,-43-28,-117 1</inkml:trace>
  <inkml:trace contextRef="#ctx0" brushRef="#br2" timeOffset="61257.082">13103 2608,'981'-8,"-597"2,-374 6,-9-1,1 0,-1 1,1 0,-1-1,1 1,0 0,-1 0,1 0,0 0,-1 0,1 0,-1 0,1 0,0 1,-1-1,1 1,-1-1,1 1,-1-1,1 1,-1 0,1 0,-1 0,0 0,0 0,1 0,-1 0,0 0,0 1,0-1,0 0,0 1,0-1,-1 1,1-1,0 1,-1-1,1 1,-1 0,-9 158,8-98,3 1,2-1,4 0,2 0,6 17,15 38,-30-115,1 1,0-1,0 0,0-1,1 1,-1 0,0-1,1 1,-1-1,1 0,-1 1,1-1,0 0,-1-1,1 1,0-1,0 1,0-1,0 0,-1 0,1 0,0 0,0 0,0-1,-1 1,1-1,0 0,0 0,-1 0,10 0,402-39,172 36,-572 4</inkml:trace>
  <inkml:trace contextRef="#ctx0" brushRef="#br2" timeOffset="62002.384">15456 2700,'24'36,"0"-1,3-1,1-2,1-1,12 9,29 32,-48-50,-1 2,-1 0,-1 2,-1 0,-1 0,-1 2,-2 0,-1 1,-1 0,-2 1,0 0,-3 1,0 0,-2 0,-1 5,-3 7,-2 1,-3-1,-1 0,-2-1,-2 1,-1-2,-3 1,-1-1,-2-1,-8 12,-19 31,-3-2,-4-2,-3-3,-17 16,-5-5,75-87,0-1,0 1,0-1,0 1,0 0,0-1,0 1,0-1,0 1,0 0,0-1,-1 1,1 0,0-1,0 1,0 0,0-1,-1 1,1 0,0-1,0 1,-1 0,1 0,0-1,-1 1,1 0,0 0,-1-1,1 1,0 0,-1 0,1 0,0 0,-1 0,1 0,-1-1,1 1,0 0,-1 0,1 0,0 0,-1 0,1 0,-1 1,1-1,0 0,-1 0,1 0,0 0,-1 0,1 1,8-26</inkml:trace>
  <inkml:trace contextRef="#ctx0" brushRef="#br2" timeOffset="62489.95">15549 2754,'277'19,"-169"-7,-1 4,-1 4,-1 6,-1 4,-1 4,36 21,-82-29,0 2,-2 3,-1 3,-1 1,-3 3,-1 2,-1 2,-3 2,-2 3,-1 1,20 32,15 26,-79-101,-8-8</inkml:trace>
  <inkml:trace contextRef="#ctx0" brushRef="#br2" timeOffset="63839.21">15630 4398,'17'-1,"-1"-1,1-1,0 0,-1-1,0-1,0-1,8-4,-7 4,543-218,-440 176,134-52,-5-11,40-35,-287 145,23-12,0-1,-1-1,0-1,-1-1,-1-1,-1-1,0-1,3-6,-23 26,-1-1,1 0,0 1,0-1,0 0,-1 0,1 0,0 1,0-1,-1 0,1 0,-1 0,1 0,-1 0,0 0,1 0,-1 0,0 0,1 0,-1 0,0-1,0 1,0 0,0 0,0 0,0 0,-1 0,1 0,0 0,0 0,-1 0,1 0,-1 0,1 0,-1 0,1 0,-1 0,0 0,1 0,-1 0,0 1,0-1,1 0,-1 0,0 1,0-1,0 1,0-1,0 1,0-1,0 1,0 0,0-1,0 1,0 0,0 0,0 0,-1-1,1 1,0 1,0-1,-1-1,0 1,0 0,0 0,0 0,1 1,-1-1,0 0,0 1,0-1,0 1,1-1,-1 1,0 0,1 0,-1 0,1 0,-1 0,1 0,-1 0,1 0,0 1,-1-1,1 1,0-1,0 1,0-1,0 1,0-1,1 1,-1 0,0 0,1-1,-1 1,1 0,0 0,-1 2,3-3,0 1,0 0,0-1,0 1,0-1,0 1,1-1,-1 0,1 0,-1 0,0 0,1 0,-1-1,1 1,0-1,-1 0,1 0,-1 0,1 0,0 0,-1 0,8 1,223 10,188-15,-402 3,1666-46,-1223 36,-398 4,-56 4,-10 1</inkml:trace>
  <inkml:trace contextRef="#ctx0" brushRef="#br2" timeOffset="64734.074">19065 2153,'-10'-81,"15"104,1 0,1 0,0-1,2 0,1-1,1 0,1 0,0-1,2-1,0 0,9 8,-14-16,0-1,1 0,0-1,0 0,1-1,1 0,-1-1,1 0,0-1,0 0,1-1,0 0,0-1,0-1,1 0,-1 0,1-2,-1 0,1 0,0-1,6-1,-9-1,-1-1,0 0,0 0,0-1,0 0,0-1,-1 0,0-1,0 0,0 0,-1-1,1 0,-2 0,1-1,-1 0,0 0,-1-1,0 0,-1 0,1 0,-2-1,1 0,-1 0,-1 0,0 0,0-1,-1 1,0-1,-1 1,-1-1,1 0,-1 1,-1-1,0 0,-1 1,0-1,-3-9,-33-45,37 63,0 1,0 0,-1 0,1 0,0-1,-1 1,1 1,-1-1,1 0,-1 0,1 0,-1 1,0-1,1 1,-1-1,0 1,0 0,1 0,-1 0,0 0,1 0,-1 0,0 0,0 0,1 1,-1-1,0 1,1-1,-1 1,1 0,-1-1,0 1,1 0,0 0,-1 0,1 0,0 1,-1-1,1 0,0 0,-1 2,-3 5,0 0,1 0,0 0,0 0,1 1,0 0,1 0,0 0,0 0,1 0,0 0,0 0,1 0,1 8,3 35,3 0,1 0,3-1,2 0,3-1,2 1,7 27,-17-49,17 49,-4 2,10 72,-36-52,5-97,-1 0,0 0,0 0,-1 0,1 0,0 0,-1-1,0 1,0 0,0-1,0 1,0-1,0 1,-1-1,1 0,-1 0,0 0,1-1,-1 1,0-1,0 1,0-1,0 0,0 0,0 0,0-1,-1 1,-2 0,-4-3,0 0,1 0,-1-1,0 0,1-1,0 0,0-1,0 1,0-2,1 1,0-1,0 0,0-1,1 0,0 0,0-1,1 0,0 0,1 0,-1-1,0-2,-2 0,1-1,0 0,0-1,2 1,-1-1,1 0,1-1,1 1,0-1,0 0,1 1,1-1,1 0,0 0,0 0,3-13,-1 22,0 0,0 0,0 0,1 1,0-1,0 1,0 0,0 0,1 0,0 0,0 0,0 1,0 0,0 0,1 0,-1 0,1 0,0 1,-1 0,1 0,3 0,112-18,-70 16,0 3,0 2,0 2,0 2,-1 2,1 2,-2 3,7 4,16 20,-68-34,-1-1,0 1,0-1,0 1,-1 0,1 0,0 0,-1 0,1 0,-1 1,1-1,-1 0,0 1,0-1,0 0,-1 1,1-1,-1 1,1 0,-1-1,0 1,0-1,0 1,0 0,0-1,0 1,-1-1,0 3,-4 4,0 0,0 0,-1-1,0 1,0-2,-1 1,0-1,-1 0,1 0,-6 3,-12 12,8-6,8-8,0-1,1 1,0 1,0 0,1 0,0 0,1 1,-3 5,9-14,0 1,0-1,0 1,0-1,0 1,0-1,1 1,-1-1,0 1,1-1,-1 0,1 1,0-1,-1 0,1 1,0-1,0 0,0 0,0 0,0 0,0 0,0 0,0 0,0 0,0 0,1 0,-1-1,0 1,1 0,-1-1,0 1,1-1,-1 0,1 1,-1-1,1 0,-1 0,1 0,-1 0,1 0,-1 0,1 0,38 3,-1-1,1-2,-1-1,1-2,27-7,3 1,114 0,-157 12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51:30.57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366 40,'4'30,"-5"-28,0 0,1 0,-1 1,0-1,1 0,0 1,0-1,-1 0,1 1,1-1,-1 1,0-1,1 0,-1 1,1-1,-1 0,1 0,0 0,0 1,0-1,1 0,-1 0,0 0,1 0,-1-1,1 1,-1 0,1-1,0 1,0-1,0 1,0-1,0 0,0 0,0 0,0 0,1 0,-1-1,2 1,1 0,0 0,1-1,-1 0,1 0,-1-1,1 1,-1-1,1 0,-1-1,0 1,0-1,0 0,0 0,0-1,0 1,0-1,-1 0,1-1,-1 1,0-1,0 0,0 0,-1 0,1 0,-1 0,0-1,0 0,-1 0,1-1,-3 4,0 0,0 0,0-1,0 1,0 0,-1-1,1 1,-1 0,1 0,-1-1,0 1,0 0,0 0,0 0,0 0,-1 0,1 0,-1 0,1 1,-1-1,1 1,-1-1,0 1,0-1,0 1,0 0,0 0,0 0,-2-1,-67-13,65 16,0 0,0 0,0 1,0-1,0 1,1 1,-1-1,0 1,1 0,0 0,0 1,0 0,-4 3,6-5,1 0,0 0,0 0,0 0,0 0,0 1,1-1,-1 1,1-1,0 1,-1-1,1 1,0 0,0 0,1-1,-1 1,1 0,-1 0,1 0,0 0,0 0,0 0,1-1,-1 1,1 0,-1 0,1 0,0 0,0-1,1 2,3 2,0-1,1 0,0 0,0-1,0 1,0-1,1-1,-1 1,1-1,0 0,0-1,0 1,1-2,-1 1,1-1,-1 0,0 0,1-1,0 0,-1 0,2-1,75-14,-82 14,-1 1,1-1,0 1,0-1,0 0,-1 0,1 0,-1 0,1 0,0 0,-1-1,0 1,1 0,-1-1,0 1,0-1,0 0,0 1,0-1,0 0,0 1,0-1,-1 0,1 0,-1 0,1 0,-1 0,0 1,0-1,0 0,0 0,0 0,0 0,0 0,-1 0,1 0,-1 0,1 0,-1 1,0-1,0 0,-3-5,-1 1,1 0,-1 1,-1-1,1 1,-1 0,0 1,0-1,0 1,-1 0,1 1,-1-1,0 1,0 1,0-1,-1 1,1 1,0-1,-1 1,1 0,-1 1,1 0,-1 0,1 1,-1 0,1 0,-1 0,1 1,0 0,0 1,-4 1,5 0,1-1,0 1,0 0,0 0,0 1,0 0,1 0,0 0,0 0,0 0,1 1,-3 5,4-8,1-1,0 1,0 0,0-1,0 1,0 0,1 0,-1-1,1 1,0 0,-1 0,1 0,1 0,-1 0,0 0,1-1,-1 1,1 0,0 0,0-1,0 1,0 0,1-1,-1 1,1-1,-1 0,1 1,0-1,0 0,1 1,6 2,1 0,0 0,0-1,0-1,0 1,1-1,0-1,-1 0,1-1,0 0,0 0,0-1,0-1,0 0,-1 0,1-1,2-1,-8 2,0 1,0-1,0 0,0-1,0 1,0-1,0 0,-1 0,1 0,-1-1,1 0,-1 0,0 0,0 0,0 0,-1-1,1 0,-1 0,0 0,0 0,0 0,0-2,-3 4,1 0,-1-1,0 1,0 0,0 0,-1 0,1 0,0 0,-1 0,1 0,-1 0,0 1,1-1,-1 0,0 0,0 0,-1 1,1-1,0 0,0 1,-1-1,1 1,-1 0,1-1,-1 1,0 0,1 0,-1 0,0 0,0 0,0 0,-63-20,58 19,0 1,0 1,0 0,0 0,0 0,0 1,0 0,0 0,0 0,0 1,0 0,1 1,-1 0,1 0,0 0,-1 0,1 1,1 0,-1 1,1-1,0 1,0 0,0 0,0 1,1-1,-1 3,4-7,1 1,0-1,-1 0,1 1,0-1,0 1,0-1,-1 1,2-1,-1 1,0-1,0 1,0-1,1 1,-1-1,1 1,-1-1,1 0,0 1,-1-1,1 0,0 1,0-1,0 0,0 0,0 0,0 0,0 0,0 0,0 0,1 0,-1-1,0 1,1 0,-1-1,0 1,1-1,-1 1,1-1,-1 0,2 1,63 9,-51-9,-1-1,1-1,0 0,-1-1,0-1,1 0,-1 0,0-2,11-4,-23 8,0 0,0 0,-1 0,1 0,0 0,0-1,0 1,-1-1,1 1,-1-1,1 1,-1-1,0 0,1 0,-1 0,0 1,0-1,0 0,0 0,-1-1,1 1,-1 0,1 0,-1 0,0 0,0-1,0 1,0 0,0 0,0 0,0 0,-1-1,1 1,-1 0,0 0,1 0,-1 0,0 0,0 0,0 0,-1 0,1 1,0-1,-1 0,-3-5,0 1,-1-1,0 1,0 0,-1 0,1 1,-1-1,-1 2,1-1,-1 1,1 0,-1 0,0 1,-1 0,1 1,0 0,-1 0,1 1,-1 0,1 0,-1 1,0 0,1 1,-1 0,0 0,1 1,-1 0,-4 2,9-2,1 0,0 0,0 1,0-1,0 1,0 0,1 0,-1 0,1 0,0 0,0 0,0 1,0-1,1 1,-1-1,1 1,0 0,0 0,0-1,1 1,-1 0,1 0,0 0,0 0,0-1,1 1,-1 0,1 0,0 0,0-1,0 1,1 0,-1-1,1 1,0-1,0 1,0-1,0 0,1 0,-1 0,1 0,0-1,0 1,0-1,0 1,1-1,6 5,1-1,0-1,0 0,0 0,1-1,-1-1,1 0,0 0,0-1,1-1,-1 0,0-1,0 0,1 0,-1-2,0 1,0-2,0 1,1-2,-10 3,0 0,-1 0,1 0,0 0,-1-1,1 1,-1-1,1 1,-1-1,0 0,0 0,0 0,0 0,0 0,0 0,-1-1,1 1,-1-1,1 1,-1-1,0 0,0 1,0-1,0 0,-1 0,1 1,-1-1,0 0,1 0,-1 0,-1 0,1 0,0 0,-1 1,1-1,-1 0,0 0,0 0,0 1,0-1,-1 1,1-1,-1 1,1-1,-1 1,0 0,-3-4,0 0,-1 0,0 1,0 0,0 1,-1-1,1 1,-1 0,0 1,0-1,0 1,-1 1,1-1,-1 1,1 1,-1 0,0 0,0 0,0 1,1 0,-1 0,0 1,0 0,1 0,-1 1,0 0,1 1,0-1,-1 2,1-1,-4 3,9-4,-1 0,1-1,0 1,0 1,0-1,0 0,0 0,0 1,0-1,1 1,-1 0,1-1,0 1,0 0,0 0,0 0,1 0,-1 0,1 0,-1 0,1 0,0 0,0 0,0 0,1 0,-1 0,1 0,0-1,0 1,0 0,0 0,0 0,0-1,1 1,-1 0,1-1,0 0,0 1,0-1,0 0,0 0,1 1,8 3,1-1,-1 0,1-1,0 0,1-1,-1 0,0-1,1-1,0 0,-1 0,1-1,-1-1,1 0,0-1,3-1,36-16,-51 18,0 1,0 0,0-1,-1 1,1-1,0 1,0-1,-1 1,1-1,-1 0,1 1,0-1,-1 0,1 1,-1-1,1 0,-1 0,0 1,1-1,-1 0,0 0,0 0,1 0,-1 0,0 0,0 1,0-1,0 0,0 0,0 0,0 0,0 0,-1 0,1 1,0-1,-1 0,1 0,0 0,-1 0,1 1,-1-1,1 0,-1 1,1-1,-1 0,0 1,1-1,-1 0,0 1,1-1,-1 1,0-1,0 1,0 0,1-1,-1 1,0 0,-11-6,0 1,-1 0,1 1,-1 0,0 1,0 0,0 2,0-1,0 1,-8 1,78 0,-57-1,1 1,-1 0,1 0,-1-1,1 1,-1 0,1 0,-1-1,1 1,-1-1,1 1,-1 0,0-1,1 1,-1-1,1 1,-1-1,0 1,0-1,1 1,-1-1,0 0,0 1,0-1,0 1,1-1,-1 1,0-1,0 0,0 1,0-1,0 1,-1-1,1 0,0 1,0-1,0 1,0-1,-1 1,1-1,0 1,-1-1,1 1,0-1,-1 1,1-1,0 1,-1-1,1 1,-1 0,1-1,-1 1,-16 21,13-1,0-1,1 1,1 0,1 0,1-1,1 10,0 23,-5 75,-4-1,-7 1,-29 118,26-172,-9 33,5 2,-3 56,-30 573,27-500,5 151,15 301,-34 200,4-377,12-224,9-94,-31 136,19-161,-4 110,26-189,-27 225,19-228,16-86,-1 1,1 0,0-1,-1 1,1 0,0-1,0 1,0-1,0 0,1 1,-1-1,0 0,1 0,-1 1,0-1,1 0,-1 0,1-1,0 1,-1 0,1 0,0-1,-1 1,1-1,0 0,0 1,-1-1,1 0,0 0,0 0,0 0,-1 0,1-1,0 1,0 0,1-2,7 3,1014 23,-365-19,-587 2,-63 2,-29-5,-20-7,20-3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51:30.88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79 0,'8'12,"1"0,0 0,1-1,0-1,1 0,0 0,0-1,6 3,7 7,226 179,-245-194,-1-1,1 1,-1 0,0 0,0 0,0 1,-1-1,1 1,-1 0,0 0,-1 0,1 0,-1 1,0-1,0 1,-1-1,1 1,-1 0,-1 0,1-1,-1 1,0 0,0 0,-1 0,1 0,-1-1,-1 1,1 0,-1-1,-2 4,-11 13,-2-1,0-1,-1 0,-1-2,-1 0,-1-1,0-1,-1-1,-18 9,17-9,-181 121,149-80,51-40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51:32.01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494 8,'-25'-4,"-1"2,1 0,-1 2,0 1,1 1,-1 1,1 1,0 1,0 2,1 0,-1 2,2 0,-8 6,19-10,1 1,0 1,0 0,0 0,1 1,1 1,-1 0,1 0,1 0,-4 6,9-11,0 0,1 0,0 0,0 0,0 0,0 0,1 1,-1-1,1 1,0-1,0 1,1-1,-1 1,1 0,0-1,1 1,-1-1,1 1,0 0,0-1,0 1,0-1,1 0,0 1,0-1,0 0,0 0,1 0,0-1,0 2,11 9,0 0,0-1,2-1,-1 0,1-1,1-1,0-1,6 3,-6-3,46 24,-34-20,-1 1,0 2,-1 1,0 1,-2 2,0 0,-1 1,4 7,-25-24,1-1,-1 1,0 0,0 0,0 0,-1 0,1 0,-1 1,0-1,0 1,-1-1,0 1,1 0,-1-1,-1 1,1 0,-1 0,0 0,0 0,0 0,-1 0,1-1,-1 1,-1 0,1 0,0-1,-1 1,0-1,0 1,-1-1,1 0,-1 0,0 0,0 0,-2 1,-9 6,-1-1,-1-1,0-1,0 0,0-1,-1 0,0-2,-1 0,1-1,-1 0,0-2,0 0,-4-1,8 1,-1 0,1-1,-1-1,1 0,-1-1,1 0,-1-1,1-1,0-1,-8-2,21 5,0 1,-1 0,1-1,0 1,0-1,0 1,0-1,0 1,0-1,0 0,0 0,0 1,0-1,0 0,1 0,-1 0,0 0,1 0,-1 0,0 0,1 0,-1-1,1 1,0 0,-1 0,1 0,0 0,0-1,-1 1,1 0,0 0,0-1,1 1,-1 0,0-1,32-33,-2 18,0 1,1 2,1 1,30-7,-27 8,19-7,5 1,0-3,-2-2,-1-3,-1-2,26-19,-74 43,0-1,0 1,-1-1,1 0,-1-1,0 0,-1 0,0 0,0 0,0-1,0 0,-1 0,-1 0,1 0,-1-1,0 1,-1-1,2-5,-4 13,-1 1,1-1,0 0,-1 0,1 0,0 0,0 1,-1-1,1 0,0 0,-1 0,1 0,0 0,-1 0,1 0,0 0,0 0,-1 0,1 0,0 0,-1 0,1 0,0 0,-1 0,1 0,0 0,-1-1,1 1,0 0,0 0,-1 0,1 0,0-1,0 1,-1 0,1 0,0-1,0 1,0 0,-1 0,1-1,0 1,0 0,0 0,0-1,0 1,0 0,0-1,-1 1,1 0,0-1,0 1,0 0,0-1,0 1,0 0,1-1,-1 1,0 0,0-1,0 1,0 0,0 0,0-1,0 1,1 0,-1 0,0-1,-15 73,13 15,4 1,4 0,3-1,10 30,-3-12,-14-84,12 64,-5 2,-3-1,-4 1,-4 7,-1-70,1-77,35-591,-31 257,6 298,-7 88,-1-1,1 1,0-1,0 0,-1 1,1 0,1-1,-1 1,0 0,0-1,0 1,1 0,-1 0,0 0,1 0,-1 0,1 0,-1 0,1 1,0-1,-1 1,1-1,0 1,-1-1,1 1,0 0,0 0,-1 0,1 0,0 0,-1 0,2 1,56 16,-58-17,48 21,0 3,-2 1,-1 3,30 23,-25-2,-50-48,0 1,0-1,0 1,0-1,-1 1,1-1,-1 1,1-1,-1 1,1 0,-1-1,0 1,0 0,0-1,0 1,0 0,0-1,0 1,-1 0,1-1,0 1,-1-1,0 1,1-1,-1 1,0-1,0 1,0-1,0 1,0-1,0 0,0 0,0 0,0 1,-1-1,1 0,0 0,-1-1,0 2,-16 7,-1 0,0-1,0-1,-1-1,0-1,0 0,0-1,0-2,-7 0,10 1,-97 13,109-14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51:32.68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3 608,'5'-37,"-1"-1,-2 1,-1-1,-2 0,-2-3,1-13,-4-180,5 231,1 0,-1-1,1 1,-1 0,1-1,0 1,1 0,-1 0,0-1,1 1,0 0,0 0,0 0,0-1,0 1,1 0,-1 1,1-1,0 0,0 0,0 1,0-1,0 1,0-1,1 1,-1 0,1 0,0 0,0 1,-1-1,1 0,1 1,6 1,-1 0,1 0,-1 1,1 1,-1 0,0 0,0 1,0 0,7 3,-2-1,42 15,-2 1,0 3,-2 2,10 9,-57-33,0 1,0 0,0-1,0 2,-1-1,1 0,-1 1,0 0,0 0,0 0,-1 1,0-1,1 1,-1 0,-1 0,1 0,-1 0,0 0,0 0,0 1,-1-1,0 1,0-1,-1 1,1 3,-4 1,0 0,-1 0,0 0,-1 0,0 0,0-1,-1 0,0 0,-1 0,0-1,0 0,-1 1,1-1,0 1,1 0,0 1,0 0,1-1,0 2,1-1,0 1,1 0,2-9,1 0,0-1,0 1,0-1,0 1,0 0,0-1,0 1,0-1,1 1,-1 0,1-1,-1 1,1-1,0 1,-1-1,1 0,0 1,0-1,0 0,0 0,0 1,0-1,1 0,-1 0,0 0,0 0,1 0,-1-1,1 1,-1 0,1-1,-1 1,1 0,57 10,32-8,0-3,-1-5,4-4,-67 7,20-2,1-1,-1-3,0-1,-1-3,17-8,-49 15,0-1,0 0,-1-1,0 0,0-1,-1-1,0 0,-1 0,1-1,-2-1,0 0,0 0,-1-1,0 0,-1-1,-1 0,0 0,0 0,-1-3,-1 6,-2 1,1-1,-1 0,-1-1,1 1,-2 0,0-1,0 0,-1 1,0-1,0 1,-1-1,-1 1,0 0,-3-9,4 17,1 0,-1 0,0 0,-1 0,1 0,0 0,-1 0,1 1,-1-1,1 0,-1 1,0-1,1 1,-1 0,0 0,0 0,0 0,0 0,0 0,0 0,0 0,-1 1,1-1,0 1,0 0,0-1,-1 1,1 0,0 1,0-1,-1 0,1 0,0 1,0 0,0-1,-2 2,-3 1,1 0,-1 0,1 1,0 0,0 0,0 0,1 1,-1 0,1 0,-4 5,0 4,0-1,0 1,1 0,1 1,1 0,0 0,1 1,0-1,2 1,0 0,0 0,1 0,1 1,1-1,1 0,0 0,1 1,0-1,1 0,1-1,1 1,3 7,-1-11,0 0,0-1,1 1,1-2,-1 1,2-1,-1-1,2 0,-1 0,1-1,0 0,1-1,0 0,0-1,0 0,1-1,11 3,10 2,1-2,0-1,0-2,1-1,0-1,8-3,52-3,-15-6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51:36.46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0 758,'13'4,"1"0,-1-1,1-1,-1 0,1 0,0-1,0-1,-1-1,1 0,0 0,0-2,-1 1,0-2,8-2,18-8,-1-2,0-1,-1-2,5-5,-3 2,0-1,-2-2,-1-1,-1-3,-1 0,-2-2,-1-1,-1-2,-2-1,-2-1,20-36,-39 58,-1 0,0-1,-1 0,0 0,-1 0,-1-1,1-6,-4 17,1-1,-1 0,0 1,0-1,-1 1,0-1,0 1,0-1,0 1,-1 0,0 0,0-1,0 1,-1 0,0 1,0-1,0 0,-1 1,1 0,-1 0,0 0,-1-1,-4 0,0 1,0-1,-1 2,1-1,-1 2,0-1,0 1,0 0,0 1,0 0,0 1,0 0,0 1,0 0,0 0,0 1,0 1,0 0,0 0,1 0,0 1,0 1,0 0,0 0,0 0,1 1,0 1,1-1,-1 1,1 0,0 2,-3 3,0 1,1 0,0 1,1 0,1 0,0 1,1 0,0 0,2 0,-1 1,2 0,0 0,1 0,1 0,0 12,2 12,1 0,3-1,1 1,1-1,12 32,-8-30,1 0,3-1,1-1,2 0,1-1,3-1,1-1,1-1,21 22,-40-50,0-1,1 0,-1-1,1 1,0-1,0 0,1-1,-1 0,1 0,0 0,0-1,1 0,-1 0,1 0,-1-1,1-1,0 1,0-1,-1 0,1-1,0 0,0 0,0-1,0 0,0 0,-1-1,1 0,0 0,-1-1,2-1,7-6,0-1,-1 0,0-1,-1-1,-1-1,0 0,0 0,-2-1,0-1,0 0,-2 0,0-1,5-14,-8 10,-7 21,1 0,0 0,0 0,0 0,-1 0,1 0,0 0,0 0,0 0,-1 0,1 0,0 0,0 0,0 0,-1 0,1 0,0 0,0 0,0 0,-1 0,1 0,0 0,0 0,0 0,0 0,-1-1,1 1,0 0,0 0,0 0,0 0,0 0,-1-1,1 1,0 0,0 0,0 0,0-1,0 1,0 0,0 0,0 0,0-1,0 1,0 0,0 0,0 0,0-1,0 1,0 0,0 0,0 0,0-1,0 1,0 0,-4 5,0 1,1-1,0 1,0 0,0 0,1 0,0 0,0 1,0-1,1 1,0-1,0 1,0-1,1 1,0-1,1 1,-1 0,1-1,1 1,-1-1,1 2,1-3,0 0,0 0,0 0,0-1,0 1,1-1,0 0,0 0,0 0,1 0,-1-1,1 1,0-1,0-1,0 1,0-1,1 1,-1-2,0 1,1-1,0 1,3-1,3 1,0-1,0 0,-1-1,1 0,0-1,0 0,0-1,0 0,-1-1,6-2,-7 1,0 0,0-1,0 0,-1-1,0 0,0 0,-1-1,0 0,0 0,0-1,6-9,-11 13,0 0,0 0,0-1,-1 1,0-1,1 1,-2-1,1 0,0 0,-1 0,0 0,0 0,-1-1,1 1,-1 0,0 0,-1 0,1-1,-1 1,0 0,0 0,-1 0,1 0,-1 0,-2-3,-2 0,0 1,-1 0,0 1,0 0,-1 0,1 0,-1 1,0 0,-1 0,1 1,-1 0,0 1,0 0,0 0,-1 1,1 0,0 1,-1 0,1 0,-1 1,1 0,-1 1,1 0,-1 0,1 1,0 1,-1-1,-85 35,91-36,1 1,-1 0,1 1,0-1,0 0,0 1,0 0,0 0,0 0,1 0,0 0,-1 0,1 1,1-1,-1 1,0-1,1 1,0 0,-1 0,2-1,-1 1,0 0,1 0,0 0,0 1,1-1,1 0,-1 0,0 0,1 0,0 0,0 0,0 0,1-1,-1 1,1-1,0 1,0-1,0 0,0 0,1 0,-1-1,1 1,2 0,39 25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51:37.26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269 807,'-13'-1,"1"1,-1 0,0 1,1 0,-1 1,0 0,1 1,0 1,0 0,0 0,0 1,1 1,0 0,0 0,0 1,1 1,0 0,0 0,1 1,0 0,-6 8,13-13,0 0,1 0,-1 0,1 0,0 0,0 0,0 1,0-1,1 0,-1 1,1-1,1 0,-1 1,0-1,1 0,0 1,0-1,0 0,1 0,-1 0,1 0,0 0,0 0,1-1,-1 1,1-1,-1 1,3 1,3 3,1 0,0 0,0-1,0 0,1 0,0-1,0-1,1 0,0 0,2 0,19 5,1-2,0-1,0-1,0-2,1-1,0-2,-1-1,1-2,0-1,-1-2,32-8,-45 8,0-1,0-1,0-1,-1 0,0-2,-1 0,0-1,-1-1,5-4,-15 10,0 0,0-1,-1 1,0-2,0 1,-1 0,0-1,0 0,0 0,-1-1,-1 1,1-1,-1 0,-1 0,0 0,0 0,0-1,-1 1,-1 0,0 0,-1-7,1 16,0 0,-1 1,1-1,0 1,-1-1,1 0,-1 1,1-1,-1 0,1 0,-1 1,1-1,-1 0,1 0,-1 0,1 0,-1 0,0 1,1-1,-1 0,1 0,-1 0,1-1,-1 1,1 0,-1 0,1 0,-1 0,0 0,1-1,-1 1,1 0,-1 0,1-1,0 1,-1 0,1-1,-1 1,1-1,0 1,-1 0,1-1,0 1,-1-1,1 1,0-1,0 1,-1-1,1 1,0-1,0 1,0-1,0 0,0 1,-6 13,2 0,0 0,0 0,1 1,1 0,0 0,1-1,1 1,0 0,1 0,0 0,1 0,1-1,1 5,-2-12,0-1,0 0,0 0,1 0,0 0,0 0,0 0,0-1,1 0,0 1,0-1,0-1,0 1,1-1,-1 1,1-1,0 0,0-1,0 1,0-1,1 0,-1-1,0 1,6 0,2 0,0-1,0 0,0-1,0 0,0-1,0-1,0 0,0-1,-1 0,6-3,-2 2,0-2,-1 0,0-1,0 0,0-1,-1-1,0 0,-1-1,0 0,-1-1,0-1,0 0,-1-1,-1 0,0 0,-1-1,0 0,-1-1,-1 0,0 0,-1-1,-1 0,-1 0,2-8,-13-11,7 35,-1-1,1 1,0-1,-1 1,1-1,0 1,-1 0,1-1,-1 1,1-1,-1 1,1 0,-1-1,1 1,-1 0,1 0,-1-1,0 1,1 0,-1 0,1 0,-1 0,0 0,1 0,-1 0,1 0,-1 0,0 0,1 0,-1 0,1 0,-1 1,0-1,1 0,-1 0,1 1,-1-1,1 0,-1 1,1-1,-1 0,1 1,0-1,-1 1,1-1,-1 1,1-1,0 1,-1-1,1 1,0-1,0 1,-1 0,-2 5,-1 1,1 1,1-1,-1 0,1 0,1 1,-1-1,1 1,1 0,-1-1,1 1,0 0,1-1,0 1,0 0,1-1,0 1,1 2,0-1,1 1,0-1,0 0,1 0,0-1,1 1,0-1,0 0,0-1,1 0,1 0,-1 0,1-1,0 0,0 0,1-1,1 1,9 4,1-1,0-1,1 0,0-2,0 0,0-1,21 1,-23-3,0-1,1-2,-1 0,1-1,-1 0,0-2,0-1,0 0,0-1,0-1,-1-1,0 0,-1-1,1-1,-2-1,1-1,-1 0,-1-1,0 0,-1-1,0-1,-1-1,-1 0,0 0,-1-1,0 0,-2-1,0-1,6-15,-4-5,-2-1,-2 1,-1-1,-2 0,-2 0,-2-1,-1 1,-2 0,-1 0,-3 0,-1 0,-1 1,-5-8,5 17,-1 2,-2-1,0 2,-2-1,-1 2,-9-13,18 30,1 0,-2 0,1 1,-1 0,0 0,0 0,-1 1,0 1,0-1,-1 1,1 0,-1 1,0 0,0 0,-1 1,1 0,-1 1,1 0,-1 1,0 0,-2 0,3 1,0 1,0 1,0-1,1 1,-1 1,0 0,1 0,-1 1,1 0,0 0,0 1,1 0,0 0,-1 1,2 0,-1 0,1 0,0 1,0 0,0 0,1 1,0 1,-6 10,0 0,2 1,0 1,1-1,1 1,1 0,1 1,-1 15,3-10,1 0,1 0,2 0,0 0,2 0,1 0,1 0,2-1,0 0,2 0,0-1,2 0,1-1,1 0,1 0,1-2,1 0,1-1,1 0,0-1,21 16,4-3,1-2,1-1,2-3,1-1,0-3,2-2,50 14,43 9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51:37.69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6 1,'0'55,"-3"-35,1 0,2-1,0 1,1 0,1-1,0 1,2 0,0-1,1 0,1 0,1-1,1 0,0 0,11 17,-15-30,1-1,0 1,-1-1,1 1,1-1,-1-1,1 1,-1-1,1 0,0 0,0-1,0 0,1 0,-1 0,0-1,1 0,-1 0,1 0,0-1,-1 0,1 0,-1-1,1 0,-1 0,1 0,-1-1,0 0,0-1,0 1,0-1,0 0,0 0,-1-1,1 0,-1 0,0 0,2-3,4-5,-1-1,-1-1,0 1,-1-1,0-1,-1 0,0 0,-2 0,0 0,0-1,-2 0,0 0,0 0,-2-1,0 1,-1-6,-3-14,-1 42,1 11,0-1,1 1,0-1,2 1,0-1,1 1,3 15,-3-24,0 0,1 0,0 0,1 0,0 0,0 0,0-1,1 0,0 0,1 0,0 0,0-1,0 1,1-1,0 0,0-1,0 0,1 0,-1 0,8 3,21 7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51:38.07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55 1,'-5'4,"0"0,1 1,-1 0,1 0,0 0,0 0,1 1,0-1,0 1,0 0,1 0,0 0,0 0,0 0,1 1,0-1,0 0,0 1,1-1,0 1,0-1,1 0,0 1,0-1,1 1,-1-1,1 0,0 0,1 0,0 0,0-1,0 1,1-1,-1 1,1-1,0 0,3 2,3 3,0 0,1-1,0 0,1-1,-1 0,2-1,-1 0,1-1,0 0,0-1,0-1,1 0,-1-1,1 0,3-1,-9 0,0-1,0-1,0 1,0-1,1-1,-1 0,0 0,0 0,0-1,0 0,0-1,-1 0,1 0,-1-1,0 1,0-2,0 1,0-1,-1 0,0 0,0-1,0 0,0 0,-1 0,0 0,2-5,-1-1,0 0,-1 0,-1 0,0-1,0 0,-1 0,-1 0,0 0,-1 0,-1 0,0 0,-1-8,2 20,-1 0,0 0,0 0,0 0,0 0,0 0,0 0,0 0,0 0,0 0,0 0,-1 1,1-1,0 0,0 0,-1 0,1 0,-1 0,1 1,-1-1,1 0,-1 0,0 1,1-1,-1 0,0 1,1-1,-1 1,0-1,0 1,0-1,1 1,-1-1,0 1,0 0,0-1,0 1,0 0,0 0,0 0,0 0,0 0,0 0,1 0,-1 0,0 0,0 0,0 1,0-1,0 0,0 0,0 1,0-1,1 1,-1-1,0 1,0-1,1 1,-1 0,0-1,1 1,-1 0,0-1,1 1,-1 0,1 0,-1 0,1 0,-3 4,0 0,0 1,1 0,-1 0,1 0,1 0,-1 0,1 0,0 0,1 1,-1-1,1 0,1 1,-1-1,1 0,0 0,0 0,1 0,0 0,0 0,0 0,1 0,0 0,0-1,0 0,1 0,-1 0,1 0,1 0,-1-1,1 1,-1-1,1 0,1-1,-1 1,2 0,12 6,1 0,0-1,0-1,1-1,0-1,1-1,-1-1,19 1,35 4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51:38.67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342 734,'-9'-11,"-1"1,0 1,0 0,-1 0,0 1,-1 0,1 1,-2 0,1 1,-11-3,17 6,0 1,0 0,0 1,0-1,-1 1,1 0,0 1,-1 0,1 0,-1 0,1 1,0 0,-1 0,1 0,0 1,0 0,0 0,0 1,0-1,1 1,-1 1,1-1,-5 4,5-2,0-1,0 1,0 0,1 0,-1 1,2-1,-1 1,0 0,1 0,0 0,1 1,-1-1,1 1,0-1,1 1,-1 0,2 0,-1-1,1 1,0 0,0 0,0 0,1 0,0-1,1 1,0 0,0-1,0 1,0-1,1 0,0 0,1 0,0 0,-1 0,2-1,-1 1,1-1,-1 0,2 0,4 1,-1-1,1 1,1-2,-1 1,1-2,-1 1,1-1,0-1,0 0,1-1,-1 0,0 0,0-1,1-1,-1 0,0 0,0-1,0-1,0 0,0 0,-1-1,1-1,-1 1,0-2,0 1,-1-1,0-1,0 0,0 0,-1-1,0 0,0 0,-1-1,1-1,9-21,-1-1,-1-1,-2-1,-2 1,-1-2,-1 0,-2 0,-1 0,-2-1,-2 0,-1-6,-1 38,9-101,-4-1,-7-45,-4 109,6 42,0-1,0 0,0 1,0-1,-1 1,1-1,0 0,-1 1,1-1,0 1,-1-1,1 1,0-1,-1 1,1-1,-1 1,1-1,-1 1,1 0,-1-1,0 1,1 0,-1-1,1 1,-1 0,0 0,1 0,-1-1,1 1,-1 0,0 0,1 0,-1 0,0 0,1 0,-1 0,0 1,1-1,-1 0,0 0,1 0,-1 1,1-1,-1 0,0 0,1 1,-1-1,1 1,-1-1,1 0,-1 1,1-1,0 1,-1-1,1 1,-1 0,1-1,0 1,0-1,-1 1,1 0,0-1,0 1,0-1,0 1,-1 0,1-1,0 1,0 0,-13 23,1-1,0 2,2 0,1 0,1 1,-2 10,6-22,-12 45,3 0,2 2,2-1,1 39,7-66,2 0,0 0,3 0,0-1,2 0,2 0,1 0,1-1,7 14,-13-35,0-1,0 1,1-1,0-1,0 1,1-1,0 0,1 0,0 0,0-1,1 0,-1-1,1 1,1-2,-1 1,1-1,0 0,1-1,-1 0,0-1,1 0,0 0,0-1,0 0,0-1,0 0,2 0,1-3,-1 0,1-1,-1-1,0 1,-1-2,1 0,-1 0,1-1,-2 0,1-1,-1 0,0-1,0 0,-1-1,5-5,5-7,-2 0,1-2,-2 0,-1 0,-1-2,4-12,-9 19,0 0,-2-1,0 0,-1 0,-1 0,-1-1,0 0,-2 0,1-18,-3 35,0 0,0 0,0 0,0 0,0 0,-1 0,1 0,-1 0,0 0,0 0,0 1,0-1,0 0,-1 0,1 1,-1-1,1 1,-1-1,0 1,0 0,-1 0,1 0,0 0,-1 0,1 0,-1 0,1 1,-1 0,0-1,0 1,1 0,-1 0,0 1,0-1,0 0,0 1,0 0,0 0,-1 0,-2 1,1 1,0-1,0 1,-1 0,1 1,0 0,1-1,-1 2,1-1,-1 0,1 1,0 0,0 0,0 0,1 0,0 1,-1-1,1 1,1 0,-2 3,-2 5,0 0,0 0,2 1,-1 0,2 0,0 1,0 6,1-5,2-1,0 1,1-1,0 1,2-1,-1 1,2-1,0 0,1 0,0 0,1-1,1 0,0 0,1-1,1 0,0 0,2 1,10 11,1-2,0-1,2-1,1 0,0-2,2-1,24 13,30 12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51:40.10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0 632,'30'-26,"-1"-2,-2 0,0-2,-2-1,-2-1,-1 0,-1-2,-2-1,-1-1,-2 0,-1-1,-2 0,-2-1,-1-1,-3 0,0-2,6-12,-6 53,22 55,127 328,-155-380,7 16,-1 1,-1 0,-1 1,-1-1,-1 1,0 0,-2 10,-1-32,0 1,0-1,-1 0,1 0,-1 1,1-1,-1 0,1 1,-1-1,1 0,-1 1,1-1,-1 1,0-1,0 1,1-1,-1 1,0 0,1-1,-1 1,0 0,0 0,0-1,1 1,-1 0,0 0,0 0,0 0,0 0,1 0,-1 0,0 0,0 0,0 1,0-1,1 0,-1 0,0 1,0-1,1 1,-1-1,0 0,1 1,-1-1,0 1,1 0,-1-1,1 1,-1-1,1 1,-1 0,1 0,-1-1,1 1,0 0,-1 0,1-1,0 1,0 0,-1 0,1 0,0-1,0 2,-5-11,-1 0,1-1,1 1,0-1,0 1,1-1,0-1,1 1,0 0,0 0,1-1,1-7,0 16,0 1,1 0,-1-1,0 1,1 0,-1 0,1-1,0 1,-1 0,1 0,0 0,0 0,0 0,0 0,0 0,0 0,0 0,0 0,0 0,0 0,0 1,1-1,-1 1,0-1,0 1,1-1,-1 1,0 0,1-1,-1 1,1 0,-1 0,0 0,1 0,53 7,-40-4,4 1,0-1,1-1,-1-1,0-1,1 0,-1-1,0-2,1 0,-1 0,-1-2,1 0,-1-2,1 0,-2-1,2-1,-7 3,-1 0,0-1,0 0,-1-1,0 0,0 0,-1-1,0-1,-1 0,0 0,0 0,-1-1,0 0,-1 0,0-1,-1 0,-1 0,3-10,-6 18,0 1,-1-1,0 1,1-1,-1 1,-1-1,1 1,0-1,-1 1,0-1,0 1,0 0,0-1,0 1,-1 0,1 0,-1 0,0 0,0 0,0 0,-1 1,1-1,0 1,-1-1,0 1,0 0,1 0,-1 0,0 0,-1 1,1-1,0 1,0 0,-1 0,1 0,0 0,-1 0,-1 1,-6 1,0 0,1 1,-1 0,1 1,-1 0,1 0,0 1,1 1,-1 0,1 0,-1 1,2 0,-1 0,1 1,0 0,0 1,1 0,0 0,0 0,1 1,0 0,0 0,-3 10,6-13,0 1,0 0,0 0,1 0,0 0,0 1,1-1,0 0,1 1,-1-1,1 1,1-1,-1 0,1 1,1-1,-1 1,1-1,0 0,1 0,0 0,0-1,0 1,1 0,0-1,0 0,1 0,0 0,0-1,0 0,2 1,18 10,1-1,1-2,0 0,0-2,1-1,1-1,-1-2,2-1,-1-1,0-1,1-2,5-1,72 8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51:41.26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235 3,'-10'-1,"1"0,0 1,0 0,-1 0,1 1,0 1,0-1,0 2,0-1,0 1,0 0,0 1,1 0,0 0,0 1,0 0,0 1,1-1,0 2,0-1,1 1,0 0,0 0,0 0,-2 5,4-5,1 0,0 0,0 1,1-1,0 1,0-1,1 1,0 0,0-1,1 1,0 0,0 0,1-1,0 1,0 0,1-1,0 1,0-1,1 1,-1-1,2 0,-1 0,1 0,0-1,1 1,-1-1,1 0,1-1,-1 1,1-1,0 0,0 0,13 6,1 0,0-2,0 0,1-1,0-1,0-1,0-1,1-1,0-1,0-1,0-1,0-1,0 0,0-2,16-3,-17 2,-1 0,1-2,-1 0,0-1,-1-1,1-1,-2-1,1 0,-1-2,0 0,-1-1,1-1,17-32,-34 43,0 1,-1 0,1 0,-1 0,0 0,1-1,-1 1,0 0,0 0,1 0,-1-1,0 1,0 0,-1-1,1 1,0 0,0 0,-1 0,1-1,0 1,-1 0,1 0,-1 0,0 0,1 0,-1 0,0 0,0 0,1 0,-1 0,0 0,0 0,0 0,0 1,0-1,0 0,-1 1,1-1,0 1,0-1,-1 1,-3-2,-1 1,1 0,0 1,-1-1,1 1,-1 0,1 0,-1 1,1 0,0 0,-1 0,1 0,0 1,0 0,0 0,0 1,0-1,1 1,-1 0,0 0,3-1,-1-1,0 1,1 0,0 0,0 0,-1 0,1 0,0 0,0 1,1-1,-1 1,1-1,-1 1,1 0,0-1,0 1,0 0,0 0,0 0,1 0,-1 0,1 0,0 0,0 0,0 0,0 0,0 0,1 0,-1 0,1 0,0-1,0 1,0 0,0 0,1-1,0 3,7 4,-1-1,1 0,1 0,-1-1,1 0,1-1,-1 0,1-1,0 0,0-1,0 0,1 0,0-2,-1 1,1-1,2-1,2 3,1-1,0 0,0-1,1-1,-1-1,0 0,0-2,0 1,0-2,0-1,0 0,4-2,-19 5,1 0,0-1,0 1,0 0,-1-1,1 0,0 0,-1 1,0-2,1 1,-1 0,0 0,0-1,0 1,-1-1,1 1,0-1,-1 0,0 0,0 0,0 0,0 0,0 0,0 0,-1 0,1 0,-1 0,0 0,0 0,0 0,-1 0,1-1,-1 1,1 0,-1 0,0 0,0 1,-1-1,1 0,-1 0,1 0,-1 1,0-1,0 0,-15-14,0 0,-1 0,0 2,-1 0,-1 2,-1 0,0 1,0 1,-1 1,0 1,-1 1,-2 0,-67-22,83 23,27 4,468-4,-468 7,16-1,1 2,-1 1,1 2,29 8,-60-12,1 1,-1 0,0 1,0-1,0 1,-1 0,1 0,0 0,0 0,-1 1,0-1,1 1,-1 0,0 0,0 0,-1 1,1-1,-1 1,1-1,-1 1,0 0,-1 0,1 0,-1 0,1 0,-1 0,0 0,-1 0,1 0,-1 1,0-1,0 2,-32 160,32-165,0 0,0 0,-1 1,1-1,0 0,0 0,0 0,1 1,-1-1,0 0,0 0,1 0,-1 0,1 1,-1-1,1 0,-1 0,1 0,-1 0,1 0,0 0,0 0,0 0,-1-1,1 1,0 0,0 0,0-1,0 1,0-1,1 1,-1-1,0 1,0-1,0 1,0-1,0 0,1 0,-1 0,0 0,0 0,0 0,1 0,50-14,-40 5,0 0,0 0,-1-1,-1-1,0 1,0-2,-1 1,-1-1,0-1,0 0,-1 0,-1 0,0-1,-1 0,0 0,-2 0,1-1,-2 1,0-1,0 0,-1-10,-8 52,3-1,2 1,1-1,1 1,1 0,2-1,2 14,-3-31,0 0,0 0,1 0,1 0,-1 0,1-1,0 1,1-1,0 0,1-1,-1 1,1-1,1 0,-1 0,1-1,1 0,-1 0,1-1,0 0,2 1,37 12,0-7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51:41.85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303 589,'-15'-4,"1"-1,-1 2,-1 0,1 1,0 1,-1 0,1 1,-1 0,1 2,0-1,-1 2,1 0,0 1,1 1,-12 4,22-6,0 0,0 0,1 1,-1-1,1 1,0 0,0 0,0 0,1 0,-1 1,1-1,0 1,0-1,0 1,1 0,0-1,0 1,0 0,0 0,1 0,0 0,0 0,0 0,1 0,-1 0,1 0,0-1,1 1,-1 0,1 0,0-1,0 1,1-1,-1 0,1 0,0 0,0 0,0 0,0 0,2 0,23 28,1-2,1-1,1-2,2-1,5 2,2 1,-2 1,-2 3,19 21,-24-7,-30-46,-1 0,1 1,0-1,-1 0,0 1,1-1,-1 0,0 1,0-1,1 1,-1-1,0 0,0 1,-1-1,1 1,0-1,0 0,-1 1,1-1,-1 0,1 1,-1-1,0 0,1 0,-1 1,0-1,0 0,0 0,0 0,0 0,0 0,0 0,0 0,0-1,0 1,-1 0,-1 1,0-1,0 1,-1-1,1 0,0 0,0 0,0-1,-1 1,1-1,0 1,-1-1,1 0,0-1,-1 1,1 0,0-1,-1 0,1 0,0 0,0 0,0 0,0-1,0 1,0-1,0 0,1 0,-1 0,0 0,1 0,0-1,0 1,-1-1,1 0,1 1,-1-1,-1-3,3-2,0 1,0-1,1 0,0 1,0-1,1 0,0 1,0 0,1-1,0 1,0 0,1 0,0 1,0-1,0 1,2-1,-3 3,204-305,-167 243,-2-1,-3-2,-3-2,-4-1,-2-1,-4-1,12-72,-27 73,-10 68,-1 19,-23 237,26-222,-9 158,8 2,9 1,-4-149,2-1,1 0,10 31,-13-59,1 0,0 1,1-2,0 1,1-1,1 1,0-2,0 1,1-1,0 0,1-1,0 1,10 6,-15-12,0-1,1 0,-1 0,1 0,0-1,0 0,0 0,1 0,-1 0,0-1,1 0,-1 0,0 0,1-1,-1 0,1 0,-1 0,1-1,-1 0,1 0,-1 0,0 0,0-1,2-1,26-16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51:42.14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0,'13'0,"26"3,30 2,32 3,22 2,15 5,-2 6,-23-1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51:42.50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0 568,'10'-7,"-1"0,0 0,0-1,-1 0,0-1,0 0,-1 0,0-1,0 0,-1 0,-1 0,0-1,0 0,-1 0,0 0,0-8,4-19,-1-1,-3 0,-1 0,-1-12,-2 43,2-13,-2 0,0 0,-1 0,-1 0,-1 0,-1 0,-4-9,4 21,13 20,4-3,-1-2,1 1,0-1,0-1,1-1,-1 0,1 0,0-1,8 0,-1 1,5 1,-13-4,-1 0,1 1,0 1,-1 0,0 1,0 0,0 1,0 0,-1 1,1 0,-1 1,-1 0,0 1,0 0,7 8,-13-8,-2 0,1 0,-1 0,0 0,-1 1,0-1,0 0,-1 1,0-1,0 1,-1-1,0 1,-1-1,0 0,0 0,0 1,-1-2,-1 1,1 0,-6 20,6-17,-15 85,18-93,0 1,1-1,-1 1,1-1,0 1,-1-1,2 1,-1-1,0 0,1 0,-1 0,1 1,0-1,0-1,0 1,0 0,1 0,-1-1,1 0,-1 1,1-1,0 0,0 0,0 0,0-1,1 1,7 2,1 0,0-1,0 0,0-1,0 0,0-1,0-1,1 0,-1 0,3-1,32-3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51:42.69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11,'2'-4,"2"-2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51:43.61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 79,'-2'15,"2"1,0-1,0 0,1 1,1-1,1 0,0 0,1 0,0 0,2 0,-1-1,2 0,0 0,1-1,0 0,0 0,2-1,0 0,0-1,1 0,4 3,-1-2,0-1,1 0,1-1,0-1,0 0,1-1,0-1,0 0,0-2,1 0,0 0,7-1,-14-2,1-1,-1 0,0-1,1 0,-1-1,0 0,1-1,-1 0,0 0,0-1,0-1,-1 0,1-1,-1 0,0 0,0-1,-1 0,0-1,0 0,4-5,0-3,-2-1,0 0,0 0,-2-1,0-1,-1 0,-1 0,0 0,-2-1,0 0,-1 0,-1 0,0-1,-2 1,0-1,-2-3,2 17,-1 0,0 0,0 0,0 0,-1 0,0 0,0 0,0 0,-1 0,0 0,0 0,-1 0,0 1,0 0,0-1,0 1,-3-2,5 6,0 0,0 1,0-1,0 1,0-1,0 1,0 0,0 0,0-1,0 1,-1 0,1 0,0 0,0 0,0 0,0 0,0 0,0 1,-1-1,1 0,0 1,0-1,0 0,0 1,0-1,0 1,0 0,0-1,1 1,-1 0,0 0,0-1,0 1,1 0,-1 0,0 0,1 0,-1 0,1 0,-1 0,-6 13,0-1,1 1,1 1,0-1,1 1,1-1,0 1,1 0,0 1,1 10,0-9,-8 175,9-1,21 157,-13-239,-6-73,1-4,-1 1,-1-1,-2 1,-6 29,-15-2,21-59,0 1,0-1,1 0,-1 0,0 1,-1-1,1 0,0 0,0 0,0 0,-1 0,1 0,0 0,-1-1,1 1,-1 0,1-1,-1 1,1-1,-1 0,1 1,-1-1,1 0,-1 0,0 0,1 0,-1 0,1 0,-1-1,0 1,1 0,-1-1,1 0,-1 1,1-1,-1 0,-5-5,0 0,0 0,0 0,1-1,0 0,1-1,0 1,0-1,0 0,1 0,0-1,-2-6,4 9,-9-18,0 0,2-1,1-1,1 0,2 0,0 0,2 0,0-8,2 23,1 1,0-1,1 1,1-1,-1 1,1-1,1 1,0 0,1 0,0 1,0-1,1 1,0-1,1 1,0 1,0-1,1 1,0 0,0 1,1 0,0 0,3-2,19-8,1 1,1 1,1 1,0 2,0 2,1 1,1 1,-1 2,1 2,13 0,-26 0,1 1,0 1,-1 1,1 1,0 1,0 1,-1 1,1 1,-1 1,0 1,0 1,-1 0,0 2,0 1,-1 0,2 3,-19-11,1 0,-1 0,0 1,0-1,0 1,0 0,-1 0,1 0,-1 0,0 0,1 0,-2 1,1-1,0 1,-1-1,1 1,-1 0,0 0,0-1,-1 1,1 0,-1 0,0 0,0 0,0 0,0 0,-1 0,1 0,-1-1,0 1,0 0,-1 0,1-1,-1 1,0-1,0 1,0-1,0 0,-1 0,1 0,-1 0,0 0,0 0,0-1,0 1,-2 0,-49 18,71-17,5-3,26-1,0 2,-1 1,1 3,-1 2,0 2,-1 2,5 4,-38-11,0 0,0 1,-1 0,1 1,-2 1,1 0,-1 0,0 1,-1 0,1 1,-2 1,6 6,-14-15,0 0,1 0,-1 0,0 0,0 0,0 0,0 1,-1-1,1 0,0 0,-1 1,0-1,0 0,1 1,-2-1,1 0,0 1,0-1,-1 0,1 1,-1-1,1 0,-1 1,0-1,0 0,0 0,0 0,-1 0,1 0,0 0,-1 0,0-1,1 1,-1 0,0-1,0 0,0 1,0-1,0 0,0 0,0 0,0 0,0 0,-2 0,-23 8,-1-1,-1-2,1-1,-1-1,0-1,0-1,0-2,0-1,-8-2,-73-3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15:43.912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1410 428,'13'23,"12"16,11 13,5 7,3 5,4-2,-1-3,-3-3,-2-6,-4-6,-6-6,-6-7,-6-10,-5-7</inkml:trace>
  <inkml:trace contextRef="#ctx0" brushRef="#br0" timeOffset="1">1850 415,'-15'2,"-13"10,-8 17,-5 19,-2 17,2 11,0 9,6 4,4-3,7-6,8-17</inkml:trace>
  <inkml:trace contextRef="#ctx0" brushRef="#br0" timeOffset="2">1931 976,'8'-8,"0"0,0 1,1 0,0 0,0 1,0 0,1 1,0 0,0 0,0 1,1 1,-1 0,4-1,-10 3,-1 0,0 0,1 0,-1 0,1 0,-1 1,1 0,-1 0,1 0,-1 0,1 0,-1 1,1-1,-1 1,1 0,-1 0,0 0,0 1,1-1,-1 1,0 0,0 0,0 0,-1 0,1 0,0 1,-1-1,1 1,-1-1,0 1,0 0,0 0,-1 0,2 3,-2 5,-1-1,-1 0,0 1,-1-1,0 0,0 0,-1 0,0 0,-1 0,0 0,0-1,-1 0,-1 0,1 0,-2-1,1 0,-4 3,-129 149,139-160,-1 0,0 1,0-1,0 0,0 1,0-1,0 1,0-1,0 1,0 0,0-1,0 1,1 0,-1 0,0 0,0-1,1 1,-1 0,1 0,-1 0,1 0,-1 0,1 0,0 0,-1 0,1 0,0 0,0 0,0 1,-1-1,1 0,0 0,1 0,-1 0,0 0,0 0,0 0,1 0,-1 0,0 0,1 0,-1 0,1 0,0 0,-1 0,1 0,-1 0,1 0,0-1,0 1,0 0,-1 0,1-1,0 1,0-1,0 1,0-1,0 1,15 1,-1 0,1-1,-1-1,1 0,-1-1,1-1,-1 0,7-3,7 1,62-11,-3 0</inkml:trace>
  <inkml:trace contextRef="#ctx0" brushRef="#br0" timeOffset="3">2653 415,'-2'16,"1"14,8 11,12 8,11 5,13 1,7 2,5 0,0-4,-8-1,-9-3,-11-5,-10-10</inkml:trace>
  <inkml:trace contextRef="#ctx0" brushRef="#br0" timeOffset="4">3014 441,'-7'0,"-7"9,-7 15,-10 16,-11 18,-9 14,-6 12,1 2,7-2,12-8,12-17</inkml:trace>
  <inkml:trace contextRef="#ctx0" brushRef="#br0" timeOffset="5">3294 1257,'86'-262,"-63"102,-23 150,-2 16,-3 19,-5 41,3 0,3 1,3-1,3 19,3-37,1-10</inkml:trace>
  <inkml:trace contextRef="#ctx0" brushRef="#br0" timeOffset="6">3696 454,'-7'-6,"0"-1,4 8,8 13,14 16,11 13,13 10,11 6,6 5,6 0,0-1,-5-3,-7-4,-12-5,-9-9,-12-9,-8-11</inkml:trace>
  <inkml:trace contextRef="#ctx0" brushRef="#br0" timeOffset="7">4190 468,'-14'-4,"-8"4,-8 13,-6 17,-3 19,-2 17,-1 14,3 9,5 2,8-2,10-9,6-19</inkml:trace>
  <inkml:trace contextRef="#ctx0" brushRef="#br0" timeOffset="8">4337 1123,'29'18,"-12"-5,0-2,2 0,-1-1,1-1,0 0,1-2,0 0,1-1,12 1,-30-6,0-1,0 0,0 0,0 0,0-1,1 1,-1-1,0 1,0-1,0 0,0 0,0-1,0 1,-1 0,1-1,0 0,-1 0,1 0,-1 0,0 0,1 0,-1 0,0-1,0 1,-1-1,1 0,0 1,-1-1,0 0,1 0,-1 0,0-1,1-4,0 0,-1 0,1 0,-2-1,1 1,-1 0,0-1,-1 1,0 0,0-1,-2-5,1 6,0 0,0 0,-1 1,0-1,0 1,-1-1,0 1,0 0,0 1,-1-1,0 1,-1 0,1 0,-1 0,0 1,-1 0,1 0,-1 1,0-1,0 2,-7-4,8 8,-1 0,1 0,-1 0,1 1,-1 0,1 0,0 0,0 1,0 0,0 0,0 1,1 0,-1 0,1 0,0 0,1 1,-1 0,1 0,0 0,0 1,0-1,1 1,0 0,-2 3,-6 11,1 0,1 1,1 0,0 1,2 0,0 0,1 2,-4 29</inkml:trace>
  <inkml:trace contextRef="#ctx0" brushRef="#br0" timeOffset="9">5033 1,'2'65,"4"1,2-1,4-1,12 39,-5-11,-3 1,-5 0,-4 0,-3 42,-5 31,1 49,11 24,-5-163,-3 0,-3 1,-5 2,-13 88,-9 140,23 347,-3-400,21 166,-1 250,-13-649,24 292,-13-231,-3 0,-4 0,-4 1,-4 13,-28 229,34 275,25-73,-20-28,4 154,-5-512,-12 139,-14 263,-5-25,12-326,-16 158,30 245,6-442,17 91,-19-196,37 195,-24 65,26 7,-39-234,-4 1,-7 57,-1 44,-16 163,12-238,7-27,4-1,7 49,-5-91,0 216,5 59,3-249,3-1,3-1,22 57,-31-96,0 0,-4-7</inkml:trace>
  <inkml:trace contextRef="#ctx0" brushRef="#br0" timeOffset="10">822 1510,'286'-6,"155"4,112 12,50-27,116-5,195 5,31 10,29-6,-471-1,267 8,-472 7,608-1,-238-32,-20-10,-223 34,-224-14,-152 18,-49 2,-3-1</inkml:trace>
  <inkml:trace contextRef="#ctx0" brushRef="#br0" timeOffset="11">5541 201,'4'16,"1"0,1 0,0-1,1 1,1-1,0-1,1 0,1 0,0 0,1-2,0 1,1-1,0-1,1 0,0-1,10 6,-17-10,1 0,0 0,1-1,-1 0,1 0,0-1,0 0,1-1,-1 1,1-2,0 1,0-1,0 0,0-1,0 0,7-1,-13-2,0 0,0-1,0 1,0-1,0 0,-1 0,1 0,-1 0,0 0,0-1,0 1,0-1,-1 1,1-1,-1 0,0 0,0 1,0-1,-1 0,1 0,-1 0,0 0,0 0,-1 0,1 0,-1 0,0 0,1 0,1-8,-1 1,-1-1,0 1,0 0,-1 0,-1-1,0 1,-1-2,4 14,0-1,0 1,-1-1,1 1,0-1,0 1,0-1,0 0,-1 1,1-1,0 1,-1-1,1 0,0 1,0-1,-1 0,1 1,-1-1,1 0,0 0,-1 1,1-1,0 0,-1 0,1 0,-1 0,1 1,-1-1,1 0,-1 0,1 0,0 0,-1 0,1 0,-1 0,1 0,-1 0,1-1,-1 1,1 0,-1 0,1 0,0 0,-1-1,1 1,-1 0,1 0,0-1,-1 1,1 0,0 0,-1-1,1 1,0-1,0 1,-1 0,1-1,0 1,0-1,0 1,-1 0,1-1,0 1,0-1,0 1,0-1,0 1,0-1,0 1,-12 37,-1 61,4 1,4 0,5 0,7 50,-5-109,2 181,-3-220,-1 1,0 0,1 0,-1 0,0 0,0 0,0 0,-1 0,1-1,0 1,-1 0,1 0,-1 0,1 0,-1-1,0 1,0 0,0-1,0 1,0-1,0 1,0-1,-1 1,1-1,-1 0,1 1,-1-1,1 0,-1 0,1 0,-1 0,0-1,0 1,1 0,-1-1,0 1,0-1,0 0,0 1,0-1,1 0,-1 0,-2 0,-7-7,0 1,1-1,-1-1,1 0,1 0,-1-1,1 0,1 0,-5-7,1 1,-16-16,-21-23,3-2,-24-38,69 94,1-1,-1 1,0-1,1 1,-1-1,0 1,1-1,-1 1,1-1,-1 0,1 1,-1-1,1 0,-1 0,1 0,0 1,-1-1,1 0,0 0,0 0,0 1,-1-1,1 0,0 0,0 0,0 0,1 0,-1 1,0-1,0 0,0 0,0 0,1 0,-1 1,0-1,1 0,-1 0,1 1,-1-1,1 0,-1 1,1-1,0 0,-1 1,1-1,0 1,-1-1,1 1,0-1,-1 1,1 0,0-1,0 1,0 0,0 0,-1-1,1 1,0 0,0 0,0 0,0 0,-1 0,1 0,0 0,0 0,0 1,255 6,-164-10,-8-1</inkml:trace>
  <inkml:trace contextRef="#ctx0" brushRef="#br0" timeOffset="12">6155 842,'36'0,"-26"-2,0 1,0 0,0 1,1 0,-1 1,0 0,0 0,0 1,0 1,0 0,0 0,0 0,-1 2,0-1,0 1,0 0,0 1,-1 0,-6-4,-1 0,0-1,1 1,-1 0,0 0,0 0,0 0,-1 0,1 0,0 1,-1-1,1 0,-1 0,0 0,0 1,0-1,0 0,0 0,0 1,0-1,-1 0,1 0,-1 0,0 0,0 0,1 0,-1 0,-1 0,1 0,0 0,0 0,-1 0,1-1,-1 1,1 0,-1-1,0 0,0 1,0-1,1 0,-1 0,0 0,-1 0,1 0,0 0,0-1,0 1,-1-1,-72 22,74-21,1-1,0 0,-1 0,1 0,0 0,-1 0,1 1,0-1,0 0,-1 0,1 1,0-1,0 0,0 0,-1 1,1-1,0 0,0 1,0-1,0 0,0 0,0 1,0-1,-1 0,1 1,0-1,0 0,0 1,0-1,0 0,0 1,1-1,-1 0,0 1,0-1,0 0,0 1,0-1,0 0,0 1,1-1,-1 0,0 0,0 1,1-1,-1 0,0 0,0 1,1-1,-1 0,0 0,0 0,1 0,-1 1,0-1,1 0,-1 0,0 0,1 0,-1 0,0 0,1 0,-1 0,0 0,1 0,-1 0,28 12,-25-11,37 13,-22-9,0 1,0 1,-1 0,0 2,0 0,13 10,-28-19,-1 1,1 1,-1-1,1 0,-1 0,1 0,-1 1,0-1,0 1,1-1,-1 1,0 0,0-1,-1 1,1 0,0 0,0-1,-1 1,1 0,-1 0,0 0,0 0,1 0,-1 0,0 0,-1-1,1 1,0 0,0 0,-1 0,1 0,-1 0,0-1,0 1,1 0,-1 0,0-1,0 1,0-1,-1 1,1-1,0 1,-1-1,1 0,-1 1,1-1,-1 0,1 0,-1 0,-1 0,-17 8,0-1,0-1,-1 0,0-2,-1 0,1-2,-19 1,7 1,-87 6,102-17,9-2</inkml:trace>
  <inkml:trace contextRef="#ctx0" brushRef="#br0" timeOffset="13">6851 280,'-1'1,"1"-1,0 0,0 1,0-1,0 0,-1 0,1 1,0-1,0 0,-1 0,1 0,0 0,0 1,-1-1,1 0,0 0,-1 0,1 0,0 0,-1 0,1 0,0 0,-1 1,1-1,0 0,0 0,-1-1,1 1,0 0,-1 0,1 0,0 0,-1 0,1 0,0 0,0 0,-1-1,1 1,0 0,-1 0,1 0,0-1,0 1,0 0,-1 0,1 0,0-1,0 1,0 0,-1-1,1 1,0 0,0 0,0-1,0 1,0 0,0-1,0 1,0 0,0-1,4 30,3-12,1 0,0-1,2 0,0 0,1-1,0 0,1-1,1-1,0 0,0 0,2-1,0-1,6 3,-12-8,0-1,0 0,1-1,-1 0,1-1,0 0,0 0,1-1,-1-1,0 1,3-1,-8-1,0 0,-1-1,1 1,0-1,0 0,0 0,-1-1,1 1,0-1,-1 0,0 0,1 0,-1-1,0 0,0 1,0-1,-1-1,1 1,-1-1,0 1,1-1,-2 0,1 0,2-4,0-6,0 0,0-1,-2 0,1 1,-2-1,0 0,-1-1,-1 1,0 0,-1 0,0 0,-2-2,1 89,10 179,12 10,-14-190,-6-60,-1 97,1-105,-1 0,0 0,1 0,-1 0,-1 0,1 0,0-1,0 1,-1 0,0-1,1 1,-1-1,0 0,0 1,-1-1,1 0,0 0,-1 0,1-1,-1 1,0-1,1 1,-1-1,0 0,0 0,0 0,0 0,0 0,0-1,0 0,0 1,-2-1,-3-2,0 0,0 0,0-1,0 0,0 0,1-1,-1 0,1-1,0 1,0-1,1 0,-1-1,1 0,0 0,1 0,-1-1,1 0,1 0,-1 0,1 0,0-1,1 0,0 1,0-1,0-6,1 11,0-1,1 0,0 1,0-1,0 0,1 0,-1 0,1 1,0-1,0 0,0 0,0 0,1 0,-1 0,1 0,0 1,0-1,1 0,-1 1,1-1,0 1,0-1,0 1,0 0,1 0,-1 0,1 0,0 0,-1 0,1 1,1 0,1-2,18-7,-1 2,1 1,0 1,1 1,0 1,-1 1,2 1,-1 1,0 1,0 1,10 2,-28-2,0-1,0 1,1 0,-1 1,0 0,0 0,0 0,-1 1,1-1,0 1,0 1,-1-1,1 1,-1 0,0 0,0 1,0-1,-1 1,1 0,-1 1,0-1,0 1,0 0,0-1,-1 2,0-1,0 0,-1 1,1-1,0 6,-2-1,-2 1,1 0,-2-1,1 1,-1-1,-1 1,0-1,0 0,-1 0,-1 0,1-1,-1 1,-1-1,0 0,0-1,-1 1,-4 3,-25 40,35-51,0-1,0 1,1 0,-1 0,0-1,0 1,1 0,-1 0,1 0,-1 0,1 0,-1 0,1 0,0 0,-1 0,1 0,0 0,0 0,0 0,0 0,0 0,0 0,0 0,0 0,0 0,0 0,0 0,1 0,-1 0,0 0,1 0,-1 0,1 0,-1 0,1 0,0 0,-1 0,1-1,0 1,0 0,-1 0,1-1,0 1,0-1,0 1,0-1,0 1,9 1,0 0,0 0,0-1,0-1,0 0,1 0,-1-1,0 0,0-1,2-1,0 2,133-27,-72 12</inkml:trace>
  <inkml:trace contextRef="#ctx0" brushRef="#br0" timeOffset="14">8147 227,'23'27,"0"-1,2-1,1-1,1-2,1 0,0-2,2-1,0-1,16 5,-43-21,0 0,1 0,-1-1,1 1,-1-1,1 0,0 0,0 0,-1 0,1-1,0 0,0 1,0-1,-1-1,1 1,0-1,0 1,0-1,-1 0,1 0,-1-1,1 1,-1-1,1 0,-1 0,0 0,0 0,0 0,0-1,0 1,0-1,-1 0,1 0,0-1,1-5,1-1,-2 1,1-1,-1 0,-1 0,0 0,0-1,-1 1,0 0,-1-1,0 1,-1-8,-2 101,2 632,1-703,0-7,0 0,0 1,0-1,0 0,-1 0,0 0,0 0,0 0,-1 0,0-1,0 1,-1 2,1-6,0-1,-1 1,1 0,0-1,0 1,-1-1,1 0,0 1,-1-1,1 0,0-1,0 1,-1 0,1-1,0 1,0-1,-1 0,1 1,0-1,0 0,0-1,0 1,0 0,0 0,0-1,1 1,-1-1,0 0,1 1,-1-1,1 0,-1-1,0 1,-31-27,1-2,1-1,2-2,2-1,-1-3,8-1,20 39,0-1,0 0,0 0,0 0,0 0,0 0,0 0,0 0,0 0,0 0,0 0,1 0,-1 0,0 0,1 0,-1 1,1-1,-1 0,1 0,-1 0,1 1,0-1,-1 0,1 1,0-1,0 0,-1 1,1-1,0 1,0-1,0 1,0 0,0-1,-1 1,1 0,0 0,0-1,0 1,0 0,0 0,0 0,147-4,-96 6,17-1,12 2,0-4,35-7,-115 8,7 0,0 0,0-1,-1 0,1-1,0 0,-1 0,1 0,-1-1,0 0,0-1,0 1,0-1,-1-1,5-3,-16 26,0 0,1 1,1-1,0 1,2 0,0 0,1 9,15 101,-5-99</inkml:trace>
  <inkml:trace contextRef="#ctx0" brushRef="#br0" timeOffset="15">9297 173,'2'-1,"0"1,0-1,1 0,-1 1,0-1,0 1,1 0,-1 0,0 0,0 0,1 0,-1 0,0 1,0-1,0 1,1-1,-1 1,0 0,0 0,0 0,0 0,0 0,0 1,-1-1,1 0,0 1,-1 0,1-1,-1 1,1 0,0 1,0-1,22 18,-8-4,1-1,1 0,0-1,1-1,0 0,1-2,1 0,0-2,0 0,1-1,20 4,-37-12,-1 1,1-1,-1 0,1-1,0 1,-1-1,1 0,-1 0,1 0,-1-1,0 1,1-1,-1 0,0 0,0-1,-1 1,1-1,0 0,-1 0,1 0,-1-1,0 1,0-1,-1 1,1-1,-1 0,1 0,-1 0,1-5,2-3,0 0,-1 0,-1-1,0 0,-1 1,0-1,-1 0,0 0,-1 0,-1-3,-10 0,-5 36,8 6,0 0,2 0,1 0,2 1,0 0,2 0,0 0,2 0,1 0,2-1,4 19,54 197,-9-45,-47-107,-6-87,-1 0,0 0,1 0,-1 0,-1 0,1 0,0 0,-1 0,1-1,-1 1,0 0,0-1,0 1,0-1,-1 0,1 0,-1 0,1 0,-1 0,1-1,-1 1,0-1,0 1,0-1,0 0,-2 0,-8 2,1-1,-1 0,0-1,0-1,1 0,-1 0,0-1,1-1,-1 0,1-1,-1-1,1 1,0-2,0 0,1 0,0-1,0-1,0 1,0-2,1 0,1 0,-1 0,1-2,6 7,0 0,0-1,0 1,1-1,-1 0,1 1,0-1,0 0,0 0,1 0,-1-1,1 1,0 0,1-1,-1 1,1 0,-1-1,1 1,1 0,-1-1,0 1,1-1,0 1,0 0,1 0,-1 0,1-1,0 1,0 1,0-2,10-6,0 0,1 1,1 0,-1 0,2 2,-1 0,1 0,0 2,1-1,-1 2,1 0,0 1,8 0,-10 0,3-1,8-3,0 1,0 1,1 1,0 2,0 0,24 1,-47 3,0 0,0 0,0 0,0 1,0-1,0 1,0-1,-1 1,1 0,-1 0,0 0,1 0,-1 0,0 1,0-1,0 1,-1 0,1-1,0 1,-1 0,0 0,0 0,0 0,0 0,0 0,-1 0,1 0,-1 0,0 0,0 0,0 1,0 0,10 38,-5-32,0 1,1-1,0 0,0-1,1 0,0 0,1 0,0-1,0 0,5 3,-10-8,0 0,1-1,-1 1,1-1,0 0,0 0,0-1,0 1,0-1,0 0,0 0,0 0,0 0,1-1,-1 1,0-1,1 0,-1-1,0 1,0-1,1 0,-1 0,0 0,0 0,0-1,0 0,0 0,-1 0,1 0,1-1,0 0,0 0,-1-1,1 0,-1 0,0 0,0 0,-1-1,1 1,-1-1,0 0,0 0,0 0,-1 0,0-1,0 1,0-1,-1 1,0-1,0 1,0-1,-1 0,1 0,-2 1,1-1,0 0,-1 0,0 1,-1-1,1 1,-1-1,0 1,0-1,-1 1,1 0,-1 0,-1 0,1 1,0-1,-1 1,0-1,-4-1,0 1,0 0,0 0,-1 0,0 1,0 1,0-1,0 1,0 1,-1 0,1 0,-1 1,1 0,-1 0,0 1,1 1,-1 0,0 0,1 0,-1 2,1-1,0 1,0 0,0 1,0 0,0 0,1 1,0 0,0 1,0 0,1 0,0 0,0 1,0 0,1 1,0-1,1 1,-5 8,-10 28,7-3</inkml:trace>
  <inkml:trace contextRef="#ctx0" brushRef="#br0" timeOffset="16">1730 2032,'-10'4,"1"0,-1 1,1 0,0 0,0 1,1 0,0 1,0 0,0 0,1 1,0 0,1 0,-1 1,2 0,-1 0,1 0,1 1,-1-1,2 1,-1 0,1 0,1 0,0 1,0-1,1 1,1-1,0 1,0 0,2-2,0 0,1 0,0 0,0 0,1 0,1-1,-1 0,1 0,0 0,1 0,0-1,0 0,1 0,0 0,0-1,1 0,7 4,1 0,0 0,1-1,0-1,0-1,1 0,0-1,0-2,11 3,-20-5,0 1,0-1,0-1,0 0,0 0,1-1,-1 0,0 0,0-1,0-1,0 1,0-1,0-1,0 0,0 0,-1-1,1 0,-1 0,0-1,-1 0,1 0,-1-1,0 0,0 0,-1-1,0 1,4-6,-3-3,-1 0,0-1,-1 0,-1 1,0-2,-1 1,-1 0,0-1,-2 1,0 0,0-1,-2 1,0-1,-1 1,0 0,-5-13,5 19,0 1,0-1,-1 1,0-1,-1 1,0 1,-1-1,1 1,-2 0,1 0,-1 0,0 1,-1 0,1 1,-1-1,-1 2,1-1,-1 1,0 0,0 1,-1 0,1 1,-1-1,0 2,-2-1,-7 3,-1 0,0 1,1 1,-1 1,1 0,-1 2,1 0,1 2,-1 0,1 0,0 2,1 0,0 1,0 1,1 1,1 0,0 1,1 0,0 1,0 1,8-9,1 0,-1 1,1-1,0 1,1 0,-1 0,1 0,1 1,-1 0,1-1,1 1,-1 0,1 0,1 1,0-1,0 0,0 0,1 1,0-1,1 5,19 39,8-7</inkml:trace>
  <inkml:trace contextRef="#ctx0" brushRef="#br0" timeOffset="17">3134 2085,'-10'3,"0"1,1 0,-1 0,1 1,0 0,0 0,1 1,-1 0,2 1,-1 0,0 0,1 1,1-1,-1 2,1-1,1 1,-1 0,2 0,-1 0,1 1,1-1,-1 1,2 0,-1 0,1 0,1 0,0 1,0-1,1 0,1 1,-1-1,2 0,-1 0,2 1,-1-1,1-1,1 3,0-5,0-1,0 1,0-1,0 0,1 0,0 0,1-1,-1 1,1-1,0-1,0 1,1-1,-1 0,1-1,0 1,0-1,0-1,0 1,1-1,-1 0,1-1,1 0,13 2,0-1,0-1,0-1,-1 0,1-2,0-1,5-2,-12 2,0-1,0 0,0-1,-1-1,0 0,0-1,0 0,-1-1,0-1,2-2,-10 7,1-1,-1 0,0 0,-1 0,1-1,-1 1,0-1,0 0,-1 0,0-1,0 1,0-1,-1 1,0-1,0 0,0 0,-1 0,0 0,-1 0,0 0,0 0,0 0,-1-2,-4-7,0 0,-1 0,0 1,-2 0,0 0,0 0,-1 1,-1 1,0 0,-1 0,-1 1,0 0,0 1,-1 0,-1 1,-10-6,12 8,0 0,-1 1,0 0,-1 1,0 0,0 1,0 1,0 0,-1 1,-6-1,14 4,0-1,1 1,-1 0,1 1,-1-1,1 1,-1 1,1-1,-1 1,1 0,0 1,0-1,0 1,0 0,0 1,1 0,0-1,0 2,0-1,0 1,0-1,1 1,0 0,-2 3,0 3,1 1,0-1,1 1,0 0,0 0,2 0,-1 1,2-1,-1 0,2 1,0 0,0-1,1 1,1-1,0 0,0 1,1-1,1 0,0 0,1-1,0 1,1-1,0 0,5 6,23 35</inkml:trace>
  <inkml:trace contextRef="#ctx0" brushRef="#br0" timeOffset="18">4030 2166,'-4'9,"1"1,0-1,1 1,0 0,0 0,1 0,1 0,-1 0,1 0,1 0,0 0,1 0,-1-1,2 1,0 0,0-1,0 1,1-1,1 0,-1 0,2-1,-1 0,1 1,0-2,1 1,0-1,7 7,-5-8,1 0,0-1,0 0,0-1,0 0,1 0,-1-1,1 0,0-1,0 0,0-1,0 0,1-1,-1 0,0-1,0 0,0-1,0 0,0-1,-1 0,1 0,-1-1,1-1,-1 0,-1 0,1-1,-1 0,0-1,0 0,-1 0,0-1,0 0,6-8,-8 6,1-1,-1 0,-1 0,0-1,-1 0,0 0,-1 0,0 0,-1 0,0-1,-1 1,0-1,-1 1,-1-1,0 1,0-1,-1 1,-1 0,0 0,-1 0,0 0,-1 0,0 1,-1 0,0 0,-1 0,0 1,0 0,-1 0,-1 1,1 0,-2 1,1 0,-1 0,0 1,-1 0,0 1,0 0,-6-2,4 4,-1 0,1 1,-1 1,0 0,0 1,1 0,-1 1,0 1,0 0,0 1,1 0,-1 1,1 1,-1 0,1 1,0 0,1 1,0 0,0 1,0 1,0 0,1 0,1 1,0 1,0-1,0 2,1-1,1 1,0 1,1 0,0 0,0 0,1 0,-3 12,-13 50,8-6</inkml:trace>
  <inkml:trace contextRef="#ctx0" brushRef="#br0" timeOffset="19">1637 3248,'-4'2,"-1"-1,1 1,-1 0,1 0,0 0,-1 1,1-1,1 1,-1 0,0 0,1 1,-1-1,1 1,0-1,0 1,1 0,-1 0,1 1,0-1,0 0,0 1,0 0,-20 106,22-99,0 1,1-1,1 0,0 0,0 1,1-1,0-1,1 1,1 0,0-1,0 0,1 0,1-1,0 1,0-1,1-1,0 1,0-1,1-1,1 0,-1 0,1-1,0 0,1 0,0-2,11 6,-7-6,0 0,1 0,-1-2,1 0,0 0,0-2,0 0,0-1,0 0,1-2,-1 0,15-3,-21 2,-1 1,1-1,-1-1,0 0,0 0,0-1,0 0,-1 0,0-1,0 0,0 0,-1-1,0 0,0-1,-1 1,0-1,0 0,-1-1,0 1,0-1,1-5,-3 4,0-1,0 0,-1 0,-1 0,0 0,0 0,-1 0,-1 0,0-1,0 1,-1 0,0 0,-1 1,0-1,-1 0,0 1,-1 0,-1-1,-3-6,0 1,-1 0,-1 0,-1 1,0 0,-1 1,-1 1,0 0,0 1,-6-3,13 10,0-1,-1 1,0 1,0-1,0 2,-1-1,1 1,-1 0,0 1,0 0,0 0,0 1,0 0,0 0,0 1,0 1,0-1,0 2,0-1,0 1,0 0,0 1,0 0,1 1,0-1,-2 2,-2 4,1 0,0 0,1 1,0 0,0 1,1 0,1 0,0 1,0 0,1 1,1 0,0 0,0 0,2 1,0-1,0 1,1 0,1 0,0 0,1 1,1-1,0 0,1 1,0-1,1 0,1 0,0 0,1 0,0 0,5 8,33 46,4-11</inkml:trace>
  <inkml:trace contextRef="#ctx0" brushRef="#br0" timeOffset="20">3067 3222,'-11'5,"0"0,1 0,0 1,0 1,0 0,1 0,0 1,0 0,1 0,0 1,0 0,1 1,0-1,1 1,0 1,1-1,0 1,0 0,1 0,1 1,0-1,0 1,1-1,1 1,0 4,1-9,1-1,-1 1,2 0,-1 0,1-1,0 1,0-1,1 0,0 0,0 0,0 0,1 0,0 0,0-1,1 0,-1 0,1 0,0 0,0-1,1 0,-1 0,1 0,0-1,0 0,0 0,1 0,8 3,0 0,0-1,1-1,0-1,0 0,0 0,0-2,0 0,1-1,6-1,-8-1,-1 0,1-1,-1 0,0-1,-1-1,1 0,-1-1,0 0,0-1,0-1,-1 0,0 0,3-5,-8 7,-1 1,0-2,0 1,-1-1,0 0,0 0,0 0,-1-1,0 0,0 0,-1 0,0 0,-1 0,0-1,0 1,-1-1,0 1,0-1,-1 0,0 0,0 1,-2-8,-2 0,0 2,-1-1,-1 0,0 1,-1 0,0 0,-1 1,-1 0,0 1,-1-1,0 2,-1 0,0 0,0 0,-2 2,1-1,-1 2,0 0,-1 0,0 1,-11-3,16 7,1 0,-2 1,1 1,0-1,0 2,0-1,-1 1,1 0,0 1,0 0,0 1,-1 0,1 0,1 1,-1 0,0 1,1-1,0 2,0-1,0 1,0 0,1 1,0 0,0 0,0 1,1 0,0 0,0 0,1 1,0-1,-4 9,3-5,0-1,1 1,1-1,0 2,0-1,1 0,0 1,1-1,1 1,0 0,0-1,1 1,1 0,0 0,0-1,1 1,1 0,0-1,0 0,1 0,1 0,-1 0,2-1,0 1,0-1,1-1,0 1,0-1,1 0,3 1,54 37,2-11</inkml:trace>
  <inkml:trace contextRef="#ctx0" brushRef="#br0" timeOffset="21">3977 3422,'25'-27,"-1"-1,-1-1,-2-1,0-1,-3-1,0 0,-2-2,-2 0,-1 0,-1-1,-2-1,0-8,-29 105,8-20,2 0,2 1,2 0,1 0,3 1,1-1,2 0,2 1,1-1,3-1,1 1,4 3,11 16</inkml:trace>
  <inkml:trace contextRef="#ctx0" brushRef="#br0" timeOffset="22">1757 4585,'-9'2,"-1"1,1 0,-1 0,1 0,0 1,0 1,1 0,-1 0,1 0,0 1,0 0,1 1,0 0,0 0,0 0,1 1,1 0,-1 0,1 1,-2 4,-2 4,1 1,1-1,0 2,2-1,0 0,1 1,0 0,2 0,0 0,2 4,-1-10,2 0,0 0,0 1,2-1,-1 0,2-1,0 1,0 0,1-1,0 0,1 0,1-1,0 1,0-2,1 1,1-1,0 0,0 0,0-1,2-1,-1 0,1 0,0-1,0 0,13 5,-7-5,0-1,1-1,0 0,0-2,1 0,-1-1,1 0,-1-2,1 0,-1-1,0-1,1-1,-1 0,0-2,0 0,-1-1,1 0,-1-2,-1 0,1-1,-1 0,-1-1,0-1,0-1,-1 0,-1-1,0 0,-1-1,0 0,-1-1,2-5,-7 8,-1 0,0-1,-1 0,-1 0,0 0,0 0,-1 0,-1 0,0-1,-1 1,-1 0,0-1,0 1,-2 0,1 0,-2 0,0 0,0 0,-1 1,-1 0,0 0,0 0,-1 1,-1 0,0 0,-1 1,1 0,-2 1,0-1,0 2,-7-5,9 6,0 0,-1 1,0 0,0 0,0 1,-1 1,1-1,-1 1,0 1,-1 0,1 0,0 1,-1 1,1 0,-1 0,0 1,1 0,-1 1,0 0,1 0,-1 1,1 1,0 0,0 0,0 1,0 1,0-1,-6 5,7-2,0 0,0 1,0 0,1 0,0 1,0 0,1 1,1-1,-1 1,2 0,-1 1,1 0,1 0,0 0,1 0,0 0,0 1,1-1,1 1,0 0,1-1,0 1,0 0,1 0,1-1,0 1,1-1,0 1,19 46</inkml:trace>
  <inkml:trace contextRef="#ctx0" brushRef="#br0" timeOffset="23">3121 4907,'-1'-39,"3"1,1-1,1 1,10-32,8-10,3 0,17-31,-56 173,-3 14,4 0,2 1,5 1,2-1,6 60,-1-118,1-1,1 1,0-1,1 0,1 0,1-1,0 1,2-1,0 0,5 7,15 14</inkml:trace>
  <inkml:trace contextRef="#ctx0" brushRef="#br0" timeOffset="24">3896 4772,'-7'9,"1"-1,0 1,0 0,1 1,0-1,1 1,0 0,0 0,1 1,1-1,0 0,0 1,1 0,0-1,1 1,0 0,1-1,0 1,1 0,0-1,0 1,1-1,0 0,1 0,1 0,-1 0,1-1,1 0,0 0,0 0,1-1,0 0,0 0,1-1,2 2,5 0,1-1,0-1,1 0,0-1,0-1,0 0,0-1,1-1,0-1,-1-1,1 0,0-1,0-1,-1-1,1 0,0-1,-1-1,0-1,0 0,2-2,-8 2,0-1,-1 1,0-2,0 1,-1-1,0-1,0 0,0 0,-1 0,-1-1,1-1,-1 1,-1-1,0 0,0-1,-1 1,-1-1,1 0,-2 0,0-1,0 1,-1-1,0 0,-1 1,0-1,-1 0,0 0,-2-6,-1 2,0-1,-1 1,0 0,-2 0,0 0,0 1,-2-1,0 2,0-1,-2 1,0 1,0-1,-1 2,-1 0,0 0,-1 0,5 6,0-1,0 1,-1 0,0 0,0 1,0 0,-1 1,0 0,0 1,0 0,0 0,0 1,-1 0,1 1,-1 0,1 1,-1 0,1 1,-1 0,1 0,0 1,0 1,-1 0,1 0,1 1,-1 0,-5 5,0 1,1 0,0 1,1 1,0 0,1 0,0 2,1-1,1 1,0 1,1 0,1 0,0 1,1 0,0 0,1 1,2 0,-3 9,-12 55</inkml:trace>
  <inkml:trace contextRef="#ctx0" brushRef="#br0" timeOffset="25">1878 6096,'-9'3,"1"0,0 1,0 0,0 0,0 1,1 0,-1 1,2-1,-1 1,0 0,1 1,0 0,1 0,-1 0,2 1,-1-1,1 1,0 0,0 0,1 1,-1 3,-2 7,0 0,2 0,0 0,2 0,0 1,0-1,2 1,1-1,0 1,1-1,4 13,-4-23,0 0,0 1,1-1,1 0,-1-1,2 1,-1-1,1 0,0 0,0 0,1 0,0-1,1 0,0-1,0 1,0-1,1 0,-1-1,1 0,1 0,-1-1,1 0,0-1,5 2,-4-3,0 0,0-1,0 0,0-1,0 0,0-1,0 0,0 0,0-1,0 0,0-1,-1 0,1-1,-1 0,0 0,0-1,0 0,-1-1,0 0,0 0,0-1,7-6,-2 0,0 0,0-1,-1-1,-1 0,0 0,-1-1,-1-1,-1 1,7-18,-10 22,-1 1,0-1,-1 0,0 0,-1 0,0-1,0 1,-2-1,0 1,0-1,-1 1,0 0,-1-1,-1 1,0 0,0 0,-1 0,-1 1,0-1,-1 1,0 0,0 1,-1-1,-1 1,0 1,0 0,-1 0,0 0,0 1,-1 0,0 1,-1-1,0 4,0 0,0 1,0 0,0 0,0 1,0 1,-1 0,1 0,-1 1,1 1,0 0,-1 0,1 1,0 1,0 0,0 0,0 1,1 0,-9 5,4-1,0 0,1 1,0 1,0 0,1 1,0 0,1 1,0 1,1 0,1 0,0 1,1 0,-1 2,6-9,1 0,-1 0,1 1,0 0,1-1,0 1,0 0,1 0,0 0,0 0,1 0,0 0,0 0,1 0,0 0,0 0,1 0,0 0,0-1,1 1,1 2,22 33</inkml:trace>
  <inkml:trace contextRef="#ctx0" brushRef="#br0" timeOffset="26">3054 6431,'21'-38,"-1"0,-2-2,-2 0,-2 0,-1-2,-2 1,-1-10,9-72,-16 104,6 37,3 238,9 87,-12-281</inkml:trace>
  <inkml:trace contextRef="#ctx0" brushRef="#br0" timeOffset="27">4137 6364,'82'-387,"-76"363,3 71,-3 172,-6-128,4 0,3-1,12 46,-9-92</inkml:trace>
  <inkml:trace contextRef="#ctx0" brushRef="#br0" timeOffset="28">1744 7768,'54'-83,"37"-50,38-76,-98 155,-31 53,0 1,0 0,0-1,0 1,0 0,1-1,-1 1,0 0,0-1,0 1,0 0,0 0,0-1,1 1,-1 0,0 0,0-1,0 1,1 0,-1 0,0-1,0 1,1 0,-1 0,0 0,1 0,-1-1,0 1,0 0,1 0,-1 0,0 0,1 0,-1 0,0 0,1 0,-1 0,0 0,1 0,-1 0,0 0,1 0,-1 0,0 0,0 0,1 1,-1-1,0 0,1 0,-1 0,0 0,0 1,1-1,-1 0,0 0,0 0,1 1,-1-1,0 0,0 0,0 1,0-1,0 0,1 1,-1-1,3 24,-7 293,-4-99,7-204,0 1,1 0,1 0,0 0,1-1,0 1,1-1,1 1,0-1,1 0,0 0,2-1,-1 0,2 0,-1 0,2-1,0 1,25 15</inkml:trace>
  <inkml:trace contextRef="#ctx0" brushRef="#br0" timeOffset="29">3241 7513,'-12'4,"1"0,0 0,0 2,0-1,1 1,-1 1,1 0,1 0,0 1,0 0,0 1,1 0,0 0,1 1,0 0,0 0,1 0,-2 6,5-9,-1 1,1-1,0 1,1 0,0 0,0 0,1 0,-1 0,2 0,-1 1,1-1,1 0,0 0,0 0,0 0,1 0,0 0,1 0,-1 0,2-1,-1 1,1-1,0 0,0 0,1 0,0-1,2 3,0-3,0 0,0 0,0 0,0-1,1 0,0-1,0 1,0-1,1-1,-1 0,1 0,0-1,0 0,0 0,0-1,0 0,0-1,0 0,0 0,0-1,0 0,0-1,0 0,5-2,-2 1,1-2,-1 1,0-2,-1 1,1-2,-1 1,0-2,-1 1,0-1,0-1,-1 0,0 0,0-1,-1 0,0-1,-1 0,0 0,-1-1,0-1,-1 1,0-1,-1 0,0-1,-1 1,-1 0,0-1,-1 0,0 1,-1-1,-1 0,0 1,-1-1,0 1,-1-1,-1 1,0 0,0 0,-2 1,1-1,-2 1,1 0,-2 1,0-1,0 2,-1-1,0 1,-1 0,0 1,0 0,-9-5,13 11,-1 0,1 0,-1 0,0 1,0 0,0 1,0 0,0 0,0 0,0 1,0 0,0 0,0 1,0-1,0 2,0-1,0 1,0 0,1 1,-1-1,1 1,-1 0,1 1,0 0,0 0,1 0,-1 1,1-1,-1 3,-5 3,1 1,0 1,1-1,1 1,0 1,0 0,2 0,-1 0,2 1,-1 0,2 0,0 0,-1 12,3-17,1-1,0 1,1 0,0 0,0 0,1 0,1 0,-1 0,1-1,0 1,1-1,0 1,1-1,-1 0,2 0,-1 0,1-1,0 0,0 0,1 0,2 2,47 29,3-11</inkml:trace>
  <inkml:trace contextRef="#ctx0" brushRef="#br0" timeOffset="30">4016 7633,'-2'13,"1"0,1 0,0-1,1 1,0 0,1 0,0-1,1 1,0-1,1 0,1 0,0 0,0 0,1-1,1 0,0 0,0-1,1 0,0 0,5 4,-3-8,0 1,0-1,1-1,0 0,0 0,0-1,1 0,-1-1,1-1,0 1,0-2,-1 0,1 0,0-1,0-1,0 0,0 0,0-2,0 1,-1-1,1-1,-1 0,0 0,0-2,-1 1,1-1,-1 0,0-1,-1-1,0 1,0-1,0-1,-1 0,0 0,-1 0,0-1,-1 0,0-1,0 1,3-10,-5 6,0 1,0-1,-1 0,-1 0,0 0,-1 0,-1 0,0-1,-1 1,0 0,-1 0,-1 0,0 0,-1 0,-1 1,-1-3,2 7,0 0,0 0,-1 0,-1 0,0 1,0 0,0 0,-1 1,0-1,0 1,-1 1,0 0,0 0,-1 0,0 1,0 1,0-1,0 1,-1 1,1 0,-1 0,-9-1,5 3,0 0,0 1,0 0,0 1,0 1,0 0,1 1,-1 0,1 1,0 1,0 0,0 1,1 0,-1 1,2 0,-1 1,-6 5,-7 8,1 1,0 1,2 1,1 1,1 1,-16 26,-10 22</inkml:trace>
  <inkml:trace contextRef="#ctx0" brushRef="#br0" timeOffset="31">1797 8957,'21'-18,"-1"0,-1-1,-1-2,0 0,-1 0,-2-2,0 0,-2 0,0-2,-2 1,0-2,-2 1,-1-1,-1-1,-1 1,2-25,-8 51,0 0,0 0,1 0,-1 0,0 0,0 0,1 0,-1 0,0 0,0 0,-5 122,-21 109,-5 74,30-290,1 0,0 0,2-1,-1 1,2 0,0-1,1 1,0-1,15 27</inkml:trace>
  <inkml:trace contextRef="#ctx0" brushRef="#br0" timeOffset="32">3108 8796,'-12'3,"0"0,0 1,1 0,0 0,0 1,0 1,0 0,1 0,0 1,0 1,1-1,0 2,0-1,1 1,0 0,1 1,-2 3,4-7,1 1,0-1,0 1,1 0,0 0,0 1,0-1,1 0,0 1,1 0,-1-1,2 1,-1 0,1 0,0 0,1-1,-1 1,2 0,-1 0,1-1,0 1,1-1,-1 0,2 0,-1 0,1 0,0 0,8 5,0-1,0 0,1-1,1-1,0 0,0 0,0-2,1 0,0 0,1-1,0-1,-1-1,2 0,-1-1,0-1,0-1,1 0,-1-1,14-1,-10 0,0 0,0-2,0 0,0-1,-1-1,1 0,-1-2,0 0,-1-1,11-7,-19 9,-1 1,0-2,0 1,0-1,-1 0,0-1,-1 0,1 0,-2-1,1 0,-1 0,-1-1,1 1,-1-1,-1 0,0 0,-1-1,0 1,0-1,-1-2,-1-3,-1 0,-1 0,0 0,-1 0,-1 1,0-1,-1 1,-1-1,-1 1,0 1,0-1,-2 1,0 0,0 1,-1 0,-1 0,0 1,-1 0,0 1,-1 0,0 1,-1 0,-10-6,14 11,0 1,1 0,-1 0,-1 1,1 1,0-1,-1 1,1 1,-1 0,0 0,1 1,-1 0,0 1,0 0,1 0,-1 1,1 0,0 1,-1 0,1 0,0 1,1 1,-1-1,1 1,0 1,0-1,-5 6,-1 1,0 1,0 0,2 1,0 0,0 1,1 0,1 1,1 0,0 1,1 0,1 0,1 1,0-1,1 1,1 1,1-1,0 1,2-1,0 1,1 0,0 0,4 11,12 39</inkml:trace>
  <inkml:trace contextRef="#ctx0" brushRef="#br0" timeOffset="33">4150 9090,'25'-37,"-1"-1,-2-1,-2-1,-2-1,-2 0,-1-1,-2-1,-2-1,-1-6,6-63,-29 257,4-72,2 0,4 1,3-1,3 1,12 62,2-63,0-12</inkml:trace>
  <inkml:trace contextRef="#ctx0" brushRef="#br0" timeOffset="34">2038 10614,'11'-60,"3"0,2 1,20-47,4-13,-20 59,-15 58,-6 16,-36 237,31-212,0 1,3-1,1 1,2 0,2-1,1 1,2-1,2 0,7 20,7-7</inkml:trace>
  <inkml:trace contextRef="#ctx0" brushRef="#br0" timeOffset="35">3148 10534,'-1'-41,"1"0,2 0,2 0,2 0,1 1,3 0,1 0,2 1,12-25,-12 43,-12 21,-1 0,0-1,0 1,1 0,-1 0,0 0,0-1,1 1,-1 0,0 0,1 0,-1 0,0 0,1-1,-1 1,0 0,1 0,-1 0,0 0,1 0,-1 0,1 0,-1 0,0 0,1 1,-1-1,0 0,1 0,-1 0,0 0,1 0,-1 0,0 1,0-1,1 0,-1 0,0 1,0-1,1 0,-1 0,0 1,0-1,1 0,-1 1,0-1,0 0,0 1,0-1,0 0,0 1,1-1,-1 0,0 1,0-1,0 0,0 1,0-1,0 0,0 1,0-1,-1 0,1 1,0-1,0 1,2 21,0 1,-2-1,0 1,-2 0,0-1,-4 14,1-1,-6 36,4-27,1 1,3-1,1 1,2 7,2-40,-1 1,2 0,0-1,0 1,1-1,1 0,0 0,2 2,17 27</inkml:trace>
  <inkml:trace contextRef="#ctx0" brushRef="#br0" timeOffset="36">4177 10307,'-9'13,"1"0,0 0,1 1,1 0,0 0,1 0,1 1,0 0,1 0,0 0,2 0,-1 0,2 4,0-9,0-1,1 1,1-1,0 1,0-1,0 0,1 0,1 0,-1 0,1-1,1 1,0-1,0 0,1 0,-1-1,2 1,-1-2,1 1,0 0,0-1,5 2,2 0,0 0,-1-1,2-1,-1-1,1 0,0-1,0 0,0-1,1-1,-1 0,1-1,-1-1,1 0,-1-2,1 1,-1-2,0 0,5-2,-7 2,0-1,-1 0,1-1,-1-1,0 0,-1 0,1-1,-1-1,-1 1,1-2,-2 0,1 0,-1-1,0 0,-1 0,0-1,-1 0,0 0,-1-1,0 0,2-6,-4 3,0 1,-2-1,1 1,-2-1,0 0,-1 1,0-1,-1 0,-1 0,0 1,-1-1,-1 1,0 0,-1 0,0 0,-1 0,-1 1,-4-7,5 10,0 1,0-1,-2 1,1 0,-1 1,0-1,-1 2,0-1,0 1,0 0,-1 1,0 1,0-1,-1 1,0 1,0 0,0 0,0 1,0 1,-1 0,1 1,-1 0,-9 0,3 3,0 0,1 2,-1 0,1 1,0 0,0 2,1 0,0 0,0 2,1 0,0 1,0 0,-5 6,-16 15,1 2,2 0,1 3,-11 17,-20 31</inkml:trace>
  <inkml:trace contextRef="#ctx0" brushRef="#br0" timeOffset="37">1971 12072,'15'-30,"14"-27,-2 0,15-54,-23 43,-4 0,-2-2,-1-24,0 25,-12 69,1-1,-1 1,0-1,1 1,-1 0,1-1,-1 1,1 0,-1 0,0-1,1 1,-1 0,1 0,-1 0,1-1,-1 1,1 0,-1 0,1 0,-1 0,1 0,0 0,-1 0,1 0,-1 0,1 0,-1 0,1 0,-1 1,1-1,-1 0,1 0,-1 1,0-1,1 0,-1 0,1 1,-1-1,0 0,1 1,-1-1,1 1,-1-1,0 0,0 1,1-1,-1 1,0-1,0 1,0-1,1 1,-1-1,0 1,0-1,0 1,0-1,0 1,0-1,0 1,0 0,0-1,0 1,0-1,14 35,-2 0,-1 1,-1 1,-2-1,-2 1,0 15,9 108,-7 0,-7 19,-1-107</inkml:trace>
  <inkml:trace contextRef="#ctx0" brushRef="#br0" timeOffset="38">3202 12072,'53'-188,"36"-185,-76 322,-14 61,-12 60,-12 57,5 2,6 0,4 37,25-27,-1-91</inkml:trace>
  <inkml:trace contextRef="#ctx0" brushRef="#br0" timeOffset="39">4297 11898,'55'-112,"-5"-2,-5-2,16-70,-51 149,-4 24,-5 26,-49 365,42-322,2 0,3 1,2-1,3 1,2-1,2-1,12 38,1-28</inkml:trace>
  <inkml:trace contextRef="#ctx0" brushRef="#br0" timeOffset="40">1556 12874,'46'-10,"0"3,1 1,-1 3,1 2,4 1,-13 0,1186 27,-974-28,268 7,-115 37,22 0,297-38,-401-7,391-6,-56-11,228-8,-597 16,82-22,-22 2,722-63,-559 54,-292 20,125 8,270-1,-432 13,-179 1,-1-1,1 0,0 1,0-1,-1 0,1 0,0 0,0-1,-1 1,1 0,0 0,0-1,-1 0,1 1,0-1,-1 0,1 1,-1-1,1 0,-1 0,1 0,-1-1,0 1,0 0,1 0,-1-1,0 1,0-1,0 1,0-1,-1 1,1-1,0 1,-1-1,1 0,-1 0,1 0,-4-14</inkml:trace>
  <inkml:trace contextRef="#ctx0" brushRef="#br1" timeOffset="41">126 2072,'-4'2,"0"0,0 0,0 1,0-1,0 1,0 0,1 0,-1 0,1 0,0 1,0 0,0-1,0 1,1 0,0 0,-1 0,2 1,-1-1,0 0,1 1,0-1,0 1,0 0,0-1,1 1,0 0,0-1,0 1,1 0,-1-1,1 1,0 0,0-1,1 1,-1-1,1 0,0 1,1-1,-1 0,0 0,1 0,0-1,0 1,1 0,3 4,0-1,0-1,0 1,1-1,0 0,0-1,1 0,-1 0,1-1,0 0,0 0,1-1,-1-1,1 1,-1-2,1 1,0-1,0 0,-1-1,1-1,0 1,0-1,-1-1,5-1,-9 1,0 0,0-1,0 1,-1-1,1 0,-1 0,0-1,0 1,0-1,-1 0,1 0,-1 0,0 0,0-1,0 0,-1 1,0-1,1 0,-2 0,1 0,0-1,1-8,1 0,-2 0,0 0,0-1,-2 1,0-1,-1-4,2 11,-2 1,1-1,-1 1,0-1,-1 1,1 0,-2-1,1 1,-1 0,0 0,0 1,-1-1,0 1,0-1,0 1,-1 0,0 1,0-1,-1 1,0 0,1 1,-2-1,1 1,0 0,-1 0,0 1,0 0,0 0,0 1,0 0,0 0,-1 1,1 0,-1 0,1 0,-5 1,0 3,0 1,1 1,-1-1,1 2,0 0,0 0,1 1,-1 0,1 0,1 1,0 1,0 0,1 0,0 1,0 0,1 0,0 0,1 1,0 0,1 1,0-1,1 1,1 0,-1 0,0 12,-5 29,4-5</inkml:trace>
  <inkml:trace contextRef="#ctx0" brushRef="#br1" timeOffset="42">300 3609,'66'-138,"-40"89,-3-1,-2-1,5-24,-42 148,3 0,3 1,3 1,4-1,5 64,2-70</inkml:trace>
  <inkml:trace contextRef="#ctx0" brushRef="#br1" timeOffset="43">327 4679,'49'-9,"-21"3,1 0,-1 2,1 1,0 2,0 1,27 3,-51-3,0 0,-1 1,1 0,0 0,-1 1,1-1,-1 1,0 0,1 0,-1 0,0 1,0-1,0 1,-1 0,1 0,-1 0,0 1,1-1,-1 1,-1 0,1 0,-1 0,1 0,-1 0,0 1,-1-1,1 1,-1-1,0 1,0-1,0 1,-3 12,-1 0,0-1,-1 1,-1-1,0 0,-1 0,-1-1,-1 1,0-2,-1 1,0-1,-1 0,-6 5,-201 267,214-281,1-3,1-1,-1 1,0 0,0 1,1-1,0 0,-1 0,1 1,0-1,0 0,0 1,0-1,1 1,-1 0,1-1,-1 1,1-1,0 1,0 0,0-1,0 1,1 0,-1-1,1 1,0-1,-1 1,1-1,0 1,0-1,2 3,2-3,0 0,0 0,0 0,0 0,0-1,1 0,-1 0,0 0,1-1,-1 0,1 0,-1 0,3-1,129-18,-66 4</inkml:trace>
  <inkml:trace contextRef="#ctx0" brushRef="#br1" timeOffset="44">313 6337,'11'-9,"-1"1,1 0,0 1,1 0,-1 1,1 1,1-1,-1 2,1 0,0 0,0 1,0 1,0 0,0 1,0 0,5 1,-14 0,0 0,0 1,1-1,-1 1,0 0,0 0,0 0,0 0,-1 1,1-1,0 1,-1 0,1 0,-1 1,1-1,-1 1,0-1,0 1,0 0,-1 0,1 1,-1-1,1 0,-1 1,0 0,0-1,-1 1,1 0,-1 0,0 0,0 0,0 0,0 0,-1 0,0 0,0 0,0 0,0 1,-1-1,0 3,-3 4,0-1,-1 1,0-1,0 0,-1 0,-1-1,0 1,0-1,-1-1,0 0,0 0,-1 0,0-1,0 0,-1-1,1 0,-1-1,-1 0,-2 1,41-3,-4-4,0 2,0 1,0 1,0 0,16 6,-30-6,-1-1,1 2,-1-1,0 1,0 1,0-1,-1 2,0-1,0 1,0 0,0 1,-1 0,0 0,-1 0,2 3,-7-8,1 0,-1 1,1-1,-1 1,0 0,0-1,0 1,0 0,0-1,-1 1,1 0,-1 0,0 0,0 0,0-1,0 1,0 0,0 0,-1 0,0 0,1-1,-1 1,0 0,0-1,-1 1,1-1,-1 1,1-1,-1 1,0-1,1 0,-1 0,0 0,-1 0,0 1,-8 5,1-1,-1 0,0 0,0-1,0-1,-1 0,-6 2,-23 5,0-2,-1-1,0-2,-2-2,8-1,2 2,7-1</inkml:trace>
  <inkml:trace contextRef="#ctx0" brushRef="#br1" timeOffset="45">528 7326,'5'56,"-2"1,-2-1,-3 1,-2-1,-2 1,-14 47,10-43,10-61,0 1,0 0,0 0,0 0,0 0,0-1,0 1,1 0,-1 0,0 0,0-1,1 1,-1 0,0 0,1-1,-1 1,1 0,-1-1,1 1,0-1,-1 1,1 0,-1-1,1 1,0-1,0 0,-1 1,1-1,0 1,0-1,-1 0,1 0,0 0,0 1,0-1,0 0,-1 0,1 0,0 0,0 0,0 0,0 0,-1-1,2 1,38-13,-36 11,186-77,-184 78,1-1,-1 0,0 0,0-1,1 1,-2-1,1-1,0 1,-1-1,1 0,-1 0,0-1,0 0,-1 1,1-1,-1-1,-1 1,1-1,0 0,-1 1,0-1,-1-1,0 1,1 0,-2-1,1 1,-1-1,0 1,0-1,-1 0,0 6,0 0,0 0,0 0,0 0,0 0,0 0,0 0,0 0,0 0,-1 0,1 0,0 0,-1 0,1 0,-1 0,1 1,-1-1,1 0,-1 0,0 0,1 1,-1-1,0 0,1 1,-1-1,0 0,0 1,0-1,0 1,0 0,0-1,1 1,-1 0,0-1,0 1,0 0,0 0,0 0,0 0,0 0,0 0,0 0,0 0,0 0,0 0,0 1,0-1,0 0,0 1,0-1,0 1,0-1,0 1,1-1,-1 1,0 0,0-1,1 1,-1 0,0 0,1-1,-1 1,1 0,-1 0,1 0,-9 12,1 0,0 1,2 0,-1 0,2 0,0 1,1 0,0 0,1 0,-1 10,-1 16,1 0,2-1,2 1,2 0,1 0,6 24,5 10</inkml:trace>
  <inkml:trace contextRef="#ctx0" brushRef="#br1" timeOffset="46">808 8637,'9'2,"10"1,8 0,9-1,8 0,3-1,0-3,-6-1,-7 0,-14 1,-11 0</inkml:trace>
  <inkml:trace contextRef="#ctx0" brushRef="#br1" timeOffset="47">674 8703,'-8'69,"4"0,3 52,1-119,-1-1,1 0,0 1,0-1,0 0,0 1,0-1,0 0,0 1,1-1,-1 0,0 1,1-1,-1 0,1 0,0 1,-1-1,1 0,0 0,-1 0,1 0,0 0,0 0,0 0,0 0,0 0,0-1,0 1,1 0,-1-1,0 1,0 0,0-1,1 0,-1 1,0-1,1 0,-1 1,0-1,1 0,-1 0,0 0,1 0,0-1,97-33,-36 7,-57 24,1 1,-1-1,1 1,0 0,0 0,0 1,-1 0,1 0,0 1,0 0,1 0,-1 0,0 1,-1 0,1 0,0 1,0 0,0 0,-1 1,0 0,1 0,-1 0,0 1,0 0,-1 0,1 1,-1-1,0 1,0 0,0 1,1 1,-3 0,0 1,0-1,-1 1,0-1,0 1,-1 0,0 0,0 0,-1 0,0 0,0 0,-1-1,0 1,0 0,-1 0,0 0,0-1,-1 1,0-1,0 0,-1 0,0 0,0 0,-1-1,-2 4,-6 6,-1-1,0-1,-1 0,0-1,-1 0,-1-1,0-1,0-1,-10 4,8-5,-1-1,1-1,-1-1,0-1,-1-1,1 0,-1-2,1 0,-9-2,5 0</inkml:trace>
  <inkml:trace contextRef="#ctx0" brushRef="#br1" timeOffset="48">808 10013,'-22'21,"1"0,2 2,0 0,1 1,2 1,0 1,2 0,1 1,0 0,3 1,0 0,2 1,1 0,1 0,1 1,2 0,1-1,2 21,-1-33,2 0,0 0,1 0,1 0,0 0,1-1,1 1,1-1,0 0,3 5,-5-15,-1 0,1 0,-1 0,2 0,-1-1,1 0,0 0,0 0,0 0,0-1,1 1,0-2,0 1,0 0,0-1,1-1,-1 1,1-1,0 0,0 0,0-1,0 0,0 0,0 0,0-1,0 0,2-1,-1 0,1-1,-1 0,1 0,-1-1,1 0,-1 0,0-1,-1 0,1-1,-1 1,1-1,-1-1,0 0,-4 3,1 1,-1-1,0-1,0 1,-1 0,1-1,0 1,-1-1,0 0,0 0,0 0,-1 0,1 0,-1 0,0 0,0-1,0 1,-1 0,1-1,-1 1,0 0,-1-1,1 1,-1 0,0-1,0 1,0 0,0 0,-1-1,-2 0,0-1,-1 1,1 0,-1 0,-1 0,1 0,-1 1,1 0,-1 0,0 1,-1-1,1 1,-1 1,1-1,-1 1,0 0,0 1,0 0,0 0,0 0,0 1,0 0,0 0,0 1,0 0,0 0,0 1,1 0,-1 0,0 0,1 1,-1 0,1 0,0 1,0 0,-3 2,0 0,1 1,0 0,1 1,-1 0,1 0,1 1,0 0,0 0,1 0,0 0,0 1,1 0,0 0,1 0,0 1,1-1,0 1,0 8,-3 33</inkml:trace>
  <inkml:trace contextRef="#ctx0" brushRef="#br1" timeOffset="49">434 11604,'19'-13,"0"2,1 0,0 1,1 1,18-4,-31 10,1 0,0 2,-1-1,1 1,0 0,0 0,0 1,0 1,0 0,0 0,0 0,-1 1,1 0,0 1,6 3,-9-3,0 1,0 0,0 0,-1 1,0 0,0 0,0 0,-1 0,1 1,-1-1,-1 1,1 0,-1 0,0 1,0-1,-1 1,0-1,0 1,0 0,0 4,1 13,0 1,-2-1,0 1,-2 0,-1 5,-35 321,36-345,1-1,-1 0,1 0,0 0,0 0,1 0,-1-1,1 1,0 0,0 0,1-1,-1 1,1 0,1 0,2-4,-1-6</inkml:trace>
  <inkml:trace contextRef="#ctx0" brushRef="#br1" timeOffset="50">514 11885,'25'-7,"24"-4,22-6,17-3,12-1,2 0,-6 5,-18 6,-22 6</inkml:trace>
  <inkml:trace contextRef="#ctx0" brushRef="#br0" timeOffset="51">10821 187,'13'24,"-8"3,-1-1,0 1,-3 0,0 0,-1 0,-2 0,-1 0,-1 0,-6 22,-11 58,0-7,5 1,-1 59,14-60,5-1,4 0,9 38,80 382,-73-325,14 31,47 216,-58-76,1 204,-35-125,-38 524,35-502,-42 137,50-71,-4 36,22-173,-15 104,-36 53,3-41,27-371,6 0,7 22,-1-34,-4 76,-2-81,5 0,6 7,6 12,-7-44,4-1,19 61,64 298,-58-304,5 80,22 24,-61-236,-1 0,0 1,-2-1,0 0,-1 1,-2 0,2 57,14 31,-15 157,1-266,0 0,0-1,0 1,0 0,0-1,0 1,0 0,-1-1,1 1,0 0,0-1,0 1,0 0,-1-1,1 1,0 0,0 0,-1-1,1 1,0 0,-1 0,1 0,0-1,0 1,-1 0,1 0,0 0,-1 0,1 0,-1-1,1 1,0 0,-1 0,1 0,0 0,-1 0,1 0,0 0,-1 0,1 1,0-1,-1 0,1 0,0 0,-1 0,1 0,0 1,-1-1,1 0,0 0,-1 0,1 1,0-1,0 0,-1 0,1 1,0-1,0 0,0 1,-1-1,1 0,0 1,0-1,0 0,0 1,0-1,0 0,0 1,0-1,-1-1,-14-12</inkml:trace>
  <inkml:trace contextRef="#ctx0" brushRef="#br0" timeOffset="59">6009 1992,'-7'7,"0"-1,0 1,1 0,0 1,1-1,-1 1,1 0,1 0,0 1,0 0,1-1,0 1,0 1,1-1,0 0,0 0,1 1,1-1,0 1,0-1,1 1,0-1,0 0,1 1,0-1,1 0,0 0,0 0,1-1,0 1,1-1,0 0,0 0,5 5,4-1,-1-1,1-1,1 0,0-1,0-1,1 0,0-1,0-1,1 0,0-1,0-1,0-1,0 0,1-1,-1-1,1-1,-1 0,5-2,-17 3,0-1,0 0,1-1,-1 1,0-1,0 0,0-1,0 1,0-1,0 0,-1 0,1 0,-1-1,1 1,-1-1,0 0,0-1,0 1,0-1,-1 0,1 1,-1-1,0-1,0 1,-1 0,1-1,-1 0,0 1,0-1,-1 0,1 0,-1-1,4-26,-1-1,-2 0,-1 0,-2 0,-1 1,-1-2,1 16,-1 0,0 0,-2 1,0-1,0 1,-2 0,-5-11,8 21,0 1,0-1,0 0,-1 1,0 0,0 0,-1 1,1 0,-1 0,0 0,-1 0,1 1,-1 0,0 0,0 1,0 0,0 0,-1 1,0 0,-7 0,0 1,1 1,-1 1,0 0,0 1,1 0,-1 1,1 1,0 0,0 1,1 1,-1 0,1 1,0 0,1 1,-1 0,2 1,-1 0,1 1,1 0,0 1,0 0,1 1,0 0,1 0,1 1,0 0,-2 7,-16 50,12-5</inkml:trace>
  <inkml:trace contextRef="#ctx0" brushRef="#br0" timeOffset="60">7398 1965,'-4'0,"-1"-1,1 1,0 1,-1-1,1 1,-1-1,1 1,0 0,-1 1,1-1,0 1,0 0,0 0,0 0,0 1,1-1,-1 1,1 0,0 0,-1 0,1 0,1 0,-1 1,0 0,1-1,0 1,0 0,0 0,0 0,0 3,-2 2,2 0,-1 1,1-1,1 1,-1 0,2-1,-1 1,1 0,1-1,0 1,0 0,1-1,0 1,1-1,0 1,0-1,1 0,0-1,1 1,0-1,0 1,1-2,0 1,0 0,1-1,0 0,0-1,1 0,0 0,0 0,0-1,0-1,2 1,4 1,0-1,1 0,-1-1,1 0,1-2,-1 0,0 0,0-1,1-1,-1-1,0 0,1-1,-1-1,0 0,0-1,-1 0,1-1,-1-1,0-1,0 0,-1 0,9-7,-13 5,1 0,-1 0,-1-1,0 0,0 0,-1-1,0 0,-1 0,0-1,-1 1,0-1,-1 0,-1-1,0 1,0-1,-1 0,-1 1,0-1,0 0,-2-1,1 5,-1-1,0 0,0 0,-1 1,0-1,-1 1,0-1,-1 1,0 0,0 0,-1 1,0-1,0 1,-1 0,0 0,0 1,-1 0,0 0,-1 0,1 1,-1 0,0 1,-1 0,1 0,-1 1,-3-2,-6 2,-1-1,0 2,0 1,1 0,-1 1,-1 1,1 1,1 1,-1 1,0 0,0 1,1 1,0 1,0 0,1 2,-1 0,2 1,-1 0,1 1,1 1,-1 1,2 0,0 1,-11 13,16-15,0 1,0 0,1 0,1 1,0 0,0 0,2 1,-4 10,-5 32</inkml:trace>
  <inkml:trace contextRef="#ctx0" brushRef="#br0" timeOffset="61">8548 2139,'69'-108,"-32"53,-3 0,-3-3,-2 0,-2-2,-2-9,-20 94,0 148,-1-94,-3 0,-3 0,-4-1,-9 37,13-104,1-8,0 0,0 1,0-1,1 0,-1 0,1 0,0 1,-1-1,2 0,-1 0,0 0,1 1,-1-1,1 0,0 0,0 0,0 0,1 2,8 4</inkml:trace>
  <inkml:trace contextRef="#ctx0" brushRef="#br0" timeOffset="62">9645 2019,'1'-3,"22"-26,-1-1,-2-1,-1-1,-1 0,-2-2,-2 0,11-34,-20 55,-5 34,0-14,11 459,-11-460,0 0,0 0,0 1,0-1,-1 0,0 0,-1 0,1-1,-1 1,0 0,0 0,-1-1,0 1,0-1,0 0,-1 0,1 0,-1-1,-1 2,38-7,193-29,-185 28</inkml:trace>
  <inkml:trace contextRef="#ctx0" brushRef="#br0" timeOffset="63">8776 2353,'18'0,"11"0,6-2,6-1,-1 0,-2 1,-8 0</inkml:trace>
  <inkml:trace contextRef="#ctx0" brushRef="#br0" timeOffset="64">1182 2834,'101'22,"139"-6,-185-8,0-1,0-4,0-1,31-5,4 2,226 0,-217-7,-1-4,16-8,-14 2,161 5,-34 4,-63-5,13 1,238 6,14 0,-264 8,199 0,-146 12,205-24,32 9,120 43,1-43,-272-12,1192 15,-1164-22,-156 7,152-6,10 8,-235 11,0-5,-1-4,0-4,2-6,-62 11,1 1,1 2,0 2,23 2,25 2,-83-2,-4-1</inkml:trace>
  <inkml:trace contextRef="#ctx0" brushRef="#br0" timeOffset="65">1423 4104,'21'5,"0"0,0-2,0-1,0 0,15-2,28 2,403 21,-122-33,199-8,-29 4,-184-7,-103 2,353-24,62 20,-431 5,104 8,274-16,-70-3,142-4,-207 17,-199 0,383-11,-72 28,-76 50,36-11,-9-24,-488-17,57 7,-83-1,-10-3</inkml:trace>
  <inkml:trace contextRef="#ctx0" brushRef="#br0" timeOffset="74">6168 3102,'-7'0,"-1"0,0 0,0 1,0 0,1 1,-1-1,1 2,-1-1,1 1,0 0,0 0,0 1,0 0,0 0,1 1,0 0,0 0,0 0,1 1,0 0,0 0,0 0,1 1,0-1,0 1,0 0,0 3,-2 1,1 1,0 0,0 0,1 0,1 0,0 1,1-1,0 1,1 0,0 0,1 0,1-1,0 1,1 0,0 0,1-1,0 1,1-1,0 0,1 0,0 0,1-1,1 0,-1 0,2-1,0 1,0-1,8 6,-6-8,1 0,0-2,1 1,-1-2,1 1,0-1,0-1,1-1,0 1,-1-2,1 0,0 0,0-1,0-1,0 0,0-1,4-1,-10 1,-1-1,0 0,0 0,0 0,0-1,-1 0,1 0,-1 0,1-1,-1 0,0 0,-1 0,1-1,-1 1,0-1,0 0,0-1,0 1,-1 0,0-1,2-6,3-7,-1-1,-1 0,0-1,-2 1,0-1,-1-2,0 5,0 1,-2-1,0 0,0 0,-2 0,0 0,-1 0,-1 0,-1 0,0 1,-1 0,-1 0,-1 0,0 1,-1-1,-1 2,0-1,-2 2,-3-6,9 15,0 1,-1 0,1 0,-1 0,0 1,0 0,0 0,0 1,0-1,-1 1,1 0,-1 1,1 0,-1 0,0 0,1 1,-1 0,0 0,1 1,-1 0,0 0,1 0,-1 1,1 0,0 0,-2 1,-4 3,-1 0,1 1,0 0,0 1,1 1,0 0,0 0,1 1,0 0,1 0,0 2,0 0,-2 5,1 1,1-1,0 2,2-1,0 1,1 0,0 1,2 0,1-1,-1 17,0 33</inkml:trace>
  <inkml:trace contextRef="#ctx0" brushRef="#br0" timeOffset="75">7318 3435,'54'-109,"48"-74,-26 51,-59 109,-8 42,-8 63,-4-1,-3 0,-4 0,-3-1,-4 0,-7 14,21-85,3-6,-1 1,1-1,-1 0,0 0,0 0,0 0,0 0,-1 0,1 0,-1 0,0 0,1-1,-1 1,-1-1,1 1,0-1,-1 0,1 0,-1 0,1 0,-4 1,0 4,32-6,-19-1,316-5,-264 2</inkml:trace>
  <inkml:trace contextRef="#ctx0" brushRef="#br0" timeOffset="76">8709 3195,'-6'15,"0"-1,1 2,1-1,1 1,0-1,1 1,0 0,2 0,0 14,1-22,-1 0,2-1,-1 1,1 0,0-1,1 1,-1-1,1 0,1 0,0 0,0 0,0-1,1 0,-1 1,2-2,-1 1,1 0,-1-1,1 0,7 3,-6-4,0 0,1 0,-1-1,1-1,0 1,0-1,0 0,0-1,0 0,0 0,0-1,0 0,1-1,-1 1,0-1,0-1,0 0,0 0,0 0,-1-1,1 0,-1-1,0 0,0 0,0 0,6-5,-2 1,0-1,-1 0,0-1,-1 1,0-2,0 1,-1-1,0-1,-1 0,0 0,-1 0,-1 0,0-1,0 0,2-11,-6 15,1 1,-1-1,-1 1,0-1,0 1,0-1,-1 0,-1 1,1-1,-1 1,-1 0,1 0,-1 0,-1 0,0 0,0 1,0-1,-1 1,0 0,0 0,-1 1,0 0,0 0,0 0,-1 1,0-1,0 2,0-1,-1 1,0 0,1 1,-1 0,-1 0,1 0,-4 0,0 1,0 1,0 0,0 1,0 0,1 1,-1 0,0 0,0 2,1-1,-1 2,1-1,0 1,0 1,0 0,1 1,-1 0,1 0,1 1,-7 6,9-7,0 0,1 0,-1 1,1 0,1 0,-1 1,1 0,1 0,-1 0,1 0,1 1,-1-1,2 1,-1 0,1 0,0 0,1 0,0 1,1-1,0 0,0 0,1 0,0 1,0-1,2 4,1-3,-1 1,2-1,0-1,0 1,0-1,1 0,1 0,-1 0,2-1,6 7,33 27</inkml:trace>
  <inkml:trace contextRef="#ctx0" brushRef="#br0" timeOffset="77">9671 3248,'-2'11,"1"0,0 0,1 0,0 0,1 0,0 0,1 0,0 0,0-1,1 1,1-1,0 1,0-1,1-1,0 1,1 0,0-1,0 0,1-1,0 0,1 0,4 4,-3-7,0 0,1 0,-1-1,1 0,-1-1,1 0,0 0,0-1,1-1,-1 1,0-2,1 1,-1-2,0 1,1-1,-1-1,0 0,0 0,0-1,0-1,-1 1,1-1,-1-1,0 0,7-5,-4 3,0-1,0-1,-1 0,0 0,-1-1,0-1,0 0,-1 0,-1-1,0 0,0 0,-1-1,-1 0,0 0,-1 0,-1-1,1 0,-1-4,-3 8,1-1,-2 1,1 0,-2 0,1 0,-1-1,-1 1,0 0,0 0,-1 1,0-1,-1 0,0 1,0 0,-1 0,0 0,-1 1,0-1,0 1,-1 1,0-1,0 1,-1 0,0 1,0 0,-1 0,1 1,-1 0,0 0,-1 1,1 0,-1 1,0 0,0 1,0 0,0 0,0 1,-6 0,7 2,-1 0,1 1,0 0,0 0,-1 1,2 0,-1 1,0 0,1 0,0 1,0 0,0 0,1 1,-1 0,1 1,1-1,-1 1,1 0,0 2,-10 12,1 1,2 1,0 0,1 1,1 1,1 3,-19 52</inkml:trace>
  <inkml:trace contextRef="#ctx0" brushRef="#br0" timeOffset="78">1543 5414,'9'9,"29"-2,0-1,0-1,0-3,38-1,67 4,200 6,-190-2,136-11,146-38,-67 13,-293 27,88-1,57-12,-46 2,125 9,-140 4,434-2,-309 13,1145-13,-1094-14,116-11,95-20,-37 30,-350 8,160-17,-119-4,154-1,-45 14,-56 2,147 14,-225 12,-172-13,0 0,0-1,0 1,0 1,0-1,0 0,0 1,0 0,0-1,-1 1,1 0,0 1,0-1,-1 0,1 1,0-1,-1 1,1 1,-20 5,-1-6</inkml:trace>
  <inkml:trace contextRef="#ctx0" brushRef="#br0" timeOffset="79">6129 4452,'-10'4,"-1"1,1 0,0 1,1 0,0 1,0 0,0 0,1 1,0 0,0 0,1 1,0 0,0 0,1 1,1 0,0 0,0 0,0 0,2 1,-1 0,1 0,1 0,0 0,0 2,3-2,0-1,0 0,1 0,0 0,1 0,0-1,0 1,1-1,1 0,-1 0,1 0,1 0,0-1,0 0,1 0,-1-1,2 0,-1 0,1 0,0-1,2 1,5 3,1 0,1-1,-1-1,1 0,0-1,1-1,0-1,0 0,0-2,1 0,4 0,-17-2,1-1,0 0,-1 0,1-1,0 0,-1 0,1 0,-1-1,1 0,-1 0,0-1,0 1,0-1,0-1,0 1,-1-1,1 0,-1 0,0-1,-1 1,1-1,-1 0,0-1,0 1,0-1,1-3,3-7,-2 0,0 0,0-1,-2 0,0 0,-1 0,-1 0,0 0,-1-1,-1 1,-1 0,0-1,-2 1,0 0,0 0,-2 0,0 1,-1-1,-6-10,8 17,-2 1,0 0,0 1,0-1,-1 1,0 0,-1 1,0 0,0 0,0 0,-1 1,0 1,0-1,-1 2,0-1,1 1,-1 0,-1 1,1 1,0-1,-1 2,1-1,-1 1,0 1,1 0,-1 0,1 1,-1 1,1 0,-1 0,1 1,0 0,0 1,0 0,0 0,1 1,0 1,-3 2,5-4,2 1,-1 0,0 0,1 1,0 0,0-1,1 2,0-1,0 0,0 1,1 0,0 0,0 0,1 0,0 0,0 1,0-1,1 0,0 1,1 0,0-1,0 1,1-1,-1 1,2 4,11 34</inkml:trace>
  <inkml:trace contextRef="#ctx0" brushRef="#br0" timeOffset="80">7505 4800,'60'-210,"-34"126,-4 0,3-31,-22 95,-7 58,2-23,-7 47,3 0,2 0,4 1,2-1,2 1,4-1,7 27,1-34</inkml:trace>
  <inkml:trace contextRef="#ctx0" brushRef="#br0" timeOffset="81">8855 4506,'-14'-1,"10"0,0 0,0 1,0-1,1 0,-1 1,0 0,0 0,0 0,0 1,0-1,0 1,0 0,0 0,1 0,-1 1,0-1,1 1,-1 0,1 0,0 0,-1 0,1 1,0-1,0 1,1 0,-1 0,0 0,1 0,0 1,0-1,0 0,0 1,1-1,-1 3,2 5,0 0,1 1,1-1,0 0,1 1,0-1,0 0,2-1,-1 1,1-1,0 0,1 0,0 0,1-1,0 0,1 0,7 6,-4-2,1-1,0 0,1-1,1-1,0 0,0 0,0-2,1 0,1 0,4 0,-13-5,0 0,1-1,-1 0,0-1,1 0,-1 0,1 0,-1-1,1 0,-1 0,1-1,-1 0,1-1,-1 1,0-1,0-1,0 1,0-1,0-1,0 1,-1-1,1 0,-1 0,1-2,4-7,-1 0,-1 0,0-1,-1 0,-1 0,0-1,0 0,-2 0,0 0,-1-1,0 0,-1 0,-1 0,-1 0,0 0,-1 0,0-1,-2 1,0-2,2 1,-1 0,0 0,-1 1,-1-1,-1 0,0 1,-1 0,-1 0,0 1,-1-1,-1 1,0 0,-1 1,-1 0,0 1,-1 0,-2-1,8 10,0 1,0 0,-1 0,1 0,-1 1,1-1,-1 1,0 1,0-1,0 1,0 0,0 0,0 1,0 0,0 0,0 0,0 1,0 0,0 0,0 0,0 1,0 0,1 0,-1 1,1-1,-1 1,-4 4,-6 3,1 1,0 0,0 2,1-1,1 2,0 0,1 0,-5 9,8-12,1 0,1 0,0 1,0 0,1 1,1 0,0-1,1 1,0 1,1-1,0 1,1-1,1 1,0 0,1-1,1 1,0 2,10 23</inkml:trace>
  <inkml:trace contextRef="#ctx0" brushRef="#br0" timeOffset="82">9711 4559,'148'-239,"-29"56,-105 158,-14 25,0 0,0 0,0 1,0-1,1 0,-1 0,0 0,0 0,0 1,0-1,1 0,-1 0,0 0,0 0,0 0,0 0,1 0,-1 0,0 0,0 0,0 0,-1 5,-11 58,2 0,3 1,3 0,3 1,2-1,3 0,3 0,3 0,5 11,3 2</inkml:trace>
  <inkml:trace contextRef="#ctx0" brushRef="#br0" timeOffset="83">1477 6925,'0'0,"0"0,0 0,1 0,-1 0,0 0,1 0,-1 0,0 0,1 0,-1 0,0 0,0 1,1-1,-1 0,0 0,0 0,1 0,-1 1,0-1,0 0,0 0,1 1,-1-1,0 0,0 0,0 1,0-1,1 0,-1 0,0 1,0-1,0 0,0 1,0-1,0 0,0 0,0 1,0-1,0 0,0 1,0-1,0 0,0 1,0-1,0 0,-1 0,1 1,0-1,0 0,0 0,0 1,-1-1,36 2,-35-2,533-10,-37-1,-265 6,35 12,42-17,-168 1,134-10,237-5,-40-2,-375 26,90-1,64-14,-63-1,81 7,-235 9,406-11,-202-2,5 11,402-25,-262 20,419 1,-308-7,-442 13,104 0,76-13,-61 2,84 8,-243 3,270-13,-44-1,-61 4,175 7,-342 3,-7 1,0-1,-1 1,1-1,-1 0,1 1,0-1,-1 0,1 0,0 0,-1-1,1 1,0 0,-1 0,1-1,-1 1,1-1,0 0,-1 1,0-1,1 0,-1 0,1 0,-1 0,0 0,0 0,1 0,-1 0,0-1,0 1,0 0,0-1,0 0,-1-9</inkml:trace>
  <inkml:trace contextRef="#ctx0" brushRef="#br0" timeOffset="84">6155 5882,'-6'-1,"0"0,-1 0,1 1,-1 0,1 0,-1 0,1 1,0 0,-1 0,1 1,0 0,0 0,0 0,0 1,0 0,0 0,1 1,0-1,-1 1,1 0,1 0,-1 1,1 0,-1-1,1 2,1-1,-7 10,1 0,1 1,0 0,1 0,1 1,1 0,0 0,1 0,1 1,0-1,2 1,0 0,1 0,1 5,0-13,1-1,1 1,0-1,0 1,1-1,0 0,0 0,1 0,0-1,1 0,0 0,0 0,1-1,0 0,0 0,1 0,-1-1,1 0,1-1,-1 0,1 0,0-1,0 0,0 0,1-1,-1-1,1 1,6-1,4 3,0-2,1 0,-1-1,1-1,0-1,-1-1,1-1,-1 0,0-2,9-3,-18 5,-1-2,0 1,-1-1,1-1,0 0,-1 0,0-1,-1 0,1 0,-1-1,0 0,-1-1,0 0,0 0,0 0,-1-1,0 0,-1 0,0 0,-1-1,0 0,0-4,-1-1,0 1,-1-1,-1 0,0 0,-1 0,-1 1,0-1,-1 0,-1 1,0-1,-1 1,0 0,-1 0,-1 0,0 1,-1 0,-1 0,0 0,0 1,-1 0,-1 1,0 0,0 1,-1 0,0 0,-1 1,0 1,-1 0,0 0,0 2,0-1,-3 1,2 2,0 1,1 1,-1 0,0 1,0 1,0 0,0 1,0 0,1 1,-1 1,0 0,1 1,0 0,0 1,0 1,0 0,1 0,0 2,2-3,1 1,0 1,0 0,1 0,-1 0,2 1,-1 0,1 1,0 0,1 0,0 1,0-1,1 1,1 0,-1 1,2-1,-1 1,1 0,1-1,0 1,1 0,-1 6,5 34</inkml:trace>
  <inkml:trace contextRef="#ctx0" brushRef="#br0" timeOffset="85">7505 6230,'150'-332,"-78"148,-68 178,-6 18,2-9,-6 29,-11 49,4 1,4 0,3 1,5 59,7-76</inkml:trace>
  <inkml:trace contextRef="#ctx0" brushRef="#br0" timeOffset="86">8816 6163,'21'-30,"-1"-1,-2-1,-1-1,-2 0,-1-1,-2 0,-1-1,-2 0,-1-1,2-25,-2-40,-27 378,8-162,5 0,5 7,5-60</inkml:trace>
  <inkml:trace contextRef="#ctx0" brushRef="#br0" timeOffset="87">9979 5843,'-12'26,"1"1,2 0,0 1,2 0,0 2,6-22,0 0,0 0,1-1,0 1,0 0,1 0,0 0,0-1,1 1,0 0,0-1,1 0,0 1,0-1,1 0,0 0,0-1,1 1,-1-1,2 0,-1 0,6 2,0 1,0-2,1 0,0 0,0-1,1-1,0 0,0 0,0-1,0-1,1 0,-1-1,1-1,-1 0,1 0,0-2,0 0,-1 0,1-1,-1-1,1 0,-1-1,0 0,0-1,-1-1,0 0,0-1,0 0,0 0,-1-1,2-3,-3 2,-1 1,1-2,-2 1,0-1,0-1,0 0,-2 0,1 0,-1 0,-1-1,0 0,-1-1,0 1,-1-1,0 1,-1-1,0 0,-1 0,-1 0,0 0,-1 0,0 0,-1 0,0 0,-1 1,0-1,-1 1,-1 0,0 0,-1 0,0 1,0-1,-8-8,7 12,1 0,-1 0,-1 0,0 1,0 0,0 1,-1-1,0 2,0-1,-1 1,1 1,-1 0,0 0,0 1,-1 0,1 1,-1 0,1 0,-1 1,1 1,-1 0,0 0,1 1,-1 0,1 1,-1 1,1-1,0 1,0 1,0 0,0 1,-6 3,-5 6,0 1,0 2,2-1,0 2,1 1,1 0,1 1,0 1,2 0,-9 19,-27 46</inkml:trace>
  <inkml:trace contextRef="#ctx0" brushRef="#br0" timeOffset="88">1637 8343,'1050'0,"-764"-21,-189 10,1 5,52 4,-128 3,103 6,1-5,-1-6,17-7,9-9,142 2,149 4,240-25,-184 32,-280 2,-44 1,64-13,303-31,-52 16,-53 17,508-43,-727 45,144 12,-167 2,879-1,-945 14,-105-14,-34-1</inkml:trace>
  <inkml:trace contextRef="#ctx0" brushRef="#br0" timeOffset="89">6196 7286,'-12'0,"1"2,0 0,0 0,0 1,0 0,0 1,0 0,1 1,0 0,0 0,0 1,0 1,1 0,1 0,-1 1,1-1,0 2,1-1,-1 2,2-3,0 1,1 0,-1 0,1 0,1 1,0-1,0 1,1 0,0 0,0 1,1-1,1 1,-1-1,1 1,1-1,0 1,0 0,1-1,0 1,1-1,0 1,2 4,0-6,0 0,0 0,1-1,0 1,0-1,1 0,0-1,0 1,1-1,-1 0,1-1,1 0,-1 0,1 0,0-1,0 0,0-1,0 1,1-2,9 4,1-1,-1 0,1-2,0 0,0-1,0-1,0-1,9-1,-17 0,-1 1,0-1,0-1,1 1,-1-2,0 1,-1-2,1 1,0-1,-1-1,0 0,0 0,0 0,-1-1,0-1,0 0,-1 0,1 0,-1-1,-1 0,0 0,0 0,0-1,-1 0,-1 0,1-1,-1 1,-1-1,0 0,0 0,-1 0,-1 0,1-3,-4-3,0 1,-1 0,-1 0,0 0,-1 0,-1 1,0 0,-1 0,0 0,-1 1,0 0,-2 1,1 0,-1 0,-1 1,0 0,-1 1,0 0,0 1,-1 0,0 1,-1 1,0 0,0 1,0 0,-1 1,0 1,-8-2,15 4,0 0,0 1,-1 0,1 0,0 1,0 0,0 0,0 1,0 0,0 0,0 1,0 0,0 1,0 0,1 0,-1 0,1 1,0 0,0 0,0 1,1 0,0 0,0 1,0 0,0 0,1 0,0 0,0 1,-1 3,-2 7,0 1,1 0,1 0,1 1,1 0,-3 16,-2 40</inkml:trace>
  <inkml:trace contextRef="#ctx0" brushRef="#br0" timeOffset="90">7546 7607,'95'-339,"-81"217,-21 190,1 67,6 0,10 44,-2-99</inkml:trace>
  <inkml:trace contextRef="#ctx0" brushRef="#br0" timeOffset="91">8923 7620,'3'-61,"3"0,3 1,15-58,-5 28,2-66,-28 222,2 0,4 62,3-77,1 1,3-1,2-1,4 8,7 14</inkml:trace>
  <inkml:trace contextRef="#ctx0" brushRef="#br0" timeOffset="92">10033 7580,'97'-443,"-86"329,-16 142,-19 251,12 7,11-192</inkml:trace>
  <inkml:trace contextRef="#ctx0" brushRef="#br0" timeOffset="93">1637 9679,'296'-13,"52"25,-209-3,1-6,77-10,-25-13,21-2,66 7,311 19,-219-38,76-4,-412 37,1021-47,-312 1,-37 22,793 26,-777-41,-440 32,90 2,-274-6,240 11,-309-6,-27 1</inkml:trace>
  <inkml:trace contextRef="#ctx0" brushRef="#br0" timeOffset="94">6209 8970,'127'-397,"-97"260,-28 124,-6 22,-6 41,2 1,2-1,2 48,2-29,3-1,4 1,2-1,5 10,1-15</inkml:trace>
  <inkml:trace contextRef="#ctx0" brushRef="#br0" timeOffset="95">7292 8770,'-1'11,"0"0,0 0,2 0,-1-1,1 1,1 0,-1 0,2 0,0-1,0 0,1 1,0-1,1 0,0-1,0 1,1-1,1 0,-1-1,1 1,1-1,-1-1,7 5,3 0,0-1,0-1,1 0,0-1,1-1,0-1,0-1,1-1,-1 0,1-2,0 0,1-1,-1-1,0-1,0 0,0-2,1-1,-1 0,-1-1,1-1,-1-1,12-5,-22 6,0 1,0-1,0 0,-1-1,0 0,0 0,0-1,-1 0,0-1,0 1,-1-1,0 0,0-1,-1 0,0 0,-1 0,0 0,0-1,-1 1,0-1,-1 0,0 0,0 0,-1 0,-1 0,1 0,-2 0,1-1,-2 1,-1-7,1 4,-1 1,-1-1,0 1,-1 0,0 0,-1 1,0-1,-1 1,0 1,0-1,-1 1,-1 1,0-1,0 1,-1 1,0 0,0 0,-1 1,0 0,0 1,-1 1,0-1,0 2,0 0,0 0,-1 1,0 0,1 1,-1 1,0 0,0 1,0 0,0 1,1 1,-1 0,0 0,-11 5,10-2,0 1,1 0,0 1,0 1,1 0,-1 0,2 1,-1 1,2 0,-1 1,1 0,0 1,5-6,1-1,0 1,0 0,0 1,1-1,0 1,0-1,1 1,-1 0,2 0,-1 0,1 0,0 0,0 1,1-1,0 0,0 0,1 0,0 1,0-1,1 0,-1 0,2 0,-1-1,3 5,29 38,9-9</inkml:trace>
  <inkml:trace contextRef="#ctx0" brushRef="#br0" timeOffset="96">8936 8689,'-5'7,"-1"0,1 0,0 1,1 0,0 0,0 0,1 0,0 0,0 1,1-1,0 1,0 0,1 0,0 0,1 0,0-1,1 1,-1 0,2 0,-1 0,1 0,0-1,1 1,0-1,1 0,-1 0,2 0,-1 0,1-1,0 1,0-1,1-1,6 7,1-5,-1 0,1-1,0-1,1 0,0-1,0 0,0-1,0-1,0 0,1-1,0-1,-1 0,1-1,0 0,-1-1,1-1,-1 0,1-1,-1-1,0 0,0-1,-1 0,1-1,-1-1,0 0,-1-1,0 0,0-1,-1 0,0-1,0 0,-1-1,-1 0,1-1,-2 0,0 0,0 0,-1-1,2-7,-5 10,-1 0,0-1,0 1,-1-1,-1 0,0 1,0-1,-1 0,0 0,-1 0,0 1,-1-1,0 0,-1 1,0 0,0-1,-1 1,-1 0,0 1,0-1,-1 1,0 0,0 0,-1 1,0 0,-1 0,1 1,-2 0,1 0,-1 1,0 0,0 0,-10-4,6 6,0-1,-1 2,1 0,-1 0,1 2,-1-1,0 2,0 0,1 0,-1 2,0 0,1 0,-1 1,1 0,0 2,0-1,0 2,1-1,-1 2,1 0,1 0,0 1,0 0,0 1,1 1,0-1,1 1,0 1,1 0,0 0,0 1,2 0,-1 0,1 0,1 1,0 0,0 5,4-11,0-1,1 1,-1 0,1 0,1 0,0 0,0 0,0 0,0-1,1 1,0 0,1-1,0 0,0 1,0-1,0 0,3 1,30 40</inkml:trace>
  <inkml:trace contextRef="#ctx0" brushRef="#br0" timeOffset="97">9845 8703,'-3'11,"1"-1,1 0,0 0,0 1,1-1,0 1,1-1,0 1,0-1,1 0,1 0,0 0,0 0,1 0,0-1,1 1,0-1,0 0,1-1,0 1,1-1,4 1,0 0,1-1,-1-1,2 0,-1-1,1 0,0 0,0-2,0 0,1 0,-1-1,1-1,0 0,0-1,0 0,0-1,0-1,0 0,0-1,0-1,-1 0,1 0,-1-2,0 0,0 0,0-1,-1 0,0-1,0-1,7-6,-14 9,0 0,1-1,-2 0,1 0,-1 0,0-1,0 1,-1-1,0 0,0 0,0 0,-1-1,0 1,-1-1,0 1,0-1,0 1,-1-1,0 1,-1-1,1 0,-1 1,-1-1,0 1,0 0,0 0,-1-1,0 1,0 1,-1-1,-1-1,-2-4,-1 0,-1 1,0 1,-1-1,0 1,0 1,-1 0,0 1,-1 0,1 0,-2 1,1 1,-1 0,0 1,0 0,0 1,-1 0,0 1,1 1,-1 0,0 1,0 0,0 2,0-1,0 2,0-1,0 2,0 0,1 1,-1 0,1 1,0 0,1 1,-9 6,-42 36,12 3</inkml:trace>
  <inkml:trace contextRef="#ctx0" brushRef="#br0" timeOffset="98">1717 11096,'4'3,"0"-1,1 0,-1-1,1 1,-1-1,1 0,-1 0,1 0,0 0,0-1,-1 0,1 0,0 0,2-1,6 1,46-3,0-2,0-2,34-11,92-11,238 16,14-7,-344 20,304-10,181-6,10-12,-417 29,224-9,126-11,-12-3,-215 5,111 3,194 0,-69 7,165 0,-425 9,1485-2,-1754 0,0 0,0 1,0-1,0 0,0 0,0 0,0 0,0 0,0 0,0 0,0 0,0 0,0-1,0 1,0 0,0-1,0 1,0-1,0 1,0-1,0 1,-1-1,1 0,0 1,0-1,0 0,-1 1,1-1,-1 0,1 0,0 0,-1 0,1 0,-1 0,0 0,1 0,-1 0,0 0,0 0,1 0,-1 0,0 0,0-1,-3-12</inkml:trace>
  <inkml:trace contextRef="#ctx0" brushRef="#br0" timeOffset="99">6276 10307,'32'-108,"11"-35,9-71,-46 185,-6 29,0 0,0 1,0-1,1 0,-1 0,0 1,0-1,0 0,0 0,1 0,-1 1,0-1,0 0,1 0,-1 0,0 0,0 0,1 1,-1-1,0 0,1 0,-1 0,0 0,0 0,1 0,-1 0,0 0,1 0,-1 0,0 0,0 0,1 0,-1 0,0 0,1-1,-1 1,6 238,-6-205,-1 10,2 1,1 0,3-1,1 0,6 16,5-8</inkml:trace>
  <inkml:trace contextRef="#ctx0" brushRef="#br0" timeOffset="100">7533 10053,'-6'13,"0"0,1 0,1 0,0 1,0 0,2-1,0 1,0 0,2 0,-1 0,2 1,-1-7,1-1,0 0,0 0,1 0,0 0,0 0,1-1,0 1,0-1,0 1,1-1,0 0,0 0,1-1,-1 1,1-1,0 0,1 0,-1-1,1 1,0-1,2 0,4 3,1-2,0 0,0 0,1-1,-1-1,1 0,0-1,0-1,0 0,-1-1,1 0,0-1,0-1,0 0,0 0,-1-2,1 0,-1 0,0-1,-1-1,1 0,-1-1,0 0,0-1,-1 0,0-1,-1 0,0-1,0 0,-1 0,0-1,-1 0,0-1,2-6,-7 11,-1 0,0-1,0 1,0-1,-1 0,-1 0,1 1,-1-1,0 0,-1 0,0 1,0-1,-1 0,0 1,0-1,0 1,-1 0,-1-1,1 1,-1 1,0-1,0 1,-1-1,0 1,0 0,-2-1,-5-5,0 1,0 0,-1 1,-1 1,1 0,-2 0,1 1,-1 1,0 1,0 0,-1 1,-1 0,6 3,0 0,1 0,-1 1,0 1,1 0,-1 1,0-1,1 2,-1 0,0 0,1 1,-8 3,12-4,1 0,0 1,0 0,-1 0,2 0,-1 1,0-1,1 1,0 0,-1 1,2-1,-1 1,0-1,1 1,0 0,0 0,1 1,-1-1,1 1,0-1,0 1,1 0,-1 4,4 47,11-4</inkml:trace>
  <inkml:trace contextRef="#ctx0" brushRef="#br0" timeOffset="101">9110 9987,'-6'12,"1"0,0 1,1 0,0 0,1 0,0 1,1-1,0 1,2-1,-1 1,2-1,0 1,0-1,1 1,1-1,0 0,2 2,-1-9,0 1,1 0,-1-1,2 0,-1 0,1 0,0-1,0 1,0-2,1 1,0-1,0 0,0 0,0-1,1 0,-1 0,1 0,0-1,0-1,-1 1,1-1,0-1,0 1,1-1,-1-1,0 1,0-1,-1-1,1 0,0 0,0 0,-1-1,1 0,-1 0,0-1,0 0,0-1,-1 1,1-1,1-2,2-2,-1 0,0-1,0 0,-1 0,0-1,-1 0,0 0,-1 0,0-1,-1 0,-1-1,1 1,-2-1,0 1,0-4,-1 7,-1 0,-1-1,1 1,-1 0,-1-1,1 1,-2 0,1 0,-1 0,-1-1,0 2,0-1,-1 0,0 1,0-1,-1 1,0 0,0 1,-1-1,0 1,-4-4,3 5,0 0,0 1,-1-1,1 1,-1 1,0-1,-1 2,1-1,-1 1,1 0,-1 1,0-1,0 2,0 0,0 0,-1 0,1 1,0 1,0-1,0 1,0 1,0 0,0 0,0 1,0 0,1 1,0-1,-1 2,1-1,1 1,-1 0,1 1,0 0,0 0,0 0,-3 6,4-5,0 0,1 0,0 1,0 0,1 0,0 0,1 1,-1-1,2 1,-1 0,1 0,0 0,1 0,0 0,1 0,0 1,0-1,1 0,0 0,0 0,1 0,1 0,-1 0,1-1,1 1,0 0,25 40</inkml:trace>
  <inkml:trace contextRef="#ctx0" brushRef="#br0" timeOffset="102">10046 10133,'24'-44,"-2"-2,-2 0,-3-1,-1-1,-2-1,7-49,-14 146,19 505,-19-490</inkml:trace>
  <inkml:trace contextRef="#ctx0" brushRef="#br0" timeOffset="103">6289 11885,'49'-85,"-4"-2,-3-1,28-89,-12-16,-78 304,5 0,5 1,4 105,6-176,1 0,2 0,1-1,2 1,3-1,9 31,1-23</inkml:trace>
  <inkml:trace contextRef="#ctx0" brushRef="#br0" timeOffset="104">7533 11591,'-6'9,"0"1,1 0,0 0,1 1,0 0,0-1,1 1,1 0,0 1,1-1,0 0,0 1,1-1,1 0,0 1,0-1,1 0,1 0,0 0,0 0,1 0,0-1,1 0,0 0,1 0,0 0,1-1,0 0,0 0,1-1,0 0,0 0,1-1,0 0,0 0,9 3,-8-3,1 0,0-1,0-1,0 0,0 0,1-1,0-1,0 0,0 0,0-1,1-1,-1 0,0-1,1 0,-1-1,0 0,1-1,-1 0,0-1,0 0,-1-1,1-1,-1 0,0 0,0-1,0-1,2-1,-3-2,0 0,-1-1,0 0,0-1,-2 0,1 0,-1 0,-1-1,-1 0,1 0,-2-1,0 1,-1-1,0 0,-1 0,0 0,-1 0,-1-13,0 15,-1 1,0 0,0 0,-1 0,0 0,-1 0,0 0,-1 1,0 0,-1-1,0 1,0 1,-1-1,0 1,-1 0,0 0,-1 1,1 0,-1 0,-1 1,0 0,0 1,0 0,-3-1,4 3,-2 1,1 0,0 0,-1 1,1 0,-1 0,1 1,-1 1,0 0,0 0,1 1,-1 0,1 0,-1 1,1 0,-1 1,1 0,0 1,0 0,0 0,-6 5,-3 2,0 1,0 1,1 1,1 0,0 1,1 1,1 0,0 1,-3 6,8-9,0 0,1 1,0-1,1 2,1-1,0 1,1-1,1 2,1-1,0 0,1 1,0 7,5 31</inkml:trace>
  <inkml:trace contextRef="#ctx0" brushRef="#br0" timeOffset="105">9271 11805,'3'-59,"2"1,13-53,4-44,-17 75,-10 66,-2 39,-2 56,4 1,5 33,0-114,0 67,4 0,2 0,4 0,2-1,8 19,-4-33</inkml:trace>
  <inkml:trace contextRef="#ctx0" brushRef="#br0" timeOffset="106">10207 11671,'-4'20,"1"-1,1 1,1-1,1 1,0 0,3 10,-2-23,0 0,1-1,-1 1,1-1,1 1,-1-1,1 0,1 0,-1 0,1 0,0-1,0 0,0 1,1-1,0-1,0 1,0-1,0 0,1 0,3 2,0-2,0 0,0 0,0-1,0 0,1-1,-1 0,0 0,1-1,0 0,-1-1,1 0,0-1,-1 0,1 0,-1-1,1 0,-1-1,0 0,0 0,0-1,0 0,-1-1,1 0,-1 0,5-5,2-1,0-1,-1-1,0-1,-1 0,-1 0,0-2,-1 1,0-1,-1-1,-1 0,-1 0,4-12,-8 21,-1-1,1 1,-1-1,-1 0,0 0,0 0,-1 0,0-1,0 1,-1 0,0 0,-1-1,0 1,0 0,-1 0,0 0,-1 0,0 0,-1 0,1 1,-1 0,-1-1,0 1,0 1,-1-1,1 1,-2 0,1 0,-1 1,0 0,-4-3,-2 5,-1-1,1 2,-1 0,0 0,0 2,0-1,0 2,0 0,0 1,0 0,0 1,1 0,-1 1,0 1,1 0,0 1,0 1,0 0,1 0,0 1,0 1,-7 5,-23 16,1 1,2 2,-29 31,-16 21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47:25.99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1539 2242,'0'-47,"2"-256,14-22,-7-54,-10 255,-1 90,-2 1,-1-1,-2 1,-1 1,-8-20,-11-47,23 82,-1-9,-2 1,0 0,-1 0,-2 1,-7-13,-141-218,144 231,-1 1,-2 1,0 1,-2 0,0 1,-1 1,-1 1,0 1,-2 1,0 1,-18-9,22 13,0 1,-1 0,0 2,0 1,-1 0,0 1,0 2,0 0,-1 1,1 1,-1 1,0 1,1 1,-1 1,1 1,-8 2,-4 7,0 2,1 2,0 1,1 1,1 2,1 0,1 2,1 2,1 0,1 2,1 1,-9 13,19-21,0 2,1 0,2 0,0 1,1 0,1 1,1 0,1 1,-1 7,-21 73,-38 177,55-180,6 0,6 97,-6 101,-13-125,9-110,2 0,3 1,3 0,3 0,3 0,2 0,9 29,17 25,41 196,-34 8,-17-125,17 48,64 344,-43-107,-29-235,-12 1,-9 30,-14 215,-43-97,13-144,-80 956,69-691,-31 145,32-328,-27 262,43-120,22 63,48-5,-4 89,4-172,-5-213,61 207,-66-333,5-1,4-2,5-2,5-3,53 80,-82-151,2 0,1-2,2 0,30 26,-43-45,0-1,1-1,0 0,1-1,0-1,0 0,1-1,1-1,-1-1,1 0,0-1,2-1,-9-3,0 0,0-1,0 0,0-1,0 0,-1 0,1-1,0-1,-1 0,1 0,-1-1,0-1,0 1,-1-2,1 1,-1-1,-1-1,1 1,-1-2,1 0,11-12,-1 0,-1-1,-1-1,-1-1,-1 0,0-1,2-10,2-7,-2-1,-2-1,-2 0,-1-1,-3-1,-1 1,-1-22,1-75,-8-103,0-33,10 186,3 0,4 1,20-58,-10 40,55-412,-64 450,-4-1,-2 0,-3-12,16-308,-16-59,-8 430,4-43,-3 0,-3 0,-2 0,-3 1,-5-15,-44-273,-8 27,-2-129,32 276,7-1,5-34,-8-188,21 315,5 0,2-1,5 0,14-79,0-18,-6-85,-12 254,19-321,-7 194,0-14,30-140,-14 163,-6-1,-6-1,-2-72,0-183,-6 311,12-139,-9-10,-11 74,14-322,35-61,-37 417,24-106,-17 141,19-98,3-73,-24 101,-4-131,-12 257,-1 18,1-1,-1 0,-1 0,1 1,-2-1,1 0,-1 1,-1-1,0 1,0 0,-1 0,-2-4,-78-191,70 181,0 1,-2 0,0 1,-19-17,-26-24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47:26.86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1476,'33'-9,"0"-1,0-1,-1-2,-1-1,0-1,3-5,-2 4,122-67,47-27,45-25,-167 92,1304-689,-1144 618,-45 30,-51 33,-54 36,-88 15,0 0,0 0,0 0,1 0,-1 0,0 0,0 0,1 0,-1 0,0 1,0-1,0 1,0-1,1 1,-1-1,0 1,0-1,0 1,0 0,0 0,0 0,-1-1,1 1,0 0,0 0,0 0,-1 0,1 0,-1 0,1 1,-1-1,1 0,-1 0,1 0,-1 0,0 1,0-1,0 0,0 0,0 1,0 0,-19 47,-24 20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47:27.14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1331,'28'-18,"33"-24,38-26,40-26,38-22,39-16,36-11,27-6,20 4,8 11,-6 19,-19 27,-34 28,-44 34,-55 34,-53 17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47:27.42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1551,'139'-108,"133"-78,-246 169,305-196,9 14,9 15,8 16,6 16,103-17,-325 125,2 6,1 7,69-3,-184 30,0 2,0 1,1 1,-1 1,0 1,0 2,24 7,20 17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47:27.68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1178,'20'-2,"30"-13,32-17,33-21,35-22,39-21,34-19,30-13,23-8,16 0,5 8,-7 18,-20 27,-34 30,-51 37,-55 22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47:27.94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1261,'15'-6,"27"-17,32-22,39-23,40-27,40-20,33-17,28-11,18-3,8 4,-4 15,-20 26,-35 28,-56 28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47:28.16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1 692,'25'2,"33"-8,37-19,35-22,36-22,31-23,26-18,23-12,11 1,-39 19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47:28.34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0 963,'25'-25,"45"-36,60-43,69-46,77-42,70-34,-24 22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47:39.32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1 200,'9'16,"3"5</inkml:trace>
  <inkml:trace contextRef="#ctx0" brushRef="#br0" timeOffset="1961.944">14 0,'-1'10,"1"-1,0 1,1-1,0 1,1-1,-1 1,2-1,0 0,0 0,0 0,2 2,-4-9,5 16,1 0,1-1,0 0,1 0,1-1,1 0,0-1,1 0,0-1,1 0,1-1,0-1,1 0,0-1,1 0,0-2,1 0,7 3,-19-10,0-1,0 1,0-1,0 0,0-1,0 1,0-1,0 0,0 0,0-1,1 1,-1-1,0 0,0 0,0-1,-1 0,1 0,0 0,-1 0,1-1,-1 1,0-1,1-1,-1 1,-1 0,1-1,0 0,-1 0,0 0,0 0,0 0,-1-1,1 0,4-9,-1-1,-1 1,0-1,-1 0,-1 0,0 0,-1 0,-1 0,0-1,-1 1,-1-4,-8-20,9 39,-1 0,1 0,-1 0,1-1,0 1,-1 0,1 0,-1 0,1 0,-1 0,1 0,-1 0,1 0,-1 0,1 1,-1-1,1 0,-1 0,1 0,0 1,-1-1,1 0,-1 0,1 1,0-1,-1 0,1 1,0-1,-1 0,1 1,0-1,-1 0,1 1,0-1,0 1,0-1,-1 1,1-1,0 0,0 1,0-1,0 1,0-1,0 1,0-1,0 1,0-1,0 1,0-1,0 1,-16 128,15-105,1 143,21 159,1-9,-20-293,-1 1,-1 0,-1 0,-1 0,-1 0,-1-1,-1 1,-2-1,0 0,-1-1,-2 0,0 0,-10 14,17-33,0 0,0 0,-1 0,1 0,-1 0,0-1,0 0,0 0,0 0,-1 0,1 0,-1-1,0 0,0 0,0-1,0 1,0-1,0 0,0 0,0 0,0-1,0 0,-1 0,1-1,0 1,0-1,0 0,0 0,0-1,0 1,0-1,0 0,1-1,-1 1,1-1,-1 0,1 0,0 0,-1-2,-9-10,2-2,-1 0,2 0,1-1,0 0,1-1,1 0,1 0,0-1,2 0,0 0,1-1,1 1,0-17,2 28,-2-2,1-1,0 0,1 1,0-1,1 0,0 0,1 0,0 0,1 1,1-1,-1 0,2 1,0 0,0 0,4-6,-1 11,1 0,1 0,-1 1,1 0,0 0,0 1,1 0,-1 1,1 0,0 1,0 0,0 0,0 1,0 0,0 1,0 0,0 1,1 0,2-1,240 1,-174 1</inkml:trace>
  <inkml:trace contextRef="#ctx0" brushRef="#br0" timeOffset="2427.404">829 1069,'33'-7,"-23"4,-1 0,1 1,0 0,0 1,0 0,-1 0,1 1,0 1,0 0,0 0,6 2,-14-3,0 1,1 0,-1 0,0 0,0 0,0 1,0-1,0 1,0-1,0 1,0 0,-1-1,1 1,-1 0,1 0,-1 0,0 0,0 0,0 1,0-1,0 0,0 0,0 1,-1-1,1 1,-1-1,0 0,0 1,0-1,0 1,0-1,0 1,-1-1,1 0,-1 1,0-1,1 0,-1 1,0-1,-1 1,-50 86,-93 65,146-154,-1 0,1 0,0 0,-1 0,1 0,0 0,-1 0,1 0,0 0,-1 0,1 0,-1 0,1 0,0 0,-1 1,1-1,-1 0,1 1,0-1,-1 0,1 1,-1-1,1 0,-1 1,1-1,-1 1,0-1,1 1,-1-1,0 1,1-1,-1 1,0 0,1-1,-1 1,0-1,0 1,0 0,0-1,0 1,0 0,0-1,0 1,0 0,0-1,0 1,0-1,0 1,0 0,0-1,-1 1,1-1,0 1,0 0,-1-1,1 1,0-1,-1 1,1-1,-1 1,1-1,-1 1,1-1,-1 0,1 1,-1-1,1 0,-1 1,201-11,-183 9,0 2,0 0,0 1,0 0,0 2,0 0,10 4,-22-6,-1-1,1 1,-1 0,0 1,0-1,0 1,0-1,0 1,-1 0,1 1,-1-1,0 1,0-1,0 1,0 0,-1 0,1 0,-1 0,0 1,0-1,-1 1,0-1,1 1,-1-1,-1 1,1 0,-1-1,0 1,0 4,-3 3,0 1,-1-1,0 0,-1 0,-1 0,0-1,0 0,-1 0,-1 0,0-1,0 0,-1-1,0 0,-1 0,0-1,-6 4,1 2,0-1,-1-1,0 0,-1-1,-1-1,0-1,0-1,0 0,-15 4,5-11,8-5</inkml:trace>
  <inkml:trace contextRef="#ctx0" brushRef="#br0" timeOffset="2675.256">1310 454,'18'-2,"18"-1,16 0,11 1,8 2,3 2,-2 3,-6 2,-12 3,-15 0</inkml:trace>
  <inkml:trace contextRef="#ctx0" brushRef="#br0" timeOffset="2846.798">1484 722,'16'0,"19"0,17 0,15 0,13 2,2 3,-14 1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47:47.54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47,'9'-6,"-3"1,0 0,0 0,1 1,0 0,0 1,0-1,0 2,0-1,1 1,3-1,-7 3,-1 1,0 0,0 1,0-1,-1 1,1-1,0 1,0 0,-1 0,1 0,-1 0,0 0,1 1,-1-1,0 1,-1-1,1 1,0 0,-1 0,1 0,-1 0,0 0,0 0,0 0,0 0,-1 0,1 0,-1 1,0-1,0 0,0 0,-1 4,8 283,5-242,-12-47,1 0,-1 0,1 0,-1 0,0-1,1 1,0 0,-1 0,1 0,0-1,-1 1,1 0,0-1,0 1,-1 0,1-1,0 1,0-1,0 0,0 1,0-1,0 0,0 1,0-1,0 0,0 0,0 0,0 0,0 0,0 0,-1 0,1 0,0 0,0 0,0-1,0 1,0 0,0-1,0 1,0-1,0 1,0-1,-1 1,1-1,0 0,0 1,5-7,0 0,0 0,-1 0,0-1,-1 0,1 0,-1 0,-1 0,0-1,0 1,0-1,0-8,-3 16,37-230,-28 373,-9-133,1 0,0 0,0-1,1 1,1 0,-1-1,1 1,0-1,1 0,0 0,1 0,-1-1,1 1,1-1,0 0,-1-1,2 1,-1-1,1 0,0-1,0 0,4 2,-8-6,0 0,-1 0,1-1,0 1,0-1,0 0,-1 0,1 0,0 0,0-1,0 1,-1-1,1 1,0-1,-1 0,1 0,0 0,-1 0,1-1,-1 1,0-1,1 0,-1 1,0-1,0 0,0 0,0 0,-1-1,1 1,0-1,33-80,-31 60,0 1,-1-1,-2 0,0 0,-2 0,0 0,-3-11,4 34,1-1,-1 1,0-1,0 1,0-1,1 1,-1-1,0 1,0-1,0 0,0 1,0-1,0 1,0-1,0 1,0-1,0 1,-1-1,1 0,0 1,0-1,0 1,-1-1,1 1,0-1,-1 1,1 0,0-1,-1 1,1-1,-1 1,1 0,0-1,-1 1,1 0,-1-1,1 1,-1 0,1 0,-1-1,1 1,-1 0,1 0,-1 0,0 0,1 0,-1 0,1 0,-1 0,1 0,-1 0,1 0,-1 0,0 0,1 0,-1 1,1-1,-1 0,1 0,-1 1,1-1,-1 0,1 1,0-1,-1 0,1 1,-1-1,-3 13,0-1,1 0,0 1,1 0,1 0,0 0,0 0,2 0,-1 0,2 1,-1 0,0 0,1 1,1-1,1-1,0 1,0 0,2-1,-1 0,2 0,0-1,0 0,1 0,0 0,1-1,10 10,10 4</inkml:trace>
  <inkml:trace contextRef="#ctx0" brushRef="#br0" timeOffset="1449.463">869 421,'18'-2,"13"-4,10-2,3 0,1-1,-6 1,-6 1,-7 3,-10 2,-8 1</inkml:trace>
  <inkml:trace contextRef="#ctx0" brushRef="#br0" timeOffset="1837.248">869 367,'-5'12,"0"1,1-1,0 1,1-1,0 1,1 0,0 1,1-1,1 0,0 0,1 0,0 1,1-1,-2-11,1 1,0-1,0 0,0 0,0 0,0-1,0 1,1 0,-1 0,1-1,-1 1,1 0,0-1,-1 0,1 1,0-1,0 0,0 0,0 0,0 0,0 0,0-1,0 1,0 0,1-1,-1 0,0 0,0 1,1-1,68-6,-58 4,26-4,-20 2,-1 0,1 2,0 0,-1 2,1 0,0 0,0 2,4 1,-21-2,1-1,0 1,0 0,0 0,0 0,-1 0,1 1,-1-1,1 1,-1 0,1 0,-1 0,0 0,0 0,0 0,0 0,0 1,0-1,-1 1,1-1,-1 1,0-1,0 1,0 0,0 0,0 0,-1 0,1 0,-1 0,1 0,-1 0,0-1,-1 1,1 0,0 0,-1 2,-1 6,-1-1,0 0,-1 1,0-2,0 1,-1 0,0-1,-1 0,-5 6,-4 4,0-1,-2 0,0-2,0 0,-2-1,0 0,-12 5,6-14,20-12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47:51.96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1,'4'30,"0"0,2-1,2 1,1-1,0 0,3-1,0-1,16 27,-28-54,6 11,-2 0,1-1,0 0,1 0,0-1,0 0,1 0,0 0,1-1,2 2,-9-9,0 0,1-1,-1 1,1-1,-1 1,1-1,-1 1,1-1,-1 0,1 0,-1 1,1-1,0 0,-1-1,1 1,-1 0,1 0,-1-1,1 1,-1-1,1 1,-1-1,0 0,1 1,-1-1,0 0,1 0,-1 0,0 0,0 0,0 0,0 0,0-1,0 1,0 0,32-48,-23 28,-2 1,0-2,-1 1,-1-1,-2 1,0-2,-1 1,-1 0,-1-1,-1-3,-6-8,6 34,-1-1,1 1,0-1,0 1,-1 0,1-1,0 1,-1-1,1 1,0 0,-1-1,1 1,0 0,-1 0,1-1,-1 1,1 0,-1 0,1 0,0-1,-1 1,1 0,-1 0,1 0,-1 0,1 0,-1 0,1 0,-1 0,1 0,-1 0,1 0,-1 0,1 1,-1-1,1 0,0 0,-1 0,1 1,-1-1,1 0,-1 0,1 1,0-1,-1 0,1 1,0-1,-1 0,1 1,0-1,0 1,-1-1,1 1,0-1,0 0,0 1,0-1,0 1,-1-1,1 1,0-1,0 1,-4 6,1 1,0 0,0-1,0 1,1 0,0 0,0 0,1 0,0 1,1-1,0 0,0 1,1-1,0 0,0 0,1 0,0 0,0 0,1 0,0 0,1-1,-1 1,1-1,1 0,-1 0,1-1,1 1,-1-1,1 0,0 0,4 2,-5-3,1-1,-1 0,1 0,-1-1,1 1,0-1,0 0,1-1,-1 0,0 0,1 0,0-1,-1 0,1 0,0 0,-1-1,1 0,0-1,0 1,-1-1,1-1,0 1,-1-1,0 0,1 0,-1-1,0 0,0 0,0-1,-1 1,1-1,0-1,3-6,0 0,-1 0,0-1,-1 0,0 0,-1-1,0 1,-1-2,0 1,-1 0,-1-1,0 0,-1 0,0 0,-2 0,1 0,-1 0,-2-9,-7-16,8 39,0 0,1 0,-1 0,0 0,0 0,1 0,-1 0,0 1,1-1,-1 0,0 1,1-1,-1 0,0 1,1-1,-1 0,1 1,-1-1,1 1,-1-1,1 1,-1 0,1-1,-1 1,1-1,0 1,-1 0,1-1,0 1,-1 0,1-1,0 1,0 0,0 0,0-1,0 1,0 0,-6 16,1 1,0 0,2 0,0 1,1-1,1 1,0-1,2 1,0-1,1 1,1-1,1 0,0 0,7 17,-7-23,0-1,1 0,1 0,-1 0,2-1,0 0,0 0,0 0,1-1,1 0,-1-1,2 0,-1 0,1-1,0 0,0-1,10 5,8-2</inkml:trace>
  <inkml:trace contextRef="#ctx0" brushRef="#br0" timeOffset="322.59">856 201,'11'-6,"1"0,0 1,0 0,0 1,0 0,1 1,-1 1,1 0,0 0,0 1,0 1,6 1,-14-2,0 1,0 0,1 0,-1 0,0 1,0 0,0 0,-1 0,1 0,0 1,0 0,-1 0,1 0,-1 0,1 1,-1 0,0 0,0 0,0 0,-1 1,1-1,-1 1,0 0,0 0,0 1,1 1,1 13,0 0,-1 1,-1 0,-2-1,1 1,-2 0,-1 0,0 0,-4 17,2-9,1-6,-2-4,2 0,-1 0,2 0,1 0,0 0,1 0,1 0,0 0,2 0,0 0,1-1,0 1,2-1,0-1,1 1,9 14,-15-28,1 0,-1 0,0 0,1 0,0 0,-1 0,1-1,0 0,1 1,-1-1,0 0,1 0,-1-1,1 1,-1-1,1 1,0-1,0 0,-1-1,1 1,0-1,0 0,0 0,0 0,0 0,-1 0,1-1,0 0,0 0,0 0,-1 0,1-1,2 0,6-14</inkml:trace>
  <inkml:trace contextRef="#ctx0" brushRef="#br0" timeOffset="589.814">1003 548,'22'-2,"27"-3,29-3,28-3,25-1,11-1,1-3,-24 1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47:49.61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1 387,'20'-2,"19"-1,13 0,12 1,4-2,0 0,-6 1,-5 0,-11-1,-11-2,-11-2,-10-1</inkml:trace>
  <inkml:trace contextRef="#ctx0" brushRef="#br0" timeOffset="186.5">362 121,'-7'16,"-2"14,0 11,4 10,5 6,6 4,2 1,4-4,3-4,5-9,-2-13</inkml:trace>
  <inkml:trace contextRef="#ctx0" brushRef="#br0" timeOffset="840.725">776 187,'38'130,"-29"-98,-5-12,1 1,1-1,1 0,1-1,1 1,0-2,11 17,-18-33,-1 0,1 1,-1-1,1-1,0 1,0 0,0 0,0-1,0 1,0-1,0 0,0 1,0-1,1 0,-1 0,1-1,-1 1,0 0,1-1,0 1,-1-1,1 0,-1 0,1 0,-1 0,1-1,-1 1,1 0,-1-1,1 0,-1 0,0 0,1 0,-1 0,0 0,0 0,1-1,-1 1,0-1,-1 0,1 1,0-1,0-1,6-8,0-2,-1 1,-1-1,0 0,0 0,-2-1,1 0,-2 0,0 0,0 0,-2 0,0-1,0 1,-1 0,-2-9,3 9,-9-55,-4 84,9-2,0 1,1-1,1 1,0-1,0 1,1 0,1 0,1-1,0 1,0-1,1 1,1-1,1 0,0 0,4 8,-6-16,0-1,1 0,-1 1,1-1,0-1,0 1,0 0,1-1,-1 0,1 0,-1 0,1-1,0 1,0-1,1 0,-1-1,0 1,1-1,-1 0,0-1,1 1,-1-1,1 0,-1 0,1-1,-1 0,1 0,-1 0,0 0,1-1,-1 0,0 0,0 0,0-1,-1 0,4-2,5-6,-1 0,-1-1,0 0,-1-1,0 0,-1-1,-1 0,0 0,0-1,-2 0,0 0,-1-1,0 1,-1-1,-1 0,0-1,-2 1,1-13,-4-28,1 57,0-1,1 0,-1 0,0 1,1-1,-1 0,0 1,0-1,1 1,-1-1,0 1,0 0,0-1,0 1,0 0,0-1,0 1,0 0,1 0,-1 0,0 0,0 0,0 0,0 0,0 0,0 0,0 1,0-1,0 0,0 1,0-1,1 0,-1 1,0-1,0 1,0-1,1 1,-1 0,0-1,1 1,-1 0,0-1,1 1,-1 0,1 0,-1 0,1 0,-1-1,1 1,0 0,-1 0,1 0,0 1,-7 9,0 1,1 0,1 0,-1 0,2 1,0 0,1 0,0 0,1 0,0 1,1-1,0 0,2 1,-1-1,1 1,1-1,1 0,3 13,-1-15,1 1,0-1,1 0,0-1,0 0,1 0,0 0,1-1,0 0,1-1,0 0,0-1,0 0,1 0,0-1,1 0,-1-1,1-1,2 1,27 8</inkml:trace>
  <inkml:trace contextRef="#ctx0" brushRef="#br0" timeOffset="1166.922">1845 308,'-10'0,"0"0,-1 2,1-1,0 1,0 1,1 0,-1 0,1 1,-1 0,1 0,0 1,1 1,-1-1,1 1,0 1,0 0,1 0,0 0,0 1,1 0,0 0,0 1,-2 4,0 0,1 1,1 0,0 0,1 1,0-1,2 1,-1 0,2 1,0-1,1 0,0 1,1-1,1 5,2-2,0 1,1-1,1 0,0 0,1-1,2 0,-1 0,2 0,0-1,1 0,1-1,5 6,-9-13,0 1,0-1,1 0,1-1,-1 0,1 0,0-1,1 0,-1-1,1 0,0 0,0-1,1 0,-1-1,1 0,0-1,0 0,0-1,0 0,0-1,5 0,-12 0,0 0,-1 0,1-1,0 1,0-1,0 0,0 0,-1 0,1-1,0 1,-1-1,1 0,-1 0,0 0,0 0,0-1,0 1,0-1,0 0,0 0,-1 0,0 0,0 0,1-1,-2 1,1-1,0 1,-1-1,0 0,1 1,-1-1,-1 0,1 0,-1 0,1 0,-1-1,-1 2,0 0,-1 1,1-1,-1 1,1-1,-1 1,0 0,1 0,-1 0,0 0,-1 0,1 0,0 0,0 0,-1 1,1 0,-1-1,0 1,1 0,-1 0,0 0,0 1,1-1,-1 0,0 1,0 0,0 0,-78 9,75-7,0 0,0 0,0 1,0 0,0 0,1 0,0 1,-1 0,1 0,0 0,1 1,-1-1,1 1,0 0,0 0,1 1,-1-1,1 1,1 0,-1 0,1 0,0 0,0 0,0 0,1 3,4 11</inkml:trace>
  <inkml:trace contextRef="#ctx0" brushRef="#br0" timeOffset="1510.516">2153 335,'14'0,"15"0,17 0,14 0,11 0,6-3,2 0,-1-2,-7-1,-13 0,-15-3,-14 1</inkml:trace>
  <inkml:trace contextRef="#ctx0" brushRef="#br0" timeOffset="1772.813">2568 0,'-10'12,"-2"14,1 17,4 17,7 12,10 7,6 0,8-5,7-8,-2-15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47:53.75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1,'16'4,"17"2,14 0,12-2,8-1,4 0,-3 0,-9 1,-14 1,-16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47:54.02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0,'13'5,"17"1,18 2,18-1,17-1,14-4,-11-2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47:59.69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1,'13'0,"15"0,13 0,11 0,6 0,4 0,-1 0,-9 0,-14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47:59.94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10,'18'5,"22"1,23 0,20-4,15-6,9-7,-14-2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48:00.27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1,'28'89,"-5"2,-3 0,-2 17,-16-92,48 368,-18 3,-15 276,-27 210,15 538,23-978,-16-272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47:54.81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108 77,'-31'-77,"31"77,0 1,0-1,0 0,0 1,0-1,0 0,-1 1,1-1,0 0,0 1,0-1,0 0,0 1,-1-1,1 0,0 0,0 1,0-1,-1 0,1 0,0 0,-1 1,1-1,0 0,0 0,-1 0,1 0,0 1,-1-1,1 0,0 0,-1 0,1 0,0 0,-1 0,1 0,0 0,-1 0,1 0,0 0,-1 0,1 0,0-1,-1 1,1 0,0 0,0 0,-1 0,1 0,14 117,29 217,-14 2,-13 155,-47 308,-63 258,86-980,-11 100,5 152,16-278</inkml:trace>
  <inkml:trace contextRef="#ctx0" brushRef="#br0" timeOffset="938.04">416 504,'12'-12,"1"0,0 0,1 2,0-1,1 2,0 0,1 1,0 0,0 1,1 1,5-1,-19 6,-1 1,1-1,0 0,0 1,0 0,0-1,0 1,0 1,0-1,0 0,0 1,0-1,0 1,-1 0,1 0,0 0,0 0,-1 1,1-1,-1 1,1-1,-1 1,0 0,1 0,-1 0,0 0,0 0,0 1,-1-1,1 1,-1-1,1 1,-1-1,0 1,1 1,1 16,0-1,-1 0,-1 1,-1 0,0-1,-2 1,0-1,-1 0,-1 1,-1-1,-7 18,7-18,-20 87,24-105,1 0,0 0,0 0,-1 0,1 0,0 0,0 0,0 0,0 0,1 0,-1 0,0 0,0 0,1 0,-1 0,0-1,1 1,-1 0,1 0,-1 0,1 0,-1-1,1 1,0 0,-1 0,1-1,0 1,0-1,-1 1,1 0,0-1,0 0,0 1,0-1,0 1,0-1,0 0,0 0,-1 0,1 1,0-1,0 0,0 0,0 0,0 0,0-1,0 1,0 0,0 0,0 0,0-1,0 1,0-1,0 1,0-1,51-26,-41 18,1 0,-1-1,-1 0,0 0,0-1,-1-1,-1 0,0 0,0 0,-1-1,-1 0,0-1,-1 1,0-1,-1 0,0 0,-2-1,2-9,-7 13,-3 27,4-11,0 0,0 0,1 1,0-1,0 1,0 0,1-1,-1 1,1-1,1 1,-1 0,1-1,0 1,0-1,1 1,-1-1,1 0,1 1,-1-1,1 0,-1-1,2 1,-1 0,0-1,1 1,0-1,0 0,0-1,0 1,1-1,-1 1,1-1,0-1,0 1,2 0,-2-2,0 0,-1-1,1 0,0 0,0 0,-1 0,1-1,0 0,-1 0,1 0,-1 0,1-1,-1 0,0 1,1-2,-1 1,0-1,0 1,-1-1,1 0,-1 0,1-1,-1 1,0-1,0 1,0-1,-1 0,1 0,-1 0,0-1,0 1,-1-1,1 1,-1-1,0 1,0-1,0-1,2-6,-1-1,0 1,0-1,-1 0,-1 0,0 0,-1 1,0-1,-1-2,1 15,1 0,0 0,-1 0,1 0,-1-1,1 1,-1 0,1 0,-1 0,1 0,0 0,-1 0,1 0,-1 0,1 0,-1 0,1 0,-1 1,1-1,0 0,-1 0,1 0,-1 0,1 1,0-1,-1 0,1 1,0-1,-1 0,1 0,0 1,-1-1,1 1,0-1,0 0,-1 1,1-1,0 1,0-1,0 0,0 1,-1-1,1 1,0-1,0 1,0-1,0 1,0-1,0 0,0 1,0-1,1 1,-1-1,0 1,0-1,0 0,0 1,0-1,1 1,-1-1,0 0,0 1,1-1,-1 1,0-1,-6 39,2 0,1 1,2-1,3 28,-1-52,0 0,1 0,1 0,0 0,1-1,1 0,0 1,2 0,9 14</inkml:trace>
  <inkml:trace contextRef="#ctx0" brushRef="#br0" timeOffset="1200.645">1298 758,'11'16,"13"12,12 8,6 3,5 1,0-1,-9-1,-11-2,-10-3,-14-2,-20-5,-17-6,-16-7,-7-7,6-6</inkml:trace>
  <inkml:trace contextRef="#ctx0" brushRef="#br0" timeOffset="1449.207">1378 665,'20'-7,"14"-4,13-1,7 2,1 3,-4 5,-9 6,-11 4</inkml:trace>
  <inkml:trace contextRef="#ctx0" brushRef="#br0" timeOffset="2074.305">389 1588,'65'249,"-61"-229,3 12,1-1,2 0,1 0,5 7,-16-37,0 0,0 0,0 1,0-1,0 0,1 0,-1 1,0-1,1 0,-1 0,1 0,0 0,-1 0,1 0,0 0,-1 0,1 0,0 0,0 0,0 0,0 0,0-1,0 1,0 0,0-1,0 1,0-1,1 1,-1-1,0 1,0-1,0 0,1 0,-1 0,0 0,0 0,1 0,-1 0,0 0,0 0,0 0,1-1,-1 1,0 0,0-1,0 1,0-1,1 1,-1-1,0 0,0 1,0-1,0 0,-1 0,1 0,0 0,0 0,0 0,-1 0,1-1,9-19,-1 0,-1-1,-1 0,-1-1,2-15,-2 12,29-139,-31 157,-4 25,-3 11,0-13,0 0,2 1,0-1,1 1,0-1,1 1,1-1,0 0,1 0,1 0,1 2,-3-14,-1 1,1-1,0 1,1-1,-1 0,0 0,1 0,0 0,0 0,0-1,0 1,0-1,0 0,1 0,-1 0,1 0,-1 0,1-1,0 0,0 0,0 0,-1 0,1 0,0-1,0 0,0 0,0 0,0 0,0 0,0-1,0 0,2 0,1-2,1 1,-1-1,0 0,0 0,-1 0,1-1,-1 0,1-1,-1 0,-1 0,1 0,-1 0,0-1,0 0,0 0,2-5,0-2,-2 0,1-1,-2 1,0-1,0-1,-1 1,-1 0,-1-1,0 1,0-1,-2 1,0-1,0 1,-11-24,12 37,0 1,0-1,0 0,-1 1,1-1,0 0,-1 1,1-1,0 1,-1-1,1 0,-1 1,1-1,-1 1,1 0,-1-1,0 1,1-1,-1 1,1 0,-1-1,0 1,1 0,-1 0,0-1,1 1,-1 0,0 0,0 0,1 0,-1 0,0 0,1 0,-1 0,0 0,1 0,-1 1,0-1,1 0,-1 0,0 1,1-1,-1 0,0 1,1-1,-1 1,1-1,-1 0,0 1,-2 4,0-1,0 1,1 0,-1 0,1 0,0 0,0 0,1 1,-1-1,1 1,1-1,-1 1,1-1,0 2,-1 1,-1 6,0-1,2 1,0 0,0 0,1 0,1-1,0 1,1-1,0 1,1-1,1 0,0 0,0 0,2-1,-1 0,2 0,0-1,0 0,1 0,0-1,0 0,2-1,-1 0,1 0,0-1,2 1,31 11</inkml:trace>
  <inkml:trace contextRef="#ctx0" brushRef="#br0" timeOffset="2404.423">1364 1721,'-5'-1,"-1"0,0 1,0-1,0 1,-1 0,1 1,0 0,1 0,-1 0,0 0,0 1,0 0,1 0,-1 1,1 0,0 0,0 0,0 0,0 1,0 0,1 0,-1 0,1 0,0 1,-2 2,-1 7,1 0,0 0,1 0,0 0,1 1,1 0,0 0,1 0,1 0,0 0,1 0,1 1,0-1,1 0,1 0,0 0,1-1,1 1,0-1,1 0,0 0,3 3,-4-6,0-1,1 0,0 0,0-1,1 0,0 0,1 0,0-1,0 0,1 0,0-1,0-1,1 1,0-1,0-1,0 0,1 0,-1-1,1-1,6 2,-12-6,-1 1,1-1,-1 1,1-1,-1-1,0 1,1-1,-1 1,0-1,0 0,0-1,0 1,-1-1,1 0,-1 0,1 0,-1 0,0 0,0-1,-1 1,1-1,-1 0,1 0,-1 0,0 0,-1 0,1-1,-1 1,0 0,0-1,0 1,-1-1,1 1,-1-1,0 1,0-1,-1 0,1 1,-1-1,0 1,0 0,-1-1,1 1,-1 0,0 0,0 0,-1 0,1 0,-1 0,1 1,-1-1,-1 1,1 0,0 0,-1 0,1 0,-1 1,0-1,0 1,0 0,0 0,-1 0,-1 1,-1 0,0 0,0 0,0 1,1 0,-1 0,0 1,0 0,0 0,1 1,-1 0,0 0,1 0,0 1,-1 0,1 0,0 0,1 1,-2 1,-95 87,59-43</inkml:trace>
  <inkml:trace contextRef="#ctx0" brushRef="#br0" timeOffset="3122.98">201 2951,'5'-5,"0"1,0 0,0 0,1 0,-1 1,1 0,0 0,0 0,0 1,0-1,0 2,1-1,-1 1,1 0,-1 0,1 0,-1 1,1 0,-1 1,1-1,-1 1,1 0,-1 1,1 0,-1 0,0 0,0 1,0 0,0 0,-1 0,1 1,-1-1,0 2,2 0,3 13,-1 0,-1 0,0 1,-1 0,-2 1,0-1,0 1,-2 0,-1 0,0 0,-1 1,-2-1,0 8,7 60,-6-88,1 0,0 1,-1-1,1 0,0 1,0-1,-1 0,1 0,0 1,0-1,-1 0,1 0,0 0,0 0,-1 0,1 0,0 0,0-1,0 1,-1 0,1 0,0-1,-1 1,1 0,0-1,0 1,-1 0,1-1,-1 1,1-1,0 1,-1-1,1 0,-1 1,1-1,-1 0,0 1,1-1,-1 0,0 1,1-1,-1 0,0 0,0 1,1-1,-1 0,0 0,0 1,0-1,0 0,0 0,0 0,7-23,0 0,-2-1,0 0,-2 0,-1 0,0 0,-3-21,1 37,0-2,-1 28,1-2,0-1,1 1,0-1,1 0,1 1,0-1,4 8,-6-18,0-1,1 1,-1-1,1 1,0-1,0 0,0 0,0 0,1 0,-1-1,1 1,0 0,-1-1,1 0,1 0,-1 0,0 0,0 0,1-1,-1 1,1-1,-1 0,1 0,-1 0,1 0,0-1,-1 0,1 1,0-1,0-1,-1 1,3-1,4-2,0 0,0-1,0 0,0-1,-1 0,0-1,0 1,0-2,-1 1,1-1,-2-1,1 0,-1 0,0 0,-1-1,0 0,0 0,-1 0,0-1,-1 1,0-1,0-1,-1 1,-1 0,1-1,-2 0,1 1,-2-6,1 15,-1 0,1 1,-1-1,0 0,1 0,-1 0,0 0,0 0,0 0,0 0,1 0,-1 0,-1 0,1 0,0 0,0 0,0 1,0-1,-1 0,1 0,0 0,-1 0,1 0,-1 0,1 1,-1-1,1 0,-1 0,0 1,1-1,-1 0,0 1,0-1,1 1,-1-1,0 1,0-1,0 1,0 0,1-1,-1 1,0 0,0 0,0-1,-3 6,0 0,1 0,0 1,0-1,1 1,-1 0,1-1,0 1,1 0,-1 0,1 0,0 0,1 3,-2-1,1 0,0 1,1-1,-1 0,2 1,-1-1,1 0,1 0,-1 1,1-1,1 0,-1 0,1-1,1 1,-1-1,2 1,-1-1,1 0,0-1,0 1,0-1,1 0,0 0,0-1,1 0,0 0,0 0,0-1,1 1,22 8</inkml:trace>
  <inkml:trace contextRef="#ctx0" brushRef="#br0" timeOffset="3371.386">1070 3071,'16'-2,"12"1,6 4,2 7,-1 10,-7 7,-5 11,-7 11,-6 7,-4 7,-7 3,-2 0,0-5,1-5,5-11,0-15,1-12</inkml:trace>
  <inkml:trace contextRef="#ctx0" brushRef="#br0" timeOffset="3621.074">1098 3393,'18'-5,"17"-3,19-6,19-6,16-6,17-6,12-5,-13 4</inkml:trace>
  <inkml:trace contextRef="#ctx0" brushRef="#br0" timeOffset="4159.012">1967 184,'24'267,"-14"-191,49 457,-23 3,-23 26,-53 535,32-929,8 0,7 0,8-1,34 158,-21-212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48:00.99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0 629,'7'23,"9"16,8 13,8 7,4 3,4-3,-1-5,-5-6,-6-10,-7-11</inkml:trace>
  <inkml:trace contextRef="#ctx0" brushRef="#br0" timeOffset="265.257">281 615,'-14'5,"-11"10,-8 16,-5 15,-1 15,4 11,3 4,7 1,8-3,7-15</inkml:trace>
  <inkml:trace contextRef="#ctx0" brushRef="#br0" timeOffset="518.974">522 990,'3'-3,"0"1,0-1,1 1,-1 0,1 0,0 0,0 0,-1 1,1-1,0 1,0 0,0 1,1-1,-1 0,0 1,0 0,0 0,0 0,0 1,0 0,1-1,-1 1,0 1,-1-1,1 0,0 1,0 0,-1 0,1 0,-1 0,1 1,-1 0,1 0,-1 6,-1 1,0 0,0 0,-1 0,0 0,0 0,-2 1,1-1,-1 0,0 0,-1 0,0 0,-1-1,0 1,-1 0,0-1,0 0,-1 1,0 3,-33 97,38-109,0 1,0 0,0 0,0 0,1-1,-1 1,1 0,-1 0,1-1,-1 1,1 0,0-1,0 1,0-1,0 1,0-1,0 0,0 1,1-1,-1 0,0 0,1 0,-1 0,1 0,-1 0,1 0,-1 0,1 0,0-1,-1 1,1-1,0 1,0-1,-1 0,1 0,0 0,68 0,-11-13,-2-4</inkml:trace>
  <inkml:trace contextRef="#ctx0" brushRef="#br0" timeOffset="774.523">1204 589,'16'7,"14"11,11 12,12 12,9 10,5 6,2-1,-3-3,-6-4,-10-8,-9-9,-11-10,-10-9</inkml:trace>
  <inkml:trace contextRef="#ctx0" brushRef="#br0" timeOffset="1033.251">1765 629,'-19'14,"-11"15,-9 17,-4 14,-2 9,0 5,6 2,7 0,8-10,9-14</inkml:trace>
  <inkml:trace contextRef="#ctx0" brushRef="#br0" timeOffset="1268.91">2112 1003,'-9'16,"-5"12,-3 8,2 7,3 3,6-1,5-5,1-8</inkml:trace>
  <inkml:trace contextRef="#ctx0" brushRef="#br0" timeOffset="1424.494">2419 629,'12'16,"10"14,13 16,12 11,9 6,9 0,4-1,1-6,-6-7,-9-8,-12-10,-12-9</inkml:trace>
  <inkml:trace contextRef="#ctx0" brushRef="#br0" timeOffset="1612.29">2941 722,'-16'5,"-14"8,-9 11,-7 12,-2 13,-1 10,5 7,7 4,9-1,10-5,11-12,5-15</inkml:trace>
  <inkml:trace contextRef="#ctx0" brushRef="#br0" timeOffset="1875.397">3155 1203,'1'7,"1"-1,0 1,0-1,0 1,1-1,0 0,0 0,1 0,-1-1,1 1,0-1,1 0,-1 0,1 0,0-1,1 1,-1-1,1 0,-1-1,1 0,0 0,0 0,1 0,-1-1,0 0,1 0,0-1,-1 0,3 0,1 1,1-1,0 0,0-1,0 0,-1-1,1 0,0 0,0-1,-1-1,1 0,-1 0,0-1,0 0,0-1,-1 0,1-1,-1 0,0 0,-4 1,-1 1,1-1,-1 1,0-1,0 0,-1-1,0 1,0-1,0 1,0-1,-1 0,0 0,0 0,-1 0,0 0,0-1,0 1,-1 0,0-1,0 1,0 0,-1-1,0 1,0 0,-1 0,0 0,0 0,0 0,-1 0,1 1,-1-1,-1 1,1-1,-1 1,0 0,0 1,-1-1,1 1,-1 0,-1-1,-2 0,0 0,0 1,0 0,-1 0,0 1,1 0,-1 1,0 0,-1 0,1 1,0 0,0 0,-1 1,1 1,0-1,-1 2,1-1,0 1,0 0,0 1,-6 3,-14 5,1 2,0 1,1 2,0 0,-19 17,-21 18</inkml:trace>
  <inkml:trace contextRef="#ctx0" brushRef="#br0" timeOffset="2513.977">27 2207,'11'27,"15"25,16 17,10 13,9 4,5 1,-2-6,-7-6,-9-13,-10-14,-12-15</inkml:trace>
  <inkml:trace contextRef="#ctx0" brushRef="#br0" timeOffset="2796.6">468 2327,'-18'25,"-13"19,-10 17,-8 10,-1 8,2 4,5-3,10-7,13-10,10-17</inkml:trace>
  <inkml:trace contextRef="#ctx0" brushRef="#br0" timeOffset="3060.017">655 2754,'6'-4,"77"-40,-82 43,0 1,0 0,0-1,1 1,-1 0,0 0,0 0,1 0,-1 0,0 0,0 1,0-1,1 0,-1 1,0-1,0 0,0 1,0 0,0-1,0 1,0 0,0-1,0 1,0 0,0 0,0 0,0 0,-1 0,1 0,0 0,-1 0,1 0,0 0,-1 0,0 0,1 0,-1 1,0-1,1 0,-1 1,-1 53,-48 107,12-54,35-104,0 0,1 0,0 0,0 0,0 0,0 0,1 0,-1 0,1 0,0 0,0 0,1 0,-1 0,1 0,0 0,0 0,0 0,1 0,-1 0,1-1,0 1,0-1,0 1,0-1,1 1,4 0,0-1,1 1,-1-1,1 0,-1-1,1 0,0 0,0-1,0 0,0 0,0-1,0 0,1 0,-1-1,0 0,0 0,-1-1,137-30,-77 9</inkml:trace>
  <inkml:trace contextRef="#ctx0" brushRef="#br0" timeOffset="3325.5">1363 2366,'12'14,"12"13,14 14,12 9,8 7,7 3,0-1,-1-5,-5-6,-8-10,-10-11,-10-10,-8-12,-8-8</inkml:trace>
  <inkml:trace contextRef="#ctx0" brushRef="#br0" timeOffset="3571.725">1846 2394,'-16'2,"-15"8,-10 13,-8 14,-3 13,2 11,3 8,11 5,11 0,10-2,8-15</inkml:trace>
  <inkml:trace contextRef="#ctx0" brushRef="#br0" timeOffset="3741.541">2153 2767,'-5'16,"-3"13,-3 9,0 8,3 1,4-1,8-6,3-10</inkml:trace>
  <inkml:trace contextRef="#ctx0" brushRef="#br0" timeOffset="3930.526">2621 2314,'11'18,"13"17,14 12,12 7,8 4,6-2,1-3,-3-6,-8-9,-9-11,-9-10,-12-8</inkml:trace>
  <inkml:trace contextRef="#ctx0" brushRef="#br0" timeOffset="4214.754">3115 2327,'-18'2,"-13"8,-11 13,-6 17,-5 15,-2 14,-1 11,5 8,8 0,11-5,12-17</inkml:trace>
  <inkml:trace contextRef="#ctx0" brushRef="#br0" timeOffset="4402.772">3302 2701,'-3'4,"0"1,1 0,-1 0,1 0,1 0,-1 1,1-1,0 0,0 1,0-1,1 1,0-1,0 1,0-1,1 1,-1-1,1 0,1 1,-1-1,1 0,0 0,0 0,0 0,1 0,0 0,0-1,0 1,1-1,-1 0,1 0,0 0,6 2,0 0,0-1,1 0,0-1,0 0,0-1,0 0,0-1,1 0,-1-1,1 0,-1 0,1-2,-1 1,1-2,-1 1,1-1,-1-1,0 0,0-1,9-4,-14 5,0 0,0 0,0 0,-1-1,0 0,1 0,-2 0,1 0,0-1,-1 0,0 0,0 0,0-1,-1 1,2-4,-3 6,-1 0,0-1,0 1,0 0,0-1,-1 1,1-1,-1 1,0 0,0-1,0 1,-1-1,1 1,-1-1,1 1,-1 0,0-1,-1 1,1 0,-1 0,1 0,-1 0,0 0,0 0,0 0,0 1,-1-1,1 1,-3-2,-6-4,-1 1,0 0,0 1,-1 1,1 0,-1 0,0 2,0-1,-1 2,1 0,-1 0,1 1,-1 1,0 0,1 1,-1 1,1 0,0 0,-1 1,1 1,-3 2,-122 54,79-25</inkml:trace>
  <inkml:trace contextRef="#ctx0" brushRef="#br0" timeOffset="5004.228">93 3851,'16'20,"15"21,12 17,14 14,10 11,5 3,2-2,-2-6,-8-8,-7-10,-11-14,-13-14</inkml:trace>
  <inkml:trace contextRef="#ctx0" brushRef="#br0" timeOffset="5261.508">548 3971,'-11'14,"-11"17,-11 21,-6 16,-3 13,0 6,3 3,9-6,8-8,9-16</inkml:trace>
  <inkml:trace contextRef="#ctx0" brushRef="#br0" timeOffset="5519.809">788 4345,'11'-3,"0"1,0 0,0 1,0 0,0 1,0 0,0 0,0 1,4 2,-11-2,0 0,1 0,-1 1,0-1,0 1,-1 0,1 0,0 0,-1 1,1 0,-1-1,0 1,0 0,0 0,0 1,0-1,-1 1,1-1,-1 1,0 0,0 0,-1 0,1 0,-1 0,1 1,-1 9,0 1,0-1,-1 1,-1-1,-1 0,0 1,0-1,-2 0,1 0,-2 0,0-1,-3 5,-7 27,11-32,-11 61,15-72,0 0,0 0,0 0,0 0,1 0,-1 1,1-1,0 0,0 0,0 0,0-1,0 1,0 0,0 0,0 0,1-1,-1 1,1-1,-1 1,1-1,0 1,0-1,-1 0,1 0,0 0,0 0,0 0,0 0,0-1,0 1,0-1,2 1,16 0,0 0,-1-1,1-1,-1-1,1-1,-1 0,0-2,0 0,0-1,-1-1,8-4,37-15</inkml:trace>
  <inkml:trace contextRef="#ctx0" brushRef="#br0" timeOffset="5756.343">1631 4051,'5'0,"10"9,14 12,16 12,14 11,8 8,6 1,1-1,-5-3,-8-7,-11-9,-13-7,-13-8</inkml:trace>
  <inkml:trace contextRef="#ctx0" brushRef="#br0" timeOffset="5941.043">2086 4011,'-18'14,"-13"18,-8 17,-2 16,1 11,4 6,5 2,5-3,8-16</inkml:trace>
  <inkml:trace contextRef="#ctx0" brushRef="#br0" timeOffset="6150.432">2473 4439,'-7'20,"-4"17,-1 8,2 5,6 0,4-5,8-6,4-9,3-9,-1-9</inkml:trace>
  <inkml:trace contextRef="#ctx0" brushRef="#br0" timeOffset="6412.288">2861 3971,'7'18,"11"18,14 13,11 11,9 5,10 2,3-6,-1-8,-3-9,-11-13,-11-11,-13-9</inkml:trace>
  <inkml:trace contextRef="#ctx0" brushRef="#br0" timeOffset="6600.906">3383 3931,'-19'4,"-12"12,-10 11,-5 15,-2 13,1 12,2 8,1 3,4-2,6-5,9-9,11-13,8-14</inkml:trace>
  <inkml:trace contextRef="#ctx0" brushRef="#br0" timeOffset="6929.602">3529 4412,'0'7,"1"1,0 0,0-1,0 1,1-1,1 0,-1 1,1-1,0 0,0 0,1-1,0 1,1-1,-1 0,1 0,0 0,0-1,1 1,0-1,0-1,0 1,0-1,1 0,0 0,0-1,0 0,0 0,0-1,0 0,1 0,-1 0,1-1,0-1,-1 1,1-1,0 0,-1-1,1 0,-1 0,6-2,-8 1,0 0,0 0,0-1,0 0,-1 0,1 0,-1 0,1-1,-1 0,0 0,-1 0,1 0,-1-1,0 1,0-1,0 0,0 0,-1 0,0 0,0 0,-1-1,1 1,-1-1,0 1,-1-1,1 1,-1-1,0 1,0-1,-1 0,0 1,0-1,0 1,0 0,-1-1,0 1,0 0,-1 0,1 0,-1 0,0 1,-1-1,1 1,-1-1,1 1,-1 0,-1 1,-1-3,0 3,-1 0,1 0,-1 1,0-1,1 1,-1 1,0-1,0 1,0 1,0-1,0 1,0 0,0 1,-1-1,2 1,-1 1,0 0,0 0,0 0,1 0,-1 1,-5 3,1 0,-1 0,1 1,1 0,-1 1,1 0,1 0,0 1,0 1,0-1,0 3,-8 14</inkml:trace>
  <inkml:trace contextRef="#ctx0" brushRef="#br0" timeOffset="8329.366">3930 1,'45'160,"-30"-119,41 126,-7 2,18 125,80 772,-21-401,38 256,-79-76,-54-617,22 56,-51-275,-2-9,-1 0,1-1,-1 1,1 0,0 0,-1 0,1 0,-1 0,1 0,0 0,-1 1,1-1,-1 0,1 0,-1 0,1 0,0 0,-1 1,1-1,0 0,-1 0,1 1,0-1,-1 0,1 0,0 1,0-1,-1 0,1 1,0-1,0 1,-1-1,1 0,0 1,0-1,0 1,0-1,0 0,0 1,0-1,0 1,0-1,0 1,-18-17</inkml:trace>
  <inkml:trace contextRef="#ctx0" brushRef="#br0" timeOffset="9496.294">4920 2473,'-5'0,"8"0,17 0,21 0,22-2,16-1,8 0,-2 1,-15 5,-19 2</inkml:trace>
  <inkml:trace contextRef="#ctx0" brushRef="#br0" timeOffset="9760.426">4947 2767,'25'12,"24"3,26-1,24-2,15-6,-1-6,-19-3</inkml:trace>
  <inkml:trace contextRef="#ctx0" brushRef="#br0" timeOffset="13054.818">1190 241,'54'8,"0"-2,1-3,0-2,0-3,13-3,8 1,77-2,-142 6,-17 1,-22 2,-152 6,-49-10,73-8,187 15,120 11,0-7,131-8,-202-11,-80 10,1-1,-1 0,1 0,-1 0,1 0,-1 0,1 0,0 0,-1 0,1 0,-1 0,1 0,-1 0,1-1,-1 1,1 0,0 0,-1 0,1-1,-1 1,0 0,1-1,-1 1,1 0,-1-1,1 1,-1-1,0 1,1-1,-1 1,0-1,1 1,-1-1,0 1,0-1,0 1,1-1,-1 1,0-1,0 1,0-1,0 0,0 1,0-1,0 1,0-1,0 1,0-1,-1 1,1-1,0 0,0 1,0-1,-1 1,1-1,0 1,-1-1,1 1,0 0,-1-1,1 1,0-1,-1 1,-34-20,-19 4,-2 1,0 4,0 1,-1 3,0 3,-16 2,-167-2,223 7,31 10,20-5,0-3,0 0,0-2,1-2,-1-1,19-4,37-1,-10-3</inkml:trace>
  <inkml:trace contextRef="#ctx0" brushRef="#br0" timeOffset="17229.003">2567 2072,'0'0,"0"0,1 0,-1 0,0 1,0-1,1 0,-1 0,0 0,0 0,0 0,1 0,-1 1,0-1,0 0,0 0,0 0,0 0,1 1,-1-1,0 0,0 0,0 0,0 1,0-1,0 0,0 0,0 1,0-1,0 0,0 0,0 1,0-1,0 0,0 0,0 0,0 1,0-1,0 0,0 0,0 1,0-1,0 0,0 0,0 0,-1 1,1-1,0 0,0 0,0 0,0 0,-1 1,1-1,0 0,0 0,0 0,-1 0,1 0,27 3,-25-3,137 4,1-5,-1-7,29-10,-158 16,-21 0,-499-23,423 32,87-7,-1 1,1-1,0 1,0 0,0-1,-1 1,1-1,0 1,0 0,0-1,0 1,0 0,0-1,0 1,0 0,1-1,-1 1,0 0,0-1,0 1,1-1,-1 1,0 0,1-1,-1 1,0-1,1 1,-1-1,1 1,-1-1,1 0,-1 1,1-1,-1 1,1-1,-1 0,1 1,0-1,-1 0,1 0,-1 0,1 1,0-1,-1 0,1 0,0 0,-1 0,1 0,0 0,-1 0,1 0,0-1,-1 1,1 0,-1 0,1 0,0-1,0 1,32 4,0-1,0-1,1-2,-1-2,9-1,-26 1,416-51,-385 43,-50 6,-144 3,110 4,-431 20,412-21,50 1,18 0,239 2,-21-13,5-9,-188 11,-34 1,-31 2,-64 2,0 2,-29 7,7 0,24-4,13-1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48:23.29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1,'13'4,"12"2,10 2,12 0,5 0,4 2,-1 1,-5 1,-7 1,-10 2,-11-1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48:23.57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1,'23'11,"25"6,23 1,20-4,10-3,-11-5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48:24.46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90 0,'9'18,"10"16,11 12,9 13,7 10,5 8,1 8,-4 5,-6 1,-8-1,-7-7,-6-11,-6-13,-4-17,-4-15</inkml:trace>
  <inkml:trace contextRef="#ctx0" brushRef="#br0" timeOffset="267.818">465 107,'-14'5,"-14"12,-10 17,-9 20,-5 15,-2 15,-2 8,2 6,6-2,6-5,10-18</inkml:trace>
  <inkml:trace contextRef="#ctx0" brushRef="#br0" timeOffset="563.938">665 829,'11'-8,"2"1,-1 0,1 1,-1 1,2 0,-1 0,0 2,1-1,0 2,0 0,0 0,0 2,0 0,8 1,-19-1,0 0,0 1,-1 0,1 0,0 0,-1 0,1 0,0 1,-1-1,0 1,1-1,-1 1,0 0,0 0,0 0,0 0,0 0,0 1,-1-1,1 0,-1 1,1-1,-1 1,0 0,0-1,0 1,-1 0,1 0,0 1,-1 4,1-1,-2 1,1-1,-1 1,0-1,0 1,-1-1,0 0,0 0,-1 0,0 1,-17 30,-1-2,-2-1,-2 0,-1-2,-2-1,-22 20,7-5,33-36,-28 46,38-56,1 1,-1 0,1-1,-1 1,1-1,0 0,0 1,-1-1,1 0,0 1,0-1,0 0,0 0,1 0,-1 0,0 0,0 0,1 0,-1 0,0 0,1 0,-1-1,1 1,-1-1,1 1,-1-1,1 0,-1 1,1-1,0 0,-1 0,1 0,-1 0,1 0,0-1,0 1,31 1,-1-2,1-1,-1-1,0-2,0-1,6-3,-6 2,86-19,-8-2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48:29.07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25,'9'0,"12"0,16 0,21-3,17 0,18-2,10-1,4 2,-17 1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48:28.11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0,'2'23,"10"14,12 10,14 6,10 3,10 3,4 1,0 0,-1-5,-7-3,-10-8,-12-10</inkml:trace>
  <inkml:trace contextRef="#ctx0" brushRef="#br0" timeOffset="265.402">375 67,'-18'23,"-13"18,-8 14,-2 12,0 7,1 5,6 1,8-3,9-6,8-17</inkml:trace>
  <inkml:trace contextRef="#ctx0" brushRef="#br0" timeOffset="519.338">709 601,'3'-13,"-1"-12,1-11,0-5,-2-3,0 1,0 6,-1 11,0 20,0 22,0 21,0 19,0 11,-1 6,1-2,3-2,0-10,0-13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48:33.48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0,'23'0,"30"3,31 0,29 0,20-1,3 2,-21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48:32.70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 1,'-3'20,"3"16,6 14,11 9,12 6,14 3,8 2,7 0,0-2,-5-7,-7-9,-11-8,-12-12</inkml:trace>
  <inkml:trace contextRef="#ctx0" brushRef="#br0" timeOffset="252.171">330 108,'-21'13,"-15"17,-9 16,-5 16,-2 14,7 10,7 4,12-3,11-6,14-10,6-18</inkml:trace>
  <inkml:trace contextRef="#ctx0" brushRef="#br0" timeOffset="528.918">731 655,'-5'6,"0"0,-1 0,1 0,-1 1,2-1,-1 1,1 0,0 1,0-1,1 1,0 0,1-1,0 1,0 0,0 5,3-9,1-1,-1 1,1-1,0 0,1 0,-1 0,0 0,1 0,0 0,-1-1,1 1,0-1,0 0,1 0,-1 0,0 0,1-1,-1 1,1-1,0 0,-1 0,1 0,0 0,0-1,-1 1,1-1,0 0,0 0,0-1,-1 1,3-1,11 0,-1 0,1-1,-1-1,0 0,0-1,0-1,0-1,-1 0,0-1,0 0,0-2,-1 1,-1-2,5-4,-15 13,0-1,-1 0,1-1,-1 1,1 0,-1-1,0 1,0-1,0 0,0 0,-1 0,1 0,-1 0,0 0,0 0,0 0,0 0,0-1,-1 1,1 0,-1-1,0 1,0 0,0-1,0 1,-1 0,0-1,1 1,-1 0,0 0,-1 0,1-1,0 1,-1 1,0-1,1 0,-1 0,-1 1,1-1,0 1,-1-2,-12-6,-1 0,0 1,0 1,-1 1,1 0,-2 1,1 0,-1 2,0 0,0 1,0 1,0 0,0 2,0 0,-13 2,2 0,0 1,1 2,-1 1,1 1,0 1,-26 12,22-6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48:31.70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1,'2'16,"8"16,9 13,10 9,12 7,10 5,8 0,2-3,-1-4,-5-8,-7-8,-9-9,-9-11,-10-9</inkml:trace>
  <inkml:trace contextRef="#ctx0" brushRef="#br0" timeOffset="266.697">443 95,'-21'11,"-15"15,-9 15,-4 14,3 11,6 6,10 2,11-3,8-6,5-14</inkml:trace>
  <inkml:trace contextRef="#ctx0" brushRef="#br0" timeOffset="532.935">722 389,'-6'18,"-8"18,-5 13,-2 13,3 4,4 3,9-3,10-7,5-13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48:30.25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67,'16'11,"14"11,12 9,7 7,6 8,6 6,2 4,-2 1,-3 0,-8 0,-7-6,-11-7,-12-10</inkml:trace>
  <inkml:trace contextRef="#ctx0" brushRef="#br0" timeOffset="233.376">495 0,'-19'0,"-9"7,-8 12,-4 13,0 15,0 13,2 13,5 7,7 4,7-1,6-6,7-16</inkml:trace>
  <inkml:trace contextRef="#ctx0" brushRef="#br0" timeOffset="546.54">789 535,'-3'10,"0"1,1 0,0 0,1-1,0 1,1 0,0 0,1 0,0 0,0-8,-1 0,1 0,0 0,0 0,0 0,0 0,0 0,1-1,0 1,-1 0,1-1,0 1,0-1,0 0,0 0,1 0,-1 0,1 0,-1 0,1 0,0-1,0 1,-1-1,1 0,0 0,0 0,0 0,0-1,0 1,1-1,-1 0,0 0,0 0,6 0,-1-1,1 0,-1-1,0 0,0 0,1-1,-1 0,-1 0,1-1,0 0,-1 0,0-1,0 0,0 0,-1-1,0 1,0-1,0-1,3-3,-6 5,1 1,0-1,-1 1,0-1,0 0,-1 0,1 0,-1-1,0 1,0-1,-1 1,0-1,0 1,0-1,0 0,-1 1,0-1,-1 0,1 0,-1 1,0-1,0 1,-1-1,1 1,-1-1,-1 1,1 0,-1 0,-1-2,1 3,-1-1,0 1,0 0,0 0,-1 1,0-1,1 1,-1 0,0 0,0 1,-1-1,1 1,-1 0,1 1,-1 0,1-1,-1 2,0-1,1 1,-1-1,0 2,0-1,-8 1,0 0,0 1,0 1,1 0,-1 1,1 1,0 0,-8 4,-86 68,67-38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48:36.20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1,'0'16,"5"16,7 13,12 7,15 6,15 2,11-2,7-2,0-3,-6-4,-9-4,-15-5,-14-9</inkml:trace>
  <inkml:trace contextRef="#ctx0" brushRef="#br0" timeOffset="248.241">362 27,'-18'4,"-13"12,-8 13,-2 16,2 14,4 10,7 8,8 1,7 0,11-5,9-9,5-14</inkml:trace>
  <inkml:trace contextRef="#ctx0" brushRef="#br0" timeOffset="526.883">576 548,'0'6,"0"-1,1 1,0-1,0 0,0 1,1-1,0 0,0 0,0 0,0 0,1 0,0 0,0-1,0 0,0 1,1-1,0 0,0 0,0-1,0 1,1-1,-1 0,1 0,0-1,3 2,4-1,1-1,-1 0,0-1,1 0,0-1,-1 0,1-1,-1-1,0 0,1 0,-1-1,0-1,0 0,-1-1,1 0,-1-1,0 0,0 0,-1-1,0-1,0 0,-1 0,6-7,-10 11,-1-1,1 0,-1 1,0-1,0-1,-1 1,0 0,0-1,0 0,0 0,-1 0,0 0,0 0,-1 0,1-1,-2 1,1 0,-1-1,1 1,-2-1,1 1,-1 0,0-1,0 1,-1 0,0 0,0 0,0 0,-1 0,0 0,0 0,0 1,-1 0,-1-2,-1 2,0-1,-1 1,1 1,-1-1,-1 1,1 1,0-1,-1 1,0 0,0 1,0 0,0 0,0 1,0 0,0 0,0 1,0 0,-1 0,1 1,0 0,0 1,0-1,0 2,-6 1,-2 2,0 0,1 1,0 1,0 0,1 1,0 0,1 1,-1 1,2 0,0 1,-7 9,-14 26,11-5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48:34.79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1,'0'22,"7"18,12 12,15 7,16 4,13-1,10-2,1-5,-2-4,-10-7,-13-6,-14-10</inkml:trace>
  <inkml:trace contextRef="#ctx0" brushRef="#br0" timeOffset="263.157">402 40,'-12'23,"-7"21,-9 19,-5 17,-4 11,-3 8,1 0,7-16</inkml:trace>
  <inkml:trace contextRef="#ctx0" brushRef="#br0" timeOffset="511.36">709 655,'7'-18,"2"-17,2-10,-1-4,-2 4,-3 7,-2 13,-3 20,-5 21,-1 23,1 17,3 14,6 5,7 2,3-12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48:37.71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1,'4'78,"3"-1,9 34,-6-44,82 483,31 256,-98-337,-34 457,-5-332,13-505,-4 57,7 1,6-1,6 0,32 133,21-64,-57-193,-10-23,0 1,0 0,0 0,0-1,0 1,0 0,0 0,0 0,0-1,0 1,1 0,-1 0,0 0,0 0,0-1,0 1,0 0,1 0,-1 0,0 0,0 0,0 0,1-1,-1 1,0 0,0 0,0 0,1 0,-1 0,0 0,0 0,0 0,1 0,-1 0,0 0,0 0,1 0,-1 0,0 0,0 0,0 0,1 0,-1 1,0-1,0 0,0 0,1 0,-1 0,0 0,0 0,0 1,0-1,2-15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48:39.79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0,'3'0,"9"0,12 0,15 0,16 0,11 0,6 0,0 0,-8 3,-15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48:40.04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0,'18'7,"24"2,24-1,20-1,12-4,-10-3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48:25.78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31 0,'48'1030,"-10"-324,-36 306,-61-221,1 19,56-699,5-86,-3-25,0 0,0 0,0-1,1 1,-1 0,0 0,0 0,0 0,0 0,1 0,-1 0,0-1,0 1,1 0,-1 0,0 0,0 0,0 0,1 0,-1 0,0 0,0 0,0 0,1 0,-1 0,0 0,0 1,1-1,-1 0,0 0,0 0,0 0,0 0,1 0,-1 0,0 0,0 1,0-1,0 0,1 0,-1 0,0 0,0 1,0-1,0 0,0 0,0 0,0 1,0-1,1 0,-1 0,0 1,0-1,0 0,0 0,0 0,0 1,0-1,0 0,0 0,0 0,-1 1,1-1,7-17,-2-7,-1-2</inkml:trace>
  <inkml:trace contextRef="#ctx0" brushRef="#br0" timeOffset="12920.704">97 4426,'-21'-7,"20"6,-1 0,0 0,1 0,-1 0,0 0,0 0,1 1,-1-1,0 0,0 1,0 0,0-1,0 1,0 0,0 0,0 0,0 0,0 1,0-1,0 0,1 1,-1-1,0 1,0 0,0 0,1 0,-1 0,0 0,1 0,-1 0,1 0,-1 0,1 1,-1-1,1 1,-1 0,-1 11,1 0,0-1,1 1,0 0,1 0,1 0,0 0,0 0,1 0,1 0,0-1,1 1,1 2,2 9,4 22,11 34,-2 2,-5 0,-3 0,-4 2,-2 74,-13-69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48:55.59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3341 323,'-41'-64,"-105"-35,138 93,0 1,0 0,-1 0,0 1,0 0,0 0,0 1,0 0,-7 0,14 2,-10-1,-1-1,1 0,0-1,0-1,0 0,0-1,-8-5,9 4,0 1,-1 0,1 1,-1 0,-1 1,1 0,-12-2,-28-7,-68-8,-130 22,94 11,82-5,0 2,1 4,1 3,-1 3,-78 17,-128 22,177-36,-129 36,50-18,151-34,-1 2,2 2,-1 0,-19 11,-40 14,40-16,1 2,0 3,2 1,1 2,2 2,0 3,-25 24,61-49,0 1,0 0,1 0,0 0,0 1,1 0,0 0,0 0,1 1,0-1,-2 11,-2 4,-143 301,134-266,3 0,3 1,2 0,1 23,5-54,-9 73,5 0,5 1,3-1,6 0,11 58,27 34,62 169,-44-163,-41-133,4-1,2-2,3 0,3-3,2 0,9 6,219 351,-202-340,4-3,34 28,-84-88,3 6,1-1,1-1,1-2,1 0,0-1,1-1,1-1,0-1,1-2,0 0,1-2,23 5,277 44,-296-52,0-2,1-1,-1-1,1-2,-1-1,1-2,-1-1,0-1,10-4,203-32,-206 33,0-2,0-2,-1-2,0-1,-2-1,0-3,0 0,-2-2,14-13,-32 24,14-8,-1-3,0 0,-1-1,-2-2,0-1,-2-1,0-1,250-298,-237 269,-2-1,18-46,-45 88,17-40,-4-2,-1 0,-3 0,0-19,-7 41,13-64,-5-1,0-27,10-119,-41-101,15 36,7 212,5 1,5-8,1-8,-12 48,-3 0,-5-66,-1 49,0 33,-3 1,-2 0,-5-13,-2-12,0-30,1 7,-3 20,3 64,2 10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49:10.42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1770 226,'-142'-104,"123"96,0 2,-1 0,1 1,-1 1,0 0,-1 2,1 0,0 2,-1 0,1 1,-1 1,-22-1,-45 0,0 4,-1 3,2 5,0 3,1 4,-45 18,75-19,2 3,0 2,2 2,0 2,2 3,-25 22,45-23,1 1,1 1,2 2,1 0,2 2,2 1,1 0,-10 29,20-48,1 1,1 0,0 0,2 1,0 0,1 1,1-1,0 15,1 27,3-1,2 0,3 0,3 0,6 18,-8-58,0-1,2 1,1-1,0-1,1 1,1-2,1 1,1-2,0 1,2-2,11 11,3 6,2-2,1-2,2-1,0-1,2-2,13 6,19 0,1-3,1-3,1-3,22 2,109 35,161 59,-223-81,1-7,1-6,2-6,91-2,3-18,0-10,37-15,-220 20,52-5,0-5,-1-4,12-8,-87 19,1-1,-2-1,0-1,-1-2,0-1,-1-1,-1-1,0-2,-2-1,0 0,-2-2,10-13,-12 11,-1-2,-1 0,-2-1,0-1,-2 0,-2-1,0-1,-2 0,-2-1,-1 0,-1 0,-1-1,-1-10,-6 25,0 0,0 0,-2 0,0 0,-1 1,-1-1,-1 1,0 1,-1-1,-1 1,-1 0,0 0,-1 1,-1-1,-22-26,-2 1,-2 2,-1 2,-7-4,-137-111,-6 8,-71-34,160 112,-3 5,-2 4,-3 4,-2 5,-1 5,-3 5,-32-3,69 24,-2 3,1 3,-2 4,1 3,-1 3,1 4,0 4,0 2,0 5,1 2,-28 13,-71 36,22 2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49:11.81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2897 366,'-63'-40,"-2"2,-2 4,0 2,-3 4,0 2,-41-7,-10-2,-1 5,-1 5,-2 6,0 5,0 6,-1 5,-80 10,120 2,1 3,1 4,0 4,2 3,0 4,1 3,2 4,2 3,1 4,2 3,-39 32,89-59,0 1,2 1,0 1,1 1,1 1,1 0,1 2,1 0,2 1,0 0,1 1,2 1,0 0,1 4,-2 27,2 0,3 0,2 1,3-1,2 1,3 0,3 0,2-1,14 58,-9-56,3-1,3 0,1-1,4-1,2-1,2-1,3-1,2-2,2-1,3-2,1-1,3-2,1-2,34 26,16-3,3-4,3-4,2-4,2-5,2-4,3-5,109 27,-57-22,2-6,1-8,2-7,0-7,2-7,-1-7,1-8,95-16,-139 4,-2-5,0-4,-2-7,-1-4,-2-5,4-8,-88 36,-1 0,-1-3,-1 0,0-1,-1-2,-1-1,-1-1,0-1,-2-2,-1 0,0-1,-2-1,-1-1,-2 0,1-5,-5 2,-2-2,-2 1,0-1,-2-1,-2 1,-1-1,-1 0,-2-22,-3-17,-3 0,-4 0,-8-30,6 44,-2 0,-3 1,-2 1,-3 1,-2 1,-2 0,-3 2,-2 1,-2 2,-2 1,-3 1,-6-3,-7 2,-3 3,-1 2,-2 2,-1 3,-3 2,0 3,-2 3,-2 2,0 4,-2 2,0 3,-1 3,-9 1,-106-17,-1 8,-1 8,0 7,-1 9,-131 19,156-3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49:18.49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28,'4'16,"11"14,14 14,16 7,10 8,6 5,2 2,-3 0,-7-3,-10-5,-10-5,-11-10,-9-10,-7-11</inkml:trace>
  <inkml:trace contextRef="#ctx0" brushRef="#br0" timeOffset="278.314">389 1,'-16'9,"-10"12,-5 14,-2 17,1 15,-2 13,1 10,1 7,2-1,3-6,7-20</inkml:trace>
  <inkml:trace contextRef="#ctx0" brushRef="#br0" timeOffset="556.104">589 535,'2'0,"8"-4,1 0,-1 1,0 1,1-1,0 2,-1-1,1 2,0-1,0 2,-1-1,1 1,0 1,-1 0,10 3,-18-4,0 0,0 1,0-1,-1 0,1 1,-1-1,1 1,-1 0,1-1,-1 1,0 0,0 0,0 0,0 0,0 0,0 0,-1 0,1 0,-1 0,1 0,-1 0,0 0,0 1,0-1,0 0,0 0,0 0,-1 0,1 0,-1 0,1 1,-2 0,-33 65,-65 50,74-90,1 0,1 1,-19 32,42-59,-1-1,1 1,0-1,0 1,0-1,0 1,0 0,0 0,0-1,0 1,1 0,-1 0,1 0,-1 0,1 0,0 0,0 0,0 0,0 0,0 0,0 0,1-1,-1 1,1 0,-1 0,1 0,0 0,-1 0,1-1,0 1,0 0,0-1,1 1,-1-1,0 1,0-1,1 1,-1-1,1 0,0 0,-1 0,1 0,0 0,-1 0,1 0,0 0,0-1,0 1,0-1,0 1,0-1,0 0,-1 0,2 0,26 4,0-2,1-1,-1-1,1-1,-1-2,0-1,9-3,-13 3,85-14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49:32.37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40,'16'-4,"21"-3,25-1,24 1,18 0,8 3,-16 1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49:31.58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0,'9'9,"8"12,7 12,7 9,5 9,3 5,2 2,-2 0,-3-3,-5-4,-8-6,-8-8,-6-11</inkml:trace>
  <inkml:trace contextRef="#ctx0" brushRef="#br0" timeOffset="250.057">308 133,'-20'14,"-14"14,-6 10,-2 9,1 5,5 3,7 1,8-2,10-6,6-11</inkml:trace>
  <inkml:trace contextRef="#ctx0" brushRef="#br0" timeOffset="546.834">549 588,'11'4,"1"-1,0 0,0-1,0 0,0-1,0 0,0-1,1-1,-1 0,0 0,0-1,1-1,-7 2,0 0,0-1,-1 0,1 0,-1 0,1-1,-1 0,0 0,1 0,-2-1,1 1,0-1,-1 0,0-1,0 1,0-1,0 0,-1 0,0 0,0 0,0 0,0-1,-1 1,0-1,0 0,-1 3,-1-1,1 1,-1-1,1 0,-1 1,0-1,-1 1,1-1,0 1,-1-1,0 1,0-1,0 1,0-1,-1 1,1 0,-1 0,0 0,0 0,0 0,0 0,0 0,-1 1,1-1,-1 1,0-1,0 1,0 0,0 0,0 1,0-1,0 1,0-1,-1 1,1 0,-1 0,1 0,-1 1,1-1,-1 1,1 0,-5 0,-13 3,-1 1,0 1,1 1,0 0,0 2,1 0,0 2,1 0,-1 1,2 1,0 0,0 2,-1 2,-9 5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49:34.82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13 0,'-1'1,"0"-1,1 1,-1-1,0 1,0 0,1-1,-1 1,0 0,1-1,-1 1,1 0,-1 0,1 0,-1 0,1-1,0 1,-1 0,1 0,0 0,0 0,0 0,0 0,0 0,-1 0,2 0,-1 0,0 0,0 0,0 0,0 0,1 0,-1 0,22 271,2 109,-17 0,-30 229,-9-170,32-408,1-32,-1 0,0 0,0-1,1 1,-1 0,0 0,1 0,-1 0,0 0,0 0,1 0,-1 0,0 0,1 0,-1 0,0 0,0 0,1 0,-1 0,0 0,0 0,1 0,-1 0,0 1,1-1,-1 0,0 0,0 0,0 0,1 1,-1-1,0 0,0 0,0 0,1 1,-1-1,0 0,0 0,0 1,0-1,0 0,1 0,-1 1,0-1,0 0,0 1,0-1,0 0,0 0,0 1,0-1,0 0,0 1,0-1,0 0,0 0,-1 1,1-1,6-13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49:33.70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0,'0'18,"7"13,9 8,11 4,12 0,10-2,7-2,3-4,-2 0,-7-3,-6-1,-11-4,-12-5,-8-5</inkml:trace>
  <inkml:trace contextRef="#ctx0" brushRef="#br0" timeOffset="255.806">535 26,'-16'-2,"-12"-1,-10 0,-6 6,-2 8,2 12,2 13,1 12,3 11,6 8,8 1,9-2,10-8,7-13</inkml:trace>
  <inkml:trace contextRef="#ctx0" brushRef="#br0" timeOffset="524.121">655 414,'0'3,"0"1,0-1,1 0,-1 0,1 0,-1-1,1 1,0 0,0 0,0 0,1 0,-1-1,1 1,-1-1,1 1,0-1,0 0,0 1,0-1,1 0,-1 0,0-1,1 1,0 0,-1-1,1 0,0 1,-1-1,1 0,0 0,0-1,0 1,0-1,0 1,1-1,5 1,1-1,-1 0,1 0,0-1,-1 0,0-1,1 0,-1 0,0-1,7-3,-7 2,0 0,0-1,-1 0,1 0,-1-1,0 0,-1 0,0-1,0 0,0 0,-1-1,0 0,0 0,-1-1,0 1,-1-1,0 0,0 0,-1-1,0 1,0-1,-1 1,-1-1,1 0,-2 0,1 0,-1 0,-1 6,1 0,-1 0,0 0,0 0,0 0,-1 0,1 1,-1-1,0 0,0 1,0-1,-1 1,1 0,-1 0,0 0,1 0,-1 0,-1 1,1-1,0 1,-1 0,1 0,-1 0,1 0,-1 1,0-1,0 1,0 0,0 0,-2 0,-4 0,0 0,-1 0,1 1,0 0,0 1,-1 0,1 1,0 0,0 1,1 0,-8 3,6-1,-1 1,1 0,0 1,0 0,1 0,0 1,0 1,1 0,-8 8,-2 9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49:20.191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0 81,'0'1,"1"-1,-1 1,0-1,1 1,-1-1,0 1,1-1,-1 1,1-1,-1 1,0-1,1 0,-1 1,1-1,0 0,-1 1,1-1,-1 0,1 0,-1 1,1-1,0 0,-1 0,1 0,-1 0,1 0,0 0,-1 0,1 0,0 0,-1 0,1 0,-1 0,1 0,0-1,-1 1,1 0,-1 0,1-1,-1 1,1 0,-1-1,1 1,-1-1,1 1,-1 0,1-1,-1 1,0-1,1 1,-1-1,0 1,1-1,-1 0,0 1,0-1,0 1,1-1,-1 0,0 1,0-1,0 1,0-1,0 0,0 1,0-1,0 0,0 1,-1-1,21 140,-16-86,47 368,-12-111,-9 85,-34 250,-4-261,19 30,6 442,-17-815,6 91,19 111,-4-58,-19-9,-2-176,0 0,1 0,-1 0,0-1,0 1,1 0,-1 0,0 0,0 0,1 0,-1 0,0-1,1 1,-1 0,0 0,0 0,1 0,-1 0,0 0,1 0,-1 0,0 0,1 0,-1 0,0 0,1 1,-3-16</inkml:trace>
  <inkml:trace contextRef="#ctx0" brushRef="#br1" timeOffset="10611.515">1885 0,'25'874,"25"223,-52-904,2-177,1-9</inkml:trace>
  <inkml:trace contextRef="#ctx0" brushRef="#br1" timeOffset="9051.26">694 789,'5'3,"6"4,7 9,6 10,6 12,4 12,1 5,1 3,0 1,-3-3,-4-4,-4-7,-5-8,-6-11</inkml:trace>
  <inkml:trace contextRef="#ctx0" brushRef="#br1" timeOffset="9314.985">975 830,'-9'18,"-7"13,-9 12,-6 11,-7 7,-3 4,-3 4,2 0,9-4,9-13</inkml:trace>
  <inkml:trace contextRef="#ctx0" brushRef="#br1" timeOffset="9598.621">1149 1431,'20'-46,"-2"-1,-2-1,-3-1,-1 0,-3 0,0-13,-15 140,4-1,4 0,2 0,6 11,0-21,-2-12</inkml:trace>
  <inkml:trace contextRef="#ctx0" brushRef="#br2" timeOffset="26870.747">642 3088,'20'9,"16"10,11 9,7 10,3 9,-2 7,-2 4,-9 0,-7-2,-8-4,-8-6,-6-9,-5-10</inkml:trace>
  <inkml:trace contextRef="#ctx0" brushRef="#br2" timeOffset="27123.776">1096 3155,'-19'12,"-9"12,-8 12,-2 13,1 9,0 9,4 4,5 2,7-3,8-6,6-14</inkml:trace>
  <inkml:trace contextRef="#ctx0" brushRef="#br2" timeOffset="27403.682">1284 3637,'13'-41,"-1"-1,-1 0,3-43,-4 36,-5 59,-13 240,10-214,2 0,1 0,2-1,6 18,-5-26</inkml:trace>
  <inkml:trace contextRef="#ctx0" brushRef="#br2" timeOffset="27683.617">642 2915,'-21'-10,"-13"-4,-3-3,9 2,20 3,29 4,30 1,29 2,24 1,15 2,3 1,-13 5,-24 2</inkml:trace>
  <inkml:trace contextRef="#ctx0" brushRef="#br2" timeOffset="28745.696">936 4372,'11'16,"11"12,8 10,6 6,4 4,-1 1,-2 2,-3-2,-5 0,-5-2,-6-3,-5-6,-4-6,-3-9</inkml:trace>
  <inkml:trace contextRef="#ctx0" brushRef="#br2" timeOffset="28994.705">1323 4479,'-14'0,"-10"7,-7 9,-2 13,-3 13,1 9,1 6,3 4,3-1,5 0,6-12</inkml:trace>
  <inkml:trace contextRef="#ctx0" brushRef="#br2" timeOffset="29258.722">1644 4786,'-2'-14,"-3"-1,-2 7,2 18,1 17,1 17,4 11,4 6,3 1,2-2,1-13</inkml:trace>
  <inkml:trace contextRef="#ctx0" brushRef="#br2" timeOffset="29855.204">1791 2822,'1'-2,"0"1,-1 0,1 0,0 0,0 0,1 0,-1 0,0 0,0 1,0-1,1 0,-1 1,0-1,1 0,-1 1,0 0,1-1,-1 1,1 0,-1 0,0 0,1 0,-1 0,1 0,-1 0,1 0,-1 0,0 1,1-1,-1 1,0-1,1 1,-1-1,0 1,0 0,1 0,-1 0,0-1,0 1,0 0,0 0,0 1,0-1,0 0,-1 0,1 0,0 1,0-1,7 16,0 0,-1 1,-1-1,-1 1,0 1,-1-1,-1 0,0 11,0-10,44 482,-25-222,24 132,-10-120,-13 1,-12 44,-14-250,-3-1,-4 1,-11 33,10-70</inkml:trace>
  <inkml:trace contextRef="#ctx0" brushRef="#br2" timeOffset="31619.486">267 2474,'16'131,"35"328,-21 1,-20 45,-43 355,32-797,3 0,2 0,3 0,3-1,18 59,-17-84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49:53.481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0 13,'7'3,"9"9,11 12,10 13,10 12,6 11,3 9,1 7,-2 1,-4-1,-5-4,-7-10,-8-11,-8-14</inkml:trace>
  <inkml:trace contextRef="#ctx0" brushRef="#br0" timeOffset="252.005">428 0,'-18'5,"-15"10,-11 14,-6 16,-2 16,0 11,3 10,7 1,8-1,11-8,10-12,9-17</inkml:trace>
  <inkml:trace contextRef="#ctx0" brushRef="#br0" timeOffset="481.671">669 481,'0'21,"9"97,-8-113,1 0,0 1,0-1,0 0,1 0,-1 0,1 0,1-1,-1 1,0-1,1 1,0-1,0 0,0-1,1 1,-1-1,1 0,0 0,4 2,2-1,1-1,-1 0,1 0,0-1,0-1,0 0,0-1,0 0,0-1,0 0,0-1,0 0,0-1,-1 0,1-1,-1 0,0-1,0 0,0-1,-1 0,0 0,0-1,-1-1,1 0,-2 0,1-1,-1 0,0-1,-3 4,-1 0,0 0,0 0,-1-1,1 1,-1-1,-1 0,1 0,-1 0,-1 0,1-1,-1 1,0 0,-1-1,0 1,0 0,-1-1,0 1,0 0,0-1,-1 1,0 0,-1 0,1 0,-1 0,-1 1,1-1,-1 1,0 0,-1 0,1 0,-1 1,0 0,-1-1,1 2,-1-1,0 1,0 0,-1 0,1 0,-1 1,1 0,-1 1,-6-3,3 4,0 0,1 1,-1 0,0 0,1 1,-1 0,1 1,-1 0,1 0,0 1,0 1,0-1,0 1,0 1,1-1,-5 5,-13 9,1 1,0 2,2 0,-8 10,-38 44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49:59.033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268 96,'-5'64,"-2"-1,-3 1,-2-2,-3 1,-8 11,0 13,11-52,11-56,57-368,-52 358,-2 8,1 1,1-1,1 1,1 0,5-9,-11 29,0 1,0 0,1 0,-1 0,1 0,-1 0,1 0,-1 0,1 0,0 0,-1 0,1 0,0 0,0 0,-1 1,1-1,0 0,0 0,0 1,0-1,0 1,0-1,0 1,0-1,1 1,-1 0,0-1,0 1,0 0,0 0,0 0,1 0,-1 0,0 0,0 0,0 0,0 1,0-1,1 0,-1 1,0-1,0 1,0-1,0 1,0-1,0 1,0 0,0-1,0 1,39 47,-15 0,-2 2,-2 0,-2 2,-3 0,-1 1,-3 0,0 21,1 0,-10-49</inkml:trace>
  <inkml:trace contextRef="#ctx0" brushRef="#br0" timeOffset="251.202">1 416,'25'-4,"26"-5,25 1,20-2,13-1,-14 1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50:02.197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0 38,'23'0,"25"0,26-2,19-6,14-5,-13-1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50:02.940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0 0,'12'25,"9"29,5 30,2 32,1 36,-3 34,-5 30,-6 23,-9 10,-9-2,-6-12,-5-25,1-28,5-33,10-34,11-35,5-31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50:04.418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62 1,'5'0,"-6"0,-28 0,-8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50:03.984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68 502,'5'-189,"-2"-98,-7 262,1 46,0 143,6 0,8-1,9 20,-1-42,-17-111</inkml:trace>
  <inkml:trace contextRef="#ctx0" brushRef="#br0" timeOffset="170.656">1 917,'13'-3,"17"-2,16-3,12-3,9-1,8 1,-10 3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50:02.446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0 1,'70'687,"-24"187,-33-549,0-76,40 220,-39-395</inkml:trace>
  <inkml:trace contextRef="#ctx0" brushRef="#br0" timeOffset="1037.276">414 1391,'14'0,"15"0,15 0,11 0,10 0,7 0,1 0,-8 2,-12 6,-16 1</inkml:trace>
  <inkml:trace contextRef="#ctx0" brushRef="#br0" timeOffset="1291.4">468 1698,'16'0,"16"-2,19-3,17-3,15-3,9-1,3 1,-15 3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50:01.680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69 37,'0'55,"2"24,-4-1,-3 1,-3-1,-12 45,20-123,-1-1,1 1,0 0,0 0,-1 0,1 0,0 0,0 0,0 0,-1 0,1 0,0 0,0 0,0 0,-1 0,1 1,0-1,0 0,0 0,-1 0,1 0,0 0,0 0,0 0,0 0,-1 1,1-1,0 0,0 0,0 0,0 0,0 1,-1-1,0-24,-1-39,3 0,2 0,3 1,14-56,-19 109,1 0,0 0,0 0,1 1,0 0,0-1,1 1,0 0,1 0,0 1,0 0,0 0,1 0,0 0,1 1,4-4,-8 10,0-1,1 1,-1 0,1 0,-1 0,1 0,-1 1,0-1,1 1,-1 0,0 0,1 0,-1 1,0-1,0 1,0 0,0-1,0 1,-1 1,1-1,0 0,-1 1,0-1,1 1,-1-1,0 1,0 0,-1 0,1 0,-1 0,1 1,-1-1,0 3,14 30,-2 0,-2 1,-1 0,-2 1,-2 0,-1 0,-2 1,-2 11,18 133,-3-128,-8-40</inkml:trace>
  <inkml:trace contextRef="#ctx0" brushRef="#br0" timeOffset="252.178">2 344,'-2'-2,"8"-1,15 0,17 1,13-2,10-2,1-3,-10 1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50:11.79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0,'6'19,"10"16,11 15,12 9,11 9,8 4,3 1,1 0,-6-2,-10-5,-10-8,-13-9,-11-10,-8-12</inkml:trace>
  <inkml:trace contextRef="#ctx0" brushRef="#br0" timeOffset="217.418">441 107,'-18'7,"-13"12,-8 10,-4 11,-2 12,1 10,2 9,5 7,7 3,10-1,8-15</inkml:trace>
  <inkml:trace contextRef="#ctx0" brushRef="#br0" timeOffset="542.673">522 642,'7'-8,"1"0,0 1,0 0,0 0,1 1,0 0,1 1,-1 0,1 0,0 1,0 0,0 1,1 0,-1 1,1 0,0 0,-1 1,1 1,0 0,0 0,-1 1,1 0,0 1,-6 0,-1 1,1-1,-1 1,0 0,0 0,0 0,-1 0,1 1,-1 0,0 0,0 0,0 0,0 0,-1 0,1 1,-1-1,0 1,-1 0,1-1,-1 1,0 0,0 0,-1 0,1 0,-1 0,0 0,0 0,-1 0,1 0,-1 0,0 0,-1 0,1-1,-1 1,0 0,0-1,0 1,-1-1,0 0,0 0,-1 2,-12 19,-2-1,-1 0,0-2,-2 0,-19 15,-69 81,107-116,0 0,0 0,1 0,-1 0,1 0,-1 0,1 0,0 1,0-1,0 0,0 1,0-1,1 1,-1-1,1 1,0-1,-1 1,1-1,0 1,1-1,-1 1,0-1,1 1,-1-1,1 1,0-1,0 0,0 1,0-1,0 0,0 0,1 1,-1-1,1 0,-1 0,1-1,2 3,7 2,0 0,0 0,1-1,0 0,0-1,0-1,1 0,-1 0,1-1,0-1,0 0,4-1,-4 1,183 5,-102-8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49:36.44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1,'15'31,"8"136,111 937,-106-636,-25 232,-5-408,0-64,11 546,46-243,-23-282,-5 115,-28 189,14-382,1-108,-8-50,-5-24,-6-10,-3-2</inkml:trace>
  <inkml:trace contextRef="#ctx0" brushRef="#br1" timeOffset="34608.042">549 2701,'18'0,"13"0,8 0,6 0,3 0,2 0,-1 0,-4 2,-7 1,-11 0</inkml:trace>
  <inkml:trace contextRef="#ctx0" brushRef="#br1" timeOffset="34857.903">615 2914,'19'3,"16"0,17 0,15-1,12-2,-7-2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50:13.11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0,'12'305,"18"40,-10-132,14 168,-18 1,-15 0,-23 71,6-300,-18 263,33-401,0-4,1 0,0 0,0 0,1 0,0 0,1 0,0-1,1 1,3 7,-6-19,-1 0,1 0,0 0,1 0,-1 1,0-1,0 0,0 0,0 0,1 1,-1-1,0 0,1 0,-1 1,1-1,-1 0,1 1,-1-1,1 0,-1 1,1-1,-1 1,1-1,0 1,-1-1,1 1,0-1,0 1,-1 0,1-1,0 1,0 0,0 0,-1-1,1 1,0 0,0 0,0 0,0 0,-1 0,1 0,0 1,0-1,0 0,0 0,-1 0,1 1,0-1,0 0,-1 1,1-1,0 1,-1-1,1 1,0-1,-1 1,1 0,-1-1,1 1,-1 0,1-1,-1 1,1 0,-1-1,0 2,-15-74,11 54</inkml:trace>
  <inkml:trace contextRef="#ctx0" brushRef="#br0" timeOffset="1460.727">281 548,'-2'-9,"3"-1,7 6,8 11,11 13,7 12,6 14,1 11,4 10,-1 4,-2 1,-3-4,-6-5,-6-8,-6-12,-4-10,-5-12</inkml:trace>
  <inkml:trace contextRef="#ctx0" brushRef="#br0" timeOffset="1725.021">668 548,'-18'21,"-11"17,-7 17,-4 12,-2 9,-1 4,2-1,7-6,8-6,9-9,7-16</inkml:trace>
  <inkml:trace contextRef="#ctx0" brushRef="#br0" timeOffset="2013.253">869 1056,'79'-208,"-84"246,-2-4,0 0,2 1,2 0,1 0,1 0,3 0,0 0,3 0,0 0,3-1,4 13,9 3</inkml:trace>
  <inkml:trace contextRef="#ctx0" brushRef="#br0" timeOffset="9777.975">361 1778,'9'16,"10"12,11 11,9 4,7 6,5 2,1 2,-2-1,-5-3,-8-2,-10-6,-10-6,-7-10</inkml:trace>
  <inkml:trace contextRef="#ctx0" brushRef="#br0" timeOffset="10045.332">695 1739,'-16'9,"-9"12,-8 14,-3 14,-2 13,-1 10,-1 5,2 2,3-2,7-6,8-16</inkml:trace>
  <inkml:trace contextRef="#ctx0" brushRef="#br0" timeOffset="10313.315">869 2314,'-1'4,"-1"1,1 0,1 0,-1 0,0 0,1 0,0 0,1 0,-1 0,1 0,0 0,0-1,0 1,1 0,-1 0,1-1,0 1,1-1,-1 0,1 1,0-1,0 0,0-1,1 1,-1 0,1-1,0 0,0 0,0 0,0 0,0-1,1 0,-1 0,1 0,2 1,2-1,0 1,0-1,0 0,1-1,-1 0,0-1,1 0,-1 0,1-1,-1 0,0-1,1 0,-1 0,0-1,0-1,-1 1,1-1,-1 0,2-2,-4 2,-1 1,1-1,-1 0,0-1,0 0,0 1,0-2,-1 1,0 0,0-1,0 0,-1 0,0 0,0 0,-1 0,1-1,-2 1,1-1,0 0,-1 1,-1-1,1 0,-1 0,0 0,0 1,-2-6,1 6,-1 0,1 0,-1 0,-1 0,1 1,-1-1,0 1,0-1,-1 1,0 0,0 1,0-1,0 1,-1-1,1 1,-1 1,0-1,0 1,-1 0,1 0,-1 0,1 1,-1 0,0 0,0 0,0 1,0-1,0 2,0-1,-1 1,1 0,0 0,0 0,0 1,0 0,0 0,0 1,0 0,0 0,0 0,-4 3,0 0,0 1,1-1,0 1,0 1,0 0,1 0,0 1,1 0,-1 0,2 0,-1 1,1 0,-3 7,-12 25</inkml:trace>
  <inkml:trace contextRef="#ctx0" brushRef="#br0" timeOffset="11371.224">1377 67,'-9'106,"5"1,6 65,19 90,11-2,11-1,11-2,71 454,-111-606,-4 1,-6 0,-3 0,-6 0,-7 27,7-98,16-45,8-39,-15 28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50:58.41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1,'1'34,"1"0,1 0,2 0,1-1,2 1,1-1,2-1,1 0,2 0,-11-25,0 0,1 0,0 0,0-1,1 1,0-1,0 0,0 0,1-1,0 0,0 0,0 0,1-1,-1 1,1-2,0 1,1-1,-1 0,0 0,1-1,-1 0,1-1,0 1,0-2,0 1,-1-1,1 0,2-1,3-1,0-1,-1 0,0-1,0 0,0-1,0 0,-1-1,0-1,0 0,-1 0,1-1,-2 0,1-1,-1 0,0 0,2-5,2-3,0 0,-1-1,-1 0,0-1,-2 0,0 0,-2-1,0-1,2-8,-9 27,2-4,0-1,0-1,-1 1,1 0,-2 0,1 0,-1-1,0 1,-1 0,0 0,0-1,0 1,-1 0,2 6,-1 1,1-1,-1 1,1-1,0 0,-1 1,1-1,-1 1,0 0,1-1,-1 1,1-1,-1 1,0 0,1-1,-1 1,0 0,1 0,-1 0,0-1,1 1,-1 0,0 0,1 0,-1 0,0 0,0 0,1 0,-1 1,0-1,1 0,-1 0,0 0,1 1,-1-1,0 0,1 1,-1-1,1 1,-1-1,1 0,-1 1,1-1,-1 1,1 0,-1-1,1 1,-1-1,-8 12,1 0,0 0,0 0,1 1,1 0,0 0,1 1,0 0,1 0,1 0,0 0,1 0,0 6,-3 37,3-1,3 1,1-1,4 0,2 0,2 0,14 42,-7-28,-3 0,-4 1,-2 0,-3 34,-5-82,-2-1,-1 1,0-1,-2 1,0-1,-7 16,10-31,-1 0,0 0,0-1,0 1,-1-1,0 0,0 0,-1 0,0-1,0 1,0-1,0 0,-1-1,0 1,0-1,0 0,0-1,-1 1,0-1,1-1,-1 1,-5 0,5-2,0 0,0-1,-1 0,1 0,0-1,0 0,0 0,0 0,-1-1,2 0,-1-1,0 0,0 0,1 0,0 0,0-1,0 0,0-1,0 1,1-1,0 0,-10-10,1-1,0 0,1 0,1-1,1-1,-7-13,8 12,0 0,1 0,2-1,0 0,1-1,0 1,2-1,1 0,0 0,2-2,1 17,0 1,1-1,0 1,0 0,0 0,1-1,-1 1,1 0,1 0,-1 0,1 1,-1-1,1 1,1-1,-1 1,1 0,-1 0,1 0,0 1,1-1,-1 1,1 0,-1 0,1 1,0-1,0 1,0 0,0 1,0-1,5 0,157-18,-145 19,39-1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51:00.21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45,'12'-7,"0"1,1 0,0 1,0 0,0 1,0 1,1 0,0 1,-1 0,1 1,10 0,-22 2,1-1,-1 0,1 1,-1-1,1 1,-1 0,0 0,1 0,-1 0,0 0,0 1,0-1,0 1,0-1,0 1,0 0,0 0,0 0,-1 0,1 0,-1 0,0 0,0 0,1 1,-1-1,-1 0,1 1,0-1,-1 1,1-1,-1 1,1-1,-1 3,0 2,-1 1,1-1,-1 0,-1 0,1 1,-1-1,-1 0,1 0,-1-1,0 1,-2 2,-6 7,0 1,-2-1,0-1,-1-1,0 1,-1-2,-12 8,19-5,32-13,-16-3,15 1,1 1,-1 1,0 1,0 1,0 1,-1 1,6 3,-20-7,1 1,-2 0,1 0,0 0,-1 1,0 0,0 0,0 1,-1 0,0 0,0 1,0 0,-1 0,0 0,0 0,-1 1,0 0,0 0,-1 0,0 0,0 1,-2-3,-1 1,1 0,-1-1,0 1,-1 0,1-1,-1 1,-1-1,1 1,-1-1,0 0,-1 0,1 0,-1 0,-1 0,1 0,-1-1,0 1,0-1,0 0,-6 4,-4 5,-2 0,1-1,-2-1,0 0,0-1,-10 4,26-15,-4 3,1 0,-1 0,0-1,0 0,0 1,-1-2,1 1,0-1,-1 0,1 0,-1 0,1-1,-1 1,1-2,-1 1,-3-1,-9-7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51:00.49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0,'18'2,"17"1,17 0,15-1,10 0,5-3,-1-2,-9 1,-14 0,-16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51:00.75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16,'18'5,"24"1,24-5,22-6,18-6,-10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51:01.50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1,'18'18,"16"15,12 12,11 8,8 8,5 4,3 2,-1 0,-6-4,-8-2,-11-8,-13-8,-12-11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51:01.75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399 1,'-18'0,"-11"7,-7 11,-4 16,-3 16,0 18,0 16,3 11,4 8,5 0,9-4,9-10,8-19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51:02.14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15,'13'-4,"1"1,0 1,0-1,0 2,0 0,0 1,0 0,-1 1,1 1,0 0,0 1,0 0,-1 1,0 1,5 2,-10-4,0 1,-1 0,1 0,-1 1,0 0,-1 0,1 0,-1 1,0 0,0 0,-1 1,0 0,0 0,-1 0,1 0,-2 1,1 0,-1 0,0 0,-1 0,1 0,-2 0,1 1,-1-1,0 7,-4 6,-2 0,0 0,-1 0,0-1,-2 1,-1-2,0 1,-1-1,-1-1,-1 0,-1 0,0-1,-2-1,-7 7,13-11,-42 56,50-67,1 0,-1 0,0 0,1 0,-1 0,1 0,-1 0,1 0,-1 0,1 0,0 0,-1 1,1-1,0 0,0 0,0 0,0 0,0 1,0-1,0 0,0 0,1 0,-1 0,0 0,1 0,-1 1,1-1,-1 0,1 0,-1 0,1 0,0-1,-1 1,1 0,0 0,0 0,0 0,0-1,0 1,0 0,0-1,0 1,0-1,0 1,0-1,0 0,0 1,0-1,0 0,1 0,-1 0,0 0,0 0,0 0,0 0,1 0,-1 0,0 0,0-1,0 1,0 0,135-12,97-30,-109 18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51:02.78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32 9,'-3'4,"1"0,0 0,0 0,0 0,1 0,-1 0,1 1,0-1,0 1,1-1,-1 1,1-1,0 1,0-1,1 1,0-1,-1 1,1-1,0 1,1-1,-1 0,1 1,2 2,-3-6,0 0,0 0,0 0,0 0,0-1,1 1,-1-1,0 1,0-1,1 1,-1-1,0 1,1-1,-1 0,0 0,1 0,-1 0,0 0,1 0,-1 0,0 0,1-1,-1 1,0 0,1-1,-1 1,0-1,0 0,0 1,1-1,-1 0,0 1,0-1,0 0,0 0,0 0,0 0,-1 0,2-1,21-50,-23 51,1-1,-1 0,1 0,-1 0,0 0,0 0,1 1,-1-1,-1 0,1 0,0 0,0 0,-1 0,1 1,-1-1,1 0,-1 0,0 0,0 1,0-1,0 1,0-1,0 1,0-1,-1 1,1-1,0 1,-1 0,1 0,-1 0,1 0,-1 0,0 0,1 0,-1 0,0 1,0-1,0 1,0-1,1 1,-1 0,0 0,0-1,0 2,0-1,0 0,0 0,1 0,-1 1,0-1,0 1,0 0,1-1,-1 1,0 0,1 0,-1 0,-2 2,1 0,1 0,-1 1,0-1,1 0,0 1,0 0,0 0,0-1,0 1,1 0,0 0,0 0,0 1,0-1,1 0,-1 0,1 0,0 2,1 25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51:03.39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201 184,'-185'625,"175"-596,10-30,0 1,0 0,0 0,0 0,-1-1,1 1,0 0,0 0,0 0,0-1,-1 1,1 0,0 0,0 0,0 0,-1 0,1 0,0-1,0 1,-1 0,1 0,0 0,0 0,-1 0,1 0,0 0,0 0,-1 0,1 0,38-270,-23 147,6 2,33-108,-22 150,-32 79,0-1,0 1,1-1,-1 0,0 1,1-1,-1 1,0-1,1 1,-1-1,0 1,1-1,-1 1,1-1,-1 1,1 0,-1-1,1 1,-1 0,1-1,0 1,-1 0,1 0,-1-1,1 1,0 0,-1 0,1 0,0 0,-1 0,1 0,0 0,-1 0,1 0,-1 0,1 0,0 1,-1-1,1 0,-1 0,1 1,0-1,-1 0,1 1,-1-1,1 1,15 28,28 176,-31-123,4 8,3 0,4-1,4-2,4 0,3-3,9 8,-36-76,0 1,2-1,0-1,1 0,0 0,1-1,1-1,0 0,1-1,1-3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51:03.65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0 108,'21'-3,"26"0,31-2,32-4,29-6,22-7,12-5,-25 4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51:06.08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8146 0,'22'223,"-9"0,-11 1,-9 0,-12 25,14-194,-43 687,48-704,1-9,-1 1,-2-1,-1 1,-1-1,-3 5,5-29,0 1,-1 0,1-1,-1 1,0-1,-1 0,1 0,-1-1,0 1,0-1,-1 1,1-1,-1-1,0 1,0-1,0 1,0-1,-1-1,1 1,-1-1,-3 1,-130 24,126-25,-560 35,251-1,-494 41,410-45,-98 33,-150 31,552-76,0-5,-1-4,-38-3,-377 3,-27 36,443-41,0-4,-1-5,-67-11,-333-10,98 10,289 12,-32-4,-134-26,-71 4,335 26,1-1,-1-1,1 0,0-1,0-1,1-1,0 0,0-1,1-1,-1 0,2-1,0 0,0-2,1 1,0-2,1 0,0 0,-1-5,-51-78,5-3,5-3,3-2,6-2,4-1,5-3,4-1,6-1,-2-41,8 31,5-1,6 0,5-1,6-3,-2 106,1 1,1 0,0-1,2 1,0 1,2-1,0 1,1-1,1 2,0-1,2 1,0 1,1-1,1 2,0 0,1 0,10-8,3 2,2 1,-1 1,2 1,1 2,0 1,1 1,1 2,0 1,14-2,30-6,1 3,1 3,44 0,118 0,20 10,-58 2,1116-29,-407 50,-234 0,408-29,-22-2,-339-15,-181 21,-331 7,-92-1,-133 0,0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51:06.89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38 0,'0'3,"0"4,-2 9,-4 11,0 11,-1 9,0 8,1 1,2-2,4-6,2-10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51:08.66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15 1,'-5'28,"1"0,1 0,1 1,2-1,0 1,2-1,2 1,0-1,2 0,1-1,4 9,-8-24,0 0,1-1,1 1,0-1,1 0,0-1,0 1,1-1,0 0,1-1,0 0,1 0,4 3,-11-11,0 1,1-1,-1 0,1 0,-1 0,1-1,-1 1,1 0,0-1,-1 0,1 0,0 0,-1 0,1 0,0 0,-1 0,1-1,0 0,-1 1,1-1,-1 0,1 0,-1 0,0-1,1 1,-1-1,0 1,0-1,0 0,0 0,52-64,-36 32,-1-1,-2-1,-2 0,0-1,0-13,1 9,-11 48,-4 169,1-166,0 1,1-1,0 1,1-1,0 0,0 1,2-1,-1 0,1-1,0 1,1-1,0 1,1-1,0-1,0 1,1-1,0 0,0-1,1 1,0-1,0-1,0 0,9 5,20 3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51:09.04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27 1,'-4'8,"0"0,0 0,1 1,0-1,1 1,0 0,0 0,1 0,0 0,0 0,1 0,0 0,1 0,0 1,1-1,-1-1,2 1,-1 0,1 0,1-1,0 0,0 1,0-2,5 8,-3-7,-1 0,1 0,1-1,-1 0,1 0,0 0,1-1,0 0,0 0,0-1,1 0,-1 0,1-1,0-1,1 1,-1-1,1-1,-1 0,1 0,0-1,-1 0,1-1,0 0,3 0,-4-5,-1 0,0-1,0 0,-1 0,0-1,0 0,0 0,-1-1,0 1,0-1,-1-1,0 1,-1-1,1 0,-2 0,1 0,-1 0,-1-1,0 1,0-1,0-8,8-79,-10 97,-1 0,1 0,0-1,-1 1,1 0,0 0,-1 0,1 0,0 0,-1 0,1-1,0 1,-1 0,1 0,-1 0,1 0,0 1,-1-1,1 0,0 0,-1 0,1 0,0 0,-1 0,1 0,0 1,-1-1,1 0,0 0,-1 1,1-1,0 0,0 0,-1 1,1-1,0 0,0 0,0 1,-1-1,1 0,0 1,0-1,0 0,0 1,0-1,0 1,0-1,0 0,0 1,0-1,0 0,0 1,0-1,0 0,0 1,0-1,0 1,-3 5,0 0,1 0,0 1,0-1,0 1,1-1,0 1,0 0,0 0,1-1,0 1,1 0,-1 0,1-1,1 1,-1-1,1 1,0-1,1 1,0-1,-1 0,2 0,-1 0,1-1,0 1,0-1,1 0,4 5,7 0,1-1,1-1,-1 0,1-1,0-1,1-1,0 0,-1-1,1-2,0 0,4 0,67 7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51:09.59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478 815,'-14'-12,"0"0,-1 1,0 1,-1 0,0 1,0 1,-1 1,0 0,-1 1,0 1,1 0,-2 2,1 0,0 1,-1 0,1 2,0 0,-10 2,17 0,0 0,1 0,0 1,0 1,-1-1,2 2,-1-1,1 2,-4 1,10-5,0 0,0 0,0 0,1 0,-1 0,1 0,-1 1,1-1,0 1,0-1,0 1,0 0,1 0,-1 0,1 0,0 0,0 0,0 0,0 1,0-1,1 0,-1 1,1-1,0 0,0 1,0-1,1 0,-1 1,1-1,0 0,0 2,4 3,1-1,0 0,0-1,0 1,1-1,0 0,0-1,0 0,1 0,0 0,0-1,0 0,1-1,-1 0,1 0,-1-1,1 0,0 0,0-1,0 0,6-1,2 2,-1-1,0-1,1 0,-1-1,0-1,0 0,0-1,0-1,0-1,-1 0,0-1,0 0,0-1,-1-1,0-1,0 0,-1 0,0-1,-1-1,0 0,-1-1,0 0,-1-1,0 0,-1-1,-1 1,0-2,0 1,-2-1,3-9,2-16,-2-1,-2-1,-1 1,-3-1,-1 0,-2 0,-1 0,-5-11,5 23,-2 0,-2 0,0 0,-2 1,-1 0,-2 0,-3-4,-20-13,32 45,0 1,0-1,-1 0,1 0,0 1,-1-1,1 1,0-1,-1 1,1 0,-1-1,1 1,-1 0,1 0,-1 0,1 0,-1 0,1 0,-1 1,1-1,0 0,-1 1,1-1,-1 1,1 0,0-1,-1 1,1 0,0 0,0 0,0 0,0 0,0 0,0 0,-1 0,-5 8,0 1,0 0,0 0,2 0,-1 0,1 1,1 0,0 0,-2 7,-10 37,2 0,3 1,2 1,3 0,2 0,3 20,1-46,1-1,2 0,1 0,2-1,0 1,2-1,6 13,-9-29,1-1,0 1,0-1,2 0,-1-1,1 1,1-1,0-1,1 0,0 0,0-1,1 0,0-1,0 0,1-1,0 0,3 0,-5-2,0 0,1-1,0-1,-1 0,1 0,0-1,0 0,1-1,-1 0,0-1,0 0,1-1,-1 0,0-1,0 0,0 0,0-1,-1-1,1 0,-1-1,0 0,0 0,0-1,-1 0,0-1,0 0,-1 0,0-1,0 0,0 0,4-8,-8 8,1 1,-1-1,-1 0,1-1,-2 1,1 0,-1-1,0 0,-1 1,0-1,0 0,-1 0,0 1,-1-1,1 0,-2 0,1 0,-1 1,-1-1,0 1,0 0,0 0,-1 0,0 0,-1 0,0 1,0 0,-3-3,6 8,0 0,0 0,-1 0,1 0,-1 0,0 1,1-1,-1 1,0 0,0-1,0 1,0 1,0-1,0 0,0 1,0-1,0 1,0 0,0 0,0 0,0 1,0-1,0 1,0 0,0-1,0 1,0 1,0-1,0 0,1 1,-1-1,0 1,1 0,0 0,-1 0,1 0,0 0,0 0,0 1,0-1,0 1,1-1,-1 1,1 0,0 0,-1 0,1 2,-1 0,1 0,0 0,0 0,0 0,1 1,0-1,0 0,0 0,1 0,0 1,0-1,0 0,0 0,1 0,0 0,0-1,0 1,1 0,-1-1,1 0,0 1,0-1,3 2,5 6,0 0,1-1,0-1,1 0,0-1,0 0,14 5,16 6,0-3,2-1,0-3,0-1,4-2,101 18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51:10.09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146 396,'-35'102,"4"1,-7 56,24-97,-12 70,26-132,-1 0,1 0,0 1,0-1,0 0,0 1,-1-1,1 1,0-1,0 0,0 1,0-1,0 0,0 1,0-1,0 1,0-1,0 0,0 1,0-1,0 0,0 1,1-1,-1 1,0-1,0 0,0 1,0-1,1 0,-1 1,0-1,0 0,1 0,-1 1,0-1,1 0,-1 0,0 1,1-1,-1 0,0 0,1 0,-1 0,0 0,1 1,-1-1,0 0,1 0,-1 0,1 0,-1 0,0 0,1 0,-1 0,0 0,1 0,-1-1,1 1,-1 0,0 0,1 0,-1 0,19-19,6-19,-2-1,-2-2,-1 0,-2-1,-2 0,9-43,11-35,-5-1,-5-2,4-78,-28 158,-6 31,-3 30,-5 32,3 1,1-1,2 1,3 1,2-1,2 0,6 27,-3-47,2-1,1 0,1 0,2 0,1-1,1-1,2 0,0-1,2 0,1-1,1-1,1 0,1-2,2 0,0-1,1-2,1 0,9 5,67 40,-71-49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51:10.37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68,'24'-2,"28"-1,24 0,25-4,17-3,12-2,5-4,-22 1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51:10.63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52,'18'-4,"22"-5,22 0,17 0,11 0,1 2,-14 3</inkml:trace>
  <inkml:trace contextRef="#ctx0" brushRef="#br0" timeOffset="1">67 426,'25'2,"25"1,25 0,24-3,19-3,11-4,-17-1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51:11.58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1,'3'23,"4"18,9 15,10 10,12 4,11 1,7-3,2-3,1-4,-6-8,-6-8,-12-9,-12-12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51:11.83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427 0,'-20'5,"-17"10,-10 14,-7 16,-2 13,0 12,3 6,9 5,12-3,13-5,10-16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51:12.08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1 273,'63'-259,"-58"246,-5 38,-2 41,-1-37,1 0,2 1,1-1,1 0,1 0,2 0,1 0,5 11,-9-33,0-1,1 0,0 1,1-2,0 1,-1 0,2-1,-1 1,1-1,-1 0,2-1,-1 1,0-1,1 0,0 0,4 2,19 5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51:12.25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1,'13'2,"17"3,18 1,20-1,14-1,8-4,2-3,-7-5,-18 1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51:12.44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78 0,'-9'16,"-6"19,-1 19,1 15,3 10,4 5,5-2,8-3,8-8,8-12,1-16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51:12.69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1,'0'18,"3"20,7 17,11 10,11 9,12-1,9-2,10-5,5-7,2-8,-3-11,-7-13,-13-10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51:12.93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474 0,'-20'7,"-19"11,-16 17,-10 17,-3 17,1 12,7 6,12 2,14-3,17-7,23-10,10-17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51:13.18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52 188,'-1'5,"0"0,1 0,-1 0,1 0,0 0,0 0,1 0,-1 0,1 0,0 0,1 0,-1 0,1 0,0 0,0-1,1 1,-1-1,1 1,0-1,0 0,0 0,1 0,-1-1,1 1,0-1,0 0,0 0,1 0,-1-1,1 1,-1-1,5 2,2-1,0 1,0-2,0 1,0-2,0 1,1-1,-1-1,0 0,0-1,1 0,-1-1,0 0,0 0,0-1,2-2,-8 3,1 0,0 0,-1-1,1 0,-1 0,0-1,0 1,0-1,-1 0,1 0,-1-1,0 1,0-1,0 0,-1 0,0 0,0 0,0-1,-1 0,1 1,-1-1,-1 0,1 0,-1 0,0 0,0 0,-1 0,0-4,-1 1,-1 0,0 0,0 0,-1 0,0 0,0 1,-1-1,-1 1,1 0,-1 0,0 1,-1-1,0 1,0 0,-1 1,0-1,0 1,0 1,-1-1,0 1,0 1,0-1,0 1,-1 1,0 0,1 0,-1 0,0 1,-1 1,1-1,0 2,0-1,-1 1,1 1,0-1,0 2,0-1,0 1,0 1,-8 2,9-2,0 1,1 0,0 0,0 1,0 0,0 0,1 0,0 1,0 0,0 0,1 1,0-1,0 1,1 0,0 1,0-1,0 2,-9 29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51:14.40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438 554,'-14'-5,"0"0,-1 1,1 1,-1 1,1 0,-1 0,0 2,0 0,0 0,1 1,-1 1,0 1,1 0,0 1,-1 0,1 1,1 1,-1 0,1 1,0 0,1 1,0 1,0 0,1 0,0 1,0 1,1 0,1 0,-1 1,2 0,-2 3,-12 47,22-60,0-1,0 1,0 0,0-1,1 1,-1-1,1 1,-1 0,1-1,-1 1,1-1,0 0,-1 1,1-1,0 1,0-1,0 0,0 0,1 0,-1 1,0-1,0 0,1 0,-1-1,0 1,1 0,-1 0,1-1,-1 1,1-1,-1 1,1-1,0 0,-1 1,1-1,-1 0,1 0,0 0,13-1,0-1,-1-1,1 0,0 0,-1-2,0 0,0 0,-1-2,1 1,-1-2,0 0,-1 0,0-1,-1 0,4-4,9-10,0-1,-1-1,-2-1,0-1,-2 0,-1-2,-1 0,-2-1,-1-1,-1 0,-1-1,-2 0,-2 0,-1-1,-1 0,-2-1,-1 1,-1-14,-2 36,0 0,0 0,-1 0,0 1,-1-1,-1 0,1 1,-2-3,3 12,1 0,0-1,-1 1,1 0,-1 0,1-1,-1 1,1 0,-1 0,0 0,0 0,1 0,-1 0,0 0,0 0,0 0,0 0,0 1,0-1,-1 0,1 1,0-1,0 1,0-1,-1 1,1-1,0 1,0 0,-1 0,1 0,0 0,-1 0,1 0,0 0,-1 0,1 0,0 0,0 1,-1-1,1 1,0-1,0 1,-1-1,1 1,0 0,0-1,0 2,-44 49,33-24,0 0,2 0,1 1,1 0,2 1,0 0,2 0,2 0,0 0,2 0,1 1,3 13,-3-25,2 0,0 0,1-1,1 1,0-1,2 0,0-1,0 0,2 0,0 0,1-1,0 0,1-1,1 0,0-1,1-1,0 1,1-2,0 0,1-1,0 0,1-1,0-1,10 4,-8-6,0-1,0 0,0-1,0-1,1-1,-1 0,1-2,0 0,17-2,-28 1,0 0,0-1,0 1,0-1,-1-1,1 1,-1-2,1 1,-1-1,0 0,0 0,-1 0,1-1,-1-1,0 1,-1-1,1 0,-1 0,0 0,-1-1,1 1,-1-1,0 0,-1-1,0-1,0 0,-1 0,0-1,-1 1,0 0,0-1,-1 1,0 0,-1-1,0 1,0 0,-1 0,0 0,-1 0,0 0,0 0,1 3,-1 1,1 0,-1-1,0 1,0 0,-1 0,1 1,-1-1,0 1,0 0,-1 0,1 0,-1 1,0-1,0 1,0 0,0 1,-1-1,1 1,-1 0,1 0,-1 1,0-1,0 1,-4 0,5 2,0 0,0-1,1 2,-1-1,1 0,-1 1,1 0,0 0,0 1,0-1,0 1,0-1,0 1,0 1,1-1,0 0,0 1,0 0,0-1,0 1,1 0,-1 1,1-1,0 0,1 1,-1-1,1 1,0-1,0 1,0 0,1-1,-1 1,1 0,0 0,1-1,-1 1,1 0,0-1,0 1,0 0,1-1,0 1,-1-1,2 0,-1 0,0 0,2 2,2 3,1-2,-1 1,1-1,0 0,1 0,-1-1,1 0,1 0,-1-1,1 0,0 0,0-1,0 0,1-1,3 1,9 2,0-1,1-1,0-1,0-1,0-1,5-1,7-2,0-1,-1-1,1-2,-1-2,0-1,0-2,-1-1,-1-1,0-2,-1-1,-1-2,0-1,-1-1,-2-1,0-2,-1-1,-1-1,2-4,15-45,-42 75,-1-1,1 1,0 0,-1-1,1 1,-1-1,1 1,-1-1,1 1,-1-1,1 1,-1-1,1 0,-1 1,0-1,1 0,-1 1,1-1,-1 0,0 0,0 1,1-1,-1 0,0 0,1 0,-1 0,0 0,1 0,-1 0,0 0,1-1,-1 1,0 0,0 0,1 0,-1-1,1 1,-1 0,0-1,1 1,-1-1,1 1,-1 0,1-1,-1 0,1 1,-1-1,1 1,-1-1,1 1,0-1,-1 0,1 1,0-1,0 0,0 1,-1-1,1 0,0 1,0-1,0 0,0 1,0-2,-10 16,1-1,1 1,0 1,1-1,0 1,1 1,1-1,0 1,1 0,1 0,0 0,2 0,0 1,0-1,2 15,5 30,2 0,3-1,2 0,4-1,2 2,42 178,-55-196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51:14.65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0,'5'16,"12"14,17 12,4-3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51:15.03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435 306,'2'-18,"0"-1,0 1,-2-1,0 1,-2 0,0-1,-1 1,0-1,1 11,-1 1,1 0,-1 0,0 0,-1 0,0 0,0 1,0-1,-1 1,0 0,0 1,0-1,-1 1,0 0,0 0,0 1,-1 0,1 0,-1 0,-3 0,0 0,0 1,0 0,0 0,0 1,-1 0,1 1,-1 1,1-1,-1 2,1-1,-1 1,1 1,0 0,-1 1,1 0,0 0,1 1,-1 0,1 1,-1 0,1 0,1 1,-1 0,1 1,0 0,0 0,1 1,0 0,1 0,-1 0,2 1,-1 0,1 0,0 1,1-1,0 1,1 0,-2 7,5-11,0 0,0-1,0 1,1 0,0-1,0 1,0-1,1 1,0-1,0 1,0-1,0 0,1 0,0 0,0 0,0-1,1 1,0-1,0 0,0 0,0 0,0-1,1 1,0-1,0 0,0 0,0-1,0 1,0-1,2 0,5 2,0 1,0-2,1 0,0-1,-1 0,1 0,0-2,0 1,0-2,0 0,0 0,-1-1,2-1,-6 1,0-1,0 0,0-1,-1 1,1-1,-1-1,0 0,0 0,0 0,-1-1,1 1,-1-2,-1 1,1-1,-1 0,-1 0,1 0,-1 0,0-1,-1 0,0 0,0 0,0 0,-1-1,-1 1,1 0,-1-1,-1 1,0-1,-5-29,4 37,1 1,0-1,0 1,0-1,0 0,0 1,0-1,-1 1,1-1,0 1,0-1,-1 1,1-1,0 1,-1 0,1-1,-1 1,1-1,0 1,-1 0,1-1,-1 1,1 0,-1 0,1-1,-1 1,1 0,-1 0,1 0,-1 0,1 0,-1-1,0 1,1 0,-1 0,1 0,-1 0,1 1,-1-1,1 0,-1 0,1 0,-1 0,0 1,1-1,-1 0,1 0,0 1,-1-1,1 0,-1 1,1-1,-1 0,1 1,0-1,-1 1,1-1,0 1,0-1,-1 1,1-1,-3 5,1 0,-1 0,1 0,0 0,1 0,-1 0,1 1,0-1,1 0,-1 1,1-1,0 1,0-1,0 0,1 1,0-1,0 0,1 1,-1-1,1 0,0 0,0 0,1 0,0-1,0 1,0-1,0 1,0-1,1 0,0 0,0-1,0 1,3 1,23 17,1-1,1-2,0-1,2-1,0-2,0-2,2-1,-1-1,2-2,-1-2,20 1,44 7,-15-5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51:16.33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335 447,'-13'-3,"0"0,0 1,0 0,0 1,-1 1,1 0,0 1,-1 0,1 1,0 0,0 1,0 1,1 0,-1 1,1 0,0 1,0 0,1 1,0 0,0 1,0 0,-3 5,10-11,1 1,-1 0,1 0,0 0,0 0,0 1,0 0,1-1,0 1,-1 0,1 0,1 0,-1 0,0 0,1 1,0-1,0 0,1 1,-1-1,1 1,0-1,0 1,0-1,0 0,1 1,0-1,0 1,0-1,0 0,1 0,0 0,0 0,0 0,0 0,3 3,6 2,0-1,1 0,0-1,0 0,1-1,-1 0,1-1,1 0,-1-1,1-1,0 0,-1-1,8 0,46 7,1-3,0-3,-1-2,1-4,0-3,-1-3,31-9,-89 17,6-2,0 0,-1-1,1 0,-1-1,1-1,-1 0,9-7,-21 12,-1 0,0 1,1-1,-1 0,0-1,0 1,0 0,0 0,0 0,0-1,0 1,0 0,0-1,-1 1,1-1,0 1,-1-1,0 1,1-1,-1 1,0-1,0 0,1 1,-1-1,0 0,-1 1,1-1,0 1,0-1,-1 1,1-1,-1 1,1-1,-1 1,0-1,0 1,0-1,1 1,-1 0,0 0,-1-1,1 1,0 0,0 0,0 0,-1 0,1 0,0 0,-1 1,1-1,-1 0,1 1,-1-1,1 1,-1 0,1-1,-1 1,0 0,-8-3,-1 0,1 0,-1 1,0 1,0 0,0 0,1 1,-1 0,0 1,0 0,-7 3,13-3,-1 0,0 0,1 1,0 0,-1 0,1 1,0-1,0 1,0 0,0 0,1 1,-1 0,1 0,0 0,0 0,0 0,1 1,0 0,0-1,0 1,0 0,-1 4,3-7,1 0,-1 1,0-1,1 0,-1 0,1 1,0-1,0 0,0 1,0-1,0 0,1 1,-1-1,1 0,-1 0,1 1,0-1,0 0,0 0,0 0,0 0,0 0,1 0,-1 0,1-1,-1 1,1 0,0-1,-1 1,1-1,0 0,0 1,0-1,0 0,0 0,0-1,1 1,-1 0,0-1,0 1,1-1,-1 1,0-1,2 0,4 0,0 1,0-1,0-1,0 0,0 0,0 0,0-1,0-1,-1 1,1-1,-1 0,0-1,1 1,-2-2,1 1,0-1,-1 0,0 0,0 0,0-1,-1 0,0-1,0 1,-1-1,1 1,0-4,-5 10,0 0,0 1,0-1,1 0,-1 1,0-1,0 0,1 0,-1 1,0-1,0 0,1 0,-1 1,0-1,0 0,1 0,-1 0,0 1,1-1,-1 0,0 0,1 0,-1 0,1 0,-1 0,0 0,1 0,-1 0,0 0,1 0,-1 0,0 0,1 0,-1 0,0 0,1 0,-1-1,0 1,1 0,-1 0,0 0,1 0,-1-1,0 1,1 0,-1 0,0-1,0 1,0 0,1-1,-1 1,0 0,0-1,0 1,1 0,2 8,-1-2,1-1,0 1,0-1,1 0,0 1,0-2,0 1,0 0,1-1,-1 0,1 0,0 0,0-1,1 1,-1-1,1-1,0 1,0-1,0 0,0 0,0 0,0-1,0 0,0-1,1 1,-1-1,0 0,0-1,1 1,-1-1,0 0,0-1,6-2,0-1,-1-1,0 0,-1-1,1 0,-1-1,-1 0,1-1,-1 1,-1-2,0 1,0-1,-1-1,0 1,-1-1,0-1,3-7,1-6,-1-1,0-1,-2 1,-2-1,0-1,-1 1,-2-5,-1 6,0 0,-2 1,-1-1,-1 0,-1 1,-7-20,9 35,-1 0,-1 0,1 1,-2-1,1 1,-1 0,-1 0,0 0,0 1,0 0,-1 0,-1 1,1 0,-1 0,0 1,-1 0,1 0,-3 0,6 3,-1 1,1 0,-1 0,0 1,0-1,0 1,0 1,0-1,0 1,0 0,0 0,0 1,0 0,0 0,0 0,0 1,0 0,1 0,-1 0,1 1,-1 0,1 0,0 0,0 1,0 0,1 0,-1 0,1 0,0 1,0-1,1 1,-1 0,1 1,-7 12,2 0,0 0,2 1,0 0,0 0,2 0,1 1,0-1,1 1,1 0,1 0,1 0,1 0,1-1,0 1,1-1,1 0,1 0,3 5,3 3,1 0,1-1,1 0,2-2,0 1,2-2,1 0,0-2,1 0,2-1,0-1,1-2,1 0,16 8,25 11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51:17.75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212 716,'-7'-5,"1"-1,-2 1,1 0,0 1,-1-1,0 2,0-1,0 1,-1 0,1 1,-1 0,1 0,-1 1,0 0,0 1,1-1,-1 2,0-1,-8 3,15-2,-1 0,0 1,1 0,-1 0,1 0,-1 0,1 0,0 0,0 1,0-1,0 0,0 1,1 0,-1 0,1-1,0 1,-1 0,1 0,1 0,-1 0,0 0,1 0,-1 0,1 0,0 1,0-1,1 2,-1 3,1 0,0 0,1-1,0 1,0-1,0 1,1-1,0 0,1 0,2 4,4 2,1-1,0 0,1-1,0 0,0-1,1 0,1-1,0-1,0 0,1-1,-1 0,1-1,1-1,-1 0,1-1,0-1,0-1,0 0,0-1,1 0,-1-2,0 0,0 0,7-3,-12 1,1 0,-2 0,1-2,0 1,-1-1,0-1,0 0,0 0,-1-1,0 0,0 0,-1-1,0 0,-1-1,1 0,-1 0,-1-1,0 1,0-2,-1 1,-1 0,1-1,-2 0,1 0,1-11,-2 8,1 0,-4 31,0-8,7 102,-6-107,0 0,0 0,1 0,-1 0,1 0,0-1,0 1,1-1,-1 0,1 1,-1-1,1 0,0 0,0-1,0 1,1-1,-1 1,1-1,-1 0,1 0,0-1,0 1,0-1,0 0,3 1,6-1,-1-1,1 0,0-1,-1-1,1 0,-1 0,1-2,-1 1,0-1,0-1,-1 0,1-1,-1 0,-1-1,1 0,-1-1,0 0,-1 0,0-1,0 0,-1-1,0 0,0 0,-1-1,21-33,-28 44,0 0,0 0,0 0,0 1,0-1,0 0,0 0,0 0,0 0,0 1,0-1,1 0,-1 0,0 0,0 0,0 1,0-1,1 0,-1 0,0 0,0 0,0 0,0 0,1 0,-1 0,0 0,0 0,0 1,1-1,-1 0,0 0,0 0,0 0,1 0,-1 0,0-1,0 1,1 0,-1 0,0 0,0 0,0 0,0 0,1 0,-1 0,0 0,0 0,0-1,0 1,1 0,-1 0,0 0,0 0,0-1,0 1,0 0,1 26,-2-19,1-2,0-1,1 1,-1 0,1 0,0 0,0 0,0-1,0 1,1 0,0-1,0 1,0-1,1 0,0 0,-1 0,1 0,1 0,-1-1,0 1,1-1,0 0,0 0,0 0,0-1,0 1,1-1,-1 0,1 0,0 0,5 1,0 1,1-2,0 1,0-2,0 1,0-1,0-1,0 0,0-1,0 0,0 0,0-1,-1-1,1 0,-1 0,1-1,-1-1,0 1,-1-2,1 1,-1-1,0-1,0 1,-1-2,0 1,0-1,-1 0,0-1,2-2,9-22,-2 0,-1-1,-2 0,-1-1,-2-1,-1 0,-2 0,-1 0,-2-1,-1-26,0 36,-1 0,-1 0,-1 0,-2 0,0 0,-2 0,-1 0,-1 1,-1 0,-2 0,-10-23,17 46,1-1,-1 0,-1 1,1-1,0 1,-1 0,0 0,0 0,0 0,0 0,0 1,0-1,-1 1,1 0,-1 0,0 0,0 1,1-1,-1 1,0 0,0 0,0 0,0 0,-1 1,1 0,0 0,0 0,0 0,0 1,0-1,0 1,0 0,0 0,0 1,0-1,-2 2,-8 7,0 0,1 1,0 0,1 1,1 0,0 1,0 0,1 1,1 0,0 1,1 0,1 0,-3 9,-3 4,2 0,1 0,1 1,1 1,2-1,1 1,1 1,1 19,2-31,2-1,0 1,2-1,0 0,1 0,0 0,2 0,0 0,1-1,0 0,2-1,0 0,0 0,11 11,-5-9,2-1,0-1,0-1,2 0,0-1,0-1,1-1,1 0,0-2,1-1,0 0,0-2,1 0,-1-2,2 0,-1-1,0-2,1 0,18-2,-34 0,1 0,-1-1,0 0,0 0,0-1,1 0,-2 0,1-1,0 0,0-1,-1 1,0-1,0-1,0 1,0-1,-1 0,1-1,-1 0,-1 0,1 0,-1-1,0 1,-1-1,1 0,-1-1,-1 1,1-1,-1 1,-1-1,0 0,0 0,1-8,-2 12,0-1,-1 1,0 0,0 0,0-1,0 1,0 0,-1-1,0 1,0 0,0 0,0 0,-1 0,0 0,0 0,0 0,0 0,0 1,-1-1,0 1,1-1,-1 1,-1 0,1 0,0 1,-1-1,1 1,-1-1,0 1,0 0,0 1,0-1,0 1,0-1,0 1,0 1,-1-1,1 0,-3 1,0 3,0 0,1 0,-1 0,1 1,0 0,0 0,1 1,-1 0,1 0,0 0,0 1,1-1,0 1,0 0,0 0,0 1,1-1,0 1,1 0,-1-1,1 1,1 0,-1 1,1-1,0 0,1 0,0 0,0 6,0-6,1-1,-1 1,1-1,0 0,0 0,1 1,0-1,0 0,0 0,1 0,0-1,0 1,1-1,-1 1,1-1,0 0,1-1,-1 1,1-1,0 1,0-2,0 1,0 0,1-1,-1 0,1 0,0-1,0 0,0 0,1 0,-1-1,0 1,0-2,1 1,-1-1,1 0,-1 0,0 0,1-1,-1 0,0-1,1 1,-1-1,0 0,0-1,0 1,-1-1,1 0,-1-1,1 0,0-1,-1-1,1 0,-1 0,0 0,-1-1,1 0,-1 0,-1 0,1 0,-1 0,0-1,-1 0,0 1,0-1,-1 0,1-8,-10 36,7-13,1-1,0 1,0 0,1 0,0 0,0-1,1 1,0-1,0 1,0-1,1 1,0-1,0 0,0 0,1-1,0 1,0-1,1 0,-1 0,1 0,0 0,1-1,-1 0,1 0,-1 0,1-1,0 0,1 0,-1-1,0 1,1-1,0-1,-1 1,2-1,0 1,0-1,0 0,-1-1,1 0,0 0,0 0,0-1,0 0,-1-1,1 0,0 0,-1 0,0-1,1 0,-1-1,-1 0,1 0,0 0,-1-1,0 0,0 0,0 0,-1-1,1 0,-2 0,1 0,-1-1,1 0,-2 0,1 0,-1 0,0 0,0-3,6-20,-1-1,-2 1,-1-2,-1 1,-1-18,-1 26,29-584,-32 559,1 49,0-1,-1 0,1 1,0-1,-1 0,1 1,-1-1,1 0,0 0,-1 0,1 1,-1-1,1 0,-1 0,1 0,0 0,-1 0,1 0,-1 0,1 0,-1 0,1 0,-1 0,1 0,-1 0,1 0,-1 0,1-1,0 1,-1 0,1 0,-1 0,1-1,0 1,-1 0,1-1,-1 1,1 0,0-1,0 1,-1 0,1-1,0 1,0 0,-1-1,1 1,0-1,0 1,0-1,0 1,-1-1,1 1,-13 29,2 1,0 0,2 0,2 1,0 0,2 1,-1 31,-1-8,2 0,3 0,1 1,4 0,1-1,4 0,1 0,3-1,2 0,10 19,-20-63,-2-4,0 1,1-1,-1 0,1 0,1 0,-1 0,1-1,0 1,1-1,-1 0,1 0,0 0,1 0,5-1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6:51:18.02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0,'18'0,"22"0,23 0,20 3,15-1,4 1,-15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04:46.87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5,'2'-2,"4"-1,0 7,1 14,3 16,-2 17,1 19,-1 15,-2 14,0 8,-1 2,-1-4,1-8,-1-21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04:47.27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4 185,'-1'-6,"0"0,0 0,1 0,0 0,0 0,0 0,1 0,-1 0,2 0,-1 0,1 0,0 0,0 0,0 1,1-1,0 1,0 0,0 0,1 0,0 0,0 0,0 1,0-1,1 1,-1 0,1 1,0-1,1 1,-1 0,0 0,6-1,13-3,0 2,1 1,0 1,-1 1,1 1,0 1,0 1,0 1,-1 1,1 2,-1 0,0 2,17 7,-19-8,0 1,-1 0,0 2,-1 1,0 1,0 0,-1 1,-1 1,0 1,-1 1,0 0,4 7,-18-18,0-1,0 1,0-1,-1 1,1 0,-1 0,0 0,0 0,-1 0,1 1,-1-1,0 0,0 1,0-1,-1 1,0-1,1 1,-2-1,1 1,0-1,-1 1,0-1,0 1,0-1,-1 1,1-1,-1 0,0 0,-1 0,-9 10,-1-2,0 0,-1-1,-1 0,0-1,0 0,-1-1,0-1,0-1,-1 0,0-1,0-1,0-1,-1 0,-216 61,208-55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04:47.78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281 40,'-17'-7,"0"0,-1 0,1 2,-1 0,-1 1,-5 0,19 4,-1 0,1-1,0 2,0-1,0 1,-1-1,1 1,0 1,0-1,0 1,1 0,-1 0,0 0,1 1,-1-1,1 1,0 0,-1 1,2-1,-1 1,0 0,1-1,0 2,-3 2,1 1,1 1,-1 0,1 0,1 0,-1 1,2-1,-1 1,1 0,1 0,0-1,0 1,1 0,0 0,1 0,0 0,1 0,1 6,-2-10,1 0,0 0,0 0,0 0,1 0,-1-1,2 1,-1-1,0 0,1 0,0 0,0 0,1-1,-1 1,1-1,0 0,0-1,0 1,1-1,-1 0,1 0,0-1,0 1,0-1,0-1,0 1,6 0,-4-2,-1 0,1 0,-1-1,1 0,-1 0,0-1,1 0,-1 0,0-1,0 0,-1 0,1 0,0-1,-1 0,0-1,0 1,0-1,-1 0,0 0,0-1,4-5,1-1,0-2,-1 1,-1-1,0-1,-1 0,0 0,-1 0,-1-1,2-7,2-34,-18 90,6-10,1 0,1 1,1-1,1 0,4 22,-4-38,1 0,0 1,0-1,0 0,1 0,0-1,0 1,1-1,0 1,0-1,1 0,-1-1,1 1,0-1,1 0,0 0,-1-1,1 1,1-1,4 2,35 12,0-8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04:48.17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256 44,'-14'-7,"-1"0,1 1,-1 1,0 0,0 1,-1 1,0 0,1 1,-1 1,0 0,-9 2,22-1,-1 1,1-1,0 1,0 0,0 1,0-1,1 0,-1 1,0-1,1 1,-1 0,1 0,-1 0,1 0,0 1,0-1,0 1,0-1,0 1,0-1,1 1,0 0,-1 0,1 0,0 0,0 0,1 0,-1 0,0 0,1 2,-1 2,1 1,0-1,1 0,-1 1,1-1,1 0,-1 0,1 0,1 0,-1 0,1 0,3 6,9 7,0 0,2-1,0-1,1 0,1-2,0 0,1-1,1-1,4 2,19 15,-43-30,23 14,-2 2,0 0,-1 2,-1 0,0 2,15 20,-34-40,0 0,-1 0,1 0,0 1,-1-1,1 0,0 0,-1 1,0-1,1 0,-1 1,0-1,1 0,-1 1,0-1,0 1,0-1,0 0,-1 1,1-1,0 1,0-1,-1 0,1 1,-1-1,1 0,-1 0,0 1,1-1,-1 0,0 0,0 0,0 0,0 0,0 0,0 0,0 0,0 0,0-1,-1 1,1 0,0-1,0 1,-1-1,0 1,-65 16,-11-11,0-4,-38-4,107 2,-12-1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04:48.51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1,'0'20,"0"19,0 15,0 14,0 5,2 2,3-2,4-8,-1-7,-1-9,-2-13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04:48.88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0 164,'5'33,"1"-1,1 0,2 0,1-1,1 0,2-1,1 0,4 4,-12-22,0-1,1 1,0-1,1-1,0 0,0 0,1 0,0-1,1 0,0-1,1 0,-1-1,2 0,-1-1,1 0,0 0,3 0,-12-6,0 1,0-1,1 0,-1 1,0-2,1 1,-1 0,0-1,0 1,1-1,-1 0,0 0,0 0,0-1,0 1,0-1,0 1,0-1,-1 0,1 0,-1 0,1-1,-1 1,0-1,0 1,0-1,0 0,0 1,-1-1,1 0,-1 0,0 0,0-1,1 0,20-116,-20 56,-3 0,-3 0,-2 1,-3-1,-4-2,13 63,0 1,0 1,0-1,0 0,0 1,0-1,-1 0,1 0,0 1,-1-1,1 1,-1-1,0 0,1 1,-1-1,0 1,0 0,0-1,0 1,0 0,0-1,0 1,-1 0,1 0,0 0,-1 0,1 0,-1 0,1 1,-1-1,1 0,-1 1,-7 6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04:49.13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0 107,'2'-12,"13"-5,19-3,22 0,22 4,18 4,11 4,4 6,-4 10,-9 11,-21 1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04:49.42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0,'7'16,"6"10,9 3,9-4,12-6,14-6,12-10,13-10,9-6,1-3,-13 1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04:50.00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22,'16'5,"16"1,17-1,14-2,9-5,9-4,4-4,-1-2,-15 1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04:50.35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1,'3'20,"2"19,3 13,0 10,2 6,-2 2,-2-2,-2-5,-2-6,-3-12,-2-12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04:50.57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56,'16'-2,"18"-2,23 1,21-1,21-1,15-1,10-2,3 0,-1 0,-22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04:51.13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122 469,'-53'-257,"52"249,-1-9,-1 0,-1 0,0 1,-1-1,-1 1,0 0,-2 0,0 1,0 0,-3-2,11 17,0-1,-1 1,1-1,0 1,0-1,-1 1,1-1,0 1,0-1,0 1,0-1,0 1,0-1,0 1,0-1,0 0,0 1,0-1,0 1,0-1,0 1,0-1,0 1,1-1,-1 1,0-1,0 1,1-1,-1 1,0 0,1-1,-1 1,0-1,1 1,-1 0,1-1,-1 1,1 0,-1-1,1 1,-1 0,1 0,-1 0,1-1,-1 1,1 0,-1 0,1 0,-1 0,1 0,-1 0,1 0,-1 0,1 0,-1 0,1 0,-1 0,1 1,44-5,-38 4,24-2,1 2,-1 1,0 1,0 2,7 3,-30-6,-1 1,0 0,0 0,0 1,0 0,0 0,0 1,-1-1,0 2,0-1,0 1,0-1,-1 2,1-1,-1 1,0-1,-1 1,0 1,0-1,0 1,-1-1,0 1,0 0,1 4,10 197,-13-205,-1 1,1-1,0 0,0 1,1-1,-1 0,1 0,-1 1,1-1,0-1,0 1,0 0,1 0,-1-1,1 1,0-1,-1 0,1 0,0 0,0 0,0 0,0-1,1 1,-1-1,0 0,1 0,-1 0,0-1,1 1,0-1,24 2,0-2,1 0,-1-2,0-1,1-2,-2-1,18-5,22-6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04:51.57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439 130,'-5'-10,"0"1,-1 1,-1-1,1 1,-2 0,1 0,-1 1,0 0,0 1,-1-1,1 1,-2 1,1 0,0 0,-1 1,0 0,0 1,0 0,-1 1,1 0,-1 0,1 1,-1 0,1 1,-1 1,0-1,1 2,-1-1,-4 2,5 2,-1-1,1 2,1-1,-1 1,1 1,0 0,0 0,1 0,0 1,0 1,1-1,0 1,0 0,1 1,1 0,-1 0,2 0,-1 0,1 1,1 0,0 0,0 0,0 7,3-12,-1 0,1 0,0 0,0 0,1 1,0-1,0 0,0 0,1 0,0 0,0 0,1-1,-1 1,1-1,0 1,1-1,-1 0,1 0,0 0,0-1,1 0,0 1,-1-1,1-1,0 1,1-1,-1 0,1 0,-1-1,1 1,0-1,0 0,0-1,0 0,0 0,0 0,3 0,1 0,0 0,-1-1,1-1,0 1,-1-1,1-1,-1 0,1 0,-1-1,0 0,0 0,0-1,0-1,0 1,-1-1,0-1,0 1,-1-2,1 1,-1-1,-1 0,1 0,-1-1,0 1,-1-1,0-1,0 1,-1-1,0 0,-1 0,0 0,0-1,-1 1,0 0,0-1,-1 0,-1 1,1-9,-12-14,11 31,0 1,0-1,-1 1,1-1,0 1,0-1,0 1,-1-1,1 1,0-1,-1 1,1-1,0 1,-1-1,1 1,-1 0,1-1,0 1,-1 0,1-1,-1 1,1 0,-1 0,1 0,-1-1,0 1,1 0,-1 0,1 0,-1 0,1 0,-1 0,1 0,-1 0,0 0,1 0,-1 0,1 0,-1 0,1 1,-1-1,1 0,-1 0,1 1,-1-1,1 0,-1 1,1-1,0 0,-1 1,1-1,-1 1,1-1,-4 8,1-1,0 0,0 1,1-1,0 1,0 0,1 0,0 0,0 0,1 0,0 0,1 0,0 8,0-9,1 1,-1-1,1 1,1-1,-1 0,1 0,0 0,1 0,0-1,0 1,0-1,1 0,-1 0,2-1,-1 1,1-1,-1 0,1 0,1-1,-1 0,1 0,3 1,6 2,-1 0,1-2,1 0,-1 0,1-2,0 0,0-1,0 0,8-2,36-1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04:51.98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403 13,'-18'-5,"-1"2,1 1,-1 0,0 1,0 1,0 1,1 1,-1 0,0 1,1 2,0-1,0 2,-15 7,29-12,0 1,1 0,-1 0,0 0,1 1,0-1,-1 1,1 0,0-1,1 2,-1-1,0 0,1 0,0 1,-1 0,2-1,-1 1,0 0,1 0,-1 0,1 0,0 0,1 0,-1 0,1 0,-1 0,1 1,1-1,-1 0,0 0,1 0,0 0,0 0,0 0,1 0,-1 0,1 0,0 0,0-1,0 1,1-1,-1 1,1-1,2 3,13 7,0-1,0-1,1-1,0 0,1-1,0-1,9 1,-2 1,13 5,-26-12,0 1,-1 0,1 1,-1 1,0 0,0 1,-1 0,0 1,0 0,0 1,-1 0,-1 1,0 0,0 1,-1 0,2 3,-10-12,0 1,0-1,0 1,0-1,-1 1,1 0,-1-1,1 1,-1 0,0-1,0 1,0 0,-1-1,1 1,0 0,-1-1,0 1,0-1,0 1,0-1,0 1,0-1,0 0,-1 1,1-1,-1 0,0 0,0 0,0 0,-1 1,-73 39,41-31,-1-3,0 0,0-3,0-1,-1-1,1-2,-33-4,59 2,3 2,-1-1,0-1,0 1,1-1,-1-1,1 1,-1-1,1-1,0 1,-1-1,1 0,-5-4,11 6,1 0,0 1,0-1,0 1,0-1,0 0,0 1,-1-1,1 0,1 1,-1-1,0 0,0 1,0-1,0 0,0 1,1-1,-1 1,0-1,0 0,1 1,-1-1,0 1,1-1,-1 1,1-1,-1 1,1-1,-1 1,1 0,-1-1,1 1,-1 0,1-1,0 1,-1 0,1-1,-1 1,1 0,0 0,-1 0,1 0,0 0,-1 0,1 0,0 0,-1 0,2-1,25-8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04:52.92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380 278,'-77'-39,"-2"4,-52-15,123 48,6 0,0 1,0 0,0 0,0 0,0 0,0 0,0 1,-1-1,1 1,0-1,0 1,0 0,-1 0,1 0,0 0,0 0,-1 0,1 1,0-1,0 1,0 0,0-1,0 1,0 0,0 0,0 0,0 1,0-1,0 0,0 1,1-1,-2 2,-1 10,1 0,0 0,1 0,0 1,1-1,0 1,1-1,1 0,1 4,-2-3,2-1,0 1,0-1,1 1,1-1,0 0,6 11,-8-20,0 0,0 0,0 0,1 0,-1 0,1-1,0 1,0-1,0 0,0 0,1 0,-1 0,1-1,0 1,0-1,0 0,0 0,0-1,0 1,1-1,-1 0,0 0,1 0,-1 0,1-1,-1 0,9-2,-1 0,0-2,0 1,0-1,0-1,-1 0,0-1,0 0,0-1,-1 0,0 0,0-1,0 0,-1-1,-1 0,0-1,0 0,-1 0,7-11,-8 12,0-1,0 0,-1-1,-1 1,1-1,-2 0,3-10,-9 17,-4 22,6-11,-1 1,1 0,0-1,1 1,0 0,0 0,0-1,1 1,0 0,1-1,0 1,0-1,1 1,-1-1,2 0,-1 0,1 0,0-1,0 1,1-1,0 0,0 0,0-1,1 1,0-1,0-1,0 1,0-1,1 0,0 0,0-1,0 0,0 0,7 2,-10-4,0 1,1-1,-1 0,1 0,-1 0,1 0,-1-1,1 0,0 0,-1 0,1-1,-1 1,1-1,0 0,-1 0,0-1,1 1,-1-1,0 0,0 0,0-1,0 1,0-1,0 0,-1 0,0 0,1 0,-1-1,0 1,-1-1,1 0,0 0,0-2,5-18,0 1,-2-2,-1 1,0-1,-2 0,-1 0,-1 0,-2 0,0 0,-4-21,-1-57,6 102,0-1,1 1,-1-1,1 1,0-1,-1 1,1 0,0 0,0-1,0 1,0 0,0 0,0 0,0 0,0 0,0 0,0 0,1 0,-1 0,0 1,1-1,-1 1,0-1,1 1,-1-1,1 1,-1 0,1-1,-1 1,1 0,-1 0,1 0,-1 0,1 1,56 7,-50-6,15 3,-1 1,0 0,0 2,-1 1,0 0,-1 2,9 6,-20-11,0 0,-1 0,0 1,0 0,-1 1,0 0,0 0,-1 0,0 1,-1 0,1 0,-2 1,1-1,-1 1,-1 0,0 0,1 4,5 67,-10-72,1 1,0-1,0 1,1-1,0 0,1 1,0-1,1 0,0 0,0 0,1 0,0-1,0 1,1-1,0 0,0 0,1-1,0 0,1 0,0 0,0 0,1-1,6 1,1 0,1-1,-1-1,1-1,0 0,0-1,0 0,0-2,0 0,1 0,-1-2,0 0,1-1,-1 0,-2-1,0 0,-1-1,1 0,-1-1,0 0,-1-1,1 0,-1-1,0-1,-1 0,0-1,0 0,0 0,-2-1,1 0,-1-1,-1 0,1-1,-2 0,0 0,-1 0,0-1,0 0,-1 0,-1 0,-1-1,0 0,0 1,-1-1,-1 0,-1 0,0-10,0 16,-1 1,1-1,-2 0,1 0,-1 1,0-1,-1 1,1 0,-2 0,1-1,-1 2,0-1,0 0,-1 1,0 0,0 0,0 1,-1-1,0 1,0 0,0 0,-1 1,1 0,-1 0,0 1,0 0,-1 0,1 0,0 1,-3 0,6 1,1 1,-1-1,0 1,0 0,0 0,0 0,1 1,-1-1,0 1,0 0,1 0,-1 0,1 1,-1-1,1 1,-1 0,1 0,0 0,0 0,0 1,0-1,0 1,1 0,-1-1,1 1,0 1,-1-1,1 0,1 0,-1 1,0-1,1 1,0 0,0-1,0 1,0 0,1-1,-1 5,0 8,2 0,0 0,0 0,1 0,1 0,1-1,0 1,1-1,1 0,0 0,1 0,1-1,0 0,1-1,0 0,1 0,1-1,0 0,0-1,1 0,0-1,1 0,1-1,-1 0,1-1,12 4,6 1,0-1,2-2,-1-1,1-1,0-2,1-2,0-1,-1-1,6-2,83-2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04:54.12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5 366,'-4'8,"6"-22,84-182,-15 45,-71 151,0-1,1 1,-1-1,0 0,0 1,0-1,0 1,1-1,-1 1,0-1,0 1,1-1,-1 1,1-1,-1 1,0 0,1-1,-1 1,1-1,-1 1,1 0,-1-1,1 1,-1 0,1 0,-1-1,1 1,-1 0,1 0,-1 0,1 0,0 0,-1 0,1 0,-1 0,1 0,0 0,-1 0,1 0,-1 0,1 0,-1 1,1-1,-1 0,1 0,-1 1,1-1,-1 0,1 1,14 28,-14-27,133 282,-130-277,21 57,-25-63,0 1,1-1,-1 1,0 0,0-1,0 1,0-1,0 1,-1-1,1 1,0-1,-1 1,1 0,-1-1,1 0,-1 1,0-1,1 1,-1-1,0 0,0 1,0-1,0 0,0 0,0 0,-1 0,1 0,0 0,-1 0,1 0,0-1,-1 1,1 0,-1-1,1 1,-1-1,1 0,-1 1,0-1,0 1,-1-1,0 1,1-1,-1 1,0-1,0 0,0 0,0 0,1 0,-1-1,0 1,0-1,1 1,-1-1,0 0,1 0,-1 0,1-1,-1 1,1-1,0 1,-1-1,1 0,0 0,3-7,5 1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04:55.02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314 1006,'-4'-7,"-1"1,0 0,0 1,-1-1,1 1,-1 0,0 0,-1 1,1 0,-1 0,0 0,0 1,0 0,0 0,-1 1,1 0,-1 0,1 1,-1 0,0 0,1 1,-1 0,0 0,0 1,1 0,-1 0,1 1,-1 0,1 0,-1 1,1 0,0 0,0 0,-2 3,2 0,1 0,0 0,0 0,1 1,0 0,0 0,1 0,-1 1,2 0,-1-1,1 1,0 1,1-1,0 0,0 1,1-1,0 1,0-1,1 1,0-1,1 1,0 0,0-1,0 0,1 1,1-1,0 0,0 0,0 0,1 0,0-1,1 1,-1-1,1 0,1 0,-1-1,3 2,0-2,0 0,0-1,0 0,1 0,-1-1,1 0,0-1,1 1,-1-2,0 0,1 0,-1 0,1-1,0-1,-1 0,1 0,0-1,-1 0,1 0,-1-1,1-1,-1 1,4-3,11-4,-1-1,-1-1,0 0,0-2,-2-1,1 0,-2-2,12-11,5-11,-2-2,-1-1,-3-2,-1 0,-2-2,-3-2,-1 0,-2-1,-3-1,-1-1,-3 0,-2-1,-2-1,2-43,-8 60,-2-1,-1 1,-1 0,-5-30,4 53,-1 0,-1 1,0-1,0 0,-1 1,0-1,-1 1,-1 0,0 1,0-1,-1 1,0 1,-1-1,0 1,-7-6,12 12,-1-1,1 1,-1 0,0 1,0-1,-1 1,1 0,0 0,-1 0,1 0,-1 1,0-1,1 1,-1 1,0-1,0 1,1 0,-1 0,0 0,0 0,0 1,1 0,-1 0,0 0,1 1,-1-1,1 1,-1 0,1 1,0-1,0 1,0-1,0 1,1 1,-4 2,-1 9,0 0,1 1,1 0,0 0,1 0,1 1,1 0,0-1,1 1,1 0,1 1,0-1,1 0,1 0,0 0,3 5,14 85,5-1,5-2,4 0,19 32,31 101,-35-75,-48-162,0 0,0-1,0 1,0-1,0 1,0-1,-1 1,1-1,0 1,1-1,-1 1,0-1,0 1,0-1,0 1,0-1,0 1,0 0,1-1,-1 1,0-1,0 1,1-1,-1 1,0 0,1-1,-1 1,0 0,1-1,-1 1,0 0,1 0,-1-1,1 1,-1 0,1 0,-1 0,1-1,-1 1,0 0,1 0,-1 0,1 0,-1 0,1 0,-1 0,1 0,-1 0,1 0,-1 0,1 0,-1 1,1-1,-1 0,1 0,-1 0,0 1,1-1,-1 0,1 1,-1-1,0 0,1 1,-1-1,0 0,1 1,-1-1,0 1,0-2,37-90,-22 50,2 0,2 1,2 1,2 0,-23 38,0-1,0 1,1 0,-1 0,0 0,1 0,-1 0,1 0,-1 0,1 0,-1 1,1-1,0 0,-1 0,1 0,0 1,0-1,0 0,-1 1,1-1,0 0,0 1,0-1,0 1,0 0,0-1,0 1,0 0,0 0,0-1,0 1,1 0,-1 0,0 0,0 0,0 0,0 1,0-1,0 0,0 0,0 1,0-1,0 1,0-1,0 1,0-1,0 1,0-1,0 1,27 96,-26-87,1 0,0 0,1 0,0-1,0 1,1-1,0 0,1 0,0-1,0 0,1 0,0 0,0-1,1 0,0 0,0-1,1 0,0-1,0 1,0-2,0 1,1-1,0-1,-1 0,2 0,-1-1,0 0,2-1,-2 0,-1 0,0-1,0-1,0 1,1-2,-1 1,0-1,0 0,-1-1,1 0,0-1,-1 0,0 0,0 0,0-1,0 0,-1-1,0 0,0 0,-1-1,1 1,-1-1,-1-1,1 1,-1-1,-1 0,1 0,-1 0,-1-1,0 0,0 1,0-1,-1 0,-1 0,1 0,-2-1,1 0,-1 5,0-1,0 0,0 0,-1 0,0 0,0 1,-1-1,1 0,-1 1,-1-1,1 1,-1 0,0-1,0 1,0 1,-1-1,1 0,-1 1,0 0,-1 0,1 0,-1 0,0 1,0 0,0 0,0 0,0 0,-1 1,1 0,-1 0,1 1,-1-1,0 1,2 3,0 0,0 0,0 0,1 1,-1-1,1 1,-1 0,1 0,0 0,0 0,1 1,-1-1,1 1,-1 0,1 0,0 0,0 0,1 0,-1 0,1 0,0 0,0 1,1-1,-1 1,1-1,0 0,0 1,0 2,-1 3,0 1,0-1,1 1,0-1,1 0,0 1,1-1,0 0,1 1,0-1,0 0,1-1,0 1,1-1,0 0,1 0,0 0,0-1,1 0,-1 0,2 0,-1-1,1 0,1-1,-1 0,1 0,0-1,0 0,3 1,44 12,-3-7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04:55.99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11,'0'14,"1"0,1 1,0-1,1 0,0 0,1 0,1 0,0-1,1 0,0 0,1 0,1-1,0 0,0 0,1-1,1 0,8 7,-9-8,-1-2,1 1,1-1,0-1,0 0,0 0,1-1,1 0,-9-4,0-1,0 1,0-1,1 0,-1 0,1 0,-1-1,1 1,-1-1,1 0,-1 0,1 0,-1-1,1 1,-1-1,0 0,1 0,-1 0,0 0,1 0,-1-1,0 1,0-1,0 0,0 0,-1 0,1-1,0 1,1-3,6-8,-1-1,-1-1,0 1,-1-2,-1 1,0 0,-1-1,-1 0,-1 0,0-1,-1 1,0-1,-1 1,-1-1,-2-9,0 7,-8 27,7 2,0 1,1-1,0 1,0-1,1 1,0 0,1-1,0 1,1 0,0 0,1 0,-1-6,0 1,0-1,1 0,0-1,0 1,0 0,0 0,1-1,0 1,0-1,0 0,0 0,1 0,0 0,-1-1,1 1,1-1,-1 0,0 0,1-1,-1 1,1-1,4 1,4 1,0-1,0 0,1-1,-1-1,1 0,-1-1,0 0,1-2,-1 1,0-1,1-1,-1 0,0-1,-1-1,1 0,6-3,-11 3,1 1,-1-1,1 0,-2-1,1 0,0 0,-1-1,0 0,-1 0,0 0,0-1,0 0,-1 0,0-1,-1 1,0-1,0 0,-1 0,0 0,-1-1,0 1,0-1,-1-1,-1 1,-3 31,2-12,1 1,0-1,0 1,1-1,1 1,-1-1,1 1,1-1,0 0,0 0,1 0,0-1,0 1,1-1,0 0,1 0,0 0,0-1,0 0,1 0,0-1,0 0,1 0,0 0,0-1,0 0,1-1,-1 0,1 0,0-1,6 1,1-4,0 0,0-1,0-1,0-1,-1-1,1 0,-1 0,0-2,0 0,-1 0,0-2,0 0,0 0,-1-1,-1-1,1 0,8-11,-20 21,-1-1,1 1,-1-1,1 1,-1-1,1 1,0-1,-1 1,1-1,0 1,-1 0,1-1,0 1,-1 0,1 0,0 0,-1 0,1-1,0 1,0 0,-1 0,1 0,0 0,0 1,-1-1,1 0,0 0,-1 0,1 1,0-1,0 0,-1 0,1 1,-1-1,1 1,0-1,-1 1,1-1,-1 1,1-1,-1 1,1-1,-1 1,0 0,1-1,-1 1,1 0,-1-1,0 1,0 0,0-1,1 1,-1 0,0 0,0-1,0 1,0 0,0-1,0 1,0 0,5 13,1-5,1 1,0-1,1 0,-1-1,2 0,-1 0,1-1,1 0,-1 0,1-1,0 0,0-1,1 0,0-1,-1 0,2-1,-1 0,0 0,0-2,1 1,0-1,-1-1,1 0,-1-1,11-1,-17 1,1-1,-1 0,1 0,-1 0,1-1,-1 0,0 0,0 0,-1 0,1-1,-1 0,0 0,1 0,-2-1,1 1,0-1,-1 0,0 0,0 0,-1 0,1 0,-1-1,0 1,-1-1,1 0,-1 1,0-1,-1 0,1 0,-1 0,0 1,0-1,-1 0,0 0,0 0,0 1,-1-1,0 1,0-1,-3-4,0 0,0 0,-1 1,0-1,-1 2,0-1,0 1,-1 0,0 0,0 1,-1 0,0 0,0 1,-1 1,0-1,1 1,-2 1,1 0,-10-2,12 3,0 1,0 0,0 1,0 0,0 0,-1 1,1 0,0 0,0 1,0 0,0 1,-1 0,2 0,-1 0,0 1,0 0,1 1,0 0,0 0,0 0,0 1,0 0,1 0,0 1,-3 4,3-4,1 0,1 0,-1 1,1 0,0 0,1 0,0 0,0 1,0-1,1 1,0 0,1 0,-1-1,2 1,-1 0,1 0,0 0,1 0,0 0,0 0,0 0,1-1,0 1,1 0,0-1,0 0,1 1,0-2,0 1,0 0,1-1,0 1,0-1,1-1,1 2,2 0,-1-2,1 1,1-1,-1 0,1-1,0 0,0-1,3 1,32 7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04:56.25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265 6,'-20'-2,"-16"-1,-9 5,-4 6,5 9,10 11,10 7,12 9,14 6,14 4,5-8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04:56.54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3,'16'12,"14"5,12 1,12-6,12-6,9-10,6-10,-3-10,-13-1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05:08.121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26112 14,'9'-4,"16"0,21 1,22 1,23 1,13 1,6 2,-16 1</inkml:trace>
  <inkml:trace contextRef="#ctx0" brushRef="#br0" timeOffset="1119.496">24253 1832,'160'305,"-157"-301,-1 1,1-1,0 0,0 0,0 0,0 0,1-1,-1 0,1 1,0-1,0 0,0-1,1 1,-1-1,1 0,-1 0,1 0,0 0,-1-1,1 0,0 0,0 0,0-1,0 0,0 0,0 0,0 0,3-1,2-5,1 0,-1-1,-1 0,1 0,-1-1,0 0,-1-1,0 0,0 0,-1-1,0 0,-1 0,0-1,-1 1,0-1,0-1,-2 1,1-1,-1 0,4-5,-2-1,0 1,-1-1,0 0,-2 0,0 0,-1 0,-1-14,0 31,1 0,-1 0,0 1,0-1,0 0,0 0,0 1,0-1,0 0,0 0,0 1,-1-1,1 0,0 1,0-1,-1 0,1 1,0-1,-1 0,1 1,-1-1,1 0,-1 1,1-1,-1 1,1-1,-1 1,1-1,-1 1,0 0,1-1,-1 1,0 0,0-1,1 1,-1 0,0 0,1 0,-1-1,0 1,0 0,1 0,-1 0,0 0,0 1,1-1,-1 0,0 0,0 0,1 0,-1 1,0-1,1 0,-1 1,0-1,1 1,-1-1,1 0,-1 1,-32 37,22-13,1 0,1 1,1 1,1 0,2 0,1 0,1 0,1 1,1-1,2 1,1 2,34 214,-24-188,-2 1,-3 1,0 55,-20-8,12-101,0 1,-1 0,0 0,1-1,-2 1,1-1,0 1,-1-1,0 0,0 0,0 0,0 0,-1-1,0 1,0-1,1 0,-2 0,1 0,-3 1,4-3,0 0,0-1,0 1,0-1,0 0,0 0,0 0,0 0,0 0,0-1,0 1,1-1,-1 0,0 0,0 0,0 0,1 0,-1-1,1 1,-1-1,1 0,0 1,-1-1,1 0,0 0,0-1,0 1,-1-2,-44-74,34 50,1 0,2-1,1 0,1-1,1-2,6 29,0 1,1 0,-1-1,0 1,1-1,0 1,-1-1,1 1,0-1,0 1,1-1,-1 1,0 0,1-1,0 1,-1-1,1 1,0 0,0 0,0-1,1 1,-1 0,0 0,1 0,-1 0,1 0,0 1,0-1,0 0,0 1,0-1,0 1,0 0,0 0,0 0,1 0,-1 0,0 0,1 1,-1-1,2 0,140-2,-90 4</inkml:trace>
  <inkml:trace contextRef="#ctx0" brushRef="#br0" timeOffset="1318.491">25042 2474,'-11'16,"-4"14,0 14,3 8,4 4,3 2,2 0,4-3,2-3,1-10,-1-11</inkml:trace>
  <inkml:trace contextRef="#ctx0" brushRef="#br0" timeOffset="1566.599">25202 2126,'16'5,"12"3,11 3,7 0,0-1,-2 2,-9 0,-11-2</inkml:trace>
  <inkml:trace contextRef="#ctx0" brushRef="#br0" timeOffset="1826.911">25283 2394,'18'4,"18"2,15 0,14-4,4-4,0-6,-12-2</inkml:trace>
  <inkml:trace contextRef="#ctx0" brushRef="#br0" timeOffset="-682.495">25991 375,'0'7,"7"11,11 14,12 11,10 9,6 5,4 2,-3-2,-5-5,-5-3,-6-9,-7-8,-4-10,-7-8</inkml:trace>
  <inkml:trace contextRef="#ctx0" brushRef="#br0" timeOffset="-432.903">26298 388,'-18'7,"-10"11,-4 14,0 13,3 13,5 7,5 4,7 0,5-3,3-12</inkml:trace>
  <inkml:trace contextRef="#ctx0" brushRef="#br0" timeOffset="-263.74">26513 909,'-2'4,"0"0,0 0,1-1,0 1,0 0,0 0,0 0,0 0,1 0,0 0,0 0,0 1,0-1,1 0,-1 0,1 0,0 0,1 0,-1-1,0 1,1 0,0-1,0 1,0 0,1-1,-1 0,1 0,-1 0,1 0,0 0,0 0,0-1,1 1,-1-1,1 0,-1 0,3 0,4 3,0-2,0 0,0 0,1 0,-1-2,1 1,0-1,-1-1,1 0,0 0,-1-1,1 0,-1-1,1 0,-1-1,0 0,0-1,0 0,0 0,-1-1,1-1,-1 1,-1-1,1-1,-1 0,0 0,1-2,-6 4,0 0,-1-1,0 1,0-1,0 1,0-1,-1 0,0 0,0 0,-1 0,0 1,0-1,0 0,0 0,-1 0,0 0,0 0,-1 1,0-1,0 0,0 1,-1 0,1-1,-1 1,-1 0,1 0,-1 1,1-1,-1 1,-1 0,1 0,-1 0,1 0,-1 1,0 0,0 0,-1 0,1 0,0 1,-2 0,-7-4,-1 1,0 1,0 0,0 1,-1 0,1 2,-1 0,1 0,-1 1,1 1,-1 1,1 0,-1 1,1 1,0 0,1 1,-9 4,-5 6</inkml:trace>
  <inkml:trace contextRef="#ctx0" brushRef="#br0" timeOffset="-2417.284">24373 227,'10'14,"-1"0,2-1,0 0,0-1,1 0,0-1,1 0,1-1,-1-1,2 0,-1-1,1 0,0-1,1-1,0-1,7 2,-19-6,1 0,0-1,0 1,0-1,0-1,-1 1,1-1,0 1,0-1,-1-1,1 1,0-1,-1 1,1-1,-1-1,0 1,0-1,0 1,0-1,0 0,-1-1,1 1,-1 0,0-1,0 0,0 0,0 0,-1 0,1 0,-1-1,0 1,-1-1,1 1,-1-1,0 0,0 0,0-3,0 6,-1 1,1-1,-1 0,1 0,-1 1,1-1,-1 0,0 0,0 1,0-1,0 0,-1 0,1 1,0-1,-1 0,1 0,-1 1,1-1,-1 1,0-1,0 0,0 1,0-1,0 1,0 0,0-1,0 1,0 0,-1 0,1 0,-2-1,-21 29,15-1,1 0,1 1,2 0,0 1,2-1,1 1,1-1,2 1,3 24,44 350,-46-379,-1 0,0 1,-2-1,-1 0,-3 13,4-29,-1 0,1 1,-1-1,-1 0,0 0,0-1,0 1,0-1,-1 1,-1-1,1 0,-1 0,1-1,-2 1,1-1,-1-1,1 1,-1-1,-2 1,3-2,1-1,-1 0,0 0,0 0,0-1,-1 0,1 0,0 0,0-1,-1 0,1 0,0 0,0 0,-1-1,1 0,0 0,0 0,0-1,0 0,0 0,0 0,0-1,1 1,-1-1,1 0,0 0,-1-2,-11-8,1-1,1 0,0-2,1 1,1-2,-4-7,-1-1,2 0,0-1,2-1,1 0,0-5,11 30,1 1,-1-1,0 0,1 1,-1-1,1 1,0-1,-1 0,1 1,0-1,0 0,0 1,0-1,0 0,1 0,-1 1,1-1,-1 1,1-1,-1 0,1 1,0-1,-1 1,1-1,0 1,0 0,0-1,1 1,-1 0,0 0,0 0,1 0,-1 0,0 0,1 0,-1 0,1 0,-1 1,1-1,0 1,-1-1,1 1,1-1,173-30,-106 22</inkml:trace>
  <inkml:trace contextRef="#ctx0" brushRef="#br0" timeOffset="-1466.906">24922 1043,'-4'12,"1"-1,0 1,1 0,0 1,1-1,0 0,1 0,0 1,1 1,0-9,-1 0,1 0,1 0,-1 0,1 0,-1-1,1 1,1 0,-1-1,1 1,-1-1,1 0,1 0,-1 0,1 0,-1-1,1 1,0-1,0 0,0 0,1 0,3 1,-5-2,0-1,1 0,-1 0,0 0,1-1,-1 1,0-1,1 0,-1 0,0 0,1 0,-1 0,1-1,-1 1,0-1,0 0,1 0,-1 0,0-1,0 1,0-1,0 0,0 0,-1 0,1 0,0 0,-1 0,0-1,1 1,-1-1,0 0,2-2,0 0,-1 0,0-1,0 1,0-1,0 0,-1 0,0 0,0 0,-1 0,1 0,-1-1,-1 1,1 0,-1-1,-1-2,0 2,0 0,-1 1,0-1,0 1,-1 0,0-1,0 1,-1 0,1 1,-1-1,0 1,-1-1,1 1,-1 1,0-1,-1 1,-1-2,3 3,1 1,0-1,-1 1,0 0,1 1,-1-1,0 1,0-1,0 1,0 0,0 0,-1 1,1-1,0 1,0 0,0 0,0 1,-1-1,1 1,0 0,0 0,0 0,0 0,0 1,1 0,-1 0,0 0,-2 2,-1 2,0 0,1 0,0 1,0 0,0 1,1-1,0 1,0 0,1 0,0 1,1-1,-9 24</inkml:trace>
  <inkml:trace contextRef="#ctx0" brushRef="#br0" timeOffset="-1206.6">25202 455,'16'2,"17"1,13 0,14-3,7-1,-1-1,-6 0,-15 1</inkml:trace>
  <inkml:trace contextRef="#ctx0" brushRef="#br0" timeOffset="-927.525">25283 669,'18'14,"20"4,17-1,15-3,9-7,-9-3</inkml:trace>
  <inkml:trace contextRef="#ctx0" brushRef="#br0" timeOffset="22657.049">29694 1832,'20'11,"17"11,12 11,12 11,7 9,4 5,-2 4,-4 0,-8-3,-12-7,-13-8,-13-10,-12-9,-8-10</inkml:trace>
  <inkml:trace contextRef="#ctx0" brushRef="#br0" timeOffset="22903.637">30215 1725,'-15'7,"-13"13,-8 15,-5 18,-2 13,-1 11,3 6,4 3,5-2,9-8,8-18</inkml:trace>
  <inkml:trace contextRef="#ctx0" brushRef="#br0" timeOffset="23166.971">30389 2367,'2'7,"-1"0,1 0,1-1,-1 1,1 0,0-1,1 1,-1-1,1 0,1 0,-1-1,1 1,0-1,0 0,1 0,-1-1,1 0,0 0,0 0,0-1,1 1,-1-1,1-1,0 1,0-1,0-1,0 1,0-1,0 0,0-1,1 0,-1 0,0 0,0-1,0 0,0-1,0 1,3-2,-3 1,-1-1,0 1,0-1,-1 0,1 0,0 0,-1-1,0 0,0 0,0-1,-1 1,1-1,-1 0,0 0,0 0,-1-1,0 0,0 1,0-1,0 0,-1 0,0 0,0-1,-1 1,0 0,0-1,0 1,-1-1,0 1,0-1,-1 1,0-1,0 1,0-1,0 0,-1 0,1-1,-1 1,0 0,-1 0,0 0,0 0,-1 1,1-1,-2 1,1 0,0 0,-1 0,0 1,-1-1,1 1,-1 1,0-1,0 1,0 0,-1 0,0 1,1 0,-1 0,0 0,-1 1,1 0,0 1,-1-1,1 1,0 1,-1-1,1 2,-1-1,-4 1,3 2,0 0,0 0,0 1,1 0,0 1,0 0,0 0,1 0,-1 1,1 0,0 1,1 0,0 0,0 0,0 0,1 1,0 0,1 0,0 1,0 0,-13 31</inkml:trace>
  <inkml:trace contextRef="#ctx0" brushRef="#br0" timeOffset="23450.22">30897 1498,'23'22,"16"25,9 21,5 22,-2 19,-7 11,-12 8,-17 3,-23-1,-26-4,-30-6,-4-22</inkml:trace>
  <inkml:trace contextRef="#ctx0" brushRef="#br0" timeOffset="24058.592">29681 2380,'2'20,"3"21,1 19,0 16,-11 12,-21 10,-5-12</inkml:trace>
  <inkml:trace contextRef="#ctx0" brushRef="#br0" timeOffset="19451.56">26018 1779,'0'4,"2"9,8 11,6 10,8 9,9 9,5 6,3 2,2 3,-2 0,-4-4,-8-6,-6-7,-8-8,-5-12</inkml:trace>
  <inkml:trace contextRef="#ctx0" brushRef="#br0" timeOffset="19739.565">26326 1886,'-14'-3,"-9"7,-7 11,-3 15,-1 16,-1 13,-4 13,-2 8,1 4,6-4,5-7,9-18</inkml:trace>
  <inkml:trace contextRef="#ctx0" brushRef="#br0" timeOffset="19990.916">26513 2006,'-7'18,"-7"15,-3 12,-1 8,-2 6,0 0,-1-1,1-8,4-6,4-12</inkml:trace>
  <inkml:trace contextRef="#ctx0" brushRef="#br0" timeOffset="20287.113">26432 2019,'17'30,"70"79,5-5,28 20,-108-112,-1-1,54 40,-64-51,1 0,0-1,-1 1,1-1,-1 1,1-1,-1 1,1-1,-1 0,0 0,1 0,-1 0,0 0,0 0,1 0,-1 0,0 0,0-1,0 1,0 0,-1-1,1 1,0-1,-1 1,1 0,-1-1,1 0,-1 1,1-1,-1 1,0-1,0 0,0 1,0-1,0 1,-1-2,7-49,-3 1,-2-1,-6-50,3 52,-7-222,20 211,2 54,0 9</inkml:trace>
  <inkml:trace contextRef="#ctx0" brushRef="#br0" timeOffset="20626.715">27088 2139,'-17'33,"7"-17,0 1,0 0,2 1,0 0,1 0,1 1,1 0,1 0,0 0,1 0,1 1,1-1,1 1,1-1,0 1,0-15,1-1,-1 1,1-1,0 0,0 0,0 1,1-1,-1 0,1-1,0 1,0 0,1-1,-1 0,0 0,1 0,0 0,0 0,0-1,0 0,0 0,1 0,-1 0,0 0,1-1,0 0,-1 0,1 0,-1-1,1 0,0 1,0-2,-1 1,1 0,0-1,-1 0,1 0,2-1,3-2,1 0,-1-1,0 0,-1-1,1 0,-1-1,0 1,-1-2,1 1,-1-1,-1 0,0-1,0 0,0 0,-1-1,-1 1,0-1,0 0,0-2,2-7,0-1,-1 1,-1-1,-1-1,0 1,-2-1,-1 1,0-1,-1 1,-2-1,1 8,-1 0,0 0,-1 0,-1 0,0 0,-1 1,0 0,-1 0,-4-7,7 15,1 0,-1 0,0 0,0 1,0-1,0 1,-1-1,1 1,-1 0,0 0,0 1,0-1,0 1,-1 0,1 0,0 0,-1 1,0-1,1 1,-1 0,0 1,1-1,-1 1,0 0,0 0,0 0,-2 1,0 1,1 0,-1 1,1 0,0 0,0 0,1 1,-1 0,1 0,-1 0,1 1,1 0,-1 0,1 0,0 0,0 1,0 0,1-1,-1 1,2 1,-1-1,1 0,0 1,0-1,0 1,1 0,0-1,1 1,-1 0,1 0,1-1,0 4,4 30</inkml:trace>
  <inkml:trace contextRef="#ctx0" brushRef="#br0" timeOffset="21172.383">27528 2059,'-7'10,"0"-1,1 1,0 0,1 0,0 0,0 1,1 0,0 0,1 0,0 1,1-5,-8 32,1 1,1 0,3 0,1 1,2 18,9-15,-5-44,-1 0,0 0,1-1,-1 1,0 0,1 0,-1-1,0 1,0 0,1-1,-1 0,0 1,0-1,0 0,0 1,0-1,0 0,0 0,0 0,0 0,0 0,0 0,0 0,-1 0,1 0,0-1,-1 1,1 0,-1 0,1-1,-1 1,0 0,0-1,1 1,-1 0,0-1,13-39,-1-2,-2 0,-1 0,-3 0,0-23,-4 40,4-32,0-8,3 1,16-61,-25 125,0-1,0 0,0 0,1 0,-1 1,0-1,1 0,-1 1,1-1,-1 0,1 1,0-1,0 1,0-1,0 1,0-1,0 1,0-1,0 1,1 0,-1 0,0 0,1 0,-1 0,1 0,-1 0,1 0,0 1,-1-1,1 0,0 1,-1-1,1 1,0 0,0 0,-1 0,1 0,0 0,0 0,-1 0,1 0,0 1,0-1,-1 1,1-1,0 1,0 0,15 9,-1 0,0 2,-1 0,0 1,-1 0,0 1,11 16,-21-27,0 1,0 0,-1-1,0 2,1-1,-2 0,1 1,0-1,-1 1,0 0,0 0,0 0,-1 0,1 0,-1 0,0 0,-1 0,0 1,1-1,-2 0,1 1,0-1,-1 0,0 0,0 0,-1 0,0 0,0 1,-4 3,-1-1,0 0,-1 0,1 0,-2-1,1-1,-1 1,0-1,-9 4,9-5,0 0,1 0,0 1,0 0,1 1,-1-1,1 2,1-1,-1 1,1-1,-3 8,7-12,1-1,0 1,0 0,0-1,1 1,-1 0,1 0,-1 0,1 0,0 0,0 0,0-1,0 1,1 0,-1 0,1 0,0 0,0-1,0 1,0 0,0-1,0 1,1 0,-1-1,1 0,0 1,0-1,2 2,71 45,-24-31,2-2,0-3,1-2,0-2,0-3,17-1,5 0</inkml:trace>
  <inkml:trace contextRef="#ctx0" brushRef="#br0" timeOffset="21490.083">28638 1564,'-16'-4,"-7"0,-7 8,-3 13,-2 16,-5 19,0 19,3 16,4 10,9 6,11-2,13-7,17-9,16-13,12-12,10-14,2-12,-9-12</inkml:trace>
  <inkml:trace contextRef="#ctx0" brushRef="#br0" timeOffset="21740.413">28691 1886,'5'22,"8"18,9 10,9 6,9 2,7-1,0-4,-2-9,-3-7,-7-10,-10-9</inkml:trace>
  <inkml:trace contextRef="#ctx0" brushRef="#br0" timeOffset="21994.736">28946 1926,'-11'14,"-9"15,-5 15,-6 13,-1 8,0 5,0 2,4-1,5-5,5-13</inkml:trace>
  <inkml:trace contextRef="#ctx0" brushRef="#br0" timeOffset="22239.08">29187 2340,'4'-20,"2"-12,2-2,-1 2,0 11,-3 18,-1 19,-2 16,0 11,-1 8,-1 4,3-1,3-2,1-6,-1-8,-1-10</inkml:trace>
  <inkml:trace contextRef="#ctx0" brushRef="#br0" timeOffset="34606.616">28893 4118,'6'14,"8"11,3 12,-2 13,-2 7,-9 7,-14 5,-18 3,-6-11</inkml:trace>
  <inkml:trace contextRef="#ctx0" brushRef="#br0" timeOffset="33588.068">28050 3436,'-21'11,"-15"14,-9 15,-3 15,1 16,8 12,9 10,10 6,14 1,15-5,17-7,12-7,12-11,5-15,-5-16</inkml:trace>
  <inkml:trace contextRef="#ctx0" brushRef="#br0" timeOffset="34066.426">28251 3918,'-116'346,"113"-338,3-15,5-15,89-298,-28 136,-66 183,1 0,-1 0,0 0,0 1,0-1,0 0,1 0,-1 1,0-1,0 0,1 0,-1 1,1-1,-1 0,1 1,-1-1,1 1,-1-1,1 0,0 1,-1 0,1-1,0 1,-1-1,1 1,0 0,-1-1,1 1,0 0,0 0,0-1,-1 1,1 0,0 0,0 0,0 0,-1 0,1 0,0 0,0 1,0-1,-1 0,1 0,0 0,0 1,-1-1,1 1,0-1,-1 0,1 1,0-1,-1 1,1-1,-1 1,1 0,-1-1,1 1,-1 0,1-1,-1 1,0 0,1-1,-1 1,0 0,1 0,-1 0,43 138,-35-106,13 73,-15-66,2-1,1 0,3-1,0 0,11 18,-13-39,-2-6</inkml:trace>
  <inkml:trace contextRef="#ctx0" brushRef="#br0" timeOffset="34347.246">28157 4064,'9'3,"17"0,17-1,15 1,12-4,7-3,0-4,-14 1</inkml:trace>
  <inkml:trace contextRef="#ctx0" brushRef="#br0" timeOffset="39430.217">29346 3744,'5'14,"6"11,7 10,9 11,8 9,4 4,4 3,0 1,-2-2,-6-4,-6-7,-9-11,-7-11</inkml:trace>
  <inkml:trace contextRef="#ctx0" brushRef="#br0" timeOffset="39692.66">29627 3824,'-16'18,"-7"15,-3 14,0 7,-2 7,3 3,1 1,-1-2,5-12</inkml:trace>
  <inkml:trace contextRef="#ctx0" brushRef="#br0" timeOffset="39970.917">29761 4105,'23'-7,"0"2,0 0,1 2,0 0,0 2,0 1,0 0,8 3,-29-3,0 0,0 0,1 0,-1 1,0-1,0 1,1 0,-1 0,0 0,0 0,0 1,0-1,-1 1,1 0,0-1,-1 1,1 1,-1-1,1 0,-1 1,0-1,0 1,0-1,-1 1,1 0,0 0,-1 0,0 0,0 0,0 0,0 0,0 1,-1-1,1 0,-1 0,0 1,0 0,-3 7,-1-1,0 0,0 0,-1-1,-1 1,1-1,-2 0,1-1,-1 1,0-1,-7 5,-11 17,-27 49,51-77,-1 1,1 0,0 0,0 0,0-1,1 1,-1 0,1 0,-1 0,1 0,0 0,0 0,0 0,1 0,-1 0,1 0,-1 0,1 0,0 0,0-1,1 1,-1 0,0-1,1 1,0-1,-1 1,1-1,0 0,2 2,9 4,0-1,1-1,-1-1,1 0,0 0,1-1,-1-1,1-1,-1 0,1 0,0-2,-1 0,13-2,39-2,-8-5</inkml:trace>
  <inkml:trace contextRef="#ctx0" brushRef="#br0" timeOffset="40224.284">30483 3691,'7'18,"9"17,8 17,10 10,6 9,-2 8,-6 7,-9 4,-18 3,-27 1,-27-1,-28-3,0-17</inkml:trace>
  <inkml:trace contextRef="#ctx0" brushRef="#br0" timeOffset="26083.016">24320 3650,'12'33,"2"0,2-1,0 0,21 26,-29-47,0 0,1 0,0-1,0-1,1 1,1-2,-1 1,1-1,1-1,0 0,0-1,0 0,1-1,3 1,-7-4,-1 0,1-1,-1-1,1 1,-1-1,1-1,-1 1,1-2,-1 1,1-1,-1 0,0-1,0 0,0 0,0-1,-1 0,1 0,-1-1,0 0,0 0,-1 0,0-1,1 0,-2 0,1-1,-1 0,0 0,-1 0,1 0,-1-1,-1 0,0 0,0 0,2-8,0-1,0 1,-2-1,0-1,0 1,-2 0,0-1,-1 1,-1 0,-2-13,-6 17,0 34,-2 48,3 0,1 42,5-79,-22 637,23-639,1 8,-1 0,-2 0,-2-1,-5 15,10-48,0-1,-1 1,1 0,-1-1,0 1,0 0,0-1,-1 1,1-1,-1 0,0 1,0-1,0 0,0 0,-1 0,1-1,-1 1,1 0,-1-1,0 0,0 1,0-1,0-1,-1 1,1 0,-1-1,1 1,-1-1,1 0,-1 0,1-1,-1 1,0-1,0 0,1 0,-1 0,0 0,1 0,-2-1,-7-6,0-1,1 0,0 0,1-1,-1-1,2 0,-1 0,1-1,1 0,0 0,1-1,0 0,-4-11,9 20,-14-23,1-1,2-1,0 0,2 0,-1-11,11 37,0 0,1 1,-1-1,1 0,0 0,0 0,-1 0,1 0,0 0,1 0,-1 1,0-1,0 0,1 0,-1 0,1 0,0 1,-1-1,1 0,0 0,0 1,0-1,0 1,1-1,-1 1,0-1,0 1,1 0,-1-1,1 1,-1 0,1 0,0 0,0 0,-1 1,1-1,1 0,18-5,0 2,0 0,1 1,0 1,18 1,6-1,266-16,-309 17,0 1,0-1,0 1,0 0,0 0,0 0,0 0,0 0,0 1,0 0,0-1,0 1,0 0,0 0,-1 1,1-1,0 1,-1-1,1 1,-1 0,1 0,-1 0,0 0,0 0,0 0,0 1,0-1,0 1,-1-1,1 1,-1 0,0 0,0 0,-1 9,-1-1,0 0,-1 0,0 0,-1 0,0-1,0 1,-2-1,1 0,-2 2,-2 8,-21 45,-3-1,-39 57,63-110,2 1,-1-1,1 1,1 0,0 1,1-1,-1 5,5-13,-1-1,0 1,1 0,0-1,0 1,0 0,1 0,-1-1,1 1,0 0,0-1,0 1,0-1,0 1,1-1,0 0,0 1,0-1,0 0,0 0,1 0,-1-1,1 1,0-1,0 1,0-1,2 2,11 3,0 0,0-1,1 0,-1-2,1 0,0 0,1-2,-1 0,0-1,1-1,-1-1,0 0,17-4,69-16,-63 7</inkml:trace>
  <inkml:trace contextRef="#ctx0" brushRef="#br0" timeOffset="26380.23">25149 4025,'18'-2,"17"-2,17 1,11 1,5 0,-1 1,-8 0,-13 4,-16 0</inkml:trace>
  <inkml:trace contextRef="#ctx0" brushRef="#br0" timeOffset="26639.927">25283 4238,'13'14,"19"6,17 1,16-4,11-5,2-6,-13-5</inkml:trace>
  <inkml:trace contextRef="#ctx0" brushRef="#br0" timeOffset="32014.038">26032 3798,'-3'-3,"5"5,3 8,8 9,9 13,7 10,8 9,4 5,5 5,1 0,-3 0,-4-2,-10-6,-9-13</inkml:trace>
  <inkml:trace contextRef="#ctx0" brushRef="#br0" timeOffset="32268.875">26312 3783,'-16'10,"-12"11,-8 12,-5 11,-2 8,-1 5,3 6,4 3,5-1,7-4,7-9,7-12</inkml:trace>
  <inkml:trace contextRef="#ctx0" brushRef="#br0" timeOffset="32687.208">26406 4064,'69'169,"-68"-165,-1-1,1 0,0 1,0-1,1 0,-1 1,0-1,1 0,0 0,0 0,0 0,0-1,0 1,0 0,1-1,0 0,-1 1,1-1,0 0,0-1,0 1,0 0,0-1,0 1,1-1,-1 0,0 0,1-1,-1 1,1-1,-1 1,1-1,-1 0,1 0,-1-1,1 1,-1-1,0 0,3 0,3-5,1-1,-1 0,0 0,0-1,-1 0,0 0,-1-1,0 0,0 0,-1-1,0 1,0-2,-1 1,-1-1,0 1,0-1,-1 0,0 0,-1-1,0 1,-1-1,-1 1,1-1,-2 1,0-1,-2-10,2 15,-1 0,0 1,0-1,-1 1,0-1,0 1,-1 0,0 0,1 1,-2-1,1 1,-1 0,0 0,0 0,0 1,-1-1,0 1,1 1,-1-1,-1 1,1 0,0 0,-1 1,1 0,-1 0,0 1,0-1,0 1,0 1,0 0,0 0,0 0,1 0,-1 1,0 1,0-1,0 1,1 0,-1 0,1 1,-1 0,1 0,0 1,0-1,-2 3,4-3,0 1,0 0,0 0,1 0,-1 0,1 1,0 0,0-1,0 1,1 0,0 0,0 0,0 1,1-1,-1 0,1 1,0-1,1 1,0-1,-1 1,2-1,-1 1,1 0,0-1,0 0,0 1,1-1,-1 0,1 0,1 1,-1-2,1 1,0 0,0 0,27 22,1-8</inkml:trace>
  <inkml:trace contextRef="#ctx0" brushRef="#br0" timeOffset="33246.953">26873 3931,'-10'85,"1"232,-1-264,6-53,-3-98,7 33,3 1,3-1,2 1,4 1,4-11,-15 68,0-1,0 1,1 0,0 0,0-1,0 1,1 1,0-1,0 0,0 1,1-1,0 1,0 0,0 0,1 1,-1-1,1 1,0 0,1 0,-1 1,0-1,1 1,0 1,0-1,0 1,0 0,0 0,0 0,4 1,5 2,1 1,-1 1,0 1,0 0,0 0,0 2,-1 0,0 1,0 0,-1 1,1 0,-2 1,1 1,-2 0,1 1,9 10,-19-19,0-1,0 1,1 0,-1-1,0 1,-1 0,1 0,0 0,-1 0,1 1,-1-1,1 0,-1 1,0-1,0 1,0-1,0 1,-1 0,1-1,-1 1,1 0,-1-1,0 1,0 0,0-1,-1 1,1 0,-1-1,1 1,-1 0,0-1,0 1,0-1,0 1,0-1,-1 0,1 1,-1-1,-1 2,-8 1,-1-1,1 0,-1 0,0-1,0 0,0-1,0-1,0 0,-1 0,1-2,0 1,-5-2,-3 1,-64 4,83-2,-1 0,1 1,0-1,0 0,1 0,-1 1,0-1,0 1,1-1,-1 1,1-1,-1 1,1-1,0 1,-1-1,1 1,0 0,0-1,0 1,0 0,0-1,1 1,-1-1,0 1,1-1,-1 1,1-1,0 1,-1-1,1 1,0-1,0 0,0 1,0-1,0 0,1 1,10 17,2-1,0 0,1-1,1-1,0 0,2-1,-1-1,2-1,0 0,0-2,3 1,102 42,-67-37</inkml:trace>
  <inkml:trace contextRef="#ctx0" brushRef="#br0" timeOffset="41378.761">25938 5241,'-3'42,"-2"-1,-2 1,-1-1,-12 33,11-42,-59 207,87-285,6-54,-4-2,6-91,-3 20,-15 138,-9 34,1 1,-1-1,0 1,1-1,-1 1,0-1,1 1,-1-1,1 1,-1 0,1-1,-1 1,1-1,-1 1,1 0,-1 0,1-1,-1 1,1 0,-1 0,1 0,0 0,-1 0,1 0,-1-1,1 1,-1 1,1-1,0 0,-1 0,1 0,-1 0,1 0,0 0,-1 1,1-1,-1 0,1 0,-1 1,1-1,-1 0,1 1,-1-1,0 1,1-1,-1 1,1-1,-1 1,0-1,1 1,-1-1,0 1,0 0,19 22,-1 2,-1 0,-1 1,-1 1,-2 1,-1-1,0 5,12 34,-4 0,-3 2,-2 0,-4 1,-2 0,-4 0,-2 3,-3-50,0-10</inkml:trace>
  <inkml:trace contextRef="#ctx0" brushRef="#br0" timeOffset="41659.159">25910 5482,'14'2,"16"1,14 0,13-3,11-3,7-2,0-3,-13 2</inkml:trace>
  <inkml:trace contextRef="#ctx0" brushRef="#br0" timeOffset="41945.42">26700 5429,'16'0,"14"0,11 0,8 0,5 0,-3 0,-7 2,-12 5,-10 2</inkml:trace>
  <inkml:trace contextRef="#ctx0" brushRef="#br0" timeOffset="41946.42">26687 5709,'20'11,"19"4,13 0,10-6,5-6,0-6,-5-2,-15-1</inkml:trace>
  <inkml:trace contextRef="#ctx0" brushRef="#br0" timeOffset="49018.172">24387 6578,'298'297,"-287"-286,-6-5,1 0,0 0,1-1,-1 0,1 0,0 0,0-1,0 0,5 2,-9-6,0 0,-1-1,1 1,0-1,0 0,-1 0,1 0,0 0,-1 0,1 0,-1-1,1 1,-1-1,0 0,0 1,0-1,0 0,0 0,0-1,0 1,-1 0,1-1,-1 1,1-1,-1 1,0-1,0 1,0-1,-1 0,1 0,-1 0,1 1,-1-1,0 0,0-1,13-51,-3 0,-3-1,-1-2,-4 5,-10 72,2 38,3 0,2 0,3 0,2-1,3 1,2-1,4 4,20 181,-37-120,4-117,-1 0,0 0,0 0,0 0,0-1,0 1,-1 0,0-1,0 1,0-1,0 0,-1 1,1-1,-1 0,1-1,-1 1,0 0,0-1,-1 1,1-1,0 0,-1 0,0-1,1 1,-1-1,0 1,0-1,-1 0,0-1,1 1,-1-1,1-1,-1 1,1-1,0 1,-1-1,1 0,0-1,-1 1,1-1,0 0,0 0,0 0,1-1,-1 1,0-1,1 0,0 0,0 0,0 0,0-1,0 1,-4-7,0 1,1-1,0 0,0 0,1 0,1-1,0 0,-1-5,3 11,1 0,0 0,0 0,0 0,0 0,1-1,0 1,0 0,0 0,1-1,0 1,0 0,0 0,1 0,-1 0,1 0,0 0,1 1,-1-1,1 1,0-1,0 1,0 0,1 0,0 0,-1 1,1-1,0 1,4-2,15-7,1 1,1 2,-1 0,1 2,1 0,-1 2,1 1,0 1,0 1,25 2,-37-2,1 2,-1-1,1 2,-1 0,1 0,-1 2,0-1,0 2,0 0,0 1,-1 0,6 3,-17-6,0-1,0 1,-1-1,1 1,0 0,-1-1,1 1,-1 0,1 0,-1 0,0 0,0 0,0 0,0 1,0-1,0 0,-1 1,1-1,-1 0,0 1,0-1,1 0,-1 1,-1-1,1 1,0-1,-1 0,1 1,-1-1,0 0,1 0,-1 1,0-1,0 0,-1 0,-51 69,-11-15,65-56,-1 0,0-1,0 1,1-1,-1 1,0 0,1 0,-1-1,0 1,1 0,-1-1,0 1,1 0,-1 0,1 0,-1 0,1-1,-1 1,0 0,1 0,-1 0,1 0,-1 0,1 0,-1 0,0 0,1 0,-1 0,1 0,-1 0,1 1,-1-1,0 0,1 0,-1 0,1 1,-1-1,0 0,1 0,-1 1,0-1,1 0,-1 1,0-1,1 0,-1 1,0-1,0 0,0 1,1-1,-1 1,0-1,0 0,0 1,0-1,0 1,0-1,0 1,0-1,0 0,0 1,0-1,0 1,0-1,0 1,0-1,0 0,0 1,3-1,16-2,5-1,-1 0,1 2,0 1,0 1,2 2,-21-3,0 1,1 0,-1 0,0 1,0-1,-1 1,1 0,0 0,0 1,-1-1,0 1,1 0,-1 0,0 1,-1-1,1 1,0 0,-1 0,0 0,0 0,0 1,-1-1,1 1,-1-1,0 1,0 0,-1 1,0-1,-1 0,1 0,-1 0,0 1,0-1,0 0,-1 0,0 0,0 1,-1-1,1 0,-1 0,0-1,0 1,0 0,-1-1,0 1,0-1,0 0,0 0,-1 0,-2 2,0 0,0 0,-1 0,1-1,-1 0,0 0,-1-1,1 0,-1 0,0-1,0 0,0 0,0-1,0 0,-3 0,9-2,1 1,-1-1,0 0,0 0,1 0,-1 0,1-1,-1 1,0 0,1-1,-1 1,0-1,1 0,-1 1,1-1,0 0,-1 0,1 0,-1 0,1 0,0 0,-1-2,-8-11</inkml:trace>
  <inkml:trace contextRef="#ctx0" brushRef="#br0" timeOffset="49270.512">25657 7019,'16'0,"14"0,14 0,8 0,2 0,-3 2,-9 4,-11 0</inkml:trace>
  <inkml:trace contextRef="#ctx0" brushRef="#br0" timeOffset="49443.05">25670 7313,'18'7,"18"2,13-2,11-8,6-5,1-5,-11 1</inkml:trace>
  <inkml:trace contextRef="#ctx0" brushRef="#br0" timeOffset="46512.422">28598 5588,'16'0,"14"0,12 0,7 0,4 0,1 0,-5 0,-6 0,-11 0</inkml:trace>
  <inkml:trace contextRef="#ctx0" brushRef="#br0" timeOffset="46774.037">28772 5401,'-4'19,"-3"16,2 15,0 9,4 7,2 1,0-2,1-6,0-7,-1-13</inkml:trace>
  <inkml:trace contextRef="#ctx0" brushRef="#br0" timeOffset="47065.583">29079 5375,'16'11,"12"11,10 11,9 11,2 7,-1 3,0 3,-5-2,-5-6,-7-7,-8-8,-6-9,-6-10</inkml:trace>
  <inkml:trace contextRef="#ctx0" brushRef="#br0" timeOffset="47321.983">29481 5308,'-21'7,"-13"9,-10 8,-5 10,2 10,4 7,8 6,6 2,10 1,6-4,7-6,4-12</inkml:trace>
  <inkml:trace contextRef="#ctx0" brushRef="#br0" timeOffset="47568.526">29640 5910,'26'16,"0"-2,1 0,1-2,25 8,-44-17,1 0,0 0,0-1,-1-1,2 0,-1 0,0-1,0 0,0 0,0-1,0-1,0 0,0 0,0-1,-1 0,3-2,-7 2,1 0,-1-1,0 0,0 0,0 0,-1 0,1-1,-1 0,0 0,-1 0,1 0,-1-1,0 0,0 1,-1-1,1 0,-1 0,-1 0,1-1,-1 1,0 0,0-1,-1 1,0 0,0-1,-1 1,0-2,0-3,0 1,-1-1,0 1,-1 0,0 0,-1 0,0 0,0 0,-1 1,0 0,-1 0,0 0,-1 1,1 0,-1 0,-3-1,6 5,0 1,-1 0,0 0,1 0,-1 1,0 0,0 0,0 0,0 0,-1 1,1 0,0 0,-1 1,1-1,0 1,-1 0,1 0,-1 1,1 0,0 0,-1 0,1 0,0 1,0 0,0 0,0 0,0 1,1 0,-2 1,-75 66,45-31</inkml:trace>
  <inkml:trace contextRef="#ctx0" brushRef="#br0" timeOffset="45768.398">27756 5281,'0'16,"2"12,3 10,6 8,5 6,6 2,7 1,5-1,6-4,3-5,-1-6,-4-8,-5-6,-9-10,-9-7</inkml:trace>
  <inkml:trace contextRef="#ctx0" brushRef="#br0" timeOffset="46020.723">28090 5442,'-14'-5,"-8"8,-9 12,-2 16,-3 13,0 13,2 8,4 5,5-1,5-3,6-13</inkml:trace>
  <inkml:trace contextRef="#ctx0" brushRef="#br0" timeOffset="46279.361">28264 5897,'53'-218,"-50"205,-3 44,-1-19,0 35,2 1,1-1,3 1,2-1,13 46,-12-67</inkml:trace>
  <inkml:trace contextRef="#ctx0" brushRef="#br0" timeOffset="51826.955">26659 6939,'3'21,"4"15,11 9,12 5,11 4,8 2,3 0,-1-3,-4-3,-8-5,-11-7,-15-9,-9-10</inkml:trace>
  <inkml:trace contextRef="#ctx0" brushRef="#br0" timeOffset="52106.638">26967 7006,'-11'16,"-9"12,-3 10,1 8,-2 5,0 4,1-2,3-3,1-2,6-8,3-10</inkml:trace>
  <inkml:trace contextRef="#ctx0" brushRef="#br0" timeOffset="52369.936">27088 7273,'20'-8,"0"1,1 1,0 1,0 0,1 2,-1 1,1 0,11 2,-30-1,1 0,-1 0,0 1,1-1,-1 1,0 0,1 0,-1 1,1-1,-1 0,0 1,1 0,-1 0,0 0,0 0,0 1,0-1,0 1,0 0,0 0,0 0,-1 0,1 0,-1 0,1 1,-1 0,0-1,0 1,0 0,0 0,-1 0,1 0,0 2,-3 5,-1 0,0-1,-1 1,0-1,0 0,-1 0,0 0,-1 0,0 0,0-1,-1 0,0 0,0-1,-1 0,-7 7,10-9,-37 38,28-31,0 1,1 0,0 1,1 1,1-1,0 2,1-1,-2 8,10-22,1 1,-1 0,0-1,1 1,0 0,-1 0,1 0,0-1,0 1,0 0,0 0,0-1,0 1,1 0,-1 0,1 0,-1-1,1 1,0 0,-1-1,1 1,0-1,0 1,0-1,0 1,0-1,1 0,-1 1,0-1,1 0,-1 0,0 0,1 0,0 0,-1 0,1 0,-1-1,1 1,0-1,0 1,0-1,77 10,102-23,-122 7</inkml:trace>
  <inkml:trace contextRef="#ctx0" brushRef="#br0" timeOffset="58955.918">27903 6979,'0'-11,"0"11,0 10,-5 47,-2-1,-2 0,-4-1,-1 0,-18 42,-10 14,42-112,0 1,0 0,0 0,0-1,0 1,0 0,0-1,0 1,0 0,0 0,0-1,0 1,0 0,0-1,0 1,0 0,0 0,-1-1,1 1,0 0,0 0,0-1,0 1,-1 0,1 0,0 0,0-1,0 1,-1 0,1 0,0 0,0 0,-1 0,1-1,0 1,-1 0,1 0,0 0,0 0,-1 0,1 0,0 0,-1 0,1 0,0 0,0 0,-1 0,1 0,0 0,-1 0,1 0,49-208,82-276,-113 438,-18 46,1 0,0 0,-1 0,1-1,-1 1,1 0,-1 0,1 0,-1 0,1 0,0 0,-1 0,1 0,-1 0,1 0,-1 1,1-1,-1 0,1 0,-1 1,1-1,-1 0,1 0,-1 1,1-1,-1 0,1 1,-1-1,0 1,1-1,-1 1,0-1,1 0,-1 1,0-1,0 1,1 0,-1-1,0 1,0-1,0 1,0-1,0 1,0-1,0 1,0 0,65 188,-51-147,19 49,-4 1,-5 1,-3 1,3 56,-24-102,-3-35</inkml:trace>
  <inkml:trace contextRef="#ctx0" brushRef="#br0" timeOffset="59215.562">27729 7260,'-16'-2,"-3"-1,9 0,19 0,27 4,27 1,26 0,21 0,7 0,-5-3,-21-1</inkml:trace>
  <inkml:trace contextRef="#ctx0" brushRef="#br1" timeOffset="-210044.417">23050 12340,'2'31,"1"-1,2 1,1-1,2 0,1-1,1 0,1 0,2-1,0 0,8 8,-10-16,1-1,0-1,2 0,0-1,16 15,-24-26,0 0,0-1,1 0,-1 0,1-1,0 0,1 0,-1-1,1 0,-1 0,1 0,0-1,0 0,0-1,1 0,-1 0,6-1,-8-1,-1 0,1 0,0 0,0-1,-1 0,1 0,-1 0,1-1,-1 0,0 0,0 0,0 0,-1-1,1 0,-1 0,0 0,0-1,0 1,-1-1,1 0,-1 0,0 0,-1-1,1 1,4-11,-1-1,0 1,-1-1,0 0,-2-1,0 1,0-10,-1 15,-1 0,0 0,0 0,-1 0,-1-1,0 1,-1 0,0 0,0 0,-2 0,1 1,-2-1,1 1,-6-9,9 19,0 0,1 0,-1 0,0 0,0 0,0 0,0 0,0 0,0 0,0 0,-1 0,1 1,0-1,0 0,-1 1,1-1,0 1,0 0,-1-1,1 1,-1 0,1 0,0 0,-1 0,1 0,-1 0,1 0,0 0,-1 1,1-1,0 0,-1 1,1-1,0 1,0 0,-1-1,1 1,0 0,0 0,0-1,0 1,0 0,0 0,0 0,0 1,-33 57,24-16,3 0,1 1,2 0,2 0,2 0,2 0,1 0,3-1,2 1,8 25,-11-41,2 10,32 251,-38-276,-1 1,-1-1,0 1,-1-1,0 1,-1-1,-4 12,6-21,0-1,-1 0,1 1,-1-1,1 0,-1 0,0 0,0-1,0 1,0 0,-1-1,1 1,-1-1,0 0,1 0,-1 0,0 0,0 0,0-1,-1 1,1-1,0 0,0 0,-1 0,1 0,-1-1,1 1,-1-1,1 0,-1 0,1 0,-4-1,3 0,-1 0,0-1,1 1,-1-1,1 0,0 0,0 0,0-1,0 0,0 0,0 0,1 0,-1 0,1-1,0 1,0-1,0 0,0 0,1 0,0 0,0-1,0 1,0 0,0-4,-19-116,20 107,1 1,0-1,2 0,0 1,1-1,0 1,2-1,0 1,2-5,-4 15,0-1,1 1,-1-1,1 1,0 0,1 1,0-1,0 1,0 0,0 0,1 0,-1 1,1 0,0 0,1 1,-1-1,1 1,-1 1,1-1,0 1,0 0,6 0,5 1,1 1,0 1,-1 1,1 1,-1 0,0 1,0 1,0 1,-1 0,0 2,0 0,0 1,-1 0,-1 1,5 5,-15-13,-1 0,0 0,0 0,0 1,0 0,-1 0,1 0,-1 0,1 1,-1-1,0 1,-1 0,1 0,-1 0,1 0,-1 0,0 1,-1-1,1 1,-1-1,0 1,0 0,0-1,-1 1,1 0,-1-1,0 1,-1 0,1 0,-6 4,1 1,-1-1,-1 0,0 0,0-1,0 0,-1 0,-1-1,1 0,-2 0,-13 12,15-11,-2-1,1 1,1 0,0 0,0 1,0 0,1 0,0 1,1 0,0 0,1 0,-1 3,5-10,0-1,1 1,0 0,-1-1,1 1,0-1,0 1,0 0,1-1,-1 1,1-1,0 1,-1 0,1-1,0 0,0 1,1-1,-1 0,0 1,1-1,-1 0,1 0,0 0,0 0,0 0,0-1,0 1,0-1,2 2,75 30,-26-23,0-2,0-2,1-2,22-3,27-1</inkml:trace>
  <inkml:trace contextRef="#ctx0" brushRef="#br0" timeOffset="73824.428">123 3142,'9'18,"10"15,11 12,11 6,8 4,8 5,0 0,-3-1,-5-1,-10-3,-10-5,-12-6,-7-10</inkml:trace>
  <inkml:trace contextRef="#ctx0" brushRef="#br0" timeOffset="74108.327">564 3369,'-4'-20,"-5"-17,-2-5,-4 1,-2 8,-2 10,-3 15,-4 21,-3 21,-2 21,-2 22,-1 16,-2 12,1 3,2-5,6-18</inkml:trace>
  <inkml:trace contextRef="#ctx0" brushRef="#br0" timeOffset="74618.144">751 3650,'22'-13,"-10"8,0 1,0 1,1 0,-1 1,1 0,0 1,-1 0,1 1,0 1,0 0,-1 0,13 4,-22-2,1-1,0 1,-1 0,0 1,1-1,-1 0,-1 1,1 0,0 0,-1 0,0 0,0 0,0 0,-1 0,1 1,-1-1,0 1,0-1,0 1,-1-1,0 1,0-1,0 1,0 0,-1-1,1 1,-1-1,0 1,-1-1,1 0,-1 1,0-1,0 0,-3 3,-12 31,-1-1,-2 0,-2-2,-2 0,-3 2,-13 18,11 4,29-58,1 0,-1 1,1-1,0 0,-1 0,1 0,0 0,0 0,0 0,0 0,0 0,0-1,0 1,0 0,0 0,0-1,1 1,-1-1,0 1,0-1,1 0,-1 1,0-1,1 0,-1 0,0 0,0 0,1 0,-1 0,0 0,1 0,-1-1,0 1,1 0,-1-1,1 0,34-4,-1-2,1-2,-1-1,10-6,-3 2,51-16</inkml:trace>
  <inkml:trace contextRef="#ctx0" brushRef="#br0" timeOffset="78607.063">377 4199,'4'82,"4"-1,13 59,12 120,-24 140,-3-230,-7 0,-16 90,-1 120,12 349,-20-73,18-130,3-200,6-165,-14 88,-3 109,-23 123,40 583,-16-345,15 142,-24-567,20-264,-5 86,5 1,5 20,-5 163,-6 239,11-353,-1 301,41 102,-42-250,-12-189,-14 221,28-334,-7 74,-3-144,9 14</inkml:trace>
  <inkml:trace contextRef="#ctx0" brushRef="#br0" timeOffset="105691.548">190 15909,'0'-2,"3"-1,0 2,-1 9,1 9,-2 11,3 15,-1 15,0 17,-1 15,0 13,-1 12,-1 10,-2 2,-1 0,0-23</inkml:trace>
  <inkml:trace contextRef="#ctx0" brushRef="#br0" timeOffset="86949.37">2543 3770,'44'-214,"-21"15,-24 245,-15 299,12-250</inkml:trace>
  <inkml:trace contextRef="#ctx0" brushRef="#br0" timeOffset="85444.739">1714 2955,'9'23,"10"18,11 15,11 8,11 5,7 2,5 0,2-2,-3-5,-7-3,-8-6,-12-12</inkml:trace>
  <inkml:trace contextRef="#ctx0" brushRef="#br0" timeOffset="85699.381">2182 3075,'-18'23,"-11"23,-5 22,-3 18,0 15,-1 8,2 1,7-17</inkml:trace>
  <inkml:trace contextRef="#ctx0" brushRef="#br0" timeOffset="90315.288">2035 4092,'1'78,"3"1,12 53,4-14,-5 0,-4 32,-11 540,5-562,-2 168,-26 106,21-252,-18 121,5-88,9 1,8 18,0-29,6 301,-1 40,-8-316,-6-14,-13 45,15-183,-5 139,10 100,1-116,-1-128,0 128,-17 112,9-17,7-107,-14 83,16 191,-15-261,7 89,-7-74,8 128,8-191,-17 230,15 690,15-878,-15-78,0-22,2 0,10 60,1 122,13-32,-18 105,-3 116,-18-136,13-49,-13-178,12-77,0-6</inkml:trace>
  <inkml:trace contextRef="#ctx0" brushRef="#br0" timeOffset="104956.436">1968 16043,'-6'6,"1"0,-1 0,1 0,1 1,-1-1,1 1,1 0,-1 0,1 1,0-1,1 1,-1-1,2 1,-1 0,1 0,0 0,1 0,0 0,0 0,0 0,2 6,-2-9,11 368,-1-143,-11 11,-15-22,6-134</inkml:trace>
  <inkml:trace contextRef="#ctx0" brushRef="#br1" timeOffset="127060.26">18505 7354,'0'17,"0"-1,1 1,0 0,2 0,0-1,0 1,2-1,0 0,1 0,1-1,0 0,1 0,0 0,9 10,-7-11,1 0,0-1,1 0,0-1,1 0,1-1,-1 0,2-1,-1-1,2 0,-10-6,0 1,0-2,1 1,0-1,-1 0,1 0,0 0,0-1,0-1,0 1,0-1,0 0,0 0,0-1,0 0,0 0,0-1,0 0,-1 0,1-1,-1 1,1-1,-1-1,0 1,5-5,-3 0,1-1,-1 0,-1 0,1-1,-2 1,1-2,-1 1,-1-1,0 0,0 0,-1 0,-1-1,0 0,0 1,-2-1,1 0,-1 0,-1-6,-6-22,5 40,0 0,0 0,0 0,1 0,-1 0,0 0,0 0,0 1,1-1,-1 0,0 0,0 1,1-1,-1 1,0-1,0 1,1-1,-1 1,1-1,-1 1,1 0,-1-1,1 1,-1 0,1-1,-1 1,1 0,0-1,-1 1,1 0,0 0,0 0,-1-1,1 1,0 0,0 0,-9 29,1 0,1 0,1 0,2 1,1 0,2 0,0 0,3 0,0 2,60 475,-68-389,5-114,0 1,0-1,0 0,-1 0,0 0,0 0,0 0,-1 0,1 0,-1-1,0 1,-1-1,1 0,-1 0,1 0,-1 0,-1-1,1 0,0 0,-4 2,5-3,-1-1,1 0,-1 0,0-1,1 1,-1 0,0-1,0 0,1 0,-1 0,0-1,0 1,1-1,-1 0,0 0,1 0,-1 0,1-1,-1 0,1 1,0-1,0 0,0-1,0 1,-2-2,-61-73,54 57,1 1,1-1,1-1,1 0,0 0,2 0,0-1,2 0,0 0,2-1,0 1,1-8,1 25,1-1,-1 0,1 1,0-1,0 1,1-1,0 1,0-1,0 1,0 0,1 0,0 0,0 0,0 1,1-1,0 1,0 0,0 0,0 0,0 0,1 1,0 0,-1 0,1 0,0 0,1 1,-1 0,1 0,24-5,0 2,1 1,0 1,0 2,-1 1,1 1,19 5,-40-6,9 2,3-2,0 2,0 1,0 0,-1 2,1 0,14 7,-32-9,1 1,-1 0,0 0,-1 0,1 0,-1 1,1-1,-1 1,-1 0,1 0,-1 0,0 0,0 1,0-1,-1 1,1-1,-1 1,-1-1,1 1,-1 0,0-1,0 1,-1-1,0 1,0 0,0-1,-1 1,0 0,0 20,1-20,0 0,0 0,1-1,0 1,0 0,0 0,1 0,0 0,0-1,0 1,1 0,0-1,0 1,0-1,1 1,0-1,0 0,0 0,0-1,1 1,0-1,0 1,0-1,0 0,1-1,0 1,5 2,-4-3,1-1,1 1,-1-2,0 1,0-1,1 0,-1 0,1-1,-1 0,0-1,1 0,-1 0,0 0,1-1,-1 0,0 0,0-1,0 0,-1 0,1 0,-1-1,1 0,-1-1,-1 1,1-1,-1 0,1 0,-1-1,-1 0,1 0,-1 0,0 0,-1-1,1 1,-1-1,0 0,0-4,-1 2,-1-1,0 1,0-1,-1 1,0-1,-1 0,0 1,0-1,-1 1,-1 0,1-1,-1 1,-1 0,0 1,0-1,-1 1,0-1,0 2,-1-1,0 0,0 1,-1 0,0 1,0-1,-1 1,0 0,2 1,-1 0,0 0,0 1,-1 0,1 0,-1 1,0 0,0 0,0 1,0 0,0 0,-1 1,1 0,0 0,-1 1,1 0,-1 1,1-1,0 2,-1-1,1 1,0 1,0-1,0 1,1 1,-1-1,1 1,-1 1,-4 3,4 0,0 0,0 1,1-1,1 1,-1 1,1-1,1 1,0 0,0 1,1-1,1 1,-1 0,2-1,-1 2,2-1,-1 0,2 0,-1 0,2 1,0 38</inkml:trace>
  <inkml:trace contextRef="#ctx0" brushRef="#br0" timeOffset="94522.911">3412 3142,'-26'-96,"23"78,7 15,36 54,131 168,185 183,-328-373</inkml:trace>
  <inkml:trace contextRef="#ctx0" brushRef="#br0" timeOffset="94773.242">3760 2982,'-16'27,"-10"30,-7 27,-5 21,-3 14,-1 8,2-1,5-10,9-23</inkml:trace>
  <inkml:trace contextRef="#ctx0" brushRef="#br0" timeOffset="96221.81">4335 3650,'-8'8,"0"1,1-1,1 1,0 0,0 1,0 0,1 0,1 0,0 0,0 1,1 0,-1 4,3-9,0 0,0 0,1 0,0 1,0-1,0 0,1 0,0 0,0 0,0 0,1 0,0 0,0-1,1 1,-1 0,1-1,0 0,1 0,-1 0,1 0,0 0,0-1,1 1,1 0,0 0,1-1,-1 0,1 0,0 0,0-1,0 0,0 0,0-1,1 0,-1 0,1-1,-1 0,1 0,0-1,0 0,-1 0,1-1,0 1,-1-2,1 1,-1-1,1-1,-1 1,0-1,0 0,0-1,0 0,-1 0,0 0,1-1,-2 0,1 0,0 0,-1-1,0 0,0 0,-1 0,0-1,0 1,0-1,-1 0,0 0,0-1,-1 1,1-6,-2 6,-1 0,0 0,0 0,-1-1,0 1,0 0,-1 0,0 0,0 0,-1 1,0-1,0 0,0 1,-1 0,0 0,0 0,0 0,-1 1,0 0,0 0,-1 0,1 0,-1 1,0 0,0 0,0 0,-1 1,1 0,-1 1,0-1,0 1,0 0,0 1,0 0,0 0,0 0,-1 1,1 0,-4 1,-5 0,0 2,1 0,-1 0,1 2,-1 0,1 1,1 0,-1 1,1 0,1 2,-5 3,-40 26</inkml:trace>
  <inkml:trace contextRef="#ctx0" brushRef="#br0" timeOffset="98709.119">3599 4131,'8'283,"-3"-96,-12 81,2-117,4 768,-13-306,3-336,17 159,2-172,-4-65,21 131,36 262,-46-40,-15-444,1 78,-8 0,-15 56,-89 560,83-526,12 39,-6 68,-15 125,22-170,-27 101,10-181,11 1,10 74,12 591,13-602,0 74,-7 185,7-314,-12-251</inkml:trace>
  <inkml:trace contextRef="#ctx0" brushRef="#br0" timeOffset="100646.184">3693 4974,'-5'-3,"-1"1,1 0,-1 0,1 1,-1-1,0 1,1 0,-1 1,0 0,0 0,1 0,-1 0,0 1,0 0,1 0,-1 0,1 1,-1 0,1 0,-1 0,1 1,0 0,0 0,-3 3,4-2,0 1,1 0,0 1,-1-1,2 0,-1 1,1 0,-1 0,2-1,-1 1,1 0,0 1,0 0,0-5,1 0,0 1,0-1,0 0,0 1,0-1,0 0,1 1,-1-1,1 0,-1 0,1 1,0-1,0 0,0 0,0 0,1 0,-1 0,0 0,1 0,0-1,-1 1,1 0,0-1,0 0,-1 1,1-1,1 0,-1 0,0 0,0 0,0 0,0 0,1-1,0 1,4 0,0-1,1 0,-1-1,0 1,0-1,1-1,-1 1,0-1,0-1,0 1,-1-1,1 0,-1-1,1 1,-1-1,0 0,0-1,-1 0,1 0,-1 0,0 0,-1-1,1 0,-1 0,0 0,-1-1,-2 6,0-1,0 0,0 1,0-1,0 0,-1 1,1-1,-1 0,1 0,-1 1,0-1,0 0,0 0,0 0,0 0,0 1,0-1,-1 0,1 0,0 0,-1 1,0-1,1 0,-1 1,0-1,0 0,0 1,0-1,0 1,0-1,-1 1,1 0,0 0,-1-1,1 1,-1 0,1 0,-1 0,0 1,1-1,-1 0,0 1,1-1,-1 1,0-1,0 1,0 0,0 0,1-1,-3 2,-1-3,-1 1,0 0,0 1,1-1,-1 1,0 0,0 1,0 0,1-1,-1 2,0-1,1 1,-1 0,1 0,-1 0,1 1,0 0,0 0,0 0,1 0,-1 1,1 0,0 0,0 0,0 1,0-1,1 1,0 0,0 0,0 0,0 0,0 3,1-4,0 0,1 0,-1 0,1 0,0 0,1 0,-1 0,0 0,1 1,0-1,0 0,1 0,-1 0,1 1,0-1,0 0,0 0,0 0,1 0,-1-1,1 1,0 0,0-1,1 1,-1-1,1 0,0 1,0-1,0 0,0-1,0 1,1-1,0 2,4-1,-1 1,1-2,0 1,0-1,0 0,0 0,0-1,0 0,1 0,-1-1,0-1,0 1,1-1,-1 0,0-1,0 0,0 0,0-1,-1 0,1 0,-1-1,1 0,-6 2,1 0,-1 0,0 0,0 0,0 0,0 0,0-1,0 1,0-1,-1 0,1 1,-1-1,0 0,0 0,0 0,0 0,-1 1,1-1,-1 0,1-1,-1 1,0 0,0 0,-1 0,1 0,-1 0,1 0,-1 0,0 1,0-1,0 0,0 0,-1 0,0 0,-3-6,0 1,0 0,0 0,-1 1,-1 0,1 0,-1 0,0 1,-1 0,-3-2,-16-4,29 22,8-4,2-1,-1 0,0-1,1-1,0 0,0 0,0-1,0 0,0-1,0-1,2 0,1 1,148 5,-1-8,1-7,23-10,-59 2,-1-5,60-21,-97 24,-87 20,-1-1,1 1,-1 0,0-1,0 1,1 0,-1 0,0 0,0 0,0 0,0 0,0 0,0 0,0 1,0-1,0 0,-1 0,1 1,0-1,-1 1,1-1,-1 0,0 1,1-1,-1 1,0-1,0 1,0-1,0 1,0-1,0 1,0-1,-1 1,1-1,0 1,-1-1,0 1,1 6,-17 300,-16 19,19-231,14-96,-1 1,1-1,0 0,-1 0,1 0,0 0,-1 1,1-1,0 0,-1 0,1 0,0 0,-1 0,1 0,-1 0,1 0,0 0,-1 0,1 0,0 0,-1 0,1-1,0 1,-1 0,1 0,0 0,-1 0,1-1,0 1,0 0,-1 0,1-1,0 1,0 0,-1 0,1-1,0 1,0 0,0-1,-1 1,1 0,0-1,0 1,0 0,0-1,0 1,0 0,0-1,0 1,0 0,0-1,0 1,0-1,0 1,0 0,0-1,0 1,0 0,0-1,0 1,1 0,-1-1,0 1,0 0,1-1,-2 0,-3-16</inkml:trace>
  <inkml:trace contextRef="#ctx0" brushRef="#br0" timeOffset="100952.365">4535 5749,'11'7,"15"2,15 0,16-2,15-7,10-5,8-5,1-2,-2 1,-8 2,-11 2,-10 3,-13 2,-13 4,-9 1,-10 0</inkml:trace>
  <inkml:trace contextRef="#ctx0" brushRef="#br0" timeOffset="101385.521">4508 5616,'169'313,"-157"-289,31 59,3-1,4-4,3-1,12 8,-58-76,1 1,0-1,0-1,1 1,0-2,1 1,0-1,0-1,0 1,1-2,0 0,0 0,0-1,7 2,-14-7,0 1,1-1,-1 0,1-1,-1 1,0-1,0 0,0 0,0 0,0 0,0-1,-1 0,1 0,-1 0,0 0,0 0,0 0,0-1,0 0,-1 1,0-1,1 0,-1 0,-1-1,1 1,-1 0,0 0,1-1,-2 1,1-2,53-239,-40 166,76-350,-83 404,-3 17</inkml:trace>
  <inkml:trace contextRef="#ctx0" brushRef="#br0" timeOffset="101996.678">4856 6404,'-4'16,"0"0,1 0,0 0,2 1,0-1,1 1,0-1,1 1,1-1,4 15,-4-22,1 0,0 0,0-1,1 1,0-1,1 0,-1 0,2 0,-1 0,1-1,0 0,0-1,1 1,0-1,0 0,1-1,0 1,0-2,7 5,-7-6,1 1,-1-1,1 0,-1-1,1 0,0 0,0-1,0 0,0 0,0-1,0 0,0-1,0 0,0-1,-1 0,1 0,0 0,-1-1,1-1,-1 1,0-2,0 1,-1-1,1 0,-1 0,0-1,4-4,-1 0,0-1,0 0,-1 0,-1-1,0 0,-1 0,0 0,-1-1,0-1,-1 1,0-1,-1 1,-1-1,0-1,-1 1,-1 0,0 0,-1-1,-1-7,0 16,-1 0,1 0,-1 0,-1 1,1-1,-1 1,0 0,0 0,0 0,-1 0,0 0,0 1,0 0,-1 0,1 0,-1 0,0 1,0-1,0 1,0 0,-1 1,1 0,-1-1,0 2,1-1,-1 1,0 0,0 0,0 0,0 1,0 0,0 0,0 1,0-1,0 1,0 1,0-1,0 1,1 0,-1 0,-2 2,-7 3,2 0,-1 1,1 0,0 1,0 0,1 1,1 1,0 0,0 0,1 1,0 1,1-1,1 2,0-1,1 1,0 0,1 0,0 1,2 0,-1 0,2 2,-4 26</inkml:trace>
  <inkml:trace contextRef="#ctx0" brushRef="#br0" timeOffset="103366.067">5030 6859,'-10'25,"1"0,1 1,2 0,1 0,0 1,2 0,1 0,2 0,0-1,2 1,1 0,0 0,3-1,2 9,0 16,17 162,-5 140,-14-162,8 0,10 16,-6-100,6 28,-6 1,-2 85,-21-11,-11 24,-4 65,-38 571,7-303,42-347,15 123,-2-258,6 106,-8 0,-12 60,-9 4,10 39,23 278,-6-272,22 84,-20-288,17 180,-8 131,-1-119,-11-194,-3 0,-6 38,1-21,1 581,0-661</inkml:trace>
  <inkml:trace contextRef="#ctx0" brushRef="#br0" timeOffset="104254.626">3385 16310,'-4'3,"0"0,1 1,-1-1,1 1,0 0,0 0,0 0,1 0,-1 0,1 1,0-1,0 1,1-1,-1 1,1 0,0 0,0-1,1 1,-1 0,1 0,0 0,1 0,-1 0,1 0,0 2,0 10,0 154,2 63,-22 149,11-311</inkml:trace>
  <inkml:trace contextRef="#ctx0" brushRef="#br0" timeOffset="106982.187">5096 16511,'15'27,"13"157,-17-6,-9 83,-1-22,2-157</inkml:trace>
  <inkml:trace contextRef="#ctx0" brushRef="#br1" timeOffset="125571.746">4976 7460,'-3'6,"1"1,-1-1,1 1,0-1,1 1,0 0,0 0,0 0,1 0,0 0,0 0,1 0,1 6,-2-11,1 1,-1 0,1-1,0 0,0 1,0-1,0 0,1 1,-1-1,1 0,-1 0,1 0,0 0,-1 0,1 0,0-1,0 1,1-1,-1 1,0-1,0 0,1 0,-1 0,0 0,1 0,-1-1,1 1,0 0,-1-1,1 0,-1 0,1 0,-1 0,1 0,0-1,-1 1,3-1,-2 1,0-1,0 1,0-1,0 1,0-1,-1 0,1 0,0 0,-1-1,1 1,0-1,-1 1,0-1,1 0,-1 0,0 0,0 0,0 0,0 0,0-1,-1 1,1-1,-1 1,1-1,-1 0,0 1,0-1,0 0,0 0,-1 0,1 0,-1 0,0 0,0 0,0 1,0-1,0 0,-1 0,1 0,-1 0,0 0,0 0,0 1,0-1,0 0,-1 1,1-1,-1 1,0-1,1 1,-1 0,0-1,-1 1,-3-2,-1 0,1 1,-1 0,0 0,0 1,0-1,0 2,-1-1,1 1,0 0,-1 0,1 1,-7 1,10-1,1 0,-1 0,0 1,1 0,-1-1,1 1,0 1,-1-1,1 0,0 1,0 0,0 0,0 0,0 0,0 0,0 0,1 1,-1-1,1 1,0 0,0 0,0 0,0 0,0 0,1 0,-1 0,1 1,0-1,-1 2,2-2,0-1,-1 0,1 0,0 1,0-1,0 0,1 0,-1 1,0-1,1 0,-1 0,1 0,0 0,0 0,0 1,0-1,0-1,0 1,1 0,-1 0,1 0,-1-1,1 1,-1-1,1 1,0-1,0 0,0 1,0-1,0 0,0 0,0 0,1 0,75 18,-69-18,1 0,-1 0,0 0,1-1,-1 0,0-1,1 0,-1-1,0 0,0 0,0-1,0 0,0-1,-1 0,4-2,-10 5,-1 1,0-1,0 0,0 0,0 0,0 0,0 0,0 0,0 0,0 0,-1 0,1 0,0 0,-1 0,1-1,0 1,-1 0,0 0,1-1,-1 1,0 0,0-1,1 1,-1 0,0-1,0 1,-1 0,1-1,0 1,0 0,-1-1,1 1,-1 0,1-1,-1 1,1 0,-1 0,0 0,0 0,1-1,-1 1,0 0,0 1,0-1,0 0,0 0,0 0,-59-31,-29 21,276 6,-123 1,0 2,1 4,1 2,140 10,1-9,158-18,-26 1,1058 20,163-4,-455 37,800 41,-930-43,486-32,-991-1,523 23,-727-9,598 24,-801-45,-29-1,0 2,-1 1,1 2,31 6,-36 1,-41-6,-1-6</inkml:trace>
  <inkml:trace contextRef="#ctx0" brushRef="#br1" timeOffset="125884.908">17328 7460,'2'6,"0"0,0 0,0 0,1 0,0-1,0 1,1-1,-1 0,1 0,0 0,1 0,-1-1,1 1,0-1,0-1,0 1,0-1,1 1,105 48,-109-51,111 36,-77-27,0 2,0 1,-2 2,20 11,-51-25,0 1,-1-1,1 0,0 1,-1-1,1 1,-1 0,0 0,0 0,1 0,-1 0,-1 1,1-1,0 0,0 1,-1 0,0-1,1 1,-1 0,0 0,0-1,-1 1,1 0,0 0,-1 0,0 0,0 0,0 0,0 0,0 0,-1 0,1 0,-1 2,-5 4,0 0,0-1,-1 0,0 0,0 0,-1-1,0 0,0-1,0 0,-1 0,0 0,-1-1,-1 0,3 0,-243 125,179-75,53-32</inkml:trace>
  <inkml:trace contextRef="#ctx0" brushRef="#br1" timeOffset="133841.12">9387 8423,'16'16,"12"10,11 9,9 8,6 8,1 7,-4 9,-10 12,-10 10,-21 13,-23 14,-25 11,-22 5,-19-1,-10-11,-1-17,15-27</inkml:trace>
  <inkml:trace contextRef="#ctx0" brushRef="#br1" timeOffset="134499.295">9842 8423,'16'11,"14"11,12 11,6 13,6 12,2 15,-4 15,-9 14,-11 11,-13 12,-20 12,-22 8,-27 4,-22-1,-19-2,-15-8,-8-16,16-29</inkml:trace>
  <inkml:trace contextRef="#ctx0" brushRef="#br1" timeOffset="135255.048">10003 8449,'141'41,"1"-7,24-2,86 20,-112-18,-3 6,43 23,-119-39,-2 3,-1 2,-1 3,-2 2,-2 3,16 15,-52-39,-1 1,0 1,0 0,-2 1,0 1,-1 0,0 1,-2 1,0 0,-1 0,-1 1,-1 0,0 0,-2 1,-1 0,0 0,-1 1,-2-1,0 1,-1 13,-4 3</inkml:trace>
  <inkml:trace contextRef="#ctx0" brushRef="#br1" timeOffset="136758.357">9655 10200,'38'8,"1"-1,0-3,0-1,0-1,1-3,16-3,163-17,-1-9,-2-10,-1-9,186-71,-259 76,-1-6,-2-7,-4-5,26-22,-78 25,-82 59,0-1,-1 1,1 0,0-1,0 1,-1-1,1 0,-1 1,1-1,-1 1,1-1,-1 0,1 1,-1-1,1 0,-1 0,0 1,1-1,-1 0,0 0,0 1,1-1,-1 0,0 0,0 0,0 0,0 1,0-1,0 0,0 0,-1 0,1 0,0 1,0-1,-1 0,1 0,0 1,-1-1,1 0,-1 0,1 1,-1-1,1 1,-1-1,1 0,-1 1,0-1,1 1,-1-1,0 1,1 0,-1-1,0 1,0 0,0-1,-48-6,47 8,-1 0,1 1,-1-1,1 1,-1-1,1 1,0 0,0 0,0 0,0 0,0 0,0 1,1-1,-1 1,1-1,0 1,-1-1,1 1,1 0,-1-1,0 1,0 0,1 0,0 0,-1 0,1 0,0-1,1 1,-1 0,0 0,1 0,0 2,-1 1,0-1,-1 1,1 0,1 0,-1 0,1-1,0 1,0 0,1-1,0 1,0-1,0 1,0-1,1 0,0 0,0 0,0-1,1 1,0-1,0 1,0-1,0 0,0-1,1 1,0-1,0 0,0 0,0 0,5 1,3 1,-1-2,1 0,0 0,0-1,0-1,0 0,0 0,0-2,0 0,0 0,0-1,0 0,-1-2,1 1,5-4,-9 4,0 0,-1-1,0 0,1-1,-1 0,-1 0,1-1,-1 0,0 0,0 0,-1-1,0 0,0-1,-1 1,1-1,-2 0,1 0,-1-1,0 1,-1-1,2-8,-3 5,-1 0,0 0,0 0,-1 0,-1-1,0 1,-1 0,0 0,-1 0,0 0,-1 1,0-1,-1 1,0 0,-1 0,0 1,-1 0,0 0,-1 0,0 1,0 0,-5-3,3 1,-1 2,0-1,-1 2,0-1,0 2,-1-1,0 2,0 0,-1 0,0 1,0 1,0 0,0 1,0 1,-1 0,1 1,-1 1,-10 0,16 2,0-1,0 1,0 1,0-1,1 2,-1-1,1 1,0 0,0 1,1 0,-1 0,1 1,0 0,1 0,-1 0,1 1,0 0,1 0,0 1,0-1,0 1,1 0,1 1,-3 5,-1 5,1-1,1 1,1 0,1 0,0 0,2 1,0-1,1 0,1 1,0-1,3 4,13 50,6-11</inkml:trace>
  <inkml:trace contextRef="#ctx0" brushRef="#br1" timeOffset="137888.165">12409 9573,'81'15,"2"-4,-1-3,1-4,10-4,-15 2,1154 43,451 0,11 27,-1347-63,-43-2,106 23,-332-16,-92-24,-3 2</inkml:trace>
  <inkml:trace contextRef="#ctx0" brushRef="#br1" timeOffset="138295.377">17957 9479,'34'23,"2"-2,1-1,0-1,1-3,1-1,1-1,23 3,111 42,-94-14,-77-44,-1 1,1 1,-1-1,1 0,-1 0,0 1,0-1,0 1,-1 0,1-1,-1 1,1 0,-1 0,0 0,0 0,0 0,0 0,-1 1,1-1,-1 0,0 0,0 0,0 1,0-1,-1 0,1 1,-5 5,1-1,-1 1,0-1,-1 0,0-1,0 1,0-1,-1-1,0 1,-1-1,1 0,-1-1,-1 0,1 0,0 0,-7 1,14-5,-257 120,119-61,90-36,14-4</inkml:trace>
  <inkml:trace contextRef="#ctx0" brushRef="#br1" timeOffset="139086.479">19120 9332,'75'150,"-47"-83,60 87,-80-144,0 0,0-1,0 0,1 0,1-1,-1-1,1 1,1-1,-1-1,1 0,0-1,0 0,4 1,-8-5,0 1,0-2,-1 1,1-1,0 0,0 0,-1-1,1 0,0 0,-1-1,1 1,-1-2,1 1,-1-1,0 1,0-2,0 1,0-1,-1 0,1 0,-1 0,0-1,-1 0,1 0,-1 0,0-1,0 1,0-1,-1 0,0 0,0 0,0 0,-1-1,0 1,0-1,0-4,5-22,-1-1,-1 1,-2-1,-2 1,-1-1,-3-21,-7 4,1 56,4 7,1 0,0 0,1 1,0-1,1 1,0 0,1 11,-1-3,-4 85,6-1,4 0,11 64,7 168,-35-190,12-140,-1 1,0-1,0 1,-1-1,0 0,0 0,-1 0,0 0,0 0,0-1,-1 0,0 0,0 0,-1-1,0 1,0-1,-3 2,4-4,0-1,-1 0,1 0,0 0,-1 0,1-1,-1 0,1 0,-1-1,1 1,-1-1,0-1,1 1,-1-1,1 0,-1 0,1 0,-1-1,1 0,0 0,-1 0,1 0,1-1,-1 0,-1-1,-9-6,1-1,0 0,1-1,0-1,0 0,2 0,-4-7,3 5,1 0,0-1,1-1,1 0,1 0,0-1,2 1,0-2,0 1,0-12,5 25,1 0,0 0,0 0,0 0,1 0,0 0,0 0,0 0,0 0,1 0,0 0,0 1,0-1,0 1,1-1,0 1,0 0,0 0,1 0,-1 0,1 1,0-1,0 1,0 0,0 0,0 1,1-1,-1 1,1 0,3-1,25-8,2 2,-1 0,1 3,0 1,35 0,3-3,-17 2</inkml:trace>
  <inkml:trace contextRef="#ctx0" brushRef="#br1" timeOffset="139743.122">19841 10241,'9'-29,"1"0,1 0,1 1,2 1,1 0,4-4,-18 30,-1 0,0 0,0 1,0-1,0 0,0 0,0 1,0-1,1 0,-1 1,0-1,0 0,1 1,-1-1,0 0,1 1,-1-1,1 1,-1-1,1 0,-1 1,1-1,0 1,-1 0,1-1,-1 1,1-1,0 1,-1 0,1 0,0-1,0 1,-1 0,1 0,0 0,0 0,-1 0,1 0,0 0,-1 0,1 0,0 0,0 0,-1 0,1 1,0-1,-1 0,1 0,0 1,-1-1,1 1,0-1,-1 0,1 1,6 115,-9-78,-1 363,4-395,-1 1,1-1,-1 0,0 0,-1 0,1 0,-1 0,-1 0,1 0,-1 0,0 0,0-1,0 1,-1-1,0 1,0-1,-1 0,1 0,-1 0,0-1,-1 1,1-1,-1 0,1 0,-1-1,0 1,-1-1,1 0,-1-1,1 1,-1-1,-2 1,-11-11,116 5,216 10,-268-7</inkml:trace>
  <inkml:trace contextRef="#ctx0" brushRef="#br1" timeOffset="141741.657">9334 9786,'-5'18,"-8"13,-6 9,-7 3,-6-1,-2-2,0-5,6-4,8-9</inkml:trace>
  <inkml:trace contextRef="#ctx0" brushRef="#br1" timeOffset="144367.437">9709 9024,'-110'45,"-119"-33,-262 15,-210 7,393-38,-158-28,288 17,-981-44,15-19,498 60,382 12,136-7,-85 13,211 1,-1-1,0 0,0 1,1-1,-1 1,0 0,1 0,-1 0,0 0,1 0,0 0,-1 1,1-1,0 1,-1 0,1 0,0 0,0 0,1 0,-1 0,0 0,1 0,-1 1,1-1,0 1,0-1,0 1,0 0,0-1,0 1,1 0,0 0,-1-1,1 1,0 0,0 0,0-1,1 1,-1 0,1 1,0-1,0-1,0 1,0-1,0 1,0 0,1-1,-1 0,1 1,0-1,-1 0,1 0,0 0,0 0,1 0,-1-1,0 1,1 0,-1-1,1 0,-1 0,1 0,-1 0,1 0,0 0,0 0,-1-1,3 1,77-1,-74-2,0 0,-1-1,1 1,-1-1,1-1,-1 1,0-1,0-1,5-4,-10 8,0-1,0 1,-1-1,1 0,0 1,-1-1,0 0,1 0,-1 0,0 0,0 0,0 0,0 0,0 0,-1-1,1 1,-1 0,1 0,-1-1,0 1,0 0,0-1,0 1,0 0,-1-1,1 1,-1 0,1 0,-1-1,0 1,0 0,0 0,0 0,0 0,0 0,-1 0,-5-5,-1 0,0 1,0 0,0 0,0 1,-1 0,0 1,0 0,0 0,-1 1,1 0,-1 1,1 0,-1 0,0 1,0 0,-6 1,10-1,1 0,0-1,-1 2,1-1,-1 1,1 0,0 0,-1 0,1 1,-1 0,1 0,0 0,-1 0,1 1,0 0,0 0,0 1,1 0,-1-1,0 1,1 1,0-1,0 1,0-1,0 1,0 1,1-1,0 0,0 1,0-1,0 1,1 0,0 0,0 0,0 2,1-2,1 1,0 0,1-1,-1 1,1 0,0-1,0 1,1-1,0 0,0 1,0-1,0 0,1 0,0 0,0 0,1-1,-1 1,1-1,0 0,0 0,0 0,0-1,1 1,0-1,2 1,3 2,0 0,0-1,1 0,-1-1,1 0,0-1,1 0,-1-1,0 0,1 0,-1-2,4 1,-11-1,1 1,-1-1,1 0,-1-1,1 1,-1-1,1 0,-1 0,1 0,-1 0,0-1,1 0,-1 0,0 0,0 0,-1-1,1 1,0-1,-1 0,0 0,1-1,-1 1,-1-1,1 1,0-1,-1 0,0 0,0 0,0 0,0 0,-1-1,1 1,-1 0,0-1,0 1,-1-1,0 1,1-1,-2 0,1 1,0-1,-1 1,-1-5,-1 3,0 0,-1 0,1 0,-2 0,1 0,0 1,-1 0,0 0,0 0,-1 1,1-1,-1 1,0 1,0-1,-1 1,1 0,-1 0,1 1,-1 0,0 0,0 1,0 0,0 0,-6 0,7 0,1 1,-1 0,1 0,0 1,-1-1,1 1,0 0,-1 1,1-1,0 1,0 0,0 0,0 1,1 0,-1-1,1 1,-1 1,1-1,0 1,0 0,1 0,-1 0,1 0,0 0,0 1,0 0,0-1,1 1,0 0,0 0,0 1,0 1,2-3,-1-1,1 1,0 0,0 0,0-1,0 1,0 0,1-1,0 1,0 0,0-1,0 1,0-1,1 0,0 1,0-1,0 0,0 0,0 0,0 0,1 0,-1-1,1 1,0-1,0 1,0-1,0 0,0 0,0-1,1 1,-1-1,1 1,-1-1,1 0,-1 0,1-1,0 1,-1-1,1 0,0 0,-1 0,1 0,0 0,-1-1,1 0,0 0,-1 0,1 0,-1 0,0-1,1 0,-1 1,0-1,0 0,0-1,3-1,-4 2,0 0,0-1,0 1,0 0,-1-1,1 1,-1-1,1 1,-1-1,0 0,0 0,0 1,0-1,-1 0,1 0,-1 0,0 0,0 0,0 0,0 0,0 0,0 0,-1 1,0-1,1 0,-1 0,0 0,0 1,-1-1,1 0,0 1,-1-1,0 1,0-1,1 1,-1 0,-1 0,1 0,0 0,0 0,-1 1,1-1,-1 1,1-1,-1 1,0 0,0 0,1 0,-1 0,0 1,0-1,0 1,0 0,0-1,0 1,0 1,0-1,-2 0,-1 0,1 1,0 0,-1 0,1 0,0 1,0 0,0 0,0 0,0 0,1 1,-1 0,1 0,0 0,-1 1,1-1,-1 2,-14 17</inkml:trace>
  <inkml:trace contextRef="#ctx0" brushRef="#br1" timeOffset="148382.548">1955 9586,'-5'50,"3"-46,1 1,0 0,0 0,0 0,0-1,1 1,0 0,0 0,0 0,1 0,-1 0,1 0,1-1,-1 1,0 0,1-1,0 1,0-1,1 1,-1-1,1 0,0 0,0 0,0 0,0-1,3 2,-1-1,0-1,1 0,-1 0,1 0,0-1,0 0,0 0,0 0,0-1,0 0,1 0,-1-1,0 0,1 0,-1 0,0-1,1 0,-1 0,0 0,0-1,0 0,0 0,0 0,-1-1,1 0,-1 0,1-1,-1 1,0-1,0 0,-1-1,1 1,-1-1,0 0,0 0,-1 0,1-1,-1 1,0-1,-1 1,1-1,-1-3,-1 6,0 0,-1 0,1 0,-1-1,0 1,0 0,0-1,0 1,-1 0,1 0,-1 0,0-1,0 1,0 0,-1 0,1 0,0 0,-1 1,0-1,0 0,0 1,0-1,0 1,-1-1,1 1,-1 0,1 0,-1 0,0 1,1-1,-1 1,0-1,-2 1,-2-3,0 2,-1-1,1 1,-1 0,1 1,-1-1,0 2,0-1,0 1,0 0,1 1,-1-1,-5 3,4-1,1 1,0 1,0-1,1 1,-1 1,1-1,0 1,0 0,0 1,1 0,0 0,0 0,0 1,-2 4,5-8,1 1,-1-1,1 1,0 0,0 0,1 0,-1-1,1 2,0-1,0 0,0 0,0 0,1 0,-1 1,1-1,1 0,-1 0,0 0,1 1,0-1,0 0,0 0,1 0,-1 0,1 0,0 0,0-1,0 1,0-1,3 3,4 2,0-1,1 0,0-1,0 0,0-1,1 0,0 0,0-1,0 0,0-1,1-1,0 0,-1 0,1-1,0 0,0-1,-1-1,1 0,0 0,-1-1,6-2,-10 4,0-1,1 0,-1 0,0-1,-1 0,1 0,0 0,-1-1,1 0,-1 0,0-1,0 0,0 0,0 0,-1-1,1 0,-1 0,-1 0,1-1,-1 1,0-1,0 0,0-1,-3 4,-1 0,0 0,0 0,0 1,-1-1,1 0,0 0,-1 1,0-1,0 0,0 1,0-1,0 1,0-1,-1 1,1-1,-1 1,0 0,0 0,0 0,0 0,0 0,0 0,0 1,-2-2,-62-32,54 30,0 0,0 1,-1 1,1 0,-1 0,0 1,0 1,0 0,0 1,0 0,0 1,0 0,0 1,1 1,-1 0,-6 3,17-6,1 0,-1 0,1 1,0-1,-1 0,1 1,0-1,-1 1,1 0,0-1,-1 1,1 0,0 0,0 0,0 0,0 0,0 0,0 0,0 0,0 0,1 0,-1 1,0-1,1 0,-1 0,0 1,1-1,0 1,-1-1,1 0,0 1,0-1,0 1,0-1,0 1,0-1,0 0,0 1,0-1,1 1,-1-1,1 0,-1 1,1-1,-1 0,1 0,0 1,0 0,10 2,-1 0,1-1,0 0,0-1,0 0,0-1,0 0,0 0,5-2,-3 2,673-1,-501-6,146-25,-134 12,1 9,170 14,145-2,77 9,-516-7,350 13,-276-15,177 14,-166-1,1-7,7-6,1553-3,-1457 15,-70-1,-25 1,-24 13,-50-14,-4-12,-88 0,-5-1</inkml:trace>
  <inkml:trace contextRef="#ctx0" brushRef="#br1" timeOffset="152249.903">7623 11284,'46'8,"-1"3,0 2,0 2,-1 1,-1 3,-1 1,-1 2,5 6,-17-12,0 2,-1 1,-2 1,0 1,-1 2,-1 0,-1 2,-1 0,-1 1,-2 2,0 0,-2 1,-1 0,-2 2,-1-1,6 23,-9-14,-2 1,-1 1,-3-1,-1 1,-2 0,-2 0,-1-1,-3 1,-1-1,-2 0,-1 0,-3-1,-1 0,-17 36,0-13,-2 0,-3-2,-3-1,-2-3,-2-1,-3-1,-2-3,-24 17,-13-4,84-64,-1 1,1-1,-1 0,0 1,1-1,-1 0,0 1,0-1,1 0,-1 0,0 0,0 0,1 0,-1 0,0 0,1 0,-1 0,0 0,0 0,1 0,-1 0,0-1,0 1,1 0,-1-1,0 1,1 0,-1-1,1 1,-1-1,0 1,1-1,-1 1,1-1,-1 1,1-1,0 0,-1 1,1-1,0 0,-1 1,1-1,0 0,0 1,-1-1,1 0,0 0,0 1,0-1,0 0,0 1,0-1,1-22</inkml:trace>
  <inkml:trace contextRef="#ctx0" brushRef="#br1" timeOffset="153392.322">7904 11257,'22'-8,"121"19,164 32,-3 14,246 81,-368-83,-3 7,57 34,-146-54,-1 4,-3 4,-2 3,-3 4,25 25,-80-62,-2 1,0 1,-1 1,-1 1,-1 1,-2 1,0 1,-2 1,0 1,-5 32,-13-49</inkml:trace>
  <inkml:trace contextRef="#ctx0" brushRef="#br1" timeOffset="155268.591">7863 13115,'327'20,"-181"-15,-1-6,0-6,0-7,134-30,68-48,136-62,-252 78,-222 73,30-8,-1-1,0-2,-1-1,-1-2,0-2,-1-1,-1-2,14-13,18 8,-42 21,-19 4,1 1,1-1,-1 0,1 0,-1 0,0-1,0 0,0 0,0-1,-1 1,0-1,1 0,-1-1,0 1,-1-1,2-1,26-40,-32 45,0 1,0-1,0 1,0-1,1 1,-1-1,0 0,0 1,0-1,-1 1,1-1,0 0,0 1,0-1,0 1,0-1,-1 1,1-1,0 1,-1-1,1 1,0-1,-1 1,1-1,0 1,-1-1,1 1,-1 0,1-1,-1 1,1 0,-1-1,1 1,-1 0,1 0,-1-1,1 1,-1 0,0 0,1 0,-1 0,1 0,-1 0,0 0,1 0,-1 0,0 0,-34-1,30 2,-4 0,27-1,385 11,229 51,658 13,-375 27,-891-99,-86-28,34 15</inkml:trace>
  <inkml:trace contextRef="#ctx0" brushRef="#br1" timeOffset="156061.312">11192 11511,'-18'99,"-4"-1,-4 0,-5-3,-14 26,20-75,19-50,15-97,17-48,32-104,-17 144,-41 108,0 0,1 0,-1 1,1-1,-1 0,1 0,-1 0,1 0,-1 1,1-1,0 0,0 1,-1-1,1 0,0 1,0-1,0 1,0-1,-1 1,1 0,0-1,0 1,0 0,0 0,0 0,0-1,0 1,0 0,0 0,0 0,0 1,0-1,0 0,0 0,0 0,0 1,0-1,0 0,-1 1,1-1,0 1,0-1,0 1,0 0,-1-1,1 1,0 0,-1-1,1 1,-1 0,1 0,0-1,-1 1,0 0,1 1,24 52,-9 8,-2 2,-3 0,2 49,-4-36,-5-45,-1 9,3 0,1-1,2 1,2-2,10 26,11-15,-19-40</inkml:trace>
  <inkml:trace contextRef="#ctx0" brushRef="#br1" timeOffset="156316.687">10938 11859,'16'4,"21"2,25 0,24-4,21-6,12-5,0-6,-21 1</inkml:trace>
  <inkml:trace contextRef="#ctx0" brushRef="#br1" timeOffset="158388.142">8251 11805,'-133'0,"-725"13,113-1,382-10,-378 12,-180-14,553 13,-91-13,445 1,-1 2,1-1,0 2,0 0,0 1,1 0,-1 1,-3 2,7-3,8-5,0 1,1 0,-1-1,0 1,1 0,-1 0,0 0,1 0,0 0,-1 0,1 1,0-1,-1 0,1 1,0-1,0 1,0-1,0 1,0 0,1-1,-1 1,0 0,1-1,-1 1,1 1,22-11,-19 6,-1 0,0-1,0 1,0 0,0-1,0 1,0-1,0 0,-1 1,0-1,1 0,-1 0,0 0,0 0,-1 0,1 0,-1 0,1 0,-1-1,0 1,0 0,0 0,-1 0,1 0,-1 0,0 0,0 0,0 0,0 0,0 0,0 0,-1 0,0 1,1-1,-1 1,0-1,0 1,-1-1,1 1,0 0,-1 0,1 0,-1 1,0-1,1 1,-2-1,-2-1,1 1,0 0,-1 0,0 0,1 1,-1 0,0 0,0 0,0 1,0 0,0 0,0 0,1 1,-1 0,0 0,0 0,0 1,1 0,-1 0,1 0,0 1,0 0,0 0,0 0,0 1,0 0,1-1,0 2,-1-1,2 0,-1 1,0 0,1 0,0 0,0 0,1 0,-1 1,1-1,0 1,-1 4,4-3,-1 0,1-1,0 1,1-1,-1 1,1-1,1 1,-1-1,1 0,0 0,0 0,1-1,0 1,0-1,0 0,0 0,1 0,0 0,0-1,0 0,1 0,-1 0,1-1,0 0,0 0,0 0,1-1,-1 0,0 0,1-1,0 0,-1 0,1 0,0-1,-1 0,1 0,0 0,-1-1,6-1,-7-1,-1 1,0-1,0 1,0-1,0 0,-1-1,1 1,-1 0,0-1,0 0,0 0,0 0,-1 0,1 0,-1-1,0 1,-1-1,1 1,-1-1,0 0,0 0,0 1,-1-1,1 0,-1 0,0 0,-1 0,1 1,-1-1,0 0,0 0,-1 1,1-1,-1 1,0-1,0 1,-1 0,1-1,-1 1,0 1,0-1,0 0,-1 0,1 0,0 0,-1 0,1 0,0 1,-1-1,0 1,0 0,0 0,0 0,-1 1,1-1,-1 1,1 0,-1 0,0 1,0-1,0 1,0 0,0 1,0-1,0 1,0 0,0 0,0 0,0 1,0 0,0 0,0 0,0 1,1-1,-1 1,0 0,1 1,0-1,-1 1,1 0,0 0,0 0,0 0,1 1,-1 0,0 4,0 0,0 0,1 1,0 0,0-1,1 1,0 0,1 0,0 1,0-1,1 0,1 7,1 26</inkml:trace>
  <inkml:trace contextRef="#ctx0" brushRef="#br1" timeOffset="162672.03">8211 12647,'-55'13,"-335"-12,-562-27,66-24,667 50,-175 23,151-5,-617 53,592-52,-251 20,458-38,0-3,0-2,-12-5,15-1,-1 3,0 3,-1 1,-19 5,67-1,-81 5,0-4,-71-7,25-3,-78 7,102 2,101-1,-1 1,1 1,-1 1,1 0,0 1,0 0,0 1,1 0,-7 5,-7 11,51-28,24-46,-47 52,0-1,0 1,-1-1,1 1,0-1,-1 1,1-1,-1 0,1 1,-1-1,0 1,0-1,0 0,0 1,0-1,0 0,0 1,0-1,-1 0,1 1,-1-1,1 1,-1-1,1 1,-1-1,0 1,0-1,0 1,0 0,0-1,0 1,0 0,0 0,-1 0,1 0,0 0,-1 0,1 0,-1 0,1 1,-2-1,0-1,0 1,0 0,0 0,-1 1,1-1,0 1,-1-1,1 1,0 0,-1 0,1 1,0-1,-1 1,1 0,0-1,0 2,0-1,-1 0,1 0,0 1,1 0,-1 0,0-1,0 2,1-1,-1 0,1 0,0 1,0-1,0 1,0 0,-1 2,-2 1,1 0,0 1,1-1,-1 1,1 0,1 0,-1 1,1-1,0 0,1 1,0-1,0 1,0 0,1 0,1-3,1-1,-1 0,1 0,-1 0,1 0,0 0,1 0,-1 0,1-1,-1 1,1-1,0 0,0 0,1 0,-1 0,1 0,-1-1,1 0,0 0,0 0,0 0,0 0,0-1,0 1,1-1,-1 0,0-1,1 1,-1-1,1 0,-1 0,0 0,1-1,-1 1,0-1,1 0,-1 0,0-1,0 1,0-1,0 0,0 0,0 0,0-1,-1 1,1-1,-1 0,0 0,1-1,-1 1,-1-1,1 0,0 0,-1 0,0 0,0-1,0 1,0-1,-1 1,0-1,0 1,0-1,0 0,-1 0,0 1,0-1,0 0,0 0,-1 1,0-1,0 0,0 1,0-1,-1 1,0-1,0 1,0 0,0 0,-1 0,0 0,0 0,0 0,0 1,0-1,-1 1,0 0,1 0,-1 0,0 1,0 0,-1-1,1 1,0 0,-1 1,1-1,-1 1,0 0,1 0,-2 1,3 0,0 0,0 0,0 0,-1 1,1-1,0 1,0 0,0 0,0 0,0 0,0 0,1 1,-1 0,0-1,1 1,-1 0,1 0,-1 0,1 1,0-1,0 1,0-1,0 1,0-1,1 1,-1 0,1 0,0 0,0 1,-17 92,18-91,0-1,0 1,1-1,-1 0,1 1,0-1,1 0,-1 0,1 1,-1-1,1 0,0-1,1 1,-1 0,1-1,0 1,0-1,0 0,0 0,0 0,1 0,-1 0,1-1,0 1,0-1,0 0,0-1,0 1,0-1,0 1,0-1,1-1,2 2,2-2,0 1,-1-1,1 0,-1-1,1 0,0 0,-1-1,0 0,1 0,-1-1,0 0,0 0,0-1,-1 0,1-1,4-4,-8 7,0-1,0-1,-1 1,1 0,-1-1,0 1,0-1,0 0,-1 0,1-1,-1 1,0 0,0-1,0 1,-1-1,0 0,1 1,-2-1,1 0,-1 0,1 0,-1 1,-1-1,1 0,-1 0,1 0,-1 1,-1-1,1 0,-2-1,1-1,-1 1,-1-1,1 1,-1 0,0 0,-1 0,1 0,-1 1,0 0,-1 0,1 0,-1 1,0 0,0 0,0 0,-1 1,1 0,-1 0,0 0,0 1,0 0,0 0,-4 1,8 1,1 0,-1 0,1 1,-1-1,0 1,1 0,0 0,-1 0,1 0,0 0,-1 0,1 0,0 1,0 0,0-1,0 1,0 0,1 0,-1 0,0 0,1 0,-1 0,1 0,0 1,0-1,0 0,0 1,0-1,0 1,1-1,-1 1,1-1,0 1,0 0,-1 7,0-1,1 1,0-1,1 1,0-1,0 0,1 1,2 7,12 23,1-3</inkml:trace>
  <inkml:trace contextRef="#ctx0" brushRef="#br1" timeOffset="173604.402">13879 12687,'13'197,"-4"767,14-445,-14-330,-10 99,-12 21,13-242,1-1,-2 0,-4 0,-3 2,6-57,-7 32,3 0,1 0,2 1,2-1,5 43,15 119,-17-184,-2 0,-1-1,0 1,-2 0,0-1,-1 0,-1 0,-2 3,-3 17,-38 139,34-103,15-74,-1-1,1 1,-1-1,1 1,0-1,0 1,-1-1,1 0,0 1,1-1,-1 0,0 0,0 0,0 1,1-1,-1-1,0 1,1 0,-1 0,1 0,-1-1,1 1,0-1,-1 1,1-1,-1 0,1 1,0-1,-1 0,1 0,0 0,-1-1,1 1,0 0,-1 0,1-1,-1 1,1-1,-1 0,1 1,-1-1,2 0,3 0,228-22,128 8,766 16,-1126-1,-1 0,0 1,0-1,0 0,0 1,0-1,0 0,0 0,0 0,0 0,0 0,0 0,0 0,1 0,-1 0,0 0,0-1,0 1,0 0,0-1,0 1,0-1,0 1,0-1,0 0,-1 1,1-1,0 0,0 0,0 1,0-2,-11-4</inkml:trace>
  <inkml:trace contextRef="#ctx0" brushRef="#br1" timeOffset="176004.479">13786 12621,'-1'5,"1"0,-1 0,1 0,0 0,1 0,-1 0,1 0,0-1,0 1,1 0,-1 0,1-1,0 1,0 0,1-1,-1 0,1 0,0 0,0 0,1 0,-1 0,1-1,-1 0,1 0,0 0,1 0,-1 0,0-1,1 0,-1 0,1 0,0 0,-1-1,1 0,0 0,0 0,0 0,0-1,0 0,0 0,0 0,3-1,-4 1,-1 0,1 0,0 0,0-1,0 0,0 1,0-1,-1 0,1-1,0 1,-1-1,1 1,-1-1,0 0,1-1,-1 1,0 0,0-1,0 0,-1 0,1 0,-1 0,1 0,-1 0,0 0,0-1,-1 1,1-1,-1 0,0 1,0-1,0 0,0 0,0 0,-1 0,0 1,0-1,0 0,0 0,0 0,-1 0,0 0,0-1,-1 0,-1-1,0 1,0 0,0 0,0 0,-1 1,0-1,0 1,0 0,0 0,-1 0,1 0,-1 1,0 0,0 0,-1 0,1 1,0-1,-1 1,0 1,1-1,-1 1,-5-1,7 1,-1 0,0 1,0-1,0 1,0 0,0 0,1 0,-1 1,0 0,0 0,0 0,1 0,-1 1,0 0,1 0,0 0,-1 1,1-1,0 1,0 0,0 0,1 0,-1 1,1-1,0 1,0 0,0 0,-1 3,1-3,0 0,1 1,0-1,0 1,0-1,1 1,0 0,-1 0,2 0,-1 0,1 0,-1 0,1 0,1 0,-1-1,1 1,-1 0,2 0,-1 0,0 0,1-1,0 1,0 0,0-1,1 0,-1 0,1 1,0-1,1-1,-1 1,0 0,1-1,0 0,0 0,0 0,0 0,1-1,-1 0,1 1,2-1,0-1,0 0,0 0,0-1,0 0,0 0,0 0,0-1,0 0,0-1,0 0,0 0,0 0,-1 0,1-1,-1 0,0-1,0 0,0 0,1-1,-3 2,0 1,-1-1,1-1,-1 1,1 0,-1-1,0 0,0 0,-1 0,1 0,-1 0,0 0,0-1,-1 1,1-1,-1 1,0-1,0 0,0 0,-1 1,1-1,-1 0,0 0,-1 1,1-1,-1 0,0 0,0 1,-1-1,0 0,0 0,-1 0,1 0,-2 0,1 1,0-1,-1 1,0 0,0 0,0 0,0 1,-1-1,0 1,1 0,-1 1,0-1,0 1,-1 0,1 0,0 0,-1 1,1-1,-1 2,1-1,-1 0,0 1,1 0,-1 1,1-1,-1 1,0 0,1 0,0 1,-1 0,1 0,0 0,0 0,0 1,0 0,0 0,0 1,4-4,0 1,0 0,0 0,0 0,0 0,0 0,1 0,-1 0,0 0,1 0,-1 0,0 0,1 0,0 1,-1-1,1 0,0 0,-1 0,1 1,0-1,0 0,0 1,0-1,0 0,0 0,1 1,-1-1,0 0,1 0,-1 0,1 1,-1-1,1 0,-1 0,1 0,0 0,0 0,-1 0,1 0,0 0,0 0,0-1,0 1,0 0,0 0,0-1,0 1,1-1,-1 1,0-1,0 1,0-1,1 0,-1 0,0 1,0-1,1 0,153 6,-104-7,504 14,-26 9,375-37,-635 5,-262 10</inkml:trace>
  <inkml:trace contextRef="#ctx0" brushRef="#br1" timeOffset="178626.298">15952 12059,'75'96,"-14"-21,-3 2,-4 3,-3 3,-28-40,-2 0,-2 1,-2 1,-1 0,-3 1,-2 1,-2 0,-2 1,-2-1,-2 1,-2 0,-2 0,-2 0,-3 0,-1-1,-3 1,-7 19,-4-10,-3-1,-2 0,-2-2,-2-2,-3 0,-2-2,-3-2,-1-2,-2-1,-2-2,-2-2,-2-2,-1-2,-2-2,-2-2,-2-2,-43 14,97-46,0 1,1-1,-1 1,0 0,0-1,0 1,1-1,-1 1,0-1,0 1,0-1,0 1,0-1,0 1,0-1,0 1,0-1,0 1,0-1,0 1,0 0,0-1,0 1,-1-1,1 1,0-1,0 1,0-1,-1 1,1 0,0-1,-1 1,1-1,0 1,-1 0,1-1,-1 1,1 0,0 0,-1-1,1 1,-1 0,1 0,-1 0,1 0,-1-1,1 1,-1 0,1 0,-1 0,1 0,-1 0,1 0,0 0,-1 0,1 0,-1 1,1-1,-1 0,1 0,-1 0,1 0,-1 1,1-1,0 0,-1 1,1-1,13-21</inkml:trace>
  <inkml:trace contextRef="#ctx0" brushRef="#br1" timeOffset="179429.639">16512 12166,'23'18,"-2"13,-1 0,-1 2,-3 0,0 1,-2 0,4 19,13 33,-4 1,-4 2,-4 0,-4 1,3 91,-15-122,-3-1,-3 1,-2-1,-3 0,-2 0,-3-1,-2 0,-3-1,-23 48,7-38,-3-1,-3-2,-2-1,-3-3,-3-1,-2-3,-11 6,-40 29,66-67</inkml:trace>
  <inkml:trace contextRef="#ctx0" brushRef="#br1" timeOffset="180171.011">16660 12286,'161'1,"0"7,109 21,-116-1,-1 7,-2 7,-2 7,-2 5,11 14,-91-37,-1 3,-2 3,52 39,-92-57,0 0,-1 2,-1 0,0 2,-2 0,-1 1,-1 1,-1 1,-1 0,7 18,-11-20,-9-21</inkml:trace>
  <inkml:trace contextRef="#ctx0" brushRef="#br1" timeOffset="181830.465">16259 14332,'86'0,"143"0,137-22,-180-1,-1-8,-1-8,-3-8,29-19,-147 45,-2-3,0-2,-2-3,-1-3,-2-2,-1-3,-1-2,-3-3,-1-1,-3-3,11-14,-30 28,-2-1,-1-1,-2-1,-1-1,13-30,-17-17,-18 71</inkml:trace>
  <inkml:trace contextRef="#ctx0" brushRef="#br1" timeOffset="182223.963">18759 12955,'0'9,"0"8,2 5,3 3,4 3,1-2,2 0,1-1,-1 1,-1 0,-3-3,-2-1,-2-2,-4-1,-7-3,-6-3,-6-4,1-2</inkml:trace>
  <inkml:trace contextRef="#ctx0" brushRef="#br1" timeOffset="183414.428">18879 13222,'1560'-14,"-1242"9,105-23,-362 17,-78 2,-2 8,0 1</inkml:trace>
  <inkml:trace contextRef="#ctx0" brushRef="#br1" timeOffset="196478.062">6353 14211,'33'-8,"279"2,-244 7,917 52,-379-50,380 14,115 19,-136-30,238-1,-1199-5,-3 1,0-1,0 1,1-1,-1 1,0-1,0 0,0 0,0 1,0-1,1 0,-1 0,0 0,0 0,0-1,0 1,1 0,-1 0,0-1,0 1,0-1,0 1,0-1,0 1,0-1,0 1,0-1,0 0,0 0,0 0,-1 1,1-1,0 0,-1 0,1 0,0 0,-1 0,1 0,-1 0,0-1,1 1,-1 0,0 0,1 0,-1 0,0 0,0-1,0 1,0-1,-35-84,-43-219,72 279,-2 5,2 0,0-1,2 0,0 0,1 0,2-1,0 1,1 0,1-1,2 1,0 0,1 0,1 0,2-3,-6 23,-1 0,1 0,0 0,-1 0,1 0,0 0,0 0,0 1,1-1,-1 0,0 1,1-1,-1 0,1 1,0 0,-1-1,1 1,0 0,0 0,-1 0,1 0,0 0,0 1,0-1,0 0,1 1,-1 0,0-1,0 1,0 0,0 0,0 0,2 1,86 46,-48-34,0-2,1-2,0-1,1-3,0-1,0-3,0-1,3-2,-8 1,664-15,20 31,-64-16,-378 14,-170-27,87 15,-191-9,-14 2</inkml:trace>
  <inkml:trace contextRef="#ctx0" brushRef="#br1" timeOffset="200344.544">6526 14211,'-1273'0,"592"-39,465 22,-321-2,-286 15,495-10,75 22,91 6,-238-8,256-7,-341 11,-180-7,450-27,97 8,117 17,0-1,0 0,0 0,0 0,0 1,0-1,0 1,0-1,0 1,0-1,1 1,-1-1,0 1,0 0,1-1,-1 1,0 0,1 0,-1 0,1-1,-1 1,1 0,-1 0,1 0,-1 0,1 0,0 0,0 0,0 0,-1 0,1 0,0 0,0 0,0 0,0 0,1 0,-1 0,0 0,0 0,1 0,-1 0,0 0,1 0,-1 0,1-1,-1 1,1 0,-1 0,1 0,0-1,-1 1,1 0,0-1,0 1,0 0,-1-1,1 1,0-1,0 1,0-1,0 0,0 1,0-1,0 0,0 0,0 0,0 0,0 0,0 0,0 0,5 2,-1-1,1 0,0-1,-1 1,1-1,0 0,-1-1,1 1,0-1,-1 0,1-1,-1 1,1-1,-1 0,0 0,0-1,0 0,0 0,0 0,-1 0,1-1,-1 1,0-1,0-1,0 1,-1 0,1-1,-1 0,0 1,-1-1,1 0,-1-1,0 1,0 0,0-1,-2 3,0 0,0 1,0-1,-1 0,1 1,-1-1,0 1,1-1,-1 0,0 1,-1 0,1-1,0 1,-1 0,1-1,-1 1,1 0,-1 0,0 0,0 0,0 1,0-1,-1 1,1-1,0 1,-1-1,1 1,-1 0,-74-18,67 19,1 1,0 1,-1 0,1 0,0 1,0 0,0 1,1 0,-1 0,1 1,0 0,0 0,0 1,1 0,0 0,0 1,1 0,0 0,0 0,0 1,1 0,0 0,1 1,0-1,0 1,1 0,0 0,0 0,1 0,0 1,1-1,0 0,1 1,-1-1,2 10,0-16,-1 1,0-1,1 0,-1 1,1-1,0 0,0 0,1 0,-1 1,1-1,-1-1,1 1,0 0,0 0,0-1,0 1,1-1,-1 1,1-1,-1 0,1 0,0 0,0-1,0 1,0-1,0 1,0-1,0 0,0 0,0 0,1-1,-1 1,0-1,1 0,-1 0,1 0,-1 0,0-1,1 1,2-1,2-1,1 0,-1-1,1 0,-1 0,0-1,0 0,-1 0,1-1,-1 0,0 0,0-1,0 0,-1 0,0 0,0-1,-1 0,0 0,0 0,0-1,-1 0,0 0,1-4,-4 9,-1 0,1-1,0 1,-1-1,0 1,0-1,0 0,0 1,-1-1,1 1,-1-1,0 1,0 0,0-1,0 1,-1 0,0 0,1-1,-1 1,0 1,0-1,-1 0,1 0,0 1,-1-1,0 1,0 0,1 0,-1 0,-2-1,-5-3,-1 1,1-1,-1 2,1 0,-1 0,-1 1,1 0,-10-1,15 3,0 0,0 0,0 1,0 0,0 0,0 0,-1 1,1 0,0 0,1 0,-1 1,0 0,0 0,1 0,-1 1,1 0,0 0,0 0,0 1,0 0,0 0,1 0,0 0,-1 1,2-1,-1 1,1 0,-1 0,1 1,1-1,-1 1,1-1,0 1,0 0,1 0,-1 0,2 0,-1 0,0-1,1 1,0-1,1 1,-1-1,1 0,0 1,0-1,1 0,-1 0,1 0,0 0,1 0,-1 0,1-1,0 1,0-1,0 1,1-1,0 0,0-1,0 1,0-1,0 1,1-1,-1-1,1 1,0 0,0-1,4 2,1 0,-1-1,1 0,0-1,0 0,1 0,-1-1,0-1,0 0,1 0,-1-1,0 0,0 0,4-2,-10 3,1-1,-1 0,1 1,-1-1,1-1,-1 1,0-1,1 0,-1 0,0 0,0 0,0-1,-1 1,1-1,-1 0,1 0,-1-1,0 1,0-1,0 1,-1-1,1 0,-1 0,0 0,0 0,0-1,-1 1,0 0,0-1,0 1,0-1,0 1,-1-1,0 0,0 1,0-1,-1 1,1-1,-2-3,-3 0,0 0,0 0,-1 1,0 0,0 0,-1 1,0 0,0 0,0 0,-1 1,0 0,0 0,0 1,0 0,-1 1,0 0,1 0,-1 1,0 0,0 0,-1 1,1 0,0 1,0 0,-1 1,0 0,5 0,-1 1,0 0,1 1,-1 0,1 0,0 0,0 0,0 1,0 0,0 0,1 0,0 0,0 1,0 0,0 0,1 0,0 0,0 0,0 1,1-1,0 1,0 0,0 0,1 0,0 0,0 0,0 0,1 0,0 0,0 0,0 0,1 0,0 0,0 0,0 0,1 0,0 0,0-1,1 1,0-1,0 1,0-1,0 0,3 2,3-1,0-1,0 0,1-1,-1 0,1-1,0 0,0 0,0-1,1 0,-1-1,1 0,-1-1,0 0,1 0,-1-2,1 1,-1-1,0 0,0-1,0 0,0-1,-1 0,1-1,-1 0,0 0,2-2,48-48,-57 53,-1 0,1 0,-1-1,0 1,0 0,0 0,0-1,0 1,-1-1,1 1,-1 0,1-1,-1 1,0-1,0 1,0-1,0 1,-1-1,1 1,-1-1,1 1,-1-1,0 1,0 0,0 0,0-1,-1 1,1 0,0 0,-2-1,-5-4,0 1,0 1,0 0,-1 0,0 0,0 1,0 1,0-1,0 1,-1 1,0 0,1 0,-1 1,0 0,0 1,0 0,0 1,0 0,5-2,0 1,0 0,0 1,0-1,0 1,0 0,0 0,0 0,0 1,1 0,-1 0,0 0,1 0,0 1,-1 0,1 0,0 0,1 0,-1 1,0-1,1 1,0 0,0 0,0 0,1 0,-1 1,1-1,0 1,0-1,0 1,1 0,0 0,0 0,0 0,0 0,1 0,0 2,1-2,1 0,-1-1,1 1,1 0,-1-1,1 1,-1-1,1 0,1 0,-1 0,0 0,1 0,0-1,0 0,0 0,0 0,0 0,1 0,-1-1,1 0,0 0,0 0,4 0,2 2,1-1,-1-1,1 0,0 0,0-1,-1-1,1 0,0-1,10-1,-18 2,-1 0,0 0,0 0,0-1,0 1,0-1,0 0,0 0,0 0,0 0,0 0,0-1,-1 1,1-1,0 1,-1-1,1 0,-1 0,0-1,0 1,0 0,0-1,0 1,0-1,-1 0,1 1,-1-1,0 0,1 0,-1 0,-1 0,1 0,0 0,-1 0,0 0,1 0,-1-1,0 1,-1 0,1 0,-1 0,1 0,-1 0,0 0,0 0,-1-2,-2-1,0 1,0-1,-1 1,1 0,-1 0,0 1,-1-1,1 1,-1 1,0-1,0 1,0 0,0 0,0 0,-1 1,0 0,1 0,-1 1,0 0,1 0,-3 1,4-1,0 1,1 0,-1 1,0-1,0 1,1 0,-1 0,0 0,1 1,-1 0,1 0,-1 0,1 0,0 1,0-1,0 1,0 0,1 0,-1 1,1-1,0 1,0 0,0 0,0 0,1 0,-1 0,1 0,0 1,1-1,-1 1,1-2,0-1,0 0,0 1,1-1,-1 1,1-1,-1 1,1-1,0 1,0-1,0 1,1-1,-1 1,0-1,1 1,0-1,-1 1,1-1,0 0,0 1,1-1,-1 0,0 0,1 0,-1 0,1 0,0 0,-1 0,1 0,0-1,0 1,0-1,1 1,-1-1,0 0,0 0,1 0,-1 0,0-1,1 1,-1 0,1-1,-1 0,1 1,-1-1,3 0,2-1,0 0,0 0,0 0,0-1,-1 0,1 0,0 0,-1-1,0 0,0-1,0 1,0-1,0 0,-1 0,0-1,0 0,0 0,0 0,-1-1,0 1,0-1,0 0,-1 0,0 0,0-1,1-4,-3 9,0-1,-1 1,1 0,-1-1,0 1,0-1,0 1,0-1,0 1,-1-1,1 1,-1 0,1-1,-1 1,0 0,0-1,0 1,0 0,-1 0,1 0,0 0,-1 0,0 0,1 0,-1 1,0-1,0 0,0 1,0-1,0 1,0 0,0 0,0 0,-1 0,0 0,-3-1,-1 0,1 0,0 1,-1 0,1 1,-1-1,1 1,-1 0,1 1,-1 0,1 0,-1 0,0 1,-4 2,-1 0,1 1,0 1,0 0,1 0,0 1,0 1,1-1,-1 2,2-1,-1 1,1 0,-4 8,-7 12</inkml:trace>
  <inkml:trace contextRef="#ctx0" brushRef="#br1" timeOffset="201917.058">15765 13664,'0'0</inkml:trace>
  <inkml:trace contextRef="#ctx0" brushRef="#br1" timeOffset="202312.759">15765 13664,'-19'-25,"31"22,217 17,5-39,-244 28,4-4</inkml:trace>
  <inkml:trace contextRef="#ctx0" brushRef="#br1" timeOffset="203570.525">13746 12393,'-7'8,"0"0,0 0,1 0,0 1,1 0,0 0,1 0,0 0,0 1,1 0,0 0,0 0,1 0,1 0,0 1,0-1,1 0,0 1,1-1,1 9,0-15,0 0,0-1,0 1,0-1,0 1,1-1,-1 0,1 0,0 0,0 0,0-1,0 1,1-1,-1 0,1 0,-1 0,1 0,0-1,0 1,0-1,-1 0,1 0,1 0,-1-1,0 0,0 1,0-1,0-1,0 1,1-1,8 0,-1-1,0-1,0 0,0 0,-1-1,1-1,-1 0,0-1,5-3,-8 5,0-1,-1 1,0-1,0-1,0 1,0-1,-1-1,0 1,0-1,-1 0,0 0,0-1,-1 1,0-1,0 0,-1 0,0-1,0 1,0-5,-3 11,0-1,-1 0,1 0,-1 0,1 0,-1 1,0-1,0 0,-1 1,1-1,0 1,-1-1,0 1,1 0,-1-1,0 1,0 0,0 0,-1 0,1 1,0-1,-1 1,1-1,-1 1,1 0,-1 0,0 0,0 0,-1 0,-3-2,-1 1,0 1,0 0,0 0,1 0,-1 1,0 0,0 0,0 1,-3 1,4 0,0 0,0 0,0 1,0 0,0 1,1-1,0 1,-1 1,1-1,1 1,-1 0,1 0,0 1,0-1,0 1,1 0,0 1,0-1,0 1,1-1,0 1,1 0,-1 0,1 1,1-1,-1 0,1 1,0-1,1 1,0-1,0 1,1-1,0 1,0-1,0 0,2 3,1-5,1 1,0-1,0 0,1 0,-1-1,1 0,0 0,0 0,0-1,1 0,-1 0,1 0,-1-1,1 0,0 0,0-1,0 0,0 0,0 0,0-1,1 0,-1-1,0 0,0 0,0 0,0-1,0 0,-1 0,1-1,-1 0,1 0,2-2,-5 3,0 0,0-1,0 0,0 1,0-2,0 1,-1 0,1-1,-1 1,0-1,0 0,-1 0,1 0,-1-1,0 1,0 0,0-1,-1 0,1 1,-1-1,0 0,-1 0,1 1,-1-1,0 0,0 0,0 0,-1 0,0 1,0-1,0 0,0 0,-1 1,0-1,0 1,0 0,0-1,-1 1,0 0,0 0,0 1,0-1,0 0,-1 1,1 0,-1 0,0 0,0 0,-3 0,3 1,-1 0,0 1,0 0,0 0,0 0,0 0,0 1,0 0,0 0,0 0,0 1,0 0,0-1,0 2,1-1,-1 1,0-1,0 1,1 1,0-1,-1 1,1-1,0 1,0 1,0-1,1 0,-1 1,1 0,0 0,0 0,0 0,0 0,-1 3,0 0,0 0,0 0,1 1,-1-1,2 1,-1 0,1-1,0 1,1 0,0 0,0 1,0-1,1 0,1 0,-1 0,1 0,1 0,-1 0,1 0,3 6,-3-10,0 0,1 0,0 0,0 0,0-1,0 1,0-1,0 0,1 0,0 0,0 0,0-1,0 1,0-1,0 0,0 0,1-1,-1 1,1-1,-1 0,1 0,0-1,-1 1,1-1,0 0,-1 0,1 0,0-1,-1 0,2 0,2-1,0 0,-1 0,1 0,-1-1,1 0,-1 0,0-1,-1 0,1 0,-1-1,1 0,-1 0,-1 0,1-1,-1 0,0 0,4-6,-6 7,0 0,1 0,-2-1,1 1,-1-1,0 1,0-1,0 0,-1 0,0 0,0 0,0 0,-1 0,0 0,0 0,-1 0,0 0,0 0,0 0,0 0,-1 0,0 0,-1 1,1-1,-1 1,0-1,0 1,-1 0,1 0,-1 1,0-1,-1 1,1 0,-1 0,0 0,0 1,0-1,0 1,0 0,-1 1,-3-2,0 4,0 0,0 1,0-1,1 2,-1-1,0 1,1 1,0 0,-1 0,1 0,0 1,1 0,-1 1,1 0,0 0,0 1,0-1,1 1,0 1,0-1,0 1,1 0,0 1,0-1,1 1,0 0,1 0,-3 7,4-11,1 0,0 0,0 0,0 0,0 0,0 0,1 0,0 0,0 0,0 0,0 0,1 0,0 0,-1 0,1 0,1 0,-1 0,1-1,-1 1,1 0,0-1,0 1,1-1,-1 0,1 0,-1 0,1 0,0 0,0-1,1 1,-1-1,0 0,1 0,-1 0,3 1,3 0,0-1,0 0,0-1,0 1,0-2,0 1,0-1,0-1,0 0,1 0,-1 0,0-1,-1-1,1 0,0 0,-1 0,0-1,1 0,-1-1,-1 0,1 0,2-4,7-10</inkml:trace>
  <inkml:trace contextRef="#ctx0" brushRef="#br1" timeOffset="-211421.699">20924 12941,'14'2,"42"7,0 1,-1 4,0 1,-1 3,42 21,-86-34,-1 0,1 1,-1 1,0-1,-1 2,1-1,-1 1,4 6,-9-11,-1 0,0 0,0 0,0 1,0-1,0 1,-1-1,1 1,-1-1,0 1,0 0,-1 0,1 0,-1-1,1 1,-1 0,-1 0,1 0,0 0,-1 0,0-1,0 1,0 0,0-1,-1 1,0 1,-7 6,0 1,-1-1,0-1,-1 0,0-1,-1 0,0 0,0-1,0-1,-1 0,-1-1,1 0,-1-1,-12 3,-19 6,0-1,-1-2,-1-2,-8-2,17-3</inkml:trace>
  <inkml:trace contextRef="#ctx0" brushRef="#br1" timeOffset="-211049.115">21313 13115,'20'7,"21"4,23 3,22-1,21-2,15-2,7-2,0-1,-10-3,-17 0,-21 1,-22 1,-24 0,-17-1</inkml:trace>
  <inkml:trace contextRef="#ctx0" brushRef="#br1" timeOffset="-203892.377">15643 15896,'-7'68,"3"1,2 0,8 58,-2-16,-10 833,5-927,0 68,-12 177,13-255,-1-1,1 1,-2-1,1 0,-1 0,1 1,-2-1,1 0,-1-1,0 1,0 0,0-1,-1 1,0-1,-2 2,5-7,0-1,0 1,0-1,1 0,-1 0,0 1,0-1,1 0,-1 0,0 0,1 0,-1 0,1 0,-1 0,1 0,-1 0,1 0,0 0,0 0,-1 0,1 0,0 0,0 0,0 0,0 0,0 0,1 0,-1 0,0-1,0 1,1 0,-1 0,0 0,1 0,0 0,3-23</inkml:trace>
  <inkml:trace contextRef="#ctx0" brushRef="#br1" timeOffset="-202255.895">15684 15816,'12'-6,"0"0,1 0,-1 1,1 1,0 1,1-1,-1 2,0 0,7 0,42 1,1 3,-1 3,0 2,0 3,29 10,504 117,-543-123,-2 3,0 2,-1 2,34 20,-66-31,0 1,0 0,-1 1,0 1,-2 1,1 0,-2 0,0 2,0 0,-2 0,0 1,-1 0,0 1,-1 2,6 25,-3 1,-1 0,-3 1,-1 0,-3 0,-1 0,-3 0,-4 30,-1-29,-2 0,-2 0,-1-1,-4 0,-1-1,-2 0,-2-1,-2-2,-2 0,-1-1,-19 22,12-18,-2-1,-1-2,-3-2,-1-1,-2-2,-2-2,-1-1,-2-2,-1-3,-1-1,-1-3,-2-1,-1-3,0-2,-20 3,-28 2,0-5,-25 0,-83-4,14-17,192 2,-1-1,1 1,-1-1,0 0,1 1,-1-1,0 0,1 0,-1 0,1 0,-1 0,0 0,1-1,-1 1,1-1,-1 1,1-1,-1 1,1-1,-1 0,1 0,-1 1,1-1,0 0,-1 0,1-1,0 1,0 0,0 0,0-1,0 1,0 0,0-1,1 1,-1-1,0 1,1-1,-1 1,1-1,0 1,-1-1,1 0,0 1,0-2,4-4</inkml:trace>
  <inkml:trace contextRef="#ctx0" brushRef="#br1" timeOffset="-193075.163">12583 14278,'-2'1,"1"1,-1-1,1 0,0 1,0-1,0 1,0-1,0 1,0 0,0 0,1-1,-1 1,1 0,-1 0,1 0,0-1,-1 1,1 0,0 0,0 0,0 0,1 0,-1-1,0 1,1 0,-1 0,1 0,0-1,-1 1,1 0,0-1,0 1,0 0,0-1,0 1,1-1,-1 0,0 1,1-1,-1 0,1 0,-1 0,1 0,0 0,-1 0,1 0,0-1,-1 1,2 0,1 0,-1 0,0 1,1-1,0-1,-1 1,1 0,-1-1,1 0,0 0,-1 0,1 0,0 0,-1-1,1 0,-1 0,1 0,-1 0,1 0,-1-1,0 1,0-1,1 0,-1 0,0 0,-1 0,1-1,0 1,-1-1,1 0,-1 0,0 0,0 0,0 0,0 0,-1 0,1-1,-1 1,0-1,0 1,1-3,-2 2,1-1,-1 1,0 0,0 0,0-1,0 1,-1 0,1 0,-1 0,0 0,-1 0,1 0,-1 0,0 0,0 0,0 0,0 1,-1-1,1 1,-1 0,0-1,0 1,0 1,0-1,-1 0,1 1,-1 0,1-1,-1 2,0-1,0 0,0 1,0-1,0 1,0 0,0 1,-1-1,1 1,0 0,0 0,-1 0,1 0,0 1,0-1,0 1,0 0,-1 1,-1 0,2 2,-1 0,1 0,-1 0,1 1,0 0,1 0,-1 0,1 0,0 0,0 1,1-1,-1 1,1 0,1-1,-1 1,1 0,0 0,0 1,1-1,-1 0,1 0,1 0,-1 0,1 0,0 0,1 0,-1 0,1 0,0 0,1 0,-1-3,0 0,0-1,1 1,-1-1,0 0,1 1,0-1,-1 0,1-1,0 1,0 0,0-1,0 0,0 1,0-1,0-1,1 1,-1 0,0-1,1 1,-1-1,0 0,1 0,-1-1,0 1,0-1,3 0,1 0,1-1,0 0,-1-1,0 0,1 0,-1 0,0-1,-1 0,1-1,-1 1,2-2,-3 0,0 1,0-1,0 0,-1 0,0 0,0-1,0 1,-1-1,0 0,-1 0,1 0,-1 0,-1-1,1 1,-1-3,0 7,-1-1,0 1,0-1,0 1,-1-1,1 1,-1-1,1 1,-1 0,0 0,0-1,-1 1,1 0,-1 0,0 0,1 0,-1 0,-1 0,1 1,0-1,-1 1,1 0,-1-1,0 1,1 0,-1 0,0 1,0-1,-1 1,1-1,0 1,0 0,-1 0,1 1,-3-2,0 2,0-1,0 1,0-1,0 2,0-1,0 1,0 0,0 0,1 0,-1 1,0 0,1 0,-1 1,1-1,0 1,-1 0,1 1,1-1,-1 1,0 0,1 0,0 1,0-1,0 1,1 0,-1 1,-3 4,1-1,-1 2,2-1,0 1,0 0,1 0,0 0,1 1,1-1,-1 1,2 0,0-1,0 7,1-13,0 0,1-1,-1 1,1 0,0-1,0 1,1-1,0 1,-1-1,1 0,1 1,-1-1,1 0,-1-1,1 1,0 0,0-1,1 1,-1-1,1 0,0 0,0-1,0 1,0-1,0 0,0 0,1 0,-1 0,1-1,-1 0,1 0,0 0,-1 0,1-1,0 0,-1 0,5 0,-3-1,1 1,-1-1,0 0,0-1,1 0,-1 0,0 0,-1 0,1-1,0 0,-1-1,1 1,-1-1,0 0,0 0,-1 0,1-1,-1 0,0 0,0 0,-1 0,1 0,-1-1,0 0,-1 1,1-1,-1 0,0-1,-1 1,0 0,0 0,0-1,0 1,-1 0,0-1,-1 1,1 0,-2-5,1 6,0 1,-1 0,1 0,-1 0,0 0,0 0,-1 0,1 0,-1 0,0 1,0 0,0-1,0 1,-1 0,1 1,-1-1,0 0,1 1,-1 0,0 0,-1 0,1 1,0-1,0 1,-1 0,1 0,-1 0,1 1,-1 0,1 0,-1 0,1 0,-1 0,1 1,0 0,-1 0,1 0,0 1,-1 0,1-1,0 1,0 1,0-1,1 1,-1-1,1 1,-3 2,1 0,-1 0,1 1,0-1,0 1,1 1,0-1,0 0,0 1,1 0,0 0,0 0,1 0,-1 1,2-5,1 0,-1 0,0 0,1 0,-1 0,1 0,0 0,0 0,0 0,0 0,1 0,-1 0,1 0,0 0,0 0,0 0,0 0,1 0,-1-1,1 1,-1 0,1-1,0 0,0 1,0-1,0 0,1 0,-1 0,1 0,-1 0,1-1,2 2,-2-2,1 0,0 1,0-2,0 1,0-1,1 1,-1-1,0 0,0 0,0-1,0 1,0-1,0 0,0 0,0-1,0 1,-1-1,1 1,0-1,-1 0,1-1,-1 1,0-1,0 1,0-1,0 0,0 0,-1 0,1-1,-1 1,0-1,0 1,0-1,0 0,-1 1,1-1,-1 0,0 0,0 0,-1 0,1 0,-1 0,0 0,0-1,0 1,-1-3,1 5,-1 1,0 0,1-1,-1 1,0 0,0-1,0 1,0 0,0 0,0 0,0 0,0 0,0 0,0 0,-1 0,1 0,0 0,-1 1,1-1,0 1,-1-1,1 1,-1-1,1 1,-1 0,1 0,-1 0,1 0,-1 0,1 0,-1 0,1 0,-1 1,1-1,-1 0,1 1,-1-1,1 1,0 0,-1-1,1 1,0 0,0 0,-1 0,1 0,0 0,0 0,0 0,0 0,0 1,0-1,1 0,-1 1,0-1,1 0,-1 2,-5 11,1 0,0 1,1-1,1 1,0 0,1 0,0 1,2-1,0 0,0 2,0-14,17 281,-1-86,-17-56,-6-1,-25 134,19-171,-7 180,15-160,-18 97,0-97,8-47,2 0,5 1,1 30,-5 31,8-126,0 1,2-1,-1 1,2 0,0-1,1 1,0 0,1 0,0-1,1 1,1 0,0-1,1 0,0 0,6 11,-3-12,-6-9,0 1,0-1,1 0,0 0,-1 0,1 0,0-1,1 1,-1 0,0-1,1 1,-1-1,1 0,0 0,0 0,0 0,0-1,0 1,0-1,0 0,1 1,-1-2,0 1,4 0,12 0,1 0,0-2,-1-1,0 0,17-5,29-3,310-3,206-7,-338 47,-177-16,0-3,48 0,311-22,17 28,-186-14,-138 13,42 14,-130-29,-36-5</inkml:trace>
  <inkml:trace contextRef="#ctx0" brushRef="#br1" timeOffset="-191696.677">12556 14211,'-6'1,"-1"1,1-1,0 1,-1 0,1 0,0 1,0 0,1 0,-1 0,1 1,-1 0,1 0,0 0,1 1,-1-1,1 1,0 0,0 1,0-1,1 1,0 0,0-1,0 1,0 3,1-5,1 0,-1 0,1 0,0 0,0 0,1 1,-1-1,1 0,0 0,0 1,1-1,-1 0,1 0,0 1,0-1,0 0,1 0,-1 0,1 0,0 0,0-1,0 1,1-1,-1 1,1-1,0 0,0 0,0 0,0 0,1 0,-1-1,1 1,-1-1,1 0,0 0,0-1,9 4,0-1,1 0,-1-1,1-1,-1 0,1-1,0 0,-1-1,1-1,0 0,-1-1,1 0,-1-1,1 0,-1-1,0-1,0 0,-1-1,5-3,-13 7,0 0,0-1,0 1,0-1,-1 0,1 0,-1 0,1 0,-1-1,0 1,-1-1,1 0,-1 0,1 0,-1 0,0 0,0-1,-1 1,0-1,1 1,-1-1,-1 1,1-1,-1 0,0 1,0-1,0 0,0 1,-1-1,0 1,0-1,-2-3,0 0,-1 0,-1 1,0 0,0 0,0 0,-1 1,0-1,0 1,0 1,-1-1,0 1,0 0,0 1,-1 0,0 0,1 0,-1 1,-1 0,1 1,0 0,-3 0,5 0,0 1,0 0,0 1,0-1,0 1,-1 1,1-1,0 1,0 0,0 0,0 1,0 0,0 0,0 0,1 1,-1-1,1 2,0-1,0 0,0 1,0 0,0 0,1 1,0-1,0 1,0 0,0 0,1 0,-2 4,2-3,0-1,0 1,0 0,1 0,0 0,0 0,1 1,0-1,0 1,0-1,1 0,0 1,0-1,1 1,-1-1,2 0,-1 1,1-1,-1 0,2 0,-1 0,1 0,0 0,0-1,0 1,1-1,0 0,0 0,0 0,1 0,-1-1,1 0,0 0,1 0,5 3,-1-2,0 1,1-2,0 0,0 0,0-1,1 0,-1 0,1-2,0 1,-1-2,1 1,0-2,-1 0,1 0,0-1,-1 0,1-1,-1 0,0-1,0 0,0-1,-1 0,0-1,0 0,7-6,-14 10,0-1,-1 0,1 0,-1 0,0 0,0 0,0-1,0 1,-1 0,1-1,-1 1,0-1,0 0,0 0,0 1,-1-1,0 0,0 0,0 1,0-1,0 0,-1 0,1 0,-1 1,0-1,-1 0,1 1,0-1,-1 1,0 0,-1-2,-1-2,-1-1,0 2,-1-1,0 0,0 1,0 0,-1 1,0-1,0 1,0 1,-1-1,0 1,-3-1,2 2,0 0,0 0,0 1,0 1,-1-1,1 2,-1-1,1 1,-1 1,1-1,-1 2,1-1,0 1,-1 1,1 0,-8 3,11-3,0 0,0 0,0 0,1 0,-1 1,1 0,0 0,0 1,0-1,1 1,0 0,0 0,0 1,0-1,1 1,0 0,0 0,1 0,-1 0,1 0,1 0,-1 1,1-1,0 7,0-8,2 0,-1 0,0 0,1 0,0 0,0 0,0-1,1 1,0 0,0-1,0 1,0-1,1 1,-1-1,1 0,0 0,1 0,-1-1,1 1,-1-1,1 0,0 0,0 0,1 0,-1-1,0 0,5 2,6 2,0 0,0-1,0-1,1-1,0 0,-1-1,1-1,4 0,-11-1,1 0,0 0,-1-1,1-1,-1 0,1 0,-1 0,0-1,3-2,-9 4,0-1,0 1,0-1,0 0,-1 0,1 0,0 0,-1 0,1-1,-1 1,0-1,0 1,0-1,0 0,0 0,-1 0,1 0,-1 0,0 0,0-1,0 1,0 0,-1 0,1-1,-1 1,0-1,0-1,-1-1,0 1,-1-1,1 1,-1-1,-1 1,1 0,-1 0,0 0,0 0,0 1,-1-1,1 1,-1 0,0 0,-1 0,1 0,0 1,-1 0,0 0,0 0,0 1,0-1,0 1,-1 0,1 1,-1-1,1 1,-1 0,0 0,1 1,-1 0,0 0,1 0,-1 1,1 0,-1 0,-3 1,1 0,0 1,1 0,-1 0,1 0,0 1,0 0,0 1,1 0,-1 0,1 0,0 0,1 1,-1 0,1 0,0 1,1 0,0 0,0 0,0 0,1 0,-2 5,5-10,-1 0,1 0,-1 0,1 0,0 0,0 0,0 0,0 0,0 0,0 0,1 0,-1 0,0 0,1-1,0 1,-1 0,1 0,0 0,0 0,0-1,0 1,1-1,-1 1,0-1,1 1,-1-1,1 1,-1-1,1 0,-1 0,1 0,0 0,0 0,0 0,-1-1,1 1,0 0,75 6,-67-8,1-1,-1 0,1-1,-1 0,0-1,-1 0,1 0,0-1,-1-1,0 1,-1-2,3-1,-7 5,0 0,-1 0,0 0,1-1,-1 1,0-1,-1 0,1 0,-1 0,0 0,0 0,0 0,0-1,-1 1,0-1,0 1,0-1,0 1,-1-1,0 0,0 1,0-1,0 0,-1 1,0-1,1 1,-2-1,1 1,-1-1,1 2,-1-1,0 0,0 1,0 0,0-1,-1 1,0 0,1 0,-1 0,0 1,0-1,0 1,-1-1,1 1,-1 0,1 0,-1 1,0-1,1 1,-1 0,0 0,0 0,0 0,0 1,0-1,0 1,0 0,0 0,0 1,0-1,0 1,0 0,0 0,0 0,0 1,1-1,-3 2,-10 4,0 2,0 0,1 0,0 2,1 0,-8 8,-10 10</inkml:trace>
  <inkml:trace contextRef="#ctx0" brushRef="#br1" timeOffset="-189296.243">17382 16698,'443'16,"985"56,-389-26,-543-15,1009 34,-1202-67,-289-1,-9 0</inkml:trace>
  <inkml:trace contextRef="#ctx0" brushRef="#br1" timeOffset="-188921.837">20791 16497,'17'24,"1"-2,2 0,0-1,1-1,1-1,0-1,2 0,0-2,1-1,0-1,18 6,79 52,-118-69,1-1,0 0,-1 0,1 1,-1 0,1 0,-1 0,0 0,0 1,0 0,-1-1,1 1,-1 1,0-1,0 0,-1 1,1 0,-1-1,0 1,0 0,0 0,-1 0,0 0,0 1,0-1,-1 4,-3-3,0 1,-1-1,0 0,0 0,0 0,-1-1,0 0,0 0,0 0,-1 0,1-1,-1 0,0 0,-1 0,-4 1,-51 27,-1-2,-2-4,0-2,-48 9,71-20,-51 15</inkml:trace>
  <inkml:trace contextRef="#ctx0" brushRef="#br1" timeOffset="-187638.403">23064 16230,'9'26,"1"0,1-1,1-1,2 0,0 0,2-1,0-1,1-1,1-1,2 0,9 7,-23-21,0 0,1 0,0-1,0 0,1 0,-1 0,1-1,0 0,0-1,1 0,-1 0,0-1,1 0,0 0,0-1,-1 0,1-1,0 0,0 0,0-1,-1 0,1-1,0 1,-1-2,1 1,2-2,2-7,0 0,0-1,-1 0,-1-1,0 0,-1 0,0-1,-1-1,-1 0,0 0,-1 0,-1-1,0 0,-1-1,-1 1,0-1,-1 0,-1 0,-1 0,-1 0,0-9,0 25,0-2,1 0,-1 0,0 0,0 0,0 0,-1-1,1 1,-1 0,1 0,-1 0,0 0,0 0,-1 0,1 0,-1 1,1-1,-1 0,0 1,0-1,1 2,-1 1,1 0,0 0,0 0,0 0,0 1,0-1,0 0,0 0,0 1,0-1,0 0,0 1,0-1,0 1,0 0,0-1,0 1,1 0,-1-1,0 1,0 0,1 0,-1 0,0-1,1 1,-1 0,1 0,-1 0,-7 13,1 1,1-1,0 1,1 0,1 1,0-1,1 1,0 0,2-1,0 1,0 9,1 51,4 1,2-1,4 0,17 61,8 66,-29-171,-1 0,-2 1,-1-1,-2 1,-1-1,-2 1,-1-1,-5 19,7-45,1 0,-1-1,-1 0,1 1,-1-1,0 0,0 0,-1-1,1 1,-1-1,0 1,0-1,0 0,-1-1,0 1,1-1,-1 0,0 0,-1 0,1-1,0 0,-1 0,1 0,-1-1,0 0,0 0,1 0,-1 0,0-1,0 0,0-1,1 1,-1-1,0 0,0 0,0-1,-8-3,1 0,0-1,0-1,1 0,0 0,0-2,1 1,0-1,0-1,1 0,0 0,1-1,0 0,1-1,0 0,1 0,0-1,1 0,1 0,-2-5,5 12,0 0,0-1,0 1,1-1,0 1,1-1,-1 1,1-1,1 1,-1-1,1 1,0-1,1 1,-1-1,1 1,0 0,1 0,0 0,0 0,0 0,0 0,1 1,0 0,0 0,1 0,-1 0,1 1,0-1,0 1,1 1,0-1,22-11,1 2,0 1,1 1,0 2,0 1,1 1,0 2,0 1,25 0,83-3,-84 6</inkml:trace>
  <inkml:trace contextRef="#ctx0" brushRef="#br1" timeOffset="-187142.748">23906 17019,'20'-1,"1"1,0 1,-1 0,1 2,-1 1,0 0,0 2,0 0,-1 1,12 6,-29-12,0-1,0 1,0 0,0 0,0-1,-1 1,1 1,0-1,-1 0,1 0,-1 1,1-1,-1 0,1 1,-1 0,0-1,0 1,0 0,0-1,0 1,0 0,-1 0,1 0,-1 0,1 0,-1 0,1 0,-1 0,0 0,0 0,0 0,0 0,-1 0,1 0,0 0,-1 0,1 0,-1 0,0-1,0 1,0 0,0 0,0 0,0-1,0 1,0-1,-2 2,-82 48,36-27,48-23,1-1,0 1,-1-1,1 1,-1-1,1 1,0 0,0-1,-1 1,1-1,0 1,0 0,0-1,0 1,0 0,0-1,0 1,0 0,0 0,0-1,0 1,0 0,0-1,0 1,1-1,-1 1,0 0,1-1,-1 1,0-1,1 1,-1 0,0-1,1 1,-1-1,1 0,-1 1,1-1,0 1,-1-1,1 0,-1 1,1-1,0 0,-1 0,1 1,-1-1,1 0,0 0,-1 0,1 0,0 0,-1 0,1 0,0 0,0 0,-1 0,1 0,-1 0,1-1,0 1,0 0,0 0,78 22,-48-14,-1 0,0 2,-1 1,0 2,-1 0,0 2,26 38,-52-51,-1 0,0 0,0 0,0 0,0 0,-1 0,1 1,0-1,-1 0,0 0,1 1,-1-1,0 0,0 1,-1-1,1 0,0 0,-1 1,1-1,-1 0,0 0,1 0,-1 1,0-1,-1 0,1 0,0-1,0 1,-1 0,1 0,-2 0,-6 6,-1-1,0-1,0 1,0-1,-1-1,0 0,0-1,-1 0,1-1,-1 0,-8 1,-129 23,-65-7,-14-5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09:24.22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8813 118,'-5'-5,"1"-1,-1 0,-1 1,1 0,-1 1,1-1,-2 1,1 0,0 0,-1 1,1 0,-1 0,0 1,0-1,0 1,0 1,-1 0,1 0,0 0,-1 1,0 0,-367 1,141-14,-13 3,-6-12,162 18,-1 3,0 4,-71 13,59-9,67-6,-1 2,1 1,-33 9,-123 37,2 21,-113-1,-226 33,362-55,134-35,-2-2,1-1,-36 5,-5-1,2 3,-52 19,49-13,-111 5,66-14,-118 34,130-22,-1-6,-1-5,-74 0,64-15,12-1,-1 5,-71 13,-410 93,481-92,0 5,2 4,1 5,-39 20,14 6,-80 48,166-75,2 2,0 1,3 3,-15 17,8-8,-225 221,122-67,64-76,12-25,17-30,4 3,2 3,4 2,3 1,4 3,3 2,-12 42,-77 290,-23 28,110-295,-21 148,18-77,31-158,-20 78,7 0,6 2,2 59,17-62,6 0,19 108,47 164,91 283,66 273,-197-802,-7 2,-8 0,-5 46,12 132,46 206,27-31,-5-145,-65-298,4-2,3 0,4-3,18 26,-39-70,112 220,-59-109,6-3,15 10,-1-15,6-4,41 37,-84-107,3-1,3-3,1-3,3-2,2-4,15 7,13 0,3-3,1-5,2-4,11-2,543 143,-471-138,2-7,116 4,201 19,479 43,-176-25,187 43,-845-106,-1 5,93 26,143 42,-174-54,233 43,105 34,76 30,-493-111,107 8,67 13,115 37,191-1,-546-70,-1 2,-1 3,0 3,0 3,-35-16,42 14,1-4,0-3,2-3,20 0,150 32,155 54,27-8,-229-57,116 3,-260-32,435 34,-253-20,48-10,157 5,-258-4,0-9,21-8,170 9,-127 4,63-15,144-6,-358 4,2 2,0-4,-1-4,87-29,-120 27,1 2,1 3,1 3,3-3,0-3,-2-2,19-10,91-28,-129 45,-1-3,0-1,0-2,31-19,271-161,-305 177,-1-2,-1-2,-1-1,-1-2,15-17,27-42,-5-4,-4-2,-4-4,2-11,-45 73,84-140,24-69,136-320,26 58,-251 420,-5-1,13-52,-1 4,197-462,-187 440,33-148,-77 248,-3-1,-2-1,-2 0,-3 0,-3 0,-2 0,-5-12,-57-246,29 168,14 45,-44-170,56 249,-1 1,-1 0,-1 1,-1 0,-1 1,-1 0,-1 2,-1-1,0 2,-2 0,-20-15,-204-174,242 206,-32-30,-1 1,-2 1,-1 2,0 2,-42-21,-11 8,-2 5,-41-8,-46-16,76 22,-2 5,-2 4,-37-1,-593-80,482 67,-31-19,-169-30,315 72,0-7,1-6,2-6,-115-49,-145-86,324 146,3-3,0-3,2-3,2-3,1-3,-49-41,37 5,2-2,4-4,4-2,-55-94,75 101,4-2,3-2,4-1,4-2,3-1,4-1,1-17,-56-223,-27-268,101 547,-14-126,-7 0,-33-98,36 188,-4 2,-4 0,-37-66,-267-442,299 528,-4 2,-1 2,-4 2,-1 2,-4 2,-1 2,-51-37,-363-223,247 136,122 94,-3 4,-3 4,-18-4,-13 10,-3 6,-3 6,-7 5,-253-102,108 9,121 55,-62-16,-378-117,5 27,322 107,283 85,-49-16,-1 2,0 3,-1 1,-1 3,-38-1,-97 24,181-15,-1 0,1-1,0 0,0 0,0 0,0-1,0 0,0 0,0-1,0 0,1 0,0 0,-1-1,1 0,1 0,-1-1,-2-2,6 5,-15-12,-1 2,0 0,-1 0,0 2,-11-5,-16 9,18 6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09:26.24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216 422,'-28'363,"-90"732,77-676,13 380,28-782,-1-10,1 0,0 0,0 1,1-1,0 0,0 0,1 0,0 0,0 0,2 3,-3-9,0 0,0 0,1 0,-1 0,0-1,1 1,-1 0,0-1,1 1,-1-1,1 0,-1 1,0-1,1 0,-1 0,1 0,-1 0,1 0,-1 0,1 0,-1 0,1-1,-1 1,0-1,1 1,-1-1,0 1,1-1,-1 0,0 0,1 0,6-2,46-10,0 3,0 2,1 2,0 3,0 2,0 3,0 2,0 2,10 5,23-1,461 31,32-24,548 27,15 61,-1103-102,220 6,-259-9,-1 0,1 0,-1 0,1 0,-1 0,1 0,-1 0,1-1,-1 1,1-1,-1 1,0-1,1 1,-1-1,0 0,1 0,-1 0,0 0,0 0,0 0,0 0,0 0,0 0,0 0,0 0,0-1,0 1,-1 0,1-1,0 1,-1-1,0 1,1 0,-1-1,0 1,1-1,-1 1,0-1,0 1,0-1,-1 0,51-336,26-707,-74 737,-31-231,-5-122,33 626,1-20,-2-1,-3 1,-2 0,-10-34,15 82,1 0,-1 1,-1-1,1 0,-1 1,0-1,0 1,-1 0,0 0,0 0,-1 0,1 1,-1 0,0 0,-1 0,1 1,-1-1,0 1,0 1,0-1,-1 1,1 0,-5-1,-4 2,0 1,0 0,0 1,0 1,0 0,0 1,0 0,0 2,1 0,-1 0,1 1,0 1,1 0,-1 1,-7 6,-93 33,52-32,-1-3,0-3,-1-3,-23-2,39-1,-354 9,1-18,-266-42,-54-13,-372 78,774-7,368-6,-38-2,-1 1,0 1,1 0,-1 0,0 1,0 0,-1 0,7 5,5 7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09:27.21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0,'231'24,"-212"-21,40 6,-1 3,0 2,-1 3,-1 2,22 13,-71-30,-1 1,1 0,0 0,-1 1,0 0,0 0,0 1,0-1,-1 1,0 1,0-1,0 1,0 0,-1 0,1 1,-5-5,1 0,-1 0,1 0,-1 0,0 0,0 0,0 0,0 0,0 0,0 0,0 0,-1 0,1 0,-1 0,0 0,1 0,-1 0,0 0,0 0,0-1,0 1,-1 0,1-1,0 1,-1-1,1 1,-1-1,1 0,-3 1,-54 32,56-33,-298 111,74-32,154-44,71-35,0-1,0 1,0-1,1 1,-1-1,0 1,0 0,1-1,-1 1,1 0,-1 0,0-1,1 1,0 0,-1 0,1 0,-1 0,1 0,0-1,0 1,-1 0,1 0,0 0,0 0,0 0,0 0,0 0,0 0,0 0,1 0,-1 0,0 0,0-1,1 1,-1 0,1 0,-1 0,0 0,1-1,0 1,-1 0,1 0,-1-1,1 1,0 0,0-1,-1 1,1-1,0 1,0-1,0 1,-1-1,1 0,0 1,0-1,0 0,0 0,0 0,0 1,0-1,0 0,0 0,0 0,0-1,-1 1,1 0,0 0,25 5,-1-1,1-1,0-1,0-1,3-1,6 0,791 7,85 63,-407-25,-266-23,-211-15,-26-1,-69 4,7-7,-2-1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09:27.71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1,'30'6,"51"12,0-3,1-4,56 0,-110-9,772 35,242 23,-844-30,-181-23,-22-7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09:28.03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0,'13'17,"0"-1,1-1,1 0,0-1,1 0,1-1,0-1,18 9,-14-7,208 128,-141-93,-2 5,-2 3,-3 4,-3 3,24 29,-80-71,-2 2,-1 1,-1 0,-1 2,-1 0,-2 0,11 28,-19-39,-1 0,0 1,-1-1,-1 1,0 0,-1 0,-1 0,-1 0,-1 0,0 0,-1 0,0 0,-2 0,0-1,-2 5,-7 5,-1 1,-1-2,-2 0,0-1,-2-1,0-1,-1 0,-2-1,0-2,-1 0,-1-1,0-2,-6 2,-105 71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09:28.98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252 1,'5'4,"4"16,-1 22,0 24,-2 27,-5 26,-6 21,-10 18,-9 12,-7 6,-5 3,-1-6,1-10,4-14,6-17,5-19,6-23,5-25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09:29.61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1 107,'30'-18,"1"2,1 2,0 1,1 1,0 2,1 1,0 2,12-1,50 12,-94-3,0-1,1 0,-1 1,0 0,1 0,-1 0,0 0,0 0,0 0,0 0,0 1,0-1,0 1,0-1,0 1,-1 0,1 0,-1 0,1 0,-1 0,0 0,0 0,0 0,0 0,0 1,0-1,0 0,-1 1,1-1,-1 0,0 1,0-1,0 1,0-1,0 0,0 1,-1 1,-4 7,0 0,0 0,-1 0,-1-1,0 0,0 0,-1-1,0 0,-1 0,0 0,0-2,-1 1,-10 6,-77 54,96-68,1 0,0 0,-1 1,1-1,0 0,-1 0,1 0,0 0,-1 0,1 1,0-1,0 0,-1 0,1 1,0-1,0 0,-1 0,1 1,0-1,0 0,0 1,-1-1,1 0,0 1,0-1,0 0,0 1,0-1,0 0,0 1,0-1,0 0,0 1,0-1,0 0,0 1,0-1,0 0,0 1,0-1,0 0,1 1,-1-1,0 0,0 1,0-1,0 0,1 1,-1-1,0 0,0 0,1 1,-1-1,0 0,1 0,-1 0,0 1,0-1,1 0,-1 0,25 4,-21-4,8 1,19-1,0 2,0 0,0 3,0 0,-1 2,0 1,0 2,-1 0,0 2,26 16,-50-25,0 1,0-1,0 1,-1 0,1 1,-1-1,0 1,-1 0,1 0,-1 0,0 0,0 1,0-1,-1 1,0 0,0-1,0 1,-1 0,0 0,0 0,0 0,-1 1,0-1,0 0,-1 0,0 0,0 0,-1 3,-6 7,-1-1,-1 1,0-2,-1 1,-1-2,0 1,0-2,-2 0,0 0,0-1,-1-1,0 0,0-1,-1-1,-1-1,-1 1,-1 2,-1-1,0 0,-1-2,0 0,0-2,-1 0,0-1,-5-1,25-3,0 0,0 0,0 0,0 0,0 0,0 0,0-1,0 1,0-1,1 1,-1-1,0 0,0 0,0 0,1 0,-1 0,0 0,1 0,-1-1,1 1,0-1,-1 1,1-1,0 1,0-1,0 0,0 1,0-1,0 0,0 0,1 0,-1 0,1 0,-1 0,1 0,0 0,0 0,0 0,0 0,0 0,0-17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09:30.37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1,'9'25,"12"19,16 19,18 14,15 10,12 6,8 3,2 2,-3-3,-6-4,-9-6,-11-8,-15-8,-11-12,-14-12,-10-15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09:30.63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881 1,'-16'27,"-17"34,-20 34,-25 33,-25 28,-28 25,-24 13,-11 3,21-32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09:31.86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5 1,'7'10,"4"-4,1-1,0 0,1 0,-1-2,1 1,-1-2,13 2,0 0,316 65,-328-66,-1 1,1 0,-1 1,0 0,-1 0,1 2,-1-1,2 3,-11-8,0 1,-1-1,1 1,0-1,-1 1,0-1,1 1,-1 0,0 0,0 0,0 0,0 0,0 0,0 0,-1 0,1 0,-1 0,1 0,-1 1,0-1,0 0,0 0,0 0,0 0,0 1,-1-1,1 0,-1 0,1 0,-1 0,0 0,0 0,0 0,0 0,0 0,-1 0,1-1,0 1,-1 0,0 0,-74 57,2-23,-2-3,-1-4,-1-3,-77 15,89-18,66-22,0 0,0-1,0 1,-1 0,1-1,0 1,0 0,0-1,0 1,1 0,-1-1,0 1,0 0,0-1,0 1,1 0,-1-1,0 1,1 0,-1-1,0 1,1-1,-1 1,1-1,-1 1,1-1,-1 1,1-1,-1 1,1-1,-1 0,1 1,0-1,-1 0,1 1,0-1,-1 0,1 0,0 0,-1 0,1 0,0 0,-1 0,1 0,0 0,-1 0,2 0,-2 0,190 41,-139-33,444 78,-201-47,1-12,1-14,121-15,-196-2,49-15,-191 7,-82 8,-158-3,109 4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09:32.38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1,'118'16,"1"-4,46-5,-100-5,1711 39,-1319-39,-442-2,71-12,-81 5,-6 4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09:32.72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148 20,'-10'-4,"0"1,-1 0,1 0,0 1,-1 0,1 1,-1 0,0 0,1 1,-11 2,20-1,-1-1,0 1,1 0,0 1,-1-1,1 0,0 0,-1 0,1 1,0-1,0 1,0-1,0 1,1-1,-1 1,0 0,0-1,1 1,-1 0,1-1,0 1,0 0,-1 0,1-1,0 1,0 0,0 0,1-1,-1 1,0 0,1 0,-1-1,1 1,0 0,-1-1,1 1,0-1,0 1,0-1,0 1,0-1,0 1,1-1,0 1,14 19,0-2,1 1,0-2,2 0,0-2,1 0,1-1,2 1,-18-13,292 190,-167-113,-3 5,7 15,-109-80,-1 2,-1 0,-1 1,-1 2,-1 0,-2 1,3 5,-15-20,0 0,0 0,-1 0,-1 1,0 0,0 0,-1 0,-1 0,0 1,0-1,-2 1,1-1,-2 1,0-1,0 0,-1 1,0-1,-1 0,-4 9,-5 3,-1-2,-1 1,-1-1,-1-1,-1-1,0 0,-2-2,0 0,-1-1,-1 0,0-2,-2-1,1 0,-5 0,-96 53,-3-6,-2-5,-49 11,-7-2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09:33.67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7,'17'28,"2"1,1-2,1-1,1-1,1 0,11 6,-5-2,0-2,3 0,0-3,1-1,1-1,2-2,0-1,0-2,2-1,0-2,20 3,-49-14,1-1,-1 0,0-1,1 0,-1-1,1 0,-1 0,1-1,-1 0,1 0,-1-1,0-1,0 1,0-1,0-1,0 0,-1 0,0-1,0 0,0 0,0-1,-1 0,0 0,0-1,5-6,7-18,0 0,-3-1,0-1,-2 0,-2-1,-1-1,-1 0,-3 0,1-8,-7 38,0 4,-1 0,1-1,-1 1,1-1,-1 0,0 1,1-1,-1 1,0-1,0 1,0-1,0 0,0 1,-1-1,1 1,0-1,-1 1,1-1,-1 1,0-1,1 1,-1-1,0 0,-1 3,0-1,0 1,0-1,0 1,0 0,0 0,1-1,-1 1,0 0,0 1,1-1,-1 0,1 0,-1 1,1-1,-1 1,1-1,0 1,0 0,0-1,0 2,-1-1,-16 25,0 1,2 0,2 1,0 1,2 1,1-1,2 2,1-1,1 1,1 3,-5 70,4 1,5 0,4 0,14 81,2 177,-17-337,-1 1,-1-1,-1 1,-2-1,-1 0,-1 0,-1 0,-1-1,-2 0,0-1,-3 2,8-20,0-1,0 0,0 0,-1 0,0-1,0 0,-1 0,1-1,-1 1,0-1,0-1,0 1,-1-1,1-1,-1 1,0-1,1-1,-1 1,0-1,0-1,0 1,0-2,0 1,0-1,0 0,0 0,0-1,0 0,1-1,-1 1,1-2,0 1,-1-1,-22-12,1-1,1-1,1-2,1 0,0-2,2-1,0 0,2-2,1-1,-9-14,-19-43,48 79,0 1,0 0,0 0,0-1,1 1,-1 0,1-1,0 1,0 0,0-1,0 1,1 0,-1-1,1 1,0 0,0-1,0 1,1 0,-1 0,1 0,-1 0,1 0,0 1,0-1,0 0,1 1,-1-1,16-11,1 1,1 1,0 1,0 0,1 1,0 2,1 0,5-1,53-14,1 3,1 3,0 4,21 2,-54 6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09:34.36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724 1,'-9'18,"-13"22,-10 26,-17 26,-15 24,-18 21,-20 18,-17 7,-11 1,16-27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09:35.27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108 84,'-1'-8,"0"1,0 0,-1-1,0 1,0 0,0 0,-1 0,0 0,-1 1,0-1,4 7,0-1,0 1,0 0,-1-1,1 1,0 0,0-1,-1 1,1 0,0 0,-1-1,1 1,0 0,-1 0,1 0,0 0,-1-1,1 1,0 0,-1 0,1 0,-1 0,1 0,0 0,-1 0,1 0,-1 0,1 0,0 0,-1 0,1 0,0 0,-1 1,1-1,0 0,-1 0,1 0,-1 0,1 1,0-1,0 0,-1 0,1 1,0-1,0 0,-1 1,1-1,0 0,0 1,-1-1,1 0,0 1,0-1,0 0,0 1,0-1,0 1,0-1,0 1,-9 25,-13 176,15-100,-18 128,24-227,0 0,1-1,-1 1,1 0,0-1,-1 1,1 0,0-1,1 1,-1 0,0 0,1-1,-1 1,1-1,0 1,0 0,0-1,0 1,1-1,-1 0,1 0,-1 1,1-1,0 0,-1 0,1 0,0-1,1 1,-1 0,0-1,0 1,1-1,-1 0,1 0,-1 0,2 1,13-3,0 0,0-1,-1-1,1 0,-1-1,1-1,-1 0,-1-2,1 1,-1-2,8-5,1 2,0-1,-1-1,0-1,-2-1,1-1,-2 0,10-12,-26 22,0-1,-1 1,0-1,0 0,-1 0,0 0,0 0,-1 0,0 0,0-1,0 1,-1 0,0-1,-1 1,1 0,-2-1,1 1,-1 0,0 0,0 0,-1 0,0 0,0 1,-4-6,8 11,-1 1,0-1,0 1,0-1,0 1,0-1,-1 1,1-1,0 0,0 1,0-1,0 1,0-1,-1 1,1-1,0 1,-1-1,1 1,0 0,-1-1,1 1,0-1,-1 1,1 0,-1-1,1 1,-1 0,1-1,-1 1,1 0,-1 0,1 0,-1-1,1 1,-1 0,1 0,-1 0,1 0,-1 0,1 0,-1 0,0 0,1 0,-1 0,1 0,-1 0,1 1,-1-1,1 0,-1 0,1 1,-1-1,-17 31,-3 28,3 2,-8 54,13-57,-47 183,28-129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09:36.11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1,'5'18,"10"15,17 14,13 7,14 4,7 1,3 0,-5-2,-10-3,-15-6,-14-5,-11-9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09:36.54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343 1,'-27'19,"-23"30,3 1,-34 48,66-78,1 1,1 1,1 0,1 0,0 1,2 1,1-1,1 1,-2 15,4 11,2 1,2-1,2 0,3 0,3 14,4 58,-8-49,-2 0,-4 0,-3 0,-3 0,-4 3,-2 14,15-90,0 0,0 1,0-1,0 0,0 1,0-1,1 0,-1 0,0 1,0-1,0 0,1 0,-1 0,0 1,0-1,1 0,-1 0,0 0,0 1,1-1,-1 0,0 0,0 0,1 0,-1 0,0 0,1 0,-1 0,0 0,1 0,-1 0,0 0,1 0,-1 0,0 0,0 0,1 0,-1 0,0 0,1 0,-1 0,0-1,0 1,1 0,-1 0,0 0,0-1,1 1,-1 0,0 0,0 0,0-1,1 1,-1 0,0-1,0 1,0 0,0 0,0-1,0 1,1 0,-1-1,0 1,0 0,0-1,10-12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09:36.81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27,'11'-2,"11"-1,13 0,12-2,9 0,6 1,5 1,-3 2,-8 2,-10 4,-14 3,-12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09:37.08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0,'14'9,"15"3,17 0,12-5,10-3,6-5,3-5,-1-1,-13 1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09:39.50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0,'9'21,"14"15,13 14,13 8,11 7,3 4,-2-2,-7 0,-9-3,-14-2,-11-4,-10-2,-8-3,-7-10,-5-8,-1-12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09:39.76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372 1,'-3'23,"-2"21,-8 16,-8 15,-10 10,-10 6,-9 2,-1-1,0-6,7-8,11-12,14-16,9-16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09:40.02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23,'18'0,"15"0,14 0,7-3,4 0,-1 0,-3 1,-10-2,-9 0,-10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09:40.31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39 1,'-5'11,"-3"13,-1 12,2 11,1 8,2 7,4 4,5 0,3-3,3-4,1-6,0-8,-4-10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09:40.81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40,'24'-9,"-1"2,1 1,1 1,-1 1,1 1,-1 1,11 2,-18-2,0 0,0 2,1 0,-1 2,0-1,0 2,0 0,0 1,-1 1,1 1,-1 0,-1 1,1 0,12 10,-25-15,0 1,0 0,0 1,0-1,-1 0,1 1,-1-1,0 1,0 0,0 0,-1 0,0 0,1 0,-1 0,-1 0,1 0,0 1,-1-1,0 0,0 0,0 1,-1-1,0 0,1 0,-1 0,-1 0,1 0,-1 0,1 0,-1 0,0 0,0-1,-1 1,0 0,-8 11,-1-1,-1-1,0 0,0-1,-1-1,-1 0,0 0,-1-2,1 0,-6 1,-27 19,47-30,1 1,0 0,0 0,-1 0,1 0,0 0,0 1,-1-1,1 0,0 0,0 0,-1 0,1 0,0 0,0 0,-1 0,1 1,0-1,0 0,0 0,-1 0,1 0,0 1,0-1,0 0,0 0,-1 1,1-1,0 0,0 0,0 0,0 1,0-1,0 0,0 1,0-1,0 0,0 0,0 1,0-1,0 0,0 0,0 1,0-1,0 0,0 0,0 1,0-1,0 0,0 0,1 1,-1-1,0 0,0 0,0 0,0 1,1-1,-1 0,0 0,0 0,0 0,1 1,-1-1,0 0,0 0,1 0,-1 0,0 0,23 5,-15-4,10 1,1 0,0 2,-1 0,0 1,0 1,0 1,-1 0,0 1,0 1,-1 1,0 0,-1 1,0 1,-1 0,0 1,-1 1,-1 0,0 1,0 0,8 15,-18-24,1 0,-1 0,-1 0,1 0,-1 0,0 0,0 0,0 0,-1 0,0 0,0 1,-1-1,0 0,0 0,0 0,-1 0,0 0,0 0,0-1,-1 1,0-1,0 1,0-1,-1 0,0 0,0 0,-1 1,-11 7,-1 0,0-1,-1-1,0 0,0-1,-1-1,-1-1,0-1,0 0,0-2,0 0,-3-1,-71 5,58-13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09:41.42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0,'3'3,"4"0,9-1,10 1,13-2,8 0,5-5,-6-2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19:23.44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19:30.69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1,'7'2,"9"1,15 2,16 0,19 0,13-1,12-2,7-1,-1 0,-4-4,-10 0,-14 0,-14 0,-15 1,-13-1,-12-1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19:31.06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14,'9'2,"14"2,20-1,18-1,19 0,14-3,7-4,3-1,-4 1,-6 1,-11 1,-15 1,-14 1,-15 3,-13-1,-11-1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19:31.53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121 59,'-30'-19,"-47"-20,76 39,1 0,-1-1,1 1,-1 0,1 0,0 0,-1 0,1 0,-1 0,1 0,-1 0,1 0,0 1,-1-1,1 0,-1 0,1 0,0 0,-1 1,1-1,-1 0,1 0,0 1,-1-1,1 0,0 0,-1 1,1-1,0 1,0-1,-1 0,1 1,0-1,0 0,0 1,0-1,-1 1,1-1,0 1,0-1,0 0,0 1,0-1,0 1,0-1,0 1,0-1,0 0,0 1,1-1,-1 1,0-1,0 0,0 1,0-1,1 1,-1-1,0 0,0 1,1-1,-1 0,0 1,1-1,6 11,-1 0,2 0,0-1,0 0,1-1,0 0,0 0,1-1,5 3,-4-1,84 61,4-3,62 30,-65-40,-67-41,27 14,-1 3,-2 2,-1 3,-2 1,-2 3,-1 2,9 16,-48-52,0 1,0 0,-2 1,1-1,-1 1,-1 1,0-1,-1 1,0 0,0 0,-2 0,1 0,-1 1,-1-1,-1 1,1-1,-2 1,0-1,0 1,-1-1,-1 0,0 1,-1-1,-2 6,-11 11,-1-1,-1-1,-2 0,0-2,-2 0,-1-2,0 0,-2-2,-1-1,0-1,-9 3,-383 230,374-223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19:32.23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10 0,'-5'45,"2"0,1 0,3 0,4 28,-1-2,0 603,-5-633,-1-26,1 1,0-1,1 0,1 0,0 0,1 0,1 0,0 0,1-1,1 1,4 9,-5-20,-1 1,1-1,-1 0,1 1,1-2,-1 1,0 0,1-1,0 0,0 0,0-1,0 1,0-1,1 0,-1 0,0-1,1 0,4 1,104 2,85-19,110-1,-244 18,-11 1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19:32.81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1,'1'439,"-1"-430,0 20,1 0,1 1,2-1,6 25,-9-48,1 0,0 0,0 1,0-1,1 0,0-1,0 1,1 0,-1-1,1 0,0 0,1 0,-1 0,1-1,0 0,0 0,1 0,-1 0,1-1,-1 0,1 0,0 0,0-1,4 1,-1-2,1 1,-1-2,0 1,0-1,1-1,-1 0,0 0,0-1,0 0,0 0,0-1,-1 0,1-1,-1 0,1 0,-1-1,-1 0,2-1,7-6,0-1,0 0,-2-1,1-1,-2 0,0-1,8-14,-7 4,-1 0,-1-2,-1 0,-2 0,-1 0,-1-1,-2-1,0 1,-2-1,-2 1,0-1,-2 0,-1 1,-2-1,-3-13,-6-1,9 47,5 59,9 51,4 0,10 26,-22-126,1 1,0 0,1-1,0 1,2-1,-1 0,1-1,1 1,0-1,1 0,0-1,1 0,0-1,1 1,0-2,1 1,0-1,7 4,39 10,-1-9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19:33.97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405 299,'-17'-9,"-1"1,0 1,0 1,0 0,-1 1,1 1,-1 1,0 1,-2 0,12 2,1 0,-1 1,1-1,-1 1,1 1,-1 0,1 0,0 1,0 0,0 0,0 1,1 0,-1 0,1 1,0 0,1 0,-1 0,1 1,0 0,0 0,-1 4,0-1,1 1,0 0,0 0,2 1,-1-1,1 1,1 0,0 1,0-1,1 0,0 1,1 0,1-1,0 1,0-1,1 1,1-1,0 1,0-1,1 0,1 1,0-2,0 1,1 0,0-1,1 0,0 0,1-1,0 1,1-1,7 7,8 2,1-1,1-1,0-1,1-1,0-1,1-1,1-2,0-1,0-1,1-1,0-2,0 0,0-2,0-2,20-1,-32 2,1-1,0-1,0-1,0-1,-1 0,1-1,-1-1,0 0,0-2,0 0,0 0,-1-2,0 0,-1-1,0-1,0 0,-1-1,0 0,-1-1,-1-1,0 0,2-3,1-9,-2 0,0-1,-2-1,-1 0,-1 0,-1-1,-1 0,-2 0,-1-1,-1 0,-1 1,-2-1,-1 0,-3-19,4 35,0 1,-1-1,0 1,-1 0,0-1,-1 1,0 0,-1 0,-1 1,1-1,-2 1,0 0,0 0,-1 1,0 0,-1 0,0 1,0 0,-10-8,16 16,1 0,0 0,-1 0,1 0,-1 1,1-1,-1 0,1 1,-1-1,1 1,-1 0,0-1,1 1,-1 0,0 0,1 0,-1 0,1 0,-1 1,0-1,1 0,-1 1,1-1,-1 1,1 0,-1 0,18 14,5-8,0-2,0-1,1-1,-1-1,1 0,17-2,-10 1,14 0,-17-2,0 2,0 1,0 1,-1 1,1 1,19 7,-39-10,0 1,0 0,0 1,0 0,-1-1,1 2,-1-1,0 1,0-1,-1 1,1 1,-1-1,0 1,-1-1,1 1,-1 0,0 1,-1-1,1 0,-1 1,-1-1,1 4,3 17,-2 0,-1 1,-1-1,-2 27,0-31,1-14,-2 9,0 0,1 0,1-1,1 1,0 0,1 0,1-1,1 1,0-1,2 0,0 0,0-1,2 1,0-1,1-1,10 14,-12-21,0 0,1-1,1 0,-1 0,1-1,0 0,0 0,1-1,0-1,0 1,0-2,0 1,0-1,1-1,0 0,-1 0,1-1,0-1,0 0,0 0,-1-1,1 0,0-1,-1 0,1-1,-1 0,0-1,1 0,-2 0,1-1,-1-1,1 1,-1-1,-1-1,1 0,-1 0,-1-1,7-10,-1-1,-1-1,0 0,-2 0,-1-1,0-1,-1 0,-2 0,0 0,-1 0,-2-1,0 0,-1 0,-1 0,-2 0,0 0,0 0,1 23,0 1,0-1,0 0,0 0,0 1,0-1,-1 0,1 0,0 1,0-1,0 0,0 0,0 1,0-1,0 0,0 0,-1 0,1 1,0-1,0 0,0 0,-1 0,1 0,0 1,0-1,0 0,-1 0,1 0,0 0,0 0,-1 0,1 0,0 0,0 0,0 0,-1 0,1 0,0 0,0 0,-1 0,1 0,0 0,0 0,-1 0,1 0,-5 26,2-1,1 1,1 0,1 0,1 0,2 0,3 16,-5-31,0-1,1 1,0-1,1 0,0 1,1-1,0 0,0-1,1 1,0-1,1 0,0 0,1-1,0 1,0-2,0 1,1-1,0 0,1 0,-1-1,1 0,1-1,-1 0,1 0,0-1,0-1,0 1,0-2,0 1,1-1,-1-1,5 0,-5-1,0-2,1 1,-1-2,0 1,0-1,0-1,-1 0,1 0,-1-1,0 0,0 0,-1-1,1 0,-1-1,-1 0,1 0,-1-1,0 0,-1 0,2-3,6-10,-2 0,0 0,-1-1,-1 0,-2-1,0 0,-1 0,0-7,2-15,-2 0,-2-1,-2 0,-3-43,-14 12,14 76,0 0,0 0,-1 0,1 0,0 0,-1 1,1-1,0 0,-1 0,1 0,-1 1,1-1,-1 0,0 1,1-1,-1 0,0 1,1-1,-1 1,0-1,0 1,1-1,-1 1,0 0,0-1,0 1,0 0,1 0,-1 0,0-1,0 1,0 0,0 0,0 0,0 0,0 1,0-1,1 0,-1 0,0 0,0 1,0-1,0 0,1 1,-1-1,0 1,0-1,1 1,-1-1,0 1,0 0,-28 40,20-20,1 0,1 0,2 1,0 0,1 0,1 0,1 1,1-1,1 1,1-1,0 0,2 1,1-1,6 18,-7-28,1-1,0 0,1 0,0 0,1 0,0-1,1 0,0 0,0-1,1 0,0 0,1-1,0 0,0 0,1-1,0 0,0-1,1 0,0-1,0 0,0 0,0-1,9 1,129 15,-78-20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19:34.37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0,'4'23,"5"21,4 14,3 11,1 3,-1-1,0-7,-1-9,-3-14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19:34.84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36,'9'-5,"1"1,-1 0,1 0,0 1,0 0,0 0,0 1,1 1,-1 0,3 0,-9 1,44-4,-1 3,1 2,0 2,-1 2,1 2,-1 2,-1 2,0 2,-1 3,27 12,-50-19,-1 1,1 1,-2 1,0 1,0 1,-1 0,-1 1,0 1,-2 1,1 1,-2 0,-1 1,0 1,-1 0,-1 0,-1 1,-1 1,-1 0,-1 0,1 8,15 157,-12-57,-12-123,1 0,-1 1,2-1,-1 0,1 0,0 0,0 0,0 0,1-1,0 1,1-1,0 0,0 0,0 0,0 0,1 0,0-1,0 0,1 0,-1-1,1 1,0-1,0-1,1 1,4 1,-1-2,0-1,0-1,0 1,1-2,-1 0,1 0,-1 0,0-2,0 1,1-1,-1-1,0 0,-1 0,1-1,-1 0,1 0,-1-1,0-1,9-5,-1-1,-1 0,0-1,0-1,-2 0,0-1,0 0,8-14,-9 8,0 0,-1-2,-1 1,-1-1,-1 0,-1-1,-1 0,-2-1,0 1,-1-1,-2 0,0-9,-7 1,4 33,1-1,0 1,0-1,0 1,-1-1,1 1,0-1,0 1,-1-1,1 1,0-1,-1 1,1 0,-1-1,1 1,-1 0,1-1,0 1,-1 0,1 0,-1 0,1-1,-1 1,1 0,-1 0,0 0,1 0,-1 0,1 0,-1 0,1 0,-1 0,1 0,-1 0,1 0,-1 0,1 0,-1 1,1-1,-1 0,1 0,-1 0,1 1,-1-1,1 0,-1 1,1-1,0 1,-1-1,1 0,0 1,-1-1,1 1,0-1,0 1,-1-1,-4 8,0-1,0 1,0 0,1 0,0 1,1-1,0 1,0 0,1 0,0 0,1 0,0 0,0 4,1-2,0 0,0 1,1-1,0 0,1 0,0 0,1 0,1 0,-1-1,2 1,-1-1,1 0,1 0,0 0,0-1,1 0,0-1,1 1,0-1,0 0,1-1,0 0,0-1,1 1,22 14,1-2,1-2,1 0,0-3,1-1,16 3,67 17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19:35.52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628 1014,'-12'-12,"0"1,0 0,-1 1,-1 0,0 1,0 0,-1 1,1 1,-2 0,1 1,-1 1,0 1,0 0,0 1,-1 0,1 1,-1 2,1-1,-1 2,0 0,1 1,-1 0,1 2,0 0,0 0,1 2,-1 0,1 1,0 0,1 1,-1 1,2 0,-1 1,1 1,-8 8,12-8,0 1,1 0,0 1,0-1,2 1,-1 1,2 0,0-1,0 2,1 3,2-11,0 0,1-1,1 1,-1 0,1 0,0 1,1-1,-1 0,1-1,1 1,-1 0,1 0,1 0,-1-1,1 1,0-1,0 0,1 0,0 0,0 0,0-1,3 3,1-2,0 1,0-1,1 0,-1-1,1 0,1-1,-1 0,1 0,-1-1,1 0,0 0,0-1,0-1,0 0,1 0,5-1,6 0,0-2,0 0,0-1,0-1,-1-1,1-1,4-3,-4 0,-1-1,0-1,0-1,-1-1,-1 0,0-2,-1 0,0-1,-1-1,-1 0,-1-2,-1 0,0 0,-1-1,-1-1,-1 0,-1 0,4-15,9-29,-4 0,-2-2,-3 0,-2-1,-4-1,-3 1,-3-59,-1 91,-2-1,-1 1,-1 0,-2 0,-2 0,-1 1,-2 0,-1 0,-6-9,17 42,-1-1,1 1,-1 0,1 0,-1 0,0 0,0 0,0 0,0 0,-1 0,1 0,0 0,-1 0,1 1,-1-1,0 1,1-1,-1 1,0 0,0-1,0 1,0 0,0 0,0 0,0 1,0-1,-1 0,1 1,0 0,0-1,-1 1,1 0,0 0,0 0,-1 0,1 1,0-1,0 1,-1-1,1 1,0 0,0 0,0 0,0 0,-1 1,-3 5,1 1,1 0,-1 0,1 1,1-1,0 1,0-1,0 1,1 0,1 0,-1 1,-4 51,2 0,2 0,4 0,2 0,3 0,2-1,3 0,2-1,4 0,4 6,8 30,5-2,3-1,37 61,-67-136,1-1,1 0,1 0,0-1,1 0,0-1,1 0,1-1,14 11,-24-22,0 0,0 0,0 0,0 0,0-1,0 0,1 0,-1 0,1 0,-1-1,1 0,-1 1,0-2,1 1,-1 0,1-1,-1 0,0 0,1 0,-1-1,0 0,0 1,0-1,0-1,0 1,0 0,-1-1,1 0,-1 0,0 0,0 0,0-1,0 1,-1-1,1 1,-1-1,1-2,16-26,-1-1,-2-1,-2 0,-1-1,-2-1,-1 0,-2 0,-1-1,-2 1,-2-2,-1-5,-1 29,-4 24,-5 19,1 0,1 0,2 0,1 1,1 0,1-1,2 1,1 0,2-1,0 1,2-1,2 0,3 8,-8-31,0 1,0-1,1 1,0-1,0 0,0-1,1 1,0-1,0 0,1 0,-1 0,1-1,0 0,0 0,1 0,-1-1,1 0,-1 0,1-1,0 1,0-2,0 1,0-1,1 0,-1 0,4-1,31-6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19:35.78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201 52,'-21'-9,"-13"-5,-7-1,0 6,7 5,13 11,13 13,18 10,15 7,5-3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19:36.03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1 145,'6'48,"3"-1,1 1,3-1,1-1,3-1,1 0,3-1,23 37,-32-63,1 0,0-1,1 0,1-1,0-1,18 13,-27-23,0 0,0-1,1 1,0-2,0 1,0-1,0 0,1 0,-1-1,1 0,0 0,-1-1,1 0,0 0,0-1,0 0,0 0,0-1,-1 0,6-1,-3-3,-1-1,1 1,-1-2,0 1,0-1,-1-1,0 0,0 0,0 0,-1-1,-1 0,0 0,0-1,-1 0,0 0,0 0,-1 0,-1-1,1-3,18-50,-3-1,8-51,-16 64,1 0,3 2,1-1,3 2,5-4,-1 11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19:36.28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27 1,'-2'20,"-1"19,-2 13,0 10,0 8,2 5,1 2,1-4,0-6,1-11,0-13,3-13,0-12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19:36.46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272 274,'-11'-16,"-13"-18,-12-16,-8-3,-2 2,3 11,8 16,11 19,16 21,18 23,21 19,22 15,1-6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19:37.28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501 1255,'-7'-18,"-1"1,0-1,-2 2,0-1,-1 1,0 1,-2 0,1 1,-2 0,0 1,0 0,-2 2,1-1,-1 2,-16-8,26 15,1 0,-1 1,1 0,-1 0,0 0,0 1,0 0,0 0,0 0,0 1,0 0,0 0,0 0,0 1,0 0,0 0,1 1,-1-1,0 1,0 1,1-1,-1 1,1 0,0 0,-9 10,1 1,1 0,0 1,1 0,1 1,0 0,1 1,1 0,0 0,2 1,0 0,0 0,2 0,0 1,2-1,0 4,-2 2,2 0,0 0,2 0,1 0,0 0,2 0,1 0,1 0,4 8,-6-20,1-1,0 0,1 0,0-1,1 1,0-1,1 0,0-1,0 0,1 0,0 0,1-1,0 0,0-1,0 0,1 0,0-1,1 0,10 3,-12-5,0-2,0 1,0-1,0-1,0 0,1 0,-1 0,0-1,1-1,-1 0,0 0,0-1,0 0,0 0,0-1,0 0,0-1,-1 0,0 0,0-1,0 0,0 0,-1-1,2-1,8-9,0 0,-1-1,-1-1,-1 0,0-1,-2-1,0 0,-1 0,2-7,18-59,-4-1,-4-1,-3 0,-5-2,-3 0,-1-74,-1 36,-5-1,-5 0,-16-104,15 214,-2 0,0 1,-1-1,-1 1,-1 0,0 0,-1 1,-2-2,8 17,0 1,1-1,-1 1,0-1,0 1,0-1,0 1,0-1,-1 1,1 0,0 0,-1 0,1-1,-1 1,1 1,-1-1,1 0,-1 0,0 1,1-1,-1 0,0 1,1 0,-1-1,0 1,0 0,0 0,1 0,-1 0,0 0,0 1,1-1,-1 0,0 1,0-1,1 1,-1 0,1 0,-2 0,-48 55,27-11,3 2,2 1,1 0,3 1,2 1,2 0,3 1,-2 43,4-26,4 1,3 0,2-1,4 1,3-1,2-1,4 0,3 0,2-2,3-1,3 0,3-2,31 47,-52-91,1 0,1 0,1-1,0 0,1-2,1 1,1-1,0-1,0-1,1 0,1-1,1-1,13 7,-26-16,0 0,1-1,-1 0,0 0,0-1,0 0,1 0,-1 0,0 0,0-1,0 1,0-2,1 1,-1 0,-1-1,1 0,0 0,0 0,-1-1,1 0,-1 0,0 0,0 0,0 0,0-1,0 0,-1 0,0 0,1 0,0-3,11-16,-2 0,0 0,-2-1,0-1,1-10,-11 33,99-315,-95 303,-4 21,-6 25,0 1,-4 10,2 1,2 0,2 0,2 0,2 0,5 36,-5-75,-1 0,1 1,0-1,0 0,1 0,0 0,-1 0,2-1,-1 1,0 0,1-1,0 0,0 1,0-1,1 0,0-1,-1 1,1-1,0 1,1-1,-1 0,0-1,1 1,0-1,0 0,-1 0,1 0,0-1,1 0,-1 1,3-2,-1-1,1 1,-1-1,1-1,-1 1,1-1,-1 0,0-1,0 0,0 0,0 0,-1-1,1 0,-1-1,0 1,0-1,2-3,6-5,0-1,-1-1,-1-1,0 1,-1-2,1-3,9-20,-2-1,-1 0,-2-1,-2-1,-2-1,-2 0,-2 0,-1-1,-3-7,-4 52,-1-40,1 39,1 1,-1-1,0 0,-1 1,1-1,0 0,0 1,0-1,0 1,0-1,-1 0,1 1,0-1,0 1,-1-1,1 0,-1 1,1-1,0 1,-1-1,1 1,-1-1,1 1,-1 0,1-1,-1 1,0 0,1-1,-1 1,1 0,-1 0,0-1,1 1,-1 0,0 0,1 0,-1 0,0 0,1 0,-1 0,0 0,1 0,-1 0,0 0,1 1,-1-1,1 0,-1 0,0 1,1-1,-1 0,1 1,-8 5,1 0,1 1,-1-1,1 2,0-1,1 1,-1 0,2 0,-1 0,1 0,0 1,1 0,-1 4,-3 1,1 1,1 0,0 1,1-1,1 1,0 0,2 0,-1 0,2 0,0 0,1 0,0 0,2 0,0 0,0-1,2 1,0-1,0 0,2 0,0-1,0 0,10 13,1-8,0-1,2-1,0 0,1-2,0 0,1-1,1-1,0-2,1 0,22 6,51 18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19:37.93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503 1355,'-13'-20,"0"2,-2 0,0 0,-1 2,-1 0,0 0,-13-7,24 18,-1 1,1 0,-1 0,0 0,0 1,0 0,0 1,-1-1,1 1,-1 1,0 0,1 0,-1 0,0 1,1 0,-1 0,0 1,1 0,-1 1,0-1,1 2,0-1,-1 1,-1 1,-6 6,1 1,1 0,0 2,1-1,0 1,0 1,2 0,0 1,0 0,2 0,0 1,0 0,2 1,0-1,1 1,0 0,1 1,2-1,-1 1,2 6,-1-14,1 0,0-1,0 1,1 0,1 0,0 0,0 0,1-1,0 1,1-1,0 1,0-1,1 0,0 0,0 0,1-1,1 0,-1 1,1-2,1 1,-1-1,1 0,1 0,3 2,-2-4,0 0,-1-1,1-1,1 0,-1 0,0 0,1-1,-1-1,1 0,0 0,-1-1,1 0,0 0,-1-1,1-1,0 1,-1-2,0 1,1-1,-1-1,0 0,7-3,-1-1,0 0,0-1,-1-1,-1-1,1 1,-2-2,1 0,-2-1,0 0,5-8,-2 1,0-2,-2 1,-1-2,-1 1,0-1,-2-1,-1 0,2-14,-8 35,0 1,-1 0,1 0,-1 0,1 0,-1 0,1 0,-1 0,0 0,0 0,0 0,-1 0,1-1,0 1,-1 0,1 0,-1 0,0 0,1 0,-1 1,-1-2,-12 9,4 7,1-1,0 1,1 1,0 0,1 0,1 0,0 1,1 0,0 0,1 1,1-1,0 5,1-9,0 0,1 1,1-1,0 0,0 1,1-1,0 0,1 0,0 0,1 0,0 0,1 0,0-1,1 1,0-1,1 0,0-1,0 1,1-1,0-1,1 1,-1-1,2 0,-1-1,1 0,0 0,1-1,8 4,7 1,1-2,0-1,1-1,0-1,0-1,0-1,0-2,1-1,-1-1,1-1,-1-2,0 0,0-2,0-1,0-1,11-6,-4 1,-1-2,0-2,-1-1,-1-1,-1-2,0-1,-2-1,0-1,-2-2,-1-1,0-1,-2 0,-2-2,0-1,0-5,11-20,-3-1,-2-2,-3 0,-3-2,-2 0,-3-1,-2-1,-1-18,-4 27,-3 0,-2-1,-3 0,-2 0,-2 0,-2 1,-3-1,-3 1,-1 1,-3 0,-13-29,18 59,-1 0,0 1,-2 0,0 1,-2 1,0 0,-1 1,-5-4,13 15,0-1,-1 1,0 0,-1 1,1 0,-1 0,0 1,-1 1,1 0,-1 0,0 1,0 0,0 1,0 0,-1 1,1 0,0 1,-4 0,2 2,0 0,1 1,-1 0,1 1,0 1,0 0,0 0,1 1,0 1,0 0,0 0,1 1,0 1,0-1,1 2,1-1,-1 1,1 1,-5 9,-3 6,0 1,2 1,1 0,2 0,0 2,2-1,-5 27,6-6,2 0,2 0,2 0,2 0,3 1,2-1,2-1,2 1,2-1,3 1,6 16,4-1,2-1,4-1,2-1,2-2,3-2,4 0,-10-16,2-2,2-1,2-2,1-2,2-1,1-2,10 5,43 20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19:38.26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41,'23'-6,"25"-3,28 0,25 2,26 3,21 1,9 1,2 1,-11 1,-22 3,-31 2,-33 2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19:38.55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1,'18'9,"22"5,24 1,27-1,23-2,17-3,8-4,2-4,-7-3,-18-3,-28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19:39.00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606 99,'-10'23,"0"0,-2 0,0-1,-1-1,-2 0,0-1,-1 0,-10 8,10-9,-338 351,273-263,77-101,1 1,-1-1,1 1,1 0,0 0,0 0,0 0,0 0,1 1,1-1,-1 0,1 1,0-1,1 0,0 1,1 5,4 2,1-1,1 1,0-1,0-1,2 0,-1 0,2-1,0 0,0-1,1 0,0-1,5 3,87 70,94 55,-165-115,-8-6,20 16,3-3,0-1,2-2,0-2,50 15,-95-37,1-1,-1 0,1 0,0 0,0-1,0 0,0 0,0-1,0 1,0-1,0 0,0-1,0 0,0 0,-1 0,1 0,0-1,0 0,-1 0,1-1,-1 0,0 0,0 0,0 0,0-1,0 0,-1 0,1-1,3-11,-2 0,1-1,-2 0,-1 0,0 0,-1-1,0 1,-2-1,0 0,-1 1,-1-1,0 0,-2 1,-1-6,-15-90,-4 0,-37-100,52 185,-53-179,-10 3,-13-9,22 93,42 95,20 24,-1 1,1 0,0-1,-1 1,1 0,-1-1,1 1,0 0,-1 0,1 0,-1-1,1 1,-1 0,1 0,-1 0,1 0,-1 0,1 0,-1 0,1 0,-1 0,1 0,-1 0,1 0,-1 0,1 0,0 1,-1-1,1 0,-1 0,1 0,-1 1,1-1,0 0,-1 1,1-1,0 0,-1 1,1-1,0 0,-1 1,1-1,0 1,0-1,-1 1,1-1,0 1,0-1,0 0,0 1,0-1,0 1,0-1,0 1,0-1,0 1,0-1,0 1,0-1,0 1,-3 20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19:45.58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0,'11'2,"13"3,14 1,16 2,20-2,17 0,19-2,15-2,12-1,7 0,0-1,-7 0,-12-1,-20 1,-19 0,-23 0,-20-1,-16 1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19:45.90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0,'14'15,"0"-1,1 0,0-1,1-1,1 0,0-1,0-1,14 5,-28-13,92 47,-48-27,-1 3,-1 2,8 8,-46-30,0-1,-1 1,1 0,-1 0,0 1,-1 0,1 0,-1 0,-1 1,1 0,-1 0,0 0,0 0,-1 0,0 1,-1 0,1-1,-1 1,-1 0,0 0,0 0,0 1,-1-1,0 0,-1 0,0 0,0 0,-1 0,0 0,-8 14,-2 0,-1 0,0-2,-1 0,-2 0,0-1,-1-1,-1-1,0 0,-1-2,-1 0,-19 11,-127 76,94-62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19:46.37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57,'88'10,"-1"-3,1-4,0-4,38-8,-117 9,366-28,289-9,-640 36,-11 1,0 0,0 0,1 1,-1 0,0 2,0-1,3 2,-16-4,1 0,-1 0,1 0,-1 0,1 0,-1 1,1-1,-1 0,0 0,1 0,-1 0,1 0,-1 1,1-1,-1 0,1 0,-1 1,0-1,1 0,-1 1,0-1,1 0,-1 1,0-1,1 1,-1-1,0 1,0-1,0 0,1 1,-1-1,0 1,0-1,0 1,0-1,0 1,0-1,0 1,0-1,0 1,0-1,0 1,0-1,0 1,0-1,0 1,-1-1,1 1,0-1,0 0,0 1,-1-1,1 1,0-1,-25 16,-56 2,55-18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19:46.67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1,'1'7,"-1"1,1 0,0 0,1-1,0 1,0-1,1 1,0-1,0 0,1 0,0 0,0-1,0 1,1-1,0 0,0 0,1 0,-1-1,1 0,1 0,1 1,17 10,2 0,0-2,0-1,25 8,-36-14,9 3,-7-4,0 0,-1 2,0 0,0 1,-1 0,0 2,-1 0,0 0,-1 2,4 4,-15-14,0 1,-1-1,1 1,-1 0,0 0,-1 0,1 0,-1 0,1 1,-1-1,0 0,-1 1,1-1,-1 0,0 1,0-1,0 1,-1-1,1 1,-1-1,0 0,0 0,-1 1,1-1,-1 0,0 0,0 0,-3 3,-4 7,-1-1,-1 0,0 0,0-1,-1 0,-1-1,-1 0,-31 22,-1-1,-2-3,-1-2,-12 3,-26 11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19:47.07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77,'323'-25,"-200"12,138-11,1 11,44 12,-133 15,-146-14,-11-3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19:47.37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1,'22'13,"2"-1,0-1,0 0,0-2,2-1,-1-1,1-1,11 0,-20-2,97 18,-49-11,-1 2,0 4,-1 2,1 4,-57-21,1 0,-1 1,1 0,-1 1,0-1,0 1,0 1,-1-1,0 1,0 0,0 0,0 1,-1 0,0 0,0 0,0 1,-1-1,0 1,0 0,-1 1,0-1,0 0,-1 1,0 0,0-1,-1 1,1 8,-7 1,0 0,-1 0,-1 0,-1-1,0 0,-1 0,-1-1,-1 0,0-1,0 0,-1-1,-1 0,0-1,-1-1,-2 1,-24 23,-2-1,-1-3,-22 12,17-15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19:48.61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1,'73'370,"-36"-58,-15 1,-13 65,4 54,115 897,-111-1210,-1-11,-4 1,-6 0,-4 5,-2-101,-1-11,0 0,0 1,1-1,-1 1,1-1,0 0,-1 1,1-1,0 1,1-1,-1 1,0-1,1 1,-1-1,1 0,0 1,0-1,0 0,0 1,0-1,0 0,1 0,-1 0,1 0,0 0,-1-1,1 1,0 0,0-1,0 1,0-1,0 0,0 0,0 1,1-1,-1-1,0 1,1 0,0 0,160-3,-128 0,405-30,12 15,449-26,-239-11,677-36,-492 99,-776-11,-69 1,-1 1,0-1,0 0,0 0,0 1,0-1,1 0,-2 0,1 0,0 0,0-1,0 1,0 0,-1 0,1 0,-1-1,1 1,-1 0,1-1,-1 1,0 0,0-1,1 1,-1-1,0 1,0 0,0-1,-1 1,1-1,0 1,0 0,-1-1,1 1,-1 0,1-1,-1 1,0 0,1 0,-1 0,0 0,0-1,0 1,0 0,0 0,-16-25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19:50.22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43 177,'-2'-2,"-1"0,0 0,0 0,0 0,1 0,-1 0,1-1,0 1,-1-1,1 1,0-1,1 0,-1 0,0 0,1 0,0 0,-1-1,1 1,1 0,-1 0,0-1,1 1,0-1,-1 1,1 0,1-1,-1 1,0 0,1-1,0 1,0 0,0-1,0 1,4-2,1 1,-1-1,1 1,0 1,1-1,-1 1,0 0,1 1,0-1,-1 1,1 1,0-1,0 1,4 0,0-1,97-13,1 4,0 5,52 6,-117 0,945 40,-33-51,-373-2,993-1,-1125 14,-445 1,-4-2,1 1,-1-1,0 1,0 0,0 0,0-1,0 2,1-1,-1 0,0 0,0 1,0-1,0 1,0 0,0-1,0 1,0 0,0 0,0 1,0-1,-1 0,1 0,0 1,-1-1,1 1,-1 0,0-1,1 1,-1 0,0 0,0 0,0 1,-8 105,2 459,5-561,27 1005,59-158,-63-681,24 80,-24-153,-4 0,-5 2,-4 0,-3 48,10 9,7-55,-28-90,-16-24,12 6,-23-9,0 1,0 1,-1 2,0 2,-1 0,1 3,-2 0,-11 1,-83-9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19:51.43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0,'0'7,"5"9,7 11,10 12,12 10,11 7,10 3,7 0,3-1,1-3,-2-7,-3-9,-7-11,-13-10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19:51.82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352 0,'-41'37,"1"2,3 1,1 2,2 1,-27 46,45-60,1 0,2 1,1 1,1-1,2 2,1 0,1 0,2 0,2 0,0 1,2 0,2-1,1 1,1 0,2-1,4 14,91 355,-82-308,-4 1,-3 0,-5 8,0-61,-1-37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19:52.07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41,'14'-2,"13"-3,14-1,11-2,8 1,3 1,-2 2,-8 2,-10 5,-12 8,-12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19:52.32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28,'18'9,"17"3,17-1,15-4,12-5,9-8,1-6,-2-2,-6 1,-12 0,-19 3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19:52.61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1,'256'370,"197"211,-443-569,19 23,0-2,3 0,0-2,2-2,14 9,-47-37,0 0,-1-1,1 1,0 0,-1 0,1 0,0-1,0 1,0-1,0 1,0 0,0-1,0 1,0-1,0 0,0 1,0-1,0 0,0 0,0 0,0 1,0-1,0 0,0-1,0 1,0 0,0 0,0 0,0 0,0-1,0 1,0-1,0 1,0-1,0 1,0-1,0 1,0-1,0 0,-1 1,1-1,0 0,0 0,-1 0,1 0,-1 1,1-1,0 0,2-17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19:52.90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469 0,'-14'23,"-11"23,-10 27,-9 24,-6 19,-3 19,-2 8,2 1,5-7,8-14,12-17,10-23,12-20,13-21,11-20,3-13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19:53.17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80,'14'-3,"13"0,12 1,8-1,7 2,4-2,1-1,-3-1,-2-3,-5-2,-7 1,-5 0,-10-2,-10 2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19:53.46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0,'0'19,"0"16,0 17,0 15,2 10,1 8,3 2,-1 1,1-3,1-7,0-11,2-8,1-14,2-13,1-13,-2-9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19:53.76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80,'15'-4,"13"-2,8 0,8 1,6 2,5-1,4 0,1-2,0-1,-2-1,-3 0,-8-2,-10 2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19:54.29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99 1,'-8'58,"-5"21,4 1,3 1,5 50,0-122,1 0,1 0,-1-1,2 1,-1 0,1 0,0-1,1 1,0-1,0 0,1 0,0 0,1 0,4 6,-7-13,0 1,0-1,1 1,-1-1,0 0,1 0,-1 0,1 0,-1-1,1 1,0-1,-1 1,1-1,0 0,-1 0,1 0,0 0,-1-1,1 1,-1-1,1 1,0-1,-1 0,0 0,1 0,-1 0,1-1,64-42,-59 38,29-24,-20 16,0 0,0 1,2 1,-1 1,1 1,1 0,0 1,-18 8,-1 1,1-1,-1 0,1 1,0-1,-1 1,1 0,0-1,-1 1,1 0,0 0,0 0,-1 0,1 1,0-1,-1 0,1 1,0-1,-1 1,1-1,-1 1,1 0,-1 0,1 0,-1-1,1 2,-1-1,0 0,1 0,-1 0,0 1,0-1,0 0,0 1,0-1,-1 1,1-1,0 1,0 0,5 19,0 0,-2 0,0 0,-1 1,-2-1,0 20,0-18,2 12,-2-1,-1 1,-2 0,-1 0,-2-1,-1 1,-2-1,-1-1,-2 0,-1 0,-2-1,-1-1,-1 0,-2-1,-1-1,-15 18,26-38,1 0,-1 0,-1-1,1-1,-1 1,-1-2,1 1,-1-1,0 0,-1-1,1-1,-1 1,0-2,0 1,-1-2,1 1,0-2,-1 1,1-1,-1-1,0 0,1-1,-1 0,-1-1,6 0,1 1,-1-1,0 0,1-1,-1 0,1 0,0 0,0 0,0-1,0 0,0-1,-3-3,12-16,7 12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19:55.00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78,'425'-21,"-204"6,920-15,-1059 24,-78 3,-12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19:55.31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1,'16'1,"0"2,0 0,0 0,-1 2,0 0,1 1,6 3,2 1,-17-7,33 10,-1 1,-1 3,0 1,-1 1,-1 3,-1 0,-1 3,-1 0,7 10,-36-31,1 1,-1-1,0 1,0 0,-1 0,1 0,-1 1,0-1,-1 1,1 0,-1 0,0 0,-1 0,1 0,-1 0,-1 0,1 0,-1 0,0 1,0-1,-1 0,0 6,-6 0,1 0,-2 0,1-1,-2 0,1-1,-2 0,1 0,-1-1,0 0,-1-1,0 0,-1-1,1 0,-6 1,10-3,-293 159,207-117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19:55.90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67,'47'6,"56"-3,-1-5,13-6,-43 4,1409-46,-1442 50,-39 0,0 0,0-1,0 1,0 0,0 0,0-1,0 1,0 0,0 0,0-1,0 1,0 0,0 0,0-1,0 1,0 0,0 0,0-1,1 1,-1 0,0 0,0-1,0 1,0 0,0 0,1 0,-21-6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19:56.19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0,'18'14,"20"8,19 6,18 3,12-3,5 0,-1-1,-10-1,-17 3,-18 4,-25 7,-29 8,-29 4,-28 5,-25 4,-21 3,-17 0,13-11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19:56.61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66,'896'-33,"-236"3,-579 28,463 1,-473 8,-71-5,-12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19:56.90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1,'60'0,"0"2,0 4,-1 2,0 2,0 3,-1 3,-1 2,0 2,-2 3,34 20,-71-33,-1 1,1 1,-2 0,1 1,-2 1,8 9,-19-19,-1-1,1 1,-1 0,0 1,0-1,0 0,-1 1,0-1,0 1,0 0,0 0,-1 0,1 0,-2 0,1 0,0 0,-1 1,0-1,0 0,0 0,-1 0,0 0,0 0,0 0,-1 0,1 0,-1 0,-2 3,-7 7,0-1,-1-1,-1 0,0-1,0-1,-1 0,-1 0,0-1,0-1,-1-1,0 0,-1-1,-3 0,16-5,-95 41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19:57.49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0,'33'10,"0"-3,1 0,0-2,1-2,-1-1,0-1,1-2,-8 1,512-9,-179 0,141 22,-153 26,-342-39,-10-2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19:57.76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0,'15'19,"20"12,20 5,17 5,19 0,13 2,7-3,-1-1,-8-1,-19 3,-24 3,-34 6,-45 8,-53 7,-61 9,-61 6,2-12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19:58.72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1,'11'20,"13"17,14 12,12 10,8 6,6 3,1 0,-1-2,-7-3,-11-5,-13-7,-13-8,-9-9,-11-10,-6-9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19:59.00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395 0,'-18'27,"-17"30,-13 27,-8 23,-7 15,-1 6,3-6,12-23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19:59.63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81,'13'-10,"1"1,0 0,1 1,-1 0,1 1,1 1,-1 1,1 0,0 1,0 0,1 1,5 1,-18 1,0 1,0 0,-1 0,1 1,0-1,0 1,-1-1,1 1,0 1,-1-1,1 0,-1 1,0 0,1-1,-1 1,0 1,0-1,0 0,0 1,-1-1,1 1,0 0,-1 0,0 0,0 0,0 1,0-1,-1 0,1 1,-1-1,0 1,1 13,0 0,-2-1,0 1,-1 0,0 0,-2-1,0 1,0-1,-2 0,0 0,-1 0,0-1,-2 0,0 0,-4 6,-146 246,155-262,-24 55,27-59,0 1,-1 0,1-1,0 1,0 0,0-1,0 1,1 0,-1-1,0 1,1 0,-1-1,1 1,-1-1,1 1,0-1,0 1,0-1,0 0,0 1,0-1,0 0,0 0,0 1,1-1,-1 0,0 0,1 0,-1-1,1 1,-1 0,1-1,-1 1,1-1,-1 1,1-1,13 4,0-2,-1 0,1-1,0 0,0-1,0-1,0 0,0-1,10-3,-15 3,292-59,-248 49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19:59.95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54,'14'-13,"11"-6,6 4,4 9,6 14,4 15,5 15,4 13,5 8,1 4,0-3,-2-4,-3-7,-5-7,-6-12,-8-10,-10-8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20:00.23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386 0,'-18'21,"-13"20,-5 19,-7 17,-2 12,-2 9,-1 3,4-1,9-9,11-15,9-21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20:00.49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0,'4'19,"5"16,2 15,-1 12,1 6,-2 7,-2 0,-3 0,-2-4,-1-14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20:00.74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0,'11'23,"14"18,10 17,10 9,7 3,5 0,4-2,0-6,-3-7,-7-8,-7-7,-10-11,-10-11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20:01.01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472 0,'-20'14,"-17"20,-10 21,-6 21,-4 18,-1 11,3 4,5-1,8-5,10-11,11-21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20:01.27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6 213,'6'12,"-1"0,1 0,1 0,0-1,1 0,0-1,1 1,0-2,0 1,1-1,0-1,1 0,0 0,0-1,1 0,-1-1,4 0,-6-2,0 0,1-1,-1 0,1-1,0 0,0-1,0 0,0 0,0-1,0 0,-1-1,1 0,0 0,0-1,0-1,-1 0,1 0,-1-1,0 0,0 0,0-1,-1 0,2-2,-3 2,0-1,-1 1,0-1,0-1,0 1,-1-1,0 0,0-1,-1 1,0-1,0 1,0-1,-1-1,-1 1,1 0,-1-1,-1 1,1-1,-2 1,1-1,-1 0,0 1,-1-1,0 0,0 1,-1-1,0 1,-1 0,0 0,0 0,0 0,-1 0,-1 0,1 1,-1 0,0 0,-1 0,0 1,0-1,0 2,0-1,-3-1,1 2,0 0,0 1,0 0,0 0,-1 1,0 0,1 0,-1 1,0 1,0-1,0 1,-1 1,1 0,0 0,0 0,0 1,0 1,0 0,0 0,0 0,1 1,-1 1,1-1,0 2,0-1,0 1,0 0,1 0,0 1,0 0,-3 4,-6 7,0 1,1 0,2 1,0 0,-8 16,-14 32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20:03.31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0,'19'43,"2"-2,2 0,2-1,1-2,4 2,-17-24,0-1,1 0,1-1,0 0,1-2,0 0,1 0,1-2,-1 0,2-1,-1-1,17 5,-26-10,1-1,-1-1,1 0,0 0,-1 0,1-1,0-1,-1 0,1 0,-1-1,1 0,-1 0,0-1,1-1,-2 0,1 0,0 0,-1-1,0 0,0-1,0 0,3-4,1 0,-2-1,1-1,-2 1,0-2,0 1,-1-1,0 0,-1-1,-1 0,0 0,-1 0,-1-1,0 0,-1 0,0 2,-1 1,0-1,-1 0,0 0,-2 0,1 0,-1 0,-1 0,-1-3,3 16,0-1,0 1,1-1,-1 1,0-1,0 1,0-1,0 1,0-1,0 1,0-1,0 1,0-1,0 1,-1-1,1 1,0 0,0-1,0 1,-1-1,1 1,0-1,0 1,-1 0,1-1,0 1,-1-1,1 1,0 0,-1-1,1 1,-1 0,1 0,-1-1,1 1,0 0,-1 0,1 0,-1 0,1 0,-1-1,1 1,-1 0,1 0,-1 0,1 0,-1 0,1 0,-1 1,1-1,-1 0,1 0,-1 0,1 0,-1 1,1-1,-1 0,1 0,0 1,-1-1,-12 32,9 8,2 0,2 1,1-1,3 0,1 0,5 18,-3-12,-6-41,19 129,-5 1,-5 0,-7 45,-4-163,-1 1,0-1,-1 1,-1-1,-1 0,-4 12,7-25,1 0,-1 0,0 1,0-1,-1-1,1 1,-1 0,1 0,-1-1,-1 0,1 0,0 0,-1 0,1 0,-1 0,0-1,0 0,0 0,0 0,0 0,-1-1,1 1,0-1,-1 0,1-1,-1 1,1-1,-2 0,2 0,0-1,0 1,0-1,0 0,0-1,0 1,0-1,0 0,1 0,-1 0,1 0,-1 0,1-1,0 0,0 0,0 0,0 0,1 0,-1 0,1-1,0 1,0-1,-2-3,-29-92,28 76,1-1,0 0,2 1,1-1,1 0,0 0,2 0,1 0,3-8,-4 25,1 0,0 1,0-1,0 1,1 0,-1 0,2 0,-1 0,1 1,-1 0,1 0,1 0,-1 0,1 1,0 0,0 0,0 1,0-1,1 1,0 1,-1-1,1 1,1 0,20-4,0 0,1 2,-1 2,1 0,3 2,42-1,-7 2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20:03.70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2,'38'0,"-20"-2,0 2,0 1,-1 0,1 1,0 1,0 0,5 3,-20-5,-1 0,1 0,0 0,0 1,-1-1,1 1,-1 0,1 0,-1 0,0 0,0 0,1 0,-2 0,1 1,0-1,0 1,-1-1,1 1,-1 0,0 0,0 0,0-1,0 1,-1 0,1 0,-1 0,1 0,-1 0,0 1,0-1,-1 0,1 0,-1 0,1 0,-1 0,0-1,-1 3,-3 10,-1-1,-1 0,-1-1,0 1,0-1,-1-1,-1 0,-1 1,-25 34,35-46,0-1,0 1,1 0,-1 0,0-1,1 1,-1 0,0 0,1 0,-1 0,1 0,-1 0,1 0,0 0,-1 0,1 0,0 0,0 0,0 0,0 0,0 0,0 0,0 0,0 0,0 0,0 0,1 0,-1 0,0 0,1 0,-1 0,1 0,-1 0,1 0,-1 0,1 0,0 0,-1-1,1 1,0 0,0 0,-1-1,1 1,0-1,0 1,0-1,0 1,0-1,0 1,0-1,0 0,0 1,0-1,0 0,0 0,122 13,-105-11,0 0,0 2,0 0,-1 2,0-1,12 7,-24-9,0-1,0 1,0 0,-1 0,1 0,-1 0,0 1,0 0,0 0,-1 0,1 0,-1 1,0-1,0 1,0 0,-1 0,0 0,0 0,0 0,0 1,-1-1,0 0,0 1,0 0,-2 2,1 0,-1 1,0-1,-1 0,0 0,0 0,-1 0,0 0,0-1,-1 1,0-1,0 0,-1 0,0 0,0-1,-5 5,-106 91,13-32,-1-6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20:04.70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0,'11'22,"1"0,1-1,1-1,0 0,2-1,0 0,1-1,1-1,0-1,1-1,1 0,1-1,0-2,0 0,1-1,1-1,0-1,0-1,1-1,0-1,0-2,8 1,-25-4,0 0,-1-1,1 1,0-2,0 1,0-1,0 0,-1 0,1-1,0 0,-1 0,1 0,-1-1,0 0,0 0,0-1,0 0,-1 0,1 0,-1 0,0-1,0 0,-1 0,0-1,1 1,-2-1,1 0,-1 0,2-4,-1-1,-1 0,0 0,-1 0,0 0,-1 0,0-1,-1 1,0 0,-1-1,0 1,-1 0,0 0,-1 0,-1-4,-3-1,2 16,6 62,83 358,-74-365,-2 1,-2 0,-3 0,-4 48,0-94,-1 0,0 0,0 0,-1 0,0 0,-1-1,0 1,-1-1,0 0,-2 3,6-10,-1 1,0-1,0 0,0 1,0-1,0 0,-1 0,1 0,-1-1,1 1,-1 0,1-1,-1 0,0 0,0 0,0 0,0 0,0 0,0-1,0 1,0-1,0 0,0 0,0 0,0 0,0-1,0 1,0-1,0 0,0 0,1 0,-1 0,0 0,0 0,1-1,-1 0,-9-6,1-1,0-1,0 0,1-1,0 1,1-2,0 1,1-2,0 1,1-1,1 0,0 0,0-1,2 1,-2-7,2 11,1-1,0 0,1 0,0 0,1 0,0 0,0 0,1 0,1 0,-1-1,2 1,-1 0,1 0,1 0,0 1,0-1,1 1,0-1,1 1,3-5,9-2,1 0,1 2,0 0,0 1,2 1,-1 1,2 0,-1 2,1 0,1 2,0 1,9-2,-23 5,202-55,-119 34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20:05.41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22,'67'-10,"-46"6,1 1,-1 0,1 2,-1 1,1 0,7 2,-27-2,-1 0,1 0,0 0,0 1,0-1,0 1,0-1,0 1,-1 0,1-1,0 1,0 0,-1 0,1 0,-1 0,1 1,-1-1,1 0,-1 1,0-1,0 1,1-1,-1 1,0 0,0-1,-1 1,1 0,0 0,-1-1,1 1,-1 0,1 0,-1 0,0 0,0 0,0 0,0 0,0 0,0-1,0 1,-1 1,-4 12,-1-1,-1 0,0 0,-1-1,0 0,-1 0,0-1,-1 0,-1 0,-8 6,-4 7,-81 103,103-126,-1 0,1-1,0 1,0 0,0 0,0 0,0 0,0 0,0 0,1 0,-1 0,1 0,0 0,-1 0,1 0,0 1,0-1,0 0,1 0,-1 0,0 0,1 0,-1 0,1 0,0 0,0 0,0 0,0 0,0 0,0 0,0-1,1 1,-1 0,0-1,1 1,0-1,-1 0,1 1,0-1,0 0,0 0,-1 0,1 0,0 0,0-1,1 1,13 4,1 0,0-1,0-1,0-1,0 0,15-1,29-1,0-3,-1-3,0-2,42-12,10-6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20:06.86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6,'0'17,"2"0,0 0,1 0,1-1,0 0,1 0,1 0,1 0,0-1,1 0,0 0,1-1,1 0,11 11,-15-17,1 0,1-1,-1 1,1-2,0 1,1-1,-1-1,1 1,0-1,1-1,-1 0,1 0,0-1,0 0,0-1,0 0,1-1,-1 0,0 0,1-1,-1 0,0-1,1 0,6-3,-3-1,0-1,0 0,-1-1,0-1,-1 0,1-1,-2 0,1-1,-1 0,-1-1,0 0,0 0,-1-1,0-1,-2 0,1 0,-1 0,-1-1,0 0,-1 0,-1 0,0-1,-1 1,0-5,-5-31,1 49,1 0,-1 1,1 0,0-1,-1 1,1-1,-1 1,1-1,-1 1,1 0,-1-1,0 1,1 0,-1 0,1 0,-1-1,0 1,1 0,-1 0,1 0,-1 0,0 0,1 0,-1 0,0 0,1 0,-1 0,1 0,-1 1,0-1,1 0,-1 0,1 1,-1-1,1 0,-1 1,1-1,-1 0,1 1,-1-1,1 1,-1-1,1 1,-1-1,1 1,0-1,0 1,-1-1,1 1,0 0,0-1,-1 1,1-1,0 1,0 0,0-1,0 1,0 0,0-1,0 1,0-1,0 1,0 0,0-1,1 1,-1 0,0-1,-7 30,2 0,0 0,2 1,2-1,0 1,2-1,2 1,0-1,3 4,14 105,-7-57,-3 0,-3 1,-5 57,-3-124,0 0,-2-1,0 0,0 1,-2-1,0 0,-6 12,9-23,1 0,-1-1,0 1,0-1,0 1,-1-1,1 0,-1 0,0 0,0 0,0 0,0 0,-1-1,1 0,0 0,-1 0,0 0,1 0,-1-1,0 1,0-1,0 0,0-1,0 1,0 0,0-1,0 0,0 0,-1 0,1-1,0 1,-1-2,-3-1,-1-1,1-1,0 1,1-2,-1 1,1-1,0 0,0 0,1-1,-1 0,2 0,-1-1,1 1,0-1,1 0,-1-1,2 1,-1-1,1 1,1-1,-1 0,1 0,1-1,0 1,0 0,1-6,1 7,0 1,0 0,1-1,-1 1,2 0,-1 0,1 0,0 0,1 0,-1 0,1 1,1 0,-1 0,1 0,0 1,1-1,-1 1,1 0,0 1,1-2,136-71,-142 76,213-92,-151 65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20:07.11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14 0,'0'14,"0"13,0 12,-2 7,-1 8,0 6,0 5,2 1,0 2,3 1,3-3,0-12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20:08.10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55,'259'130,"-238"-118,1 0,0-2,0 0,1-2,1-1,-1 0,1-2,0-1,0 0,20-1,-39-3,0-1,0 0,0 0,0 0,0-1,-1 0,1 0,-1 0,1 0,-1 0,0-1,0 0,0 0,0 0,0-1,-1 1,1-1,-1 0,0 0,0 0,-1 0,1 0,-1-1,0 1,0-1,0 1,-1-1,1 0,-1-4,2-8,0-1,-2 1,0-1,-1 0,-1 1,0-1,-4-13,1 14,3 22,5 32,36 176,15 110,-46-239,-4 1,-5 53,-2-108,0 0,-2 0,-2-1,0 1,-2-1,-2-1,0 0,-2 0,-3 3,10-20,-2-1,0 1,0-2,0 1,-1-1,-1 0,0-1,0 0,0 0,-3 0,8-5,0-1,0 1,0-1,-1 0,1 0,-1-1,1 1,-1-1,0 0,1 0,-1-1,0 1,0-1,1 0,-1 0,0-1,0 1,1-1,-1 0,0-1,1 1,-1-1,1 0,-1 0,1 0,-3-2,-7-8,1 0,0-1,1 0,1 0,0-2,0 1,2-2,-1 1,2-1,0 0,2-1,-1 0,0-5,1 4,0 0,1 0,1-1,1 1,1-1,-1-16,3 28,1-1,-1 1,1 0,0-1,1 1,0 0,0-1,1 1,-1 0,1 1,1-1,0 0,0 1,0 0,0 0,1 0,0 1,4-4,13-6,1 2,1 0,0 1,0 2,1 1,1 0,-1 2,1 1,1 1,-1 1,0 2,27 0,168-4,-215 6,0 0,-1 0,1 1,-1-1,1 1,-1 0,1 1,-1-1,0 1,1 0,-1 1,0-1,0 1,-1 0,1 0,0 1,-1-1,0 1,0 0,0 0,0 0,-1 1,0-1,0 1,0 0,0 0,-1 0,1 1,0 7,-1 1,0 0,-1 1,-1-1,0 0,-1 0,0 2,5 92,-2-104,-1-1,1 1,-1-1,1 0,0 0,1 1,-1-1,0-1,1 1,0 0,-1 0,1-1,0 0,0 0,0 1,1-2,-1 1,1 0,-1-1,1 1,-1-1,1 0,0 0,-1-1,1 1,0-1,0 0,-1 0,1 0,0 0,0-1,0 1,-1-1,1 0,0 0,-1-1,1 1,-1-1,0 1,1-1,-1 0,0 0,0-1,0 1,8-6,0 0,-1-1,0 0,-1 0,0-1,0 0,-1-1,-1 1,0-2,0 1,-1-1,0 0,-1 0,-1-1,0 1,2-13,-3 16,-1 1,-1-1,0 0,0 0,-1-1,0 1,0 0,-1 0,0 0,-1 0,0 1,0-1,-1 0,0 1,0-1,-1 1,-1 0,1 0,-1 1,0-1,-1 1,0 0,0 0,-7-5,6 7,0 0,-1 1,0 0,0 0,0 1,0 0,-1 0,1 1,-1 0,0 0,1 1,-1 1,0-1,0 1,0 1,0-1,1 2,-1-1,0 1,1 0,-1 1,1 0,0 0,0 1,-6 4,-22 11,1 2,1 2,1 1,-25 24,-27 25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20:25.35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360 76,'0'0,"1"-1,0 0,-1 1,1-1,-1 0,1 0,-1 0,1 1,-1-1,1 0,-1 0,0 0,1 0,-1 0,0 0,0 0,0 0,0 0,0 0,0 0,0 0,0 0,0 1,0-1,-1 0,1 0,0 0,-1 0,1 0,0 0,-1 0,1 0,-1 1,0-1,1 0,-1 0,1 1,-1-1,0 0,0 1,0-1,-2-3,-1 0,0 1,0 0,0 0,0 0,0 0,0 0,-1 1,1 0,-1 0,0 0,1 0,-1 1,0 0,0 0,0 0,0 1,0-1,0 1,-1 0,1 1,0-1,0 1,0 0,1 0,-1 1,-4 1,-4 2,1 1,-1 0,1 0,0 2,1-1,-1 2,2-1,-1 1,-5 8,6-8,0 1,1 1,0 0,1 0,0 1,1-1,0 2,1-1,1 1,0 0,0 0,1 1,1-1,1 1,-1 3,3-14,0 1,0 0,0 0,1-1,0 1,-1 0,1-1,1 1,-1-1,0 1,1-1,0 1,0-1,0 0,0 0,0 0,0 0,1 0,0-1,-1 1,1-1,0 0,0 1,1-1,-1-1,0 1,1 0,-1-1,0 0,1 1,9 1,-1 0,1 0,0-1,0 0,0-2,0 1,0-1,3-1,1-1,1 1,0-2,-1 0,0-1,0-1,0-1,0 0,-1-1,0-1,0 0,-1-1,0-1,-1 0,0-1,0-1,-1 0,-1-1,0 0,-1-1,0 0,-1-1,-1 0,2-5,-9 16,0-1,0 1,0-1,-1 0,0 0,0 0,0 0,0 0,-1 0,0 0,0 0,0 0,-1 0,1 0,-1 0,0 0,-1 1,1-1,-1 0,0 1,0-1,-1 1,-1-3,4 6,-1 1,0 0,1-1,-1 1,1-1,-1 1,0 0,1 0,-1-1,0 1,1 0,-1 0,0 0,0 0,1 0,-1 0,0 0,1 0,-1 0,0 0,0 0,1 0,-1 1,0-1,1 0,-1 0,0 1,1-1,-1 0,1 1,-1-1,0 1,1-1,-1 1,1-1,-1 1,1-1,0 1,-1 0,1-1,0 1,-1 0,1-1,0 1,0 0,-1-1,1 1,0 0,0-1,0 1,0 0,-8 41,10-25,0 0,1-1,0 1,1-1,1 0,1 0,0 0,1-1,1 0,0 0,1-1,1 0,0-1,1 0,0 0,1-1,0-1,11 7,9 3,-5-8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20:25.64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24 1,'12'23,"12"21,14 19,9 17,7 15,-1 10,-5 7,-12 8,-17 6,-20 4,-21 0,-21-3,-17-10,-9-15,3-21,11-27,17-22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20:26.03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1,'0'13,"0"17,0 16,3 14,2 11,1 4,0 1,0-3,-1-8,0-7,-2-12,-3-12,-2-10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20:26.28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15,'18'2,"22"4,25 2,21 0,22-1,17-5,12-6,8-5,0-4,-9 1,-28 2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20:26.79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438 116,'-8'-8,"0"1,-1-1,0 2,0-1,-1 1,0 0,0 1,0 0,0 1,-1 0,0 1,0 0,0 0,0 1,0 1,-1 0,1 0,0 1,-1 1,1 0,0 0,0 1,-1 0,-4 3,3 2,1 1,0 0,0 1,1 1,0-1,1 2,0-1,0 1,1 1,1 0,0 0,0 1,2 0,-1 0,2 0,-4 11,7-20,1 0,-1 0,1 0,0 0,0 0,0 0,0 0,1 0,0 0,0 1,0-1,0 0,1 0,-1 0,1 0,0 0,0 0,1 0,-1 0,1 0,0 0,0-1,0 1,0-1,1 1,-1-1,1 0,0 0,0 0,0 0,0-1,1 1,-1-1,4 2,5-2,0 0,1-1,-1 0,1 0,-1-2,1 1,-1-2,1 0,-1 0,0-1,0 0,0-1,0-1,-1 0,0 0,0-1,0-1,-1 0,1 0,2-4,0 3,-1-1,-1 0,0-1,0 0,-1 0,0-1,0-1,-2 0,1 0,-1 0,-1-1,-1-1,0 1,0-1,-1 0,-1 0,0 0,-1-1,-1 1,0-1,-1 0,-1 0,1 15,-1 0,1-1,-1 0,0 1,1-1,-1 1,0-1,0 1,0-1,1 0,-1 1,0-1,0 1,0-1,0 0,0 1,0-1,0 0,0 1,0-1,0 1,0-1,-1 0,1 1,0-1,0 1,-1-1,1 0,0 1,-1-1,1 1,0-1,-1 1,1-1,-1 1,1 0,-1-1,1 1,-1-1,1 1,-1 0,1 0,-1-1,1 1,-1 0,0 0,1 0,-1-1,0 1,1 0,-1 0,1 0,-1 0,0 0,1 0,-1 0,0 1,1-1,-1 0,1 0,-1 0,0 1,1-1,-1 0,1 1,-1-1,1 0,-1 1,1-1,-4 10,0 0,1 0,0 0,1 0,0 1,1-1,0 0,0 1,1-1,1 1,0-1,0 1,1-1,2 7,-3-7,1-1,1 1,-1-1,2 0,-1 0,1 0,0 0,1-1,0 0,1 0,-1 0,1 0,1-1,0 0,0 0,0-1,0 0,1 0,0-1,1 0,-1 0,1-1,0 0,0-1,0 0,0 0,1-1,-1 0,7 0,23-2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20:27.82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1 192,'0'-122,"2"115,1 34,55 726,-47-659,-10-95,-1 1,0-1,1 1,-1 0,0-1,1 1,-1-1,1 1,-1 0,1-1,-1 1,1 0,-1 0,1-1,-1 1,1 0,-1 0,1 0,0 0,-1 0,1 0,-1 0,1 0,-1 0,1 0,0 0,-1 0,1 0,-1 0,1 0,-1 1,1-1,-1 0,1 0,-1 1,1-1,-1 0,1 1,-1-1,1 0,-1 1,0-1,1 1,-1-1,1 1,-1-1,0 1,0-1,1 1,-1-1,0 1,0 0,18-42,-16 31,1 1,0-1,1 1,0 0,0 0,1 0,0 1,1 0,0 0,0 0,0 0,1 1,0 0,1 1,0-1,0 1,0 1,0 0,1 0,0 0,4 0,-9 4,1 1,0 0,-1 0,1 0,-1 1,1-1,-1 1,1 0,-1 1,1-1,-1 1,0 0,0 0,0 0,0 0,0 1,0-1,-1 1,1 0,-1 1,0-1,0 0,0 1,0 0,0 0,4 7,0 0,0 0,-1 0,-1 1,0 0,-1 0,0 1,0 5,0-8,-1 0,-1 0,0 0,-1 1,0-1,0 1,-1-1,0 1,-1-1,0 1,-1-1,0 1,-1-1,0 0,-1 0,0-1,-3 8,4-14,0 0,-1 0,1-1,0 1,-1-1,1 0,-1 1,0-2,0 1,0 0,0-1,0 0,0 0,0 0,0 0,-1-1,1 1,0-1,0 0,-1-1,1 1,-4-2,-88-31,89 29,0 1,0-1,1 1,0-2,0 1,0-1,0 0,1 0,0-1,0 1,0-1,1 0,-1 0,2-1,-1 1,-1-6,4 11,1-1,0 1,0-1,0 1,0 0,0-1,0 1,0-1,1 1,-1-1,0 1,1 0,-1-1,1 1,0 0,-1-1,1 1,0 0,0 0,0 0,0 0,0-1,0 1,0 0,0 1,0-1,0 0,1 0,-1 0,0 1,0-1,1 1,-1-1,2 1,52-11,123 4,56-7,-201 9,0-1,0-1,-1-3,0 0,0-2,24-13,-52 23,0 1,0-1,-1 0,1 0,0 0,-1-1,0 1,1-1,-1 0,0 0,-1 0,1 0,0 0,-1-1,0 1,0-1,0 0,0 1,0-1,-1 0,0 0,1 0,-2 0,1 0,0-1,-1 1,0 0,0 0,0 0,0 0,-1-1,0 1,1 0,-2 0,1 0,0 0,-1 0,0 1,1-1,-2-1,-3-2,0 0,0 1,0 0,-1 0,0 0,0 1,0 0,-1 0,1 1,-1 0,0 0,-1 1,1 0,-1 1,1 0,-1 0,-2 0,6 1,0 0,0 1,-1 0,1 0,0 0,0 1,0-1,-1 1,1 0,0 1,0-1,0 1,1 0,-1 0,0 1,1-1,-1 1,1 0,0 0,0 1,0-1,1 1,-1 0,1 0,0 0,0 0,0 1,0-1,-1 4,1 1,0 0,0 1,1-1,0 0,0 1,1-1,1 1,-1-1,2 1,-1 0,1-1,1 1,0-1,0 0,0 1,2-1,-1 0,1-1,0 1,1 0,0-1,0 0,6 9,1-1,1-1,0 0,1-1,0 0,1-1,1 0,0-1,0-1,6 1,-3 0,2-2,-1 0,1-1,1-2,0 0,0-1,0-1,0-1,1-1,0-1,-1-1,1-1,0-1,0-1,-1-1,1-1,-1-1,0-1,0-1,-1-1,0-1,0 0,-1-2,0 0,-1-1,0-2,-1 1,-1-2,1-1,5-14,-1-2,-1-1,-2 0,-1-1,-2-1,-1-1,-2 0,-1-1,-2-1,-2 1,-1-1,-2-1,-2 1,-1-1,-2 1,-3-15,4 30,-2-1,-1 1,0 0,-2 1,-1-1,0 1,-2-1,0 2,-2-1,0 1,-2 0,0 1,-8-10,17 27,0 0,0 0,0 0,-1 1,1-1,-1 1,0-1,0 1,0 0,0 0,0 0,0 0,-1 1,1-1,-1 1,1 0,-1 0,1 0,-1 1,1-1,-1 1,0 0,0 0,1 0,-1 0,1 1,-1-1,0 1,1 0,-1 0,1 1,-1-1,1 0,0 1,0 0,-3 2,-1 3,-1 0,2 1,-1 0,1 0,0 1,1 0,0 0,0 0,1 1,0-1,-2 10,-7 25,1 0,3 1,1 1,3-1,1 1,2 0,3 0,1 0,2-1,7 27,-7-49,1 1,1-1,1 0,2 0,0-1,1 0,1-1,1 0,0 0,2-1,1-1,0-1,1 0,1-1,1 0,0-2,1 0,1-1,0-1,1-1,0-1,1 0,1-2,7 1,1-2,0-1,0-2,1-1,-1-1,1-2,0-1,31-4,37-8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20:28.81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0,'31'205,"-9"1,-9 1,-9 1,3-134,3-78,54-140,-57 126,4-12,2 0,0 1,2 0,1 2,2 0,15-19,-31 43,0 0,0 0,1 0,-1 0,1 0,0 0,0 1,0-1,0 1,0 0,1 0,-1 0,1 0,-1 1,1-1,-1 1,1 0,0 0,0 1,0-1,-1 1,1-1,0 1,0 0,0 1,0-1,0 1,-1 0,1 0,0 0,-1 0,1 0,0 1,-1 0,0 0,1 0,2 2,2 7,0 1,0 0,-1 0,-1 1,0 0,0 0,-1 1,-1-1,-1 1,0 0,0 0,-2 0,1 13,1-6,-2-1,0 1,-1 0,-1-1,-1 1,-1 0,-5 18,6-33,1 0,-1 0,-1-1,1 1,-1 0,0-1,0 1,0-1,-1 0,0 0,0-1,0 1,-1-1,1 0,-1 0,0 0,0-1,-1 1,1-1,-1 0,1-1,-1 0,0 0,0 0,0 0,0-1,0 0,-1 0,2 0,-1-1,0 1,1-1,-1 0,0-1,1 1,-1-1,0 0,1 0,0-1,-1 0,1 0,0 0,0 0,0-1,0 0,0 0,0-1,1 1,0-1,0 0,0 0,0 0,0 0,1-1,0 0,0 1,0-1,1 0,-1-1,1 1,0 0,1-1,-1-1,5-27,7 1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20:29.08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100 1,'13'22,"12"22,6 19,2 14,0 16,-3 11,-7 11,-12 12,-16 8,-22 9,-22 3,-18-4,-12-12,8-28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20:29.53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26 0,'-14'415,"10"-362,0-10,1 1,3 0,1-1,7 41,-6-76,0 0,0 0,1 1,0-2,0 1,1 0,0-1,0 1,1-1,0 0,0-1,1 1,0-1,0 0,0 0,1-1,0 0,0 0,0-1,1 0,-1 0,1 0,0-1,0 0,0-1,1 0,-1 0,22 3,0-2,1-1,-1-1,1-2,-1-1,1-1,-1-2,0 0,-1-3,5-1,114-50,-96 29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20:29.82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0 185,'23'2,"21"1,19-2,17-6,10-7,5-8,-4-7,-9-4,-16-2,-17 0,-18 3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20:30.07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85,'11'-2,"20"-4,23-2,23-5,20-2,15-1,7 2,-18 4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20:30.24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0,'4'14,"9"13,9 9,9 8,12 5,6 6,8 2,2 4,0-1,-2 0,-7-5,-8-3,-8-10,-10-9,-11-12,-11-15,-5-8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20:30.41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332 1,'-16'25,"-12"22,-10 16,-9 14,-2 9,0 5,4-3,10-7,10-17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20:30.69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9 1,'-2'14,"-1"15,0 17,3 19,6 16,4 15,2 12,5 9,-2 7,0 4,-3-2,-4-5,-3-13,-2-15,-4-22,-5-22,0-20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20:30.97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1 150,'2'-8,"1"-1,0 1,1 0,-1 0,2 1,-1-1,1 1,0 0,1 0,-1 0,1 1,1 0,-1 0,1 1,0 0,0 0,1 0,0 1,-1 0,1 0,1 1,-1 0,0 1,1 0,-1 0,1 1,0 0,-1 0,1 1,0 0,0 1,-1 0,1 0,3 1,-5 1,0 0,-1 0,1 0,-1 1,0-1,0 2,0-1,-1 1,1 0,-1 0,0 0,0 1,-1-1,0 1,0 0,0 1,-1-1,0 1,0-1,-1 1,1 0,-1 0,-1 0,0 0,0 0,0 8,0-4,0 0,-1 0,-1 1,0-1,-1 0,0 0,0 0,-1 0,-1-1,0 1,0-1,-1 0,0 0,-1 0,0-1,0 0,-3 2,4-6,0 0,0 0,-1 0,1 0,-1-1,-1 0,1 0,0-1,-1 0,0 0,0 0,0-1,0 0,-5 0,-16 1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20:31.58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12 620,'9'-54,"-2"-1,-3 0,-2-1,-3 1,-2 0,-2 0,-4-4,-3-65,11 119,1 3,-1 1,1-1,-1 1,1-1,0 1,0-1,-1 1,1-1,0 1,0-1,0 1,1-1,-1 1,0-1,1 1,-1-1,0 1,1-1,0 1,-1-1,1 1,0 0,0-1,0 1,0 0,0 0,0 0,0 0,0 0,0 0,0 0,1 0,0 0,90 24,0 3,124 44,-206-66,0 0,-1 1,1 0,-1 1,0 0,0 1,-1-1,1 2,-2-1,1 1,-1 0,0 1,-1-1,0 1,0 1,-1-1,0 1,-1 0,0 0,0 0,-1 1,-1-1,0 1,0 3,-1 11,-1 1,-1 0,-1-1,-2 1,-2 8,-6 50,11-81,1 0,-1 0,1-1,-1 1,1 0,0 0,0 0,0 0,1 0,-1 0,1 0,-1-1,1 1,0 0,0 0,0-1,1 1,-1-1,1 1,-1-1,1 1,0-1,0 0,0 0,0 0,0 0,0 0,1 0,-1-1,1 1,-1-1,1 1,-1-1,1 0,0 0,0 0,1 0,8-3,1 1,-1-2,0 1,0-2,0 1,0-2,-1 0,0 0,0-1,0 0,-1-1,1 0,-2-1,7-5,2-1,-1 0,0-1,-1 0,-1-2,0 1,-1-2,-1 0,-1-1,-1 0,0-1,-1 0,-1 0,-2-1,0 0,4-21,-9 38,-1 0,0 0,0 0,0 0,-1 0,0 0,1-1,-1 1,-1 0,1 0,-1 0,1 0,-1 0,0 0,-1 0,1 0,-1 0,1 1,-1-1,-1 1,1-1,0 1,-1-1,1 1,-1 0,0 0,0 1,0-1,-4-2,2 6,-1 0,1 1,0 0,0 0,0 0,0 0,0 1,0 0,0 0,1 0,0 0,-1 1,1 0,1 0,-1 0,0 0,1 0,0 1,0 0,0-1,1 1,0 0,0 0,0 1,-1 3,-2 2,0 1,1-1,0 1,1 0,0 0,1 0,0 0,1 0,0 1,1-1,1 0,0 0,0 1,1-1,1 0,0 0,0-1,2 1,-1-1,1 0,1 0,0 0,0-1,1 1,1-2,0 1,4 3,-1-4,1 0,0-1,1 0,0-1,0-1,0 0,1 0,0-2,0 1,1-2,-1 0,1-1,-1 0,1-1,0-1,0 0,-1-1,1-1,0 0,-1-1,12-4,34-12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20:32.10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233 18,'-7'-3,"0"0,-1 0,1 1,0 0,-1 1,1-1,-1 1,1 1,-1 0,0 0,1 0,-1 1,1 0,-1 0,1 1,-1 0,1 0,0 1,0 0,0 0,0 1,1 0,-1 0,1 0,0 1,0 0,1 0,-1 1,-2 3,6-5,-1 0,1 0,0 0,0 0,0 0,0 0,1 0,0 1,0-1,0 1,0-1,1 0,-1 1,1 0,0-1,1 1,-1-1,1 0,0 1,0-1,0 1,1-1,0 0,-1 0,1 0,1 0,-1 0,1 0,0 1,13 10,0 0,1-1,0-1,1 0,1-2,0 0,0-1,20 7,-13-4,13 5,-21-11,0 0,0 2,0 0,-1 1,0 0,-1 2,-1 0,0 1,0 0,-1 1,-1 1,10 12,-21-22,0-1,0 0,-1 1,1-1,-1 1,0 0,-1-1,1 1,-1 0,1-1,-2 1,1 0,0 0,-1-1,0 1,0 0,0-1,-1 1,1-1,-1 0,0 1,0-1,-1 0,1 0,-1 0,0-1,0 1,0 0,-1-1,1 0,-1 0,0 0,0-1,-2 2,-5 4,-1-1,1 0,-1-1,-1-1,1 0,-1 0,0-1,0-1,0 0,-1-1,1 0,0-1,-1-1,1 0,-9-1,18 0,0 0,-1 0,1-1,0 1,0-1,1 0,-1 0,0 0,1-1,-1 1,1-1,0 0,0 0,0 0,0 0,0-1,1 1,-1-1,1 1,0-1,0 0,0 0,1 0,-1 0,1 0,0 0,0-1,1 1,-1 0,1-1,0 1,0 0,0 0,1-1,0 1,0 0,0 0,0 0,0-1,1 1,0 1,1-4,8-16,1 1,1 0,2 1,0 0,0 1,2 1,1 1,0 0,1 1,1 1,18-11,-17 11,0 2,1 0,1 1,0 1,0 1,1 1,0 2,1 0,0 1,4 1,-25 5,0 1,0-1,0 1,1 0,-1 0,0 0,0 0,0 1,0-1,1 1,-1 1,0-1,0 0,-1 1,1 0,0 0,0 0,-1 0,1 0,-1 1,0 0,0 0,0 0,0 0,0 0,-1 0,1 1,-1-1,0 1,0 0,0-1,-1 1,1 0,-1 1,4 17,-1 0,-1-1,-1 1,-1 0,-1 0,0 1,-2-4,2 1,1-1,0 0,1-1,1 1,1 0,1-1,4 10,-9-26,1 0,-1 0,1 1,0-1,-1 0,1 0,1 0,-1 0,0 0,0 0,1-1,-1 1,1 0,-1-1,1 1,0-1,0 1,-1-1,1 0,0 0,0 0,0 0,1 0,-1 0,0 0,0-1,0 1,1-1,-1 0,0 1,0-1,1 0,-1 0,0-1,0 1,1 0,-1-1,0 1,0-1,0 0,0 0,1 0,-1 0,-1 0,1 0,1-1,17-17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20:32.36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12 0,'-7'16,"3"10,6 5,2-3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20:32.61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113 749,'5'16,"1"12,1 11,1 7,-2 3,-2 0,2-4,-2-8,2-9,2-14,-1-10</inkml:trace>
  <inkml:trace contextRef="#ctx0" brushRef="#br0" timeOffset="1">86 15,'-16'-5,"-10"-1,0 2,9 5,18 8,21 8,22 7,4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20:33.81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449 859,'-6'-14,"-2"0,1 1,-1 0,-1 1,-1 0,1 0,-2 1,0 0,0 1,-1 0,0 1,0 0,-1 1,0 1,-1 0,0 0,0 1,0 1,-1 1,-10-3,18 7,0 0,-1 0,1 0,0 1,0 0,0 0,0 1,0 0,0 0,0 1,0 0,1 0,-1 0,1 1,0 0,0 0,1 1,-1-1,1 1,0 0,0 1,0-1,1 1,0 0,-3 6,1-3,1 0,1 1,-1 0,1 0,1 0,0 0,0 0,1 1,1-1,0 1,0-1,1 1,0-1,1 1,0 0,0-1,3 6,-2-9,0 0,1-1,0 0,0 0,1 0,-1 0,1 0,1-1,-1 0,1 0,0 0,0 0,0-1,1 1,-1-1,1-1,0 1,0-1,0 0,1-1,-1 1,1-1,0-1,-1 1,8 0,1 0,0-1,1 0,-1-2,1 1,-1-2,0 0,0-1,0 0,0-2,0 1,3-3,-5 2,0 0,0-1,0 0,-1-1,1 0,-2-1,1-1,-1 0,-1 0,1-1,-2 0,1-1,-1 0,-1-1,0 0,-1 0,0 0,-1-1,0 0,-1 0,-1-1,2-7,-14-23,7 44,1 0,-1 0,1 0,-1 0,0 0,1 0,-1 0,0 0,1 0,-1 0,0 0,1 1,-1-1,1 0,-1 0,0 1,1-1,-1 0,1 1,-1-1,1 1,-1-1,1 0,-1 1,1-1,0 1,-1-1,1 1,-1 0,1-1,0 1,0-1,-1 1,1 0,0-1,0 1,0 0,0-1,0 1,0-1,0 2,-3 6,1 1,0 0,0 0,1 1,0-1,1 0,0 0,1 0,-1 1,2-1,-1 0,1 0,1 0,0-1,0 1,1 0,0-1,0 0,1 0,0 0,0-1,1 1,0-1,0-1,0 1,1-1,0 0,1-1,-1 1,1-1,0-1,8 4,2-4,1-1,0 0,0-1,0-1,0-1,0 0,0-2,0 0,0-1,0-1,-1-1,0 0,0-2,0 0,-1-1,1 0,-2-2,0 0,0-1,14-12,-11 8,-1-1,0-1,-2 0,0-1,-1-1,0 0,-2-1,0-1,-2 0,0-1,-1 0,-1 0,-2-1,0 0,-1-1,0-5,0-3,-1 1,-2-1,-1 0,-1 0,-2-1,-1 1,-1 0,-2 1,-2-1,0 1,-2 0,-2 1,0 0,-4-4,10 25,-1 0,0 0,0 0,0 1,-1 0,0 1,-1 0,0 0,0 0,-3-1,7 5,1 1,-1 0,0 0,1 1,-1-1,0 1,0 0,0 0,0 0,0 0,-1 1,1 0,0 0,0 0,0 0,0 0,0 1,0 0,0 0,0 0,0 0,0 1,0 0,0-1,1 1,-4 2,-2 5,0 0,0 1,0 0,1 0,1 1,0 0,1 0,0 0,0 1,1 0,1 0,0 1,0-1,1 1,1 0,0 5,-6 23,2 1,2-1,2 1,2 0,1 0,3 0,6 34,-5-48,2-1,0 0,2 0,1-1,1-1,1 1,1-2,1 0,2 0,0-2,1 0,6 5,-8-12,0-2,1 0,1 0,0-2,0 0,1-1,0-1,1 0,0-1,0-2,1 0,0 0,0-2,0-1,15 1,-3-3,-1-1,0-1,0-1,0-2,0-2,0 0,-1-2,0-1,0-2,-1-1,-6 3,1 0,-1-2,-1-1,0-1,-1 0,0-2,-1 0,-1-2,0 0,-2-1,0 0,8-12,-23 27,-1 1,1 0,0 0,-1-1,0 1,1-1,-1 1,0-1,0 1,0-1,-1 0,1 1,-1-1,0 0,1 0,-1 1,0-1,0 0,-1 0,1 0,-1 1,1-1,-1 0,0 1,0-1,0 1,0-1,-1 1,1-1,-1 1,1 0,-1-1,0 1,-1-1,-7-2,0 1,1 1,-1-1,-1 2,1-1,0 1,-1 1,1 0,-1 0,1 1,-1 1,1-1,-1 2,1-1,0 2,0-1,-9 5,5-4,0 1,0 1,1 0,0 1,0 0,0 1,1 0,0 1,0 1,1 0,0 0,1 1,0 0,1 1,0 0,0 1,1 0,1 0,0 1,0-1,2 2,-1-1,2 1,-2 5,6-15,-1 0,1 0,0 0,0 1,0-1,1 0,-1 0,1 0,0 0,0 0,0-1,1 1,-1 0,1 0,0-1,0 1,1-1,-1 0,0 0,1 1,0-2,0 1,0 0,0 0,0-1,1 0,-1 0,1 0,-1 0,1 0,0-1,0 1,1-1,7 2,0 0,0-1,1 0,-1-1,0 0,1-1,-1-1,1 1,-1-2,7-1,11-6,-1-1,-1 0,0-3,0 0,-1-2,-1 0,0-2,-1-1,-1-1,-1-1,-1-1,-1-1,9-12,-13 14,-17 21,0-1,-1 0,1 0,0 1,-1-1,1 0,0 1,0-1,-1 0,1 1,0-1,0 0,0 1,-1-1,1 1,0-1,0 0,0 1,0-1,0 1,0-1,0 0,0 1,0-1,0 1,0-1,0 1,0-1,0 0,0 1,1-1,-1 1,0-1,0 0,0 1,1-1,-1 0,0 1,0-1,1 0,-1 1,0-1,1 0,-1 0,0 1,1-1,-1 0,0 0,1 0,-1 1,1-1,-1 0,0 0,1 0,-1 0,1 0,-1 0,0 0,1 0,-1 0,1 0,-1 0,1 0,-1 0,0 0,1 0,-1-1,1 1,-1 0,0 0,0 0,-31 281,23 134,7-114,1-259,-2 1,-2-1,-2 0,-1 0,-3 0,-1-1,-2-1,-1 0,-3-1,-1 0,-20 31,31-59,-1-1,0-1,-1 0,0 0,0 0,0-1,-1-1,-1 0,-7 5,13-10,0 1,0-1,0 0,-1 0,1-1,-1 0,1 0,-1 0,0 0,1-1,-1 0,0 0,1-1,-1 1,1-1,-1-1,1 1,-1-1,1 0,0 0,-1 0,0-1,-8-8,0 0,1 0,0-1,1-1,0 0,1-1,0 0,1-1,1 0,0-1,1 1,1-2,-1-2,-20-43,2-2,3 0,3-2,3 0,3-1,-4-49,16 107,0 1,1 0,-1 0,2-1,-1 1,1 0,0-1,1 1,0 0,0-1,1 1,0 0,0 0,1 0,0 0,1 0,-1 1,2 0,-1-1,1 2,0-1,0 0,1 1,0 0,0 0,6-4,10 1,-1 0,1 2,0 1,1 0,0 2,0 1,14-1,-17 2,61-7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20:35.34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52,'415'-29,"-209"14,0 8,89 13,-120 23,-175-30,0 1,-1 0,1 0,0 0,-1 0,1 0,0 0,-1 0,1-1,0 1,0 0,-1 0,1 0,0 0,0-1,-1 1,1 0,0 0,0-1,0 1,0 0,-1 0,1-1,0 1,0 0,0-1,0 1,0 0,0-1,0 1,0 0,0-1,0 1,0 0,0-1,0 1,0 0,0 0,0-1,0 1,0 0,0-1,0 1,1 0,-1-1,0 1,0 0,0 0,0-1,1 1,-1 0,0 0,0 0,1-1,-1 1,0 0,0 0,1 0,-1 0,0-1,1 1,-1 0,0 0,1 0,-1 0,0 0,0 0,1 0,-1 0,0 0,-2-4,-6-10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20:35.63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1,'20'14,"1"0,1-1,0-2,0 0,1-1,0-2,1 0,0-1,21 2,-12 0,20 5,13 2,0 2,-2 4,54 26,-110-45,0 0,0 0,0 1,-1 0,0 0,0 1,0 0,-1 0,1 0,-1 1,0 0,-1 0,1 1,-1 0,-1 0,1 0,-1 0,0 0,-1 1,0 0,0 0,-1 0,0 0,0 0,-1 1,0-1,0 0,-1 3,-4 4,-2-1,1 0,-2-1,0 0,0 0,-1 0,-1-1,0 0,-1 0,0-1,-1-1,0 1,0-2,-2 1,-39 31,-2-2,-2-3,-8 2,-35 23,70-42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20:36.22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272 6,'-14'-3,"0"2,0 0,-1 0,1 2,0-1,0 2,0 0,0 1,0 0,0 1,1 1,-1 0,1 0,0 2,-11 6,21-10,-1 0,1 0,0 0,0 0,1 0,-1 1,1-1,-1 1,1 0,0 0,1 0,-1 0,0 0,1 0,0 0,0 0,1 1,-1-1,1 0,0 0,0 1,0-1,0 0,1 1,0-1,0 0,0 0,0 0,1 0,-1 0,1 0,0 0,2 3,6 8,0 0,0 0,2-1,-1 0,2-1,0-1,8 7,153 100,-131-93,-2 1,0 2,-2 2,12 14,-48-43,0 0,0 1,0-1,0 0,-1 1,1 0,-1 0,0-1,0 1,0 0,0 1,0-1,-1 0,0 0,1 1,-1-1,0 1,-1-1,1 1,0 0,-1-1,0 1,0-1,0 1,-1 0,1-1,-1 1,1-1,-2 3,-3-1,0-1,0 0,-1 1,0-2,1 1,-1-1,-1 0,1 0,0 0,-1-1,1 0,-1 0,0-1,1 0,-1 0,0 0,0-1,0 0,0-1,1 1,-1-1,0-1,-3 0,5 1,-1-1,0 0,1 0,-1-1,1 0,-1 1,1-2,0 1,1-1,-1 1,0-1,1 0,0-1,0 1,0-1,1 0,0 0,-1 0,2 0,-1-1,1 1,-1-1,2 0,-1 1,1-1,-1 0,2 0,-1 0,1 0,-1 0,2 0,-1 0,1 0,0 0,0 0,0 0,1 1,1-4,6-11,0 0,1 0,1 1,1 0,1 1,1 0,0 1,1 0,1 2,0 0,1 0,1 2,0 0,1 1,1 1,-1 1,17-6,-31 13,0 0,0 0,0 0,0 1,1 0,-1 0,1 1,-1 0,1-1,-1 2,1-1,0 1,0 0,-1 0,1 0,0 1,-1 0,1 0,0 0,-1 1,0 0,1 0,-1 1,0-1,0 1,0 0,0 0,-1 1,2 0,2 9,-1 1,0 0,-1 0,0 1,-1-1,-1 1,0 1,-1-1,-1 0,1 15,0-7,2 12,-4-16,2 1,0-2,1 1,0 0,2-1,0 1,1-2,1 1,5 7,-12-24,-1 0,0 0,1 0,-1 0,1 0,-1-1,1 1,0 0,-1 0,1-1,0 1,0 0,-1-1,1 1,0-1,0 1,0-1,0 0,0 1,0-1,-1 0,1 1,0-1,0 0,0 0,0 0,0 0,0 0,0 0,0 0,0 0,0-1,0 1,0 0,0 0,0-1,12-9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20:37.81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0 508,'141'90,"-69"-50,-44-24,-1 2,-1 0,0 2,-1 1,-2 0,0 2,-1 1,-1 0,-2 2,0 0,8 19,-8-2,-1 1,-3 1,-2 1,-1 3,-3-14,-8-35,-1 6,1 0,0 1,0-1,0 0,1-1,0 1,0 0,1 0,0-1,0 1,0-1,0 0,1 0,0 0,0-1,0 1,1-1,0 0,-1 0,1-1,1 1,-1-1,0 0,5 1,-1-4,0 0,0-1,0 0,0-1,0 0,0-1,-1 1,1-2,-1 1,1-1,-1 0,-1-1,1 0,-1 0,1-1,-1 0,-1 0,1-1,-1 1,0-1,-1-1,0 1,0-1,2-4,2-5,-1-1,0 0,-1-1,-1 1,-1-1,-1 0,0 0,-2-1,0 1,-1-1,-1-16,-8-8,8 44,-1-1,1 1,-1 0,1 0,-1 0,1 0,0 0,-1 0,1-1,-1 1,1 0,-1 0,1 0,-1 0,1 1,0-1,-1 0,1 0,-1 0,1 0,-1 0,1 0,0 1,-1-1,1 0,0 0,-1 1,1-1,-1 0,1 1,0-1,0 0,-1 1,1-1,0 0,0 1,-1-1,1 1,0-1,0 0,0 1,0-1,0 1,-1-1,1 1,0-1,0 0,0 1,0 0,-5 13,1 1,0 1,1-1,1 0,0 1,1 0,1-1,0 1,1 2,0-5,1 0,0 0,0-1,2 1,-1-1,2 0,0 0,0-1,1 1,0-1,6 8,-9-14,1 0,0 0,0 0,1-1,-1 0,1 1,0-1,0-1,0 1,1-1,-1 0,1 0,0-1,0 1,0-1,0-1,0 1,0-1,1 0,-1 0,0-1,0 0,1 0,3-1,2-3,1-1,-1 0,0-1,0 0,-1-1,0-1,0 0,-1 0,0-1,0 0,-1-1,0 0,0 0,-2-1,1 0,-1 0,-1-1,0 0,0 0,0-6,54-123,-48 132,-8 28,-4 4,2 1,0-1,2 1,0-1,2 0,0-1,1 1,2-1,0-1,6 9,-8-17,1-1,1-1,0 0,0 0,1 0,0-1,1-1,0 0,0 0,1-1,0-1,1 0,-1 0,2-1,-1-1,0 0,1-1,0-1,0 0,0 0,0-2,1 0,-1 0,0-1,1-1,-1-1,0 0,6-2,-4-1,-2 0,1-1,-1-1,0 0,0-1,-1-1,0 0,0-1,-1 0,-1-1,1 0,-2-1,0 0,0 0,-1-1,-1-1,0 1,1-5,7-17,-1 0,-3-1,0-1,-3 0,-1 0,-1-1,-3 0,9-67,-10 88,-1 29,5 367,76 389,-82-691,-1-77,0-1,0 1,0 0,-1-1,1 1,0 0,0-1,0 1,0 0,0-1,0 1,-1 0,1-1,0 1,0 0,-1-1,1 1,0 0,0 0,-1-1,1 1,0 0,-1 0,1 0,0-1,-1 1,1 0,0 0,-1 0,1 0,0 0,-1 0,1 0,-1 0,1 0,0 0,-1 0,1 0,0 0,-1 0,1 0,-1 0,1 0,0 0,-1 0,1 1,0-1,-1 0,1 0,0 0,0 1,-1-1,1 0,0 0,-1 1,1-1,0 0,0 1,0-1,-1 0,-79-190,63 144,-18-55,5 0,3-2,-6-69,33 171,-6-127,6 124,1 0,0 0,0 0,0 0,0 0,0 0,1 0,0 0,-1 1,2-1,-1 0,0 1,1 0,-1 0,1 0,0 0,0 0,0 0,0 1,1-1,-1 1,1 0,0 0,-1 0,1 0,0 1,0 0,0 0,0 0,14-1,-1 2,1 0,-1 1,1 1,-1 0,0 1,0 1,0 1,0 0,-1 2,0 0,0 0,0 1,8 7,-17-12,1 1,-1 0,0 0,0 0,-1 1,0 0,1 0,-2 1,1 0,0 0,-1 0,-1 0,1 1,-1 0,0 0,0 0,-1 1,2 5,-6-8,0-1,-1 0,1 0,-1 0,0 0,-1-1,1 1,-1 0,1-1,-1 0,0 1,0-1,0 0,-1-1,1 1,-1 0,0-1,1 0,-1 0,0 0,0 0,0-1,-1 0,1 0,0 0,-1 0,1 0,0-1,-5 0,-11 4,0-1,0 0,0-2,0-1,0 0,-20-3,39 3,0 0,0 0,0 0,0 0,0 0,0 0,0 0,0 0,0-1,0 1,0 0,0-1,0 1,1 0,-1-1,0 1,0-1,0 1,1-1,-1 0,0 1,1-1,-1 0,0 0,1 1,-1-1,1 0,-1 0,1 0,0 0,-1 1,1-1,0 0,-1 0,1 0,0 0,0 0,0 0,0 0,0 0,0 0,0 0,0 0,0 0,1 0,-1 1,0-1,1 0,-1 0,0 0,1 0,-1 0,1 1,0-1,-1 0,1 0,0 0,78-78,-49 55,25-24,-3-2,-2-3,-2-1,-2-3,-3-1,-3-3,-2-1,-3-1,-3-2,-3-2,18-62,-32 82,-2-1,-2 0,-2-1,-2 0,-3-1,-1-5,-3 52,1 0,-1 0,1 0,-1 0,0 1,0-1,0 0,0 0,-1 0,1 0,-1 0,0 0,0 0,0 0,0 0,0 1,0-1,-1 1,0-1,1 1,-1-1,0 1,0 0,0 0,0 0,-1 0,1 0,-1 0,1 1,-1-1,1 1,-1 0,0-1,0 1,0 0,-3 3,1 0,0-1,0 2,-1-1,2 1,-1 0,0 0,0 0,1 0,0 1,0 0,0 0,0 0,0 0,0 3,-15 19,2 2,1 1,1 0,1 0,2 2,1-1,1 2,2-1,1 1,2 0,1 1,1-1,2 14,-2-5,3 0,1 0,2 0,2 0,2 0,1-1,2 0,2-1,2 0,1-1,2 0,2-1,1-1,2-1,1-1,1-2,3 1,-16-22,0 0,0-1,1-1,0 0,1 0,0-2,11 6,-19-11,0 1,0-2,0 1,0 0,1-1,-1 0,0 0,1 0,-1-1,1 0,-1 0,1-1,-1 1,0-1,1 0,-1 0,0-1,0 0,1 0,-1 0,-1 0,6-4,-3 1,-1-1,1 0,-1 0,0-1,0 0,-1 0,0 0,0-1,-1 0,0 0,0 0,-1 0,0-1,0 1,1-9,9-133,-14 132,-9 31,6 1,1-1,0 1,1 0,0 0,1 1,1-1,0 0,1 0,1 0,0 3,-1-12,0 0,1 1,-1-1,1 0,0 0,0-1,0 1,1 0,0-1,-1 1,2-1,-1 0,0 0,1 0,0 0,0-1,0 1,0-1,1 0,-1-1,1 1,0-1,0 0,0 0,0 0,0 0,0-1,4 0,32 0,-2-9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20:38.08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112 8,'-18'-2,"-11"-1,-4 0,9 3,16 2,10-1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20:38.35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1 575,'52'-2,"1"-3,-1-2,0-2,47-15,-81 20,-1 0,1-1,-1-1,0 0,-1-2,1 0,-1 0,-1-2,0 0,0-1,-1 0,0-1,-1 0,0-2,-1 1,-1-1,0-1,-1 0,-1-1,0 0,-1 0,6-17,-11 24,1 0,-2 0,0-1,0 1,0 0,-1-1,-1 0,1 1,-2-1,1 1,-1-1,-1 1,0-1,0 1,-1 0,0 0,0 0,-1 0,0 0,-1 1,0 0,0 0,-1 0,0 1,0-1,-1 1,-4-3,6 8,-1 0,1 0,-1 1,1 0,-1 0,0 0,1 1,-1 0,0 0,0 0,1 1,-1 0,1 0,-1 0,1 1,-1 0,1 0,0 0,0 1,0-1,0 1,0 1,0-1,1 0,0 1,0 0,0 0,0 1,0-1,1 1,0-1,0 1,0 0,1 0,-2 3,-15 31,1 1,2 1,1 0,3 2,1-1,2 1,3 1,1-1,1 2,-14 234,15 204,3-71,-2-352,1 30,-4-1,-12 58,5-100,0-17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20:38.68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0 304,'222'-71,"-137"48,542-177,-621 199,-5 0,0 0,0 0,1 0,-1 1,0-1,0 0,1 1,-1-1,1 1,-1-1,0 1,1 0,-1 0,1 0,-1 0,1 0,-1 0,1 0,-1 0,0 0,1 1,-1-1,1 1,-1-1,0 1,1-1,-1 1,0 0,0 0,0-1,1 1,-1 0,0 0,0 0,0 0,0 0,0 1,-1-1,2 1,-6 95,2-81,1 0,0 0,1-1,1 1,1 0,0 0,1-1,0 1,2-1,0 0,0 0,1 0,1-1,9 14,-16-27,1 0,0 1,0-1,0 0,0 0,0 0,0 0,0 0,0 0,0 0,0 0,1 0,-1 0,0-1,1 1,-1-1,1 1,-1-1,0 1,1-1,-1 0,1 1,-1-1,1 0,-1 0,1 0,-1-1,1 1,-1 0,1 0,-1-1,1 1,-1-1,0 1,1-1,-1 0,0 1,1-1,-1 0,0 0,1-1,12-14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20:38.93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201 49,'-14'-6,"-11"-6,-8 1,-3 1,2 2,5 6,7 7,14 7,18 5,18 0,5-1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20:39.91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500 112,'-26'-7,"1"1,-1 1,1 2,-1 0,0 2,0 0,-1 2,-20 4,33-4,1 2,0-1,0 2,0 0,1 0,0 1,-1 1,2 0,-1 1,1 0,0 0,0 1,1 1,0 0,0 0,1 1,-7 10,12-14,0-1,1 1,-1 0,2 0,-1 0,0 1,1-1,0 1,1-1,0 1,0 0,0 0,0-1,1 1,1 0,-1 0,1 0,0-1,0 1,1 0,0-1,0 1,1-1,-1 0,1 0,1 0,-1 0,1 0,0-1,0 0,1 0,0 0,3 3,17 9,-1-1,2-1,0-1,1-1,0-2,1-1,0-1,0-1,1-1,0-2,1-1,-1-1,14-1,24 2,1-2,-1-3,0-4,0-2,-1-3,0-2,0-4,27-12,-60 16,-1 0,-1-3,0 0,12-10,-32 18,-1 1,-1-1,1-1,-1 0,-1 0,1-1,-1 0,-1-1,0 1,0-1,-1-1,0 1,-1-1,2-5,-6 14,0-1,0 0,0 0,0 0,-1 1,1-1,-1 0,0 0,1 0,-1 0,-1 0,1 0,0 0,-1 0,1 0,-1 0,0 0,0 1,0-1,-1 0,1 0,0 1,-1-1,0 1,0 0,1-1,-1 1,-1 0,1 0,0 0,0 0,-1 1,1-1,-2 0,-7-1,1 1,-1 0,0 1,0 0,0 0,0 1,1 1,-1 0,0 0,0 1,0 1,1 0,0 0,-1 1,1 0,0 1,1 0,-4 2,2-1,0-1,1 1,0 1,0 0,0 0,1 1,0 0,1 1,0 0,0 0,1 1,0 0,0 0,1 1,1-1,0 1,0 1,1-1,1 1,-1 3,4-11,1 0,1 0,-1 1,1-1,-1 0,1-1,0 1,0 0,1 0,-1-1,1 1,0-1,0 0,0 0,0 0,1 0,-1-1,1 1,-1-1,1 0,0 0,0 0,0-1,0 1,0-1,0 0,1 0,-1 0,0-1,1 1,-1-1,0 0,4-1,16 1,0 0,-1-2,1 0,-1-2,1-1,-1-1,0 0,-1-2,0-1,0 0,-1-2,0 0,-1-2,0 0,8-8,-28 21,0-1,0 1,1 0,-1-1,0 1,1 0,-1 0,0-1,1 1,-1 0,1 0,-1 0,0-1,1 1,-1 0,0 0,1 0,-1 0,1 0,-1 0,1 0,-1 0,0 0,1 0,-1 0,1 0,-1 0,1 0,-1 0,0 0,1 1,-1-1,1 0,-1 0,0 0,1 1,-1-1,0 0,1 0,-1 1,0-1,0 0,1 1,-1-1,0 0,0 1,1-1,-1 1,0-1,0 0,0 1,0-1,0 1,0-1,1 0,-1 1,0-1,0 1,0 33,0-16,1-11,0-1,1 1,0 0,0-1,1 0,0 0,0 1,0-1,1-1,0 1,0-1,0 1,1-1,-1 0,1-1,0 1,1-1,-1 0,1 0,-3-2,1 0,-1 0,0-1,1 1,-1-1,1 0,0 1,-1-2,1 1,0 0,0-1,0 0,-1 1,1-2,0 1,0 0,0-1,-1 0,1 0,0 0,-1 0,1 0,-1-1,1 1,-1-1,0 0,1 0,-1-1,0 1,0-1,-1 1,1-1,-1 0,1 0,6-11,-1 1,-1-2,0 1,-1-1,-1 0,0 0,-1 0,-1-1,0 1,0-16,3-3,-5 27,2-16,0 0,2 0,1 1,0-1,2 1,1 1,0 0,2 0,0 0,1 1,-9 16,0 0,0 0,1 0,-1 0,1 1,0 0,0-1,0 1,1 1,-1-1,1 1,-1-1,1 1,0 0,0 1,0-1,0 1,0 0,0 1,0-1,0 1,0 0,0 0,0 0,0 1,0 0,1 0,-2 0,1 0,0 1,0 0,0 0,-1 0,1 1,-1 0,0 0,1 0,-1 0,-1 0,1 1,0 0,2 3,3 12,-1 1,-1-1,0 1,-2 0,0 1,-2-1,0 1,-1 0,-1 0,-1 8,3 23,-3-42,-1 1,2-1,-1 0,1 0,1 0,0 0,0-1,1 1,0 0,1-1,0 0,0 0,1 0,0 0,1-1,0 0,0 0,1 0,0-1,0 0,1 0,0-1,0 0,8 5,0-7,0-1,0-1,1 0,-1-1,0 0,1-2,-1 0,0 0,0-2,0 0,0-1,0 0,-1-1,0-1,0-1,0 0,-1-1,0 0,0-1,-1-1,0 0,-1-1,0 0,-1-1,0 0,0-1,5-9,-5 3,0 0,0 0,-2-1,-1 0,0-1,-1 0,-2 0,0-1,-1 1,-1-1,-1-4,-11-53,8 76,0 1,0-1,0 1,0-1,-1 1,1 0,-1 0,1 0,-1 0,0 0,0 0,0 0,0 0,0 1,0-1,0 1,0-1,-1 1,1 0,-1 0,1 0,-1 0,1 0,-1 1,1-1,-1 1,0 0,0 0,-4 2,0 0,-1 0,1 1,0 0,0 1,1-1,-1 1,1 1,0-1,0 1,0 0,0 0,1 1,0 0,0 0,1 0,0 0,0 1,0 0,1-1,0 2,0-1,-2 7,1-4,0 1,1 0,0 0,0 0,1 0,1 0,-1 0,2 0,0 0,0 1,1-1,0 0,1 0,1 0,-1 0,2 0,-1 0,2-1,-1 0,1 0,1 0,0 0,0-1,1 0,0 0,1-1,0 0,0 0,4 1,5 3,0-2,2-1,-1 0,1-1,0-1,1-1,-1 0,1-2,0 0,1-1,-1-2,2 0,65 2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20:41.10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461 40,'0'24,"-6"52,5-76,0 0,0 0,1 0,-1 0,0 0,0 0,1 0,-1 0,0 0,0 0,1 0,-1-1,0 1,0 0,1-1,-1 1,0 0,1-1,-1 1,1-1,-1 1,0-1,1 1,-1-1,1 1,-1-1,1 1,0-1,-1 0,1 1,-1-1,1 0,0 0,0 1,-1-1,1 0,0 0,0 1,0-1,-1-2,-4-5,0-1,-1 1,1 0,-1 1,-1-1,0 1,0 0,0 1,-1 0,0 0,0 1,0 0,-1 0,1 0,-1 1,0 1,-1 0,1 0,-1 1,1 0,-1 0,0 1,1 0,-1 1,0 0,0 1,1 0,-1 1,0-1,1 2,-9 2,8 1,-1 0,1 0,0 1,1 1,-1 0,2 0,-1 1,1 0,0 0,1 0,0 1,1 1,0-1,0 1,1 0,0 0,1 1,1-1,0 1,0 2,0-4,1 0,0 1,1-1,0 1,1-1,0 0,1 1,0-1,0 1,1-1,1 0,0 0,0 0,1 0,0 0,0-1,1 0,1 0,0 0,0-1,0 1,1-2,4 5,0-4,1 1,0-2,0 0,1 0,0-1,0 0,0-1,1-1,0 0,-1-1,2-1,-1 0,0-1,1 0,15 0,0-2,-1-1,1-1,-1-1,1-2,7-3,3-3,-1-2,0-2,-1-2,-1-1,0-2,1-2,28-23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20:41.36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0,'20'19,"19"16,13 17,7 15,3 10,-4 7,-13 9,-13 6,-22 6,-24 7,-22 4,-22-2,-13-6,-2-13,11-22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20:41.94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483 61,'-9'-6,"0"-1,0 1,0 0,0 1,-1 0,0 0,0 1,-1 0,1 1,-1 0,1 1,-1 0,0 1,0 0,0 1,0 0,0 1,1 0,-1 0,0 1,-3 1,-2 2,0 0,1 1,-1 1,1 0,0 1,1 0,0 1,0 1,1 1,0-1,1 2,0 0,-5 8,11-14,1 0,0 1,1-1,-1 1,1 0,1 0,-1 0,1 0,1 1,-1-1,1 1,0 0,1 0,0 0,0 0,1-1,0 1,0 0,1 0,0 0,0 0,1 0,0-1,1 1,-1 0,4 4,9 8,1 0,1-1,1-1,1 0,0-2,1 0,1-1,0-1,1-1,1-1,12 5,-13-6,27 16,8 2,0 3,-2 2,-2 2,-2 3,36 34,-82-69,1 1,0 0,-1 0,0 0,0 1,-1-1,0 1,0 0,0 1,0-1,-1 1,0-1,-1 1,1 0,-1 0,-1 0,1 0,-1 0,-1 1,1-1,-1 0,0 1,-1-1,0 0,0 0,0 0,-1 1,0-1,-1 1,-6 2,0 0,-1-1,0-1,0 0,-1 0,1-1,-2 0,1 0,-1-2,0 1,-1-2,1 0,-1 0,0-1,0 0,0-1,0-1,-6 0,-18 4,-1-1,0-2,0-2,0-1,1-2,-1-2,1-1,-21-7,57 13,-2-1,0 1,1-1,-1 0,0 0,0 0,1 0,-1-1,0 1,1-1,0 1,-1-1,1 0,0 0,0 0,0 0,0 0,-1-2,1-8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20:42.84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362 898,'-15'-2,"1"1,0 0,-1 1,1 1,0 0,-1 1,1 0,0 1,0 1,0 0,1 1,-1 1,1 0,0 0,1 1,0 1,0 0,1 1,-1 0,2 1,0 0,0 1,1 0,0 0,0 1,2 0,-1 1,-4 10,11-18,-1 0,1 0,-1-1,1 1,1 0,-1 0,1 0,0 0,0 0,0 0,0 0,1 0,0 0,0 0,1 0,-1 0,1-1,0 1,0-1,1 1,-1-1,1 0,0 0,0 0,0 0,1 0,-1-1,1 0,0 1,0-1,0-1,3 2,4 1,-1-1,1 0,0-1,0-1,1 1,-1-2,0 0,1 0,-1-1,1 0,-1-1,0 0,1-1,3-1,15-4,-1-1,0-2,0-1,22-12,-19 9,-2-2,0-2,-1-1,-1 0,0-3,-2 0,0-1,-2-2,-1 0,-1-2,-1 0,-1-2,-2 0,0-1,-2-1,3-11,-6 4,-2 0,-2-1,-1 0,-2-1,-2 1,-1-1,-3 0,-1 0,-1 0,-3 1,-1-1,-2 1,-1 0,-4-2,8 25,-1 0,-1 1,-1 0,0 1,-1 0,-1 0,-8-9,15 18,-1 1,-1-1,1 1,-1 0,1 0,-1 1,0-1,0 1,-1 0,1 1,-1-1,1 1,-1 0,0 0,0 1,0 0,0 0,0 0,0 1,0 0,0 0,-4 1,4 1,0 0,0 1,1 0,-1 1,1-1,-1 1,1 0,0 0,1 1,-1-1,1 1,0 0,0 1,0-1,1 0,0 1,0 0,0 0,1 0,0 0,0 0,0 1,1-1,0 0,0 1,1-1,0 1,0-1,1 7,2 32,2 0,2-1,2 1,2-1,2-1,2 0,2-1,1-1,21 34,80 148,36 39,-87-167,-68-95,1 1,0-1,0 0,0 0,0 0,0 0,0 0,-1 0,1 0,0 0,0 0,0-1,0 1,0 0,-1-1,1 1,0 0,0-1,0 1,-1-1,1 1,0-1,-1 1,1-1,0 0,-1 1,1-1,-1 0,1 1,-1-1,1 0,-1 0,0 0,1 1,-1-1,0 0,0 0,0 0,1 0,-1 1,0-1,0 0,0 0,0 0,0 0,-1 0,1 0,0 0,1-3,2-12,0 1,1 0,1 0,1 0,0 0,0 1,2 0,0 0,0 1,1 0,1 0,0 1,1 1,0-1,9-5,-17 15,0-1,0 1,0 1,0-1,1 0,-1 1,0 0,1 0,-1 0,1 0,-1 0,1 1,-1-1,1 1,0 0,-1 0,1 0,-1 1,1-1,-1 1,1 0,-1 0,1 0,-1 1,0-1,1 1,-1-1,0 1,0 0,0 0,-1 1,1-1,0 1,-1-1,2 3,50 96,-51-91,0 0,1-1,0 0,0 1,1-1,0-1,1 1,0-1,0 0,1 0,0-1,0 0,1 0,-1-1,2 0,-1 0,1-1,1 1,1-2,1-1,-1 0,1-1,-1 0,1-1,0 0,-1-1,1 0,0-1,-1-1,1 0,-1 0,1-1,-1 0,0-1,4-2,6-3,1-1,-2-1,0-1,0-1,-1-1,0 0,11-13,-21 20,-1 0,0 0,-1-1,0 0,0-1,-1 1,0-1,0-1,-1 1,0-1,-1 0,0 0,-1 0,0 0,0-1,-1 1,0-1,-1 0,-1 1,1-1,-2-7,0 15,0 0,0 0,-1 0,1 1,-1-1,1 0,-1 1,0-1,0 1,0-1,0 1,-1 0,1 0,-1 0,1 0,-1 1,0-1,1 1,-1-1,0 1,0 0,0 0,0 0,0 0,0 1,-1-1,1 1,0 0,0 0,0 0,0 0,0 1,0-1,-1 1,1 0,0 0,0 0,1 0,-1 0,0 1,0 0,0-1,1 1,-1 0,1 0,0 0,-1 0,1 1,-3 2,-1 1,1 0,1 0,-1 1,1-1,0 1,1 0,-1 0,1 0,1 1,-1-1,1 1,1-1,-1 1,1 0,1 0,-1 0,1-1,1 1,0 0,0 0,0-1,1 1,0 0,0-1,1 0,0 1,0-1,1 0,0-1,0 1,1-1,-1 1,1-1,1-1,-1 1,1-1,2 1,9 6,0-1,1-1,1 0,0-2,0 0,0-1,1-1,0-1,1-1,-1 0,1-2,-1 0,14-2,34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20:43.75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15,'195'281,"-118"-205,-73-73,0-1,0 0,0 0,0 0,0 0,1-1,-1 0,0 0,1 0,-1 0,1-1,-1 1,1-1,0-1,-1 1,1 0,-1-1,1 0,-1 0,0 0,1-1,2-1,9-6,-1 0,1-2,-1 0,-1 0,0-1,-1-1,0-1,-1 1,-1-2,0 0,-1 0,0-1,-2 0,4-8,-8 16,0-1,0 0,-1 0,-1 0,1 0,-1 0,-1 0,1-1,-1-7,-1 17,0-1,0 1,0-1,1 1,-1-1,0 1,0-1,0 1,0-1,0 0,0 1,0-1,0 1,0-1,0 1,-1-1,1 1,0-1,0 0,0 1,-1-1,1 1,0 0,0-1,-1 1,1-1,-1 1,1-1,0 1,-1 0,1-1,-1 1,1 0,-1-1,1 1,-1 0,1 0,-1-1,1 1,-1 0,1 0,-1 0,1 0,-1 0,1 0,-1 0,0 0,1 0,-1 0,1 0,-1 0,1 0,-1 0,1 0,-1 1,1-1,-1 0,-24 26,20-17,0 1,0 0,1 1,0-1,1 1,0-1,1 1,0 0,1 0,0 0,0 6,1-10,0-1,1 0,-1 0,1 0,1 0,-1 0,1 0,0 0,0 0,0-1,1 1,0-1,0 1,1-1,-1 0,1 0,0-1,0 1,1-1,0 0,1 2,8 0,0 0,0-1,0 0,1-1,0 0,0-2,0 0,0 0,0-1,0-1,0-1,0 0,0-1,0 0,0-1,-1-1,14-5,-10 4,1-1,-1 0,-1-2,0 0,0-1,0 0,-1-2,-1 0,1 0,-2-2,0 0,0 0,-1-1,-1-1,-1 0,10-16,-13 101,-5-62,0-1,0 0,1 1,0-1,0-1,1 1,-1-1,2 1,-1-1,0-1,1 1,0-1,1 0,-1 0,1-1,0 0,0 0,0 0,0-1,4 1,10 3,0-1,1 0,-1-2,1 0,1-2,16 1,-28-2,0-1,-1 0,1 0,0-1,-1 0,1-1,-1 0,1-1,-1 0,0-1,0 0,0 0,0-1,-1 0,0-1,0 0,-1 0,1-1,-1 0,-2-1,-6 7,1-1,-1 1,0 0,1 0,-1 0,1 0,0-1,-1 1,1 0,0 0,0 0,-1 0,1 1,0-1,0 0,0 0,0 0,0 1,1-1,-1 1,0-1,0 1,0-1,0 1,1-1,-1 1,0 0,0 0,1 0,-1 0,0 0,0 0,1 0,-1 0,0 0,0 1,1-1,42 78,-37-71,0 0,1-1,0 0,0 0,0-1,1 0,0 0,0-1,0 0,0-1,1 0,-1 0,1-1,0 0,0-1,0 0,0-1,-1 0,1 0,0-1,0 0,0-1,0 0,-1-1,1 0,-1 0,0-1,0 0,0-1,0 0,-1 0,0-1,0 0,0 0,-1-1,0 0,0 0,-1-1,1 0,-2 0,1 0,-1-1,-1 0,0 0,1-2,-2 2,0 0,-1 0,0-1,-1 1,0 0,-1-1,1 1,-2 0,1-1,-2 1,1 0,-1-1,0 1,-1 0,0 0,0 1,-1-1,-1 1,1 0,-1 0,0 0,-1 0,0 1,0 0,-1 0,0 1,0 0,0 0,-1 0,1 1,-2 0,1 1,0 0,-1 0,0 1,0 0,0 0,-3 1,-1 1,0 1,0 1,0 0,0 1,0 0,0 1,0 1,1 0,0 0,-1 1,2 1,-1 0,1 1,0 0,0 0,1 1,0 1,0 0,1 0,0 1,0 0,2 0,-1 1,1 0,1 1,0-1,0 1,1 0,1 1,0-1,1 1,0 0,2-7,0-1,0 0,0 1,1-1,0 0,0 1,1-1,-1 0,1 1,0-1,1 0,-1 0,1 0,0 0,0 0,1 0,0 0,-1-1,1 1,1-1,-1 0,1 0,0 0,-1 0,2-1,-1 1,0-1,1 0,-1-1,1 1,0-1,0 0,2 1,42 7,-1-6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20:44.02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357 5,'-23'-2,"-16"-1,-14 5,-3 8,0 10,5 11,11 9,13 4,15 4,19 0,15 0,4-9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20:44.30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1,'13'16,"12"9,8 8,10 3,9-1,7-3,12-8,12-7,14-12,16-11,-11-4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20:44.83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1 982,'5'-5,"38"-30,-1-2,-1-1,-3-3,-1-1,-2-1,9-19,-25 31,-2-1,-2 0,0-1,-3-1,0 0,-2-1,-2 0,-1 0,-2-1,-2 0,0-35,-4 54,-1 1,0-1,-1 0,-1 1,-1 0,0 0,-1 0,-4-8,7 19,1 0,0 0,-1 1,0-1,0 1,-1-1,1 1,-1 0,0 0,0 1,0-1,-1 1,1 0,-1 0,1 0,-1 0,0 1,0 0,-1 0,1 1,0-1,-1 1,1 0,0 1,-1-1,1 1,-5 0,0 3,1 0,0 0,1 1,-1 0,1 1,-1-1,1 2,1-1,-1 1,1 0,0 1,0 0,1 0,0 0,0 1,1 0,0 0,0 0,1 1,0-1,0 2,-14 30,2 0,2 1,1 1,3 0,1 1,2 0,2 0,2 0,1 20,2-34,1-1,1 1,2 0,0 0,2-1,1 0,2 0,6 15,-8-28,0-1,1 0,0 0,1 0,0-1,1-1,1 1,0-2,0 1,1-2,1 0,0 0,0-1,1 0,0-1,1-1,1 0,0-1,0-1,1-1,-1 0,1-1,0-1,0 0,0-2,0 0,0 0,0-2,0 0,0-1,0-1,-1 0,1-1,-1-1,0 0,-1-2,0 1,0-2,0 0,-1-1,-1 0,0-1,0-1,-1 0,0 0,-1-2,-1 1,0-1,-1 0,0-2,-2 1,2-4,-4 34,-5-5,0-1,1 1,1 0,0-1,0 1,0-1,1 1,1-1,0 0,0 0,1-1,0 1,0-1,1 0,0-1,0 1,1-1,0 0,0-1,1 1,0-2,0 1,0-1,1 0,-1-1,1 0,0 0,2 0,3 0,1 0,0-1,0 0,0-1,0-1,0-1,0 0,0 0,0-2,9-1,-16 1,0 0,0 0,0 0,-1-1,1 0,-1 0,1-1,-1 0,0 0,-1-1,1 0,-1 0,0-1,0 1,0-1,-1-1,0 1,0-1,-1 0,2-2,-4 4,0-1,0 1,0 0,0-1,-1 1,0-1,0 0,0 1,-1-1,0 0,0 1,0-1,-1 0,0 1,0-1,0 1,-1-1,1 1,-2-1,1 1,0 0,-1 0,0 0,0 0,-1 1,1-1,-1 1,0 0,-2-2,-2-1,0 0,0 1,0 0,-1 1,0 0,0 0,0 1,-1 0,1 0,-1 1,0 0,0 1,0 0,0 1,0 0,-3 1,0 0,1 1,-1 1,1 0,-1 1,1 0,0 1,0 0,1 1,-1 0,1 1,0 0,1 1,-1 0,1 1,1 0,-1 0,1 1,1 0,0 1,0 0,1 0,0 1,-3 7,8-15,0 1,0 0,1 0,-1-1,1 1,0 0,0 0,0 0,1 1,0-1,-1 0,1 0,1 0,-1 0,1 0,-1 0,1 0,0 0,1 0,-1 0,1 0,0 0,-1-1,2 1,-1-1,0 1,1-1,-1 0,1 0,0 0,3 2,5 2,-1-1,1-1,0 0,1 0,-1-1,1-1,0 0,0 0,2-1,53 8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20:45.48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350 199,'-3'-7,"-1"1,0 0,-1 0,0 0,0 1,0 0,0 0,-1 0,0 0,0 1,0 0,0 0,-1 1,0 0,0 0,0 0,0 1,0 0,0 0,0 1,-1 0,1 0,0 1,-1 0,1 0,-1 1,1 0,0 0,-1 1,1-1,0 2,0-1,0 1,1 0,-1 0,1 1,-1 0,1 0,0 1,1 0,-4 3,0-1,1 1,1 0,0 1,0 0,0 0,1 0,0 1,1 0,-4 9,8-16,-1 0,1 1,0-1,0 0,0 1,0-1,1 1,-1-1,1 1,0-1,0 1,0-1,1 1,-1-1,1 0,-1 1,1-1,0 0,1 1,-1-1,1 0,-1 0,1 0,0 0,0 0,0 0,0-1,1 1,-1-1,1 1,0-1,2 2,8 1,0-1,1-1,-1 0,1 0,0-2,-1 1,1-2,0 0,0-1,0 0,-1-1,1 0,0-1,-1-1,0 0,0-1,0 0,3-3,184-84,-198 91,0-1,0 1,0 0,1 0,-1 0,0 0,1 1,-1-1,1 0,-1 1,1 0,-1 0,1 0,-1 0,1 0,-1 0,1 1,-1-1,1 1,-1-1,0 1,1 0,-1 0,0 0,1 1,-1-1,0 0,0 1,0-1,0 1,1 1,4 10,-1-1,0 1,-1 0,0 0,-1 0,-1 1,1 5,4 15,25 83,-5 2,-5 2,-6 0,-1 55,-15-154,-2-1,-1 1,0 0,-1-1,-2 0,0 0,-4 8,6-20,0 0,-1-1,0 0,-1 0,1 0,-2 0,1-1,-1 1,0-1,-1-1,1 1,-1-1,0-1,-1 1,0-1,0 0,0-1,-3 2,4-4,1 0,0-1,0 1,0-1,-1 0,1-1,0 0,-1 0,1 0,-1-1,1 0,0 0,0 0,-1-1,1 0,0 0,0 0,1-1,-1 0,0 0,1-1,0 1,0-1,0-1,0 1,1 0,-1-1,1 0,1 0,-1 0,0-1,1 1,0-1,0 0,-3-9,0-1,0 1,1-1,1 0,1 0,0 0,1-1,1 1,0-1,2 1,-1-1,2 1,0-1,5-20,1 1,1 0,2 0,2 1,5-9,29-51,3 2,5 2,3 3,4 2,4 3,62-59,6 13,-128 123,-4 3,1 1,-1 0,0-1,1 1,0 0,-1 0,1 0,0 0,0 1,0-1,0 1,0 0,0 0,1 0,-1 0,0 0,1 1,-1 0,0-1,1 1,-2 2,-1 0,1-1,-1 1,1 0,-1 0,0 0,1 0,-1 0,0 0,0 0,-1 0,1 1,0-1,-1 0,1 0,-1 1,0-1,0 0,0 1,0-1,0 0,0 1,-1-1,1 0,0 1,-8 117,4-90,1-1,1 1,2-1,1 1,1-1,2 0,6 25,-9-48,1-1,-1 1,1-1,1 0,-1 0,1 0,0 0,0 0,0 0,1-1,-1 0,1 1,0-1,0-1,1 1,-1-1,1 1,0-1,0-1,0 1,0-1,0 0,0 0,1 0,-1-1,1 1,-1-1,1-1,0 1,-1-1,1 0,0 0,-1-1,1 0,0 0,4-1,24-14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20:45.76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116 6,'-18'-2,"-8"-1,-3 3,5 3,8 5,13 10,17 7,6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20:46.25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476 95,'-24'-14,"0"1,-1 1,-1 1,0 2,0 0,-1 2,0 0,0 2,-1 1,0 2,1 0,-7 2,28 1,0 0,0 0,0 1,0-1,0 1,1 1,-1-1,1 1,-1 0,1 0,0 1,0-1,1 1,-1 0,1 0,0 1,0-1,0 1,1 0,-1 0,1 0,0 1,1-1,-1 1,1 0,0-1,1 1,-1 0,1 0,0 4,0-1,1 1,0-1,0 0,1 1,0-1,1 0,0 0,0 0,1 0,0 0,1 0,0-1,0 1,1-1,0 0,0-1,1 1,0-1,0 0,0-1,2 1,6 5,0-1,1 0,0-1,0-1,1 0,1-1,0-1,0 0,0-2,9 3,3-3,-1 0,1-1,-1-2,1-1,0-1,0-2,-1-1,1-1,-1-1,0-2,0 0,-1-2,0-1,-1-2,0 0,21-14,-37 20,-2 1,1-1,-1 0,1-1,-2 0,1 0,-1-1,0 0,-1 0,0-1,4-6,-10 15,-1 0,1 0,0 0,0 0,-1 0,1 0,0 0,0 0,-1 0,1 0,0 0,0 0,-1 0,1 0,0 0,0 0,0-1,-1 1,1 0,0 0,0 0,0 0,0 0,-1-1,1 1,0 0,0 0,0 0,0-1,0 1,-1 0,1 0,0-1,0 1,0 0,0 0,0 0,0-1,0 1,0 0,0 0,0-1,0 1,0 0,0 0,0-1,0 1,0 0,0 0,1-1,-1 1,-3 3,0 1,1-1,0 1,0 0,0-1,0 1,0 0,1 0,0 0,-1 0,2 0,-1 1,0-1,1 0,0 0,0 0,0 1,0-1,1 0,0 0,0 0,0 1,0-1,1 0,-1-1,1 1,0 0,0 0,0-1,1 1,-1-1,1 0,0 0,0 0,0 0,0 0,1 0,-1-1,1 0,0 1,9 4,0 0,0-1,0 0,1-1,0 0,0-1,0-1,1 0,-1-1,1 0,-1-2,1 1,0-2,-1 0,1-1,-1 0,1-1,-1-1,5-2,-13 4,0-1,0 0,-1 0,1 0,-1-1,0 0,0 0,0 0,0-1,-1 1,0-1,0 0,0 0,0-1,-1 1,0-1,0 0,-1 0,0 0,1 0,-2 0,1-1,-1 1,0 0,-1-1,1 1,-1-1,0 1,-1-1,0 1,-1-6,1 1,-1 0,-1 0,0 1,0-1,-1 1,0-1,-1 2,0-1,-1 0,1 1,-2 0,0 0,0 1,0 0,-1 0,0 1,-1-1,0 2,0 0,0 0,-1 0,1 1,-1 1,-1-1,1 2,-1-1,1 2,-1-1,0 1,0 1,0 0,0 1,0 0,0 0,-2 1,0 3,1 1,-1 0,1 0,0 1,0 1,1 0,0 1,0 0,1 0,0 1,0 1,1-1,0 2,1-1,0 1,1 0,0 1,1 0,0 0,1 0,-4 11,8-19,-1 0,0 0,1 0,0 0,0 1,0-1,1 0,-1 0,1 1,0-1,0 0,0 1,1-1,0 0,0 0,0 0,0 1,0-1,1 0,0-1,0 1,0 0,0 0,1-1,-1 1,1-1,0 0,0 1,33 15,4-8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20:46.52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292 3,'-18'-2,"-15"1,-11 8,-5 9,2 10,5 6,11 5,11 0,13 2,7-7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20:46.80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1,'11'15,"11"11,8 2,9 0,6-6,4-9,4-11,2-12,-9-5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20:48.77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434 846,'1'-5,"-1"1,0 0,0 0,0 0,0 0,-1 0,1-1,-1 1,0 0,0 0,-1 0,1 1,-1-1,0 0,0 0,0 1,-1-1,1 1,-1 0,0 0,1 0,-2 0,1 0,0 1,0-1,-1 1,1 0,-1 0,0 0,0 1,0-1,0 1,0 0,0 0,0 0,0 0,0 1,-8 1,0 1,1 0,-1 1,1 1,-1 0,1 0,0 1,0 0,1 1,0 0,0 1,0 0,1 0,0 1,0 0,1 1,0 0,-4 6,-6 5,1 1,0 1,2 0,0 1,2 1,1 0,0 1,2 0,-5 22,13-42,1 0,0 0,1 0,-1 1,1-1,0 0,0 0,1 0,0 0,-1 0,2 1,-1-1,1 1,-1-4,0 0,0 0,0-1,0 1,1 0,-1-1,0 1,1-1,-1 1,1-1,-1 0,1 0,0 1,0-1,-1 0,1 0,0-1,0 1,0 0,0-1,0 1,0-1,0 0,0 1,0-1,0 0,0 0,0-1,1 1,-1 0,0-1,0 1,1-1,10-4,0 0,0-1,-1-1,0 0,0 0,-1-1,0 0,0-1,-1-1,0 0,-1 0,8-10,9-13,-1-1,-1-1,-3-1,0-1,-3 0,-1-2,-2 0,-1-1,-2 0,-2-1,2-23,-4 8,-2-1,-3-1,-2 1,-3 0,-2-1,-2 1,-4 1,-4-12,-16-18,17 85,10 7,0 1,0-1,1 1,0 0,0-1,0 1,1 0,0 0,1 0,-1 7,-1 6,-11 125,6-1,7 1,13 98,-11-210,1-1,1 0,2 0,2-1,0 0,2 0,2-1,0 0,8 11,-16-35,-1 0,1 0,1 0,-1-1,1 0,0 0,0 0,0 0,1-1,-1 1,1-1,0-1,1 1,-1-1,0 0,1-1,0 0,0 0,-1 0,1-1,0 0,0 0,0 0,3-1,36-7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20:48.98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1 524,'24'-485,"-18"448,1 35,14 124,9 182,-11 64,-14-178,-9 0,-9 0,-30 150,6-149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20:49.64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61 1,'-5'15,"-1"20,0 19,1 19,2 15,1 11,1 4,-2-1,-2-9,-1-14,-3-20,-1-21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20:49.89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0 136,'5'-9,"15"-5,22-5,27-4,24 0,22 2,11 4,5 7,-6 13,-16 12,-25 3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20:50.22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1 462,'30'-6,"-1"-2,0-2,0 0,-1-2,-1-1,1-1,-2-1,0-1,19-18,-26 22,-1-2,0 0,-1-1,-1 0,0-2,-1 0,-1 0,-1-1,0-1,-2-1,6-11,-15 28,-1 1,1-1,-1-1,0 1,0 0,0 0,0 0,-1-1,1 1,-1 0,0 0,0-1,0 1,0 0,-1-1,1 1,-1 0,0 0,0-1,0 1,0 0,-1 0,1 0,-1 0,0 1,1-1,-1 0,-1 1,1-1,0 1,-1 0,1-1,-1 1,1 0,-1 1,0-1,0 0,0 1,0 0,0 0,0 0,-1 0,-2 0,0 1,0-1,0 1,0 1,0-1,0 1,0 1,0-1,0 1,0 0,1 0,-1 0,1 1,0 0,-1 0,1 0,0 1,1-1,-1 1,-1 2,-5 5,0 0,1 1,0 0,1 1,0 0,1 0,-2 6,0 0,2 0,0 1,2 0,0 1,1-1,1 1,1 0,0 5,3-18,-1 1,1-1,0 0,1 1,0-1,0 0,1 0,0 0,0 0,1 0,0 0,1 0,0-1,0 0,0 0,1 0,0 0,0-1,1 1,0-1,0-1,0 1,6 2,0-2,0 1,0-1,1-1,0 0,0-1,0-1,9 2,42 6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20:50.80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179 780,'-9'-1,"1"1,-1 0,1 1,-1-1,1 2,-1-1,1 1,0 0,0 1,0 0,0 0,0 1,1 0,-5 3,8-5,0 1,1 0,-1 0,1-1,-1 2,1-1,0 0,1 1,-1-1,1 1,-1 0,1 0,0 0,0 0,1 0,-1 1,1-1,0 0,0 1,1-1,-1 1,1-1,0 1,0-1,0 1,1-1,0 0,0 2,6 11,0-1,2-1,-1 0,2 0,0 0,1-1,0-1,2 0,-1 0,1-2,12 9,-23-18,187 157,-186-158,-1 0,0 0,0 1,0-1,0 1,0-1,0 1,0 0,0 0,-1-1,1 1,-1 0,1 1,-1-1,0 0,0 0,0 1,0-1,0 0,-1 1,1-1,-1 1,1-1,-1 1,0-1,0 1,0-1,0 1,0-1,-1 1,1-1,-1 0,0 1,0-1,1 1,-1-1,-1 0,1 0,0 0,-1 1,1-1,-1-1,0 2,-1-1,0 0,-1 0,1 0,-1 0,1 0,-1-1,0 0,1 0,-1 0,0 0,0 0,0-1,0 0,0 0,0 0,0 0,0 0,1-1,-1 0,0 0,0 0,0 0,1-1,-1 1,1-1,-1 0,1 0,-1 0,1 0,0-1,0 1,0-1,1 0,-1 0,1 0,-1 0,1-1,0 1,0 0,1-1,-1 1,1-1,-1 0,0-3,3-6,1-1,-1 1,2 0,0 0,1 0,0 0,1 1,0-1,1 1,0 1,7-10,-9 14,265-429,-196 306,-5-3,-7-3,29-100,-75 173,-21 65,-2 14,1 0,0 0,1 1,1 0,1 0,0 0,0 10,2-18,-13 87,5 0,3 1,5 0,4 0,4 0,8 28,-9-79,2 1,3-1,1 0,2-1,2 0,2-1,2-1,2-1,4 3,-21-39,0 0,1 0,-1-1,1 1,0-1,1 0,0-1,-1 1,1-1,5 2,14 4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20:51.05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159 46,'-16'0,"-17"-3,-9 0,1 1,15-1,29 2,36-3,41-2,41-2,34 0,27 1,15 9,1 11,-34 3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2T17:20:51.97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405 404,'-34'-41,"21"22,-1 1,0 1,-2 0,0 1,0 1,-2 1,0 0,0 1,-15-7,28 18,0 0,0 0,0 1,0-1,0 1,0 1,0-1,-1 1,1 0,0 0,0 0,0 0,-1 1,1 0,0 0,0 1,0 0,0-1,1 1,-1 1,0-1,1 1,-1 0,1 0,0 0,0 1,0-1,1 1,-1 0,1 0,0 0,-3 4,1 0,1-1,-1 0,1 1,0 0,1 0,0 0,0 0,1 1,0-1,0 1,1 0,0-1,1 1,0 0,0-1,1 1,0 0,0-1,1 1,0-1,1 1,0-1,0 0,1 0,0 0,0-1,1 1,0-1,0 0,0 0,1-1,0 0,1 0,-1 0,4 1,-2-2,1 0,1-1,-1 0,0 0,1-1,0-1,0 1,0-2,0 1,0-1,0-1,0 0,0 0,0-1,0 0,0-1,0 0,0-1,0 0,-1 0,0-1,1 0,-1-1,-1 0,1-1,-1 1,0-1,0-1,0 0,-1 0,0 0,-1-1,0 0,0 0,0-1,-1 0,-1 0,1 0,-1 0,1-5,-1-3,0 1,-2-1,1 0,-2 0,0 1,-1-1,-1 0,-1 0,0 0,-1-2,-5-5,7 24,1 0,-1 0,1 0,-1 0,1 0,-1-1,1 1,-1 1,1-1,0 0,-1 0,1 0,-1 0,1 0,-1 0,1 0,-1 1,1-1,-1 0,1 0,0 1,-1-1,1 0,0 0,-1 1,1-1,0 1,-1-1,1 0,0 1,0-1,-1 1,1-1,0 0,0 1,0-1,0 1,-1-1,1 1,0-1,0 1,0-1,0 1,0-1,0 1,0-1,0 1,0-1,1 0,-1 1,0-1,0 1,0-1,1 1,-1-1,0 0,0 1,1 18,0 0,1-1,0 1,2 0,0-1,1 0,1 0,1 0,0-1,1 0,1-1,6 9,-9-17,0 1,0-1,1 0,0 0,0-1,1 0,0 0,0-1,6 3,-11-7,-1 0,1-1,1 1,-1-1,0 0,0 0,0 0,1 0,-1-1,0 1,1-1,-1 0,0 0,1 0,-1 0,0-1,1 1,-1-1,0 0,0 0,1 0,-1 0,0-1,0 1,0-1,0 0,-1 0,1 0,0 0,1-2,6-10,-1 1,-1-2,0 1,0-1,-1 0,-1-1,-1 1,0-1,-1 0,-1 0,-1-1,0 1,-1-1,0-7,5-196,-6 218,5-39,-5 40,1 0,-1 0,1 0,-1 0,1 1,-1-1,1 0,0 1,-1-1,1 0,0 1,0-1,-1 1,1-1,0 1,0-1,0 1,0 0,-1-1,1 1,0 0,0 0,0-1,0 1,0 0,0 0,0 0,0 0,0 0,0 1,0-1,0 0,0 0,-1 1,1-1,0 0,0 1,0-1,0 1,147 85,-107-62,84 58,-121-77,1 0,-1 0,0 1,0-1,0 1,-1 0,0 0,0 0,0 1,-1-1,0 0,0 1,-1 0,0-1,0 1,0 0,-1 0,0-1,0 1,-1 0,0 0,0-1,0 1,-1-1,0 1,-1 1,-14 40,-11 67,28-111,0 0,0 0,0-1,1 1,0 0,-1 0,1-1,1 1,-1 0,1-1,-1 1,1-1,0 0,0 1,0-1,1 0,-1 0,1-1,-1 1,1 0,0-1,0 0,1 0,-1 1,0-2,1 1,-1 0,1-1,-1 1,9 1,0 1,0-1,0-1,0 0,0-1,0 0,0-1,9-1,-3 0,-1-1,1 0,-1-1,1-1,-1-1,0-1,-1 0,1-1,-1-1,0 0,-1-1,0-1,-1 0,0-1,0-1,-1 0,-1-1,0 0,-1-1,0 0,-1-1,0 0,-2-1,0 1,0-2,-2 1,0-1,1-7,-4 8,0 0,-1 0,-1 0,-1 0,0 0,-2 0,1 0,-2-1,2 11,0 1,0-1,-1 1,0-1,0 1,0 0,0 0,-1 0,0 0,0 0,0 0,-1 1,0 0,0-1,0 1,0 1,0-1,-1 1,0-1,1 1,-1 1,-1-1,1 1,-1-1,2 2,0 0,0 1,0-1,1 1,-1-1,0 1,0 0,0 1,0-1,0 1,0 0,0 0,0 0,0 0,1 1,-1-1,1 1,-1 0,1 0,0 0,-1 1,1-1,0 1,0 0,1 0,-1 0,-1 2,-2 3,1 0,-1 0,2 1,-1-1,1 1,0 0,1 0,0 0,1 1,0-1,0 1,1 1,0 0,1 0,1 1,-1-1,2 0,-1 0,2 0,-1 0,2-1,-1 1,1-1,1 1,0-1,0-1,1 1,1-1,-1 0,1 0,2 1,6 6,1-2,0 0,1 0,0-2,1 0,0-1,1 0,1-2,14 5,14 1,0-2,1-2,0-2,1-3,0-1,0-3,0-2,40-6,79-9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Substituent dată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EF644C-1960-4D37-93F6-E461BDC070E2}" type="datetimeFigureOut">
              <a:rPr lang="ro-RO" smtClean="0"/>
              <a:t>07.10.2024</a:t>
            </a:fld>
            <a:endParaRPr lang="ro-RO"/>
          </a:p>
        </p:txBody>
      </p:sp>
      <p:sp>
        <p:nvSpPr>
          <p:cNvPr id="4" name="Substituent imagine diapozitiv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Substituent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CE7765-3615-4616-AA7E-8A391D8DB9E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945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1ED4770-19B2-467E-A820-4D252C5FB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B9EAB633-709C-4215-A83B-C70829A740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EB80A60A-C062-4A61-89EF-C8229597B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07.10.2024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6D5DAC12-4BB4-4FB3-ADBA-6607EC1CB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C308DA7-86E3-4F2D-9B4F-316D4B492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86285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94A3EC2-79AE-41E8-A92A-BEE7F74BB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18520C22-FB2B-4035-A1DE-07728BB71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CD13D92D-4D72-47D8-A0E2-2E9ED2450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07.10.2024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8EA7473-B08B-4D14-9003-06719883C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9619E0BC-7CCD-40FC-B257-81CF53ABF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59633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7D1A535-10A7-4DD9-BCE9-2641197B4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5F637BA4-7257-4270-8DF3-1C906899D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9AB487B0-1099-48CD-9680-5785576A4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07.10.2024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AF0A5DC-7B12-4247-9F76-821534F30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AC0A7B7-CE57-44FD-BF2E-A71F18237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373066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A587257-FE4B-4BA8-8DBA-E352AAA85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383CC3E4-EA2D-43AE-B7B1-D3297EB8A1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A02512AF-6977-4C7A-8732-5A3D4ECADD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F7169090-FB27-485B-8C27-95AC952E0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07.10.2024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DB17E1E-7CF9-4F87-852F-DB6FB23C9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D79A5AB8-2E23-4BB6-9BF8-06CA2A6DB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963536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F225706-9157-4618-A97E-DEB030C80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0D618A8D-1947-403B-B7AD-F54B2CD50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A1BF42C8-F81B-4BE1-9B8F-68B21591C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text 4">
            <a:extLst>
              <a:ext uri="{FF2B5EF4-FFF2-40B4-BE49-F238E27FC236}">
                <a16:creationId xmlns:a16="http://schemas.microsoft.com/office/drawing/2014/main" id="{80A1361D-98BC-47A1-BA7C-BAE80FA014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6" name="Substituent conținut 5">
            <a:extLst>
              <a:ext uri="{FF2B5EF4-FFF2-40B4-BE49-F238E27FC236}">
                <a16:creationId xmlns:a16="http://schemas.microsoft.com/office/drawing/2014/main" id="{72032982-A9C9-429E-948E-0F1DB04E4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7" name="Substituent dată 6">
            <a:extLst>
              <a:ext uri="{FF2B5EF4-FFF2-40B4-BE49-F238E27FC236}">
                <a16:creationId xmlns:a16="http://schemas.microsoft.com/office/drawing/2014/main" id="{FFC008B6-CE0F-4BE4-ABA6-0FC5EF0DC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07.10.2024</a:t>
            </a:fld>
            <a:endParaRPr lang="ro-RO" dirty="0"/>
          </a:p>
        </p:txBody>
      </p:sp>
      <p:sp>
        <p:nvSpPr>
          <p:cNvPr id="8" name="Substituent subsol 7">
            <a:extLst>
              <a:ext uri="{FF2B5EF4-FFF2-40B4-BE49-F238E27FC236}">
                <a16:creationId xmlns:a16="http://schemas.microsoft.com/office/drawing/2014/main" id="{A380FC15-7219-40D1-9AD0-8E3D9ABFF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9" name="Substituent număr diapozitiv 8">
            <a:extLst>
              <a:ext uri="{FF2B5EF4-FFF2-40B4-BE49-F238E27FC236}">
                <a16:creationId xmlns:a16="http://schemas.microsoft.com/office/drawing/2014/main" id="{E0E67A9F-114C-4374-A10E-8E4110243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924697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C4E8672-328F-46F5-8F33-CAA69236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50E7DFD8-6BF1-4F57-A0B0-E1176672F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07.10.2024</a:t>
            </a:fld>
            <a:endParaRPr lang="ro-RO" dirty="0"/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43F7D0E0-D38C-43A1-9F3D-92DE11293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F03262CE-D94A-4480-ABED-74902A16B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74242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>
            <a:extLst>
              <a:ext uri="{FF2B5EF4-FFF2-40B4-BE49-F238E27FC236}">
                <a16:creationId xmlns:a16="http://schemas.microsoft.com/office/drawing/2014/main" id="{21F2B153-6FF7-4407-9DA8-728332E67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07.10.2024</a:t>
            </a:fld>
            <a:endParaRPr lang="ro-RO" dirty="0"/>
          </a:p>
        </p:txBody>
      </p:sp>
      <p:sp>
        <p:nvSpPr>
          <p:cNvPr id="3" name="Substituent subsol 2">
            <a:extLst>
              <a:ext uri="{FF2B5EF4-FFF2-40B4-BE49-F238E27FC236}">
                <a16:creationId xmlns:a16="http://schemas.microsoft.com/office/drawing/2014/main" id="{DC2D4B50-25D4-44CC-9C17-720F39742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6B1DF0DC-94B8-4D88-BD39-E42A00B31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361390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706A31A-5FB6-4F9C-A411-418F2475E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C013DA19-875D-490E-B87E-DBEB5D995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6CE431BE-ED4A-4CD8-9344-B1C946F119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A56F4DDD-6B9F-4633-B667-D2C69F0F2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07.10.2024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1459D24-23EC-41CD-9287-124D0C2FF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70C83946-98A2-4E98-95DF-F7C6FC1F3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952349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64683FC-1DCE-43B5-8D93-44B4DC620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imagine 2">
            <a:extLst>
              <a:ext uri="{FF2B5EF4-FFF2-40B4-BE49-F238E27FC236}">
                <a16:creationId xmlns:a16="http://schemas.microsoft.com/office/drawing/2014/main" id="{D96C83C8-E8AE-4620-BF96-8922237E0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 dirty="0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BB7FFD63-0F30-49D7-B490-D0C73C37BD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7D5E5649-6B0A-43C4-BB7E-0F59CF5D0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07.10.2024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2D2AC23-82AA-4055-A673-9B577E3C7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9D866400-6F8F-4111-AFCA-C85796035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758592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E2CB809-B633-455A-95F7-E832C33C0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C290D47F-C0E1-4C94-8473-5DC64230F4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75517D53-86C8-48DF-AC25-A958CDECE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07.10.2024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91120475-F473-42EE-8D79-2E4A3366C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201D6381-EED8-487B-AD15-9C46332B2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896835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>
            <a:extLst>
              <a:ext uri="{FF2B5EF4-FFF2-40B4-BE49-F238E27FC236}">
                <a16:creationId xmlns:a16="http://schemas.microsoft.com/office/drawing/2014/main" id="{0FBDDED8-45D2-469D-AE8E-7BCAE64F1B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D8F55C66-06F2-46F9-9FF0-5AD08240E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BA9260EA-BCED-4401-8284-2DB0D9ACB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07.10.2024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15860957-C43E-493D-9739-5C5F3F0AF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A9412FF-50B1-43AD-80B5-F3316BCF7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468195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>
            <a:extLst>
              <a:ext uri="{FF2B5EF4-FFF2-40B4-BE49-F238E27FC236}">
                <a16:creationId xmlns:a16="http://schemas.microsoft.com/office/drawing/2014/main" id="{4F5EB4E9-E70E-4B6C-AA38-D77617C88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D593F9A6-FB02-4209-83AA-F3B74B610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288AD35E-BB51-437C-9835-CA75CDF826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8A049-8667-49AC-8762-F4AFF392D404}" type="datetimeFigureOut">
              <a:rPr lang="ro-RO" smtClean="0"/>
              <a:t>07.10.2024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EA56834E-943C-4A6C-ABFA-1ADD132AC6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5AD2AFDC-A203-4AB7-8908-78AF98360C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7964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47" Type="http://schemas.openxmlformats.org/officeDocument/2006/relationships/image" Target="../media/image23.png"/><Relationship Id="rId63" Type="http://schemas.openxmlformats.org/officeDocument/2006/relationships/image" Target="../media/image31.png"/><Relationship Id="rId68" Type="http://schemas.openxmlformats.org/officeDocument/2006/relationships/customXml" Target="../ink/ink34.xml"/><Relationship Id="rId16" Type="http://schemas.openxmlformats.org/officeDocument/2006/relationships/customXml" Target="../ink/ink8.xml"/><Relationship Id="rId11" Type="http://schemas.openxmlformats.org/officeDocument/2006/relationships/image" Target="../media/image5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53" Type="http://schemas.openxmlformats.org/officeDocument/2006/relationships/image" Target="../media/image26.png"/><Relationship Id="rId58" Type="http://schemas.openxmlformats.org/officeDocument/2006/relationships/customXml" Target="../ink/ink29.xml"/><Relationship Id="rId66" Type="http://schemas.openxmlformats.org/officeDocument/2006/relationships/customXml" Target="../ink/ink33.xml"/><Relationship Id="rId74" Type="http://schemas.openxmlformats.org/officeDocument/2006/relationships/customXml" Target="../ink/ink37.xml"/><Relationship Id="rId5" Type="http://schemas.openxmlformats.org/officeDocument/2006/relationships/image" Target="../media/image2.png"/><Relationship Id="rId61" Type="http://schemas.openxmlformats.org/officeDocument/2006/relationships/image" Target="../media/image30.png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43" Type="http://schemas.openxmlformats.org/officeDocument/2006/relationships/image" Target="../media/image21.png"/><Relationship Id="rId48" Type="http://schemas.openxmlformats.org/officeDocument/2006/relationships/customXml" Target="../ink/ink24.xml"/><Relationship Id="rId56" Type="http://schemas.openxmlformats.org/officeDocument/2006/relationships/customXml" Target="../ink/ink28.xml"/><Relationship Id="rId64" Type="http://schemas.openxmlformats.org/officeDocument/2006/relationships/customXml" Target="../ink/ink32.xml"/><Relationship Id="rId69" Type="http://schemas.openxmlformats.org/officeDocument/2006/relationships/image" Target="../media/image34.png"/><Relationship Id="rId77" Type="http://schemas.openxmlformats.org/officeDocument/2006/relationships/image" Target="../media/image38.png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3" Type="http://schemas.openxmlformats.org/officeDocument/2006/relationships/image" Target="../media/image1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59" Type="http://schemas.openxmlformats.org/officeDocument/2006/relationships/image" Target="../media/image29.png"/><Relationship Id="rId67" Type="http://schemas.openxmlformats.org/officeDocument/2006/relationships/image" Target="../media/image33.png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54" Type="http://schemas.openxmlformats.org/officeDocument/2006/relationships/customXml" Target="../ink/ink27.xml"/><Relationship Id="rId62" Type="http://schemas.openxmlformats.org/officeDocument/2006/relationships/customXml" Target="../ink/ink31.xml"/><Relationship Id="rId70" Type="http://schemas.openxmlformats.org/officeDocument/2006/relationships/customXml" Target="../ink/ink35.xml"/><Relationship Id="rId75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24.png"/><Relationship Id="rId57" Type="http://schemas.openxmlformats.org/officeDocument/2006/relationships/image" Target="../media/image28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65" Type="http://schemas.openxmlformats.org/officeDocument/2006/relationships/image" Target="../media/image32.png"/><Relationship Id="rId73" Type="http://schemas.openxmlformats.org/officeDocument/2006/relationships/image" Target="../media/image36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7" Type="http://schemas.openxmlformats.org/officeDocument/2006/relationships/image" Target="../media/image3.png"/><Relationship Id="rId71" Type="http://schemas.openxmlformats.org/officeDocument/2006/relationships/image" Target="../media/image35.png"/><Relationship Id="rId2" Type="http://schemas.openxmlformats.org/officeDocument/2006/relationships/customXml" Target="../ink/ink1.xml"/><Relationship Id="rId29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4.png"/><Relationship Id="rId18" Type="http://schemas.openxmlformats.org/officeDocument/2006/relationships/customXml" Target="../ink/ink47.xml"/><Relationship Id="rId26" Type="http://schemas.openxmlformats.org/officeDocument/2006/relationships/customXml" Target="../ink/ink51.xml"/><Relationship Id="rId39" Type="http://schemas.openxmlformats.org/officeDocument/2006/relationships/image" Target="../media/image57.png"/><Relationship Id="rId21" Type="http://schemas.openxmlformats.org/officeDocument/2006/relationships/image" Target="../media/image48.png"/><Relationship Id="rId34" Type="http://schemas.openxmlformats.org/officeDocument/2006/relationships/customXml" Target="../ink/ink55.xml"/><Relationship Id="rId42" Type="http://schemas.openxmlformats.org/officeDocument/2006/relationships/customXml" Target="../ink/ink59.xml"/><Relationship Id="rId47" Type="http://schemas.openxmlformats.org/officeDocument/2006/relationships/image" Target="../media/image61.png"/><Relationship Id="rId7" Type="http://schemas.openxmlformats.org/officeDocument/2006/relationships/image" Target="../media/image41.png"/><Relationship Id="rId2" Type="http://schemas.openxmlformats.org/officeDocument/2006/relationships/customXml" Target="../ink/ink39.xml"/><Relationship Id="rId16" Type="http://schemas.openxmlformats.org/officeDocument/2006/relationships/customXml" Target="../ink/ink46.xml"/><Relationship Id="rId29" Type="http://schemas.openxmlformats.org/officeDocument/2006/relationships/image" Target="../media/image52.png"/><Relationship Id="rId11" Type="http://schemas.openxmlformats.org/officeDocument/2006/relationships/image" Target="../media/image43.png"/><Relationship Id="rId24" Type="http://schemas.openxmlformats.org/officeDocument/2006/relationships/customXml" Target="../ink/ink50.xml"/><Relationship Id="rId32" Type="http://schemas.openxmlformats.org/officeDocument/2006/relationships/customXml" Target="../ink/ink54.xml"/><Relationship Id="rId37" Type="http://schemas.openxmlformats.org/officeDocument/2006/relationships/image" Target="../media/image56.png"/><Relationship Id="rId40" Type="http://schemas.openxmlformats.org/officeDocument/2006/relationships/customXml" Target="../ink/ink58.xml"/><Relationship Id="rId45" Type="http://schemas.openxmlformats.org/officeDocument/2006/relationships/image" Target="../media/image60.png"/><Relationship Id="rId5" Type="http://schemas.openxmlformats.org/officeDocument/2006/relationships/image" Target="../media/image40.png"/><Relationship Id="rId15" Type="http://schemas.openxmlformats.org/officeDocument/2006/relationships/image" Target="../media/image45.png"/><Relationship Id="rId23" Type="http://schemas.openxmlformats.org/officeDocument/2006/relationships/image" Target="../media/image49.png"/><Relationship Id="rId28" Type="http://schemas.openxmlformats.org/officeDocument/2006/relationships/customXml" Target="../ink/ink52.xml"/><Relationship Id="rId36" Type="http://schemas.openxmlformats.org/officeDocument/2006/relationships/customXml" Target="../ink/ink56.xml"/><Relationship Id="rId49" Type="http://schemas.openxmlformats.org/officeDocument/2006/relationships/image" Target="../media/image62.png"/><Relationship Id="rId10" Type="http://schemas.openxmlformats.org/officeDocument/2006/relationships/customXml" Target="../ink/ink43.xml"/><Relationship Id="rId19" Type="http://schemas.openxmlformats.org/officeDocument/2006/relationships/image" Target="../media/image47.png"/><Relationship Id="rId31" Type="http://schemas.openxmlformats.org/officeDocument/2006/relationships/image" Target="../media/image53.png"/><Relationship Id="rId44" Type="http://schemas.openxmlformats.org/officeDocument/2006/relationships/customXml" Target="../ink/ink60.xml"/><Relationship Id="rId4" Type="http://schemas.openxmlformats.org/officeDocument/2006/relationships/customXml" Target="../ink/ink40.xml"/><Relationship Id="rId9" Type="http://schemas.openxmlformats.org/officeDocument/2006/relationships/image" Target="../media/image42.png"/><Relationship Id="rId14" Type="http://schemas.openxmlformats.org/officeDocument/2006/relationships/customXml" Target="../ink/ink45.xml"/><Relationship Id="rId22" Type="http://schemas.openxmlformats.org/officeDocument/2006/relationships/customXml" Target="../ink/ink49.xml"/><Relationship Id="rId27" Type="http://schemas.openxmlformats.org/officeDocument/2006/relationships/image" Target="../media/image51.png"/><Relationship Id="rId30" Type="http://schemas.openxmlformats.org/officeDocument/2006/relationships/customXml" Target="../ink/ink53.xml"/><Relationship Id="rId35" Type="http://schemas.openxmlformats.org/officeDocument/2006/relationships/image" Target="../media/image55.png"/><Relationship Id="rId43" Type="http://schemas.openxmlformats.org/officeDocument/2006/relationships/image" Target="../media/image59.png"/><Relationship Id="rId48" Type="http://schemas.openxmlformats.org/officeDocument/2006/relationships/customXml" Target="../ink/ink62.xml"/><Relationship Id="rId8" Type="http://schemas.openxmlformats.org/officeDocument/2006/relationships/customXml" Target="../ink/ink42.xml"/><Relationship Id="rId3" Type="http://schemas.openxmlformats.org/officeDocument/2006/relationships/image" Target="../media/image39.png"/><Relationship Id="rId12" Type="http://schemas.openxmlformats.org/officeDocument/2006/relationships/customXml" Target="../ink/ink44.xml"/><Relationship Id="rId17" Type="http://schemas.openxmlformats.org/officeDocument/2006/relationships/image" Target="../media/image46.png"/><Relationship Id="rId25" Type="http://schemas.openxmlformats.org/officeDocument/2006/relationships/image" Target="../media/image50.png"/><Relationship Id="rId33" Type="http://schemas.openxmlformats.org/officeDocument/2006/relationships/image" Target="../media/image54.png"/><Relationship Id="rId38" Type="http://schemas.openxmlformats.org/officeDocument/2006/relationships/customXml" Target="../ink/ink57.xml"/><Relationship Id="rId46" Type="http://schemas.openxmlformats.org/officeDocument/2006/relationships/customXml" Target="../ink/ink61.xml"/><Relationship Id="rId20" Type="http://schemas.openxmlformats.org/officeDocument/2006/relationships/customXml" Target="../ink/ink48.xml"/><Relationship Id="rId41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1.xml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75.xml"/><Relationship Id="rId21" Type="http://schemas.openxmlformats.org/officeDocument/2006/relationships/image" Target="../media/image72.png"/><Relationship Id="rId42" Type="http://schemas.openxmlformats.org/officeDocument/2006/relationships/customXml" Target="../ink/ink83.xml"/><Relationship Id="rId47" Type="http://schemas.openxmlformats.org/officeDocument/2006/relationships/image" Target="../media/image85.png"/><Relationship Id="rId63" Type="http://schemas.openxmlformats.org/officeDocument/2006/relationships/image" Target="../media/image93.png"/><Relationship Id="rId68" Type="http://schemas.openxmlformats.org/officeDocument/2006/relationships/customXml" Target="../ink/ink96.xml"/><Relationship Id="rId7" Type="http://schemas.openxmlformats.org/officeDocument/2006/relationships/image" Target="../media/image65.png"/><Relationship Id="rId71" Type="http://schemas.openxmlformats.org/officeDocument/2006/relationships/image" Target="../media/image97.png"/><Relationship Id="rId2" Type="http://schemas.openxmlformats.org/officeDocument/2006/relationships/customXml" Target="../ink/ink63.xml"/><Relationship Id="rId16" Type="http://schemas.openxmlformats.org/officeDocument/2006/relationships/customXml" Target="../ink/ink70.xml"/><Relationship Id="rId29" Type="http://schemas.openxmlformats.org/officeDocument/2006/relationships/image" Target="../media/image76.png"/><Relationship Id="rId11" Type="http://schemas.openxmlformats.org/officeDocument/2006/relationships/image" Target="../media/image67.png"/><Relationship Id="rId24" Type="http://schemas.openxmlformats.org/officeDocument/2006/relationships/customXml" Target="../ink/ink74.xml"/><Relationship Id="rId32" Type="http://schemas.openxmlformats.org/officeDocument/2006/relationships/customXml" Target="../ink/ink78.xml"/><Relationship Id="rId37" Type="http://schemas.openxmlformats.org/officeDocument/2006/relationships/image" Target="../media/image80.png"/><Relationship Id="rId40" Type="http://schemas.openxmlformats.org/officeDocument/2006/relationships/customXml" Target="../ink/ink82.xml"/><Relationship Id="rId45" Type="http://schemas.openxmlformats.org/officeDocument/2006/relationships/image" Target="../media/image84.png"/><Relationship Id="rId53" Type="http://schemas.openxmlformats.org/officeDocument/2006/relationships/image" Target="../media/image88.png"/><Relationship Id="rId58" Type="http://schemas.openxmlformats.org/officeDocument/2006/relationships/customXml" Target="../ink/ink91.xml"/><Relationship Id="rId66" Type="http://schemas.openxmlformats.org/officeDocument/2006/relationships/customXml" Target="../ink/ink95.xml"/><Relationship Id="rId5" Type="http://schemas.openxmlformats.org/officeDocument/2006/relationships/image" Target="../media/image64.png"/><Relationship Id="rId61" Type="http://schemas.openxmlformats.org/officeDocument/2006/relationships/image" Target="../media/image92.png"/><Relationship Id="rId19" Type="http://schemas.openxmlformats.org/officeDocument/2006/relationships/image" Target="../media/image71.png"/><Relationship Id="rId14" Type="http://schemas.openxmlformats.org/officeDocument/2006/relationships/customXml" Target="../ink/ink69.xml"/><Relationship Id="rId22" Type="http://schemas.openxmlformats.org/officeDocument/2006/relationships/customXml" Target="../ink/ink73.xml"/><Relationship Id="rId27" Type="http://schemas.openxmlformats.org/officeDocument/2006/relationships/image" Target="../media/image75.png"/><Relationship Id="rId30" Type="http://schemas.openxmlformats.org/officeDocument/2006/relationships/customXml" Target="../ink/ink77.xml"/><Relationship Id="rId35" Type="http://schemas.openxmlformats.org/officeDocument/2006/relationships/image" Target="../media/image79.png"/><Relationship Id="rId43" Type="http://schemas.openxmlformats.org/officeDocument/2006/relationships/image" Target="../media/image83.png"/><Relationship Id="rId48" Type="http://schemas.openxmlformats.org/officeDocument/2006/relationships/customXml" Target="../ink/ink86.xml"/><Relationship Id="rId56" Type="http://schemas.openxmlformats.org/officeDocument/2006/relationships/customXml" Target="../ink/ink90.xml"/><Relationship Id="rId64" Type="http://schemas.openxmlformats.org/officeDocument/2006/relationships/customXml" Target="../ink/ink94.xml"/><Relationship Id="rId69" Type="http://schemas.openxmlformats.org/officeDocument/2006/relationships/image" Target="../media/image96.png"/><Relationship Id="rId8" Type="http://schemas.openxmlformats.org/officeDocument/2006/relationships/customXml" Target="../ink/ink66.xml"/><Relationship Id="rId51" Type="http://schemas.openxmlformats.org/officeDocument/2006/relationships/image" Target="../media/image87.png"/><Relationship Id="rId3" Type="http://schemas.openxmlformats.org/officeDocument/2006/relationships/image" Target="../media/image63.png"/><Relationship Id="rId12" Type="http://schemas.openxmlformats.org/officeDocument/2006/relationships/customXml" Target="../ink/ink68.xml"/><Relationship Id="rId17" Type="http://schemas.openxmlformats.org/officeDocument/2006/relationships/image" Target="../media/image70.png"/><Relationship Id="rId25" Type="http://schemas.openxmlformats.org/officeDocument/2006/relationships/image" Target="../media/image74.png"/><Relationship Id="rId33" Type="http://schemas.openxmlformats.org/officeDocument/2006/relationships/image" Target="../media/image78.png"/><Relationship Id="rId38" Type="http://schemas.openxmlformats.org/officeDocument/2006/relationships/customXml" Target="../ink/ink81.xml"/><Relationship Id="rId46" Type="http://schemas.openxmlformats.org/officeDocument/2006/relationships/customXml" Target="../ink/ink85.xml"/><Relationship Id="rId59" Type="http://schemas.openxmlformats.org/officeDocument/2006/relationships/image" Target="../media/image91.png"/><Relationship Id="rId67" Type="http://schemas.openxmlformats.org/officeDocument/2006/relationships/image" Target="../media/image95.png"/><Relationship Id="rId20" Type="http://schemas.openxmlformats.org/officeDocument/2006/relationships/customXml" Target="../ink/ink72.xml"/><Relationship Id="rId41" Type="http://schemas.openxmlformats.org/officeDocument/2006/relationships/image" Target="../media/image82.png"/><Relationship Id="rId54" Type="http://schemas.openxmlformats.org/officeDocument/2006/relationships/customXml" Target="../ink/ink89.xml"/><Relationship Id="rId62" Type="http://schemas.openxmlformats.org/officeDocument/2006/relationships/customXml" Target="../ink/ink93.xml"/><Relationship Id="rId70" Type="http://schemas.openxmlformats.org/officeDocument/2006/relationships/customXml" Target="../ink/ink9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5.xml"/><Relationship Id="rId15" Type="http://schemas.openxmlformats.org/officeDocument/2006/relationships/image" Target="../media/image69.png"/><Relationship Id="rId23" Type="http://schemas.openxmlformats.org/officeDocument/2006/relationships/image" Target="../media/image73.png"/><Relationship Id="rId28" Type="http://schemas.openxmlformats.org/officeDocument/2006/relationships/customXml" Target="../ink/ink76.xml"/><Relationship Id="rId36" Type="http://schemas.openxmlformats.org/officeDocument/2006/relationships/customXml" Target="../ink/ink80.xml"/><Relationship Id="rId49" Type="http://schemas.openxmlformats.org/officeDocument/2006/relationships/image" Target="../media/image86.png"/><Relationship Id="rId57" Type="http://schemas.openxmlformats.org/officeDocument/2006/relationships/image" Target="../media/image90.png"/><Relationship Id="rId10" Type="http://schemas.openxmlformats.org/officeDocument/2006/relationships/customXml" Target="../ink/ink67.xml"/><Relationship Id="rId31" Type="http://schemas.openxmlformats.org/officeDocument/2006/relationships/image" Target="../media/image77.png"/><Relationship Id="rId44" Type="http://schemas.openxmlformats.org/officeDocument/2006/relationships/customXml" Target="../ink/ink84.xml"/><Relationship Id="rId52" Type="http://schemas.openxmlformats.org/officeDocument/2006/relationships/customXml" Target="../ink/ink88.xml"/><Relationship Id="rId60" Type="http://schemas.openxmlformats.org/officeDocument/2006/relationships/customXml" Target="../ink/ink92.xml"/><Relationship Id="rId65" Type="http://schemas.openxmlformats.org/officeDocument/2006/relationships/image" Target="../media/image94.png"/><Relationship Id="rId4" Type="http://schemas.openxmlformats.org/officeDocument/2006/relationships/customXml" Target="../ink/ink64.xml"/><Relationship Id="rId9" Type="http://schemas.openxmlformats.org/officeDocument/2006/relationships/image" Target="../media/image66.png"/><Relationship Id="rId13" Type="http://schemas.openxmlformats.org/officeDocument/2006/relationships/image" Target="../media/image68.png"/><Relationship Id="rId18" Type="http://schemas.openxmlformats.org/officeDocument/2006/relationships/customXml" Target="../ink/ink71.xml"/><Relationship Id="rId39" Type="http://schemas.openxmlformats.org/officeDocument/2006/relationships/image" Target="../media/image81.png"/><Relationship Id="rId34" Type="http://schemas.openxmlformats.org/officeDocument/2006/relationships/customXml" Target="../ink/ink79.xml"/><Relationship Id="rId50" Type="http://schemas.openxmlformats.org/officeDocument/2006/relationships/customXml" Target="../ink/ink87.xml"/><Relationship Id="rId55" Type="http://schemas.openxmlformats.org/officeDocument/2006/relationships/image" Target="../media/image89.png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54.png"/><Relationship Id="rId21" Type="http://schemas.openxmlformats.org/officeDocument/2006/relationships/image" Target="../media/image106.png"/><Relationship Id="rId42" Type="http://schemas.openxmlformats.org/officeDocument/2006/relationships/customXml" Target="../ink/ink118.xml"/><Relationship Id="rId47" Type="http://schemas.openxmlformats.org/officeDocument/2006/relationships/image" Target="../media/image119.png"/><Relationship Id="rId63" Type="http://schemas.openxmlformats.org/officeDocument/2006/relationships/image" Target="../media/image127.png"/><Relationship Id="rId68" Type="http://schemas.openxmlformats.org/officeDocument/2006/relationships/customXml" Target="../ink/ink131.xml"/><Relationship Id="rId84" Type="http://schemas.openxmlformats.org/officeDocument/2006/relationships/customXml" Target="../ink/ink139.xml"/><Relationship Id="rId89" Type="http://schemas.openxmlformats.org/officeDocument/2006/relationships/image" Target="../media/image140.png"/><Relationship Id="rId112" Type="http://schemas.openxmlformats.org/officeDocument/2006/relationships/customXml" Target="../ink/ink153.xml"/><Relationship Id="rId16" Type="http://schemas.openxmlformats.org/officeDocument/2006/relationships/customXml" Target="../ink/ink105.xml"/><Relationship Id="rId107" Type="http://schemas.openxmlformats.org/officeDocument/2006/relationships/image" Target="../media/image149.png"/><Relationship Id="rId11" Type="http://schemas.openxmlformats.org/officeDocument/2006/relationships/image" Target="../media/image101.png"/><Relationship Id="rId32" Type="http://schemas.openxmlformats.org/officeDocument/2006/relationships/customXml" Target="../ink/ink113.xml"/><Relationship Id="rId37" Type="http://schemas.openxmlformats.org/officeDocument/2006/relationships/image" Target="../media/image114.png"/><Relationship Id="rId53" Type="http://schemas.openxmlformats.org/officeDocument/2006/relationships/image" Target="../media/image122.png"/><Relationship Id="rId58" Type="http://schemas.openxmlformats.org/officeDocument/2006/relationships/customXml" Target="../ink/ink126.xml"/><Relationship Id="rId74" Type="http://schemas.openxmlformats.org/officeDocument/2006/relationships/customXml" Target="../ink/ink134.xml"/><Relationship Id="rId79" Type="http://schemas.openxmlformats.org/officeDocument/2006/relationships/image" Target="../media/image135.png"/><Relationship Id="rId102" Type="http://schemas.openxmlformats.org/officeDocument/2006/relationships/customXml" Target="../ink/ink148.xml"/><Relationship Id="rId123" Type="http://schemas.openxmlformats.org/officeDocument/2006/relationships/image" Target="../media/image157.png"/><Relationship Id="rId128" Type="http://schemas.openxmlformats.org/officeDocument/2006/relationships/customXml" Target="../ink/ink161.xml"/><Relationship Id="rId5" Type="http://schemas.openxmlformats.org/officeDocument/2006/relationships/image" Target="../media/image98.png"/><Relationship Id="rId90" Type="http://schemas.openxmlformats.org/officeDocument/2006/relationships/customXml" Target="../ink/ink142.xml"/><Relationship Id="rId95" Type="http://schemas.openxmlformats.org/officeDocument/2006/relationships/image" Target="../media/image143.png"/><Relationship Id="rId22" Type="http://schemas.openxmlformats.org/officeDocument/2006/relationships/customXml" Target="../ink/ink108.xml"/><Relationship Id="rId27" Type="http://schemas.openxmlformats.org/officeDocument/2006/relationships/image" Target="../media/image109.png"/><Relationship Id="rId43" Type="http://schemas.openxmlformats.org/officeDocument/2006/relationships/image" Target="../media/image117.png"/><Relationship Id="rId48" Type="http://schemas.openxmlformats.org/officeDocument/2006/relationships/customXml" Target="../ink/ink121.xml"/><Relationship Id="rId64" Type="http://schemas.openxmlformats.org/officeDocument/2006/relationships/customXml" Target="../ink/ink129.xml"/><Relationship Id="rId69" Type="http://schemas.openxmlformats.org/officeDocument/2006/relationships/image" Target="../media/image130.png"/><Relationship Id="rId113" Type="http://schemas.openxmlformats.org/officeDocument/2006/relationships/image" Target="../media/image152.png"/><Relationship Id="rId118" Type="http://schemas.openxmlformats.org/officeDocument/2006/relationships/customXml" Target="../ink/ink156.xml"/><Relationship Id="rId80" Type="http://schemas.openxmlformats.org/officeDocument/2006/relationships/customXml" Target="../ink/ink137.xml"/><Relationship Id="rId85" Type="http://schemas.openxmlformats.org/officeDocument/2006/relationships/image" Target="../media/image138.png"/><Relationship Id="rId12" Type="http://schemas.openxmlformats.org/officeDocument/2006/relationships/customXml" Target="../ink/ink103.xml"/><Relationship Id="rId17" Type="http://schemas.openxmlformats.org/officeDocument/2006/relationships/image" Target="../media/image104.png"/><Relationship Id="rId33" Type="http://schemas.openxmlformats.org/officeDocument/2006/relationships/image" Target="../media/image112.png"/><Relationship Id="rId38" Type="http://schemas.openxmlformats.org/officeDocument/2006/relationships/customXml" Target="../ink/ink116.xml"/><Relationship Id="rId59" Type="http://schemas.openxmlformats.org/officeDocument/2006/relationships/image" Target="../media/image125.png"/><Relationship Id="rId103" Type="http://schemas.openxmlformats.org/officeDocument/2006/relationships/image" Target="../media/image147.png"/><Relationship Id="rId108" Type="http://schemas.openxmlformats.org/officeDocument/2006/relationships/customXml" Target="../ink/ink151.xml"/><Relationship Id="rId124" Type="http://schemas.openxmlformats.org/officeDocument/2006/relationships/customXml" Target="../ink/ink159.xml"/><Relationship Id="rId129" Type="http://schemas.openxmlformats.org/officeDocument/2006/relationships/image" Target="../media/image160.png"/><Relationship Id="rId54" Type="http://schemas.openxmlformats.org/officeDocument/2006/relationships/customXml" Target="../ink/ink124.xml"/><Relationship Id="rId70" Type="http://schemas.openxmlformats.org/officeDocument/2006/relationships/customXml" Target="../ink/ink132.xml"/><Relationship Id="rId75" Type="http://schemas.openxmlformats.org/officeDocument/2006/relationships/image" Target="../media/image133.png"/><Relationship Id="rId91" Type="http://schemas.openxmlformats.org/officeDocument/2006/relationships/image" Target="../media/image141.png"/><Relationship Id="rId96" Type="http://schemas.openxmlformats.org/officeDocument/2006/relationships/customXml" Target="../ink/ink145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00.xml"/><Relationship Id="rId23" Type="http://schemas.openxmlformats.org/officeDocument/2006/relationships/image" Target="../media/image107.png"/><Relationship Id="rId28" Type="http://schemas.openxmlformats.org/officeDocument/2006/relationships/customXml" Target="../ink/ink111.xml"/><Relationship Id="rId49" Type="http://schemas.openxmlformats.org/officeDocument/2006/relationships/image" Target="../media/image120.png"/><Relationship Id="rId114" Type="http://schemas.openxmlformats.org/officeDocument/2006/relationships/customXml" Target="../ink/ink154.xml"/><Relationship Id="rId119" Type="http://schemas.openxmlformats.org/officeDocument/2006/relationships/image" Target="../media/image155.png"/><Relationship Id="rId44" Type="http://schemas.openxmlformats.org/officeDocument/2006/relationships/customXml" Target="../ink/ink119.xml"/><Relationship Id="rId60" Type="http://schemas.openxmlformats.org/officeDocument/2006/relationships/customXml" Target="../ink/ink127.xml"/><Relationship Id="rId65" Type="http://schemas.openxmlformats.org/officeDocument/2006/relationships/image" Target="../media/image128.png"/><Relationship Id="rId81" Type="http://schemas.openxmlformats.org/officeDocument/2006/relationships/image" Target="../media/image136.png"/><Relationship Id="rId86" Type="http://schemas.openxmlformats.org/officeDocument/2006/relationships/customXml" Target="../ink/ink140.xml"/><Relationship Id="rId130" Type="http://schemas.openxmlformats.org/officeDocument/2006/relationships/customXml" Target="../ink/ink162.xml"/><Relationship Id="rId13" Type="http://schemas.openxmlformats.org/officeDocument/2006/relationships/image" Target="../media/image102.png"/><Relationship Id="rId18" Type="http://schemas.openxmlformats.org/officeDocument/2006/relationships/customXml" Target="../ink/ink106.xml"/><Relationship Id="rId39" Type="http://schemas.openxmlformats.org/officeDocument/2006/relationships/image" Target="../media/image115.png"/><Relationship Id="rId109" Type="http://schemas.openxmlformats.org/officeDocument/2006/relationships/image" Target="../media/image150.png"/><Relationship Id="rId34" Type="http://schemas.openxmlformats.org/officeDocument/2006/relationships/customXml" Target="../ink/ink114.xml"/><Relationship Id="rId50" Type="http://schemas.openxmlformats.org/officeDocument/2006/relationships/customXml" Target="../ink/ink122.xml"/><Relationship Id="rId55" Type="http://schemas.openxmlformats.org/officeDocument/2006/relationships/image" Target="../media/image123.png"/><Relationship Id="rId76" Type="http://schemas.openxmlformats.org/officeDocument/2006/relationships/customXml" Target="../ink/ink135.xml"/><Relationship Id="rId97" Type="http://schemas.openxmlformats.org/officeDocument/2006/relationships/image" Target="../media/image144.png"/><Relationship Id="rId104" Type="http://schemas.openxmlformats.org/officeDocument/2006/relationships/customXml" Target="../ink/ink149.xml"/><Relationship Id="rId120" Type="http://schemas.openxmlformats.org/officeDocument/2006/relationships/customXml" Target="../ink/ink157.xml"/><Relationship Id="rId125" Type="http://schemas.openxmlformats.org/officeDocument/2006/relationships/image" Target="../media/image158.png"/><Relationship Id="rId7" Type="http://schemas.openxmlformats.org/officeDocument/2006/relationships/image" Target="../media/image99.png"/><Relationship Id="rId71" Type="http://schemas.openxmlformats.org/officeDocument/2006/relationships/image" Target="../media/image131.png"/><Relationship Id="rId92" Type="http://schemas.openxmlformats.org/officeDocument/2006/relationships/customXml" Target="../ink/ink143.xml"/><Relationship Id="rId2" Type="http://schemas.openxmlformats.org/officeDocument/2006/relationships/customXml" Target="../ink/ink98.xml"/><Relationship Id="rId29" Type="http://schemas.openxmlformats.org/officeDocument/2006/relationships/image" Target="../media/image110.png"/><Relationship Id="rId24" Type="http://schemas.openxmlformats.org/officeDocument/2006/relationships/customXml" Target="../ink/ink109.xml"/><Relationship Id="rId40" Type="http://schemas.openxmlformats.org/officeDocument/2006/relationships/customXml" Target="../ink/ink117.xml"/><Relationship Id="rId45" Type="http://schemas.openxmlformats.org/officeDocument/2006/relationships/image" Target="../media/image118.png"/><Relationship Id="rId66" Type="http://schemas.openxmlformats.org/officeDocument/2006/relationships/customXml" Target="../ink/ink130.xml"/><Relationship Id="rId87" Type="http://schemas.openxmlformats.org/officeDocument/2006/relationships/image" Target="../media/image139.png"/><Relationship Id="rId110" Type="http://schemas.openxmlformats.org/officeDocument/2006/relationships/customXml" Target="../ink/ink152.xml"/><Relationship Id="rId115" Type="http://schemas.openxmlformats.org/officeDocument/2006/relationships/image" Target="../media/image153.png"/><Relationship Id="rId131" Type="http://schemas.openxmlformats.org/officeDocument/2006/relationships/image" Target="../media/image161.png"/><Relationship Id="rId61" Type="http://schemas.openxmlformats.org/officeDocument/2006/relationships/image" Target="../media/image126.png"/><Relationship Id="rId82" Type="http://schemas.openxmlformats.org/officeDocument/2006/relationships/customXml" Target="../ink/ink138.xml"/><Relationship Id="rId19" Type="http://schemas.openxmlformats.org/officeDocument/2006/relationships/image" Target="../media/image105.png"/><Relationship Id="rId14" Type="http://schemas.openxmlformats.org/officeDocument/2006/relationships/customXml" Target="../ink/ink104.xml"/><Relationship Id="rId30" Type="http://schemas.openxmlformats.org/officeDocument/2006/relationships/customXml" Target="../ink/ink112.xml"/><Relationship Id="rId35" Type="http://schemas.openxmlformats.org/officeDocument/2006/relationships/image" Target="../media/image113.png"/><Relationship Id="rId56" Type="http://schemas.openxmlformats.org/officeDocument/2006/relationships/customXml" Target="../ink/ink125.xml"/><Relationship Id="rId77" Type="http://schemas.openxmlformats.org/officeDocument/2006/relationships/image" Target="../media/image134.png"/><Relationship Id="rId100" Type="http://schemas.openxmlformats.org/officeDocument/2006/relationships/customXml" Target="../ink/ink147.xml"/><Relationship Id="rId105" Type="http://schemas.openxmlformats.org/officeDocument/2006/relationships/image" Target="../media/image148.png"/><Relationship Id="rId126" Type="http://schemas.openxmlformats.org/officeDocument/2006/relationships/customXml" Target="../ink/ink160.xml"/><Relationship Id="rId8" Type="http://schemas.openxmlformats.org/officeDocument/2006/relationships/customXml" Target="../ink/ink101.xml"/><Relationship Id="rId51" Type="http://schemas.openxmlformats.org/officeDocument/2006/relationships/image" Target="../media/image121.png"/><Relationship Id="rId72" Type="http://schemas.openxmlformats.org/officeDocument/2006/relationships/customXml" Target="../ink/ink133.xml"/><Relationship Id="rId93" Type="http://schemas.openxmlformats.org/officeDocument/2006/relationships/image" Target="../media/image142.png"/><Relationship Id="rId98" Type="http://schemas.openxmlformats.org/officeDocument/2006/relationships/customXml" Target="../ink/ink146.xml"/><Relationship Id="rId121" Type="http://schemas.openxmlformats.org/officeDocument/2006/relationships/image" Target="../media/image156.png"/><Relationship Id="rId3" Type="http://schemas.openxmlformats.org/officeDocument/2006/relationships/image" Target="../media/image63.png"/><Relationship Id="rId25" Type="http://schemas.openxmlformats.org/officeDocument/2006/relationships/image" Target="../media/image108.png"/><Relationship Id="rId46" Type="http://schemas.openxmlformats.org/officeDocument/2006/relationships/customXml" Target="../ink/ink120.xml"/><Relationship Id="rId67" Type="http://schemas.openxmlformats.org/officeDocument/2006/relationships/image" Target="../media/image129.png"/><Relationship Id="rId116" Type="http://schemas.openxmlformats.org/officeDocument/2006/relationships/customXml" Target="../ink/ink155.xml"/><Relationship Id="rId20" Type="http://schemas.openxmlformats.org/officeDocument/2006/relationships/customXml" Target="../ink/ink107.xml"/><Relationship Id="rId41" Type="http://schemas.openxmlformats.org/officeDocument/2006/relationships/image" Target="../media/image116.png"/><Relationship Id="rId62" Type="http://schemas.openxmlformats.org/officeDocument/2006/relationships/customXml" Target="../ink/ink128.xml"/><Relationship Id="rId83" Type="http://schemas.openxmlformats.org/officeDocument/2006/relationships/image" Target="../media/image137.png"/><Relationship Id="rId88" Type="http://schemas.openxmlformats.org/officeDocument/2006/relationships/customXml" Target="../ink/ink141.xml"/><Relationship Id="rId111" Type="http://schemas.openxmlformats.org/officeDocument/2006/relationships/image" Target="../media/image151.png"/><Relationship Id="rId15" Type="http://schemas.openxmlformats.org/officeDocument/2006/relationships/image" Target="../media/image103.png"/><Relationship Id="rId36" Type="http://schemas.openxmlformats.org/officeDocument/2006/relationships/customXml" Target="../ink/ink115.xml"/><Relationship Id="rId57" Type="http://schemas.openxmlformats.org/officeDocument/2006/relationships/image" Target="../media/image124.png"/><Relationship Id="rId106" Type="http://schemas.openxmlformats.org/officeDocument/2006/relationships/customXml" Target="../ink/ink150.xml"/><Relationship Id="rId127" Type="http://schemas.openxmlformats.org/officeDocument/2006/relationships/image" Target="../media/image159.png"/><Relationship Id="rId10" Type="http://schemas.openxmlformats.org/officeDocument/2006/relationships/customXml" Target="../ink/ink102.xml"/><Relationship Id="rId31" Type="http://schemas.openxmlformats.org/officeDocument/2006/relationships/image" Target="../media/image111.png"/><Relationship Id="rId52" Type="http://schemas.openxmlformats.org/officeDocument/2006/relationships/customXml" Target="../ink/ink123.xml"/><Relationship Id="rId73" Type="http://schemas.openxmlformats.org/officeDocument/2006/relationships/image" Target="../media/image132.png"/><Relationship Id="rId78" Type="http://schemas.openxmlformats.org/officeDocument/2006/relationships/customXml" Target="../ink/ink136.xml"/><Relationship Id="rId94" Type="http://schemas.openxmlformats.org/officeDocument/2006/relationships/customXml" Target="../ink/ink144.xml"/><Relationship Id="rId99" Type="http://schemas.openxmlformats.org/officeDocument/2006/relationships/image" Target="../media/image145.png"/><Relationship Id="rId101" Type="http://schemas.openxmlformats.org/officeDocument/2006/relationships/image" Target="../media/image146.png"/><Relationship Id="rId122" Type="http://schemas.openxmlformats.org/officeDocument/2006/relationships/customXml" Target="../ink/ink158.xml"/><Relationship Id="rId4" Type="http://schemas.openxmlformats.org/officeDocument/2006/relationships/customXml" Target="../ink/ink99.xml"/><Relationship Id="rId9" Type="http://schemas.openxmlformats.org/officeDocument/2006/relationships/image" Target="../media/image100.png"/><Relationship Id="rId26" Type="http://schemas.openxmlformats.org/officeDocument/2006/relationships/customXml" Target="../ink/ink110.xml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75.xml"/><Relationship Id="rId21" Type="http://schemas.openxmlformats.org/officeDocument/2006/relationships/image" Target="../media/image170.png"/><Relationship Id="rId42" Type="http://schemas.openxmlformats.org/officeDocument/2006/relationships/customXml" Target="../ink/ink183.xml"/><Relationship Id="rId47" Type="http://schemas.openxmlformats.org/officeDocument/2006/relationships/image" Target="../media/image183.png"/><Relationship Id="rId63" Type="http://schemas.openxmlformats.org/officeDocument/2006/relationships/image" Target="../media/image191.png"/><Relationship Id="rId68" Type="http://schemas.openxmlformats.org/officeDocument/2006/relationships/customXml" Target="../ink/ink196.xml"/><Relationship Id="rId16" Type="http://schemas.openxmlformats.org/officeDocument/2006/relationships/customXml" Target="../ink/ink170.xml"/><Relationship Id="rId11" Type="http://schemas.openxmlformats.org/officeDocument/2006/relationships/image" Target="../media/image165.png"/><Relationship Id="rId32" Type="http://schemas.openxmlformats.org/officeDocument/2006/relationships/customXml" Target="../ink/ink178.xml"/><Relationship Id="rId37" Type="http://schemas.openxmlformats.org/officeDocument/2006/relationships/image" Target="../media/image178.png"/><Relationship Id="rId53" Type="http://schemas.openxmlformats.org/officeDocument/2006/relationships/image" Target="../media/image186.png"/><Relationship Id="rId58" Type="http://schemas.openxmlformats.org/officeDocument/2006/relationships/customXml" Target="../ink/ink191.xml"/><Relationship Id="rId74" Type="http://schemas.openxmlformats.org/officeDocument/2006/relationships/customXml" Target="../ink/ink199.xml"/><Relationship Id="rId79" Type="http://schemas.openxmlformats.org/officeDocument/2006/relationships/image" Target="../media/image199.png"/><Relationship Id="rId5" Type="http://schemas.openxmlformats.org/officeDocument/2006/relationships/image" Target="../media/image162.png"/><Relationship Id="rId61" Type="http://schemas.openxmlformats.org/officeDocument/2006/relationships/image" Target="../media/image190.png"/><Relationship Id="rId82" Type="http://schemas.openxmlformats.org/officeDocument/2006/relationships/customXml" Target="../ink/ink203.xml"/><Relationship Id="rId19" Type="http://schemas.openxmlformats.org/officeDocument/2006/relationships/image" Target="../media/image169.png"/><Relationship Id="rId14" Type="http://schemas.openxmlformats.org/officeDocument/2006/relationships/customXml" Target="../ink/ink169.xml"/><Relationship Id="rId22" Type="http://schemas.openxmlformats.org/officeDocument/2006/relationships/customXml" Target="../ink/ink173.xml"/><Relationship Id="rId27" Type="http://schemas.openxmlformats.org/officeDocument/2006/relationships/image" Target="../media/image173.png"/><Relationship Id="rId30" Type="http://schemas.openxmlformats.org/officeDocument/2006/relationships/customXml" Target="../ink/ink177.xml"/><Relationship Id="rId35" Type="http://schemas.openxmlformats.org/officeDocument/2006/relationships/image" Target="../media/image177.png"/><Relationship Id="rId43" Type="http://schemas.openxmlformats.org/officeDocument/2006/relationships/image" Target="../media/image181.png"/><Relationship Id="rId48" Type="http://schemas.openxmlformats.org/officeDocument/2006/relationships/customXml" Target="../ink/ink186.xml"/><Relationship Id="rId56" Type="http://schemas.openxmlformats.org/officeDocument/2006/relationships/customXml" Target="../ink/ink190.xml"/><Relationship Id="rId64" Type="http://schemas.openxmlformats.org/officeDocument/2006/relationships/customXml" Target="../ink/ink194.xml"/><Relationship Id="rId69" Type="http://schemas.openxmlformats.org/officeDocument/2006/relationships/image" Target="../media/image194.png"/><Relationship Id="rId77" Type="http://schemas.openxmlformats.org/officeDocument/2006/relationships/image" Target="../media/image198.png"/><Relationship Id="rId8" Type="http://schemas.openxmlformats.org/officeDocument/2006/relationships/customXml" Target="../ink/ink166.xml"/><Relationship Id="rId51" Type="http://schemas.openxmlformats.org/officeDocument/2006/relationships/image" Target="../media/image185.png"/><Relationship Id="rId72" Type="http://schemas.openxmlformats.org/officeDocument/2006/relationships/customXml" Target="../ink/ink198.xml"/><Relationship Id="rId80" Type="http://schemas.openxmlformats.org/officeDocument/2006/relationships/customXml" Target="../ink/ink202.xml"/><Relationship Id="rId3" Type="http://schemas.openxmlformats.org/officeDocument/2006/relationships/image" Target="../media/image63.png"/><Relationship Id="rId12" Type="http://schemas.openxmlformats.org/officeDocument/2006/relationships/customXml" Target="../ink/ink168.xml"/><Relationship Id="rId17" Type="http://schemas.openxmlformats.org/officeDocument/2006/relationships/image" Target="../media/image168.png"/><Relationship Id="rId25" Type="http://schemas.openxmlformats.org/officeDocument/2006/relationships/image" Target="../media/image172.png"/><Relationship Id="rId33" Type="http://schemas.openxmlformats.org/officeDocument/2006/relationships/image" Target="../media/image176.png"/><Relationship Id="rId38" Type="http://schemas.openxmlformats.org/officeDocument/2006/relationships/customXml" Target="../ink/ink181.xml"/><Relationship Id="rId46" Type="http://schemas.openxmlformats.org/officeDocument/2006/relationships/customXml" Target="../ink/ink185.xml"/><Relationship Id="rId59" Type="http://schemas.openxmlformats.org/officeDocument/2006/relationships/image" Target="../media/image189.png"/><Relationship Id="rId67" Type="http://schemas.openxmlformats.org/officeDocument/2006/relationships/image" Target="../media/image193.png"/><Relationship Id="rId20" Type="http://schemas.openxmlformats.org/officeDocument/2006/relationships/customXml" Target="../ink/ink172.xml"/><Relationship Id="rId41" Type="http://schemas.openxmlformats.org/officeDocument/2006/relationships/image" Target="../media/image180.png"/><Relationship Id="rId54" Type="http://schemas.openxmlformats.org/officeDocument/2006/relationships/customXml" Target="../ink/ink189.xml"/><Relationship Id="rId62" Type="http://schemas.openxmlformats.org/officeDocument/2006/relationships/customXml" Target="../ink/ink193.xml"/><Relationship Id="rId70" Type="http://schemas.openxmlformats.org/officeDocument/2006/relationships/customXml" Target="../ink/ink197.xml"/><Relationship Id="rId75" Type="http://schemas.openxmlformats.org/officeDocument/2006/relationships/image" Target="../media/image197.png"/><Relationship Id="rId83" Type="http://schemas.openxmlformats.org/officeDocument/2006/relationships/image" Target="../media/image20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65.xml"/><Relationship Id="rId15" Type="http://schemas.openxmlformats.org/officeDocument/2006/relationships/image" Target="../media/image167.png"/><Relationship Id="rId23" Type="http://schemas.openxmlformats.org/officeDocument/2006/relationships/image" Target="../media/image171.png"/><Relationship Id="rId28" Type="http://schemas.openxmlformats.org/officeDocument/2006/relationships/customXml" Target="../ink/ink176.xml"/><Relationship Id="rId36" Type="http://schemas.openxmlformats.org/officeDocument/2006/relationships/customXml" Target="../ink/ink180.xml"/><Relationship Id="rId49" Type="http://schemas.openxmlformats.org/officeDocument/2006/relationships/image" Target="../media/image184.png"/><Relationship Id="rId57" Type="http://schemas.openxmlformats.org/officeDocument/2006/relationships/image" Target="../media/image188.png"/><Relationship Id="rId10" Type="http://schemas.openxmlformats.org/officeDocument/2006/relationships/customXml" Target="../ink/ink167.xml"/><Relationship Id="rId31" Type="http://schemas.openxmlformats.org/officeDocument/2006/relationships/image" Target="../media/image175.png"/><Relationship Id="rId44" Type="http://schemas.openxmlformats.org/officeDocument/2006/relationships/customXml" Target="../ink/ink184.xml"/><Relationship Id="rId52" Type="http://schemas.openxmlformats.org/officeDocument/2006/relationships/customXml" Target="../ink/ink188.xml"/><Relationship Id="rId60" Type="http://schemas.openxmlformats.org/officeDocument/2006/relationships/customXml" Target="../ink/ink192.xml"/><Relationship Id="rId65" Type="http://schemas.openxmlformats.org/officeDocument/2006/relationships/image" Target="../media/image192.png"/><Relationship Id="rId73" Type="http://schemas.openxmlformats.org/officeDocument/2006/relationships/image" Target="../media/image196.png"/><Relationship Id="rId78" Type="http://schemas.openxmlformats.org/officeDocument/2006/relationships/customXml" Target="../ink/ink201.xml"/><Relationship Id="rId81" Type="http://schemas.openxmlformats.org/officeDocument/2006/relationships/image" Target="../media/image200.png"/><Relationship Id="rId4" Type="http://schemas.openxmlformats.org/officeDocument/2006/relationships/customXml" Target="../ink/ink164.xml"/><Relationship Id="rId9" Type="http://schemas.openxmlformats.org/officeDocument/2006/relationships/image" Target="../media/image164.png"/><Relationship Id="rId13" Type="http://schemas.openxmlformats.org/officeDocument/2006/relationships/image" Target="../media/image166.png"/><Relationship Id="rId18" Type="http://schemas.openxmlformats.org/officeDocument/2006/relationships/customXml" Target="../ink/ink171.xml"/><Relationship Id="rId39" Type="http://schemas.openxmlformats.org/officeDocument/2006/relationships/image" Target="../media/image179.png"/><Relationship Id="rId34" Type="http://schemas.openxmlformats.org/officeDocument/2006/relationships/customXml" Target="../ink/ink179.xml"/><Relationship Id="rId50" Type="http://schemas.openxmlformats.org/officeDocument/2006/relationships/customXml" Target="../ink/ink187.xml"/><Relationship Id="rId55" Type="http://schemas.openxmlformats.org/officeDocument/2006/relationships/image" Target="../media/image187.png"/><Relationship Id="rId76" Type="http://schemas.openxmlformats.org/officeDocument/2006/relationships/customXml" Target="../ink/ink200.xml"/><Relationship Id="rId7" Type="http://schemas.openxmlformats.org/officeDocument/2006/relationships/image" Target="../media/image163.png"/><Relationship Id="rId71" Type="http://schemas.openxmlformats.org/officeDocument/2006/relationships/image" Target="../media/image195.png"/><Relationship Id="rId2" Type="http://schemas.openxmlformats.org/officeDocument/2006/relationships/customXml" Target="../ink/ink163.xml"/><Relationship Id="rId29" Type="http://schemas.openxmlformats.org/officeDocument/2006/relationships/image" Target="../media/image174.png"/><Relationship Id="rId24" Type="http://schemas.openxmlformats.org/officeDocument/2006/relationships/customXml" Target="../ink/ink174.xml"/><Relationship Id="rId40" Type="http://schemas.openxmlformats.org/officeDocument/2006/relationships/customXml" Target="../ink/ink182.xml"/><Relationship Id="rId45" Type="http://schemas.openxmlformats.org/officeDocument/2006/relationships/image" Target="../media/image182.png"/><Relationship Id="rId66" Type="http://schemas.openxmlformats.org/officeDocument/2006/relationships/customXml" Target="../ink/ink195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7.png"/><Relationship Id="rId18" Type="http://schemas.openxmlformats.org/officeDocument/2006/relationships/customXml" Target="../ink/ink212.xml"/><Relationship Id="rId26" Type="http://schemas.openxmlformats.org/officeDocument/2006/relationships/customXml" Target="../ink/ink216.xml"/><Relationship Id="rId21" Type="http://schemas.openxmlformats.org/officeDocument/2006/relationships/image" Target="../media/image211.png"/><Relationship Id="rId34" Type="http://schemas.openxmlformats.org/officeDocument/2006/relationships/customXml" Target="../ink/ink220.xml"/><Relationship Id="rId7" Type="http://schemas.openxmlformats.org/officeDocument/2006/relationships/image" Target="../media/image204.png"/><Relationship Id="rId12" Type="http://schemas.openxmlformats.org/officeDocument/2006/relationships/customXml" Target="../ink/ink209.xml"/><Relationship Id="rId17" Type="http://schemas.openxmlformats.org/officeDocument/2006/relationships/image" Target="../media/image209.png"/><Relationship Id="rId25" Type="http://schemas.openxmlformats.org/officeDocument/2006/relationships/image" Target="../media/image213.png"/><Relationship Id="rId33" Type="http://schemas.openxmlformats.org/officeDocument/2006/relationships/image" Target="../media/image217.png"/><Relationship Id="rId2" Type="http://schemas.openxmlformats.org/officeDocument/2006/relationships/customXml" Target="../ink/ink204.xml"/><Relationship Id="rId16" Type="http://schemas.openxmlformats.org/officeDocument/2006/relationships/customXml" Target="../ink/ink211.xml"/><Relationship Id="rId20" Type="http://schemas.openxmlformats.org/officeDocument/2006/relationships/customXml" Target="../ink/ink213.xml"/><Relationship Id="rId29" Type="http://schemas.openxmlformats.org/officeDocument/2006/relationships/image" Target="../media/image215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06.xml"/><Relationship Id="rId11" Type="http://schemas.openxmlformats.org/officeDocument/2006/relationships/image" Target="../media/image206.png"/><Relationship Id="rId24" Type="http://schemas.openxmlformats.org/officeDocument/2006/relationships/customXml" Target="../ink/ink215.xml"/><Relationship Id="rId32" Type="http://schemas.openxmlformats.org/officeDocument/2006/relationships/customXml" Target="../ink/ink219.xml"/><Relationship Id="rId37" Type="http://schemas.openxmlformats.org/officeDocument/2006/relationships/image" Target="../media/image219.png"/><Relationship Id="rId5" Type="http://schemas.openxmlformats.org/officeDocument/2006/relationships/image" Target="../media/image203.png"/><Relationship Id="rId15" Type="http://schemas.openxmlformats.org/officeDocument/2006/relationships/image" Target="../media/image208.png"/><Relationship Id="rId23" Type="http://schemas.openxmlformats.org/officeDocument/2006/relationships/image" Target="../media/image212.png"/><Relationship Id="rId28" Type="http://schemas.openxmlformats.org/officeDocument/2006/relationships/customXml" Target="../ink/ink217.xml"/><Relationship Id="rId36" Type="http://schemas.openxmlformats.org/officeDocument/2006/relationships/customXml" Target="../ink/ink221.xml"/><Relationship Id="rId10" Type="http://schemas.openxmlformats.org/officeDocument/2006/relationships/customXml" Target="../ink/ink208.xml"/><Relationship Id="rId19" Type="http://schemas.openxmlformats.org/officeDocument/2006/relationships/image" Target="../media/image210.png"/><Relationship Id="rId31" Type="http://schemas.openxmlformats.org/officeDocument/2006/relationships/image" Target="../media/image216.png"/><Relationship Id="rId4" Type="http://schemas.openxmlformats.org/officeDocument/2006/relationships/customXml" Target="../ink/ink205.xml"/><Relationship Id="rId9" Type="http://schemas.openxmlformats.org/officeDocument/2006/relationships/image" Target="../media/image205.png"/><Relationship Id="rId14" Type="http://schemas.openxmlformats.org/officeDocument/2006/relationships/customXml" Target="../ink/ink210.xml"/><Relationship Id="rId22" Type="http://schemas.openxmlformats.org/officeDocument/2006/relationships/customXml" Target="../ink/ink214.xml"/><Relationship Id="rId27" Type="http://schemas.openxmlformats.org/officeDocument/2006/relationships/image" Target="../media/image214.png"/><Relationship Id="rId30" Type="http://schemas.openxmlformats.org/officeDocument/2006/relationships/customXml" Target="../ink/ink218.xml"/><Relationship Id="rId35" Type="http://schemas.openxmlformats.org/officeDocument/2006/relationships/image" Target="../media/image218.png"/><Relationship Id="rId8" Type="http://schemas.openxmlformats.org/officeDocument/2006/relationships/customXml" Target="../ink/ink207.xml"/><Relationship Id="rId3" Type="http://schemas.openxmlformats.org/officeDocument/2006/relationships/image" Target="../media/image202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76.png"/><Relationship Id="rId21" Type="http://schemas.openxmlformats.org/officeDocument/2006/relationships/image" Target="../media/image228.png"/><Relationship Id="rId42" Type="http://schemas.openxmlformats.org/officeDocument/2006/relationships/customXml" Target="../ink/ink242.xml"/><Relationship Id="rId63" Type="http://schemas.openxmlformats.org/officeDocument/2006/relationships/image" Target="../media/image249.png"/><Relationship Id="rId84" Type="http://schemas.openxmlformats.org/officeDocument/2006/relationships/customXml" Target="../ink/ink263.xml"/><Relationship Id="rId138" Type="http://schemas.openxmlformats.org/officeDocument/2006/relationships/customXml" Target="../ink/ink290.xml"/><Relationship Id="rId159" Type="http://schemas.openxmlformats.org/officeDocument/2006/relationships/image" Target="../media/image297.png"/><Relationship Id="rId170" Type="http://schemas.openxmlformats.org/officeDocument/2006/relationships/customXml" Target="../ink/ink306.xml"/><Relationship Id="rId107" Type="http://schemas.openxmlformats.org/officeDocument/2006/relationships/image" Target="../media/image271.png"/><Relationship Id="rId11" Type="http://schemas.openxmlformats.org/officeDocument/2006/relationships/image" Target="../media/image223.png"/><Relationship Id="rId32" Type="http://schemas.openxmlformats.org/officeDocument/2006/relationships/customXml" Target="../ink/ink237.xml"/><Relationship Id="rId53" Type="http://schemas.openxmlformats.org/officeDocument/2006/relationships/image" Target="../media/image244.png"/><Relationship Id="rId74" Type="http://schemas.openxmlformats.org/officeDocument/2006/relationships/customXml" Target="../ink/ink258.xml"/><Relationship Id="rId128" Type="http://schemas.openxmlformats.org/officeDocument/2006/relationships/customXml" Target="../ink/ink285.xml"/><Relationship Id="rId149" Type="http://schemas.openxmlformats.org/officeDocument/2006/relationships/image" Target="../media/image292.png"/><Relationship Id="rId5" Type="http://schemas.openxmlformats.org/officeDocument/2006/relationships/image" Target="../media/image220.png"/><Relationship Id="rId95" Type="http://schemas.openxmlformats.org/officeDocument/2006/relationships/image" Target="../media/image265.png"/><Relationship Id="rId160" Type="http://schemas.openxmlformats.org/officeDocument/2006/relationships/customXml" Target="../ink/ink301.xml"/><Relationship Id="rId22" Type="http://schemas.openxmlformats.org/officeDocument/2006/relationships/customXml" Target="../ink/ink232.xml"/><Relationship Id="rId43" Type="http://schemas.openxmlformats.org/officeDocument/2006/relationships/image" Target="../media/image239.png"/><Relationship Id="rId64" Type="http://schemas.openxmlformats.org/officeDocument/2006/relationships/customXml" Target="../ink/ink253.xml"/><Relationship Id="rId118" Type="http://schemas.openxmlformats.org/officeDocument/2006/relationships/customXml" Target="../ink/ink280.xml"/><Relationship Id="rId139" Type="http://schemas.openxmlformats.org/officeDocument/2006/relationships/image" Target="../media/image287.png"/><Relationship Id="rId85" Type="http://schemas.openxmlformats.org/officeDocument/2006/relationships/image" Target="../media/image260.png"/><Relationship Id="rId150" Type="http://schemas.openxmlformats.org/officeDocument/2006/relationships/customXml" Target="../ink/ink296.xml"/><Relationship Id="rId171" Type="http://schemas.openxmlformats.org/officeDocument/2006/relationships/image" Target="../media/image303.png"/><Relationship Id="rId12" Type="http://schemas.openxmlformats.org/officeDocument/2006/relationships/customXml" Target="../ink/ink227.xml"/><Relationship Id="rId33" Type="http://schemas.openxmlformats.org/officeDocument/2006/relationships/image" Target="../media/image234.png"/><Relationship Id="rId108" Type="http://schemas.openxmlformats.org/officeDocument/2006/relationships/customXml" Target="../ink/ink275.xml"/><Relationship Id="rId129" Type="http://schemas.openxmlformats.org/officeDocument/2006/relationships/image" Target="../media/image282.png"/><Relationship Id="rId54" Type="http://schemas.openxmlformats.org/officeDocument/2006/relationships/customXml" Target="../ink/ink248.xml"/><Relationship Id="rId75" Type="http://schemas.openxmlformats.org/officeDocument/2006/relationships/image" Target="../media/image255.png"/><Relationship Id="rId96" Type="http://schemas.openxmlformats.org/officeDocument/2006/relationships/customXml" Target="../ink/ink269.xml"/><Relationship Id="rId140" Type="http://schemas.openxmlformats.org/officeDocument/2006/relationships/customXml" Target="../ink/ink291.xml"/><Relationship Id="rId161" Type="http://schemas.openxmlformats.org/officeDocument/2006/relationships/image" Target="../media/image298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24.xml"/><Relationship Id="rId23" Type="http://schemas.openxmlformats.org/officeDocument/2006/relationships/image" Target="../media/image229.png"/><Relationship Id="rId28" Type="http://schemas.openxmlformats.org/officeDocument/2006/relationships/customXml" Target="../ink/ink235.xml"/><Relationship Id="rId49" Type="http://schemas.openxmlformats.org/officeDocument/2006/relationships/image" Target="../media/image242.png"/><Relationship Id="rId114" Type="http://schemas.openxmlformats.org/officeDocument/2006/relationships/customXml" Target="../ink/ink278.xml"/><Relationship Id="rId119" Type="http://schemas.openxmlformats.org/officeDocument/2006/relationships/image" Target="../media/image277.png"/><Relationship Id="rId44" Type="http://schemas.openxmlformats.org/officeDocument/2006/relationships/customXml" Target="../ink/ink243.xml"/><Relationship Id="rId60" Type="http://schemas.openxmlformats.org/officeDocument/2006/relationships/customXml" Target="../ink/ink251.xml"/><Relationship Id="rId65" Type="http://schemas.openxmlformats.org/officeDocument/2006/relationships/image" Target="../media/image250.png"/><Relationship Id="rId81" Type="http://schemas.openxmlformats.org/officeDocument/2006/relationships/image" Target="../media/image258.png"/><Relationship Id="rId86" Type="http://schemas.openxmlformats.org/officeDocument/2006/relationships/customXml" Target="../ink/ink264.xml"/><Relationship Id="rId130" Type="http://schemas.openxmlformats.org/officeDocument/2006/relationships/customXml" Target="../ink/ink286.xml"/><Relationship Id="rId135" Type="http://schemas.openxmlformats.org/officeDocument/2006/relationships/image" Target="../media/image285.png"/><Relationship Id="rId151" Type="http://schemas.openxmlformats.org/officeDocument/2006/relationships/image" Target="../media/image293.png"/><Relationship Id="rId156" Type="http://schemas.openxmlformats.org/officeDocument/2006/relationships/customXml" Target="../ink/ink299.xml"/><Relationship Id="rId172" Type="http://schemas.openxmlformats.org/officeDocument/2006/relationships/customXml" Target="../ink/ink307.xml"/><Relationship Id="rId13" Type="http://schemas.openxmlformats.org/officeDocument/2006/relationships/image" Target="../media/image224.png"/><Relationship Id="rId18" Type="http://schemas.openxmlformats.org/officeDocument/2006/relationships/customXml" Target="../ink/ink230.xml"/><Relationship Id="rId39" Type="http://schemas.openxmlformats.org/officeDocument/2006/relationships/image" Target="../media/image237.png"/><Relationship Id="rId109" Type="http://schemas.openxmlformats.org/officeDocument/2006/relationships/image" Target="../media/image272.png"/><Relationship Id="rId34" Type="http://schemas.openxmlformats.org/officeDocument/2006/relationships/customXml" Target="../ink/ink238.xml"/><Relationship Id="rId50" Type="http://schemas.openxmlformats.org/officeDocument/2006/relationships/customXml" Target="../ink/ink246.xml"/><Relationship Id="rId55" Type="http://schemas.openxmlformats.org/officeDocument/2006/relationships/image" Target="../media/image245.png"/><Relationship Id="rId76" Type="http://schemas.openxmlformats.org/officeDocument/2006/relationships/customXml" Target="../ink/ink259.xml"/><Relationship Id="rId97" Type="http://schemas.openxmlformats.org/officeDocument/2006/relationships/image" Target="../media/image266.png"/><Relationship Id="rId104" Type="http://schemas.openxmlformats.org/officeDocument/2006/relationships/customXml" Target="../ink/ink273.xml"/><Relationship Id="rId120" Type="http://schemas.openxmlformats.org/officeDocument/2006/relationships/customXml" Target="../ink/ink281.xml"/><Relationship Id="rId125" Type="http://schemas.openxmlformats.org/officeDocument/2006/relationships/image" Target="../media/image280.png"/><Relationship Id="rId141" Type="http://schemas.openxmlformats.org/officeDocument/2006/relationships/image" Target="../media/image288.png"/><Relationship Id="rId146" Type="http://schemas.openxmlformats.org/officeDocument/2006/relationships/customXml" Target="../ink/ink294.xml"/><Relationship Id="rId167" Type="http://schemas.openxmlformats.org/officeDocument/2006/relationships/image" Target="../media/image301.png"/><Relationship Id="rId7" Type="http://schemas.openxmlformats.org/officeDocument/2006/relationships/image" Target="../media/image221.png"/><Relationship Id="rId71" Type="http://schemas.openxmlformats.org/officeDocument/2006/relationships/image" Target="../media/image253.png"/><Relationship Id="rId92" Type="http://schemas.openxmlformats.org/officeDocument/2006/relationships/customXml" Target="../ink/ink267.xml"/><Relationship Id="rId162" Type="http://schemas.openxmlformats.org/officeDocument/2006/relationships/customXml" Target="../ink/ink302.xml"/><Relationship Id="rId2" Type="http://schemas.openxmlformats.org/officeDocument/2006/relationships/customXml" Target="../ink/ink222.xml"/><Relationship Id="rId29" Type="http://schemas.openxmlformats.org/officeDocument/2006/relationships/image" Target="../media/image232.png"/><Relationship Id="rId24" Type="http://schemas.openxmlformats.org/officeDocument/2006/relationships/customXml" Target="../ink/ink233.xml"/><Relationship Id="rId40" Type="http://schemas.openxmlformats.org/officeDocument/2006/relationships/customXml" Target="../ink/ink241.xml"/><Relationship Id="rId45" Type="http://schemas.openxmlformats.org/officeDocument/2006/relationships/image" Target="../media/image240.png"/><Relationship Id="rId66" Type="http://schemas.openxmlformats.org/officeDocument/2006/relationships/customXml" Target="../ink/ink254.xml"/><Relationship Id="rId87" Type="http://schemas.openxmlformats.org/officeDocument/2006/relationships/image" Target="../media/image261.png"/><Relationship Id="rId110" Type="http://schemas.openxmlformats.org/officeDocument/2006/relationships/customXml" Target="../ink/ink276.xml"/><Relationship Id="rId115" Type="http://schemas.openxmlformats.org/officeDocument/2006/relationships/image" Target="../media/image275.png"/><Relationship Id="rId131" Type="http://schemas.openxmlformats.org/officeDocument/2006/relationships/image" Target="../media/image283.png"/><Relationship Id="rId136" Type="http://schemas.openxmlformats.org/officeDocument/2006/relationships/customXml" Target="../ink/ink289.xml"/><Relationship Id="rId157" Type="http://schemas.openxmlformats.org/officeDocument/2006/relationships/image" Target="../media/image296.png"/><Relationship Id="rId61" Type="http://schemas.openxmlformats.org/officeDocument/2006/relationships/image" Target="../media/image248.png"/><Relationship Id="rId82" Type="http://schemas.openxmlformats.org/officeDocument/2006/relationships/customXml" Target="../ink/ink262.xml"/><Relationship Id="rId152" Type="http://schemas.openxmlformats.org/officeDocument/2006/relationships/customXml" Target="../ink/ink297.xml"/><Relationship Id="rId173" Type="http://schemas.openxmlformats.org/officeDocument/2006/relationships/image" Target="../media/image304.png"/><Relationship Id="rId19" Type="http://schemas.openxmlformats.org/officeDocument/2006/relationships/image" Target="../media/image227.png"/><Relationship Id="rId14" Type="http://schemas.openxmlformats.org/officeDocument/2006/relationships/customXml" Target="../ink/ink228.xml"/><Relationship Id="rId30" Type="http://schemas.openxmlformats.org/officeDocument/2006/relationships/customXml" Target="../ink/ink236.xml"/><Relationship Id="rId35" Type="http://schemas.openxmlformats.org/officeDocument/2006/relationships/image" Target="../media/image235.png"/><Relationship Id="rId56" Type="http://schemas.openxmlformats.org/officeDocument/2006/relationships/customXml" Target="../ink/ink249.xml"/><Relationship Id="rId77" Type="http://schemas.openxmlformats.org/officeDocument/2006/relationships/image" Target="../media/image256.png"/><Relationship Id="rId100" Type="http://schemas.openxmlformats.org/officeDocument/2006/relationships/customXml" Target="../ink/ink271.xml"/><Relationship Id="rId105" Type="http://schemas.openxmlformats.org/officeDocument/2006/relationships/image" Target="../media/image270.png"/><Relationship Id="rId126" Type="http://schemas.openxmlformats.org/officeDocument/2006/relationships/customXml" Target="../ink/ink284.xml"/><Relationship Id="rId147" Type="http://schemas.openxmlformats.org/officeDocument/2006/relationships/image" Target="../media/image291.png"/><Relationship Id="rId168" Type="http://schemas.openxmlformats.org/officeDocument/2006/relationships/customXml" Target="../ink/ink305.xml"/><Relationship Id="rId8" Type="http://schemas.openxmlformats.org/officeDocument/2006/relationships/customXml" Target="../ink/ink225.xml"/><Relationship Id="rId51" Type="http://schemas.openxmlformats.org/officeDocument/2006/relationships/image" Target="../media/image243.png"/><Relationship Id="rId72" Type="http://schemas.openxmlformats.org/officeDocument/2006/relationships/customXml" Target="../ink/ink257.xml"/><Relationship Id="rId93" Type="http://schemas.openxmlformats.org/officeDocument/2006/relationships/image" Target="../media/image264.png"/><Relationship Id="rId98" Type="http://schemas.openxmlformats.org/officeDocument/2006/relationships/customXml" Target="../ink/ink270.xml"/><Relationship Id="rId121" Type="http://schemas.openxmlformats.org/officeDocument/2006/relationships/image" Target="../media/image278.png"/><Relationship Id="rId142" Type="http://schemas.openxmlformats.org/officeDocument/2006/relationships/customXml" Target="../ink/ink292.xml"/><Relationship Id="rId163" Type="http://schemas.openxmlformats.org/officeDocument/2006/relationships/image" Target="../media/image299.png"/><Relationship Id="rId3" Type="http://schemas.openxmlformats.org/officeDocument/2006/relationships/image" Target="../media/image63.png"/><Relationship Id="rId25" Type="http://schemas.openxmlformats.org/officeDocument/2006/relationships/image" Target="../media/image230.png"/><Relationship Id="rId46" Type="http://schemas.openxmlformats.org/officeDocument/2006/relationships/customXml" Target="../ink/ink244.xml"/><Relationship Id="rId67" Type="http://schemas.openxmlformats.org/officeDocument/2006/relationships/image" Target="../media/image251.png"/><Relationship Id="rId116" Type="http://schemas.openxmlformats.org/officeDocument/2006/relationships/customXml" Target="../ink/ink279.xml"/><Relationship Id="rId137" Type="http://schemas.openxmlformats.org/officeDocument/2006/relationships/image" Target="../media/image286.png"/><Relationship Id="rId158" Type="http://schemas.openxmlformats.org/officeDocument/2006/relationships/customXml" Target="../ink/ink300.xml"/><Relationship Id="rId20" Type="http://schemas.openxmlformats.org/officeDocument/2006/relationships/customXml" Target="../ink/ink231.xml"/><Relationship Id="rId41" Type="http://schemas.openxmlformats.org/officeDocument/2006/relationships/image" Target="../media/image238.png"/><Relationship Id="rId62" Type="http://schemas.openxmlformats.org/officeDocument/2006/relationships/customXml" Target="../ink/ink252.xml"/><Relationship Id="rId83" Type="http://schemas.openxmlformats.org/officeDocument/2006/relationships/image" Target="../media/image259.png"/><Relationship Id="rId88" Type="http://schemas.openxmlformats.org/officeDocument/2006/relationships/customXml" Target="../ink/ink265.xml"/><Relationship Id="rId111" Type="http://schemas.openxmlformats.org/officeDocument/2006/relationships/image" Target="../media/image273.png"/><Relationship Id="rId132" Type="http://schemas.openxmlformats.org/officeDocument/2006/relationships/customXml" Target="../ink/ink287.xml"/><Relationship Id="rId153" Type="http://schemas.openxmlformats.org/officeDocument/2006/relationships/image" Target="../media/image294.png"/><Relationship Id="rId174" Type="http://schemas.openxmlformats.org/officeDocument/2006/relationships/customXml" Target="../ink/ink308.xml"/><Relationship Id="rId15" Type="http://schemas.openxmlformats.org/officeDocument/2006/relationships/image" Target="../media/image225.png"/><Relationship Id="rId36" Type="http://schemas.openxmlformats.org/officeDocument/2006/relationships/customXml" Target="../ink/ink239.xml"/><Relationship Id="rId57" Type="http://schemas.openxmlformats.org/officeDocument/2006/relationships/image" Target="../media/image246.png"/><Relationship Id="rId106" Type="http://schemas.openxmlformats.org/officeDocument/2006/relationships/customXml" Target="../ink/ink274.xml"/><Relationship Id="rId127" Type="http://schemas.openxmlformats.org/officeDocument/2006/relationships/image" Target="../media/image281.png"/><Relationship Id="rId10" Type="http://schemas.openxmlformats.org/officeDocument/2006/relationships/customXml" Target="../ink/ink226.xml"/><Relationship Id="rId31" Type="http://schemas.openxmlformats.org/officeDocument/2006/relationships/image" Target="../media/image233.png"/><Relationship Id="rId52" Type="http://schemas.openxmlformats.org/officeDocument/2006/relationships/customXml" Target="../ink/ink247.xml"/><Relationship Id="rId73" Type="http://schemas.openxmlformats.org/officeDocument/2006/relationships/image" Target="../media/image254.png"/><Relationship Id="rId78" Type="http://schemas.openxmlformats.org/officeDocument/2006/relationships/customXml" Target="../ink/ink260.xml"/><Relationship Id="rId94" Type="http://schemas.openxmlformats.org/officeDocument/2006/relationships/customXml" Target="../ink/ink268.xml"/><Relationship Id="rId99" Type="http://schemas.openxmlformats.org/officeDocument/2006/relationships/image" Target="../media/image267.png"/><Relationship Id="rId101" Type="http://schemas.openxmlformats.org/officeDocument/2006/relationships/image" Target="../media/image268.png"/><Relationship Id="rId122" Type="http://schemas.openxmlformats.org/officeDocument/2006/relationships/customXml" Target="../ink/ink282.xml"/><Relationship Id="rId143" Type="http://schemas.openxmlformats.org/officeDocument/2006/relationships/image" Target="../media/image289.png"/><Relationship Id="rId148" Type="http://schemas.openxmlformats.org/officeDocument/2006/relationships/customXml" Target="../ink/ink295.xml"/><Relationship Id="rId164" Type="http://schemas.openxmlformats.org/officeDocument/2006/relationships/customXml" Target="../ink/ink303.xml"/><Relationship Id="rId169" Type="http://schemas.openxmlformats.org/officeDocument/2006/relationships/image" Target="../media/image302.png"/><Relationship Id="rId4" Type="http://schemas.openxmlformats.org/officeDocument/2006/relationships/customXml" Target="../ink/ink223.xml"/><Relationship Id="rId9" Type="http://schemas.openxmlformats.org/officeDocument/2006/relationships/image" Target="../media/image222.png"/><Relationship Id="rId26" Type="http://schemas.openxmlformats.org/officeDocument/2006/relationships/customXml" Target="../ink/ink234.xml"/><Relationship Id="rId47" Type="http://schemas.openxmlformats.org/officeDocument/2006/relationships/image" Target="../media/image241.png"/><Relationship Id="rId68" Type="http://schemas.openxmlformats.org/officeDocument/2006/relationships/customXml" Target="../ink/ink255.xml"/><Relationship Id="rId89" Type="http://schemas.openxmlformats.org/officeDocument/2006/relationships/image" Target="../media/image262.png"/><Relationship Id="rId112" Type="http://schemas.openxmlformats.org/officeDocument/2006/relationships/customXml" Target="../ink/ink277.xml"/><Relationship Id="rId133" Type="http://schemas.openxmlformats.org/officeDocument/2006/relationships/image" Target="../media/image284.png"/><Relationship Id="rId154" Type="http://schemas.openxmlformats.org/officeDocument/2006/relationships/customXml" Target="../ink/ink298.xml"/><Relationship Id="rId175" Type="http://schemas.openxmlformats.org/officeDocument/2006/relationships/image" Target="../media/image305.png"/><Relationship Id="rId16" Type="http://schemas.openxmlformats.org/officeDocument/2006/relationships/customXml" Target="../ink/ink229.xml"/><Relationship Id="rId37" Type="http://schemas.openxmlformats.org/officeDocument/2006/relationships/image" Target="../media/image236.png"/><Relationship Id="rId58" Type="http://schemas.openxmlformats.org/officeDocument/2006/relationships/customXml" Target="../ink/ink250.xml"/><Relationship Id="rId79" Type="http://schemas.openxmlformats.org/officeDocument/2006/relationships/image" Target="../media/image257.png"/><Relationship Id="rId102" Type="http://schemas.openxmlformats.org/officeDocument/2006/relationships/customXml" Target="../ink/ink272.xml"/><Relationship Id="rId123" Type="http://schemas.openxmlformats.org/officeDocument/2006/relationships/image" Target="../media/image279.png"/><Relationship Id="rId144" Type="http://schemas.openxmlformats.org/officeDocument/2006/relationships/customXml" Target="../ink/ink293.xml"/><Relationship Id="rId90" Type="http://schemas.openxmlformats.org/officeDocument/2006/relationships/customXml" Target="../ink/ink266.xml"/><Relationship Id="rId165" Type="http://schemas.openxmlformats.org/officeDocument/2006/relationships/image" Target="../media/image300.png"/><Relationship Id="rId27" Type="http://schemas.openxmlformats.org/officeDocument/2006/relationships/image" Target="../media/image231.png"/><Relationship Id="rId48" Type="http://schemas.openxmlformats.org/officeDocument/2006/relationships/customXml" Target="../ink/ink245.xml"/><Relationship Id="rId69" Type="http://schemas.openxmlformats.org/officeDocument/2006/relationships/image" Target="../media/image252.png"/><Relationship Id="rId113" Type="http://schemas.openxmlformats.org/officeDocument/2006/relationships/image" Target="../media/image274.png"/><Relationship Id="rId134" Type="http://schemas.openxmlformats.org/officeDocument/2006/relationships/customXml" Target="../ink/ink288.xml"/><Relationship Id="rId80" Type="http://schemas.openxmlformats.org/officeDocument/2006/relationships/customXml" Target="../ink/ink261.xml"/><Relationship Id="rId155" Type="http://schemas.openxmlformats.org/officeDocument/2006/relationships/image" Target="../media/image295.png"/><Relationship Id="rId17" Type="http://schemas.openxmlformats.org/officeDocument/2006/relationships/image" Target="../media/image226.png"/><Relationship Id="rId38" Type="http://schemas.openxmlformats.org/officeDocument/2006/relationships/customXml" Target="../ink/ink240.xml"/><Relationship Id="rId59" Type="http://schemas.openxmlformats.org/officeDocument/2006/relationships/image" Target="../media/image247.png"/><Relationship Id="rId103" Type="http://schemas.openxmlformats.org/officeDocument/2006/relationships/image" Target="../media/image269.png"/><Relationship Id="rId124" Type="http://schemas.openxmlformats.org/officeDocument/2006/relationships/customXml" Target="../ink/ink283.xml"/><Relationship Id="rId70" Type="http://schemas.openxmlformats.org/officeDocument/2006/relationships/customXml" Target="../ink/ink256.xml"/><Relationship Id="rId91" Type="http://schemas.openxmlformats.org/officeDocument/2006/relationships/image" Target="../media/image263.png"/><Relationship Id="rId145" Type="http://schemas.openxmlformats.org/officeDocument/2006/relationships/image" Target="../media/image290.png"/><Relationship Id="rId166" Type="http://schemas.openxmlformats.org/officeDocument/2006/relationships/customXml" Target="../ink/ink304.xml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21.xml"/><Relationship Id="rId21" Type="http://schemas.openxmlformats.org/officeDocument/2006/relationships/image" Target="../media/image315.png"/><Relationship Id="rId42" Type="http://schemas.openxmlformats.org/officeDocument/2006/relationships/customXml" Target="../ink/ink329.xml"/><Relationship Id="rId47" Type="http://schemas.openxmlformats.org/officeDocument/2006/relationships/image" Target="../media/image328.png"/><Relationship Id="rId63" Type="http://schemas.openxmlformats.org/officeDocument/2006/relationships/image" Target="../media/image336.png"/><Relationship Id="rId68" Type="http://schemas.openxmlformats.org/officeDocument/2006/relationships/customXml" Target="../ink/ink342.xml"/><Relationship Id="rId84" Type="http://schemas.openxmlformats.org/officeDocument/2006/relationships/customXml" Target="../ink/ink350.xml"/><Relationship Id="rId89" Type="http://schemas.openxmlformats.org/officeDocument/2006/relationships/image" Target="../media/image349.png"/><Relationship Id="rId16" Type="http://schemas.openxmlformats.org/officeDocument/2006/relationships/customXml" Target="../ink/ink316.xml"/><Relationship Id="rId11" Type="http://schemas.openxmlformats.org/officeDocument/2006/relationships/image" Target="../media/image310.png"/><Relationship Id="rId32" Type="http://schemas.openxmlformats.org/officeDocument/2006/relationships/customXml" Target="../ink/ink324.xml"/><Relationship Id="rId37" Type="http://schemas.openxmlformats.org/officeDocument/2006/relationships/image" Target="../media/image323.png"/><Relationship Id="rId53" Type="http://schemas.openxmlformats.org/officeDocument/2006/relationships/image" Target="../media/image331.png"/><Relationship Id="rId58" Type="http://schemas.openxmlformats.org/officeDocument/2006/relationships/customXml" Target="../ink/ink337.xml"/><Relationship Id="rId74" Type="http://schemas.openxmlformats.org/officeDocument/2006/relationships/customXml" Target="../ink/ink345.xml"/><Relationship Id="rId79" Type="http://schemas.openxmlformats.org/officeDocument/2006/relationships/image" Target="../media/image344.png"/><Relationship Id="rId5" Type="http://schemas.openxmlformats.org/officeDocument/2006/relationships/image" Target="../media/image307.png"/><Relationship Id="rId90" Type="http://schemas.openxmlformats.org/officeDocument/2006/relationships/customXml" Target="../ink/ink353.xml"/><Relationship Id="rId22" Type="http://schemas.openxmlformats.org/officeDocument/2006/relationships/customXml" Target="../ink/ink319.xml"/><Relationship Id="rId27" Type="http://schemas.openxmlformats.org/officeDocument/2006/relationships/image" Target="../media/image318.png"/><Relationship Id="rId43" Type="http://schemas.openxmlformats.org/officeDocument/2006/relationships/image" Target="../media/image326.png"/><Relationship Id="rId48" Type="http://schemas.openxmlformats.org/officeDocument/2006/relationships/customXml" Target="../ink/ink332.xml"/><Relationship Id="rId64" Type="http://schemas.openxmlformats.org/officeDocument/2006/relationships/customXml" Target="../ink/ink340.xml"/><Relationship Id="rId69" Type="http://schemas.openxmlformats.org/officeDocument/2006/relationships/image" Target="../media/image339.png"/><Relationship Id="rId8" Type="http://schemas.openxmlformats.org/officeDocument/2006/relationships/customXml" Target="../ink/ink312.xml"/><Relationship Id="rId51" Type="http://schemas.openxmlformats.org/officeDocument/2006/relationships/image" Target="../media/image330.png"/><Relationship Id="rId72" Type="http://schemas.openxmlformats.org/officeDocument/2006/relationships/customXml" Target="../ink/ink344.xml"/><Relationship Id="rId80" Type="http://schemas.openxmlformats.org/officeDocument/2006/relationships/customXml" Target="../ink/ink348.xml"/><Relationship Id="rId85" Type="http://schemas.openxmlformats.org/officeDocument/2006/relationships/image" Target="../media/image347.png"/><Relationship Id="rId93" Type="http://schemas.openxmlformats.org/officeDocument/2006/relationships/image" Target="../media/image351.png"/><Relationship Id="rId3" Type="http://schemas.openxmlformats.org/officeDocument/2006/relationships/image" Target="../media/image306.png"/><Relationship Id="rId12" Type="http://schemas.openxmlformats.org/officeDocument/2006/relationships/customXml" Target="../ink/ink314.xml"/><Relationship Id="rId17" Type="http://schemas.openxmlformats.org/officeDocument/2006/relationships/image" Target="../media/image313.png"/><Relationship Id="rId25" Type="http://schemas.openxmlformats.org/officeDocument/2006/relationships/image" Target="../media/image317.png"/><Relationship Id="rId33" Type="http://schemas.openxmlformats.org/officeDocument/2006/relationships/image" Target="../media/image321.png"/><Relationship Id="rId38" Type="http://schemas.openxmlformats.org/officeDocument/2006/relationships/customXml" Target="../ink/ink327.xml"/><Relationship Id="rId46" Type="http://schemas.openxmlformats.org/officeDocument/2006/relationships/customXml" Target="../ink/ink331.xml"/><Relationship Id="rId59" Type="http://schemas.openxmlformats.org/officeDocument/2006/relationships/image" Target="../media/image334.png"/><Relationship Id="rId67" Type="http://schemas.openxmlformats.org/officeDocument/2006/relationships/image" Target="../media/image338.png"/><Relationship Id="rId20" Type="http://schemas.openxmlformats.org/officeDocument/2006/relationships/customXml" Target="../ink/ink318.xml"/><Relationship Id="rId41" Type="http://schemas.openxmlformats.org/officeDocument/2006/relationships/image" Target="../media/image325.png"/><Relationship Id="rId54" Type="http://schemas.openxmlformats.org/officeDocument/2006/relationships/customXml" Target="../ink/ink335.xml"/><Relationship Id="rId62" Type="http://schemas.openxmlformats.org/officeDocument/2006/relationships/customXml" Target="../ink/ink339.xml"/><Relationship Id="rId70" Type="http://schemas.openxmlformats.org/officeDocument/2006/relationships/customXml" Target="../ink/ink343.xml"/><Relationship Id="rId75" Type="http://schemas.openxmlformats.org/officeDocument/2006/relationships/image" Target="../media/image342.png"/><Relationship Id="rId83" Type="http://schemas.openxmlformats.org/officeDocument/2006/relationships/image" Target="../media/image346.png"/><Relationship Id="rId88" Type="http://schemas.openxmlformats.org/officeDocument/2006/relationships/customXml" Target="../ink/ink352.xml"/><Relationship Id="rId91" Type="http://schemas.openxmlformats.org/officeDocument/2006/relationships/image" Target="../media/image35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11.xml"/><Relationship Id="rId15" Type="http://schemas.openxmlformats.org/officeDocument/2006/relationships/image" Target="../media/image312.png"/><Relationship Id="rId23" Type="http://schemas.openxmlformats.org/officeDocument/2006/relationships/image" Target="../media/image316.png"/><Relationship Id="rId28" Type="http://schemas.openxmlformats.org/officeDocument/2006/relationships/customXml" Target="../ink/ink322.xml"/><Relationship Id="rId36" Type="http://schemas.openxmlformats.org/officeDocument/2006/relationships/customXml" Target="../ink/ink326.xml"/><Relationship Id="rId49" Type="http://schemas.openxmlformats.org/officeDocument/2006/relationships/image" Target="../media/image329.png"/><Relationship Id="rId57" Type="http://schemas.openxmlformats.org/officeDocument/2006/relationships/image" Target="../media/image333.png"/><Relationship Id="rId10" Type="http://schemas.openxmlformats.org/officeDocument/2006/relationships/customXml" Target="../ink/ink313.xml"/><Relationship Id="rId31" Type="http://schemas.openxmlformats.org/officeDocument/2006/relationships/image" Target="../media/image320.png"/><Relationship Id="rId44" Type="http://schemas.openxmlformats.org/officeDocument/2006/relationships/customXml" Target="../ink/ink330.xml"/><Relationship Id="rId52" Type="http://schemas.openxmlformats.org/officeDocument/2006/relationships/customXml" Target="../ink/ink334.xml"/><Relationship Id="rId60" Type="http://schemas.openxmlformats.org/officeDocument/2006/relationships/customXml" Target="../ink/ink338.xml"/><Relationship Id="rId65" Type="http://schemas.openxmlformats.org/officeDocument/2006/relationships/image" Target="../media/image337.png"/><Relationship Id="rId73" Type="http://schemas.openxmlformats.org/officeDocument/2006/relationships/image" Target="../media/image341.png"/><Relationship Id="rId78" Type="http://schemas.openxmlformats.org/officeDocument/2006/relationships/customXml" Target="../ink/ink347.xml"/><Relationship Id="rId81" Type="http://schemas.openxmlformats.org/officeDocument/2006/relationships/image" Target="../media/image345.png"/><Relationship Id="rId86" Type="http://schemas.openxmlformats.org/officeDocument/2006/relationships/customXml" Target="../ink/ink351.xml"/><Relationship Id="rId4" Type="http://schemas.openxmlformats.org/officeDocument/2006/relationships/customXml" Target="../ink/ink310.xml"/><Relationship Id="rId9" Type="http://schemas.openxmlformats.org/officeDocument/2006/relationships/image" Target="../media/image309.png"/><Relationship Id="rId13" Type="http://schemas.openxmlformats.org/officeDocument/2006/relationships/image" Target="../media/image311.png"/><Relationship Id="rId18" Type="http://schemas.openxmlformats.org/officeDocument/2006/relationships/customXml" Target="../ink/ink317.xml"/><Relationship Id="rId39" Type="http://schemas.openxmlformats.org/officeDocument/2006/relationships/image" Target="../media/image324.png"/><Relationship Id="rId34" Type="http://schemas.openxmlformats.org/officeDocument/2006/relationships/customXml" Target="../ink/ink325.xml"/><Relationship Id="rId50" Type="http://schemas.openxmlformats.org/officeDocument/2006/relationships/customXml" Target="../ink/ink333.xml"/><Relationship Id="rId55" Type="http://schemas.openxmlformats.org/officeDocument/2006/relationships/image" Target="../media/image332.png"/><Relationship Id="rId76" Type="http://schemas.openxmlformats.org/officeDocument/2006/relationships/customXml" Target="../ink/ink346.xml"/><Relationship Id="rId7" Type="http://schemas.openxmlformats.org/officeDocument/2006/relationships/image" Target="../media/image308.png"/><Relationship Id="rId71" Type="http://schemas.openxmlformats.org/officeDocument/2006/relationships/image" Target="../media/image340.png"/><Relationship Id="rId92" Type="http://schemas.openxmlformats.org/officeDocument/2006/relationships/customXml" Target="../ink/ink354.xml"/><Relationship Id="rId2" Type="http://schemas.openxmlformats.org/officeDocument/2006/relationships/customXml" Target="../ink/ink309.xml"/><Relationship Id="rId29" Type="http://schemas.openxmlformats.org/officeDocument/2006/relationships/image" Target="../media/image319.png"/><Relationship Id="rId24" Type="http://schemas.openxmlformats.org/officeDocument/2006/relationships/customXml" Target="../ink/ink320.xml"/><Relationship Id="rId40" Type="http://schemas.openxmlformats.org/officeDocument/2006/relationships/customXml" Target="../ink/ink328.xml"/><Relationship Id="rId45" Type="http://schemas.openxmlformats.org/officeDocument/2006/relationships/image" Target="../media/image327.png"/><Relationship Id="rId66" Type="http://schemas.openxmlformats.org/officeDocument/2006/relationships/customXml" Target="../ink/ink341.xml"/><Relationship Id="rId87" Type="http://schemas.openxmlformats.org/officeDocument/2006/relationships/image" Target="../media/image348.png"/><Relationship Id="rId61" Type="http://schemas.openxmlformats.org/officeDocument/2006/relationships/image" Target="../media/image335.png"/><Relationship Id="rId82" Type="http://schemas.openxmlformats.org/officeDocument/2006/relationships/customXml" Target="../ink/ink349.xml"/><Relationship Id="rId19" Type="http://schemas.openxmlformats.org/officeDocument/2006/relationships/image" Target="../media/image314.png"/><Relationship Id="rId14" Type="http://schemas.openxmlformats.org/officeDocument/2006/relationships/customXml" Target="../ink/ink315.xml"/><Relationship Id="rId30" Type="http://schemas.openxmlformats.org/officeDocument/2006/relationships/customXml" Target="../ink/ink323.xml"/><Relationship Id="rId35" Type="http://schemas.openxmlformats.org/officeDocument/2006/relationships/image" Target="../media/image322.png"/><Relationship Id="rId56" Type="http://schemas.openxmlformats.org/officeDocument/2006/relationships/customXml" Target="../ink/ink336.xml"/><Relationship Id="rId77" Type="http://schemas.openxmlformats.org/officeDocument/2006/relationships/image" Target="../media/image343.png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08.png"/><Relationship Id="rId21" Type="http://schemas.openxmlformats.org/officeDocument/2006/relationships/image" Target="../media/image360.png"/><Relationship Id="rId42" Type="http://schemas.openxmlformats.org/officeDocument/2006/relationships/customXml" Target="../ink/ink375.xml"/><Relationship Id="rId63" Type="http://schemas.openxmlformats.org/officeDocument/2006/relationships/image" Target="../media/image381.png"/><Relationship Id="rId84" Type="http://schemas.openxmlformats.org/officeDocument/2006/relationships/customXml" Target="../ink/ink396.xml"/><Relationship Id="rId138" Type="http://schemas.openxmlformats.org/officeDocument/2006/relationships/customXml" Target="../ink/ink423.xml"/><Relationship Id="rId159" Type="http://schemas.openxmlformats.org/officeDocument/2006/relationships/image" Target="../media/image429.png"/><Relationship Id="rId170" Type="http://schemas.openxmlformats.org/officeDocument/2006/relationships/customXml" Target="../ink/ink439.xml"/><Relationship Id="rId191" Type="http://schemas.openxmlformats.org/officeDocument/2006/relationships/image" Target="../media/image445.png"/><Relationship Id="rId205" Type="http://schemas.openxmlformats.org/officeDocument/2006/relationships/image" Target="../media/image452.png"/><Relationship Id="rId107" Type="http://schemas.openxmlformats.org/officeDocument/2006/relationships/image" Target="../media/image403.png"/><Relationship Id="rId11" Type="http://schemas.openxmlformats.org/officeDocument/2006/relationships/image" Target="../media/image355.png"/><Relationship Id="rId32" Type="http://schemas.openxmlformats.org/officeDocument/2006/relationships/customXml" Target="../ink/ink370.xml"/><Relationship Id="rId53" Type="http://schemas.openxmlformats.org/officeDocument/2006/relationships/image" Target="../media/image376.png"/><Relationship Id="rId74" Type="http://schemas.openxmlformats.org/officeDocument/2006/relationships/customXml" Target="../ink/ink391.xml"/><Relationship Id="rId128" Type="http://schemas.openxmlformats.org/officeDocument/2006/relationships/customXml" Target="../ink/ink418.xml"/><Relationship Id="rId149" Type="http://schemas.openxmlformats.org/officeDocument/2006/relationships/image" Target="../media/image424.png"/><Relationship Id="rId5" Type="http://schemas.openxmlformats.org/officeDocument/2006/relationships/image" Target="../media/image352.png"/><Relationship Id="rId95" Type="http://schemas.openxmlformats.org/officeDocument/2006/relationships/image" Target="../media/image397.png"/><Relationship Id="rId160" Type="http://schemas.openxmlformats.org/officeDocument/2006/relationships/customXml" Target="../ink/ink434.xml"/><Relationship Id="rId181" Type="http://schemas.openxmlformats.org/officeDocument/2006/relationships/image" Target="../media/image440.png"/><Relationship Id="rId216" Type="http://schemas.openxmlformats.org/officeDocument/2006/relationships/customXml" Target="../ink/ink462.xml"/><Relationship Id="rId22" Type="http://schemas.openxmlformats.org/officeDocument/2006/relationships/customXml" Target="../ink/ink365.xml"/><Relationship Id="rId43" Type="http://schemas.openxmlformats.org/officeDocument/2006/relationships/image" Target="../media/image371.png"/><Relationship Id="rId64" Type="http://schemas.openxmlformats.org/officeDocument/2006/relationships/customXml" Target="../ink/ink386.xml"/><Relationship Id="rId118" Type="http://schemas.openxmlformats.org/officeDocument/2006/relationships/customXml" Target="../ink/ink413.xml"/><Relationship Id="rId139" Type="http://schemas.openxmlformats.org/officeDocument/2006/relationships/image" Target="../media/image419.png"/><Relationship Id="rId85" Type="http://schemas.openxmlformats.org/officeDocument/2006/relationships/image" Target="../media/image392.png"/><Relationship Id="rId150" Type="http://schemas.openxmlformats.org/officeDocument/2006/relationships/customXml" Target="../ink/ink429.xml"/><Relationship Id="rId171" Type="http://schemas.openxmlformats.org/officeDocument/2006/relationships/image" Target="../media/image435.png"/><Relationship Id="rId192" Type="http://schemas.openxmlformats.org/officeDocument/2006/relationships/customXml" Target="../ink/ink450.xml"/><Relationship Id="rId206" Type="http://schemas.openxmlformats.org/officeDocument/2006/relationships/customXml" Target="../ink/ink457.xml"/><Relationship Id="rId12" Type="http://schemas.openxmlformats.org/officeDocument/2006/relationships/customXml" Target="../ink/ink360.xml"/><Relationship Id="rId33" Type="http://schemas.openxmlformats.org/officeDocument/2006/relationships/image" Target="../media/image366.png"/><Relationship Id="rId108" Type="http://schemas.openxmlformats.org/officeDocument/2006/relationships/customXml" Target="../ink/ink408.xml"/><Relationship Id="rId129" Type="http://schemas.openxmlformats.org/officeDocument/2006/relationships/image" Target="../media/image414.png"/><Relationship Id="rId54" Type="http://schemas.openxmlformats.org/officeDocument/2006/relationships/customXml" Target="../ink/ink381.xml"/><Relationship Id="rId75" Type="http://schemas.openxmlformats.org/officeDocument/2006/relationships/image" Target="../media/image387.png"/><Relationship Id="rId96" Type="http://schemas.openxmlformats.org/officeDocument/2006/relationships/customXml" Target="../ink/ink402.xml"/><Relationship Id="rId140" Type="http://schemas.openxmlformats.org/officeDocument/2006/relationships/customXml" Target="../ink/ink424.xml"/><Relationship Id="rId161" Type="http://schemas.openxmlformats.org/officeDocument/2006/relationships/image" Target="../media/image430.png"/><Relationship Id="rId182" Type="http://schemas.openxmlformats.org/officeDocument/2006/relationships/customXml" Target="../ink/ink445.xml"/><Relationship Id="rId217" Type="http://schemas.openxmlformats.org/officeDocument/2006/relationships/image" Target="../media/image458.png"/><Relationship Id="rId6" Type="http://schemas.openxmlformats.org/officeDocument/2006/relationships/customXml" Target="../ink/ink357.xml"/><Relationship Id="rId23" Type="http://schemas.openxmlformats.org/officeDocument/2006/relationships/image" Target="../media/image361.png"/><Relationship Id="rId119" Type="http://schemas.openxmlformats.org/officeDocument/2006/relationships/image" Target="../media/image409.png"/><Relationship Id="rId44" Type="http://schemas.openxmlformats.org/officeDocument/2006/relationships/customXml" Target="../ink/ink376.xml"/><Relationship Id="rId65" Type="http://schemas.openxmlformats.org/officeDocument/2006/relationships/image" Target="../media/image382.png"/><Relationship Id="rId86" Type="http://schemas.openxmlformats.org/officeDocument/2006/relationships/customXml" Target="../ink/ink397.xml"/><Relationship Id="rId130" Type="http://schemas.openxmlformats.org/officeDocument/2006/relationships/customXml" Target="../ink/ink419.xml"/><Relationship Id="rId151" Type="http://schemas.openxmlformats.org/officeDocument/2006/relationships/image" Target="../media/image425.png"/><Relationship Id="rId172" Type="http://schemas.openxmlformats.org/officeDocument/2006/relationships/customXml" Target="../ink/ink440.xml"/><Relationship Id="rId193" Type="http://schemas.openxmlformats.org/officeDocument/2006/relationships/image" Target="../media/image446.png"/><Relationship Id="rId207" Type="http://schemas.openxmlformats.org/officeDocument/2006/relationships/image" Target="../media/image453.png"/><Relationship Id="rId13" Type="http://schemas.openxmlformats.org/officeDocument/2006/relationships/image" Target="../media/image356.png"/><Relationship Id="rId109" Type="http://schemas.openxmlformats.org/officeDocument/2006/relationships/image" Target="../media/image404.png"/><Relationship Id="rId34" Type="http://schemas.openxmlformats.org/officeDocument/2006/relationships/customXml" Target="../ink/ink371.xml"/><Relationship Id="rId55" Type="http://schemas.openxmlformats.org/officeDocument/2006/relationships/image" Target="../media/image377.png"/><Relationship Id="rId76" Type="http://schemas.openxmlformats.org/officeDocument/2006/relationships/customXml" Target="../ink/ink392.xml"/><Relationship Id="rId97" Type="http://schemas.openxmlformats.org/officeDocument/2006/relationships/image" Target="../media/image398.png"/><Relationship Id="rId120" Type="http://schemas.openxmlformats.org/officeDocument/2006/relationships/customXml" Target="../ink/ink414.xml"/><Relationship Id="rId141" Type="http://schemas.openxmlformats.org/officeDocument/2006/relationships/image" Target="../media/image420.png"/><Relationship Id="rId7" Type="http://schemas.openxmlformats.org/officeDocument/2006/relationships/image" Target="../media/image353.png"/><Relationship Id="rId162" Type="http://schemas.openxmlformats.org/officeDocument/2006/relationships/customXml" Target="../ink/ink435.xml"/><Relationship Id="rId183" Type="http://schemas.openxmlformats.org/officeDocument/2006/relationships/image" Target="../media/image441.png"/><Relationship Id="rId218" Type="http://schemas.openxmlformats.org/officeDocument/2006/relationships/customXml" Target="../ink/ink463.xml"/><Relationship Id="rId24" Type="http://schemas.openxmlformats.org/officeDocument/2006/relationships/customXml" Target="../ink/ink366.xml"/><Relationship Id="rId45" Type="http://schemas.openxmlformats.org/officeDocument/2006/relationships/image" Target="../media/image372.png"/><Relationship Id="rId66" Type="http://schemas.openxmlformats.org/officeDocument/2006/relationships/customXml" Target="../ink/ink387.xml"/><Relationship Id="rId87" Type="http://schemas.openxmlformats.org/officeDocument/2006/relationships/image" Target="../media/image393.png"/><Relationship Id="rId110" Type="http://schemas.openxmlformats.org/officeDocument/2006/relationships/customXml" Target="../ink/ink409.xml"/><Relationship Id="rId131" Type="http://schemas.openxmlformats.org/officeDocument/2006/relationships/image" Target="../media/image415.png"/><Relationship Id="rId152" Type="http://schemas.openxmlformats.org/officeDocument/2006/relationships/customXml" Target="../ink/ink430.xml"/><Relationship Id="rId173" Type="http://schemas.openxmlformats.org/officeDocument/2006/relationships/image" Target="../media/image436.png"/><Relationship Id="rId194" Type="http://schemas.openxmlformats.org/officeDocument/2006/relationships/customXml" Target="../ink/ink451.xml"/><Relationship Id="rId208" Type="http://schemas.openxmlformats.org/officeDocument/2006/relationships/customXml" Target="../ink/ink458.xml"/><Relationship Id="rId14" Type="http://schemas.openxmlformats.org/officeDocument/2006/relationships/customXml" Target="../ink/ink361.xml"/><Relationship Id="rId35" Type="http://schemas.openxmlformats.org/officeDocument/2006/relationships/image" Target="../media/image367.png"/><Relationship Id="rId56" Type="http://schemas.openxmlformats.org/officeDocument/2006/relationships/customXml" Target="../ink/ink382.xml"/><Relationship Id="rId77" Type="http://schemas.openxmlformats.org/officeDocument/2006/relationships/image" Target="../media/image388.png"/><Relationship Id="rId100" Type="http://schemas.openxmlformats.org/officeDocument/2006/relationships/customXml" Target="../ink/ink404.xml"/><Relationship Id="rId8" Type="http://schemas.openxmlformats.org/officeDocument/2006/relationships/customXml" Target="../ink/ink358.xml"/><Relationship Id="rId51" Type="http://schemas.openxmlformats.org/officeDocument/2006/relationships/image" Target="../media/image375.png"/><Relationship Id="rId72" Type="http://schemas.openxmlformats.org/officeDocument/2006/relationships/customXml" Target="../ink/ink390.xml"/><Relationship Id="rId93" Type="http://schemas.openxmlformats.org/officeDocument/2006/relationships/image" Target="../media/image396.png"/><Relationship Id="rId98" Type="http://schemas.openxmlformats.org/officeDocument/2006/relationships/customXml" Target="../ink/ink403.xml"/><Relationship Id="rId121" Type="http://schemas.openxmlformats.org/officeDocument/2006/relationships/image" Target="../media/image410.png"/><Relationship Id="rId142" Type="http://schemas.openxmlformats.org/officeDocument/2006/relationships/customXml" Target="../ink/ink425.xml"/><Relationship Id="rId163" Type="http://schemas.openxmlformats.org/officeDocument/2006/relationships/image" Target="../media/image431.png"/><Relationship Id="rId184" Type="http://schemas.openxmlformats.org/officeDocument/2006/relationships/customXml" Target="../ink/ink446.xml"/><Relationship Id="rId189" Type="http://schemas.openxmlformats.org/officeDocument/2006/relationships/image" Target="../media/image444.png"/><Relationship Id="rId219" Type="http://schemas.openxmlformats.org/officeDocument/2006/relationships/image" Target="../media/image459.png"/><Relationship Id="rId3" Type="http://schemas.openxmlformats.org/officeDocument/2006/relationships/image" Target="../media/image98.png"/><Relationship Id="rId214" Type="http://schemas.openxmlformats.org/officeDocument/2006/relationships/customXml" Target="../ink/ink461.xml"/><Relationship Id="rId25" Type="http://schemas.openxmlformats.org/officeDocument/2006/relationships/image" Target="../media/image362.png"/><Relationship Id="rId46" Type="http://schemas.openxmlformats.org/officeDocument/2006/relationships/customXml" Target="../ink/ink377.xml"/><Relationship Id="rId67" Type="http://schemas.openxmlformats.org/officeDocument/2006/relationships/image" Target="../media/image383.png"/><Relationship Id="rId116" Type="http://schemas.openxmlformats.org/officeDocument/2006/relationships/customXml" Target="../ink/ink412.xml"/><Relationship Id="rId137" Type="http://schemas.openxmlformats.org/officeDocument/2006/relationships/image" Target="../media/image418.png"/><Relationship Id="rId158" Type="http://schemas.openxmlformats.org/officeDocument/2006/relationships/customXml" Target="../ink/ink433.xml"/><Relationship Id="rId20" Type="http://schemas.openxmlformats.org/officeDocument/2006/relationships/customXml" Target="../ink/ink364.xml"/><Relationship Id="rId41" Type="http://schemas.openxmlformats.org/officeDocument/2006/relationships/image" Target="../media/image370.png"/><Relationship Id="rId62" Type="http://schemas.openxmlformats.org/officeDocument/2006/relationships/customXml" Target="../ink/ink385.xml"/><Relationship Id="rId83" Type="http://schemas.openxmlformats.org/officeDocument/2006/relationships/image" Target="../media/image391.png"/><Relationship Id="rId88" Type="http://schemas.openxmlformats.org/officeDocument/2006/relationships/customXml" Target="../ink/ink398.xml"/><Relationship Id="rId111" Type="http://schemas.openxmlformats.org/officeDocument/2006/relationships/image" Target="../media/image405.png"/><Relationship Id="rId132" Type="http://schemas.openxmlformats.org/officeDocument/2006/relationships/customXml" Target="../ink/ink420.xml"/><Relationship Id="rId153" Type="http://schemas.openxmlformats.org/officeDocument/2006/relationships/image" Target="../media/image426.png"/><Relationship Id="rId174" Type="http://schemas.openxmlformats.org/officeDocument/2006/relationships/customXml" Target="../ink/ink441.xml"/><Relationship Id="rId179" Type="http://schemas.openxmlformats.org/officeDocument/2006/relationships/image" Target="../media/image439.png"/><Relationship Id="rId195" Type="http://schemas.openxmlformats.org/officeDocument/2006/relationships/image" Target="../media/image447.png"/><Relationship Id="rId209" Type="http://schemas.openxmlformats.org/officeDocument/2006/relationships/image" Target="../media/image454.png"/><Relationship Id="rId190" Type="http://schemas.openxmlformats.org/officeDocument/2006/relationships/customXml" Target="../ink/ink449.xml"/><Relationship Id="rId204" Type="http://schemas.openxmlformats.org/officeDocument/2006/relationships/customXml" Target="../ink/ink456.xml"/><Relationship Id="rId220" Type="http://schemas.openxmlformats.org/officeDocument/2006/relationships/customXml" Target="../ink/ink464.xml"/><Relationship Id="rId15" Type="http://schemas.openxmlformats.org/officeDocument/2006/relationships/image" Target="../media/image357.png"/><Relationship Id="rId36" Type="http://schemas.openxmlformats.org/officeDocument/2006/relationships/customXml" Target="../ink/ink372.xml"/><Relationship Id="rId57" Type="http://schemas.openxmlformats.org/officeDocument/2006/relationships/image" Target="../media/image378.png"/><Relationship Id="rId106" Type="http://schemas.openxmlformats.org/officeDocument/2006/relationships/customXml" Target="../ink/ink407.xml"/><Relationship Id="rId127" Type="http://schemas.openxmlformats.org/officeDocument/2006/relationships/image" Target="../media/image413.png"/><Relationship Id="rId10" Type="http://schemas.openxmlformats.org/officeDocument/2006/relationships/customXml" Target="../ink/ink359.xml"/><Relationship Id="rId31" Type="http://schemas.openxmlformats.org/officeDocument/2006/relationships/image" Target="../media/image365.png"/><Relationship Id="rId52" Type="http://schemas.openxmlformats.org/officeDocument/2006/relationships/customXml" Target="../ink/ink380.xml"/><Relationship Id="rId73" Type="http://schemas.openxmlformats.org/officeDocument/2006/relationships/image" Target="../media/image386.png"/><Relationship Id="rId78" Type="http://schemas.openxmlformats.org/officeDocument/2006/relationships/customXml" Target="../ink/ink393.xml"/><Relationship Id="rId94" Type="http://schemas.openxmlformats.org/officeDocument/2006/relationships/customXml" Target="../ink/ink401.xml"/><Relationship Id="rId99" Type="http://schemas.openxmlformats.org/officeDocument/2006/relationships/image" Target="../media/image399.png"/><Relationship Id="rId101" Type="http://schemas.openxmlformats.org/officeDocument/2006/relationships/image" Target="../media/image400.png"/><Relationship Id="rId122" Type="http://schemas.openxmlformats.org/officeDocument/2006/relationships/customXml" Target="../ink/ink415.xml"/><Relationship Id="rId143" Type="http://schemas.openxmlformats.org/officeDocument/2006/relationships/image" Target="../media/image421.png"/><Relationship Id="rId148" Type="http://schemas.openxmlformats.org/officeDocument/2006/relationships/customXml" Target="../ink/ink428.xml"/><Relationship Id="rId164" Type="http://schemas.openxmlformats.org/officeDocument/2006/relationships/customXml" Target="../ink/ink436.xml"/><Relationship Id="rId169" Type="http://schemas.openxmlformats.org/officeDocument/2006/relationships/image" Target="../media/image434.png"/><Relationship Id="rId185" Type="http://schemas.openxmlformats.org/officeDocument/2006/relationships/image" Target="../media/image442.png"/><Relationship Id="rId4" Type="http://schemas.openxmlformats.org/officeDocument/2006/relationships/customXml" Target="../ink/ink356.xml"/><Relationship Id="rId9" Type="http://schemas.openxmlformats.org/officeDocument/2006/relationships/image" Target="../media/image354.png"/><Relationship Id="rId180" Type="http://schemas.openxmlformats.org/officeDocument/2006/relationships/customXml" Target="../ink/ink444.xml"/><Relationship Id="rId210" Type="http://schemas.openxmlformats.org/officeDocument/2006/relationships/customXml" Target="../ink/ink459.xml"/><Relationship Id="rId215" Type="http://schemas.openxmlformats.org/officeDocument/2006/relationships/image" Target="../media/image457.png"/><Relationship Id="rId26" Type="http://schemas.openxmlformats.org/officeDocument/2006/relationships/customXml" Target="../ink/ink367.xml"/><Relationship Id="rId47" Type="http://schemas.openxmlformats.org/officeDocument/2006/relationships/image" Target="../media/image373.png"/><Relationship Id="rId68" Type="http://schemas.openxmlformats.org/officeDocument/2006/relationships/customXml" Target="../ink/ink388.xml"/><Relationship Id="rId89" Type="http://schemas.openxmlformats.org/officeDocument/2006/relationships/image" Target="../media/image394.png"/><Relationship Id="rId112" Type="http://schemas.openxmlformats.org/officeDocument/2006/relationships/customXml" Target="../ink/ink410.xml"/><Relationship Id="rId133" Type="http://schemas.openxmlformats.org/officeDocument/2006/relationships/image" Target="../media/image416.png"/><Relationship Id="rId154" Type="http://schemas.openxmlformats.org/officeDocument/2006/relationships/customXml" Target="../ink/ink431.xml"/><Relationship Id="rId175" Type="http://schemas.openxmlformats.org/officeDocument/2006/relationships/image" Target="../media/image437.png"/><Relationship Id="rId196" Type="http://schemas.openxmlformats.org/officeDocument/2006/relationships/customXml" Target="../ink/ink452.xml"/><Relationship Id="rId200" Type="http://schemas.openxmlformats.org/officeDocument/2006/relationships/customXml" Target="../ink/ink454.xml"/><Relationship Id="rId16" Type="http://schemas.openxmlformats.org/officeDocument/2006/relationships/customXml" Target="../ink/ink362.xml"/><Relationship Id="rId221" Type="http://schemas.openxmlformats.org/officeDocument/2006/relationships/image" Target="../media/image460.png"/><Relationship Id="rId37" Type="http://schemas.openxmlformats.org/officeDocument/2006/relationships/image" Target="../media/image368.png"/><Relationship Id="rId58" Type="http://schemas.openxmlformats.org/officeDocument/2006/relationships/customXml" Target="../ink/ink383.xml"/><Relationship Id="rId79" Type="http://schemas.openxmlformats.org/officeDocument/2006/relationships/image" Target="../media/image389.png"/><Relationship Id="rId102" Type="http://schemas.openxmlformats.org/officeDocument/2006/relationships/customXml" Target="../ink/ink405.xml"/><Relationship Id="rId123" Type="http://schemas.openxmlformats.org/officeDocument/2006/relationships/image" Target="../media/image411.png"/><Relationship Id="rId144" Type="http://schemas.openxmlformats.org/officeDocument/2006/relationships/customXml" Target="../ink/ink426.xml"/><Relationship Id="rId90" Type="http://schemas.openxmlformats.org/officeDocument/2006/relationships/customXml" Target="../ink/ink399.xml"/><Relationship Id="rId165" Type="http://schemas.openxmlformats.org/officeDocument/2006/relationships/image" Target="../media/image432.png"/><Relationship Id="rId186" Type="http://schemas.openxmlformats.org/officeDocument/2006/relationships/customXml" Target="../ink/ink447.xml"/><Relationship Id="rId211" Type="http://schemas.openxmlformats.org/officeDocument/2006/relationships/image" Target="../media/image455.png"/><Relationship Id="rId27" Type="http://schemas.openxmlformats.org/officeDocument/2006/relationships/image" Target="../media/image363.png"/><Relationship Id="rId48" Type="http://schemas.openxmlformats.org/officeDocument/2006/relationships/customXml" Target="../ink/ink378.xml"/><Relationship Id="rId69" Type="http://schemas.openxmlformats.org/officeDocument/2006/relationships/image" Target="../media/image384.png"/><Relationship Id="rId113" Type="http://schemas.openxmlformats.org/officeDocument/2006/relationships/image" Target="../media/image406.png"/><Relationship Id="rId134" Type="http://schemas.openxmlformats.org/officeDocument/2006/relationships/customXml" Target="../ink/ink421.xml"/><Relationship Id="rId80" Type="http://schemas.openxmlformats.org/officeDocument/2006/relationships/customXml" Target="../ink/ink394.xml"/><Relationship Id="rId155" Type="http://schemas.openxmlformats.org/officeDocument/2006/relationships/image" Target="../media/image427.png"/><Relationship Id="rId176" Type="http://schemas.openxmlformats.org/officeDocument/2006/relationships/customXml" Target="../ink/ink442.xml"/><Relationship Id="rId197" Type="http://schemas.openxmlformats.org/officeDocument/2006/relationships/image" Target="../media/image448.png"/><Relationship Id="rId201" Type="http://schemas.openxmlformats.org/officeDocument/2006/relationships/image" Target="../media/image450.png"/><Relationship Id="rId222" Type="http://schemas.openxmlformats.org/officeDocument/2006/relationships/customXml" Target="../ink/ink465.xml"/><Relationship Id="rId17" Type="http://schemas.openxmlformats.org/officeDocument/2006/relationships/image" Target="../media/image358.png"/><Relationship Id="rId38" Type="http://schemas.openxmlformats.org/officeDocument/2006/relationships/customXml" Target="../ink/ink373.xml"/><Relationship Id="rId59" Type="http://schemas.openxmlformats.org/officeDocument/2006/relationships/image" Target="../media/image379.png"/><Relationship Id="rId103" Type="http://schemas.openxmlformats.org/officeDocument/2006/relationships/image" Target="../media/image401.png"/><Relationship Id="rId124" Type="http://schemas.openxmlformats.org/officeDocument/2006/relationships/customXml" Target="../ink/ink416.xml"/><Relationship Id="rId70" Type="http://schemas.openxmlformats.org/officeDocument/2006/relationships/customXml" Target="../ink/ink389.xml"/><Relationship Id="rId91" Type="http://schemas.openxmlformats.org/officeDocument/2006/relationships/image" Target="../media/image395.png"/><Relationship Id="rId145" Type="http://schemas.openxmlformats.org/officeDocument/2006/relationships/image" Target="../media/image422.png"/><Relationship Id="rId166" Type="http://schemas.openxmlformats.org/officeDocument/2006/relationships/customXml" Target="../ink/ink437.xml"/><Relationship Id="rId187" Type="http://schemas.openxmlformats.org/officeDocument/2006/relationships/image" Target="../media/image443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460.xml"/><Relationship Id="rId28" Type="http://schemas.openxmlformats.org/officeDocument/2006/relationships/customXml" Target="../ink/ink368.xml"/><Relationship Id="rId49" Type="http://schemas.openxmlformats.org/officeDocument/2006/relationships/image" Target="../media/image374.png"/><Relationship Id="rId114" Type="http://schemas.openxmlformats.org/officeDocument/2006/relationships/customXml" Target="../ink/ink411.xml"/><Relationship Id="rId60" Type="http://schemas.openxmlformats.org/officeDocument/2006/relationships/customXml" Target="../ink/ink384.xml"/><Relationship Id="rId81" Type="http://schemas.openxmlformats.org/officeDocument/2006/relationships/image" Target="../media/image390.png"/><Relationship Id="rId135" Type="http://schemas.openxmlformats.org/officeDocument/2006/relationships/image" Target="../media/image417.png"/><Relationship Id="rId156" Type="http://schemas.openxmlformats.org/officeDocument/2006/relationships/customXml" Target="../ink/ink432.xml"/><Relationship Id="rId177" Type="http://schemas.openxmlformats.org/officeDocument/2006/relationships/image" Target="../media/image438.png"/><Relationship Id="rId198" Type="http://schemas.openxmlformats.org/officeDocument/2006/relationships/customXml" Target="../ink/ink453.xml"/><Relationship Id="rId202" Type="http://schemas.openxmlformats.org/officeDocument/2006/relationships/customXml" Target="../ink/ink455.xml"/><Relationship Id="rId223" Type="http://schemas.openxmlformats.org/officeDocument/2006/relationships/image" Target="../media/image461.png"/><Relationship Id="rId18" Type="http://schemas.openxmlformats.org/officeDocument/2006/relationships/customXml" Target="../ink/ink363.xml"/><Relationship Id="rId39" Type="http://schemas.openxmlformats.org/officeDocument/2006/relationships/image" Target="../media/image369.png"/><Relationship Id="rId50" Type="http://schemas.openxmlformats.org/officeDocument/2006/relationships/customXml" Target="../ink/ink379.xml"/><Relationship Id="rId104" Type="http://schemas.openxmlformats.org/officeDocument/2006/relationships/customXml" Target="../ink/ink406.xml"/><Relationship Id="rId125" Type="http://schemas.openxmlformats.org/officeDocument/2006/relationships/image" Target="../media/image412.png"/><Relationship Id="rId146" Type="http://schemas.openxmlformats.org/officeDocument/2006/relationships/customXml" Target="../ink/ink427.xml"/><Relationship Id="rId167" Type="http://schemas.openxmlformats.org/officeDocument/2006/relationships/image" Target="../media/image433.png"/><Relationship Id="rId188" Type="http://schemas.openxmlformats.org/officeDocument/2006/relationships/customXml" Target="../ink/ink448.xml"/><Relationship Id="rId71" Type="http://schemas.openxmlformats.org/officeDocument/2006/relationships/image" Target="../media/image385.png"/><Relationship Id="rId92" Type="http://schemas.openxmlformats.org/officeDocument/2006/relationships/customXml" Target="../ink/ink400.xml"/><Relationship Id="rId213" Type="http://schemas.openxmlformats.org/officeDocument/2006/relationships/image" Target="../media/image456.png"/><Relationship Id="rId2" Type="http://schemas.openxmlformats.org/officeDocument/2006/relationships/customXml" Target="../ink/ink355.xml"/><Relationship Id="rId29" Type="http://schemas.openxmlformats.org/officeDocument/2006/relationships/image" Target="../media/image364.png"/><Relationship Id="rId40" Type="http://schemas.openxmlformats.org/officeDocument/2006/relationships/customXml" Target="../ink/ink374.xml"/><Relationship Id="rId115" Type="http://schemas.openxmlformats.org/officeDocument/2006/relationships/image" Target="../media/image407.png"/><Relationship Id="rId136" Type="http://schemas.openxmlformats.org/officeDocument/2006/relationships/customXml" Target="../ink/ink422.xml"/><Relationship Id="rId157" Type="http://schemas.openxmlformats.org/officeDocument/2006/relationships/image" Target="../media/image428.png"/><Relationship Id="rId178" Type="http://schemas.openxmlformats.org/officeDocument/2006/relationships/customXml" Target="../ink/ink443.xml"/><Relationship Id="rId61" Type="http://schemas.openxmlformats.org/officeDocument/2006/relationships/image" Target="../media/image380.png"/><Relationship Id="rId82" Type="http://schemas.openxmlformats.org/officeDocument/2006/relationships/customXml" Target="../ink/ink395.xml"/><Relationship Id="rId199" Type="http://schemas.openxmlformats.org/officeDocument/2006/relationships/image" Target="../media/image449.png"/><Relationship Id="rId203" Type="http://schemas.openxmlformats.org/officeDocument/2006/relationships/image" Target="../media/image451.png"/><Relationship Id="rId19" Type="http://schemas.openxmlformats.org/officeDocument/2006/relationships/image" Target="../media/image359.png"/><Relationship Id="rId30" Type="http://schemas.openxmlformats.org/officeDocument/2006/relationships/customXml" Target="../ink/ink369.xml"/><Relationship Id="rId105" Type="http://schemas.openxmlformats.org/officeDocument/2006/relationships/image" Target="../media/image402.png"/><Relationship Id="rId126" Type="http://schemas.openxmlformats.org/officeDocument/2006/relationships/customXml" Target="../ink/ink417.xml"/><Relationship Id="rId147" Type="http://schemas.openxmlformats.org/officeDocument/2006/relationships/image" Target="../media/image423.png"/><Relationship Id="rId168" Type="http://schemas.openxmlformats.org/officeDocument/2006/relationships/customXml" Target="../ink/ink4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310D40F5-4028-44E3-8BC7-EA617AD2C0C3}"/>
                  </a:ext>
                </a:extLst>
              </p14:cNvPr>
              <p14:cNvContentPartPr/>
              <p14:nvPr/>
            </p14:nvContentPartPr>
            <p14:xfrm>
              <a:off x="10253709" y="241105"/>
              <a:ext cx="275040" cy="26604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310D40F5-4028-44E3-8BC7-EA617AD2C0C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235709" y="223105"/>
                <a:ext cx="310680" cy="30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C5AB82F1-D43D-4843-A576-2017190EB104}"/>
                  </a:ext>
                </a:extLst>
              </p14:cNvPr>
              <p14:cNvContentPartPr/>
              <p14:nvPr/>
            </p14:nvContentPartPr>
            <p14:xfrm>
              <a:off x="10794429" y="196825"/>
              <a:ext cx="1122120" cy="48420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C5AB82F1-D43D-4843-A576-2017190EB10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776783" y="178825"/>
                <a:ext cx="1157771" cy="51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52" name="Cerneală 151">
                <a:extLst>
                  <a:ext uri="{FF2B5EF4-FFF2-40B4-BE49-F238E27FC236}">
                    <a16:creationId xmlns:a16="http://schemas.microsoft.com/office/drawing/2014/main" id="{20710E9E-EF99-44D0-815F-53576EAFEE18}"/>
                  </a:ext>
                </a:extLst>
              </p14:cNvPr>
              <p14:cNvContentPartPr/>
              <p14:nvPr/>
            </p14:nvContentPartPr>
            <p14:xfrm>
              <a:off x="355869" y="2093305"/>
              <a:ext cx="6603840" cy="1445040"/>
            </p14:xfrm>
          </p:contentPart>
        </mc:Choice>
        <mc:Fallback xmlns="">
          <p:pic>
            <p:nvPicPr>
              <p:cNvPr id="152" name="Cerneală 151">
                <a:extLst>
                  <a:ext uri="{FF2B5EF4-FFF2-40B4-BE49-F238E27FC236}">
                    <a16:creationId xmlns:a16="http://schemas.microsoft.com/office/drawing/2014/main" id="{20710E9E-EF99-44D0-815F-53576EAFEE1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37869" y="2075305"/>
                <a:ext cx="6639480" cy="148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9" name="Cerneală 158">
                <a:extLst>
                  <a:ext uri="{FF2B5EF4-FFF2-40B4-BE49-F238E27FC236}">
                    <a16:creationId xmlns:a16="http://schemas.microsoft.com/office/drawing/2014/main" id="{254E1060-8EF8-42B8-B2FE-0FA0C200F1F8}"/>
                  </a:ext>
                </a:extLst>
              </p14:cNvPr>
              <p14:cNvContentPartPr/>
              <p14:nvPr/>
            </p14:nvContentPartPr>
            <p14:xfrm>
              <a:off x="1977669" y="4137745"/>
              <a:ext cx="1006920" cy="335520"/>
            </p14:xfrm>
          </p:contentPart>
        </mc:Choice>
        <mc:Fallback xmlns="">
          <p:pic>
            <p:nvPicPr>
              <p:cNvPr id="159" name="Cerneală 158">
                <a:extLst>
                  <a:ext uri="{FF2B5EF4-FFF2-40B4-BE49-F238E27FC236}">
                    <a16:creationId xmlns:a16="http://schemas.microsoft.com/office/drawing/2014/main" id="{254E1060-8EF8-42B8-B2FE-0FA0C200F1F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59663" y="4120105"/>
                <a:ext cx="1042573" cy="37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60" name="Cerneală 159">
                <a:extLst>
                  <a:ext uri="{FF2B5EF4-FFF2-40B4-BE49-F238E27FC236}">
                    <a16:creationId xmlns:a16="http://schemas.microsoft.com/office/drawing/2014/main" id="{98B3A76C-5C40-4D67-92B0-9FFCB878CA35}"/>
                  </a:ext>
                </a:extLst>
              </p14:cNvPr>
              <p14:cNvContentPartPr/>
              <p14:nvPr/>
            </p14:nvContentPartPr>
            <p14:xfrm>
              <a:off x="3176109" y="4110745"/>
              <a:ext cx="227520" cy="9000"/>
            </p14:xfrm>
          </p:contentPart>
        </mc:Choice>
        <mc:Fallback xmlns="">
          <p:pic>
            <p:nvPicPr>
              <p:cNvPr id="160" name="Cerneală 159">
                <a:extLst>
                  <a:ext uri="{FF2B5EF4-FFF2-40B4-BE49-F238E27FC236}">
                    <a16:creationId xmlns:a16="http://schemas.microsoft.com/office/drawing/2014/main" id="{98B3A76C-5C40-4D67-92B0-9FFCB878CA3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158109" y="4093105"/>
                <a:ext cx="26316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61" name="Cerneală 160">
                <a:extLst>
                  <a:ext uri="{FF2B5EF4-FFF2-40B4-BE49-F238E27FC236}">
                    <a16:creationId xmlns:a16="http://schemas.microsoft.com/office/drawing/2014/main" id="{E9D27A1B-720F-4F73-8E14-FE4197C56A50}"/>
                  </a:ext>
                </a:extLst>
              </p14:cNvPr>
              <p14:cNvContentPartPr/>
              <p14:nvPr/>
            </p14:nvContentPartPr>
            <p14:xfrm>
              <a:off x="3233709" y="4210825"/>
              <a:ext cx="183960" cy="16920"/>
            </p14:xfrm>
          </p:contentPart>
        </mc:Choice>
        <mc:Fallback xmlns="">
          <p:pic>
            <p:nvPicPr>
              <p:cNvPr id="161" name="Cerneală 160">
                <a:extLst>
                  <a:ext uri="{FF2B5EF4-FFF2-40B4-BE49-F238E27FC236}">
                    <a16:creationId xmlns:a16="http://schemas.microsoft.com/office/drawing/2014/main" id="{E9D27A1B-720F-4F73-8E14-FE4197C56A5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216069" y="4193185"/>
                <a:ext cx="21960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64" name="Cerneală 163">
                <a:extLst>
                  <a:ext uri="{FF2B5EF4-FFF2-40B4-BE49-F238E27FC236}">
                    <a16:creationId xmlns:a16="http://schemas.microsoft.com/office/drawing/2014/main" id="{945109AD-7519-48B7-B776-F0E1312D1F86}"/>
                  </a:ext>
                </a:extLst>
              </p14:cNvPr>
              <p14:cNvContentPartPr/>
              <p14:nvPr/>
            </p14:nvContentPartPr>
            <p14:xfrm>
              <a:off x="3637989" y="3968905"/>
              <a:ext cx="376560" cy="324000"/>
            </p14:xfrm>
          </p:contentPart>
        </mc:Choice>
        <mc:Fallback xmlns="">
          <p:pic>
            <p:nvPicPr>
              <p:cNvPr id="164" name="Cerneală 163">
                <a:extLst>
                  <a:ext uri="{FF2B5EF4-FFF2-40B4-BE49-F238E27FC236}">
                    <a16:creationId xmlns:a16="http://schemas.microsoft.com/office/drawing/2014/main" id="{945109AD-7519-48B7-B776-F0E1312D1F8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619989" y="3951265"/>
                <a:ext cx="412200" cy="35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74" name="Cerneală 173">
                <a:extLst>
                  <a:ext uri="{FF2B5EF4-FFF2-40B4-BE49-F238E27FC236}">
                    <a16:creationId xmlns:a16="http://schemas.microsoft.com/office/drawing/2014/main" id="{230626AD-9588-4FF6-80CF-FA26D5FD6D57}"/>
                  </a:ext>
                </a:extLst>
              </p14:cNvPr>
              <p14:cNvContentPartPr/>
              <p14:nvPr/>
            </p14:nvContentPartPr>
            <p14:xfrm>
              <a:off x="5673789" y="3965305"/>
              <a:ext cx="1356120" cy="468000"/>
            </p14:xfrm>
          </p:contentPart>
        </mc:Choice>
        <mc:Fallback xmlns="">
          <p:pic>
            <p:nvPicPr>
              <p:cNvPr id="174" name="Cerneală 173">
                <a:extLst>
                  <a:ext uri="{FF2B5EF4-FFF2-40B4-BE49-F238E27FC236}">
                    <a16:creationId xmlns:a16="http://schemas.microsoft.com/office/drawing/2014/main" id="{230626AD-9588-4FF6-80CF-FA26D5FD6D5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655789" y="3947305"/>
                <a:ext cx="1391760" cy="50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75" name="Cerneală 174">
                <a:extLst>
                  <a:ext uri="{FF2B5EF4-FFF2-40B4-BE49-F238E27FC236}">
                    <a16:creationId xmlns:a16="http://schemas.microsoft.com/office/drawing/2014/main" id="{C185369E-03A1-4287-A536-46B157430593}"/>
                  </a:ext>
                </a:extLst>
              </p14:cNvPr>
              <p14:cNvContentPartPr/>
              <p14:nvPr/>
            </p14:nvContentPartPr>
            <p14:xfrm>
              <a:off x="4816989" y="3999145"/>
              <a:ext cx="498240" cy="250200"/>
            </p14:xfrm>
          </p:contentPart>
        </mc:Choice>
        <mc:Fallback xmlns="">
          <p:pic>
            <p:nvPicPr>
              <p:cNvPr id="175" name="Cerneală 174">
                <a:extLst>
                  <a:ext uri="{FF2B5EF4-FFF2-40B4-BE49-F238E27FC236}">
                    <a16:creationId xmlns:a16="http://schemas.microsoft.com/office/drawing/2014/main" id="{C185369E-03A1-4287-A536-46B15743059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799349" y="3981145"/>
                <a:ext cx="533880" cy="28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93" name="Cerneală 192">
                <a:extLst>
                  <a:ext uri="{FF2B5EF4-FFF2-40B4-BE49-F238E27FC236}">
                    <a16:creationId xmlns:a16="http://schemas.microsoft.com/office/drawing/2014/main" id="{66A5E675-A2DC-460F-A100-31B7EEAD1D4E}"/>
                  </a:ext>
                </a:extLst>
              </p14:cNvPr>
              <p14:cNvContentPartPr/>
              <p14:nvPr/>
            </p14:nvContentPartPr>
            <p14:xfrm>
              <a:off x="10611549" y="3812305"/>
              <a:ext cx="199080" cy="12240"/>
            </p14:xfrm>
          </p:contentPart>
        </mc:Choice>
        <mc:Fallback xmlns="">
          <p:pic>
            <p:nvPicPr>
              <p:cNvPr id="193" name="Cerneală 192">
                <a:extLst>
                  <a:ext uri="{FF2B5EF4-FFF2-40B4-BE49-F238E27FC236}">
                    <a16:creationId xmlns:a16="http://schemas.microsoft.com/office/drawing/2014/main" id="{66A5E675-A2DC-460F-A100-31B7EEAD1D4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0593549" y="3794305"/>
                <a:ext cx="23472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94" name="Cerneală 193">
                <a:extLst>
                  <a:ext uri="{FF2B5EF4-FFF2-40B4-BE49-F238E27FC236}">
                    <a16:creationId xmlns:a16="http://schemas.microsoft.com/office/drawing/2014/main" id="{6A6F0208-79CA-4537-9274-13259F16CF75}"/>
                  </a:ext>
                </a:extLst>
              </p14:cNvPr>
              <p14:cNvContentPartPr/>
              <p14:nvPr/>
            </p14:nvContentPartPr>
            <p14:xfrm>
              <a:off x="10688589" y="3931825"/>
              <a:ext cx="148320" cy="16920"/>
            </p14:xfrm>
          </p:contentPart>
        </mc:Choice>
        <mc:Fallback xmlns="">
          <p:pic>
            <p:nvPicPr>
              <p:cNvPr id="194" name="Cerneală 193">
                <a:extLst>
                  <a:ext uri="{FF2B5EF4-FFF2-40B4-BE49-F238E27FC236}">
                    <a16:creationId xmlns:a16="http://schemas.microsoft.com/office/drawing/2014/main" id="{6A6F0208-79CA-4537-9274-13259F16CF7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0670949" y="3913825"/>
                <a:ext cx="18396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99" name="Cerneală 198">
                <a:extLst>
                  <a:ext uri="{FF2B5EF4-FFF2-40B4-BE49-F238E27FC236}">
                    <a16:creationId xmlns:a16="http://schemas.microsoft.com/office/drawing/2014/main" id="{82CE2FBB-ACF3-4D79-BCC0-9684BD17851A}"/>
                  </a:ext>
                </a:extLst>
              </p14:cNvPr>
              <p14:cNvContentPartPr/>
              <p14:nvPr/>
            </p14:nvContentPartPr>
            <p14:xfrm>
              <a:off x="11487429" y="3891145"/>
              <a:ext cx="203400" cy="120240"/>
            </p14:xfrm>
          </p:contentPart>
        </mc:Choice>
        <mc:Fallback xmlns="">
          <p:pic>
            <p:nvPicPr>
              <p:cNvPr id="199" name="Cerneală 198">
                <a:extLst>
                  <a:ext uri="{FF2B5EF4-FFF2-40B4-BE49-F238E27FC236}">
                    <a16:creationId xmlns:a16="http://schemas.microsoft.com/office/drawing/2014/main" id="{82CE2FBB-ACF3-4D79-BCC0-9684BD17851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1469758" y="3873452"/>
                <a:ext cx="239103" cy="1559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00" name="Cerneală 199">
                <a:extLst>
                  <a:ext uri="{FF2B5EF4-FFF2-40B4-BE49-F238E27FC236}">
                    <a16:creationId xmlns:a16="http://schemas.microsoft.com/office/drawing/2014/main" id="{32B9D58F-D9F3-417F-9876-440FE819F070}"/>
                  </a:ext>
                </a:extLst>
              </p14:cNvPr>
              <p14:cNvContentPartPr/>
              <p14:nvPr/>
            </p14:nvContentPartPr>
            <p14:xfrm>
              <a:off x="11054349" y="3645625"/>
              <a:ext cx="289440" cy="257400"/>
            </p14:xfrm>
          </p:contentPart>
        </mc:Choice>
        <mc:Fallback xmlns="">
          <p:pic>
            <p:nvPicPr>
              <p:cNvPr id="200" name="Cerneală 199">
                <a:extLst>
                  <a:ext uri="{FF2B5EF4-FFF2-40B4-BE49-F238E27FC236}">
                    <a16:creationId xmlns:a16="http://schemas.microsoft.com/office/drawing/2014/main" id="{32B9D58F-D9F3-417F-9876-440FE819F07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1036349" y="3627985"/>
                <a:ext cx="325080" cy="29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02" name="Cerneală 201">
                <a:extLst>
                  <a:ext uri="{FF2B5EF4-FFF2-40B4-BE49-F238E27FC236}">
                    <a16:creationId xmlns:a16="http://schemas.microsoft.com/office/drawing/2014/main" id="{597C9811-5930-4F71-994E-78DD8ABF60CA}"/>
                  </a:ext>
                </a:extLst>
              </p14:cNvPr>
              <p14:cNvContentPartPr/>
              <p14:nvPr/>
            </p14:nvContentPartPr>
            <p14:xfrm>
              <a:off x="9514269" y="3791065"/>
              <a:ext cx="902520" cy="289080"/>
            </p14:xfrm>
          </p:contentPart>
        </mc:Choice>
        <mc:Fallback xmlns="">
          <p:pic>
            <p:nvPicPr>
              <p:cNvPr id="202" name="Cerneală 201">
                <a:extLst>
                  <a:ext uri="{FF2B5EF4-FFF2-40B4-BE49-F238E27FC236}">
                    <a16:creationId xmlns:a16="http://schemas.microsoft.com/office/drawing/2014/main" id="{597C9811-5930-4F71-994E-78DD8ABF60C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496629" y="3773065"/>
                <a:ext cx="938160" cy="32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03" name="Cerneală 202">
                <a:extLst>
                  <a:ext uri="{FF2B5EF4-FFF2-40B4-BE49-F238E27FC236}">
                    <a16:creationId xmlns:a16="http://schemas.microsoft.com/office/drawing/2014/main" id="{1C3814A7-BD6C-4931-B271-7FD62073F159}"/>
                  </a:ext>
                </a:extLst>
              </p14:cNvPr>
              <p14:cNvContentPartPr/>
              <p14:nvPr/>
            </p14:nvContentPartPr>
            <p14:xfrm>
              <a:off x="8720109" y="3854425"/>
              <a:ext cx="561240" cy="226080"/>
            </p14:xfrm>
          </p:contentPart>
        </mc:Choice>
        <mc:Fallback xmlns="">
          <p:pic>
            <p:nvPicPr>
              <p:cNvPr id="203" name="Cerneală 202">
                <a:extLst>
                  <a:ext uri="{FF2B5EF4-FFF2-40B4-BE49-F238E27FC236}">
                    <a16:creationId xmlns:a16="http://schemas.microsoft.com/office/drawing/2014/main" id="{1C3814A7-BD6C-4931-B271-7FD62073F15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702458" y="3836785"/>
                <a:ext cx="596903" cy="26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04" name="Cerneală 203">
                <a:extLst>
                  <a:ext uri="{FF2B5EF4-FFF2-40B4-BE49-F238E27FC236}">
                    <a16:creationId xmlns:a16="http://schemas.microsoft.com/office/drawing/2014/main" id="{CA36F194-1B10-4DA0-B9AE-AF4F35DBDFA9}"/>
                  </a:ext>
                </a:extLst>
              </p14:cNvPr>
              <p14:cNvContentPartPr/>
              <p14:nvPr/>
            </p14:nvContentPartPr>
            <p14:xfrm>
              <a:off x="7367949" y="3906265"/>
              <a:ext cx="1186560" cy="331920"/>
            </p14:xfrm>
          </p:contentPart>
        </mc:Choice>
        <mc:Fallback xmlns="">
          <p:pic>
            <p:nvPicPr>
              <p:cNvPr id="204" name="Cerneală 203">
                <a:extLst>
                  <a:ext uri="{FF2B5EF4-FFF2-40B4-BE49-F238E27FC236}">
                    <a16:creationId xmlns:a16="http://schemas.microsoft.com/office/drawing/2014/main" id="{CA36F194-1B10-4DA0-B9AE-AF4F35DBDFA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349949" y="3888606"/>
                <a:ext cx="1222200" cy="3675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14" name="Cerneală 213">
                <a:extLst>
                  <a:ext uri="{FF2B5EF4-FFF2-40B4-BE49-F238E27FC236}">
                    <a16:creationId xmlns:a16="http://schemas.microsoft.com/office/drawing/2014/main" id="{524400D9-4D9F-486A-A72B-ACF7CEAE67EC}"/>
                  </a:ext>
                </a:extLst>
              </p14:cNvPr>
              <p14:cNvContentPartPr/>
              <p14:nvPr/>
            </p14:nvContentPartPr>
            <p14:xfrm>
              <a:off x="5799069" y="4718425"/>
              <a:ext cx="1186200" cy="541080"/>
            </p14:xfrm>
          </p:contentPart>
        </mc:Choice>
        <mc:Fallback xmlns="">
          <p:pic>
            <p:nvPicPr>
              <p:cNvPr id="214" name="Cerneală 213">
                <a:extLst>
                  <a:ext uri="{FF2B5EF4-FFF2-40B4-BE49-F238E27FC236}">
                    <a16:creationId xmlns:a16="http://schemas.microsoft.com/office/drawing/2014/main" id="{524400D9-4D9F-486A-A72B-ACF7CEAE67EC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781069" y="4700425"/>
                <a:ext cx="1221840" cy="57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23" name="Cerneală 222">
                <a:extLst>
                  <a:ext uri="{FF2B5EF4-FFF2-40B4-BE49-F238E27FC236}">
                    <a16:creationId xmlns:a16="http://schemas.microsoft.com/office/drawing/2014/main" id="{CC2B92E7-F02E-43A4-A5F9-2B49131D3BC0}"/>
                  </a:ext>
                </a:extLst>
              </p14:cNvPr>
              <p14:cNvContentPartPr/>
              <p14:nvPr/>
            </p14:nvContentPartPr>
            <p14:xfrm>
              <a:off x="8894709" y="4813105"/>
              <a:ext cx="188640" cy="187920"/>
            </p14:xfrm>
          </p:contentPart>
        </mc:Choice>
        <mc:Fallback xmlns="">
          <p:pic>
            <p:nvPicPr>
              <p:cNvPr id="223" name="Cerneală 222">
                <a:extLst>
                  <a:ext uri="{FF2B5EF4-FFF2-40B4-BE49-F238E27FC236}">
                    <a16:creationId xmlns:a16="http://schemas.microsoft.com/office/drawing/2014/main" id="{CC2B92E7-F02E-43A4-A5F9-2B49131D3BC0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877069" y="4795105"/>
                <a:ext cx="224280" cy="22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24" name="Cerneală 223">
                <a:extLst>
                  <a:ext uri="{FF2B5EF4-FFF2-40B4-BE49-F238E27FC236}">
                    <a16:creationId xmlns:a16="http://schemas.microsoft.com/office/drawing/2014/main" id="{A339856D-2FEE-4105-9622-D9A2B0E82DBF}"/>
                  </a:ext>
                </a:extLst>
              </p14:cNvPr>
              <p14:cNvContentPartPr/>
              <p14:nvPr/>
            </p14:nvContentPartPr>
            <p14:xfrm>
              <a:off x="8306109" y="4778545"/>
              <a:ext cx="480960" cy="273240"/>
            </p14:xfrm>
          </p:contentPart>
        </mc:Choice>
        <mc:Fallback xmlns="">
          <p:pic>
            <p:nvPicPr>
              <p:cNvPr id="224" name="Cerneală 223">
                <a:extLst>
                  <a:ext uri="{FF2B5EF4-FFF2-40B4-BE49-F238E27FC236}">
                    <a16:creationId xmlns:a16="http://schemas.microsoft.com/office/drawing/2014/main" id="{A339856D-2FEE-4105-9622-D9A2B0E82DBF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288456" y="4760882"/>
                <a:ext cx="516627" cy="3089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25" name="Cerneală 224">
                <a:extLst>
                  <a:ext uri="{FF2B5EF4-FFF2-40B4-BE49-F238E27FC236}">
                    <a16:creationId xmlns:a16="http://schemas.microsoft.com/office/drawing/2014/main" id="{DDD9DF18-B7C7-43AF-80FA-B1DD580F16BA}"/>
                  </a:ext>
                </a:extLst>
              </p14:cNvPr>
              <p14:cNvContentPartPr/>
              <p14:nvPr/>
            </p14:nvContentPartPr>
            <p14:xfrm>
              <a:off x="7290189" y="4796185"/>
              <a:ext cx="770760" cy="463680"/>
            </p14:xfrm>
          </p:contentPart>
        </mc:Choice>
        <mc:Fallback xmlns="">
          <p:pic>
            <p:nvPicPr>
              <p:cNvPr id="225" name="Cerneală 224">
                <a:extLst>
                  <a:ext uri="{FF2B5EF4-FFF2-40B4-BE49-F238E27FC236}">
                    <a16:creationId xmlns:a16="http://schemas.microsoft.com/office/drawing/2014/main" id="{DDD9DF18-B7C7-43AF-80FA-B1DD580F16BA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272549" y="4778199"/>
                <a:ext cx="806400" cy="4992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26" name="Cerneală 225">
                <a:extLst>
                  <a:ext uri="{FF2B5EF4-FFF2-40B4-BE49-F238E27FC236}">
                    <a16:creationId xmlns:a16="http://schemas.microsoft.com/office/drawing/2014/main" id="{54838467-CEF2-4540-8FAA-D8A41FE519B9}"/>
                  </a:ext>
                </a:extLst>
              </p14:cNvPr>
              <p14:cNvContentPartPr/>
              <p14:nvPr/>
            </p14:nvContentPartPr>
            <p14:xfrm>
              <a:off x="9187029" y="5004985"/>
              <a:ext cx="181440" cy="126720"/>
            </p14:xfrm>
          </p:contentPart>
        </mc:Choice>
        <mc:Fallback xmlns="">
          <p:pic>
            <p:nvPicPr>
              <p:cNvPr id="226" name="Cerneală 225">
                <a:extLst>
                  <a:ext uri="{FF2B5EF4-FFF2-40B4-BE49-F238E27FC236}">
                    <a16:creationId xmlns:a16="http://schemas.microsoft.com/office/drawing/2014/main" id="{54838467-CEF2-4540-8FAA-D8A41FE519B9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169029" y="4987345"/>
                <a:ext cx="217080" cy="16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29" name="Cerneală 228">
                <a:extLst>
                  <a:ext uri="{FF2B5EF4-FFF2-40B4-BE49-F238E27FC236}">
                    <a16:creationId xmlns:a16="http://schemas.microsoft.com/office/drawing/2014/main" id="{5129DBE2-E01F-4580-B19B-5A145078ED90}"/>
                  </a:ext>
                </a:extLst>
              </p14:cNvPr>
              <p14:cNvContentPartPr/>
              <p14:nvPr/>
            </p14:nvContentPartPr>
            <p14:xfrm>
              <a:off x="10000269" y="4845865"/>
              <a:ext cx="254520" cy="5400"/>
            </p14:xfrm>
          </p:contentPart>
        </mc:Choice>
        <mc:Fallback xmlns="">
          <p:pic>
            <p:nvPicPr>
              <p:cNvPr id="229" name="Cerneală 228">
                <a:extLst>
                  <a:ext uri="{FF2B5EF4-FFF2-40B4-BE49-F238E27FC236}">
                    <a16:creationId xmlns:a16="http://schemas.microsoft.com/office/drawing/2014/main" id="{5129DBE2-E01F-4580-B19B-5A145078ED90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9982629" y="4827865"/>
                <a:ext cx="29016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30" name="Cerneală 229">
                <a:extLst>
                  <a:ext uri="{FF2B5EF4-FFF2-40B4-BE49-F238E27FC236}">
                    <a16:creationId xmlns:a16="http://schemas.microsoft.com/office/drawing/2014/main" id="{114B8076-6861-452D-9E53-30A2FE481705}"/>
                  </a:ext>
                </a:extLst>
              </p14:cNvPr>
              <p14:cNvContentPartPr/>
              <p14:nvPr/>
            </p14:nvContentPartPr>
            <p14:xfrm>
              <a:off x="10009989" y="4884385"/>
              <a:ext cx="290520" cy="23760"/>
            </p14:xfrm>
          </p:contentPart>
        </mc:Choice>
        <mc:Fallback xmlns="">
          <p:pic>
            <p:nvPicPr>
              <p:cNvPr id="230" name="Cerneală 229">
                <a:extLst>
                  <a:ext uri="{FF2B5EF4-FFF2-40B4-BE49-F238E27FC236}">
                    <a16:creationId xmlns:a16="http://schemas.microsoft.com/office/drawing/2014/main" id="{114B8076-6861-452D-9E53-30A2FE481705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9992349" y="4866385"/>
                <a:ext cx="326160" cy="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31" name="Cerneală 230">
                <a:extLst>
                  <a:ext uri="{FF2B5EF4-FFF2-40B4-BE49-F238E27FC236}">
                    <a16:creationId xmlns:a16="http://schemas.microsoft.com/office/drawing/2014/main" id="{D61F4AC5-E243-47F6-B866-FB1D5D4B30FE}"/>
                  </a:ext>
                </a:extLst>
              </p14:cNvPr>
              <p14:cNvContentPartPr/>
              <p14:nvPr/>
            </p14:nvContentPartPr>
            <p14:xfrm>
              <a:off x="10201869" y="4735345"/>
              <a:ext cx="204840" cy="278280"/>
            </p14:xfrm>
          </p:contentPart>
        </mc:Choice>
        <mc:Fallback xmlns="">
          <p:pic>
            <p:nvPicPr>
              <p:cNvPr id="231" name="Cerneală 230">
                <a:extLst>
                  <a:ext uri="{FF2B5EF4-FFF2-40B4-BE49-F238E27FC236}">
                    <a16:creationId xmlns:a16="http://schemas.microsoft.com/office/drawing/2014/main" id="{D61F4AC5-E243-47F6-B866-FB1D5D4B30FE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0183869" y="4717705"/>
                <a:ext cx="240480" cy="31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32" name="Cerneală 231">
                <a:extLst>
                  <a:ext uri="{FF2B5EF4-FFF2-40B4-BE49-F238E27FC236}">
                    <a16:creationId xmlns:a16="http://schemas.microsoft.com/office/drawing/2014/main" id="{44DF2CAA-F598-43E9-BBEB-D683AE85A30F}"/>
                  </a:ext>
                </a:extLst>
              </p14:cNvPr>
              <p14:cNvContentPartPr/>
              <p14:nvPr/>
            </p14:nvContentPartPr>
            <p14:xfrm>
              <a:off x="10631349" y="4692145"/>
              <a:ext cx="145440" cy="194040"/>
            </p14:xfrm>
          </p:contentPart>
        </mc:Choice>
        <mc:Fallback xmlns="">
          <p:pic>
            <p:nvPicPr>
              <p:cNvPr id="232" name="Cerneală 231">
                <a:extLst>
                  <a:ext uri="{FF2B5EF4-FFF2-40B4-BE49-F238E27FC236}">
                    <a16:creationId xmlns:a16="http://schemas.microsoft.com/office/drawing/2014/main" id="{44DF2CAA-F598-43E9-BBEB-D683AE85A30F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0613349" y="4674145"/>
                <a:ext cx="181080" cy="22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33" name="Cerneală 232">
                <a:extLst>
                  <a:ext uri="{FF2B5EF4-FFF2-40B4-BE49-F238E27FC236}">
                    <a16:creationId xmlns:a16="http://schemas.microsoft.com/office/drawing/2014/main" id="{C2C774DC-3AC4-4C76-81E8-2C9F898D20E4}"/>
                  </a:ext>
                </a:extLst>
              </p14:cNvPr>
              <p14:cNvContentPartPr/>
              <p14:nvPr/>
            </p14:nvContentPartPr>
            <p14:xfrm>
              <a:off x="10722789" y="4778545"/>
              <a:ext cx="27360" cy="206280"/>
            </p14:xfrm>
          </p:contentPart>
        </mc:Choice>
        <mc:Fallback xmlns="">
          <p:pic>
            <p:nvPicPr>
              <p:cNvPr id="233" name="Cerneală 232">
                <a:extLst>
                  <a:ext uri="{FF2B5EF4-FFF2-40B4-BE49-F238E27FC236}">
                    <a16:creationId xmlns:a16="http://schemas.microsoft.com/office/drawing/2014/main" id="{C2C774DC-3AC4-4C76-81E8-2C9F898D20E4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0704789" y="4760905"/>
                <a:ext cx="63000" cy="24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34" name="Cerneală 233">
                <a:extLst>
                  <a:ext uri="{FF2B5EF4-FFF2-40B4-BE49-F238E27FC236}">
                    <a16:creationId xmlns:a16="http://schemas.microsoft.com/office/drawing/2014/main" id="{D7BFDB57-8D53-47CB-B8AD-8DA02F87CE3F}"/>
                  </a:ext>
                </a:extLst>
              </p14:cNvPr>
              <p14:cNvContentPartPr/>
              <p14:nvPr/>
            </p14:nvContentPartPr>
            <p14:xfrm>
              <a:off x="10881189" y="4644265"/>
              <a:ext cx="219600" cy="266040"/>
            </p14:xfrm>
          </p:contentPart>
        </mc:Choice>
        <mc:Fallback xmlns="">
          <p:pic>
            <p:nvPicPr>
              <p:cNvPr id="234" name="Cerneală 233">
                <a:extLst>
                  <a:ext uri="{FF2B5EF4-FFF2-40B4-BE49-F238E27FC236}">
                    <a16:creationId xmlns:a16="http://schemas.microsoft.com/office/drawing/2014/main" id="{D7BFDB57-8D53-47CB-B8AD-8DA02F87CE3F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863189" y="4626265"/>
                <a:ext cx="255240" cy="30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35" name="Cerneală 234">
                <a:extLst>
                  <a:ext uri="{FF2B5EF4-FFF2-40B4-BE49-F238E27FC236}">
                    <a16:creationId xmlns:a16="http://schemas.microsoft.com/office/drawing/2014/main" id="{25C17347-526D-4C8F-A52F-25AB4F0BF7BA}"/>
                  </a:ext>
                </a:extLst>
              </p14:cNvPr>
              <p14:cNvContentPartPr/>
              <p14:nvPr/>
            </p14:nvContentPartPr>
            <p14:xfrm>
              <a:off x="11039949" y="4672705"/>
              <a:ext cx="13680" cy="6120"/>
            </p14:xfrm>
          </p:contentPart>
        </mc:Choice>
        <mc:Fallback xmlns="">
          <p:pic>
            <p:nvPicPr>
              <p:cNvPr id="235" name="Cerneală 234">
                <a:extLst>
                  <a:ext uri="{FF2B5EF4-FFF2-40B4-BE49-F238E27FC236}">
                    <a16:creationId xmlns:a16="http://schemas.microsoft.com/office/drawing/2014/main" id="{25C17347-526D-4C8F-A52F-25AB4F0BF7BA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1022309" y="4655065"/>
                <a:ext cx="4932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236" name="Cerneală 235">
                <a:extLst>
                  <a:ext uri="{FF2B5EF4-FFF2-40B4-BE49-F238E27FC236}">
                    <a16:creationId xmlns:a16="http://schemas.microsoft.com/office/drawing/2014/main" id="{461B04B4-4FCC-49C6-9047-60D430F97A30}"/>
                  </a:ext>
                </a:extLst>
              </p14:cNvPr>
              <p14:cNvContentPartPr/>
              <p14:nvPr/>
            </p14:nvContentPartPr>
            <p14:xfrm>
              <a:off x="11140029" y="4543105"/>
              <a:ext cx="186120" cy="364320"/>
            </p14:xfrm>
          </p:contentPart>
        </mc:Choice>
        <mc:Fallback xmlns="">
          <p:pic>
            <p:nvPicPr>
              <p:cNvPr id="236" name="Cerneală 235">
                <a:extLst>
                  <a:ext uri="{FF2B5EF4-FFF2-40B4-BE49-F238E27FC236}">
                    <a16:creationId xmlns:a16="http://schemas.microsoft.com/office/drawing/2014/main" id="{461B04B4-4FCC-49C6-9047-60D430F97A30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1122389" y="4525105"/>
                <a:ext cx="221760" cy="39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237" name="Cerneală 236">
                <a:extLst>
                  <a:ext uri="{FF2B5EF4-FFF2-40B4-BE49-F238E27FC236}">
                    <a16:creationId xmlns:a16="http://schemas.microsoft.com/office/drawing/2014/main" id="{5D78DAF6-62F7-4668-B327-8E71A056768C}"/>
                  </a:ext>
                </a:extLst>
              </p14:cNvPr>
              <p14:cNvContentPartPr/>
              <p14:nvPr/>
            </p14:nvContentPartPr>
            <p14:xfrm>
              <a:off x="11320029" y="4768825"/>
              <a:ext cx="66600" cy="10080"/>
            </p14:xfrm>
          </p:contentPart>
        </mc:Choice>
        <mc:Fallback xmlns="">
          <p:pic>
            <p:nvPicPr>
              <p:cNvPr id="237" name="Cerneală 236">
                <a:extLst>
                  <a:ext uri="{FF2B5EF4-FFF2-40B4-BE49-F238E27FC236}">
                    <a16:creationId xmlns:a16="http://schemas.microsoft.com/office/drawing/2014/main" id="{5D78DAF6-62F7-4668-B327-8E71A056768C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1302389" y="4751185"/>
                <a:ext cx="10224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248" name="Cerneală 247">
                <a:extLst>
                  <a:ext uri="{FF2B5EF4-FFF2-40B4-BE49-F238E27FC236}">
                    <a16:creationId xmlns:a16="http://schemas.microsoft.com/office/drawing/2014/main" id="{8AC174AA-876B-4DDA-8316-0783B248EF2A}"/>
                  </a:ext>
                </a:extLst>
              </p14:cNvPr>
              <p14:cNvContentPartPr/>
              <p14:nvPr/>
            </p14:nvContentPartPr>
            <p14:xfrm>
              <a:off x="6241509" y="5911825"/>
              <a:ext cx="165240" cy="17280"/>
            </p14:xfrm>
          </p:contentPart>
        </mc:Choice>
        <mc:Fallback xmlns="">
          <p:pic>
            <p:nvPicPr>
              <p:cNvPr id="248" name="Cerneală 247">
                <a:extLst>
                  <a:ext uri="{FF2B5EF4-FFF2-40B4-BE49-F238E27FC236}">
                    <a16:creationId xmlns:a16="http://schemas.microsoft.com/office/drawing/2014/main" id="{8AC174AA-876B-4DDA-8316-0783B248EF2A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223869" y="5894185"/>
                <a:ext cx="20088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249" name="Cerneală 248">
                <a:extLst>
                  <a:ext uri="{FF2B5EF4-FFF2-40B4-BE49-F238E27FC236}">
                    <a16:creationId xmlns:a16="http://schemas.microsoft.com/office/drawing/2014/main" id="{968F6916-0495-4B01-BF16-76ADA109F421}"/>
                  </a:ext>
                </a:extLst>
              </p14:cNvPr>
              <p14:cNvContentPartPr/>
              <p14:nvPr/>
            </p14:nvContentPartPr>
            <p14:xfrm>
              <a:off x="6256269" y="6044305"/>
              <a:ext cx="171000" cy="5040"/>
            </p14:xfrm>
          </p:contentPart>
        </mc:Choice>
        <mc:Fallback xmlns="">
          <p:pic>
            <p:nvPicPr>
              <p:cNvPr id="249" name="Cerneală 248">
                <a:extLst>
                  <a:ext uri="{FF2B5EF4-FFF2-40B4-BE49-F238E27FC236}">
                    <a16:creationId xmlns:a16="http://schemas.microsoft.com/office/drawing/2014/main" id="{968F6916-0495-4B01-BF16-76ADA109F421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6238269" y="6026665"/>
                <a:ext cx="20664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251" name="Cerneală 250">
                <a:extLst>
                  <a:ext uri="{FF2B5EF4-FFF2-40B4-BE49-F238E27FC236}">
                    <a16:creationId xmlns:a16="http://schemas.microsoft.com/office/drawing/2014/main" id="{8A0F07C7-8438-4580-9C7A-9D57715D440C}"/>
                  </a:ext>
                </a:extLst>
              </p14:cNvPr>
              <p14:cNvContentPartPr/>
              <p14:nvPr/>
            </p14:nvContentPartPr>
            <p14:xfrm>
              <a:off x="5721669" y="5674945"/>
              <a:ext cx="360360" cy="492840"/>
            </p14:xfrm>
          </p:contentPart>
        </mc:Choice>
        <mc:Fallback xmlns="">
          <p:pic>
            <p:nvPicPr>
              <p:cNvPr id="251" name="Cerneală 250">
                <a:extLst>
                  <a:ext uri="{FF2B5EF4-FFF2-40B4-BE49-F238E27FC236}">
                    <a16:creationId xmlns:a16="http://schemas.microsoft.com/office/drawing/2014/main" id="{8A0F07C7-8438-4580-9C7A-9D57715D440C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704011" y="5656945"/>
                <a:ext cx="396036" cy="52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255" name="Cerneală 254">
                <a:extLst>
                  <a:ext uri="{FF2B5EF4-FFF2-40B4-BE49-F238E27FC236}">
                    <a16:creationId xmlns:a16="http://schemas.microsoft.com/office/drawing/2014/main" id="{7521CCAF-C38E-48FB-8A4F-D2B7422658C9}"/>
                  </a:ext>
                </a:extLst>
              </p14:cNvPr>
              <p14:cNvContentPartPr/>
              <p14:nvPr/>
            </p14:nvContentPartPr>
            <p14:xfrm>
              <a:off x="8917749" y="5717425"/>
              <a:ext cx="558720" cy="488520"/>
            </p14:xfrm>
          </p:contentPart>
        </mc:Choice>
        <mc:Fallback xmlns="">
          <p:pic>
            <p:nvPicPr>
              <p:cNvPr id="255" name="Cerneală 254">
                <a:extLst>
                  <a:ext uri="{FF2B5EF4-FFF2-40B4-BE49-F238E27FC236}">
                    <a16:creationId xmlns:a16="http://schemas.microsoft.com/office/drawing/2014/main" id="{7521CCAF-C38E-48FB-8A4F-D2B7422658C9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899749" y="5699425"/>
                <a:ext cx="594360" cy="52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256" name="Cerneală 255">
                <a:extLst>
                  <a:ext uri="{FF2B5EF4-FFF2-40B4-BE49-F238E27FC236}">
                    <a16:creationId xmlns:a16="http://schemas.microsoft.com/office/drawing/2014/main" id="{91BF3029-EF34-4DA1-ADBB-206F324DE5BF}"/>
                  </a:ext>
                </a:extLst>
              </p14:cNvPr>
              <p14:cNvContentPartPr/>
              <p14:nvPr/>
            </p14:nvContentPartPr>
            <p14:xfrm>
              <a:off x="9595989" y="5582425"/>
              <a:ext cx="241200" cy="631800"/>
            </p14:xfrm>
          </p:contentPart>
        </mc:Choice>
        <mc:Fallback xmlns="">
          <p:pic>
            <p:nvPicPr>
              <p:cNvPr id="256" name="Cerneală 255">
                <a:extLst>
                  <a:ext uri="{FF2B5EF4-FFF2-40B4-BE49-F238E27FC236}">
                    <a16:creationId xmlns:a16="http://schemas.microsoft.com/office/drawing/2014/main" id="{91BF3029-EF34-4DA1-ADBB-206F324DE5BF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9578349" y="5564425"/>
                <a:ext cx="276840" cy="66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257" name="Cerneală 256">
                <a:extLst>
                  <a:ext uri="{FF2B5EF4-FFF2-40B4-BE49-F238E27FC236}">
                    <a16:creationId xmlns:a16="http://schemas.microsoft.com/office/drawing/2014/main" id="{9CE5297A-BCC8-47B1-85A4-C8D9EA41C774}"/>
                  </a:ext>
                </a:extLst>
              </p14:cNvPr>
              <p14:cNvContentPartPr/>
              <p14:nvPr/>
            </p14:nvContentPartPr>
            <p14:xfrm>
              <a:off x="7608429" y="5803825"/>
              <a:ext cx="1097640" cy="474480"/>
            </p14:xfrm>
          </p:contentPart>
        </mc:Choice>
        <mc:Fallback xmlns="">
          <p:pic>
            <p:nvPicPr>
              <p:cNvPr id="257" name="Cerneală 256">
                <a:extLst>
                  <a:ext uri="{FF2B5EF4-FFF2-40B4-BE49-F238E27FC236}">
                    <a16:creationId xmlns:a16="http://schemas.microsoft.com/office/drawing/2014/main" id="{9CE5297A-BCC8-47B1-85A4-C8D9EA41C774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7590423" y="5786172"/>
                <a:ext cx="1133292" cy="5101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258" name="Cerneală 257">
                <a:extLst>
                  <a:ext uri="{FF2B5EF4-FFF2-40B4-BE49-F238E27FC236}">
                    <a16:creationId xmlns:a16="http://schemas.microsoft.com/office/drawing/2014/main" id="{336FE28E-3861-453C-8F6E-05CBAE176406}"/>
                  </a:ext>
                </a:extLst>
              </p14:cNvPr>
              <p14:cNvContentPartPr/>
              <p14:nvPr/>
            </p14:nvContentPartPr>
            <p14:xfrm>
              <a:off x="6597909" y="5620945"/>
              <a:ext cx="729000" cy="661320"/>
            </p14:xfrm>
          </p:contentPart>
        </mc:Choice>
        <mc:Fallback xmlns="">
          <p:pic>
            <p:nvPicPr>
              <p:cNvPr id="258" name="Cerneală 257">
                <a:extLst>
                  <a:ext uri="{FF2B5EF4-FFF2-40B4-BE49-F238E27FC236}">
                    <a16:creationId xmlns:a16="http://schemas.microsoft.com/office/drawing/2014/main" id="{336FE28E-3861-453C-8F6E-05CBAE176406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6580278" y="5602945"/>
                <a:ext cx="764622" cy="69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260" name="Cerneală 259">
                <a:extLst>
                  <a:ext uri="{FF2B5EF4-FFF2-40B4-BE49-F238E27FC236}">
                    <a16:creationId xmlns:a16="http://schemas.microsoft.com/office/drawing/2014/main" id="{AE0D119F-18CB-48D4-9592-7EC6C32527BC}"/>
                  </a:ext>
                </a:extLst>
              </p14:cNvPr>
              <p14:cNvContentPartPr/>
              <p14:nvPr/>
            </p14:nvContentPartPr>
            <p14:xfrm>
              <a:off x="170829" y="87385"/>
              <a:ext cx="9852480" cy="1585080"/>
            </p14:xfrm>
          </p:contentPart>
        </mc:Choice>
        <mc:Fallback xmlns="">
          <p:pic>
            <p:nvPicPr>
              <p:cNvPr id="260" name="Cerneală 259">
                <a:extLst>
                  <a:ext uri="{FF2B5EF4-FFF2-40B4-BE49-F238E27FC236}">
                    <a16:creationId xmlns:a16="http://schemas.microsoft.com/office/drawing/2014/main" id="{AE0D119F-18CB-48D4-9592-7EC6C32527BC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52829" y="69745"/>
                <a:ext cx="9888120" cy="1620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81441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F9F1146C-529A-4DC7-B22E-B2B66E7E94E3}"/>
                  </a:ext>
                </a:extLst>
              </p14:cNvPr>
              <p14:cNvContentPartPr/>
              <p14:nvPr/>
            </p14:nvContentPartPr>
            <p14:xfrm>
              <a:off x="494829" y="494185"/>
              <a:ext cx="351000" cy="5436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F9F1146C-529A-4DC7-B22E-B2B66E7E94E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6829" y="476545"/>
                <a:ext cx="38664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46B041F7-9A58-4DDD-96ED-FBEB4870CD89}"/>
                  </a:ext>
                </a:extLst>
              </p14:cNvPr>
              <p14:cNvContentPartPr/>
              <p14:nvPr/>
            </p14:nvContentPartPr>
            <p14:xfrm>
              <a:off x="519669" y="938065"/>
              <a:ext cx="246960" cy="1296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46B041F7-9A58-4DDD-96ED-FBEB4870CD8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1669" y="920425"/>
                <a:ext cx="28260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49318B56-8263-4026-B47A-CEA33F69BF8E}"/>
                  </a:ext>
                </a:extLst>
              </p14:cNvPr>
              <p14:cNvContentPartPr/>
              <p14:nvPr/>
            </p14:nvContentPartPr>
            <p14:xfrm>
              <a:off x="639189" y="605065"/>
              <a:ext cx="101520" cy="19080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49318B56-8263-4026-B47A-CEA33F69BF8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21549" y="587425"/>
                <a:ext cx="13716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863DE24E-8929-4F5C-9EB9-8604A21EAEF0}"/>
                  </a:ext>
                </a:extLst>
              </p14:cNvPr>
              <p14:cNvContentPartPr/>
              <p14:nvPr/>
            </p14:nvContentPartPr>
            <p14:xfrm>
              <a:off x="1260189" y="291865"/>
              <a:ext cx="2001600" cy="47268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863DE24E-8929-4F5C-9EB9-8604A21EAEF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42192" y="273865"/>
                <a:ext cx="2037234" cy="50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DEBA3DF0-AA94-48A3-BCA8-C6EBF92E4747}"/>
                  </a:ext>
                </a:extLst>
              </p14:cNvPr>
              <p14:cNvContentPartPr/>
              <p14:nvPr/>
            </p14:nvContentPartPr>
            <p14:xfrm>
              <a:off x="3580029" y="294025"/>
              <a:ext cx="1567080" cy="41004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DEBA3DF0-AA94-48A3-BCA8-C6EBF92E474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562385" y="276385"/>
                <a:ext cx="1602728" cy="44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DE0759D2-0D3E-4D30-A6F8-F1204EB0559C}"/>
                  </a:ext>
                </a:extLst>
              </p14:cNvPr>
              <p14:cNvContentPartPr/>
              <p14:nvPr/>
            </p14:nvContentPartPr>
            <p14:xfrm>
              <a:off x="5594949" y="402025"/>
              <a:ext cx="284040" cy="27792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DE0759D2-0D3E-4D30-A6F8-F1204EB0559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577309" y="384385"/>
                <a:ext cx="319680" cy="31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E5F09A61-1395-42F0-86AC-7FBDDB0DCFC2}"/>
                  </a:ext>
                </a:extLst>
              </p14:cNvPr>
              <p14:cNvContentPartPr/>
              <p14:nvPr/>
            </p14:nvContentPartPr>
            <p14:xfrm>
              <a:off x="6402069" y="309865"/>
              <a:ext cx="1428840" cy="33228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E5F09A61-1395-42F0-86AC-7FBDDB0DCFC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384069" y="291865"/>
                <a:ext cx="1464480" cy="36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95" name="Cerneală 194">
                <a:extLst>
                  <a:ext uri="{FF2B5EF4-FFF2-40B4-BE49-F238E27FC236}">
                    <a16:creationId xmlns:a16="http://schemas.microsoft.com/office/drawing/2014/main" id="{C7E858D9-56C0-4345-BCCD-168487B46D22}"/>
                  </a:ext>
                </a:extLst>
              </p14:cNvPr>
              <p14:cNvContentPartPr/>
              <p14:nvPr/>
            </p14:nvContentPartPr>
            <p14:xfrm>
              <a:off x="623349" y="1073065"/>
              <a:ext cx="5235480" cy="4956120"/>
            </p14:xfrm>
          </p:contentPart>
        </mc:Choice>
        <mc:Fallback xmlns="">
          <p:pic>
            <p:nvPicPr>
              <p:cNvPr id="195" name="Cerneală 194">
                <a:extLst>
                  <a:ext uri="{FF2B5EF4-FFF2-40B4-BE49-F238E27FC236}">
                    <a16:creationId xmlns:a16="http://schemas.microsoft.com/office/drawing/2014/main" id="{C7E858D9-56C0-4345-BCCD-168487B46D2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05349" y="1055425"/>
                <a:ext cx="5271120" cy="499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29" name="Cerneală 228">
                <a:extLst>
                  <a:ext uri="{FF2B5EF4-FFF2-40B4-BE49-F238E27FC236}">
                    <a16:creationId xmlns:a16="http://schemas.microsoft.com/office/drawing/2014/main" id="{8820C04B-4513-431D-93A2-86FD5F05985C}"/>
                  </a:ext>
                </a:extLst>
              </p14:cNvPr>
              <p14:cNvContentPartPr/>
              <p14:nvPr/>
            </p14:nvContentPartPr>
            <p14:xfrm>
              <a:off x="6183189" y="2698105"/>
              <a:ext cx="5044320" cy="1833840"/>
            </p14:xfrm>
          </p:contentPart>
        </mc:Choice>
        <mc:Fallback xmlns="">
          <p:pic>
            <p:nvPicPr>
              <p:cNvPr id="229" name="Cerneală 228">
                <a:extLst>
                  <a:ext uri="{FF2B5EF4-FFF2-40B4-BE49-F238E27FC236}">
                    <a16:creationId xmlns:a16="http://schemas.microsoft.com/office/drawing/2014/main" id="{8820C04B-4513-431D-93A2-86FD5F05985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165188" y="2680462"/>
                <a:ext cx="5079963" cy="18694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37" name="Cerneală 236">
                <a:extLst>
                  <a:ext uri="{FF2B5EF4-FFF2-40B4-BE49-F238E27FC236}">
                    <a16:creationId xmlns:a16="http://schemas.microsoft.com/office/drawing/2014/main" id="{86659821-0FF4-48D2-8699-233ECF70BBC1}"/>
                  </a:ext>
                </a:extLst>
              </p14:cNvPr>
              <p14:cNvContentPartPr/>
              <p14:nvPr/>
            </p14:nvContentPartPr>
            <p14:xfrm>
              <a:off x="6524469" y="4586305"/>
              <a:ext cx="1022760" cy="334800"/>
            </p14:xfrm>
          </p:contentPart>
        </mc:Choice>
        <mc:Fallback xmlns="">
          <p:pic>
            <p:nvPicPr>
              <p:cNvPr id="237" name="Cerneală 236">
                <a:extLst>
                  <a:ext uri="{FF2B5EF4-FFF2-40B4-BE49-F238E27FC236}">
                    <a16:creationId xmlns:a16="http://schemas.microsoft.com/office/drawing/2014/main" id="{86659821-0FF4-48D2-8699-233ECF70BBC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506829" y="4568286"/>
                <a:ext cx="1058400" cy="3704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45" name="Cerneală 244">
                <a:extLst>
                  <a:ext uri="{FF2B5EF4-FFF2-40B4-BE49-F238E27FC236}">
                    <a16:creationId xmlns:a16="http://schemas.microsoft.com/office/drawing/2014/main" id="{C994AF37-3399-4D16-8982-F756A18DCDBF}"/>
                  </a:ext>
                </a:extLst>
              </p14:cNvPr>
              <p14:cNvContentPartPr/>
              <p14:nvPr/>
            </p14:nvContentPartPr>
            <p14:xfrm>
              <a:off x="6179229" y="5264905"/>
              <a:ext cx="784440" cy="528480"/>
            </p14:xfrm>
          </p:contentPart>
        </mc:Choice>
        <mc:Fallback xmlns="">
          <p:pic>
            <p:nvPicPr>
              <p:cNvPr id="245" name="Cerneală 244">
                <a:extLst>
                  <a:ext uri="{FF2B5EF4-FFF2-40B4-BE49-F238E27FC236}">
                    <a16:creationId xmlns:a16="http://schemas.microsoft.com/office/drawing/2014/main" id="{C994AF37-3399-4D16-8982-F756A18DCDB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161229" y="5246905"/>
                <a:ext cx="820080" cy="56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48" name="Cerneală 247">
                <a:extLst>
                  <a:ext uri="{FF2B5EF4-FFF2-40B4-BE49-F238E27FC236}">
                    <a16:creationId xmlns:a16="http://schemas.microsoft.com/office/drawing/2014/main" id="{DB51F732-125B-4FE2-855B-34A61F48BDDA}"/>
                  </a:ext>
                </a:extLst>
              </p14:cNvPr>
              <p14:cNvContentPartPr/>
              <p14:nvPr/>
            </p14:nvContentPartPr>
            <p14:xfrm>
              <a:off x="7802109" y="5134945"/>
              <a:ext cx="72720" cy="361080"/>
            </p14:xfrm>
          </p:contentPart>
        </mc:Choice>
        <mc:Fallback xmlns="">
          <p:pic>
            <p:nvPicPr>
              <p:cNvPr id="248" name="Cerneală 247">
                <a:extLst>
                  <a:ext uri="{FF2B5EF4-FFF2-40B4-BE49-F238E27FC236}">
                    <a16:creationId xmlns:a16="http://schemas.microsoft.com/office/drawing/2014/main" id="{DB51F732-125B-4FE2-855B-34A61F48BDD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784109" y="5116945"/>
                <a:ext cx="108360" cy="39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49" name="Cerneală 248">
                <a:extLst>
                  <a:ext uri="{FF2B5EF4-FFF2-40B4-BE49-F238E27FC236}">
                    <a16:creationId xmlns:a16="http://schemas.microsoft.com/office/drawing/2014/main" id="{5A339705-54C4-474B-8284-F125B423DE72}"/>
                  </a:ext>
                </a:extLst>
              </p14:cNvPr>
              <p14:cNvContentPartPr/>
              <p14:nvPr/>
            </p14:nvContentPartPr>
            <p14:xfrm>
              <a:off x="8099469" y="5385145"/>
              <a:ext cx="27360" cy="3240"/>
            </p14:xfrm>
          </p:contentPart>
        </mc:Choice>
        <mc:Fallback xmlns="">
          <p:pic>
            <p:nvPicPr>
              <p:cNvPr id="249" name="Cerneală 248">
                <a:extLst>
                  <a:ext uri="{FF2B5EF4-FFF2-40B4-BE49-F238E27FC236}">
                    <a16:creationId xmlns:a16="http://schemas.microsoft.com/office/drawing/2014/main" id="{5A339705-54C4-474B-8284-F125B423DE72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081829" y="5367505"/>
                <a:ext cx="6300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50" name="Cerneală 249">
                <a:extLst>
                  <a:ext uri="{FF2B5EF4-FFF2-40B4-BE49-F238E27FC236}">
                    <a16:creationId xmlns:a16="http://schemas.microsoft.com/office/drawing/2014/main" id="{79377C67-84E2-4DE2-981C-D8FA02D84FC7}"/>
                  </a:ext>
                </a:extLst>
              </p14:cNvPr>
              <p14:cNvContentPartPr/>
              <p14:nvPr/>
            </p14:nvContentPartPr>
            <p14:xfrm>
              <a:off x="8412309" y="5378305"/>
              <a:ext cx="19440" cy="2520"/>
            </p14:xfrm>
          </p:contentPart>
        </mc:Choice>
        <mc:Fallback xmlns="">
          <p:pic>
            <p:nvPicPr>
              <p:cNvPr id="250" name="Cerneală 249">
                <a:extLst>
                  <a:ext uri="{FF2B5EF4-FFF2-40B4-BE49-F238E27FC236}">
                    <a16:creationId xmlns:a16="http://schemas.microsoft.com/office/drawing/2014/main" id="{79377C67-84E2-4DE2-981C-D8FA02D84FC7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394669" y="5360665"/>
                <a:ext cx="5508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51" name="Cerneală 250">
                <a:extLst>
                  <a:ext uri="{FF2B5EF4-FFF2-40B4-BE49-F238E27FC236}">
                    <a16:creationId xmlns:a16="http://schemas.microsoft.com/office/drawing/2014/main" id="{3BC7FF00-9485-4AEB-82E3-2BBA1E2C8299}"/>
                  </a:ext>
                </a:extLst>
              </p14:cNvPr>
              <p14:cNvContentPartPr/>
              <p14:nvPr/>
            </p14:nvContentPartPr>
            <p14:xfrm>
              <a:off x="8753949" y="5362105"/>
              <a:ext cx="64440" cy="9000"/>
            </p14:xfrm>
          </p:contentPart>
        </mc:Choice>
        <mc:Fallback xmlns="">
          <p:pic>
            <p:nvPicPr>
              <p:cNvPr id="251" name="Cerneală 250">
                <a:extLst>
                  <a:ext uri="{FF2B5EF4-FFF2-40B4-BE49-F238E27FC236}">
                    <a16:creationId xmlns:a16="http://schemas.microsoft.com/office/drawing/2014/main" id="{3BC7FF00-9485-4AEB-82E3-2BBA1E2C829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736309" y="5344105"/>
                <a:ext cx="10008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52" name="Cerneală 251">
                <a:extLst>
                  <a:ext uri="{FF2B5EF4-FFF2-40B4-BE49-F238E27FC236}">
                    <a16:creationId xmlns:a16="http://schemas.microsoft.com/office/drawing/2014/main" id="{D15951D5-E4C9-4D2E-BEB8-86C625601504}"/>
                  </a:ext>
                </a:extLst>
              </p14:cNvPr>
              <p14:cNvContentPartPr/>
              <p14:nvPr/>
            </p14:nvContentPartPr>
            <p14:xfrm>
              <a:off x="9192069" y="5362105"/>
              <a:ext cx="13680" cy="4320"/>
            </p14:xfrm>
          </p:contentPart>
        </mc:Choice>
        <mc:Fallback xmlns="">
          <p:pic>
            <p:nvPicPr>
              <p:cNvPr id="252" name="Cerneală 251">
                <a:extLst>
                  <a:ext uri="{FF2B5EF4-FFF2-40B4-BE49-F238E27FC236}">
                    <a16:creationId xmlns:a16="http://schemas.microsoft.com/office/drawing/2014/main" id="{D15951D5-E4C9-4D2E-BEB8-86C62560150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174069" y="5344105"/>
                <a:ext cx="4932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53" name="Cerneală 252">
                <a:extLst>
                  <a:ext uri="{FF2B5EF4-FFF2-40B4-BE49-F238E27FC236}">
                    <a16:creationId xmlns:a16="http://schemas.microsoft.com/office/drawing/2014/main" id="{480BB088-60BF-4777-8476-6416C73977D5}"/>
                  </a:ext>
                </a:extLst>
              </p14:cNvPr>
              <p14:cNvContentPartPr/>
              <p14:nvPr/>
            </p14:nvContentPartPr>
            <p14:xfrm>
              <a:off x="9518949" y="5101105"/>
              <a:ext cx="96840" cy="398520"/>
            </p14:xfrm>
          </p:contentPart>
        </mc:Choice>
        <mc:Fallback xmlns="">
          <p:pic>
            <p:nvPicPr>
              <p:cNvPr id="253" name="Cerneală 252">
                <a:extLst>
                  <a:ext uri="{FF2B5EF4-FFF2-40B4-BE49-F238E27FC236}">
                    <a16:creationId xmlns:a16="http://schemas.microsoft.com/office/drawing/2014/main" id="{480BB088-60BF-4777-8476-6416C73977D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501309" y="5083105"/>
                <a:ext cx="132480" cy="43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54" name="Cerneală 253">
                <a:extLst>
                  <a:ext uri="{FF2B5EF4-FFF2-40B4-BE49-F238E27FC236}">
                    <a16:creationId xmlns:a16="http://schemas.microsoft.com/office/drawing/2014/main" id="{C0490E63-39E0-4991-A9B8-674B09E418D9}"/>
                  </a:ext>
                </a:extLst>
              </p14:cNvPr>
              <p14:cNvContentPartPr/>
              <p14:nvPr/>
            </p14:nvContentPartPr>
            <p14:xfrm>
              <a:off x="7180389" y="5187145"/>
              <a:ext cx="486720" cy="697680"/>
            </p14:xfrm>
          </p:contentPart>
        </mc:Choice>
        <mc:Fallback xmlns="">
          <p:pic>
            <p:nvPicPr>
              <p:cNvPr id="254" name="Cerneală 253">
                <a:extLst>
                  <a:ext uri="{FF2B5EF4-FFF2-40B4-BE49-F238E27FC236}">
                    <a16:creationId xmlns:a16="http://schemas.microsoft.com/office/drawing/2014/main" id="{C0490E63-39E0-4991-A9B8-674B09E418D9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162402" y="5169145"/>
                <a:ext cx="522334" cy="73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55" name="Cerneală 254">
                <a:extLst>
                  <a:ext uri="{FF2B5EF4-FFF2-40B4-BE49-F238E27FC236}">
                    <a16:creationId xmlns:a16="http://schemas.microsoft.com/office/drawing/2014/main" id="{88BF0D68-760E-4537-BC84-C949721A32B1}"/>
                  </a:ext>
                </a:extLst>
              </p14:cNvPr>
              <p14:cNvContentPartPr/>
              <p14:nvPr/>
            </p14:nvContentPartPr>
            <p14:xfrm>
              <a:off x="6275349" y="5991745"/>
              <a:ext cx="234000" cy="433800"/>
            </p14:xfrm>
          </p:contentPart>
        </mc:Choice>
        <mc:Fallback xmlns="">
          <p:pic>
            <p:nvPicPr>
              <p:cNvPr id="255" name="Cerneală 254">
                <a:extLst>
                  <a:ext uri="{FF2B5EF4-FFF2-40B4-BE49-F238E27FC236}">
                    <a16:creationId xmlns:a16="http://schemas.microsoft.com/office/drawing/2014/main" id="{88BF0D68-760E-4537-BC84-C949721A32B1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257709" y="5973745"/>
                <a:ext cx="269640" cy="46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56" name="Cerneală 255">
                <a:extLst>
                  <a:ext uri="{FF2B5EF4-FFF2-40B4-BE49-F238E27FC236}">
                    <a16:creationId xmlns:a16="http://schemas.microsoft.com/office/drawing/2014/main" id="{28D225F7-29AC-49BE-9BE9-BF4A6EB65174}"/>
                  </a:ext>
                </a:extLst>
              </p14:cNvPr>
              <p14:cNvContentPartPr/>
              <p14:nvPr/>
            </p14:nvContentPartPr>
            <p14:xfrm>
              <a:off x="6674949" y="6198385"/>
              <a:ext cx="117360" cy="253080"/>
            </p14:xfrm>
          </p:contentPart>
        </mc:Choice>
        <mc:Fallback xmlns="">
          <p:pic>
            <p:nvPicPr>
              <p:cNvPr id="256" name="Cerneală 255">
                <a:extLst>
                  <a:ext uri="{FF2B5EF4-FFF2-40B4-BE49-F238E27FC236}">
                    <a16:creationId xmlns:a16="http://schemas.microsoft.com/office/drawing/2014/main" id="{28D225F7-29AC-49BE-9BE9-BF4A6EB65174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656949" y="6180385"/>
                <a:ext cx="153000" cy="28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63" name="Cerneală 262">
                <a:extLst>
                  <a:ext uri="{FF2B5EF4-FFF2-40B4-BE49-F238E27FC236}">
                    <a16:creationId xmlns:a16="http://schemas.microsoft.com/office/drawing/2014/main" id="{46F2E062-59A4-4FD8-B8EC-E820B97DB661}"/>
                  </a:ext>
                </a:extLst>
              </p14:cNvPr>
              <p14:cNvContentPartPr/>
              <p14:nvPr/>
            </p14:nvContentPartPr>
            <p14:xfrm>
              <a:off x="8691309" y="6266785"/>
              <a:ext cx="17640" cy="3960"/>
            </p14:xfrm>
          </p:contentPart>
        </mc:Choice>
        <mc:Fallback xmlns="">
          <p:pic>
            <p:nvPicPr>
              <p:cNvPr id="263" name="Cerneală 262">
                <a:extLst>
                  <a:ext uri="{FF2B5EF4-FFF2-40B4-BE49-F238E27FC236}">
                    <a16:creationId xmlns:a16="http://schemas.microsoft.com/office/drawing/2014/main" id="{46F2E062-59A4-4FD8-B8EC-E820B97DB661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673669" y="6249145"/>
                <a:ext cx="5328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67" name="Cerneală 266">
                <a:extLst>
                  <a:ext uri="{FF2B5EF4-FFF2-40B4-BE49-F238E27FC236}">
                    <a16:creationId xmlns:a16="http://schemas.microsoft.com/office/drawing/2014/main" id="{4F2CAF8A-9D0E-4DAA-8F62-095E708EB2CF}"/>
                  </a:ext>
                </a:extLst>
              </p14:cNvPr>
              <p14:cNvContentPartPr/>
              <p14:nvPr/>
            </p14:nvContentPartPr>
            <p14:xfrm>
              <a:off x="9239949" y="5899945"/>
              <a:ext cx="552960" cy="378000"/>
            </p14:xfrm>
          </p:contentPart>
        </mc:Choice>
        <mc:Fallback xmlns="">
          <p:pic>
            <p:nvPicPr>
              <p:cNvPr id="267" name="Cerneală 266">
                <a:extLst>
                  <a:ext uri="{FF2B5EF4-FFF2-40B4-BE49-F238E27FC236}">
                    <a16:creationId xmlns:a16="http://schemas.microsoft.com/office/drawing/2014/main" id="{4F2CAF8A-9D0E-4DAA-8F62-095E708EB2CF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9222309" y="5881945"/>
                <a:ext cx="588600" cy="41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68" name="Cerneală 267">
                <a:extLst>
                  <a:ext uri="{FF2B5EF4-FFF2-40B4-BE49-F238E27FC236}">
                    <a16:creationId xmlns:a16="http://schemas.microsoft.com/office/drawing/2014/main" id="{11D398E0-699D-4D90-8DC5-186BDEF7BA14}"/>
                  </a:ext>
                </a:extLst>
              </p14:cNvPr>
              <p14:cNvContentPartPr/>
              <p14:nvPr/>
            </p14:nvContentPartPr>
            <p14:xfrm>
              <a:off x="7401429" y="5976985"/>
              <a:ext cx="871560" cy="540720"/>
            </p14:xfrm>
          </p:contentPart>
        </mc:Choice>
        <mc:Fallback xmlns="">
          <p:pic>
            <p:nvPicPr>
              <p:cNvPr id="268" name="Cerneală 267">
                <a:extLst>
                  <a:ext uri="{FF2B5EF4-FFF2-40B4-BE49-F238E27FC236}">
                    <a16:creationId xmlns:a16="http://schemas.microsoft.com/office/drawing/2014/main" id="{11D398E0-699D-4D90-8DC5-186BDEF7BA14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383436" y="5959333"/>
                <a:ext cx="907185" cy="5763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69" name="Cerneală 268">
                <a:extLst>
                  <a:ext uri="{FF2B5EF4-FFF2-40B4-BE49-F238E27FC236}">
                    <a16:creationId xmlns:a16="http://schemas.microsoft.com/office/drawing/2014/main" id="{BF43EEC6-3095-4B86-9852-6276187794C6}"/>
                  </a:ext>
                </a:extLst>
              </p14:cNvPr>
              <p14:cNvContentPartPr/>
              <p14:nvPr/>
            </p14:nvContentPartPr>
            <p14:xfrm>
              <a:off x="6920109" y="6203425"/>
              <a:ext cx="311040" cy="110880"/>
            </p14:xfrm>
          </p:contentPart>
        </mc:Choice>
        <mc:Fallback xmlns="">
          <p:pic>
            <p:nvPicPr>
              <p:cNvPr id="269" name="Cerneală 268">
                <a:extLst>
                  <a:ext uri="{FF2B5EF4-FFF2-40B4-BE49-F238E27FC236}">
                    <a16:creationId xmlns:a16="http://schemas.microsoft.com/office/drawing/2014/main" id="{BF43EEC6-3095-4B86-9852-6276187794C6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902109" y="6185425"/>
                <a:ext cx="346680" cy="146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2371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Cerneală 1">
                <a:extLst>
                  <a:ext uri="{FF2B5EF4-FFF2-40B4-BE49-F238E27FC236}">
                    <a16:creationId xmlns:a16="http://schemas.microsoft.com/office/drawing/2014/main" id="{EA0C764A-423B-43CD-8A0F-60D2AD6E6716}"/>
                  </a:ext>
                </a:extLst>
              </p14:cNvPr>
              <p14:cNvContentPartPr/>
              <p14:nvPr/>
            </p14:nvContentPartPr>
            <p14:xfrm>
              <a:off x="335343" y="320074"/>
              <a:ext cx="4313160" cy="4956120"/>
            </p14:xfrm>
          </p:contentPart>
        </mc:Choice>
        <mc:Fallback xmlns="">
          <p:pic>
            <p:nvPicPr>
              <p:cNvPr id="2" name="Cerneală 1">
                <a:extLst>
                  <a:ext uri="{FF2B5EF4-FFF2-40B4-BE49-F238E27FC236}">
                    <a16:creationId xmlns:a16="http://schemas.microsoft.com/office/drawing/2014/main" id="{EA0C764A-423B-43CD-8A0F-60D2AD6E671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7343" y="302434"/>
                <a:ext cx="4348800" cy="499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7" name="Cerneală 116">
                <a:extLst>
                  <a:ext uri="{FF2B5EF4-FFF2-40B4-BE49-F238E27FC236}">
                    <a16:creationId xmlns:a16="http://schemas.microsoft.com/office/drawing/2014/main" id="{409E47EF-44EA-4F26-8C87-766F3E42A360}"/>
                  </a:ext>
                </a:extLst>
              </p14:cNvPr>
              <p14:cNvContentPartPr/>
              <p14:nvPr/>
            </p14:nvContentPartPr>
            <p14:xfrm>
              <a:off x="3684069" y="878305"/>
              <a:ext cx="438120" cy="377280"/>
            </p14:xfrm>
          </p:contentPart>
        </mc:Choice>
        <mc:Fallback xmlns="">
          <p:pic>
            <p:nvPicPr>
              <p:cNvPr id="117" name="Cerneală 116">
                <a:extLst>
                  <a:ext uri="{FF2B5EF4-FFF2-40B4-BE49-F238E27FC236}">
                    <a16:creationId xmlns:a16="http://schemas.microsoft.com/office/drawing/2014/main" id="{409E47EF-44EA-4F26-8C87-766F3E42A36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66429" y="842665"/>
                <a:ext cx="473760" cy="44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8" name="Cerneală 117">
                <a:extLst>
                  <a:ext uri="{FF2B5EF4-FFF2-40B4-BE49-F238E27FC236}">
                    <a16:creationId xmlns:a16="http://schemas.microsoft.com/office/drawing/2014/main" id="{737270A8-FA82-42F5-9803-F17047BDEFBE}"/>
                  </a:ext>
                </a:extLst>
              </p14:cNvPr>
              <p14:cNvContentPartPr/>
              <p14:nvPr/>
            </p14:nvContentPartPr>
            <p14:xfrm>
              <a:off x="748989" y="915745"/>
              <a:ext cx="478800" cy="371160"/>
            </p14:xfrm>
          </p:contentPart>
        </mc:Choice>
        <mc:Fallback xmlns="">
          <p:pic>
            <p:nvPicPr>
              <p:cNvPr id="118" name="Cerneală 117">
                <a:extLst>
                  <a:ext uri="{FF2B5EF4-FFF2-40B4-BE49-F238E27FC236}">
                    <a16:creationId xmlns:a16="http://schemas.microsoft.com/office/drawing/2014/main" id="{737270A8-FA82-42F5-9803-F17047BDEFB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30989" y="879745"/>
                <a:ext cx="514440" cy="44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9" name="Cerneală 118">
                <a:extLst>
                  <a:ext uri="{FF2B5EF4-FFF2-40B4-BE49-F238E27FC236}">
                    <a16:creationId xmlns:a16="http://schemas.microsoft.com/office/drawing/2014/main" id="{A714AE12-D4B4-4D68-B9D8-43C00BF13542}"/>
                  </a:ext>
                </a:extLst>
              </p14:cNvPr>
              <p14:cNvContentPartPr/>
              <p14:nvPr/>
            </p14:nvContentPartPr>
            <p14:xfrm>
              <a:off x="1287909" y="903505"/>
              <a:ext cx="762840" cy="430200"/>
            </p14:xfrm>
          </p:contentPart>
        </mc:Choice>
        <mc:Fallback xmlns="">
          <p:pic>
            <p:nvPicPr>
              <p:cNvPr id="119" name="Cerneală 118">
                <a:extLst>
                  <a:ext uri="{FF2B5EF4-FFF2-40B4-BE49-F238E27FC236}">
                    <a16:creationId xmlns:a16="http://schemas.microsoft.com/office/drawing/2014/main" id="{A714AE12-D4B4-4D68-B9D8-43C00BF1354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70269" y="867865"/>
                <a:ext cx="798480" cy="50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0" name="Cerneală 119">
                <a:extLst>
                  <a:ext uri="{FF2B5EF4-FFF2-40B4-BE49-F238E27FC236}">
                    <a16:creationId xmlns:a16="http://schemas.microsoft.com/office/drawing/2014/main" id="{44AD9657-A16C-42BA-BBB1-9AC18F6F8A5B}"/>
                  </a:ext>
                </a:extLst>
              </p14:cNvPr>
              <p14:cNvContentPartPr/>
              <p14:nvPr/>
            </p14:nvContentPartPr>
            <p14:xfrm>
              <a:off x="4071069" y="1140385"/>
              <a:ext cx="2288520" cy="1599840"/>
            </p14:xfrm>
          </p:contentPart>
        </mc:Choice>
        <mc:Fallback xmlns="">
          <p:pic>
            <p:nvPicPr>
              <p:cNvPr id="120" name="Cerneală 119">
                <a:extLst>
                  <a:ext uri="{FF2B5EF4-FFF2-40B4-BE49-F238E27FC236}">
                    <a16:creationId xmlns:a16="http://schemas.microsoft.com/office/drawing/2014/main" id="{44AD9657-A16C-42BA-BBB1-9AC18F6F8A5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053429" y="1104385"/>
                <a:ext cx="2324160" cy="167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1" name="Cerneală 120">
                <a:extLst>
                  <a:ext uri="{FF2B5EF4-FFF2-40B4-BE49-F238E27FC236}">
                    <a16:creationId xmlns:a16="http://schemas.microsoft.com/office/drawing/2014/main" id="{CF4E7D3E-3826-4893-896B-BB48C8B75F83}"/>
                  </a:ext>
                </a:extLst>
              </p14:cNvPr>
              <p14:cNvContentPartPr/>
              <p14:nvPr/>
            </p14:nvContentPartPr>
            <p14:xfrm>
              <a:off x="6263469" y="2574625"/>
              <a:ext cx="147600" cy="256680"/>
            </p14:xfrm>
          </p:contentPart>
        </mc:Choice>
        <mc:Fallback xmlns="">
          <p:pic>
            <p:nvPicPr>
              <p:cNvPr id="121" name="Cerneală 120">
                <a:extLst>
                  <a:ext uri="{FF2B5EF4-FFF2-40B4-BE49-F238E27FC236}">
                    <a16:creationId xmlns:a16="http://schemas.microsoft.com/office/drawing/2014/main" id="{CF4E7D3E-3826-4893-896B-BB48C8B75F8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245829" y="2538625"/>
                <a:ext cx="183240" cy="32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23" name="Cerneală 122">
                <a:extLst>
                  <a:ext uri="{FF2B5EF4-FFF2-40B4-BE49-F238E27FC236}">
                    <a16:creationId xmlns:a16="http://schemas.microsoft.com/office/drawing/2014/main" id="{D74DA7D6-0910-4A6D-BC0E-385EA2D90224}"/>
                  </a:ext>
                </a:extLst>
              </p14:cNvPr>
              <p14:cNvContentPartPr/>
              <p14:nvPr/>
            </p14:nvContentPartPr>
            <p14:xfrm>
              <a:off x="6554349" y="2527825"/>
              <a:ext cx="296280" cy="448560"/>
            </p14:xfrm>
          </p:contentPart>
        </mc:Choice>
        <mc:Fallback xmlns="">
          <p:pic>
            <p:nvPicPr>
              <p:cNvPr id="123" name="Cerneală 122">
                <a:extLst>
                  <a:ext uri="{FF2B5EF4-FFF2-40B4-BE49-F238E27FC236}">
                    <a16:creationId xmlns:a16="http://schemas.microsoft.com/office/drawing/2014/main" id="{D74DA7D6-0910-4A6D-BC0E-385EA2D9022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536709" y="2491825"/>
                <a:ext cx="331920" cy="52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24" name="Cerneală 123">
                <a:extLst>
                  <a:ext uri="{FF2B5EF4-FFF2-40B4-BE49-F238E27FC236}">
                    <a16:creationId xmlns:a16="http://schemas.microsoft.com/office/drawing/2014/main" id="{AED52997-A6D6-41C9-9215-00D0DC37970D}"/>
                  </a:ext>
                </a:extLst>
              </p14:cNvPr>
              <p14:cNvContentPartPr/>
              <p14:nvPr/>
            </p14:nvContentPartPr>
            <p14:xfrm>
              <a:off x="3708909" y="1258465"/>
              <a:ext cx="381960" cy="447120"/>
            </p14:xfrm>
          </p:contentPart>
        </mc:Choice>
        <mc:Fallback xmlns="">
          <p:pic>
            <p:nvPicPr>
              <p:cNvPr id="124" name="Cerneală 123">
                <a:extLst>
                  <a:ext uri="{FF2B5EF4-FFF2-40B4-BE49-F238E27FC236}">
                    <a16:creationId xmlns:a16="http://schemas.microsoft.com/office/drawing/2014/main" id="{AED52997-A6D6-41C9-9215-00D0DC37970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690909" y="1222465"/>
                <a:ext cx="417600" cy="51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25" name="Cerneală 124">
                <a:extLst>
                  <a:ext uri="{FF2B5EF4-FFF2-40B4-BE49-F238E27FC236}">
                    <a16:creationId xmlns:a16="http://schemas.microsoft.com/office/drawing/2014/main" id="{01CDCF58-7C5A-4B6A-806B-03044D337147}"/>
                  </a:ext>
                </a:extLst>
              </p14:cNvPr>
              <p14:cNvContentPartPr/>
              <p14:nvPr/>
            </p14:nvContentPartPr>
            <p14:xfrm>
              <a:off x="765909" y="1429105"/>
              <a:ext cx="463680" cy="343080"/>
            </p14:xfrm>
          </p:contentPart>
        </mc:Choice>
        <mc:Fallback xmlns="">
          <p:pic>
            <p:nvPicPr>
              <p:cNvPr id="125" name="Cerneală 124">
                <a:extLst>
                  <a:ext uri="{FF2B5EF4-FFF2-40B4-BE49-F238E27FC236}">
                    <a16:creationId xmlns:a16="http://schemas.microsoft.com/office/drawing/2014/main" id="{01CDCF58-7C5A-4B6A-806B-03044D33714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47909" y="1393105"/>
                <a:ext cx="499320" cy="41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26" name="Cerneală 125">
                <a:extLst>
                  <a:ext uri="{FF2B5EF4-FFF2-40B4-BE49-F238E27FC236}">
                    <a16:creationId xmlns:a16="http://schemas.microsoft.com/office/drawing/2014/main" id="{55FF36BD-DF5B-4F09-B5A1-0D95F7B81DE9}"/>
                  </a:ext>
                </a:extLst>
              </p14:cNvPr>
              <p14:cNvContentPartPr/>
              <p14:nvPr/>
            </p14:nvContentPartPr>
            <p14:xfrm>
              <a:off x="1357749" y="1404265"/>
              <a:ext cx="645480" cy="285840"/>
            </p14:xfrm>
          </p:contentPart>
        </mc:Choice>
        <mc:Fallback xmlns="">
          <p:pic>
            <p:nvPicPr>
              <p:cNvPr id="126" name="Cerneală 125">
                <a:extLst>
                  <a:ext uri="{FF2B5EF4-FFF2-40B4-BE49-F238E27FC236}">
                    <a16:creationId xmlns:a16="http://schemas.microsoft.com/office/drawing/2014/main" id="{55FF36BD-DF5B-4F09-B5A1-0D95F7B81DE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340109" y="1368625"/>
                <a:ext cx="681120" cy="35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34" name="Cerneală 133">
                <a:extLst>
                  <a:ext uri="{FF2B5EF4-FFF2-40B4-BE49-F238E27FC236}">
                    <a16:creationId xmlns:a16="http://schemas.microsoft.com/office/drawing/2014/main" id="{740DBEB4-1FED-45F0-AFF4-837EE5C8876F}"/>
                  </a:ext>
                </a:extLst>
              </p14:cNvPr>
              <p14:cNvContentPartPr/>
              <p14:nvPr/>
            </p14:nvContentPartPr>
            <p14:xfrm>
              <a:off x="7342029" y="2484625"/>
              <a:ext cx="298440" cy="438480"/>
            </p14:xfrm>
          </p:contentPart>
        </mc:Choice>
        <mc:Fallback xmlns="">
          <p:pic>
            <p:nvPicPr>
              <p:cNvPr id="134" name="Cerneală 133">
                <a:extLst>
                  <a:ext uri="{FF2B5EF4-FFF2-40B4-BE49-F238E27FC236}">
                    <a16:creationId xmlns:a16="http://schemas.microsoft.com/office/drawing/2014/main" id="{740DBEB4-1FED-45F0-AFF4-837EE5C8876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324029" y="2448985"/>
                <a:ext cx="334080" cy="51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5" name="Cerneală 134">
                <a:extLst>
                  <a:ext uri="{FF2B5EF4-FFF2-40B4-BE49-F238E27FC236}">
                    <a16:creationId xmlns:a16="http://schemas.microsoft.com/office/drawing/2014/main" id="{6E0DB713-D569-402A-B55C-DF8D8441CEC2}"/>
                  </a:ext>
                </a:extLst>
              </p14:cNvPr>
              <p14:cNvContentPartPr/>
              <p14:nvPr/>
            </p14:nvContentPartPr>
            <p14:xfrm>
              <a:off x="3718989" y="1731505"/>
              <a:ext cx="455040" cy="392400"/>
            </p14:xfrm>
          </p:contentPart>
        </mc:Choice>
        <mc:Fallback xmlns="">
          <p:pic>
            <p:nvPicPr>
              <p:cNvPr id="135" name="Cerneală 134">
                <a:extLst>
                  <a:ext uri="{FF2B5EF4-FFF2-40B4-BE49-F238E27FC236}">
                    <a16:creationId xmlns:a16="http://schemas.microsoft.com/office/drawing/2014/main" id="{6E0DB713-D569-402A-B55C-DF8D8441CEC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700989" y="1695865"/>
                <a:ext cx="490680" cy="46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3" name="Cerneală 142">
                <a:extLst>
                  <a:ext uri="{FF2B5EF4-FFF2-40B4-BE49-F238E27FC236}">
                    <a16:creationId xmlns:a16="http://schemas.microsoft.com/office/drawing/2014/main" id="{2E6D6410-4E18-4507-82E0-2EE518DCB3DB}"/>
                  </a:ext>
                </a:extLst>
              </p14:cNvPr>
              <p14:cNvContentPartPr/>
              <p14:nvPr/>
            </p14:nvContentPartPr>
            <p14:xfrm>
              <a:off x="8980389" y="2455105"/>
              <a:ext cx="280800" cy="487440"/>
            </p14:xfrm>
          </p:contentPart>
        </mc:Choice>
        <mc:Fallback xmlns="">
          <p:pic>
            <p:nvPicPr>
              <p:cNvPr id="143" name="Cerneală 142">
                <a:extLst>
                  <a:ext uri="{FF2B5EF4-FFF2-40B4-BE49-F238E27FC236}">
                    <a16:creationId xmlns:a16="http://schemas.microsoft.com/office/drawing/2014/main" id="{2E6D6410-4E18-4507-82E0-2EE518DCB3DB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962389" y="2419465"/>
                <a:ext cx="316440" cy="55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44" name="Cerneală 143">
                <a:extLst>
                  <a:ext uri="{FF2B5EF4-FFF2-40B4-BE49-F238E27FC236}">
                    <a16:creationId xmlns:a16="http://schemas.microsoft.com/office/drawing/2014/main" id="{96CC4983-2C02-4CE7-B6EA-6A32D2C3E14D}"/>
                  </a:ext>
                </a:extLst>
              </p14:cNvPr>
              <p14:cNvContentPartPr/>
              <p14:nvPr/>
            </p14:nvContentPartPr>
            <p14:xfrm>
              <a:off x="9167949" y="2441425"/>
              <a:ext cx="149760" cy="522000"/>
            </p14:xfrm>
          </p:contentPart>
        </mc:Choice>
        <mc:Fallback xmlns="">
          <p:pic>
            <p:nvPicPr>
              <p:cNvPr id="144" name="Cerneală 143">
                <a:extLst>
                  <a:ext uri="{FF2B5EF4-FFF2-40B4-BE49-F238E27FC236}">
                    <a16:creationId xmlns:a16="http://schemas.microsoft.com/office/drawing/2014/main" id="{96CC4983-2C02-4CE7-B6EA-6A32D2C3E14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150309" y="2405425"/>
                <a:ext cx="185400" cy="59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45" name="Cerneală 144">
                <a:extLst>
                  <a:ext uri="{FF2B5EF4-FFF2-40B4-BE49-F238E27FC236}">
                    <a16:creationId xmlns:a16="http://schemas.microsoft.com/office/drawing/2014/main" id="{23173AD4-E061-499C-BDF7-3E5F0F9490C9}"/>
                  </a:ext>
                </a:extLst>
              </p14:cNvPr>
              <p14:cNvContentPartPr/>
              <p14:nvPr/>
            </p14:nvContentPartPr>
            <p14:xfrm>
              <a:off x="9016749" y="2444665"/>
              <a:ext cx="209160" cy="235080"/>
            </p14:xfrm>
          </p:contentPart>
        </mc:Choice>
        <mc:Fallback xmlns="">
          <p:pic>
            <p:nvPicPr>
              <p:cNvPr id="145" name="Cerneală 144">
                <a:extLst>
                  <a:ext uri="{FF2B5EF4-FFF2-40B4-BE49-F238E27FC236}">
                    <a16:creationId xmlns:a16="http://schemas.microsoft.com/office/drawing/2014/main" id="{23173AD4-E061-499C-BDF7-3E5F0F9490C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998749" y="2408665"/>
                <a:ext cx="244800" cy="30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46" name="Cerneală 145">
                <a:extLst>
                  <a:ext uri="{FF2B5EF4-FFF2-40B4-BE49-F238E27FC236}">
                    <a16:creationId xmlns:a16="http://schemas.microsoft.com/office/drawing/2014/main" id="{6FC56843-2285-4267-9408-EEDED7D0B39E}"/>
                  </a:ext>
                </a:extLst>
              </p14:cNvPr>
              <p14:cNvContentPartPr/>
              <p14:nvPr/>
            </p14:nvContentPartPr>
            <p14:xfrm>
              <a:off x="761949" y="1872265"/>
              <a:ext cx="515160" cy="371520"/>
            </p14:xfrm>
          </p:contentPart>
        </mc:Choice>
        <mc:Fallback xmlns="">
          <p:pic>
            <p:nvPicPr>
              <p:cNvPr id="146" name="Cerneală 145">
                <a:extLst>
                  <a:ext uri="{FF2B5EF4-FFF2-40B4-BE49-F238E27FC236}">
                    <a16:creationId xmlns:a16="http://schemas.microsoft.com/office/drawing/2014/main" id="{6FC56843-2285-4267-9408-EEDED7D0B39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44309" y="1836625"/>
                <a:ext cx="550800" cy="44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47" name="Cerneală 146">
                <a:extLst>
                  <a:ext uri="{FF2B5EF4-FFF2-40B4-BE49-F238E27FC236}">
                    <a16:creationId xmlns:a16="http://schemas.microsoft.com/office/drawing/2014/main" id="{F3023A97-04E3-4B02-AEA8-0F58E7C96CBF}"/>
                  </a:ext>
                </a:extLst>
              </p14:cNvPr>
              <p14:cNvContentPartPr/>
              <p14:nvPr/>
            </p14:nvContentPartPr>
            <p14:xfrm>
              <a:off x="1337589" y="1869745"/>
              <a:ext cx="660600" cy="397800"/>
            </p14:xfrm>
          </p:contentPart>
        </mc:Choice>
        <mc:Fallback xmlns="">
          <p:pic>
            <p:nvPicPr>
              <p:cNvPr id="147" name="Cerneală 146">
                <a:extLst>
                  <a:ext uri="{FF2B5EF4-FFF2-40B4-BE49-F238E27FC236}">
                    <a16:creationId xmlns:a16="http://schemas.microsoft.com/office/drawing/2014/main" id="{F3023A97-04E3-4B02-AEA8-0F58E7C96CBF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319949" y="1834105"/>
                <a:ext cx="696240" cy="46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65" name="Cerneală 164">
                <a:extLst>
                  <a:ext uri="{FF2B5EF4-FFF2-40B4-BE49-F238E27FC236}">
                    <a16:creationId xmlns:a16="http://schemas.microsoft.com/office/drawing/2014/main" id="{3CE5D340-21EB-41D8-85D5-B28D91F0ECA4}"/>
                  </a:ext>
                </a:extLst>
              </p14:cNvPr>
              <p14:cNvContentPartPr/>
              <p14:nvPr/>
            </p14:nvContentPartPr>
            <p14:xfrm>
              <a:off x="5470389" y="2429905"/>
              <a:ext cx="1522440" cy="1566000"/>
            </p14:xfrm>
          </p:contentPart>
        </mc:Choice>
        <mc:Fallback xmlns="">
          <p:pic>
            <p:nvPicPr>
              <p:cNvPr id="165" name="Cerneală 164">
                <a:extLst>
                  <a:ext uri="{FF2B5EF4-FFF2-40B4-BE49-F238E27FC236}">
                    <a16:creationId xmlns:a16="http://schemas.microsoft.com/office/drawing/2014/main" id="{3CE5D340-21EB-41D8-85D5-B28D91F0ECA4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452749" y="2393905"/>
                <a:ext cx="1558080" cy="163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72" name="Cerneală 171">
                <a:extLst>
                  <a:ext uri="{FF2B5EF4-FFF2-40B4-BE49-F238E27FC236}">
                    <a16:creationId xmlns:a16="http://schemas.microsoft.com/office/drawing/2014/main" id="{2845A075-B241-4FF7-86DA-8A47C24ADEF9}"/>
                  </a:ext>
                </a:extLst>
              </p14:cNvPr>
              <p14:cNvContentPartPr/>
              <p14:nvPr/>
            </p14:nvContentPartPr>
            <p14:xfrm>
              <a:off x="8764029" y="2288425"/>
              <a:ext cx="1491840" cy="1706400"/>
            </p14:xfrm>
          </p:contentPart>
        </mc:Choice>
        <mc:Fallback xmlns="">
          <p:pic>
            <p:nvPicPr>
              <p:cNvPr id="172" name="Cerneală 171">
                <a:extLst>
                  <a:ext uri="{FF2B5EF4-FFF2-40B4-BE49-F238E27FC236}">
                    <a16:creationId xmlns:a16="http://schemas.microsoft.com/office/drawing/2014/main" id="{2845A075-B241-4FF7-86DA-8A47C24ADEF9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746029" y="2252425"/>
                <a:ext cx="1527480" cy="177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73" name="Cerneală 172">
                <a:extLst>
                  <a:ext uri="{FF2B5EF4-FFF2-40B4-BE49-F238E27FC236}">
                    <a16:creationId xmlns:a16="http://schemas.microsoft.com/office/drawing/2014/main" id="{53253C05-BC56-4FA0-B942-CD897F6712DC}"/>
                  </a:ext>
                </a:extLst>
              </p14:cNvPr>
              <p14:cNvContentPartPr/>
              <p14:nvPr/>
            </p14:nvContentPartPr>
            <p14:xfrm>
              <a:off x="10633869" y="3132985"/>
              <a:ext cx="601560" cy="594720"/>
            </p14:xfrm>
          </p:contentPart>
        </mc:Choice>
        <mc:Fallback xmlns="">
          <p:pic>
            <p:nvPicPr>
              <p:cNvPr id="173" name="Cerneală 172">
                <a:extLst>
                  <a:ext uri="{FF2B5EF4-FFF2-40B4-BE49-F238E27FC236}">
                    <a16:creationId xmlns:a16="http://schemas.microsoft.com/office/drawing/2014/main" id="{53253C05-BC56-4FA0-B942-CD897F6712DC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0615869" y="3096985"/>
                <a:ext cx="637200" cy="66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38" name="Cerneală 237">
                <a:extLst>
                  <a:ext uri="{FF2B5EF4-FFF2-40B4-BE49-F238E27FC236}">
                    <a16:creationId xmlns:a16="http://schemas.microsoft.com/office/drawing/2014/main" id="{5448A271-F380-4015-8540-66DC740ED4A8}"/>
                  </a:ext>
                </a:extLst>
              </p14:cNvPr>
              <p14:cNvContentPartPr/>
              <p14:nvPr/>
            </p14:nvContentPartPr>
            <p14:xfrm>
              <a:off x="6564429" y="5986705"/>
              <a:ext cx="1415160" cy="259200"/>
            </p14:xfrm>
          </p:contentPart>
        </mc:Choice>
        <mc:Fallback xmlns="">
          <p:pic>
            <p:nvPicPr>
              <p:cNvPr id="238" name="Cerneală 237">
                <a:extLst>
                  <a:ext uri="{FF2B5EF4-FFF2-40B4-BE49-F238E27FC236}">
                    <a16:creationId xmlns:a16="http://schemas.microsoft.com/office/drawing/2014/main" id="{5448A271-F380-4015-8540-66DC740ED4A8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546434" y="5968705"/>
                <a:ext cx="1450791" cy="29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40" name="Cerneală 239">
                <a:extLst>
                  <a:ext uri="{FF2B5EF4-FFF2-40B4-BE49-F238E27FC236}">
                    <a16:creationId xmlns:a16="http://schemas.microsoft.com/office/drawing/2014/main" id="{DE3DEE7C-FD21-4496-988F-9EFEDE6B3825}"/>
                  </a:ext>
                </a:extLst>
              </p14:cNvPr>
              <p14:cNvContentPartPr/>
              <p14:nvPr/>
            </p14:nvContentPartPr>
            <p14:xfrm>
              <a:off x="2256669" y="118705"/>
              <a:ext cx="9317520" cy="5719320"/>
            </p14:xfrm>
          </p:contentPart>
        </mc:Choice>
        <mc:Fallback xmlns="">
          <p:pic>
            <p:nvPicPr>
              <p:cNvPr id="240" name="Cerneală 239">
                <a:extLst>
                  <a:ext uri="{FF2B5EF4-FFF2-40B4-BE49-F238E27FC236}">
                    <a16:creationId xmlns:a16="http://schemas.microsoft.com/office/drawing/2014/main" id="{DE3DEE7C-FD21-4496-988F-9EFEDE6B3825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238668" y="100705"/>
                <a:ext cx="9353161" cy="575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61" name="Cerneală 260">
                <a:extLst>
                  <a:ext uri="{FF2B5EF4-FFF2-40B4-BE49-F238E27FC236}">
                    <a16:creationId xmlns:a16="http://schemas.microsoft.com/office/drawing/2014/main" id="{367D097D-0C2E-40A6-A8D0-F4A4D81605D2}"/>
                  </a:ext>
                </a:extLst>
              </p14:cNvPr>
              <p14:cNvContentPartPr/>
              <p14:nvPr/>
            </p14:nvContentPartPr>
            <p14:xfrm>
              <a:off x="7651629" y="6324385"/>
              <a:ext cx="255600" cy="201600"/>
            </p14:xfrm>
          </p:contentPart>
        </mc:Choice>
        <mc:Fallback xmlns="">
          <p:pic>
            <p:nvPicPr>
              <p:cNvPr id="261" name="Cerneală 260">
                <a:extLst>
                  <a:ext uri="{FF2B5EF4-FFF2-40B4-BE49-F238E27FC236}">
                    <a16:creationId xmlns:a16="http://schemas.microsoft.com/office/drawing/2014/main" id="{367D097D-0C2E-40A6-A8D0-F4A4D81605D2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633989" y="6306385"/>
                <a:ext cx="291240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62" name="Cerneală 261">
                <a:extLst>
                  <a:ext uri="{FF2B5EF4-FFF2-40B4-BE49-F238E27FC236}">
                    <a16:creationId xmlns:a16="http://schemas.microsoft.com/office/drawing/2014/main" id="{17814113-360D-4205-886F-4003DEE6C701}"/>
                  </a:ext>
                </a:extLst>
              </p14:cNvPr>
              <p14:cNvContentPartPr/>
              <p14:nvPr/>
            </p14:nvContentPartPr>
            <p14:xfrm>
              <a:off x="6934509" y="6434185"/>
              <a:ext cx="519120" cy="176040"/>
            </p14:xfrm>
          </p:contentPart>
        </mc:Choice>
        <mc:Fallback xmlns="">
          <p:pic>
            <p:nvPicPr>
              <p:cNvPr id="262" name="Cerneală 261">
                <a:extLst>
                  <a:ext uri="{FF2B5EF4-FFF2-40B4-BE49-F238E27FC236}">
                    <a16:creationId xmlns:a16="http://schemas.microsoft.com/office/drawing/2014/main" id="{17814113-360D-4205-886F-4003DEE6C701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916869" y="6416545"/>
                <a:ext cx="554760" cy="21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63" name="Cerneală 262">
                <a:extLst>
                  <a:ext uri="{FF2B5EF4-FFF2-40B4-BE49-F238E27FC236}">
                    <a16:creationId xmlns:a16="http://schemas.microsoft.com/office/drawing/2014/main" id="{40C65B1D-4605-49A9-B167-7567E4D33AD1}"/>
                  </a:ext>
                </a:extLst>
              </p14:cNvPr>
              <p14:cNvContentPartPr/>
              <p14:nvPr/>
            </p14:nvContentPartPr>
            <p14:xfrm>
              <a:off x="6559389" y="6395665"/>
              <a:ext cx="241920" cy="270000"/>
            </p14:xfrm>
          </p:contentPart>
        </mc:Choice>
        <mc:Fallback xmlns="">
          <p:pic>
            <p:nvPicPr>
              <p:cNvPr id="263" name="Cerneală 262">
                <a:extLst>
                  <a:ext uri="{FF2B5EF4-FFF2-40B4-BE49-F238E27FC236}">
                    <a16:creationId xmlns:a16="http://schemas.microsoft.com/office/drawing/2014/main" id="{40C65B1D-4605-49A9-B167-7567E4D33AD1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6541389" y="6378001"/>
                <a:ext cx="277560" cy="3056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81" name="Cerneală 280">
                <a:extLst>
                  <a:ext uri="{FF2B5EF4-FFF2-40B4-BE49-F238E27FC236}">
                    <a16:creationId xmlns:a16="http://schemas.microsoft.com/office/drawing/2014/main" id="{3D07D312-3E21-4CC3-9D45-9E53AF607DFB}"/>
                  </a:ext>
                </a:extLst>
              </p14:cNvPr>
              <p14:cNvContentPartPr/>
              <p14:nvPr/>
            </p14:nvContentPartPr>
            <p14:xfrm>
              <a:off x="10989549" y="6005425"/>
              <a:ext cx="289800" cy="34560"/>
            </p14:xfrm>
          </p:contentPart>
        </mc:Choice>
        <mc:Fallback xmlns="">
          <p:pic>
            <p:nvPicPr>
              <p:cNvPr id="281" name="Cerneală 280">
                <a:extLst>
                  <a:ext uri="{FF2B5EF4-FFF2-40B4-BE49-F238E27FC236}">
                    <a16:creationId xmlns:a16="http://schemas.microsoft.com/office/drawing/2014/main" id="{3D07D312-3E21-4CC3-9D45-9E53AF607DFB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0971549" y="5987425"/>
                <a:ext cx="32544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96" name="Cerneală 295">
                <a:extLst>
                  <a:ext uri="{FF2B5EF4-FFF2-40B4-BE49-F238E27FC236}">
                    <a16:creationId xmlns:a16="http://schemas.microsoft.com/office/drawing/2014/main" id="{5A0D5F5E-9452-440C-AC7F-BD65D3DEF814}"/>
                  </a:ext>
                </a:extLst>
              </p14:cNvPr>
              <p14:cNvContentPartPr/>
              <p14:nvPr/>
            </p14:nvContentPartPr>
            <p14:xfrm>
              <a:off x="8267949" y="6087505"/>
              <a:ext cx="3082320" cy="651960"/>
            </p14:xfrm>
          </p:contentPart>
        </mc:Choice>
        <mc:Fallback xmlns="">
          <p:pic>
            <p:nvPicPr>
              <p:cNvPr id="296" name="Cerneală 295">
                <a:extLst>
                  <a:ext uri="{FF2B5EF4-FFF2-40B4-BE49-F238E27FC236}">
                    <a16:creationId xmlns:a16="http://schemas.microsoft.com/office/drawing/2014/main" id="{5A0D5F5E-9452-440C-AC7F-BD65D3DEF814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250307" y="6069855"/>
                <a:ext cx="3117964" cy="6876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97" name="Cerneală 296">
                <a:extLst>
                  <a:ext uri="{FF2B5EF4-FFF2-40B4-BE49-F238E27FC236}">
                    <a16:creationId xmlns:a16="http://schemas.microsoft.com/office/drawing/2014/main" id="{BDCEDC9E-40BA-4191-8265-B6EDAC166B54}"/>
                  </a:ext>
                </a:extLst>
              </p14:cNvPr>
              <p14:cNvContentPartPr/>
              <p14:nvPr/>
            </p14:nvContentPartPr>
            <p14:xfrm>
              <a:off x="11251629" y="3282025"/>
              <a:ext cx="137160" cy="28080"/>
            </p14:xfrm>
          </p:contentPart>
        </mc:Choice>
        <mc:Fallback xmlns="">
          <p:pic>
            <p:nvPicPr>
              <p:cNvPr id="297" name="Cerneală 296">
                <a:extLst>
                  <a:ext uri="{FF2B5EF4-FFF2-40B4-BE49-F238E27FC236}">
                    <a16:creationId xmlns:a16="http://schemas.microsoft.com/office/drawing/2014/main" id="{BDCEDC9E-40BA-4191-8265-B6EDAC166B54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1233989" y="3246385"/>
                <a:ext cx="172800" cy="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298" name="Cerneală 297">
                <a:extLst>
                  <a:ext uri="{FF2B5EF4-FFF2-40B4-BE49-F238E27FC236}">
                    <a16:creationId xmlns:a16="http://schemas.microsoft.com/office/drawing/2014/main" id="{1CD5550D-D288-4ACA-A45E-B30D2EC616E2}"/>
                  </a:ext>
                </a:extLst>
              </p14:cNvPr>
              <p14:cNvContentPartPr/>
              <p14:nvPr/>
            </p14:nvContentPartPr>
            <p14:xfrm>
              <a:off x="11271069" y="3373465"/>
              <a:ext cx="158760" cy="18000"/>
            </p14:xfrm>
          </p:contentPart>
        </mc:Choice>
        <mc:Fallback xmlns="">
          <p:pic>
            <p:nvPicPr>
              <p:cNvPr id="298" name="Cerneală 297">
                <a:extLst>
                  <a:ext uri="{FF2B5EF4-FFF2-40B4-BE49-F238E27FC236}">
                    <a16:creationId xmlns:a16="http://schemas.microsoft.com/office/drawing/2014/main" id="{1CD5550D-D288-4ACA-A45E-B30D2EC616E2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1253069" y="3337465"/>
                <a:ext cx="194400" cy="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299" name="Cerneală 298">
                <a:extLst>
                  <a:ext uri="{FF2B5EF4-FFF2-40B4-BE49-F238E27FC236}">
                    <a16:creationId xmlns:a16="http://schemas.microsoft.com/office/drawing/2014/main" id="{75013B84-B3E4-4EAD-ABCE-9C32D7C6D2C4}"/>
                  </a:ext>
                </a:extLst>
              </p14:cNvPr>
              <p14:cNvContentPartPr/>
              <p14:nvPr/>
            </p14:nvContentPartPr>
            <p14:xfrm>
              <a:off x="11511549" y="3204985"/>
              <a:ext cx="214200" cy="253080"/>
            </p14:xfrm>
          </p:contentPart>
        </mc:Choice>
        <mc:Fallback xmlns="">
          <p:pic>
            <p:nvPicPr>
              <p:cNvPr id="299" name="Cerneală 298">
                <a:extLst>
                  <a:ext uri="{FF2B5EF4-FFF2-40B4-BE49-F238E27FC236}">
                    <a16:creationId xmlns:a16="http://schemas.microsoft.com/office/drawing/2014/main" id="{75013B84-B3E4-4EAD-ABCE-9C32D7C6D2C4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1493549" y="3168985"/>
                <a:ext cx="249840" cy="32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00" name="Cerneală 299">
                <a:extLst>
                  <a:ext uri="{FF2B5EF4-FFF2-40B4-BE49-F238E27FC236}">
                    <a16:creationId xmlns:a16="http://schemas.microsoft.com/office/drawing/2014/main" id="{C840C9FD-6304-48DF-8B99-640D6D7D6FBC}"/>
                  </a:ext>
                </a:extLst>
              </p14:cNvPr>
              <p14:cNvContentPartPr/>
              <p14:nvPr/>
            </p14:nvContentPartPr>
            <p14:xfrm>
              <a:off x="11575989" y="3209665"/>
              <a:ext cx="147600" cy="211320"/>
            </p14:xfrm>
          </p:contentPart>
        </mc:Choice>
        <mc:Fallback xmlns="">
          <p:pic>
            <p:nvPicPr>
              <p:cNvPr id="300" name="Cerneală 299">
                <a:extLst>
                  <a:ext uri="{FF2B5EF4-FFF2-40B4-BE49-F238E27FC236}">
                    <a16:creationId xmlns:a16="http://schemas.microsoft.com/office/drawing/2014/main" id="{C840C9FD-6304-48DF-8B99-640D6D7D6FBC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1558349" y="3173665"/>
                <a:ext cx="183240" cy="28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01" name="Cerneală 300">
                <a:extLst>
                  <a:ext uri="{FF2B5EF4-FFF2-40B4-BE49-F238E27FC236}">
                    <a16:creationId xmlns:a16="http://schemas.microsoft.com/office/drawing/2014/main" id="{63B8A1E2-C021-497E-BE1D-B6743D171A59}"/>
                  </a:ext>
                </a:extLst>
              </p14:cNvPr>
              <p14:cNvContentPartPr/>
              <p14:nvPr/>
            </p14:nvContentPartPr>
            <p14:xfrm>
              <a:off x="11768949" y="3427825"/>
              <a:ext cx="147600" cy="105480"/>
            </p14:xfrm>
          </p:contentPart>
        </mc:Choice>
        <mc:Fallback xmlns="">
          <p:pic>
            <p:nvPicPr>
              <p:cNvPr id="301" name="Cerneală 300">
                <a:extLst>
                  <a:ext uri="{FF2B5EF4-FFF2-40B4-BE49-F238E27FC236}">
                    <a16:creationId xmlns:a16="http://schemas.microsoft.com/office/drawing/2014/main" id="{63B8A1E2-C021-497E-BE1D-B6743D171A59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1751309" y="3391825"/>
                <a:ext cx="183240" cy="17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02" name="Cerneală 301">
                <a:extLst>
                  <a:ext uri="{FF2B5EF4-FFF2-40B4-BE49-F238E27FC236}">
                    <a16:creationId xmlns:a16="http://schemas.microsoft.com/office/drawing/2014/main" id="{E1DC05A9-5C0E-4582-92A5-91194669155D}"/>
                  </a:ext>
                </a:extLst>
              </p14:cNvPr>
              <p14:cNvContentPartPr/>
              <p14:nvPr/>
            </p14:nvContentPartPr>
            <p14:xfrm>
              <a:off x="11583909" y="3050905"/>
              <a:ext cx="273960" cy="13680"/>
            </p14:xfrm>
          </p:contentPart>
        </mc:Choice>
        <mc:Fallback xmlns="">
          <p:pic>
            <p:nvPicPr>
              <p:cNvPr id="302" name="Cerneală 301">
                <a:extLst>
                  <a:ext uri="{FF2B5EF4-FFF2-40B4-BE49-F238E27FC236}">
                    <a16:creationId xmlns:a16="http://schemas.microsoft.com/office/drawing/2014/main" id="{E1DC05A9-5C0E-4582-92A5-91194669155D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1566269" y="3015265"/>
                <a:ext cx="309600" cy="8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03" name="Cerneală 302">
                <a:extLst>
                  <a:ext uri="{FF2B5EF4-FFF2-40B4-BE49-F238E27FC236}">
                    <a16:creationId xmlns:a16="http://schemas.microsoft.com/office/drawing/2014/main" id="{AC591905-386E-485D-8F8B-EF49601BFC75}"/>
                  </a:ext>
                </a:extLst>
              </p14:cNvPr>
              <p14:cNvContentPartPr/>
              <p14:nvPr/>
            </p14:nvContentPartPr>
            <p14:xfrm>
              <a:off x="10433349" y="2958025"/>
              <a:ext cx="1549440" cy="965520"/>
            </p14:xfrm>
          </p:contentPart>
        </mc:Choice>
        <mc:Fallback xmlns="">
          <p:pic>
            <p:nvPicPr>
              <p:cNvPr id="303" name="Cerneală 302">
                <a:extLst>
                  <a:ext uri="{FF2B5EF4-FFF2-40B4-BE49-F238E27FC236}">
                    <a16:creationId xmlns:a16="http://schemas.microsoft.com/office/drawing/2014/main" id="{AC591905-386E-485D-8F8B-EF49601BFC75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0415709" y="2922025"/>
                <a:ext cx="1585080" cy="103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04" name="Cerneală 303">
                <a:extLst>
                  <a:ext uri="{FF2B5EF4-FFF2-40B4-BE49-F238E27FC236}">
                    <a16:creationId xmlns:a16="http://schemas.microsoft.com/office/drawing/2014/main" id="{45C82D5E-7A27-40D5-AE24-B3B1626EF12F}"/>
                  </a:ext>
                </a:extLst>
              </p14:cNvPr>
              <p14:cNvContentPartPr/>
              <p14:nvPr/>
            </p14:nvContentPartPr>
            <p14:xfrm>
              <a:off x="10553229" y="2831665"/>
              <a:ext cx="1492920" cy="1027440"/>
            </p14:xfrm>
          </p:contentPart>
        </mc:Choice>
        <mc:Fallback xmlns="">
          <p:pic>
            <p:nvPicPr>
              <p:cNvPr id="304" name="Cerneală 303">
                <a:extLst>
                  <a:ext uri="{FF2B5EF4-FFF2-40B4-BE49-F238E27FC236}">
                    <a16:creationId xmlns:a16="http://schemas.microsoft.com/office/drawing/2014/main" id="{45C82D5E-7A27-40D5-AE24-B3B1626EF12F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0535229" y="2796025"/>
                <a:ext cx="1528560" cy="109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45209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Cerneală 1">
                <a:extLst>
                  <a:ext uri="{FF2B5EF4-FFF2-40B4-BE49-F238E27FC236}">
                    <a16:creationId xmlns:a16="http://schemas.microsoft.com/office/drawing/2014/main" id="{EA0C764A-423B-43CD-8A0F-60D2AD6E6716}"/>
                  </a:ext>
                </a:extLst>
              </p14:cNvPr>
              <p14:cNvContentPartPr/>
              <p14:nvPr/>
            </p14:nvContentPartPr>
            <p14:xfrm>
              <a:off x="335343" y="320074"/>
              <a:ext cx="4313160" cy="4956120"/>
            </p14:xfrm>
          </p:contentPart>
        </mc:Choice>
        <mc:Fallback xmlns="">
          <p:pic>
            <p:nvPicPr>
              <p:cNvPr id="2" name="Cerneală 1">
                <a:extLst>
                  <a:ext uri="{FF2B5EF4-FFF2-40B4-BE49-F238E27FC236}">
                    <a16:creationId xmlns:a16="http://schemas.microsoft.com/office/drawing/2014/main" id="{EA0C764A-423B-43CD-8A0F-60D2AD6E671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7343" y="302434"/>
                <a:ext cx="4348800" cy="499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CEE3889A-C677-46CE-A41E-BA6B2A6625D7}"/>
                  </a:ext>
                </a:extLst>
              </p14:cNvPr>
              <p14:cNvContentPartPr/>
              <p14:nvPr/>
            </p14:nvContentPartPr>
            <p14:xfrm>
              <a:off x="1318509" y="5938465"/>
              <a:ext cx="360" cy="360"/>
            </p14:xfrm>
          </p:contentPart>
        </mc:Choice>
        <mc:Fallback xmlns=""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CEE3889A-C677-46CE-A41E-BA6B2A6625D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00509" y="590282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7AF02444-729F-4D6E-99DA-5B27AAC8BEC8}"/>
                  </a:ext>
                </a:extLst>
              </p14:cNvPr>
              <p14:cNvContentPartPr/>
              <p14:nvPr/>
            </p14:nvContentPartPr>
            <p14:xfrm>
              <a:off x="3150189" y="306625"/>
              <a:ext cx="740160" cy="472824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7AF02444-729F-4D6E-99DA-5B27AAC8BEC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132189" y="270985"/>
                <a:ext cx="775800" cy="47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2E094B20-152C-4835-9A04-95ABD8A05951}"/>
                  </a:ext>
                </a:extLst>
              </p14:cNvPr>
              <p14:cNvContentPartPr/>
              <p14:nvPr/>
            </p14:nvContentPartPr>
            <p14:xfrm>
              <a:off x="2333709" y="631345"/>
              <a:ext cx="797040" cy="37440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2E094B20-152C-4835-9A04-95ABD8A0595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316069" y="595705"/>
                <a:ext cx="832680" cy="44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C9DA14C3-4D15-490A-A3ED-623B7AD11CBB}"/>
                  </a:ext>
                </a:extLst>
              </p14:cNvPr>
              <p14:cNvContentPartPr/>
              <p14:nvPr/>
            </p14:nvContentPartPr>
            <p14:xfrm>
              <a:off x="2425149" y="1348105"/>
              <a:ext cx="849240" cy="52416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C9DA14C3-4D15-490A-A3ED-623B7AD11CB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407149" y="1312465"/>
                <a:ext cx="884880" cy="59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2CBD884F-E4AA-41B8-A146-928AC3432D41}"/>
                  </a:ext>
                </a:extLst>
              </p14:cNvPr>
              <p14:cNvContentPartPr/>
              <p14:nvPr/>
            </p14:nvContentPartPr>
            <p14:xfrm>
              <a:off x="2487789" y="2244505"/>
              <a:ext cx="776880" cy="47952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2CBD884F-E4AA-41B8-A146-928AC3432D4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469789" y="2208505"/>
                <a:ext cx="812520" cy="55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2AE9233B-1376-408A-BA1C-3DC5F03CE839}"/>
                  </a:ext>
                </a:extLst>
              </p14:cNvPr>
              <p14:cNvContentPartPr/>
              <p14:nvPr/>
            </p14:nvContentPartPr>
            <p14:xfrm>
              <a:off x="2593629" y="3375625"/>
              <a:ext cx="680760" cy="43596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2AE9233B-1376-408A-BA1C-3DC5F03CE83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575629" y="3339985"/>
                <a:ext cx="716400" cy="50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07F7F6C9-77E1-4778-8285-9834DFF38465}"/>
                  </a:ext>
                </a:extLst>
              </p14:cNvPr>
              <p14:cNvContentPartPr/>
              <p14:nvPr/>
            </p14:nvContentPartPr>
            <p14:xfrm>
              <a:off x="2598669" y="4257265"/>
              <a:ext cx="659520" cy="43056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07F7F6C9-77E1-4778-8285-9834DFF3846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580669" y="4221265"/>
                <a:ext cx="695160" cy="50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1C774C23-613E-4DB7-BA81-7746637BEA26}"/>
                  </a:ext>
                </a:extLst>
              </p14:cNvPr>
              <p14:cNvContentPartPr/>
              <p14:nvPr/>
            </p14:nvContentPartPr>
            <p14:xfrm>
              <a:off x="2887029" y="4767025"/>
              <a:ext cx="279000" cy="10332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1C774C23-613E-4DB7-BA81-7746637BEA2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869389" y="4731025"/>
                <a:ext cx="314640" cy="17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CF2323CD-83CC-478F-955D-BBB9CB1E2044}"/>
                  </a:ext>
                </a:extLst>
              </p14:cNvPr>
              <p14:cNvContentPartPr/>
              <p14:nvPr/>
            </p14:nvContentPartPr>
            <p14:xfrm>
              <a:off x="4061349" y="4336105"/>
              <a:ext cx="424080" cy="24120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CF2323CD-83CC-478F-955D-BBB9CB1E204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043709" y="4300105"/>
                <a:ext cx="459720" cy="31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35713492-6BC6-4D23-95C9-FE2A753745E3}"/>
                  </a:ext>
                </a:extLst>
              </p14:cNvPr>
              <p14:cNvContentPartPr/>
              <p14:nvPr/>
            </p14:nvContentPartPr>
            <p14:xfrm>
              <a:off x="3892869" y="3506305"/>
              <a:ext cx="437400" cy="42372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35713492-6BC6-4D23-95C9-FE2A753745E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875229" y="3470665"/>
                <a:ext cx="473040" cy="49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38782F91-B06A-42E4-8581-D7022D0F0209}"/>
                  </a:ext>
                </a:extLst>
              </p14:cNvPr>
              <p14:cNvContentPartPr/>
              <p14:nvPr/>
            </p14:nvContentPartPr>
            <p14:xfrm>
              <a:off x="3854709" y="2559865"/>
              <a:ext cx="399960" cy="37404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38782F91-B06A-42E4-8581-D7022D0F020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837069" y="2524225"/>
                <a:ext cx="435600" cy="44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2C1E79C3-1F74-401E-89DA-DFAFAB1FA063}"/>
                  </a:ext>
                </a:extLst>
              </p14:cNvPr>
              <p14:cNvContentPartPr/>
              <p14:nvPr/>
            </p14:nvContentPartPr>
            <p14:xfrm>
              <a:off x="3922029" y="1669585"/>
              <a:ext cx="498240" cy="45288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2C1E79C3-1F74-401E-89DA-DFAFAB1FA06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904389" y="1633945"/>
                <a:ext cx="533880" cy="52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81ADD146-D95F-4F47-B838-B87C6705863B}"/>
                  </a:ext>
                </a:extLst>
              </p14:cNvPr>
              <p14:cNvContentPartPr/>
              <p14:nvPr/>
            </p14:nvContentPartPr>
            <p14:xfrm>
              <a:off x="3941469" y="1010425"/>
              <a:ext cx="344880" cy="38052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81ADD146-D95F-4F47-B838-B87C6705863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923469" y="974785"/>
                <a:ext cx="380520" cy="45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DB2B34BF-178A-4F8C-99DD-22686AC4C57B}"/>
                  </a:ext>
                </a:extLst>
              </p14:cNvPr>
              <p14:cNvContentPartPr/>
              <p14:nvPr/>
            </p14:nvContentPartPr>
            <p14:xfrm>
              <a:off x="3743829" y="554665"/>
              <a:ext cx="369720" cy="19116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DB2B34BF-178A-4F8C-99DD-22686AC4C57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726189" y="518665"/>
                <a:ext cx="405360" cy="2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C9423AF9-4116-42AF-B427-029290A32651}"/>
                  </a:ext>
                </a:extLst>
              </p14:cNvPr>
              <p14:cNvContentPartPr/>
              <p14:nvPr/>
            </p14:nvContentPartPr>
            <p14:xfrm>
              <a:off x="4903749" y="413545"/>
              <a:ext cx="4735800" cy="214776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C9423AF9-4116-42AF-B427-029290A32651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885749" y="395545"/>
                <a:ext cx="4771440" cy="218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82B14DF6-8919-47B9-B1C7-DB7E636B00E4}"/>
                  </a:ext>
                </a:extLst>
              </p14:cNvPr>
              <p14:cNvContentPartPr/>
              <p14:nvPr/>
            </p14:nvContentPartPr>
            <p14:xfrm>
              <a:off x="10274589" y="1488865"/>
              <a:ext cx="203400" cy="35712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82B14DF6-8919-47B9-B1C7-DB7E636B00E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0256949" y="1470865"/>
                <a:ext cx="239040" cy="39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F7703DD1-2E9B-4160-8949-9BF49E2BEFC1}"/>
                  </a:ext>
                </a:extLst>
              </p14:cNvPr>
              <p14:cNvContentPartPr/>
              <p14:nvPr/>
            </p14:nvContentPartPr>
            <p14:xfrm>
              <a:off x="10561869" y="1729345"/>
              <a:ext cx="135000" cy="22176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F7703DD1-2E9B-4160-8949-9BF49E2BEFC1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0543869" y="1711345"/>
                <a:ext cx="170640" cy="2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47C3035D-0D83-461B-94F8-B50BC09BDB41}"/>
                  </a:ext>
                </a:extLst>
              </p14:cNvPr>
              <p14:cNvContentPartPr/>
              <p14:nvPr/>
            </p14:nvContentPartPr>
            <p14:xfrm>
              <a:off x="10799109" y="1963345"/>
              <a:ext cx="12240" cy="396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47C3035D-0D83-461B-94F8-B50BC09BDB41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0781469" y="1945345"/>
                <a:ext cx="4788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0610857B-27C2-45BC-AC56-25619AE19F94}"/>
                  </a:ext>
                </a:extLst>
              </p14:cNvPr>
              <p14:cNvContentPartPr/>
              <p14:nvPr/>
            </p14:nvContentPartPr>
            <p14:xfrm>
              <a:off x="3297429" y="902785"/>
              <a:ext cx="329760" cy="30240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0610857B-27C2-45BC-AC56-25619AE19F94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279789" y="867145"/>
                <a:ext cx="365400" cy="37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206D4E31-8D35-455D-B3E0-98885B79561B}"/>
                  </a:ext>
                </a:extLst>
              </p14:cNvPr>
              <p14:cNvContentPartPr/>
              <p14:nvPr/>
            </p14:nvContentPartPr>
            <p14:xfrm>
              <a:off x="6174189" y="1203025"/>
              <a:ext cx="298080" cy="35244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206D4E31-8D35-455D-B3E0-98885B79561B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156549" y="1167385"/>
                <a:ext cx="333720" cy="42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EDEF2B86-9A83-4A2F-9A92-BD04A8D2EEF0}"/>
                  </a:ext>
                </a:extLst>
              </p14:cNvPr>
              <p14:cNvContentPartPr/>
              <p14:nvPr/>
            </p14:nvContentPartPr>
            <p14:xfrm>
              <a:off x="3354669" y="1360705"/>
              <a:ext cx="328680" cy="33732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EDEF2B86-9A83-4A2F-9A92-BD04A8D2EEF0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337029" y="1324705"/>
                <a:ext cx="364320" cy="40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985417D1-B61C-4FFE-BBB0-183D10238272}"/>
                  </a:ext>
                </a:extLst>
              </p14:cNvPr>
              <p14:cNvContentPartPr/>
              <p14:nvPr/>
            </p14:nvContentPartPr>
            <p14:xfrm>
              <a:off x="7083189" y="1170985"/>
              <a:ext cx="261720" cy="33768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985417D1-B61C-4FFE-BBB0-183D10238272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065189" y="1135345"/>
                <a:ext cx="297360" cy="40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56" name="Cerneală 55">
                <a:extLst>
                  <a:ext uri="{FF2B5EF4-FFF2-40B4-BE49-F238E27FC236}">
                    <a16:creationId xmlns:a16="http://schemas.microsoft.com/office/drawing/2014/main" id="{27658466-9069-462D-B8D4-9AFC739D62B7}"/>
                  </a:ext>
                </a:extLst>
              </p14:cNvPr>
              <p14:cNvContentPartPr/>
              <p14:nvPr/>
            </p14:nvContentPartPr>
            <p14:xfrm>
              <a:off x="2299869" y="5366065"/>
              <a:ext cx="360" cy="360"/>
            </p14:xfrm>
          </p:contentPart>
        </mc:Choice>
        <mc:Fallback xmlns="">
          <p:pic>
            <p:nvPicPr>
              <p:cNvPr id="56" name="Cerneală 55">
                <a:extLst>
                  <a:ext uri="{FF2B5EF4-FFF2-40B4-BE49-F238E27FC236}">
                    <a16:creationId xmlns:a16="http://schemas.microsoft.com/office/drawing/2014/main" id="{27658466-9069-462D-B8D4-9AFC739D62B7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282229" y="533006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6609A0C6-B50D-4111-9A10-71785F01C944}"/>
                  </a:ext>
                </a:extLst>
              </p14:cNvPr>
              <p14:cNvContentPartPr/>
              <p14:nvPr/>
            </p14:nvContentPartPr>
            <p14:xfrm>
              <a:off x="3316869" y="1765705"/>
              <a:ext cx="439560" cy="38160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6609A0C6-B50D-4111-9A10-71785F01C944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299229" y="1730065"/>
                <a:ext cx="475200" cy="45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C8F53CD6-EFD8-42E8-AFC0-D622EFF6FA8D}"/>
                  </a:ext>
                </a:extLst>
              </p14:cNvPr>
              <p14:cNvContentPartPr/>
              <p14:nvPr/>
            </p14:nvContentPartPr>
            <p14:xfrm>
              <a:off x="8956989" y="1216345"/>
              <a:ext cx="306720" cy="31500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C8F53CD6-EFD8-42E8-AFC0-D622EFF6FA8D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939349" y="1180705"/>
                <a:ext cx="342360" cy="38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59" name="Cerneală 58">
                <a:extLst>
                  <a:ext uri="{FF2B5EF4-FFF2-40B4-BE49-F238E27FC236}">
                    <a16:creationId xmlns:a16="http://schemas.microsoft.com/office/drawing/2014/main" id="{E03A5BBB-A1CA-45B8-9294-39B1074767F6}"/>
                  </a:ext>
                </a:extLst>
              </p14:cNvPr>
              <p14:cNvContentPartPr/>
              <p14:nvPr/>
            </p14:nvContentPartPr>
            <p14:xfrm>
              <a:off x="3613869" y="3825985"/>
              <a:ext cx="360" cy="360"/>
            </p14:xfrm>
          </p:contentPart>
        </mc:Choice>
        <mc:Fallback xmlns="">
          <p:pic>
            <p:nvPicPr>
              <p:cNvPr id="59" name="Cerneală 58">
                <a:extLst>
                  <a:ext uri="{FF2B5EF4-FFF2-40B4-BE49-F238E27FC236}">
                    <a16:creationId xmlns:a16="http://schemas.microsoft.com/office/drawing/2014/main" id="{E03A5BBB-A1CA-45B8-9294-39B1074767F6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596229" y="378998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E77D8B56-8063-4460-8598-CD36261AEA6F}"/>
                  </a:ext>
                </a:extLst>
              </p14:cNvPr>
              <p14:cNvContentPartPr/>
              <p14:nvPr/>
            </p14:nvContentPartPr>
            <p14:xfrm>
              <a:off x="3337749" y="2228665"/>
              <a:ext cx="401040" cy="36720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E77D8B56-8063-4460-8598-CD36261AEA6F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320109" y="2192665"/>
                <a:ext cx="436680" cy="43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E7931ACB-597B-441C-B121-011A807851D0}"/>
                  </a:ext>
                </a:extLst>
              </p14:cNvPr>
              <p14:cNvContentPartPr/>
              <p14:nvPr/>
            </p14:nvContentPartPr>
            <p14:xfrm>
              <a:off x="8031789" y="1159105"/>
              <a:ext cx="283680" cy="32400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E7931ACB-597B-441C-B121-011A807851D0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8014149" y="1123465"/>
                <a:ext cx="319320" cy="39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FC4E6B6C-285D-4B95-9914-0E0C6EF64B50}"/>
                  </a:ext>
                </a:extLst>
              </p14:cNvPr>
              <p14:cNvContentPartPr/>
              <p14:nvPr/>
            </p14:nvContentPartPr>
            <p14:xfrm>
              <a:off x="8008029" y="1098265"/>
              <a:ext cx="184680" cy="41796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FC4E6B6C-285D-4B95-9914-0E0C6EF64B50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990029" y="1062625"/>
                <a:ext cx="220320" cy="48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FD9F7185-0E54-4296-BD3F-0081AAB0568F}"/>
                  </a:ext>
                </a:extLst>
              </p14:cNvPr>
              <p14:cNvContentPartPr/>
              <p14:nvPr/>
            </p14:nvContentPartPr>
            <p14:xfrm>
              <a:off x="8091909" y="1487065"/>
              <a:ext cx="201600" cy="1800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FD9F7185-0E54-4296-BD3F-0081AAB0568F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073909" y="1451065"/>
                <a:ext cx="237240" cy="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68" name="Cerneală 67">
                <a:extLst>
                  <a:ext uri="{FF2B5EF4-FFF2-40B4-BE49-F238E27FC236}">
                    <a16:creationId xmlns:a16="http://schemas.microsoft.com/office/drawing/2014/main" id="{1EBFAE0B-1599-43B8-A58E-60C450E89492}"/>
                  </a:ext>
                </a:extLst>
              </p14:cNvPr>
              <p14:cNvContentPartPr/>
              <p14:nvPr/>
            </p14:nvContentPartPr>
            <p14:xfrm>
              <a:off x="6308829" y="1956865"/>
              <a:ext cx="230760" cy="341280"/>
            </p14:xfrm>
          </p:contentPart>
        </mc:Choice>
        <mc:Fallback xmlns="">
          <p:pic>
            <p:nvPicPr>
              <p:cNvPr id="68" name="Cerneală 67">
                <a:extLst>
                  <a:ext uri="{FF2B5EF4-FFF2-40B4-BE49-F238E27FC236}">
                    <a16:creationId xmlns:a16="http://schemas.microsoft.com/office/drawing/2014/main" id="{1EBFAE0B-1599-43B8-A58E-60C450E89492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6291189" y="1921225"/>
                <a:ext cx="266400" cy="41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4105003C-82FE-4368-8E5A-B03AD23A6A82}"/>
                  </a:ext>
                </a:extLst>
              </p14:cNvPr>
              <p14:cNvContentPartPr/>
              <p14:nvPr/>
            </p14:nvContentPartPr>
            <p14:xfrm>
              <a:off x="7097229" y="1951105"/>
              <a:ext cx="300600" cy="26856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4105003C-82FE-4368-8E5A-B03AD23A6A82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079229" y="1915105"/>
                <a:ext cx="336240" cy="34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93DB57C4-A91C-4835-AE8B-AF085070D4F8}"/>
                  </a:ext>
                </a:extLst>
              </p14:cNvPr>
              <p14:cNvContentPartPr/>
              <p14:nvPr/>
            </p14:nvContentPartPr>
            <p14:xfrm>
              <a:off x="8986869" y="1876225"/>
              <a:ext cx="309240" cy="28836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93DB57C4-A91C-4835-AE8B-AF085070D4F8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969229" y="1840585"/>
                <a:ext cx="34488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71" name="Cerneală 70">
                <a:extLst>
                  <a:ext uri="{FF2B5EF4-FFF2-40B4-BE49-F238E27FC236}">
                    <a16:creationId xmlns:a16="http://schemas.microsoft.com/office/drawing/2014/main" id="{E01FDFC4-F907-45F3-8B7A-4C5AA2AC689F}"/>
                  </a:ext>
                </a:extLst>
              </p14:cNvPr>
              <p14:cNvContentPartPr/>
              <p14:nvPr/>
            </p14:nvContentPartPr>
            <p14:xfrm>
              <a:off x="8190909" y="1870105"/>
              <a:ext cx="103320" cy="322200"/>
            </p14:xfrm>
          </p:contentPart>
        </mc:Choice>
        <mc:Fallback xmlns="">
          <p:pic>
            <p:nvPicPr>
              <p:cNvPr id="71" name="Cerneală 70">
                <a:extLst>
                  <a:ext uri="{FF2B5EF4-FFF2-40B4-BE49-F238E27FC236}">
                    <a16:creationId xmlns:a16="http://schemas.microsoft.com/office/drawing/2014/main" id="{E01FDFC4-F907-45F3-8B7A-4C5AA2AC689F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172909" y="1834465"/>
                <a:ext cx="138960" cy="39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72" name="Cerneală 71">
                <a:extLst>
                  <a:ext uri="{FF2B5EF4-FFF2-40B4-BE49-F238E27FC236}">
                    <a16:creationId xmlns:a16="http://schemas.microsoft.com/office/drawing/2014/main" id="{DA5B25BF-EE68-43E4-B9C2-332133C7FD1E}"/>
                  </a:ext>
                </a:extLst>
              </p14:cNvPr>
              <p14:cNvContentPartPr/>
              <p14:nvPr/>
            </p14:nvContentPartPr>
            <p14:xfrm>
              <a:off x="8220069" y="2214265"/>
              <a:ext cx="181800" cy="16200"/>
            </p14:xfrm>
          </p:contentPart>
        </mc:Choice>
        <mc:Fallback xmlns="">
          <p:pic>
            <p:nvPicPr>
              <p:cNvPr id="72" name="Cerneală 71">
                <a:extLst>
                  <a:ext uri="{FF2B5EF4-FFF2-40B4-BE49-F238E27FC236}">
                    <a16:creationId xmlns:a16="http://schemas.microsoft.com/office/drawing/2014/main" id="{DA5B25BF-EE68-43E4-B9C2-332133C7FD1E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8202429" y="2178625"/>
                <a:ext cx="217440" cy="8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73" name="Cerneală 72">
                <a:extLst>
                  <a:ext uri="{FF2B5EF4-FFF2-40B4-BE49-F238E27FC236}">
                    <a16:creationId xmlns:a16="http://schemas.microsoft.com/office/drawing/2014/main" id="{B19BBE6E-6F92-44A1-A043-BFF0EDB63859}"/>
                  </a:ext>
                </a:extLst>
              </p14:cNvPr>
              <p14:cNvContentPartPr/>
              <p14:nvPr/>
            </p14:nvContentPartPr>
            <p14:xfrm>
              <a:off x="5893749" y="435505"/>
              <a:ext cx="734760" cy="2556360"/>
            </p14:xfrm>
          </p:contentPart>
        </mc:Choice>
        <mc:Fallback xmlns="">
          <p:pic>
            <p:nvPicPr>
              <p:cNvPr id="73" name="Cerneală 72">
                <a:extLst>
                  <a:ext uri="{FF2B5EF4-FFF2-40B4-BE49-F238E27FC236}">
                    <a16:creationId xmlns:a16="http://schemas.microsoft.com/office/drawing/2014/main" id="{B19BBE6E-6F92-44A1-A043-BFF0EDB63859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5876109" y="399865"/>
                <a:ext cx="770400" cy="262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74" name="Cerneală 73">
                <a:extLst>
                  <a:ext uri="{FF2B5EF4-FFF2-40B4-BE49-F238E27FC236}">
                    <a16:creationId xmlns:a16="http://schemas.microsoft.com/office/drawing/2014/main" id="{75522C11-7FEF-434A-869E-41ED8CF151AD}"/>
                  </a:ext>
                </a:extLst>
              </p14:cNvPr>
              <p14:cNvContentPartPr/>
              <p14:nvPr/>
            </p14:nvContentPartPr>
            <p14:xfrm>
              <a:off x="7742709" y="479785"/>
              <a:ext cx="775800" cy="2332800"/>
            </p14:xfrm>
          </p:contentPart>
        </mc:Choice>
        <mc:Fallback xmlns="">
          <p:pic>
            <p:nvPicPr>
              <p:cNvPr id="74" name="Cerneală 73">
                <a:extLst>
                  <a:ext uri="{FF2B5EF4-FFF2-40B4-BE49-F238E27FC236}">
                    <a16:creationId xmlns:a16="http://schemas.microsoft.com/office/drawing/2014/main" id="{75522C11-7FEF-434A-869E-41ED8CF151AD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7724709" y="443785"/>
                <a:ext cx="811440" cy="240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AF27DADD-7B96-4A98-A265-3216B508AD94}"/>
                  </a:ext>
                </a:extLst>
              </p14:cNvPr>
              <p14:cNvContentPartPr/>
              <p14:nvPr/>
            </p14:nvContentPartPr>
            <p14:xfrm>
              <a:off x="6065469" y="3503425"/>
              <a:ext cx="660240" cy="52956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AF27DADD-7B96-4A98-A265-3216B508AD94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6047469" y="3485437"/>
                <a:ext cx="695880" cy="5651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91" name="Cerneală 90">
                <a:extLst>
                  <a:ext uri="{FF2B5EF4-FFF2-40B4-BE49-F238E27FC236}">
                    <a16:creationId xmlns:a16="http://schemas.microsoft.com/office/drawing/2014/main" id="{669EE48B-291C-42D2-96DD-E0886C3501D8}"/>
                  </a:ext>
                </a:extLst>
              </p14:cNvPr>
              <p14:cNvContentPartPr/>
              <p14:nvPr/>
            </p14:nvContentPartPr>
            <p14:xfrm>
              <a:off x="7007229" y="3504865"/>
              <a:ext cx="1253160" cy="447480"/>
            </p14:xfrm>
          </p:contentPart>
        </mc:Choice>
        <mc:Fallback xmlns="">
          <p:pic>
            <p:nvPicPr>
              <p:cNvPr id="91" name="Cerneală 90">
                <a:extLst>
                  <a:ext uri="{FF2B5EF4-FFF2-40B4-BE49-F238E27FC236}">
                    <a16:creationId xmlns:a16="http://schemas.microsoft.com/office/drawing/2014/main" id="{669EE48B-291C-42D2-96DD-E0886C3501D8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6989229" y="3486879"/>
                <a:ext cx="1288800" cy="4830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98" name="Cerneală 97">
                <a:extLst>
                  <a:ext uri="{FF2B5EF4-FFF2-40B4-BE49-F238E27FC236}">
                    <a16:creationId xmlns:a16="http://schemas.microsoft.com/office/drawing/2014/main" id="{A641E766-839D-43B5-B0B9-0D0924078285}"/>
                  </a:ext>
                </a:extLst>
              </p14:cNvPr>
              <p14:cNvContentPartPr/>
              <p14:nvPr/>
            </p14:nvContentPartPr>
            <p14:xfrm>
              <a:off x="8488989" y="3594865"/>
              <a:ext cx="716040" cy="282960"/>
            </p14:xfrm>
          </p:contentPart>
        </mc:Choice>
        <mc:Fallback xmlns="">
          <p:pic>
            <p:nvPicPr>
              <p:cNvPr id="98" name="Cerneală 97">
                <a:extLst>
                  <a:ext uri="{FF2B5EF4-FFF2-40B4-BE49-F238E27FC236}">
                    <a16:creationId xmlns:a16="http://schemas.microsoft.com/office/drawing/2014/main" id="{A641E766-839D-43B5-B0B9-0D0924078285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471340" y="3577225"/>
                <a:ext cx="751698" cy="31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19" name="Cerneală 118">
                <a:extLst>
                  <a:ext uri="{FF2B5EF4-FFF2-40B4-BE49-F238E27FC236}">
                    <a16:creationId xmlns:a16="http://schemas.microsoft.com/office/drawing/2014/main" id="{5390A24D-93A8-4F1B-B9FC-33BF474A3275}"/>
                  </a:ext>
                </a:extLst>
              </p14:cNvPr>
              <p14:cNvContentPartPr/>
              <p14:nvPr/>
            </p14:nvContentPartPr>
            <p14:xfrm>
              <a:off x="9297909" y="4331425"/>
              <a:ext cx="946440" cy="523080"/>
            </p14:xfrm>
          </p:contentPart>
        </mc:Choice>
        <mc:Fallback xmlns="">
          <p:pic>
            <p:nvPicPr>
              <p:cNvPr id="119" name="Cerneală 118">
                <a:extLst>
                  <a:ext uri="{FF2B5EF4-FFF2-40B4-BE49-F238E27FC236}">
                    <a16:creationId xmlns:a16="http://schemas.microsoft.com/office/drawing/2014/main" id="{5390A24D-93A8-4F1B-B9FC-33BF474A3275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9279909" y="4313437"/>
                <a:ext cx="982080" cy="5586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20" name="Cerneală 119">
                <a:extLst>
                  <a:ext uri="{FF2B5EF4-FFF2-40B4-BE49-F238E27FC236}">
                    <a16:creationId xmlns:a16="http://schemas.microsoft.com/office/drawing/2014/main" id="{D5A9751F-33D2-44F6-951F-101716F03801}"/>
                  </a:ext>
                </a:extLst>
              </p14:cNvPr>
              <p14:cNvContentPartPr/>
              <p14:nvPr/>
            </p14:nvContentPartPr>
            <p14:xfrm>
              <a:off x="7093629" y="4302265"/>
              <a:ext cx="1854360" cy="551160"/>
            </p14:xfrm>
          </p:contentPart>
        </mc:Choice>
        <mc:Fallback xmlns="">
          <p:pic>
            <p:nvPicPr>
              <p:cNvPr id="120" name="Cerneală 119">
                <a:extLst>
                  <a:ext uri="{FF2B5EF4-FFF2-40B4-BE49-F238E27FC236}">
                    <a16:creationId xmlns:a16="http://schemas.microsoft.com/office/drawing/2014/main" id="{D5A9751F-33D2-44F6-951F-101716F03801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7075989" y="4284265"/>
                <a:ext cx="1890000" cy="58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22" name="Cerneală 121">
                <a:extLst>
                  <a:ext uri="{FF2B5EF4-FFF2-40B4-BE49-F238E27FC236}">
                    <a16:creationId xmlns:a16="http://schemas.microsoft.com/office/drawing/2014/main" id="{2A21EA87-4036-4C3C-B7F5-F546F011E998}"/>
                  </a:ext>
                </a:extLst>
              </p14:cNvPr>
              <p14:cNvContentPartPr/>
              <p14:nvPr/>
            </p14:nvContentPartPr>
            <p14:xfrm>
              <a:off x="6055029" y="4498105"/>
              <a:ext cx="795600" cy="630720"/>
            </p14:xfrm>
          </p:contentPart>
        </mc:Choice>
        <mc:Fallback xmlns="">
          <p:pic>
            <p:nvPicPr>
              <p:cNvPr id="122" name="Cerneală 121">
                <a:extLst>
                  <a:ext uri="{FF2B5EF4-FFF2-40B4-BE49-F238E27FC236}">
                    <a16:creationId xmlns:a16="http://schemas.microsoft.com/office/drawing/2014/main" id="{2A21EA87-4036-4C3C-B7F5-F546F011E998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6037381" y="4480115"/>
                <a:ext cx="831256" cy="6663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61" name="Cerneală 160">
                <a:extLst>
                  <a:ext uri="{FF2B5EF4-FFF2-40B4-BE49-F238E27FC236}">
                    <a16:creationId xmlns:a16="http://schemas.microsoft.com/office/drawing/2014/main" id="{DC0F1A35-F719-4346-A484-795BBA7941CB}"/>
                  </a:ext>
                </a:extLst>
              </p14:cNvPr>
              <p14:cNvContentPartPr/>
              <p14:nvPr/>
            </p14:nvContentPartPr>
            <p14:xfrm>
              <a:off x="5004909" y="5832625"/>
              <a:ext cx="177840" cy="133200"/>
            </p14:xfrm>
          </p:contentPart>
        </mc:Choice>
        <mc:Fallback xmlns="">
          <p:pic>
            <p:nvPicPr>
              <p:cNvPr id="161" name="Cerneală 160">
                <a:extLst>
                  <a:ext uri="{FF2B5EF4-FFF2-40B4-BE49-F238E27FC236}">
                    <a16:creationId xmlns:a16="http://schemas.microsoft.com/office/drawing/2014/main" id="{DC0F1A35-F719-4346-A484-795BBA7941CB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4986909" y="5814985"/>
                <a:ext cx="21348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62" name="Cerneală 161">
                <a:extLst>
                  <a:ext uri="{FF2B5EF4-FFF2-40B4-BE49-F238E27FC236}">
                    <a16:creationId xmlns:a16="http://schemas.microsoft.com/office/drawing/2014/main" id="{8DC97D83-599C-453C-8EAD-64BB8C7C5C06}"/>
                  </a:ext>
                </a:extLst>
              </p14:cNvPr>
              <p14:cNvContentPartPr/>
              <p14:nvPr/>
            </p14:nvContentPartPr>
            <p14:xfrm>
              <a:off x="4552389" y="5755585"/>
              <a:ext cx="352800" cy="232920"/>
            </p14:xfrm>
          </p:contentPart>
        </mc:Choice>
        <mc:Fallback xmlns="">
          <p:pic>
            <p:nvPicPr>
              <p:cNvPr id="162" name="Cerneală 161">
                <a:extLst>
                  <a:ext uri="{FF2B5EF4-FFF2-40B4-BE49-F238E27FC236}">
                    <a16:creationId xmlns:a16="http://schemas.microsoft.com/office/drawing/2014/main" id="{8DC97D83-599C-453C-8EAD-64BB8C7C5C06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4534731" y="5737585"/>
                <a:ext cx="388476" cy="26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63" name="Cerneală 162">
                <a:extLst>
                  <a:ext uri="{FF2B5EF4-FFF2-40B4-BE49-F238E27FC236}">
                    <a16:creationId xmlns:a16="http://schemas.microsoft.com/office/drawing/2014/main" id="{BF06D576-9589-4081-9984-39D6F1C09FE3}"/>
                  </a:ext>
                </a:extLst>
              </p14:cNvPr>
              <p14:cNvContentPartPr/>
              <p14:nvPr/>
            </p14:nvContentPartPr>
            <p14:xfrm>
              <a:off x="2627469" y="5322145"/>
              <a:ext cx="1706040" cy="1319760"/>
            </p14:xfrm>
          </p:contentPart>
        </mc:Choice>
        <mc:Fallback xmlns="">
          <p:pic>
            <p:nvPicPr>
              <p:cNvPr id="163" name="Cerneală 162">
                <a:extLst>
                  <a:ext uri="{FF2B5EF4-FFF2-40B4-BE49-F238E27FC236}">
                    <a16:creationId xmlns:a16="http://schemas.microsoft.com/office/drawing/2014/main" id="{BF06D576-9589-4081-9984-39D6F1C09FE3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2609473" y="5304510"/>
                <a:ext cx="1741672" cy="13553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66" name="Cerneală 165">
                <a:extLst>
                  <a:ext uri="{FF2B5EF4-FFF2-40B4-BE49-F238E27FC236}">
                    <a16:creationId xmlns:a16="http://schemas.microsoft.com/office/drawing/2014/main" id="{2A67196A-C6D9-4863-B0E8-ACDBD77A87DA}"/>
                  </a:ext>
                </a:extLst>
              </p14:cNvPr>
              <p14:cNvContentPartPr/>
              <p14:nvPr/>
            </p14:nvContentPartPr>
            <p14:xfrm>
              <a:off x="5293629" y="5799145"/>
              <a:ext cx="346320" cy="180360"/>
            </p14:xfrm>
          </p:contentPart>
        </mc:Choice>
        <mc:Fallback xmlns="">
          <p:pic>
            <p:nvPicPr>
              <p:cNvPr id="166" name="Cerneală 165">
                <a:extLst>
                  <a:ext uri="{FF2B5EF4-FFF2-40B4-BE49-F238E27FC236}">
                    <a16:creationId xmlns:a16="http://schemas.microsoft.com/office/drawing/2014/main" id="{2A67196A-C6D9-4863-B0E8-ACDBD77A87DA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5275989" y="5781505"/>
                <a:ext cx="38196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67" name="Cerneală 166">
                <a:extLst>
                  <a:ext uri="{FF2B5EF4-FFF2-40B4-BE49-F238E27FC236}">
                    <a16:creationId xmlns:a16="http://schemas.microsoft.com/office/drawing/2014/main" id="{00D625ED-BDF5-4670-AFAF-ACD68F066CEC}"/>
                  </a:ext>
                </a:extLst>
              </p14:cNvPr>
              <p14:cNvContentPartPr/>
              <p14:nvPr/>
            </p14:nvContentPartPr>
            <p14:xfrm>
              <a:off x="5615829" y="4162585"/>
              <a:ext cx="4996440" cy="1107720"/>
            </p14:xfrm>
          </p:contentPart>
        </mc:Choice>
        <mc:Fallback xmlns="">
          <p:pic>
            <p:nvPicPr>
              <p:cNvPr id="167" name="Cerneală 166">
                <a:extLst>
                  <a:ext uri="{FF2B5EF4-FFF2-40B4-BE49-F238E27FC236}">
                    <a16:creationId xmlns:a16="http://schemas.microsoft.com/office/drawing/2014/main" id="{00D625ED-BDF5-4670-AFAF-ACD68F066CEC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5598189" y="4126585"/>
                <a:ext cx="5032080" cy="11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68" name="Cerneală 167">
                <a:extLst>
                  <a:ext uri="{FF2B5EF4-FFF2-40B4-BE49-F238E27FC236}">
                    <a16:creationId xmlns:a16="http://schemas.microsoft.com/office/drawing/2014/main" id="{5CEE41A5-1A84-461A-A0C9-BBAE2266A9B6}"/>
                  </a:ext>
                </a:extLst>
              </p14:cNvPr>
              <p14:cNvContentPartPr/>
              <p14:nvPr/>
            </p14:nvContentPartPr>
            <p14:xfrm>
              <a:off x="7776909" y="5807785"/>
              <a:ext cx="497880" cy="25200"/>
            </p14:xfrm>
          </p:contentPart>
        </mc:Choice>
        <mc:Fallback xmlns="">
          <p:pic>
            <p:nvPicPr>
              <p:cNvPr id="168" name="Cerneală 167">
                <a:extLst>
                  <a:ext uri="{FF2B5EF4-FFF2-40B4-BE49-F238E27FC236}">
                    <a16:creationId xmlns:a16="http://schemas.microsoft.com/office/drawing/2014/main" id="{5CEE41A5-1A84-461A-A0C9-BBAE2266A9B6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7758909" y="5772145"/>
                <a:ext cx="53352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69" name="Cerneală 168">
                <a:extLst>
                  <a:ext uri="{FF2B5EF4-FFF2-40B4-BE49-F238E27FC236}">
                    <a16:creationId xmlns:a16="http://schemas.microsoft.com/office/drawing/2014/main" id="{E0955482-5DF0-4E84-8927-C250BCC22151}"/>
                  </a:ext>
                </a:extLst>
              </p14:cNvPr>
              <p14:cNvContentPartPr/>
              <p14:nvPr/>
            </p14:nvContentPartPr>
            <p14:xfrm>
              <a:off x="7748109" y="6197665"/>
              <a:ext cx="495360" cy="25200"/>
            </p14:xfrm>
          </p:contentPart>
        </mc:Choice>
        <mc:Fallback xmlns="">
          <p:pic>
            <p:nvPicPr>
              <p:cNvPr id="169" name="Cerneală 168">
                <a:extLst>
                  <a:ext uri="{FF2B5EF4-FFF2-40B4-BE49-F238E27FC236}">
                    <a16:creationId xmlns:a16="http://schemas.microsoft.com/office/drawing/2014/main" id="{E0955482-5DF0-4E84-8927-C250BCC22151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7730109" y="6162025"/>
                <a:ext cx="53100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70" name="Cerneală 169">
                <a:extLst>
                  <a:ext uri="{FF2B5EF4-FFF2-40B4-BE49-F238E27FC236}">
                    <a16:creationId xmlns:a16="http://schemas.microsoft.com/office/drawing/2014/main" id="{8F312DB1-B063-4B8B-87EA-F6E38034CF31}"/>
                  </a:ext>
                </a:extLst>
              </p14:cNvPr>
              <p14:cNvContentPartPr/>
              <p14:nvPr/>
            </p14:nvContentPartPr>
            <p14:xfrm>
              <a:off x="8169309" y="5601505"/>
              <a:ext cx="261360" cy="856800"/>
            </p14:xfrm>
          </p:contentPart>
        </mc:Choice>
        <mc:Fallback xmlns="">
          <p:pic>
            <p:nvPicPr>
              <p:cNvPr id="170" name="Cerneală 169">
                <a:extLst>
                  <a:ext uri="{FF2B5EF4-FFF2-40B4-BE49-F238E27FC236}">
                    <a16:creationId xmlns:a16="http://schemas.microsoft.com/office/drawing/2014/main" id="{8F312DB1-B063-4B8B-87EA-F6E38034CF31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8151309" y="5565865"/>
                <a:ext cx="297000" cy="9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71" name="Cerneală 170">
                <a:extLst>
                  <a:ext uri="{FF2B5EF4-FFF2-40B4-BE49-F238E27FC236}">
                    <a16:creationId xmlns:a16="http://schemas.microsoft.com/office/drawing/2014/main" id="{2A744299-F6DC-4309-9314-35C2E0F20B7E}"/>
                  </a:ext>
                </a:extLst>
              </p14:cNvPr>
              <p14:cNvContentPartPr/>
              <p14:nvPr/>
            </p14:nvContentPartPr>
            <p14:xfrm>
              <a:off x="8391789" y="5568025"/>
              <a:ext cx="259200" cy="877680"/>
            </p14:xfrm>
          </p:contentPart>
        </mc:Choice>
        <mc:Fallback xmlns="">
          <p:pic>
            <p:nvPicPr>
              <p:cNvPr id="171" name="Cerneală 170">
                <a:extLst>
                  <a:ext uri="{FF2B5EF4-FFF2-40B4-BE49-F238E27FC236}">
                    <a16:creationId xmlns:a16="http://schemas.microsoft.com/office/drawing/2014/main" id="{2A744299-F6DC-4309-9314-35C2E0F20B7E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8373789" y="5532385"/>
                <a:ext cx="294840" cy="9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72" name="Cerneală 171">
                <a:extLst>
                  <a:ext uri="{FF2B5EF4-FFF2-40B4-BE49-F238E27FC236}">
                    <a16:creationId xmlns:a16="http://schemas.microsoft.com/office/drawing/2014/main" id="{DD0C3FFC-7024-4845-9045-9ABA623578B1}"/>
                  </a:ext>
                </a:extLst>
              </p14:cNvPr>
              <p14:cNvContentPartPr/>
              <p14:nvPr/>
            </p14:nvContentPartPr>
            <p14:xfrm>
              <a:off x="8484309" y="5622745"/>
              <a:ext cx="829080" cy="410400"/>
            </p14:xfrm>
          </p:contentPart>
        </mc:Choice>
        <mc:Fallback xmlns="">
          <p:pic>
            <p:nvPicPr>
              <p:cNvPr id="172" name="Cerneală 171">
                <a:extLst>
                  <a:ext uri="{FF2B5EF4-FFF2-40B4-BE49-F238E27FC236}">
                    <a16:creationId xmlns:a16="http://schemas.microsoft.com/office/drawing/2014/main" id="{DD0C3FFC-7024-4845-9045-9ABA623578B1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8466669" y="5586745"/>
                <a:ext cx="864720" cy="48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73" name="Cerneală 172">
                <a:extLst>
                  <a:ext uri="{FF2B5EF4-FFF2-40B4-BE49-F238E27FC236}">
                    <a16:creationId xmlns:a16="http://schemas.microsoft.com/office/drawing/2014/main" id="{4B4B081E-435B-4F5C-BD75-40F1579B2330}"/>
                  </a:ext>
                </a:extLst>
              </p14:cNvPr>
              <p14:cNvContentPartPr/>
              <p14:nvPr/>
            </p14:nvContentPartPr>
            <p14:xfrm>
              <a:off x="8508429" y="5960425"/>
              <a:ext cx="967680" cy="469440"/>
            </p14:xfrm>
          </p:contentPart>
        </mc:Choice>
        <mc:Fallback xmlns="">
          <p:pic>
            <p:nvPicPr>
              <p:cNvPr id="173" name="Cerneală 172">
                <a:extLst>
                  <a:ext uri="{FF2B5EF4-FFF2-40B4-BE49-F238E27FC236}">
                    <a16:creationId xmlns:a16="http://schemas.microsoft.com/office/drawing/2014/main" id="{4B4B081E-435B-4F5C-BD75-40F1579B2330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8490429" y="5924785"/>
                <a:ext cx="1003320" cy="54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74" name="Cerneală 173">
                <a:extLst>
                  <a:ext uri="{FF2B5EF4-FFF2-40B4-BE49-F238E27FC236}">
                    <a16:creationId xmlns:a16="http://schemas.microsoft.com/office/drawing/2014/main" id="{D3F8A063-6A8F-47DA-AFF2-A5B152786032}"/>
                  </a:ext>
                </a:extLst>
              </p14:cNvPr>
              <p14:cNvContentPartPr/>
              <p14:nvPr/>
            </p14:nvContentPartPr>
            <p14:xfrm>
              <a:off x="9475749" y="5960065"/>
              <a:ext cx="1222920" cy="74880"/>
            </p14:xfrm>
          </p:contentPart>
        </mc:Choice>
        <mc:Fallback xmlns="">
          <p:pic>
            <p:nvPicPr>
              <p:cNvPr id="174" name="Cerneală 173">
                <a:extLst>
                  <a:ext uri="{FF2B5EF4-FFF2-40B4-BE49-F238E27FC236}">
                    <a16:creationId xmlns:a16="http://schemas.microsoft.com/office/drawing/2014/main" id="{D3F8A063-6A8F-47DA-AFF2-A5B152786032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9457749" y="5924425"/>
                <a:ext cx="1258560" cy="1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75" name="Cerneală 174">
                <a:extLst>
                  <a:ext uri="{FF2B5EF4-FFF2-40B4-BE49-F238E27FC236}">
                    <a16:creationId xmlns:a16="http://schemas.microsoft.com/office/drawing/2014/main" id="{5AA3D0FA-ACC0-407B-AA2C-9492FD6F5F39}"/>
                  </a:ext>
                </a:extLst>
              </p14:cNvPr>
              <p14:cNvContentPartPr/>
              <p14:nvPr/>
            </p14:nvContentPartPr>
            <p14:xfrm>
              <a:off x="10323189" y="5388025"/>
              <a:ext cx="285480" cy="408960"/>
            </p14:xfrm>
          </p:contentPart>
        </mc:Choice>
        <mc:Fallback xmlns="">
          <p:pic>
            <p:nvPicPr>
              <p:cNvPr id="175" name="Cerneală 174">
                <a:extLst>
                  <a:ext uri="{FF2B5EF4-FFF2-40B4-BE49-F238E27FC236}">
                    <a16:creationId xmlns:a16="http://schemas.microsoft.com/office/drawing/2014/main" id="{5AA3D0FA-ACC0-407B-AA2C-9492FD6F5F39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0305189" y="5352025"/>
                <a:ext cx="321120" cy="48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76" name="Cerneală 175">
                <a:extLst>
                  <a:ext uri="{FF2B5EF4-FFF2-40B4-BE49-F238E27FC236}">
                    <a16:creationId xmlns:a16="http://schemas.microsoft.com/office/drawing/2014/main" id="{0BB37765-37CA-4D2A-9E18-859C4FAA6E7A}"/>
                  </a:ext>
                </a:extLst>
              </p14:cNvPr>
              <p14:cNvContentPartPr/>
              <p14:nvPr/>
            </p14:nvContentPartPr>
            <p14:xfrm>
              <a:off x="10765629" y="5637865"/>
              <a:ext cx="117360" cy="199080"/>
            </p14:xfrm>
          </p:contentPart>
        </mc:Choice>
        <mc:Fallback xmlns="">
          <p:pic>
            <p:nvPicPr>
              <p:cNvPr id="176" name="Cerneală 175">
                <a:extLst>
                  <a:ext uri="{FF2B5EF4-FFF2-40B4-BE49-F238E27FC236}">
                    <a16:creationId xmlns:a16="http://schemas.microsoft.com/office/drawing/2014/main" id="{0BB37765-37CA-4D2A-9E18-859C4FAA6E7A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0747989" y="5601865"/>
                <a:ext cx="153000" cy="27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77" name="Cerneală 176">
                <a:extLst>
                  <a:ext uri="{FF2B5EF4-FFF2-40B4-BE49-F238E27FC236}">
                    <a16:creationId xmlns:a16="http://schemas.microsoft.com/office/drawing/2014/main" id="{EC7EACAD-2415-4E9D-885C-0506F4B0CBF0}"/>
                  </a:ext>
                </a:extLst>
              </p14:cNvPr>
              <p14:cNvContentPartPr/>
              <p14:nvPr/>
            </p14:nvContentPartPr>
            <p14:xfrm>
              <a:off x="11064069" y="5847025"/>
              <a:ext cx="2520" cy="360"/>
            </p14:xfrm>
          </p:contentPart>
        </mc:Choice>
        <mc:Fallback xmlns="">
          <p:pic>
            <p:nvPicPr>
              <p:cNvPr id="177" name="Cerneală 176">
                <a:extLst>
                  <a:ext uri="{FF2B5EF4-FFF2-40B4-BE49-F238E27FC236}">
                    <a16:creationId xmlns:a16="http://schemas.microsoft.com/office/drawing/2014/main" id="{EC7EACAD-2415-4E9D-885C-0506F4B0CBF0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1046069" y="5811385"/>
                <a:ext cx="3816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78" name="Cerneală 177">
                <a:extLst>
                  <a:ext uri="{FF2B5EF4-FFF2-40B4-BE49-F238E27FC236}">
                    <a16:creationId xmlns:a16="http://schemas.microsoft.com/office/drawing/2014/main" id="{91EFD662-6B94-4B8E-A731-358DA63CB5A3}"/>
                  </a:ext>
                </a:extLst>
              </p14:cNvPr>
              <p14:cNvContentPartPr/>
              <p14:nvPr/>
            </p14:nvContentPartPr>
            <p14:xfrm>
              <a:off x="7021269" y="5635345"/>
              <a:ext cx="251640" cy="253080"/>
            </p14:xfrm>
          </p:contentPart>
        </mc:Choice>
        <mc:Fallback xmlns="">
          <p:pic>
            <p:nvPicPr>
              <p:cNvPr id="178" name="Cerneală 177">
                <a:extLst>
                  <a:ext uri="{FF2B5EF4-FFF2-40B4-BE49-F238E27FC236}">
                    <a16:creationId xmlns:a16="http://schemas.microsoft.com/office/drawing/2014/main" id="{91EFD662-6B94-4B8E-A731-358DA63CB5A3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7003269" y="5599705"/>
                <a:ext cx="287280" cy="32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79" name="Cerneală 178">
                <a:extLst>
                  <a:ext uri="{FF2B5EF4-FFF2-40B4-BE49-F238E27FC236}">
                    <a16:creationId xmlns:a16="http://schemas.microsoft.com/office/drawing/2014/main" id="{AED4A253-40B6-49C3-8452-421771AACBEE}"/>
                  </a:ext>
                </a:extLst>
              </p14:cNvPr>
              <p14:cNvContentPartPr/>
              <p14:nvPr/>
            </p14:nvContentPartPr>
            <p14:xfrm>
              <a:off x="7078149" y="5635345"/>
              <a:ext cx="155160" cy="267840"/>
            </p14:xfrm>
          </p:contentPart>
        </mc:Choice>
        <mc:Fallback xmlns="">
          <p:pic>
            <p:nvPicPr>
              <p:cNvPr id="179" name="Cerneală 178">
                <a:extLst>
                  <a:ext uri="{FF2B5EF4-FFF2-40B4-BE49-F238E27FC236}">
                    <a16:creationId xmlns:a16="http://schemas.microsoft.com/office/drawing/2014/main" id="{AED4A253-40B6-49C3-8452-421771AACBEE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7060149" y="5599705"/>
                <a:ext cx="190800" cy="33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80" name="Cerneală 179">
                <a:extLst>
                  <a:ext uri="{FF2B5EF4-FFF2-40B4-BE49-F238E27FC236}">
                    <a16:creationId xmlns:a16="http://schemas.microsoft.com/office/drawing/2014/main" id="{E7CD3EE0-AC61-4EB8-8D3F-1D27898D2116}"/>
                  </a:ext>
                </a:extLst>
              </p14:cNvPr>
              <p14:cNvContentPartPr/>
              <p14:nvPr/>
            </p14:nvContentPartPr>
            <p14:xfrm>
              <a:off x="7377309" y="5753065"/>
              <a:ext cx="73800" cy="228240"/>
            </p14:xfrm>
          </p:contentPart>
        </mc:Choice>
        <mc:Fallback xmlns="">
          <p:pic>
            <p:nvPicPr>
              <p:cNvPr id="180" name="Cerneală 179">
                <a:extLst>
                  <a:ext uri="{FF2B5EF4-FFF2-40B4-BE49-F238E27FC236}">
                    <a16:creationId xmlns:a16="http://schemas.microsoft.com/office/drawing/2014/main" id="{E7CD3EE0-AC61-4EB8-8D3F-1D27898D2116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7359669" y="5717425"/>
                <a:ext cx="109440" cy="2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81" name="Cerneală 180">
                <a:extLst>
                  <a:ext uri="{FF2B5EF4-FFF2-40B4-BE49-F238E27FC236}">
                    <a16:creationId xmlns:a16="http://schemas.microsoft.com/office/drawing/2014/main" id="{9FA086A7-F15A-41DF-8D41-1F29124DDB14}"/>
                  </a:ext>
                </a:extLst>
              </p14:cNvPr>
              <p14:cNvContentPartPr/>
              <p14:nvPr/>
            </p14:nvContentPartPr>
            <p14:xfrm>
              <a:off x="7121349" y="6203425"/>
              <a:ext cx="163080" cy="206280"/>
            </p14:xfrm>
          </p:contentPart>
        </mc:Choice>
        <mc:Fallback xmlns="">
          <p:pic>
            <p:nvPicPr>
              <p:cNvPr id="181" name="Cerneală 180">
                <a:extLst>
                  <a:ext uri="{FF2B5EF4-FFF2-40B4-BE49-F238E27FC236}">
                    <a16:creationId xmlns:a16="http://schemas.microsoft.com/office/drawing/2014/main" id="{9FA086A7-F15A-41DF-8D41-1F29124DDB14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7103349" y="6167425"/>
                <a:ext cx="198720" cy="27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82" name="Cerneală 181">
                <a:extLst>
                  <a:ext uri="{FF2B5EF4-FFF2-40B4-BE49-F238E27FC236}">
                    <a16:creationId xmlns:a16="http://schemas.microsoft.com/office/drawing/2014/main" id="{D3CB3CBC-493C-47CB-9E92-99D5AA528631}"/>
                  </a:ext>
                </a:extLst>
              </p14:cNvPr>
              <p14:cNvContentPartPr/>
              <p14:nvPr/>
            </p14:nvContentPartPr>
            <p14:xfrm>
              <a:off x="7115949" y="6179305"/>
              <a:ext cx="160920" cy="294120"/>
            </p14:xfrm>
          </p:contentPart>
        </mc:Choice>
        <mc:Fallback xmlns="">
          <p:pic>
            <p:nvPicPr>
              <p:cNvPr id="182" name="Cerneală 181">
                <a:extLst>
                  <a:ext uri="{FF2B5EF4-FFF2-40B4-BE49-F238E27FC236}">
                    <a16:creationId xmlns:a16="http://schemas.microsoft.com/office/drawing/2014/main" id="{D3CB3CBC-493C-47CB-9E92-99D5AA528631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7097949" y="6143665"/>
                <a:ext cx="196560" cy="36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83" name="Cerneală 182">
                <a:extLst>
                  <a:ext uri="{FF2B5EF4-FFF2-40B4-BE49-F238E27FC236}">
                    <a16:creationId xmlns:a16="http://schemas.microsoft.com/office/drawing/2014/main" id="{616D107A-67A2-4785-A8AA-AD9759BE3863}"/>
                  </a:ext>
                </a:extLst>
              </p14:cNvPr>
              <p14:cNvContentPartPr/>
              <p14:nvPr/>
            </p14:nvContentPartPr>
            <p14:xfrm>
              <a:off x="7367949" y="6385585"/>
              <a:ext cx="189360" cy="122760"/>
            </p14:xfrm>
          </p:contentPart>
        </mc:Choice>
        <mc:Fallback xmlns="">
          <p:pic>
            <p:nvPicPr>
              <p:cNvPr id="183" name="Cerneală 182">
                <a:extLst>
                  <a:ext uri="{FF2B5EF4-FFF2-40B4-BE49-F238E27FC236}">
                    <a16:creationId xmlns:a16="http://schemas.microsoft.com/office/drawing/2014/main" id="{616D107A-67A2-4785-A8AA-AD9759BE3863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7349949" y="6349945"/>
                <a:ext cx="225000" cy="194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88930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Cerneală 1">
                <a:extLst>
                  <a:ext uri="{FF2B5EF4-FFF2-40B4-BE49-F238E27FC236}">
                    <a16:creationId xmlns:a16="http://schemas.microsoft.com/office/drawing/2014/main" id="{EA0C764A-423B-43CD-8A0F-60D2AD6E6716}"/>
                  </a:ext>
                </a:extLst>
              </p14:cNvPr>
              <p14:cNvContentPartPr/>
              <p14:nvPr/>
            </p14:nvContentPartPr>
            <p14:xfrm>
              <a:off x="335343" y="320074"/>
              <a:ext cx="4313160" cy="4956120"/>
            </p14:xfrm>
          </p:contentPart>
        </mc:Choice>
        <mc:Fallback xmlns="">
          <p:pic>
            <p:nvPicPr>
              <p:cNvPr id="2" name="Cerneală 1">
                <a:extLst>
                  <a:ext uri="{FF2B5EF4-FFF2-40B4-BE49-F238E27FC236}">
                    <a16:creationId xmlns:a16="http://schemas.microsoft.com/office/drawing/2014/main" id="{EA0C764A-423B-43CD-8A0F-60D2AD6E671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7343" y="302434"/>
                <a:ext cx="4348800" cy="499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735440A1-9102-4E35-882D-5CB8D4581CBE}"/>
                  </a:ext>
                </a:extLst>
              </p14:cNvPr>
              <p14:cNvContentPartPr/>
              <p14:nvPr/>
            </p14:nvContentPartPr>
            <p14:xfrm>
              <a:off x="6454269" y="1029505"/>
              <a:ext cx="14040" cy="36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735440A1-9102-4E35-882D-5CB8D4581CB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36629" y="993505"/>
                <a:ext cx="4968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1060799A-99B7-419D-8AEC-953C8E88D5E0}"/>
                  </a:ext>
                </a:extLst>
              </p14:cNvPr>
              <p14:cNvContentPartPr/>
              <p14:nvPr/>
            </p14:nvContentPartPr>
            <p14:xfrm>
              <a:off x="6413949" y="881905"/>
              <a:ext cx="256680" cy="38088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1060799A-99B7-419D-8AEC-953C8E88D5E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395949" y="845905"/>
                <a:ext cx="292320" cy="45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6" name="Cerneală 55">
                <a:extLst>
                  <a:ext uri="{FF2B5EF4-FFF2-40B4-BE49-F238E27FC236}">
                    <a16:creationId xmlns:a16="http://schemas.microsoft.com/office/drawing/2014/main" id="{909B3BA7-BCE3-4C32-A592-3A96378AC884}"/>
                  </a:ext>
                </a:extLst>
              </p14:cNvPr>
              <p14:cNvContentPartPr/>
              <p14:nvPr/>
            </p14:nvContentPartPr>
            <p14:xfrm>
              <a:off x="7362909" y="907465"/>
              <a:ext cx="285480" cy="368640"/>
            </p14:xfrm>
          </p:contentPart>
        </mc:Choice>
        <mc:Fallback xmlns="">
          <p:pic>
            <p:nvPicPr>
              <p:cNvPr id="56" name="Cerneală 55">
                <a:extLst>
                  <a:ext uri="{FF2B5EF4-FFF2-40B4-BE49-F238E27FC236}">
                    <a16:creationId xmlns:a16="http://schemas.microsoft.com/office/drawing/2014/main" id="{909B3BA7-BCE3-4C32-A592-3A96378AC88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344909" y="871465"/>
                <a:ext cx="321120" cy="44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07DC1E11-25FD-4673-9BA7-46A1FB876850}"/>
                  </a:ext>
                </a:extLst>
              </p14:cNvPr>
              <p14:cNvContentPartPr/>
              <p14:nvPr/>
            </p14:nvContentPartPr>
            <p14:xfrm>
              <a:off x="9509589" y="971905"/>
              <a:ext cx="2160" cy="36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07DC1E11-25FD-4673-9BA7-46A1FB87685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491589" y="936265"/>
                <a:ext cx="378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889EE636-9E36-4927-A791-0DA9DE8A84A6}"/>
                  </a:ext>
                </a:extLst>
              </p14:cNvPr>
              <p14:cNvContentPartPr/>
              <p14:nvPr/>
            </p14:nvContentPartPr>
            <p14:xfrm>
              <a:off x="6544989" y="254785"/>
              <a:ext cx="1094760" cy="6732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889EE636-9E36-4927-A791-0DA9DE8A84A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527349" y="219145"/>
                <a:ext cx="1130400" cy="13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59" name="Cerneală 58">
                <a:extLst>
                  <a:ext uri="{FF2B5EF4-FFF2-40B4-BE49-F238E27FC236}">
                    <a16:creationId xmlns:a16="http://schemas.microsoft.com/office/drawing/2014/main" id="{F102AD34-AA18-498B-9B44-956ABD3677F6}"/>
                  </a:ext>
                </a:extLst>
              </p14:cNvPr>
              <p14:cNvContentPartPr/>
              <p14:nvPr/>
            </p14:nvContentPartPr>
            <p14:xfrm>
              <a:off x="7478469" y="220945"/>
              <a:ext cx="212400" cy="234000"/>
            </p14:xfrm>
          </p:contentPart>
        </mc:Choice>
        <mc:Fallback xmlns="">
          <p:pic>
            <p:nvPicPr>
              <p:cNvPr id="59" name="Cerneală 58">
                <a:extLst>
                  <a:ext uri="{FF2B5EF4-FFF2-40B4-BE49-F238E27FC236}">
                    <a16:creationId xmlns:a16="http://schemas.microsoft.com/office/drawing/2014/main" id="{F102AD34-AA18-498B-9B44-956ABD3677F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460829" y="185305"/>
                <a:ext cx="248040" cy="30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A39B5462-9012-49EC-B012-5ECB3D21DAA7}"/>
                  </a:ext>
                </a:extLst>
              </p14:cNvPr>
              <p14:cNvContentPartPr/>
              <p14:nvPr/>
            </p14:nvContentPartPr>
            <p14:xfrm>
              <a:off x="7875189" y="96025"/>
              <a:ext cx="22320" cy="3996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A39B5462-9012-49EC-B012-5ECB3D21DAA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857549" y="60025"/>
                <a:ext cx="57960" cy="11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274D6E79-4F90-478D-ADE5-DF35F94EDC33}"/>
                  </a:ext>
                </a:extLst>
              </p14:cNvPr>
              <p14:cNvContentPartPr/>
              <p14:nvPr/>
            </p14:nvContentPartPr>
            <p14:xfrm>
              <a:off x="7863669" y="273865"/>
              <a:ext cx="10080" cy="2412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274D6E79-4F90-478D-ADE5-DF35F94EDC3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846029" y="237865"/>
                <a:ext cx="4572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B3B793E5-3CCC-4831-8577-249D1B579D03}"/>
                  </a:ext>
                </a:extLst>
              </p14:cNvPr>
              <p14:cNvContentPartPr/>
              <p14:nvPr/>
            </p14:nvContentPartPr>
            <p14:xfrm>
              <a:off x="7852869" y="413545"/>
              <a:ext cx="2880" cy="792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B3B793E5-3CCC-4831-8577-249D1B579D0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835229" y="377545"/>
                <a:ext cx="38520" cy="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6790F505-2C64-4E12-82DB-02C31213E167}"/>
                  </a:ext>
                </a:extLst>
              </p14:cNvPr>
              <p14:cNvContentPartPr/>
              <p14:nvPr/>
            </p14:nvContentPartPr>
            <p14:xfrm>
              <a:off x="7856109" y="495265"/>
              <a:ext cx="7920" cy="2808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6790F505-2C64-4E12-82DB-02C31213E16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838109" y="459625"/>
                <a:ext cx="43560" cy="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64" name="Cerneală 63">
                <a:extLst>
                  <a:ext uri="{FF2B5EF4-FFF2-40B4-BE49-F238E27FC236}">
                    <a16:creationId xmlns:a16="http://schemas.microsoft.com/office/drawing/2014/main" id="{003996AE-0F0B-4C94-9C7A-299F0C4488BF}"/>
                  </a:ext>
                </a:extLst>
              </p14:cNvPr>
              <p14:cNvContentPartPr/>
              <p14:nvPr/>
            </p14:nvContentPartPr>
            <p14:xfrm>
              <a:off x="7863309" y="582025"/>
              <a:ext cx="11880" cy="7920"/>
            </p14:xfrm>
          </p:contentPart>
        </mc:Choice>
        <mc:Fallback xmlns="">
          <p:pic>
            <p:nvPicPr>
              <p:cNvPr id="64" name="Cerneală 63">
                <a:extLst>
                  <a:ext uri="{FF2B5EF4-FFF2-40B4-BE49-F238E27FC236}">
                    <a16:creationId xmlns:a16="http://schemas.microsoft.com/office/drawing/2014/main" id="{003996AE-0F0B-4C94-9C7A-299F0C4488B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845669" y="546025"/>
                <a:ext cx="47520" cy="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65" name="Cerneală 64">
                <a:extLst>
                  <a:ext uri="{FF2B5EF4-FFF2-40B4-BE49-F238E27FC236}">
                    <a16:creationId xmlns:a16="http://schemas.microsoft.com/office/drawing/2014/main" id="{FD2DEB80-B443-4BAE-AFE4-4433484C6709}"/>
                  </a:ext>
                </a:extLst>
              </p14:cNvPr>
              <p14:cNvContentPartPr/>
              <p14:nvPr/>
            </p14:nvContentPartPr>
            <p14:xfrm>
              <a:off x="8581869" y="235705"/>
              <a:ext cx="1332360" cy="43560"/>
            </p14:xfrm>
          </p:contentPart>
        </mc:Choice>
        <mc:Fallback xmlns="">
          <p:pic>
            <p:nvPicPr>
              <p:cNvPr id="65" name="Cerneală 64">
                <a:extLst>
                  <a:ext uri="{FF2B5EF4-FFF2-40B4-BE49-F238E27FC236}">
                    <a16:creationId xmlns:a16="http://schemas.microsoft.com/office/drawing/2014/main" id="{FD2DEB80-B443-4BAE-AFE4-4433484C670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563869" y="200065"/>
                <a:ext cx="1368000" cy="11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66" name="Cerneală 65">
                <a:extLst>
                  <a:ext uri="{FF2B5EF4-FFF2-40B4-BE49-F238E27FC236}">
                    <a16:creationId xmlns:a16="http://schemas.microsoft.com/office/drawing/2014/main" id="{08AA8798-D195-46BF-B927-5BCE5F3608DC}"/>
                  </a:ext>
                </a:extLst>
              </p14:cNvPr>
              <p14:cNvContentPartPr/>
              <p14:nvPr/>
            </p14:nvContentPartPr>
            <p14:xfrm>
              <a:off x="8509869" y="166225"/>
              <a:ext cx="247680" cy="190440"/>
            </p14:xfrm>
          </p:contentPart>
        </mc:Choice>
        <mc:Fallback xmlns="">
          <p:pic>
            <p:nvPicPr>
              <p:cNvPr id="66" name="Cerneală 65">
                <a:extLst>
                  <a:ext uri="{FF2B5EF4-FFF2-40B4-BE49-F238E27FC236}">
                    <a16:creationId xmlns:a16="http://schemas.microsoft.com/office/drawing/2014/main" id="{08AA8798-D195-46BF-B927-5BCE5F3608D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492229" y="130225"/>
                <a:ext cx="283320" cy="2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67" name="Cerneală 66">
                <a:extLst>
                  <a:ext uri="{FF2B5EF4-FFF2-40B4-BE49-F238E27FC236}">
                    <a16:creationId xmlns:a16="http://schemas.microsoft.com/office/drawing/2014/main" id="{5E9E510A-B940-48EA-B2CE-597737069A1A}"/>
                  </a:ext>
                </a:extLst>
              </p14:cNvPr>
              <p14:cNvContentPartPr/>
              <p14:nvPr/>
            </p14:nvContentPartPr>
            <p14:xfrm>
              <a:off x="3142629" y="1132825"/>
              <a:ext cx="153000" cy="127440"/>
            </p14:xfrm>
          </p:contentPart>
        </mc:Choice>
        <mc:Fallback xmlns="">
          <p:pic>
            <p:nvPicPr>
              <p:cNvPr id="67" name="Cerneală 66">
                <a:extLst>
                  <a:ext uri="{FF2B5EF4-FFF2-40B4-BE49-F238E27FC236}">
                    <a16:creationId xmlns:a16="http://schemas.microsoft.com/office/drawing/2014/main" id="{5E9E510A-B940-48EA-B2CE-597737069A1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124629" y="1097185"/>
                <a:ext cx="18864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68" name="Cerneală 67">
                <a:extLst>
                  <a:ext uri="{FF2B5EF4-FFF2-40B4-BE49-F238E27FC236}">
                    <a16:creationId xmlns:a16="http://schemas.microsoft.com/office/drawing/2014/main" id="{016E1798-A380-4CCB-A0F7-00C0F4754A46}"/>
                  </a:ext>
                </a:extLst>
              </p14:cNvPr>
              <p14:cNvContentPartPr/>
              <p14:nvPr/>
            </p14:nvContentPartPr>
            <p14:xfrm>
              <a:off x="3151989" y="1415425"/>
              <a:ext cx="182520" cy="129240"/>
            </p14:xfrm>
          </p:contentPart>
        </mc:Choice>
        <mc:Fallback xmlns="">
          <p:pic>
            <p:nvPicPr>
              <p:cNvPr id="68" name="Cerneală 67">
                <a:extLst>
                  <a:ext uri="{FF2B5EF4-FFF2-40B4-BE49-F238E27FC236}">
                    <a16:creationId xmlns:a16="http://schemas.microsoft.com/office/drawing/2014/main" id="{016E1798-A380-4CCB-A0F7-00C0F4754A46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134349" y="1379785"/>
                <a:ext cx="21816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DBA0CDCE-9166-4CBE-91C5-99FE17793B6E}"/>
                  </a:ext>
                </a:extLst>
              </p14:cNvPr>
              <p14:cNvContentPartPr/>
              <p14:nvPr/>
            </p14:nvContentPartPr>
            <p14:xfrm>
              <a:off x="9513909" y="928705"/>
              <a:ext cx="34560" cy="36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DBA0CDCE-9166-4CBE-91C5-99FE17793B6E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495909" y="892705"/>
                <a:ext cx="702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515D671B-45A7-474D-8115-2FDEAF856583}"/>
                  </a:ext>
                </a:extLst>
              </p14:cNvPr>
              <p14:cNvContentPartPr/>
              <p14:nvPr/>
            </p14:nvContentPartPr>
            <p14:xfrm>
              <a:off x="9442269" y="860665"/>
              <a:ext cx="138960" cy="37044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515D671B-45A7-474D-8115-2FDEAF856583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424629" y="824665"/>
                <a:ext cx="174600" cy="44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71" name="Cerneală 70">
                <a:extLst>
                  <a:ext uri="{FF2B5EF4-FFF2-40B4-BE49-F238E27FC236}">
                    <a16:creationId xmlns:a16="http://schemas.microsoft.com/office/drawing/2014/main" id="{E456FB2D-6DB8-4DBD-BC14-0880B69DD533}"/>
                  </a:ext>
                </a:extLst>
              </p14:cNvPr>
              <p14:cNvContentPartPr/>
              <p14:nvPr/>
            </p14:nvContentPartPr>
            <p14:xfrm>
              <a:off x="9329589" y="849505"/>
              <a:ext cx="260280" cy="397440"/>
            </p14:xfrm>
          </p:contentPart>
        </mc:Choice>
        <mc:Fallback xmlns="">
          <p:pic>
            <p:nvPicPr>
              <p:cNvPr id="71" name="Cerneală 70">
                <a:extLst>
                  <a:ext uri="{FF2B5EF4-FFF2-40B4-BE49-F238E27FC236}">
                    <a16:creationId xmlns:a16="http://schemas.microsoft.com/office/drawing/2014/main" id="{E456FB2D-6DB8-4DBD-BC14-0880B69DD533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311949" y="813865"/>
                <a:ext cx="295920" cy="46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72" name="Cerneală 71">
                <a:extLst>
                  <a:ext uri="{FF2B5EF4-FFF2-40B4-BE49-F238E27FC236}">
                    <a16:creationId xmlns:a16="http://schemas.microsoft.com/office/drawing/2014/main" id="{2B5B7467-7C88-4AF5-B510-55BBB737D967}"/>
                  </a:ext>
                </a:extLst>
              </p14:cNvPr>
              <p14:cNvContentPartPr/>
              <p14:nvPr/>
            </p14:nvContentPartPr>
            <p14:xfrm>
              <a:off x="3127869" y="1977385"/>
              <a:ext cx="158400" cy="96120"/>
            </p14:xfrm>
          </p:contentPart>
        </mc:Choice>
        <mc:Fallback xmlns="">
          <p:pic>
            <p:nvPicPr>
              <p:cNvPr id="72" name="Cerneală 71">
                <a:extLst>
                  <a:ext uri="{FF2B5EF4-FFF2-40B4-BE49-F238E27FC236}">
                    <a16:creationId xmlns:a16="http://schemas.microsoft.com/office/drawing/2014/main" id="{2B5B7467-7C88-4AF5-B510-55BBB737D967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110229" y="1941385"/>
                <a:ext cx="194040" cy="16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73" name="Cerneală 72">
                <a:extLst>
                  <a:ext uri="{FF2B5EF4-FFF2-40B4-BE49-F238E27FC236}">
                    <a16:creationId xmlns:a16="http://schemas.microsoft.com/office/drawing/2014/main" id="{08274134-2A16-440E-B57F-8D59AF66E473}"/>
                  </a:ext>
                </a:extLst>
              </p14:cNvPr>
              <p14:cNvContentPartPr/>
              <p14:nvPr/>
            </p14:nvContentPartPr>
            <p14:xfrm>
              <a:off x="8339949" y="905665"/>
              <a:ext cx="269640" cy="325440"/>
            </p14:xfrm>
          </p:contentPart>
        </mc:Choice>
        <mc:Fallback xmlns="">
          <p:pic>
            <p:nvPicPr>
              <p:cNvPr id="73" name="Cerneală 72">
                <a:extLst>
                  <a:ext uri="{FF2B5EF4-FFF2-40B4-BE49-F238E27FC236}">
                    <a16:creationId xmlns:a16="http://schemas.microsoft.com/office/drawing/2014/main" id="{08274134-2A16-440E-B57F-8D59AF66E473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322309" y="870025"/>
                <a:ext cx="305280" cy="39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74" name="Cerneală 73">
                <a:extLst>
                  <a:ext uri="{FF2B5EF4-FFF2-40B4-BE49-F238E27FC236}">
                    <a16:creationId xmlns:a16="http://schemas.microsoft.com/office/drawing/2014/main" id="{DFF1D74A-E23F-47F6-A8FF-6C3776270D96}"/>
                  </a:ext>
                </a:extLst>
              </p14:cNvPr>
              <p14:cNvContentPartPr/>
              <p14:nvPr/>
            </p14:nvContentPartPr>
            <p14:xfrm>
              <a:off x="3176109" y="2367985"/>
              <a:ext cx="214920" cy="122400"/>
            </p14:xfrm>
          </p:contentPart>
        </mc:Choice>
        <mc:Fallback xmlns="">
          <p:pic>
            <p:nvPicPr>
              <p:cNvPr id="74" name="Cerneală 73">
                <a:extLst>
                  <a:ext uri="{FF2B5EF4-FFF2-40B4-BE49-F238E27FC236}">
                    <a16:creationId xmlns:a16="http://schemas.microsoft.com/office/drawing/2014/main" id="{DFF1D74A-E23F-47F6-A8FF-6C3776270D96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158109" y="2331985"/>
                <a:ext cx="25056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75" name="Cerneală 74">
                <a:extLst>
                  <a:ext uri="{FF2B5EF4-FFF2-40B4-BE49-F238E27FC236}">
                    <a16:creationId xmlns:a16="http://schemas.microsoft.com/office/drawing/2014/main" id="{F8895AC8-34FC-40B2-A8CB-78B8FB91802E}"/>
                  </a:ext>
                </a:extLst>
              </p14:cNvPr>
              <p14:cNvContentPartPr/>
              <p14:nvPr/>
            </p14:nvContentPartPr>
            <p14:xfrm>
              <a:off x="6087789" y="3022105"/>
              <a:ext cx="6120" cy="360"/>
            </p14:xfrm>
          </p:contentPart>
        </mc:Choice>
        <mc:Fallback xmlns="">
          <p:pic>
            <p:nvPicPr>
              <p:cNvPr id="75" name="Cerneală 74">
                <a:extLst>
                  <a:ext uri="{FF2B5EF4-FFF2-40B4-BE49-F238E27FC236}">
                    <a16:creationId xmlns:a16="http://schemas.microsoft.com/office/drawing/2014/main" id="{F8895AC8-34FC-40B2-A8CB-78B8FB91802E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069789" y="2986105"/>
                <a:ext cx="4176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76" name="Cerneală 75">
                <a:extLst>
                  <a:ext uri="{FF2B5EF4-FFF2-40B4-BE49-F238E27FC236}">
                    <a16:creationId xmlns:a16="http://schemas.microsoft.com/office/drawing/2014/main" id="{F5C1C1C1-F2DA-4744-AB1F-82BA244C8BFE}"/>
                  </a:ext>
                </a:extLst>
              </p14:cNvPr>
              <p14:cNvContentPartPr/>
              <p14:nvPr/>
            </p14:nvContentPartPr>
            <p14:xfrm>
              <a:off x="6559029" y="1664185"/>
              <a:ext cx="301680" cy="389160"/>
            </p14:xfrm>
          </p:contentPart>
        </mc:Choice>
        <mc:Fallback xmlns="">
          <p:pic>
            <p:nvPicPr>
              <p:cNvPr id="76" name="Cerneală 75">
                <a:extLst>
                  <a:ext uri="{FF2B5EF4-FFF2-40B4-BE49-F238E27FC236}">
                    <a16:creationId xmlns:a16="http://schemas.microsoft.com/office/drawing/2014/main" id="{F5C1C1C1-F2DA-4744-AB1F-82BA244C8BFE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541029" y="1628185"/>
                <a:ext cx="337320" cy="46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77" name="Cerneală 76">
                <a:extLst>
                  <a:ext uri="{FF2B5EF4-FFF2-40B4-BE49-F238E27FC236}">
                    <a16:creationId xmlns:a16="http://schemas.microsoft.com/office/drawing/2014/main" id="{954C2404-E393-41CD-84CE-A04E268CDB5E}"/>
                  </a:ext>
                </a:extLst>
              </p14:cNvPr>
              <p14:cNvContentPartPr/>
              <p14:nvPr/>
            </p14:nvContentPartPr>
            <p14:xfrm>
              <a:off x="3190509" y="2940025"/>
              <a:ext cx="148680" cy="77400"/>
            </p14:xfrm>
          </p:contentPart>
        </mc:Choice>
        <mc:Fallback xmlns="">
          <p:pic>
            <p:nvPicPr>
              <p:cNvPr id="77" name="Cerneală 76">
                <a:extLst>
                  <a:ext uri="{FF2B5EF4-FFF2-40B4-BE49-F238E27FC236}">
                    <a16:creationId xmlns:a16="http://schemas.microsoft.com/office/drawing/2014/main" id="{954C2404-E393-41CD-84CE-A04E268CDB5E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172509" y="2904385"/>
                <a:ext cx="184320" cy="14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0CB4CBBA-2ABA-4857-A0E3-4BE50DEFD1D1}"/>
                  </a:ext>
                </a:extLst>
              </p14:cNvPr>
              <p14:cNvContentPartPr/>
              <p14:nvPr/>
            </p14:nvContentPartPr>
            <p14:xfrm>
              <a:off x="7397829" y="1582105"/>
              <a:ext cx="307800" cy="35388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0CB4CBBA-2ABA-4857-A0E3-4BE50DEFD1D1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379829" y="1546465"/>
                <a:ext cx="343440" cy="42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80" name="Cerneală 79">
                <a:extLst>
                  <a:ext uri="{FF2B5EF4-FFF2-40B4-BE49-F238E27FC236}">
                    <a16:creationId xmlns:a16="http://schemas.microsoft.com/office/drawing/2014/main" id="{20E190DB-7F73-4D5B-AD8C-32CF0387A4E8}"/>
                  </a:ext>
                </a:extLst>
              </p14:cNvPr>
              <p14:cNvContentPartPr/>
              <p14:nvPr/>
            </p14:nvContentPartPr>
            <p14:xfrm>
              <a:off x="3228309" y="3378865"/>
              <a:ext cx="196920" cy="148320"/>
            </p14:xfrm>
          </p:contentPart>
        </mc:Choice>
        <mc:Fallback xmlns="">
          <p:pic>
            <p:nvPicPr>
              <p:cNvPr id="80" name="Cerneală 79">
                <a:extLst>
                  <a:ext uri="{FF2B5EF4-FFF2-40B4-BE49-F238E27FC236}">
                    <a16:creationId xmlns:a16="http://schemas.microsoft.com/office/drawing/2014/main" id="{20E190DB-7F73-4D5B-AD8C-32CF0387A4E8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210669" y="3342865"/>
                <a:ext cx="23256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578996D8-2554-47B4-8D21-CEE6FC9E4DE4}"/>
                  </a:ext>
                </a:extLst>
              </p14:cNvPr>
              <p14:cNvContentPartPr/>
              <p14:nvPr/>
            </p14:nvContentPartPr>
            <p14:xfrm>
              <a:off x="9486189" y="1616665"/>
              <a:ext cx="13680" cy="540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578996D8-2554-47B4-8D21-CEE6FC9E4DE4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9468549" y="1581025"/>
                <a:ext cx="4932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82" name="Cerneală 81">
                <a:extLst>
                  <a:ext uri="{FF2B5EF4-FFF2-40B4-BE49-F238E27FC236}">
                    <a16:creationId xmlns:a16="http://schemas.microsoft.com/office/drawing/2014/main" id="{59B49DDE-68B9-4205-B3A8-180D1F6E7788}"/>
                  </a:ext>
                </a:extLst>
              </p14:cNvPr>
              <p14:cNvContentPartPr/>
              <p14:nvPr/>
            </p14:nvContentPartPr>
            <p14:xfrm>
              <a:off x="9363789" y="1557265"/>
              <a:ext cx="342720" cy="363960"/>
            </p14:xfrm>
          </p:contentPart>
        </mc:Choice>
        <mc:Fallback xmlns="">
          <p:pic>
            <p:nvPicPr>
              <p:cNvPr id="82" name="Cerneală 81">
                <a:extLst>
                  <a:ext uri="{FF2B5EF4-FFF2-40B4-BE49-F238E27FC236}">
                    <a16:creationId xmlns:a16="http://schemas.microsoft.com/office/drawing/2014/main" id="{59B49DDE-68B9-4205-B3A8-180D1F6E7788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9345789" y="1521625"/>
                <a:ext cx="378360" cy="43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83" name="Cerneală 82">
                <a:extLst>
                  <a:ext uri="{FF2B5EF4-FFF2-40B4-BE49-F238E27FC236}">
                    <a16:creationId xmlns:a16="http://schemas.microsoft.com/office/drawing/2014/main" id="{2D1C9D3F-BC63-4433-98BC-36478F3E6433}"/>
                  </a:ext>
                </a:extLst>
              </p14:cNvPr>
              <p14:cNvContentPartPr/>
              <p14:nvPr/>
            </p14:nvContentPartPr>
            <p14:xfrm>
              <a:off x="3248469" y="3799705"/>
              <a:ext cx="224640" cy="108360"/>
            </p14:xfrm>
          </p:contentPart>
        </mc:Choice>
        <mc:Fallback xmlns="">
          <p:pic>
            <p:nvPicPr>
              <p:cNvPr id="83" name="Cerneală 82">
                <a:extLst>
                  <a:ext uri="{FF2B5EF4-FFF2-40B4-BE49-F238E27FC236}">
                    <a16:creationId xmlns:a16="http://schemas.microsoft.com/office/drawing/2014/main" id="{2D1C9D3F-BC63-4433-98BC-36478F3E6433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230469" y="3763705"/>
                <a:ext cx="26028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84" name="Cerneală 83">
                <a:extLst>
                  <a:ext uri="{FF2B5EF4-FFF2-40B4-BE49-F238E27FC236}">
                    <a16:creationId xmlns:a16="http://schemas.microsoft.com/office/drawing/2014/main" id="{00EF1E2F-072C-4675-BFC9-2D312565FF1C}"/>
                  </a:ext>
                </a:extLst>
              </p14:cNvPr>
              <p14:cNvContentPartPr/>
              <p14:nvPr/>
            </p14:nvContentPartPr>
            <p14:xfrm>
              <a:off x="8315469" y="1636105"/>
              <a:ext cx="367920" cy="340560"/>
            </p14:xfrm>
          </p:contentPart>
        </mc:Choice>
        <mc:Fallback xmlns="">
          <p:pic>
            <p:nvPicPr>
              <p:cNvPr id="84" name="Cerneală 83">
                <a:extLst>
                  <a:ext uri="{FF2B5EF4-FFF2-40B4-BE49-F238E27FC236}">
                    <a16:creationId xmlns:a16="http://schemas.microsoft.com/office/drawing/2014/main" id="{00EF1E2F-072C-4675-BFC9-2D312565FF1C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297829" y="1600465"/>
                <a:ext cx="403560" cy="41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85" name="Cerneală 84">
                <a:extLst>
                  <a:ext uri="{FF2B5EF4-FFF2-40B4-BE49-F238E27FC236}">
                    <a16:creationId xmlns:a16="http://schemas.microsoft.com/office/drawing/2014/main" id="{E3C51A7A-B273-4D87-ACA5-7BD80F3C500B}"/>
                  </a:ext>
                </a:extLst>
              </p14:cNvPr>
              <p14:cNvContentPartPr/>
              <p14:nvPr/>
            </p14:nvContentPartPr>
            <p14:xfrm>
              <a:off x="3262509" y="4460665"/>
              <a:ext cx="246600" cy="196200"/>
            </p14:xfrm>
          </p:contentPart>
        </mc:Choice>
        <mc:Fallback xmlns="">
          <p:pic>
            <p:nvPicPr>
              <p:cNvPr id="85" name="Cerneală 84">
                <a:extLst>
                  <a:ext uri="{FF2B5EF4-FFF2-40B4-BE49-F238E27FC236}">
                    <a16:creationId xmlns:a16="http://schemas.microsoft.com/office/drawing/2014/main" id="{E3C51A7A-B273-4D87-ACA5-7BD80F3C500B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244869" y="4424665"/>
                <a:ext cx="282240" cy="26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89" name="Cerneală 88">
                <a:extLst>
                  <a:ext uri="{FF2B5EF4-FFF2-40B4-BE49-F238E27FC236}">
                    <a16:creationId xmlns:a16="http://schemas.microsoft.com/office/drawing/2014/main" id="{3A4294E5-6BB6-4F31-9060-44A09754313A}"/>
                  </a:ext>
                </a:extLst>
              </p14:cNvPr>
              <p14:cNvContentPartPr/>
              <p14:nvPr/>
            </p14:nvContentPartPr>
            <p14:xfrm>
              <a:off x="7097949" y="769225"/>
              <a:ext cx="1613160" cy="747000"/>
            </p14:xfrm>
          </p:contentPart>
        </mc:Choice>
        <mc:Fallback xmlns="">
          <p:pic>
            <p:nvPicPr>
              <p:cNvPr id="89" name="Cerneală 88">
                <a:extLst>
                  <a:ext uri="{FF2B5EF4-FFF2-40B4-BE49-F238E27FC236}">
                    <a16:creationId xmlns:a16="http://schemas.microsoft.com/office/drawing/2014/main" id="{3A4294E5-6BB6-4F31-9060-44A09754313A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079949" y="733585"/>
                <a:ext cx="1648800" cy="81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90" name="Cerneală 89">
                <a:extLst>
                  <a:ext uri="{FF2B5EF4-FFF2-40B4-BE49-F238E27FC236}">
                    <a16:creationId xmlns:a16="http://schemas.microsoft.com/office/drawing/2014/main" id="{10652404-152D-432F-99F8-6C7C8F539F55}"/>
                  </a:ext>
                </a:extLst>
              </p14:cNvPr>
              <p14:cNvContentPartPr/>
              <p14:nvPr/>
            </p14:nvContentPartPr>
            <p14:xfrm>
              <a:off x="7098309" y="726025"/>
              <a:ext cx="1623240" cy="790200"/>
            </p14:xfrm>
          </p:contentPart>
        </mc:Choice>
        <mc:Fallback xmlns="">
          <p:pic>
            <p:nvPicPr>
              <p:cNvPr id="90" name="Cerneală 89">
                <a:extLst>
                  <a:ext uri="{FF2B5EF4-FFF2-40B4-BE49-F238E27FC236}">
                    <a16:creationId xmlns:a16="http://schemas.microsoft.com/office/drawing/2014/main" id="{10652404-152D-432F-99F8-6C7C8F539F55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080669" y="690385"/>
                <a:ext cx="1658880" cy="86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91" name="Cerneală 90">
                <a:extLst>
                  <a:ext uri="{FF2B5EF4-FFF2-40B4-BE49-F238E27FC236}">
                    <a16:creationId xmlns:a16="http://schemas.microsoft.com/office/drawing/2014/main" id="{CE1D2F96-6F1F-41D4-8206-D962E8BBB684}"/>
                  </a:ext>
                </a:extLst>
              </p14:cNvPr>
              <p14:cNvContentPartPr/>
              <p14:nvPr/>
            </p14:nvContentPartPr>
            <p14:xfrm>
              <a:off x="9443349" y="1241545"/>
              <a:ext cx="146880" cy="18720"/>
            </p14:xfrm>
          </p:contentPart>
        </mc:Choice>
        <mc:Fallback xmlns="">
          <p:pic>
            <p:nvPicPr>
              <p:cNvPr id="91" name="Cerneală 90">
                <a:extLst>
                  <a:ext uri="{FF2B5EF4-FFF2-40B4-BE49-F238E27FC236}">
                    <a16:creationId xmlns:a16="http://schemas.microsoft.com/office/drawing/2014/main" id="{CE1D2F96-6F1F-41D4-8206-D962E8BBB684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9425709" y="1205545"/>
                <a:ext cx="18252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93" name="Cerneală 92">
                <a:extLst>
                  <a:ext uri="{FF2B5EF4-FFF2-40B4-BE49-F238E27FC236}">
                    <a16:creationId xmlns:a16="http://schemas.microsoft.com/office/drawing/2014/main" id="{DC6A08AB-316A-49C8-9E09-FFF2C7CB50F7}"/>
                  </a:ext>
                </a:extLst>
              </p14:cNvPr>
              <p14:cNvContentPartPr/>
              <p14:nvPr/>
            </p14:nvContentPartPr>
            <p14:xfrm>
              <a:off x="8080389" y="595705"/>
              <a:ext cx="1977840" cy="814680"/>
            </p14:xfrm>
          </p:contentPart>
        </mc:Choice>
        <mc:Fallback xmlns="">
          <p:pic>
            <p:nvPicPr>
              <p:cNvPr id="93" name="Cerneală 92">
                <a:extLst>
                  <a:ext uri="{FF2B5EF4-FFF2-40B4-BE49-F238E27FC236}">
                    <a16:creationId xmlns:a16="http://schemas.microsoft.com/office/drawing/2014/main" id="{DC6A08AB-316A-49C8-9E09-FFF2C7CB50F7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8062389" y="560065"/>
                <a:ext cx="2013480" cy="88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95" name="Cerneală 94">
                <a:extLst>
                  <a:ext uri="{FF2B5EF4-FFF2-40B4-BE49-F238E27FC236}">
                    <a16:creationId xmlns:a16="http://schemas.microsoft.com/office/drawing/2014/main" id="{55DEC35E-B15F-4DCC-A3DF-B4015FD55524}"/>
                  </a:ext>
                </a:extLst>
              </p14:cNvPr>
              <p14:cNvContentPartPr/>
              <p14:nvPr/>
            </p14:nvContentPartPr>
            <p14:xfrm>
              <a:off x="6317829" y="1490665"/>
              <a:ext cx="731880" cy="691920"/>
            </p14:xfrm>
          </p:contentPart>
        </mc:Choice>
        <mc:Fallback xmlns="">
          <p:pic>
            <p:nvPicPr>
              <p:cNvPr id="95" name="Cerneală 94">
                <a:extLst>
                  <a:ext uri="{FF2B5EF4-FFF2-40B4-BE49-F238E27FC236}">
                    <a16:creationId xmlns:a16="http://schemas.microsoft.com/office/drawing/2014/main" id="{55DEC35E-B15F-4DCC-A3DF-B4015FD55524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6300189" y="1454665"/>
                <a:ext cx="767520" cy="76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22" name="Cerneală 121">
                <a:extLst>
                  <a:ext uri="{FF2B5EF4-FFF2-40B4-BE49-F238E27FC236}">
                    <a16:creationId xmlns:a16="http://schemas.microsoft.com/office/drawing/2014/main" id="{DA0262BC-8F27-4B87-B138-4F6B84BB0FFD}"/>
                  </a:ext>
                </a:extLst>
              </p14:cNvPr>
              <p14:cNvContentPartPr/>
              <p14:nvPr/>
            </p14:nvContentPartPr>
            <p14:xfrm>
              <a:off x="5970789" y="2853625"/>
              <a:ext cx="2056680" cy="686160"/>
            </p14:xfrm>
          </p:contentPart>
        </mc:Choice>
        <mc:Fallback xmlns="">
          <p:pic>
            <p:nvPicPr>
              <p:cNvPr id="122" name="Cerneală 121">
                <a:extLst>
                  <a:ext uri="{FF2B5EF4-FFF2-40B4-BE49-F238E27FC236}">
                    <a16:creationId xmlns:a16="http://schemas.microsoft.com/office/drawing/2014/main" id="{DA0262BC-8F27-4B87-B138-4F6B84BB0FFD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5953149" y="2817625"/>
                <a:ext cx="2092320" cy="75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61" name="Cerneală 160">
                <a:extLst>
                  <a:ext uri="{FF2B5EF4-FFF2-40B4-BE49-F238E27FC236}">
                    <a16:creationId xmlns:a16="http://schemas.microsoft.com/office/drawing/2014/main" id="{B661F6E6-05A9-4EA8-AC0E-30DDFB5AE546}"/>
                  </a:ext>
                </a:extLst>
              </p14:cNvPr>
              <p14:cNvContentPartPr/>
              <p14:nvPr/>
            </p14:nvContentPartPr>
            <p14:xfrm>
              <a:off x="4571829" y="5693305"/>
              <a:ext cx="1584360" cy="867960"/>
            </p14:xfrm>
          </p:contentPart>
        </mc:Choice>
        <mc:Fallback xmlns="">
          <p:pic>
            <p:nvPicPr>
              <p:cNvPr id="161" name="Cerneală 160">
                <a:extLst>
                  <a:ext uri="{FF2B5EF4-FFF2-40B4-BE49-F238E27FC236}">
                    <a16:creationId xmlns:a16="http://schemas.microsoft.com/office/drawing/2014/main" id="{B661F6E6-05A9-4EA8-AC0E-30DDFB5AE546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4553829" y="5675665"/>
                <a:ext cx="1620000" cy="90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64" name="Cerneală 163">
                <a:extLst>
                  <a:ext uri="{FF2B5EF4-FFF2-40B4-BE49-F238E27FC236}">
                    <a16:creationId xmlns:a16="http://schemas.microsoft.com/office/drawing/2014/main" id="{F31AC1F9-82F5-4A10-9691-42DE218CB49A}"/>
                  </a:ext>
                </a:extLst>
              </p14:cNvPr>
              <p14:cNvContentPartPr/>
              <p14:nvPr/>
            </p14:nvContentPartPr>
            <p14:xfrm>
              <a:off x="5926869" y="3720013"/>
              <a:ext cx="1515600" cy="717840"/>
            </p14:xfrm>
          </p:contentPart>
        </mc:Choice>
        <mc:Fallback xmlns="">
          <p:pic>
            <p:nvPicPr>
              <p:cNvPr id="164" name="Cerneală 163">
                <a:extLst>
                  <a:ext uri="{FF2B5EF4-FFF2-40B4-BE49-F238E27FC236}">
                    <a16:creationId xmlns:a16="http://schemas.microsoft.com/office/drawing/2014/main" id="{F31AC1F9-82F5-4A10-9691-42DE218CB49A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5908869" y="3684013"/>
                <a:ext cx="1551240" cy="78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208" name="Cerneală 207">
                <a:extLst>
                  <a:ext uri="{FF2B5EF4-FFF2-40B4-BE49-F238E27FC236}">
                    <a16:creationId xmlns:a16="http://schemas.microsoft.com/office/drawing/2014/main" id="{08C62030-1B5E-4608-A208-C2221CEA0929}"/>
                  </a:ext>
                </a:extLst>
              </p14:cNvPr>
              <p14:cNvContentPartPr/>
              <p14:nvPr/>
            </p14:nvContentPartPr>
            <p14:xfrm>
              <a:off x="2271069" y="29065"/>
              <a:ext cx="8710560" cy="5542920"/>
            </p14:xfrm>
          </p:contentPart>
        </mc:Choice>
        <mc:Fallback xmlns="">
          <p:pic>
            <p:nvPicPr>
              <p:cNvPr id="208" name="Cerneală 207">
                <a:extLst>
                  <a:ext uri="{FF2B5EF4-FFF2-40B4-BE49-F238E27FC236}">
                    <a16:creationId xmlns:a16="http://schemas.microsoft.com/office/drawing/2014/main" id="{08C62030-1B5E-4608-A208-C2221CEA0929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2253429" y="11065"/>
                <a:ext cx="8746200" cy="5578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5612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89" name="Cerneală 188">
                <a:extLst>
                  <a:ext uri="{FF2B5EF4-FFF2-40B4-BE49-F238E27FC236}">
                    <a16:creationId xmlns:a16="http://schemas.microsoft.com/office/drawing/2014/main" id="{5243EDD5-66D6-490C-99EA-8ED0E17A07D1}"/>
                  </a:ext>
                </a:extLst>
              </p14:cNvPr>
              <p14:cNvContentPartPr/>
              <p14:nvPr/>
            </p14:nvContentPartPr>
            <p14:xfrm>
              <a:off x="423189" y="216265"/>
              <a:ext cx="11755440" cy="4615200"/>
            </p14:xfrm>
          </p:contentPart>
        </mc:Choice>
        <mc:Fallback xmlns="">
          <p:pic>
            <p:nvPicPr>
              <p:cNvPr id="189" name="Cerneală 188">
                <a:extLst>
                  <a:ext uri="{FF2B5EF4-FFF2-40B4-BE49-F238E27FC236}">
                    <a16:creationId xmlns:a16="http://schemas.microsoft.com/office/drawing/2014/main" id="{5243EDD5-66D6-490C-99EA-8ED0E17A07D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5189" y="198264"/>
                <a:ext cx="11791080" cy="46508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73" name="Cerneală 272">
                <a:extLst>
                  <a:ext uri="{FF2B5EF4-FFF2-40B4-BE49-F238E27FC236}">
                    <a16:creationId xmlns:a16="http://schemas.microsoft.com/office/drawing/2014/main" id="{4BFC3BDC-F914-46A9-B1C2-03338A55997B}"/>
                  </a:ext>
                </a:extLst>
              </p14:cNvPr>
              <p14:cNvContentPartPr/>
              <p14:nvPr/>
            </p14:nvContentPartPr>
            <p14:xfrm>
              <a:off x="413109" y="4927945"/>
              <a:ext cx="7395480" cy="1871640"/>
            </p14:xfrm>
          </p:contentPart>
        </mc:Choice>
        <mc:Fallback xmlns="">
          <p:pic>
            <p:nvPicPr>
              <p:cNvPr id="273" name="Cerneală 272">
                <a:extLst>
                  <a:ext uri="{FF2B5EF4-FFF2-40B4-BE49-F238E27FC236}">
                    <a16:creationId xmlns:a16="http://schemas.microsoft.com/office/drawing/2014/main" id="{4BFC3BDC-F914-46A9-B1C2-03338A55997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5109" y="4909945"/>
                <a:ext cx="7431120" cy="19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74" name="Cerneală 273">
                <a:extLst>
                  <a:ext uri="{FF2B5EF4-FFF2-40B4-BE49-F238E27FC236}">
                    <a16:creationId xmlns:a16="http://schemas.microsoft.com/office/drawing/2014/main" id="{C344FC9C-11E0-491A-A304-FEDB4AC4613E}"/>
                  </a:ext>
                </a:extLst>
              </p14:cNvPr>
              <p14:cNvContentPartPr/>
              <p14:nvPr/>
            </p14:nvContentPartPr>
            <p14:xfrm>
              <a:off x="9050589" y="2998345"/>
              <a:ext cx="658440" cy="2396520"/>
            </p14:xfrm>
          </p:contentPart>
        </mc:Choice>
        <mc:Fallback xmlns="">
          <p:pic>
            <p:nvPicPr>
              <p:cNvPr id="274" name="Cerneală 273">
                <a:extLst>
                  <a:ext uri="{FF2B5EF4-FFF2-40B4-BE49-F238E27FC236}">
                    <a16:creationId xmlns:a16="http://schemas.microsoft.com/office/drawing/2014/main" id="{C344FC9C-11E0-491A-A304-FEDB4AC4613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032589" y="2962345"/>
                <a:ext cx="694080" cy="246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75" name="Cerneală 274">
                <a:extLst>
                  <a:ext uri="{FF2B5EF4-FFF2-40B4-BE49-F238E27FC236}">
                    <a16:creationId xmlns:a16="http://schemas.microsoft.com/office/drawing/2014/main" id="{9693716A-6D87-4AE6-B1C0-6C36874BB017}"/>
                  </a:ext>
                </a:extLst>
              </p14:cNvPr>
              <p14:cNvContentPartPr/>
              <p14:nvPr/>
            </p14:nvContentPartPr>
            <p14:xfrm>
              <a:off x="9558189" y="5231425"/>
              <a:ext cx="182880" cy="321480"/>
            </p14:xfrm>
          </p:contentPart>
        </mc:Choice>
        <mc:Fallback xmlns="">
          <p:pic>
            <p:nvPicPr>
              <p:cNvPr id="275" name="Cerneală 274">
                <a:extLst>
                  <a:ext uri="{FF2B5EF4-FFF2-40B4-BE49-F238E27FC236}">
                    <a16:creationId xmlns:a16="http://schemas.microsoft.com/office/drawing/2014/main" id="{9693716A-6D87-4AE6-B1C0-6C36874BB01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540549" y="5195425"/>
                <a:ext cx="218520" cy="39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76" name="Cerneală 275">
                <a:extLst>
                  <a:ext uri="{FF2B5EF4-FFF2-40B4-BE49-F238E27FC236}">
                    <a16:creationId xmlns:a16="http://schemas.microsoft.com/office/drawing/2014/main" id="{A604BA11-5FEC-4FEB-A02F-78DD08E29FCB}"/>
                  </a:ext>
                </a:extLst>
              </p14:cNvPr>
              <p14:cNvContentPartPr/>
              <p14:nvPr/>
            </p14:nvContentPartPr>
            <p14:xfrm>
              <a:off x="10150029" y="5218825"/>
              <a:ext cx="491040" cy="534960"/>
            </p14:xfrm>
          </p:contentPart>
        </mc:Choice>
        <mc:Fallback xmlns="">
          <p:pic>
            <p:nvPicPr>
              <p:cNvPr id="276" name="Cerneală 275">
                <a:extLst>
                  <a:ext uri="{FF2B5EF4-FFF2-40B4-BE49-F238E27FC236}">
                    <a16:creationId xmlns:a16="http://schemas.microsoft.com/office/drawing/2014/main" id="{A604BA11-5FEC-4FEB-A02F-78DD08E29FC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132029" y="5182825"/>
                <a:ext cx="526680" cy="60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77" name="Cerneală 276">
                <a:extLst>
                  <a:ext uri="{FF2B5EF4-FFF2-40B4-BE49-F238E27FC236}">
                    <a16:creationId xmlns:a16="http://schemas.microsoft.com/office/drawing/2014/main" id="{243F9A8C-090B-4453-885E-3477DE5BC243}"/>
                  </a:ext>
                </a:extLst>
              </p14:cNvPr>
              <p14:cNvContentPartPr/>
              <p14:nvPr/>
            </p14:nvContentPartPr>
            <p14:xfrm>
              <a:off x="10721709" y="5267425"/>
              <a:ext cx="660240" cy="244440"/>
            </p14:xfrm>
          </p:contentPart>
        </mc:Choice>
        <mc:Fallback xmlns="">
          <p:pic>
            <p:nvPicPr>
              <p:cNvPr id="277" name="Cerneală 276">
                <a:extLst>
                  <a:ext uri="{FF2B5EF4-FFF2-40B4-BE49-F238E27FC236}">
                    <a16:creationId xmlns:a16="http://schemas.microsoft.com/office/drawing/2014/main" id="{243F9A8C-090B-4453-885E-3477DE5BC24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703709" y="5231785"/>
                <a:ext cx="695880" cy="31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79" name="Cerneală 278">
                <a:extLst>
                  <a:ext uri="{FF2B5EF4-FFF2-40B4-BE49-F238E27FC236}">
                    <a16:creationId xmlns:a16="http://schemas.microsoft.com/office/drawing/2014/main" id="{9238D45B-6316-42CC-9CEA-A604216F34B1}"/>
                  </a:ext>
                </a:extLst>
              </p14:cNvPr>
              <p14:cNvContentPartPr/>
              <p14:nvPr/>
            </p14:nvContentPartPr>
            <p14:xfrm>
              <a:off x="8912709" y="5665945"/>
              <a:ext cx="514800" cy="388440"/>
            </p14:xfrm>
          </p:contentPart>
        </mc:Choice>
        <mc:Fallback xmlns="">
          <p:pic>
            <p:nvPicPr>
              <p:cNvPr id="279" name="Cerneală 278">
                <a:extLst>
                  <a:ext uri="{FF2B5EF4-FFF2-40B4-BE49-F238E27FC236}">
                    <a16:creationId xmlns:a16="http://schemas.microsoft.com/office/drawing/2014/main" id="{9238D45B-6316-42CC-9CEA-A604216F34B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894709" y="5629945"/>
                <a:ext cx="550440" cy="46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80" name="Cerneală 279">
                <a:extLst>
                  <a:ext uri="{FF2B5EF4-FFF2-40B4-BE49-F238E27FC236}">
                    <a16:creationId xmlns:a16="http://schemas.microsoft.com/office/drawing/2014/main" id="{1C32E648-7497-43CC-8E99-DD35F7D7263E}"/>
                  </a:ext>
                </a:extLst>
              </p14:cNvPr>
              <p14:cNvContentPartPr/>
              <p14:nvPr/>
            </p14:nvContentPartPr>
            <p14:xfrm>
              <a:off x="9571509" y="5628865"/>
              <a:ext cx="834480" cy="412200"/>
            </p14:xfrm>
          </p:contentPart>
        </mc:Choice>
        <mc:Fallback xmlns="">
          <p:pic>
            <p:nvPicPr>
              <p:cNvPr id="280" name="Cerneală 279">
                <a:extLst>
                  <a:ext uri="{FF2B5EF4-FFF2-40B4-BE49-F238E27FC236}">
                    <a16:creationId xmlns:a16="http://schemas.microsoft.com/office/drawing/2014/main" id="{1C32E648-7497-43CC-8E99-DD35F7D7263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553509" y="5593225"/>
                <a:ext cx="870120" cy="48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81" name="Cerneală 280">
                <a:extLst>
                  <a:ext uri="{FF2B5EF4-FFF2-40B4-BE49-F238E27FC236}">
                    <a16:creationId xmlns:a16="http://schemas.microsoft.com/office/drawing/2014/main" id="{7F5583AE-E121-4FE0-BBA9-65A425DB7EC6}"/>
                  </a:ext>
                </a:extLst>
              </p14:cNvPr>
              <p14:cNvContentPartPr/>
              <p14:nvPr/>
            </p14:nvContentPartPr>
            <p14:xfrm>
              <a:off x="10888749" y="5866465"/>
              <a:ext cx="182520" cy="149760"/>
            </p14:xfrm>
          </p:contentPart>
        </mc:Choice>
        <mc:Fallback xmlns="">
          <p:pic>
            <p:nvPicPr>
              <p:cNvPr id="281" name="Cerneală 280">
                <a:extLst>
                  <a:ext uri="{FF2B5EF4-FFF2-40B4-BE49-F238E27FC236}">
                    <a16:creationId xmlns:a16="http://schemas.microsoft.com/office/drawing/2014/main" id="{7F5583AE-E121-4FE0-BBA9-65A425DB7EC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871109" y="5830825"/>
                <a:ext cx="21816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82" name="Cerneală 281">
                <a:extLst>
                  <a:ext uri="{FF2B5EF4-FFF2-40B4-BE49-F238E27FC236}">
                    <a16:creationId xmlns:a16="http://schemas.microsoft.com/office/drawing/2014/main" id="{361707CF-A78C-4C3E-8B7B-FEEA855939D5}"/>
                  </a:ext>
                </a:extLst>
              </p14:cNvPr>
              <p14:cNvContentPartPr/>
              <p14:nvPr/>
            </p14:nvContentPartPr>
            <p14:xfrm>
              <a:off x="11155149" y="5871145"/>
              <a:ext cx="276480" cy="117360"/>
            </p14:xfrm>
          </p:contentPart>
        </mc:Choice>
        <mc:Fallback xmlns="">
          <p:pic>
            <p:nvPicPr>
              <p:cNvPr id="282" name="Cerneală 281">
                <a:extLst>
                  <a:ext uri="{FF2B5EF4-FFF2-40B4-BE49-F238E27FC236}">
                    <a16:creationId xmlns:a16="http://schemas.microsoft.com/office/drawing/2014/main" id="{361707CF-A78C-4C3E-8B7B-FEEA855939D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1137149" y="5835505"/>
                <a:ext cx="31212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83" name="Cerneală 282">
                <a:extLst>
                  <a:ext uri="{FF2B5EF4-FFF2-40B4-BE49-F238E27FC236}">
                    <a16:creationId xmlns:a16="http://schemas.microsoft.com/office/drawing/2014/main" id="{2B1B609C-793E-40CA-B693-A84BD4FF1102}"/>
                  </a:ext>
                </a:extLst>
              </p14:cNvPr>
              <p14:cNvContentPartPr/>
              <p14:nvPr/>
            </p14:nvContentPartPr>
            <p14:xfrm>
              <a:off x="11479869" y="5611945"/>
              <a:ext cx="421920" cy="420840"/>
            </p14:xfrm>
          </p:contentPart>
        </mc:Choice>
        <mc:Fallback xmlns="">
          <p:pic>
            <p:nvPicPr>
              <p:cNvPr id="283" name="Cerneală 282">
                <a:extLst>
                  <a:ext uri="{FF2B5EF4-FFF2-40B4-BE49-F238E27FC236}">
                    <a16:creationId xmlns:a16="http://schemas.microsoft.com/office/drawing/2014/main" id="{2B1B609C-793E-40CA-B693-A84BD4FF110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1462229" y="5575945"/>
                <a:ext cx="457560" cy="49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84" name="Cerneală 283">
                <a:extLst>
                  <a:ext uri="{FF2B5EF4-FFF2-40B4-BE49-F238E27FC236}">
                    <a16:creationId xmlns:a16="http://schemas.microsoft.com/office/drawing/2014/main" id="{95ECD984-F453-433B-9860-A46DF0283C95}"/>
                  </a:ext>
                </a:extLst>
              </p14:cNvPr>
              <p14:cNvContentPartPr/>
              <p14:nvPr/>
            </p14:nvContentPartPr>
            <p14:xfrm>
              <a:off x="8325549" y="6303145"/>
              <a:ext cx="462600" cy="227880"/>
            </p14:xfrm>
          </p:contentPart>
        </mc:Choice>
        <mc:Fallback xmlns="">
          <p:pic>
            <p:nvPicPr>
              <p:cNvPr id="284" name="Cerneală 283">
                <a:extLst>
                  <a:ext uri="{FF2B5EF4-FFF2-40B4-BE49-F238E27FC236}">
                    <a16:creationId xmlns:a16="http://schemas.microsoft.com/office/drawing/2014/main" id="{95ECD984-F453-433B-9860-A46DF0283C9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307549" y="6267145"/>
                <a:ext cx="498240" cy="29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85" name="Cerneală 284">
                <a:extLst>
                  <a:ext uri="{FF2B5EF4-FFF2-40B4-BE49-F238E27FC236}">
                    <a16:creationId xmlns:a16="http://schemas.microsoft.com/office/drawing/2014/main" id="{69B7A369-CC65-4642-B935-55C2B69B249A}"/>
                  </a:ext>
                </a:extLst>
              </p14:cNvPr>
              <p14:cNvContentPartPr/>
              <p14:nvPr/>
            </p14:nvContentPartPr>
            <p14:xfrm>
              <a:off x="9121869" y="6394945"/>
              <a:ext cx="663840" cy="185760"/>
            </p14:xfrm>
          </p:contentPart>
        </mc:Choice>
        <mc:Fallback xmlns="">
          <p:pic>
            <p:nvPicPr>
              <p:cNvPr id="285" name="Cerneală 284">
                <a:extLst>
                  <a:ext uri="{FF2B5EF4-FFF2-40B4-BE49-F238E27FC236}">
                    <a16:creationId xmlns:a16="http://schemas.microsoft.com/office/drawing/2014/main" id="{69B7A369-CC65-4642-B935-55C2B69B249A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104229" y="6359305"/>
                <a:ext cx="699480" cy="2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86" name="Cerneală 285">
                <a:extLst>
                  <a:ext uri="{FF2B5EF4-FFF2-40B4-BE49-F238E27FC236}">
                    <a16:creationId xmlns:a16="http://schemas.microsoft.com/office/drawing/2014/main" id="{22A1DADC-4264-4E1C-9508-14B50439B638}"/>
                  </a:ext>
                </a:extLst>
              </p14:cNvPr>
              <p14:cNvContentPartPr/>
              <p14:nvPr/>
            </p14:nvContentPartPr>
            <p14:xfrm>
              <a:off x="9838629" y="6164545"/>
              <a:ext cx="385920" cy="447120"/>
            </p14:xfrm>
          </p:contentPart>
        </mc:Choice>
        <mc:Fallback xmlns="">
          <p:pic>
            <p:nvPicPr>
              <p:cNvPr id="286" name="Cerneală 285">
                <a:extLst>
                  <a:ext uri="{FF2B5EF4-FFF2-40B4-BE49-F238E27FC236}">
                    <a16:creationId xmlns:a16="http://schemas.microsoft.com/office/drawing/2014/main" id="{22A1DADC-4264-4E1C-9508-14B50439B638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820989" y="6128545"/>
                <a:ext cx="421560" cy="51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87" name="Cerneală 286">
                <a:extLst>
                  <a:ext uri="{FF2B5EF4-FFF2-40B4-BE49-F238E27FC236}">
                    <a16:creationId xmlns:a16="http://schemas.microsoft.com/office/drawing/2014/main" id="{D25AF188-1892-4F32-B7AA-EDE375081A9E}"/>
                  </a:ext>
                </a:extLst>
              </p14:cNvPr>
              <p14:cNvContentPartPr/>
              <p14:nvPr/>
            </p14:nvContentPartPr>
            <p14:xfrm>
              <a:off x="9995589" y="6241945"/>
              <a:ext cx="263880" cy="29880"/>
            </p14:xfrm>
          </p:contentPart>
        </mc:Choice>
        <mc:Fallback xmlns="">
          <p:pic>
            <p:nvPicPr>
              <p:cNvPr id="287" name="Cerneală 286">
                <a:extLst>
                  <a:ext uri="{FF2B5EF4-FFF2-40B4-BE49-F238E27FC236}">
                    <a16:creationId xmlns:a16="http://schemas.microsoft.com/office/drawing/2014/main" id="{D25AF188-1892-4F32-B7AA-EDE375081A9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977949" y="6205945"/>
                <a:ext cx="299520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88" name="Cerneală 287">
                <a:extLst>
                  <a:ext uri="{FF2B5EF4-FFF2-40B4-BE49-F238E27FC236}">
                    <a16:creationId xmlns:a16="http://schemas.microsoft.com/office/drawing/2014/main" id="{2EB92A7A-0ABA-46C1-A906-7B0BA19417A7}"/>
                  </a:ext>
                </a:extLst>
              </p14:cNvPr>
              <p14:cNvContentPartPr/>
              <p14:nvPr/>
            </p14:nvContentPartPr>
            <p14:xfrm>
              <a:off x="10255509" y="6374425"/>
              <a:ext cx="254160" cy="204480"/>
            </p14:xfrm>
          </p:contentPart>
        </mc:Choice>
        <mc:Fallback xmlns="">
          <p:pic>
            <p:nvPicPr>
              <p:cNvPr id="288" name="Cerneală 287">
                <a:extLst>
                  <a:ext uri="{FF2B5EF4-FFF2-40B4-BE49-F238E27FC236}">
                    <a16:creationId xmlns:a16="http://schemas.microsoft.com/office/drawing/2014/main" id="{2EB92A7A-0ABA-46C1-A906-7B0BA19417A7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0237509" y="6338785"/>
                <a:ext cx="289800" cy="27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89" name="Cerneală 288">
                <a:extLst>
                  <a:ext uri="{FF2B5EF4-FFF2-40B4-BE49-F238E27FC236}">
                    <a16:creationId xmlns:a16="http://schemas.microsoft.com/office/drawing/2014/main" id="{455A207B-4435-4FCA-A984-CF6A4A2E4C9B}"/>
                  </a:ext>
                </a:extLst>
              </p14:cNvPr>
              <p14:cNvContentPartPr/>
              <p14:nvPr/>
            </p14:nvContentPartPr>
            <p14:xfrm>
              <a:off x="10635669" y="6545785"/>
              <a:ext cx="2520" cy="3960"/>
            </p14:xfrm>
          </p:contentPart>
        </mc:Choice>
        <mc:Fallback xmlns="">
          <p:pic>
            <p:nvPicPr>
              <p:cNvPr id="289" name="Cerneală 288">
                <a:extLst>
                  <a:ext uri="{FF2B5EF4-FFF2-40B4-BE49-F238E27FC236}">
                    <a16:creationId xmlns:a16="http://schemas.microsoft.com/office/drawing/2014/main" id="{455A207B-4435-4FCA-A984-CF6A4A2E4C9B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0617669" y="6510145"/>
                <a:ext cx="3816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90" name="Cerneală 289">
                <a:extLst>
                  <a:ext uri="{FF2B5EF4-FFF2-40B4-BE49-F238E27FC236}">
                    <a16:creationId xmlns:a16="http://schemas.microsoft.com/office/drawing/2014/main" id="{60BBF911-DAC2-461E-9576-9DB9D471F7A4}"/>
                  </a:ext>
                </a:extLst>
              </p14:cNvPr>
              <p14:cNvContentPartPr/>
              <p14:nvPr/>
            </p14:nvContentPartPr>
            <p14:xfrm>
              <a:off x="11077389" y="6232945"/>
              <a:ext cx="633240" cy="487080"/>
            </p14:xfrm>
          </p:contentPart>
        </mc:Choice>
        <mc:Fallback xmlns="">
          <p:pic>
            <p:nvPicPr>
              <p:cNvPr id="290" name="Cerneală 289">
                <a:extLst>
                  <a:ext uri="{FF2B5EF4-FFF2-40B4-BE49-F238E27FC236}">
                    <a16:creationId xmlns:a16="http://schemas.microsoft.com/office/drawing/2014/main" id="{60BBF911-DAC2-461E-9576-9DB9D471F7A4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1059749" y="6197305"/>
                <a:ext cx="668880" cy="558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8007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Cerneală 1">
                <a:extLst>
                  <a:ext uri="{FF2B5EF4-FFF2-40B4-BE49-F238E27FC236}">
                    <a16:creationId xmlns:a16="http://schemas.microsoft.com/office/drawing/2014/main" id="{EA0C764A-423B-43CD-8A0F-60D2AD6E6716}"/>
                  </a:ext>
                </a:extLst>
              </p14:cNvPr>
              <p14:cNvContentPartPr/>
              <p14:nvPr/>
            </p14:nvContentPartPr>
            <p14:xfrm>
              <a:off x="335343" y="320074"/>
              <a:ext cx="4313160" cy="4956120"/>
            </p14:xfrm>
          </p:contentPart>
        </mc:Choice>
        <mc:Fallback xmlns="">
          <p:pic>
            <p:nvPicPr>
              <p:cNvPr id="2" name="Cerneală 1">
                <a:extLst>
                  <a:ext uri="{FF2B5EF4-FFF2-40B4-BE49-F238E27FC236}">
                    <a16:creationId xmlns:a16="http://schemas.microsoft.com/office/drawing/2014/main" id="{EA0C764A-423B-43CD-8A0F-60D2AD6E671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7343" y="302434"/>
                <a:ext cx="4348800" cy="499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C956132F-7E8A-46EB-A9AB-760F2FC8E615}"/>
                  </a:ext>
                </a:extLst>
              </p14:cNvPr>
              <p14:cNvContentPartPr/>
              <p14:nvPr/>
            </p14:nvContentPartPr>
            <p14:xfrm>
              <a:off x="2232549" y="184225"/>
              <a:ext cx="669960" cy="5108040"/>
            </p14:xfrm>
          </p:contentPart>
        </mc:Choice>
        <mc:Fallback xmlns=""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C956132F-7E8A-46EB-A9AB-760F2FC8E61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14909" y="148225"/>
                <a:ext cx="705600" cy="517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99E052D9-240E-480A-9AA7-A81CE7266731}"/>
                  </a:ext>
                </a:extLst>
              </p14:cNvPr>
              <p14:cNvContentPartPr/>
              <p14:nvPr/>
            </p14:nvContentPartPr>
            <p14:xfrm>
              <a:off x="3031389" y="647905"/>
              <a:ext cx="1087560" cy="53136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99E052D9-240E-480A-9AA7-A81CE726673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013749" y="612265"/>
                <a:ext cx="1123200" cy="60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BEAEA238-8227-4E00-87C2-81DFB779C249}"/>
                  </a:ext>
                </a:extLst>
              </p14:cNvPr>
              <p14:cNvContentPartPr/>
              <p14:nvPr/>
            </p14:nvContentPartPr>
            <p14:xfrm>
              <a:off x="3017349" y="1383025"/>
              <a:ext cx="1129680" cy="47952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BEAEA238-8227-4E00-87C2-81DFB779C24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999349" y="1347385"/>
                <a:ext cx="1165320" cy="55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0C668B1D-7E4A-4010-B9D6-80D49705C9F3}"/>
                  </a:ext>
                </a:extLst>
              </p14:cNvPr>
              <p14:cNvContentPartPr/>
              <p14:nvPr/>
            </p14:nvContentPartPr>
            <p14:xfrm>
              <a:off x="3050829" y="1973065"/>
              <a:ext cx="1301040" cy="55836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0C668B1D-7E4A-4010-B9D6-80D49705C9F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032829" y="1937425"/>
                <a:ext cx="1336680" cy="63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FA642992-9C1B-48F4-8C6E-0E775EE20AFA}"/>
                  </a:ext>
                </a:extLst>
              </p14:cNvPr>
              <p14:cNvContentPartPr/>
              <p14:nvPr/>
            </p14:nvContentPartPr>
            <p14:xfrm>
              <a:off x="3411549" y="2771545"/>
              <a:ext cx="1101240" cy="42444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FA642992-9C1B-48F4-8C6E-0E775EE20AF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393909" y="2735545"/>
                <a:ext cx="1136880" cy="49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A5F67C6A-5F76-494F-A744-CDBC6D71B56B}"/>
                  </a:ext>
                </a:extLst>
              </p14:cNvPr>
              <p14:cNvContentPartPr/>
              <p14:nvPr/>
            </p14:nvContentPartPr>
            <p14:xfrm>
              <a:off x="3123189" y="3684505"/>
              <a:ext cx="915120" cy="45432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A5F67C6A-5F76-494F-A744-CDBC6D71B56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105549" y="3648505"/>
                <a:ext cx="950760" cy="52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6792B946-517D-4D5F-8791-35C6E30538FD}"/>
                  </a:ext>
                </a:extLst>
              </p14:cNvPr>
              <p14:cNvContentPartPr/>
              <p14:nvPr/>
            </p14:nvContentPartPr>
            <p14:xfrm>
              <a:off x="3199869" y="4525105"/>
              <a:ext cx="581760" cy="25020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6792B946-517D-4D5F-8791-35C6E30538F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182229" y="4489105"/>
                <a:ext cx="617400" cy="32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59A69554-CA02-4578-AE81-13DA42D02E57}"/>
                  </a:ext>
                </a:extLst>
              </p14:cNvPr>
              <p14:cNvContentPartPr/>
              <p14:nvPr/>
            </p14:nvContentPartPr>
            <p14:xfrm>
              <a:off x="3522789" y="4797985"/>
              <a:ext cx="492840" cy="34668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59A69554-CA02-4578-AE81-13DA42D02E5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504789" y="4762345"/>
                <a:ext cx="528480" cy="41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665099A6-2119-4F43-9A95-94E9ED2AC539}"/>
                  </a:ext>
                </a:extLst>
              </p14:cNvPr>
              <p14:cNvContentPartPr/>
              <p14:nvPr/>
            </p14:nvContentPartPr>
            <p14:xfrm>
              <a:off x="5370669" y="885505"/>
              <a:ext cx="678600" cy="65700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665099A6-2119-4F43-9A95-94E9ED2AC53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353029" y="867505"/>
                <a:ext cx="714240" cy="69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1701F574-A1F5-4E54-9493-221B356CA3F3}"/>
                  </a:ext>
                </a:extLst>
              </p14:cNvPr>
              <p14:cNvContentPartPr/>
              <p14:nvPr/>
            </p14:nvContentPartPr>
            <p14:xfrm>
              <a:off x="6188949" y="998545"/>
              <a:ext cx="448920" cy="32256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1701F574-A1F5-4E54-9493-221B356CA3F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170949" y="980885"/>
                <a:ext cx="484560" cy="35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B09A9727-7A5C-4577-82FA-B07C41E83FA6}"/>
                  </a:ext>
                </a:extLst>
              </p14:cNvPr>
              <p14:cNvContentPartPr/>
              <p14:nvPr/>
            </p14:nvContentPartPr>
            <p14:xfrm>
              <a:off x="7873389" y="971905"/>
              <a:ext cx="645480" cy="30348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B09A9727-7A5C-4577-82FA-B07C41E83FA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855389" y="954265"/>
                <a:ext cx="681120" cy="33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ADB59220-880E-41EF-812D-4548B5754494}"/>
                  </a:ext>
                </a:extLst>
              </p14:cNvPr>
              <p14:cNvContentPartPr/>
              <p14:nvPr/>
            </p14:nvContentPartPr>
            <p14:xfrm>
              <a:off x="6756669" y="996025"/>
              <a:ext cx="1011240" cy="35388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ADB59220-880E-41EF-812D-4548B575449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739023" y="978025"/>
                <a:ext cx="1046893" cy="38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5A1C32DB-CD63-4CB1-96A1-04194D71BDE6}"/>
                  </a:ext>
                </a:extLst>
              </p14:cNvPr>
              <p14:cNvContentPartPr/>
              <p14:nvPr/>
            </p14:nvContentPartPr>
            <p14:xfrm>
              <a:off x="5952789" y="2006545"/>
              <a:ext cx="178200" cy="1620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5A1C32DB-CD63-4CB1-96A1-04194D71BDE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934789" y="1988905"/>
                <a:ext cx="213840" cy="5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CB14DBCB-C909-4E5C-84FE-6617804A10F1}"/>
                  </a:ext>
                </a:extLst>
              </p14:cNvPr>
              <p14:cNvContentPartPr/>
              <p14:nvPr/>
            </p14:nvContentPartPr>
            <p14:xfrm>
              <a:off x="5967189" y="2103025"/>
              <a:ext cx="152640" cy="1260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CB14DBCB-C909-4E5C-84FE-6617804A10F1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949549" y="2085025"/>
                <a:ext cx="18828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64D119B8-CAA3-466A-9F94-A22E5016F524}"/>
                  </a:ext>
                </a:extLst>
              </p14:cNvPr>
              <p14:cNvContentPartPr/>
              <p14:nvPr/>
            </p14:nvContentPartPr>
            <p14:xfrm>
              <a:off x="7170309" y="2252065"/>
              <a:ext cx="146520" cy="36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64D119B8-CAA3-466A-9F94-A22E5016F52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152669" y="2234425"/>
                <a:ext cx="1821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7CEEBA0E-C171-4F68-8DFC-B51358874516}"/>
                  </a:ext>
                </a:extLst>
              </p14:cNvPr>
              <p14:cNvContentPartPr/>
              <p14:nvPr/>
            </p14:nvContentPartPr>
            <p14:xfrm>
              <a:off x="7232949" y="2325505"/>
              <a:ext cx="181080" cy="1080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7CEEBA0E-C171-4F68-8DFC-B51358874516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215309" y="2307865"/>
                <a:ext cx="21672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B5770009-AE7D-4389-A122-58D81D89E817}"/>
                  </a:ext>
                </a:extLst>
              </p14:cNvPr>
              <p14:cNvContentPartPr/>
              <p14:nvPr/>
            </p14:nvContentPartPr>
            <p14:xfrm>
              <a:off x="7565229" y="1635745"/>
              <a:ext cx="81360" cy="169488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B5770009-AE7D-4389-A122-58D81D89E817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547229" y="1618105"/>
                <a:ext cx="117000" cy="173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77" name="Cerneală 76">
                <a:extLst>
                  <a:ext uri="{FF2B5EF4-FFF2-40B4-BE49-F238E27FC236}">
                    <a16:creationId xmlns:a16="http://schemas.microsoft.com/office/drawing/2014/main" id="{663447A5-F841-44CA-8B1A-F62F267E015B}"/>
                  </a:ext>
                </a:extLst>
              </p14:cNvPr>
              <p14:cNvContentPartPr/>
              <p14:nvPr/>
            </p14:nvContentPartPr>
            <p14:xfrm>
              <a:off x="6255909" y="1680745"/>
              <a:ext cx="777960" cy="1571040"/>
            </p14:xfrm>
          </p:contentPart>
        </mc:Choice>
        <mc:Fallback xmlns="">
          <p:pic>
            <p:nvPicPr>
              <p:cNvPr id="77" name="Cerneală 76">
                <a:extLst>
                  <a:ext uri="{FF2B5EF4-FFF2-40B4-BE49-F238E27FC236}">
                    <a16:creationId xmlns:a16="http://schemas.microsoft.com/office/drawing/2014/main" id="{663447A5-F841-44CA-8B1A-F62F267E015B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238269" y="1662745"/>
                <a:ext cx="813600" cy="160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84" name="Cerneală 83">
                <a:extLst>
                  <a:ext uri="{FF2B5EF4-FFF2-40B4-BE49-F238E27FC236}">
                    <a16:creationId xmlns:a16="http://schemas.microsoft.com/office/drawing/2014/main" id="{C0A8B668-4D37-4A5D-A6E5-C608E8C4726A}"/>
                  </a:ext>
                </a:extLst>
              </p14:cNvPr>
              <p14:cNvContentPartPr/>
              <p14:nvPr/>
            </p14:nvContentPartPr>
            <p14:xfrm>
              <a:off x="7810749" y="1626385"/>
              <a:ext cx="1986120" cy="1749600"/>
            </p14:xfrm>
          </p:contentPart>
        </mc:Choice>
        <mc:Fallback xmlns="">
          <p:pic>
            <p:nvPicPr>
              <p:cNvPr id="84" name="Cerneală 83">
                <a:extLst>
                  <a:ext uri="{FF2B5EF4-FFF2-40B4-BE49-F238E27FC236}">
                    <a16:creationId xmlns:a16="http://schemas.microsoft.com/office/drawing/2014/main" id="{C0A8B668-4D37-4A5D-A6E5-C608E8C4726A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792749" y="1608745"/>
                <a:ext cx="2021760" cy="178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85" name="Cerneală 84">
                <a:extLst>
                  <a:ext uri="{FF2B5EF4-FFF2-40B4-BE49-F238E27FC236}">
                    <a16:creationId xmlns:a16="http://schemas.microsoft.com/office/drawing/2014/main" id="{0ABDA223-B220-49AD-90C1-0EDAFA30F066}"/>
                  </a:ext>
                </a:extLst>
              </p14:cNvPr>
              <p14:cNvContentPartPr/>
              <p14:nvPr/>
            </p14:nvContentPartPr>
            <p14:xfrm>
              <a:off x="5505309" y="4042345"/>
              <a:ext cx="155520" cy="39960"/>
            </p14:xfrm>
          </p:contentPart>
        </mc:Choice>
        <mc:Fallback xmlns="">
          <p:pic>
            <p:nvPicPr>
              <p:cNvPr id="85" name="Cerneală 84">
                <a:extLst>
                  <a:ext uri="{FF2B5EF4-FFF2-40B4-BE49-F238E27FC236}">
                    <a16:creationId xmlns:a16="http://schemas.microsoft.com/office/drawing/2014/main" id="{0ABDA223-B220-49AD-90C1-0EDAFA30F066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487669" y="4024705"/>
                <a:ext cx="19116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86" name="Cerneală 85">
                <a:extLst>
                  <a:ext uri="{FF2B5EF4-FFF2-40B4-BE49-F238E27FC236}">
                    <a16:creationId xmlns:a16="http://schemas.microsoft.com/office/drawing/2014/main" id="{6FAA439E-6548-4877-BA6E-9A2972C15E64}"/>
                  </a:ext>
                </a:extLst>
              </p14:cNvPr>
              <p14:cNvContentPartPr/>
              <p14:nvPr/>
            </p14:nvContentPartPr>
            <p14:xfrm>
              <a:off x="5481189" y="4182025"/>
              <a:ext cx="153000" cy="28440"/>
            </p14:xfrm>
          </p:contentPart>
        </mc:Choice>
        <mc:Fallback xmlns="">
          <p:pic>
            <p:nvPicPr>
              <p:cNvPr id="86" name="Cerneală 85">
                <a:extLst>
                  <a:ext uri="{FF2B5EF4-FFF2-40B4-BE49-F238E27FC236}">
                    <a16:creationId xmlns:a16="http://schemas.microsoft.com/office/drawing/2014/main" id="{6FAA439E-6548-4877-BA6E-9A2972C15E64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463549" y="4164385"/>
                <a:ext cx="188640" cy="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91" name="Cerneală 90">
                <a:extLst>
                  <a:ext uri="{FF2B5EF4-FFF2-40B4-BE49-F238E27FC236}">
                    <a16:creationId xmlns:a16="http://schemas.microsoft.com/office/drawing/2014/main" id="{6A151A85-6186-4329-AFC9-0A9AB20007EF}"/>
                  </a:ext>
                </a:extLst>
              </p14:cNvPr>
              <p14:cNvContentPartPr/>
              <p14:nvPr/>
            </p14:nvContentPartPr>
            <p14:xfrm>
              <a:off x="5790789" y="3955945"/>
              <a:ext cx="420840" cy="477360"/>
            </p14:xfrm>
          </p:contentPart>
        </mc:Choice>
        <mc:Fallback xmlns="">
          <p:pic>
            <p:nvPicPr>
              <p:cNvPr id="91" name="Cerneală 90">
                <a:extLst>
                  <a:ext uri="{FF2B5EF4-FFF2-40B4-BE49-F238E27FC236}">
                    <a16:creationId xmlns:a16="http://schemas.microsoft.com/office/drawing/2014/main" id="{6A151A85-6186-4329-AFC9-0A9AB20007EF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772789" y="3937959"/>
                <a:ext cx="456480" cy="5129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95" name="Cerneală 94">
                <a:extLst>
                  <a:ext uri="{FF2B5EF4-FFF2-40B4-BE49-F238E27FC236}">
                    <a16:creationId xmlns:a16="http://schemas.microsoft.com/office/drawing/2014/main" id="{FCB15F73-BDD2-4EFB-9663-14E87EB5A0BA}"/>
                  </a:ext>
                </a:extLst>
              </p14:cNvPr>
              <p14:cNvContentPartPr/>
              <p14:nvPr/>
            </p14:nvContentPartPr>
            <p14:xfrm>
              <a:off x="6554349" y="3797905"/>
              <a:ext cx="214200" cy="9000"/>
            </p14:xfrm>
          </p:contentPart>
        </mc:Choice>
        <mc:Fallback xmlns="">
          <p:pic>
            <p:nvPicPr>
              <p:cNvPr id="95" name="Cerneală 94">
                <a:extLst>
                  <a:ext uri="{FF2B5EF4-FFF2-40B4-BE49-F238E27FC236}">
                    <a16:creationId xmlns:a16="http://schemas.microsoft.com/office/drawing/2014/main" id="{FCB15F73-BDD2-4EFB-9663-14E87EB5A0BA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536709" y="3780265"/>
                <a:ext cx="24984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96" name="Cerneală 95">
                <a:extLst>
                  <a:ext uri="{FF2B5EF4-FFF2-40B4-BE49-F238E27FC236}">
                    <a16:creationId xmlns:a16="http://schemas.microsoft.com/office/drawing/2014/main" id="{E0F9363C-76A5-4630-AC17-077BDA818766}"/>
                  </a:ext>
                </a:extLst>
              </p14:cNvPr>
              <p14:cNvContentPartPr/>
              <p14:nvPr/>
            </p14:nvContentPartPr>
            <p14:xfrm>
              <a:off x="6554349" y="3888625"/>
              <a:ext cx="263520" cy="296640"/>
            </p14:xfrm>
          </p:contentPart>
        </mc:Choice>
        <mc:Fallback xmlns="">
          <p:pic>
            <p:nvPicPr>
              <p:cNvPr id="96" name="Cerneală 95">
                <a:extLst>
                  <a:ext uri="{FF2B5EF4-FFF2-40B4-BE49-F238E27FC236}">
                    <a16:creationId xmlns:a16="http://schemas.microsoft.com/office/drawing/2014/main" id="{E0F9363C-76A5-4630-AC17-077BDA818766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6536685" y="3870625"/>
                <a:ext cx="299209" cy="33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6" name="Cerneală 105">
                <a:extLst>
                  <a:ext uri="{FF2B5EF4-FFF2-40B4-BE49-F238E27FC236}">
                    <a16:creationId xmlns:a16="http://schemas.microsoft.com/office/drawing/2014/main" id="{412C3C7D-A1F3-4B43-84AA-7994F24B8962}"/>
                  </a:ext>
                </a:extLst>
              </p14:cNvPr>
              <p14:cNvContentPartPr/>
              <p14:nvPr/>
            </p14:nvContentPartPr>
            <p14:xfrm>
              <a:off x="7021269" y="4408105"/>
              <a:ext cx="236520" cy="7200"/>
            </p14:xfrm>
          </p:contentPart>
        </mc:Choice>
        <mc:Fallback xmlns="">
          <p:pic>
            <p:nvPicPr>
              <p:cNvPr id="106" name="Cerneală 105">
                <a:extLst>
                  <a:ext uri="{FF2B5EF4-FFF2-40B4-BE49-F238E27FC236}">
                    <a16:creationId xmlns:a16="http://schemas.microsoft.com/office/drawing/2014/main" id="{412C3C7D-A1F3-4B43-84AA-7994F24B8962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003269" y="4390105"/>
                <a:ext cx="27216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7" name="Cerneală 106">
                <a:extLst>
                  <a:ext uri="{FF2B5EF4-FFF2-40B4-BE49-F238E27FC236}">
                    <a16:creationId xmlns:a16="http://schemas.microsoft.com/office/drawing/2014/main" id="{3CAE38BA-FFA4-4499-8DBD-E98DDA0C2CA2}"/>
                  </a:ext>
                </a:extLst>
              </p14:cNvPr>
              <p14:cNvContentPartPr/>
              <p14:nvPr/>
            </p14:nvContentPartPr>
            <p14:xfrm>
              <a:off x="7090389" y="4489825"/>
              <a:ext cx="374760" cy="298440"/>
            </p14:xfrm>
          </p:contentPart>
        </mc:Choice>
        <mc:Fallback xmlns="">
          <p:pic>
            <p:nvPicPr>
              <p:cNvPr id="107" name="Cerneală 106">
                <a:extLst>
                  <a:ext uri="{FF2B5EF4-FFF2-40B4-BE49-F238E27FC236}">
                    <a16:creationId xmlns:a16="http://schemas.microsoft.com/office/drawing/2014/main" id="{3CAE38BA-FFA4-4499-8DBD-E98DDA0C2CA2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072732" y="4472185"/>
                <a:ext cx="410434" cy="33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8" name="Cerneală 107">
                <a:extLst>
                  <a:ext uri="{FF2B5EF4-FFF2-40B4-BE49-F238E27FC236}">
                    <a16:creationId xmlns:a16="http://schemas.microsoft.com/office/drawing/2014/main" id="{F1FF9D1A-448D-4B08-9C04-BCE0960715CC}"/>
                  </a:ext>
                </a:extLst>
              </p14:cNvPr>
              <p14:cNvContentPartPr/>
              <p14:nvPr/>
            </p14:nvContentPartPr>
            <p14:xfrm>
              <a:off x="6554349" y="4494505"/>
              <a:ext cx="260280" cy="309600"/>
            </p14:xfrm>
          </p:contentPart>
        </mc:Choice>
        <mc:Fallback xmlns="">
          <p:pic>
            <p:nvPicPr>
              <p:cNvPr id="108" name="Cerneală 107">
                <a:extLst>
                  <a:ext uri="{FF2B5EF4-FFF2-40B4-BE49-F238E27FC236}">
                    <a16:creationId xmlns:a16="http://schemas.microsoft.com/office/drawing/2014/main" id="{F1FF9D1A-448D-4B08-9C04-BCE0960715CC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536709" y="4476865"/>
                <a:ext cx="295920" cy="34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09" name="Cerneală 108">
                <a:extLst>
                  <a:ext uri="{FF2B5EF4-FFF2-40B4-BE49-F238E27FC236}">
                    <a16:creationId xmlns:a16="http://schemas.microsoft.com/office/drawing/2014/main" id="{0ADF55B6-F03A-4B20-9D6E-CFF199B0A6A6}"/>
                  </a:ext>
                </a:extLst>
              </p14:cNvPr>
              <p14:cNvContentPartPr/>
              <p14:nvPr/>
            </p14:nvContentPartPr>
            <p14:xfrm>
              <a:off x="6987789" y="3897985"/>
              <a:ext cx="374400" cy="254160"/>
            </p14:xfrm>
          </p:contentPart>
        </mc:Choice>
        <mc:Fallback xmlns="">
          <p:pic>
            <p:nvPicPr>
              <p:cNvPr id="109" name="Cerneală 108">
                <a:extLst>
                  <a:ext uri="{FF2B5EF4-FFF2-40B4-BE49-F238E27FC236}">
                    <a16:creationId xmlns:a16="http://schemas.microsoft.com/office/drawing/2014/main" id="{0ADF55B6-F03A-4B20-9D6E-CFF199B0A6A6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969789" y="3879985"/>
                <a:ext cx="410040" cy="28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16" name="Cerneală 115">
                <a:extLst>
                  <a:ext uri="{FF2B5EF4-FFF2-40B4-BE49-F238E27FC236}">
                    <a16:creationId xmlns:a16="http://schemas.microsoft.com/office/drawing/2014/main" id="{3774B37D-138E-4919-8B80-9C487398BAC9}"/>
                  </a:ext>
                </a:extLst>
              </p14:cNvPr>
              <p14:cNvContentPartPr/>
              <p14:nvPr/>
            </p14:nvContentPartPr>
            <p14:xfrm>
              <a:off x="7040349" y="5178145"/>
              <a:ext cx="355320" cy="242280"/>
            </p14:xfrm>
          </p:contentPart>
        </mc:Choice>
        <mc:Fallback xmlns="">
          <p:pic>
            <p:nvPicPr>
              <p:cNvPr id="116" name="Cerneală 115">
                <a:extLst>
                  <a:ext uri="{FF2B5EF4-FFF2-40B4-BE49-F238E27FC236}">
                    <a16:creationId xmlns:a16="http://schemas.microsoft.com/office/drawing/2014/main" id="{3774B37D-138E-4919-8B80-9C487398BAC9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022709" y="5160505"/>
                <a:ext cx="390960" cy="27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17" name="Cerneală 116">
                <a:extLst>
                  <a:ext uri="{FF2B5EF4-FFF2-40B4-BE49-F238E27FC236}">
                    <a16:creationId xmlns:a16="http://schemas.microsoft.com/office/drawing/2014/main" id="{4A60D564-220D-4599-B597-80E58F224CFA}"/>
                  </a:ext>
                </a:extLst>
              </p14:cNvPr>
              <p14:cNvContentPartPr/>
              <p14:nvPr/>
            </p14:nvContentPartPr>
            <p14:xfrm>
              <a:off x="6573789" y="5110825"/>
              <a:ext cx="278280" cy="285840"/>
            </p14:xfrm>
          </p:contentPart>
        </mc:Choice>
        <mc:Fallback xmlns="">
          <p:pic>
            <p:nvPicPr>
              <p:cNvPr id="117" name="Cerneală 116">
                <a:extLst>
                  <a:ext uri="{FF2B5EF4-FFF2-40B4-BE49-F238E27FC236}">
                    <a16:creationId xmlns:a16="http://schemas.microsoft.com/office/drawing/2014/main" id="{4A60D564-220D-4599-B597-80E58F224CFA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555789" y="5093185"/>
                <a:ext cx="313920" cy="32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18" name="Cerneală 117">
                <a:extLst>
                  <a:ext uri="{FF2B5EF4-FFF2-40B4-BE49-F238E27FC236}">
                    <a16:creationId xmlns:a16="http://schemas.microsoft.com/office/drawing/2014/main" id="{A162D12C-2B43-4B4D-8C97-1A701BD4D147}"/>
                  </a:ext>
                </a:extLst>
              </p14:cNvPr>
              <p14:cNvContentPartPr/>
              <p14:nvPr/>
            </p14:nvContentPartPr>
            <p14:xfrm>
              <a:off x="7560549" y="3777385"/>
              <a:ext cx="146160" cy="1752840"/>
            </p14:xfrm>
          </p:contentPart>
        </mc:Choice>
        <mc:Fallback xmlns="">
          <p:pic>
            <p:nvPicPr>
              <p:cNvPr id="118" name="Cerneală 117">
                <a:extLst>
                  <a:ext uri="{FF2B5EF4-FFF2-40B4-BE49-F238E27FC236}">
                    <a16:creationId xmlns:a16="http://schemas.microsoft.com/office/drawing/2014/main" id="{A162D12C-2B43-4B4D-8C97-1A701BD4D147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542549" y="3759745"/>
                <a:ext cx="181800" cy="178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20" name="Cerneală 119">
                <a:extLst>
                  <a:ext uri="{FF2B5EF4-FFF2-40B4-BE49-F238E27FC236}">
                    <a16:creationId xmlns:a16="http://schemas.microsoft.com/office/drawing/2014/main" id="{03D7DFE8-A3F6-4052-AF3C-E27487C14EC2}"/>
                  </a:ext>
                </a:extLst>
              </p14:cNvPr>
              <p14:cNvContentPartPr/>
              <p14:nvPr/>
            </p14:nvContentPartPr>
            <p14:xfrm>
              <a:off x="7815429" y="4576585"/>
              <a:ext cx="164520" cy="2520"/>
            </p14:xfrm>
          </p:contentPart>
        </mc:Choice>
        <mc:Fallback xmlns="">
          <p:pic>
            <p:nvPicPr>
              <p:cNvPr id="120" name="Cerneală 119">
                <a:extLst>
                  <a:ext uri="{FF2B5EF4-FFF2-40B4-BE49-F238E27FC236}">
                    <a16:creationId xmlns:a16="http://schemas.microsoft.com/office/drawing/2014/main" id="{03D7DFE8-A3F6-4052-AF3C-E27487C14EC2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797429" y="4558585"/>
                <a:ext cx="20016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21" name="Cerneală 120">
                <a:extLst>
                  <a:ext uri="{FF2B5EF4-FFF2-40B4-BE49-F238E27FC236}">
                    <a16:creationId xmlns:a16="http://schemas.microsoft.com/office/drawing/2014/main" id="{1246E184-C004-4104-9193-21AADBD4EF2A}"/>
                  </a:ext>
                </a:extLst>
              </p14:cNvPr>
              <p14:cNvContentPartPr/>
              <p14:nvPr/>
            </p14:nvContentPartPr>
            <p14:xfrm>
              <a:off x="7863309" y="4711585"/>
              <a:ext cx="143640" cy="12600"/>
            </p14:xfrm>
          </p:contentPart>
        </mc:Choice>
        <mc:Fallback xmlns="">
          <p:pic>
            <p:nvPicPr>
              <p:cNvPr id="121" name="Cerneală 120">
                <a:extLst>
                  <a:ext uri="{FF2B5EF4-FFF2-40B4-BE49-F238E27FC236}">
                    <a16:creationId xmlns:a16="http://schemas.microsoft.com/office/drawing/2014/main" id="{1246E184-C004-4104-9193-21AADBD4EF2A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845669" y="4693585"/>
                <a:ext cx="17928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22" name="Cerneală 121">
                <a:extLst>
                  <a:ext uri="{FF2B5EF4-FFF2-40B4-BE49-F238E27FC236}">
                    <a16:creationId xmlns:a16="http://schemas.microsoft.com/office/drawing/2014/main" id="{91558473-DA92-4A6D-8964-11FD539AB30B}"/>
                  </a:ext>
                </a:extLst>
              </p14:cNvPr>
              <p14:cNvContentPartPr/>
              <p14:nvPr/>
            </p14:nvContentPartPr>
            <p14:xfrm>
              <a:off x="6365709" y="3623665"/>
              <a:ext cx="44640" cy="1921680"/>
            </p14:xfrm>
          </p:contentPart>
        </mc:Choice>
        <mc:Fallback xmlns="">
          <p:pic>
            <p:nvPicPr>
              <p:cNvPr id="122" name="Cerneală 121">
                <a:extLst>
                  <a:ext uri="{FF2B5EF4-FFF2-40B4-BE49-F238E27FC236}">
                    <a16:creationId xmlns:a16="http://schemas.microsoft.com/office/drawing/2014/main" id="{91558473-DA92-4A6D-8964-11FD539AB30B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6347709" y="3605665"/>
                <a:ext cx="80280" cy="195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23" name="Cerneală 122">
                <a:extLst>
                  <a:ext uri="{FF2B5EF4-FFF2-40B4-BE49-F238E27FC236}">
                    <a16:creationId xmlns:a16="http://schemas.microsoft.com/office/drawing/2014/main" id="{9B2B5E0F-BC26-4B95-A300-CAE6F04BF45E}"/>
                  </a:ext>
                </a:extLst>
              </p14:cNvPr>
              <p14:cNvContentPartPr/>
              <p14:nvPr/>
            </p14:nvContentPartPr>
            <p14:xfrm>
              <a:off x="6299829" y="4277785"/>
              <a:ext cx="1237680" cy="1535400"/>
            </p14:xfrm>
          </p:contentPart>
        </mc:Choice>
        <mc:Fallback xmlns="">
          <p:pic>
            <p:nvPicPr>
              <p:cNvPr id="123" name="Cerneală 122">
                <a:extLst>
                  <a:ext uri="{FF2B5EF4-FFF2-40B4-BE49-F238E27FC236}">
                    <a16:creationId xmlns:a16="http://schemas.microsoft.com/office/drawing/2014/main" id="{9B2B5E0F-BC26-4B95-A300-CAE6F04BF45E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6282189" y="4242145"/>
                <a:ext cx="1273320" cy="160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24" name="Cerneală 123">
                <a:extLst>
                  <a:ext uri="{FF2B5EF4-FFF2-40B4-BE49-F238E27FC236}">
                    <a16:creationId xmlns:a16="http://schemas.microsoft.com/office/drawing/2014/main" id="{27D08A4B-4AB2-4D79-934E-205586B76AED}"/>
                  </a:ext>
                </a:extLst>
              </p14:cNvPr>
              <p14:cNvContentPartPr/>
              <p14:nvPr/>
            </p14:nvContentPartPr>
            <p14:xfrm>
              <a:off x="6340869" y="3480025"/>
              <a:ext cx="1420200" cy="784440"/>
            </p14:xfrm>
          </p:contentPart>
        </mc:Choice>
        <mc:Fallback xmlns="">
          <p:pic>
            <p:nvPicPr>
              <p:cNvPr id="124" name="Cerneală 123">
                <a:extLst>
                  <a:ext uri="{FF2B5EF4-FFF2-40B4-BE49-F238E27FC236}">
                    <a16:creationId xmlns:a16="http://schemas.microsoft.com/office/drawing/2014/main" id="{27D08A4B-4AB2-4D79-934E-205586B76AED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6323229" y="3444025"/>
                <a:ext cx="1455840" cy="85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25" name="Cerneală 124">
                <a:extLst>
                  <a:ext uri="{FF2B5EF4-FFF2-40B4-BE49-F238E27FC236}">
                    <a16:creationId xmlns:a16="http://schemas.microsoft.com/office/drawing/2014/main" id="{1D703730-C541-4289-B6B4-1AE9FDEBE879}"/>
                  </a:ext>
                </a:extLst>
              </p14:cNvPr>
              <p14:cNvContentPartPr/>
              <p14:nvPr/>
            </p14:nvContentPartPr>
            <p14:xfrm>
              <a:off x="6305949" y="4878265"/>
              <a:ext cx="1537200" cy="1011600"/>
            </p14:xfrm>
          </p:contentPart>
        </mc:Choice>
        <mc:Fallback xmlns="">
          <p:pic>
            <p:nvPicPr>
              <p:cNvPr id="125" name="Cerneală 124">
                <a:extLst>
                  <a:ext uri="{FF2B5EF4-FFF2-40B4-BE49-F238E27FC236}">
                    <a16:creationId xmlns:a16="http://schemas.microsoft.com/office/drawing/2014/main" id="{1D703730-C541-4289-B6B4-1AE9FDEBE879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6287949" y="4842625"/>
                <a:ext cx="1572840" cy="108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30" name="Cerneală 129">
                <a:extLst>
                  <a:ext uri="{FF2B5EF4-FFF2-40B4-BE49-F238E27FC236}">
                    <a16:creationId xmlns:a16="http://schemas.microsoft.com/office/drawing/2014/main" id="{12BE108C-7EFE-47AE-BDFA-AD0497D1D2F6}"/>
                  </a:ext>
                </a:extLst>
              </p14:cNvPr>
              <p14:cNvContentPartPr/>
              <p14:nvPr/>
            </p14:nvContentPartPr>
            <p14:xfrm>
              <a:off x="8209989" y="4533025"/>
              <a:ext cx="337680" cy="362520"/>
            </p14:xfrm>
          </p:contentPart>
        </mc:Choice>
        <mc:Fallback xmlns="">
          <p:pic>
            <p:nvPicPr>
              <p:cNvPr id="130" name="Cerneală 129">
                <a:extLst>
                  <a:ext uri="{FF2B5EF4-FFF2-40B4-BE49-F238E27FC236}">
                    <a16:creationId xmlns:a16="http://schemas.microsoft.com/office/drawing/2014/main" id="{12BE108C-7EFE-47AE-BDFA-AD0497D1D2F6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8192349" y="4515367"/>
                <a:ext cx="373320" cy="3981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38" name="Cerneală 137">
                <a:extLst>
                  <a:ext uri="{FF2B5EF4-FFF2-40B4-BE49-F238E27FC236}">
                    <a16:creationId xmlns:a16="http://schemas.microsoft.com/office/drawing/2014/main" id="{5518084F-1A48-44AF-9799-014E33789510}"/>
                  </a:ext>
                </a:extLst>
              </p14:cNvPr>
              <p14:cNvContentPartPr/>
              <p14:nvPr/>
            </p14:nvContentPartPr>
            <p14:xfrm>
              <a:off x="9572229" y="3980065"/>
              <a:ext cx="185040" cy="14760"/>
            </p14:xfrm>
          </p:contentPart>
        </mc:Choice>
        <mc:Fallback xmlns="">
          <p:pic>
            <p:nvPicPr>
              <p:cNvPr id="138" name="Cerneală 137">
                <a:extLst>
                  <a:ext uri="{FF2B5EF4-FFF2-40B4-BE49-F238E27FC236}">
                    <a16:creationId xmlns:a16="http://schemas.microsoft.com/office/drawing/2014/main" id="{5518084F-1A48-44AF-9799-014E33789510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9554229" y="3962065"/>
                <a:ext cx="22068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39" name="Cerneală 138">
                <a:extLst>
                  <a:ext uri="{FF2B5EF4-FFF2-40B4-BE49-F238E27FC236}">
                    <a16:creationId xmlns:a16="http://schemas.microsoft.com/office/drawing/2014/main" id="{8659D5F2-AEEC-4FF0-9230-2F59E8C5CA97}"/>
                  </a:ext>
                </a:extLst>
              </p14:cNvPr>
              <p14:cNvContentPartPr/>
              <p14:nvPr/>
            </p14:nvContentPartPr>
            <p14:xfrm>
              <a:off x="9557469" y="4090585"/>
              <a:ext cx="295560" cy="217800"/>
            </p14:xfrm>
          </p:contentPart>
        </mc:Choice>
        <mc:Fallback xmlns="">
          <p:pic>
            <p:nvPicPr>
              <p:cNvPr id="139" name="Cerneală 138">
                <a:extLst>
                  <a:ext uri="{FF2B5EF4-FFF2-40B4-BE49-F238E27FC236}">
                    <a16:creationId xmlns:a16="http://schemas.microsoft.com/office/drawing/2014/main" id="{8659D5F2-AEEC-4FF0-9230-2F59E8C5CA97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9539807" y="4072585"/>
                <a:ext cx="331243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44" name="Cerneală 143">
                <a:extLst>
                  <a:ext uri="{FF2B5EF4-FFF2-40B4-BE49-F238E27FC236}">
                    <a16:creationId xmlns:a16="http://schemas.microsoft.com/office/drawing/2014/main" id="{26D869C9-7238-498D-95D6-EDBCB5B422B8}"/>
                  </a:ext>
                </a:extLst>
              </p14:cNvPr>
              <p14:cNvContentPartPr/>
              <p14:nvPr/>
            </p14:nvContentPartPr>
            <p14:xfrm>
              <a:off x="10077669" y="3960625"/>
              <a:ext cx="20520" cy="775080"/>
            </p14:xfrm>
          </p:contentPart>
        </mc:Choice>
        <mc:Fallback xmlns="">
          <p:pic>
            <p:nvPicPr>
              <p:cNvPr id="144" name="Cerneală 143">
                <a:extLst>
                  <a:ext uri="{FF2B5EF4-FFF2-40B4-BE49-F238E27FC236}">
                    <a16:creationId xmlns:a16="http://schemas.microsoft.com/office/drawing/2014/main" id="{26D869C9-7238-498D-95D6-EDBCB5B422B8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0060029" y="3942625"/>
                <a:ext cx="56160" cy="81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46" name="Cerneală 145">
                <a:extLst>
                  <a:ext uri="{FF2B5EF4-FFF2-40B4-BE49-F238E27FC236}">
                    <a16:creationId xmlns:a16="http://schemas.microsoft.com/office/drawing/2014/main" id="{23F9C519-1BC8-4188-AA84-C479FCECD5E6}"/>
                  </a:ext>
                </a:extLst>
              </p14:cNvPr>
              <p14:cNvContentPartPr/>
              <p14:nvPr/>
            </p14:nvContentPartPr>
            <p14:xfrm>
              <a:off x="9572229" y="4543105"/>
              <a:ext cx="351000" cy="180720"/>
            </p14:xfrm>
          </p:contentPart>
        </mc:Choice>
        <mc:Fallback xmlns="">
          <p:pic>
            <p:nvPicPr>
              <p:cNvPr id="146" name="Cerneală 145">
                <a:extLst>
                  <a:ext uri="{FF2B5EF4-FFF2-40B4-BE49-F238E27FC236}">
                    <a16:creationId xmlns:a16="http://schemas.microsoft.com/office/drawing/2014/main" id="{23F9C519-1BC8-4188-AA84-C479FCECD5E6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9554229" y="4525141"/>
                <a:ext cx="386640" cy="2162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58" name="Cerneală 157">
                <a:extLst>
                  <a:ext uri="{FF2B5EF4-FFF2-40B4-BE49-F238E27FC236}">
                    <a16:creationId xmlns:a16="http://schemas.microsoft.com/office/drawing/2014/main" id="{3DBBAD79-42B2-4BFA-9F8F-8C6181131AFC}"/>
                  </a:ext>
                </a:extLst>
              </p14:cNvPr>
              <p14:cNvContentPartPr/>
              <p14:nvPr/>
            </p14:nvContentPartPr>
            <p14:xfrm>
              <a:off x="8706069" y="3989425"/>
              <a:ext cx="750960" cy="1998720"/>
            </p14:xfrm>
          </p:contentPart>
        </mc:Choice>
        <mc:Fallback xmlns="">
          <p:pic>
            <p:nvPicPr>
              <p:cNvPr id="158" name="Cerneală 157">
                <a:extLst>
                  <a:ext uri="{FF2B5EF4-FFF2-40B4-BE49-F238E27FC236}">
                    <a16:creationId xmlns:a16="http://schemas.microsoft.com/office/drawing/2014/main" id="{3DBBAD79-42B2-4BFA-9F8F-8C6181131AFC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8688078" y="3971425"/>
                <a:ext cx="786583" cy="20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62" name="Cerneală 161">
                <a:extLst>
                  <a:ext uri="{FF2B5EF4-FFF2-40B4-BE49-F238E27FC236}">
                    <a16:creationId xmlns:a16="http://schemas.microsoft.com/office/drawing/2014/main" id="{F52F56CF-EAFF-4F1E-9146-B5E4D4DB6455}"/>
                  </a:ext>
                </a:extLst>
              </p14:cNvPr>
              <p14:cNvContentPartPr/>
              <p14:nvPr/>
            </p14:nvContentPartPr>
            <p14:xfrm>
              <a:off x="9562509" y="5274625"/>
              <a:ext cx="397080" cy="261000"/>
            </p14:xfrm>
          </p:contentPart>
        </mc:Choice>
        <mc:Fallback xmlns="">
          <p:pic>
            <p:nvPicPr>
              <p:cNvPr id="162" name="Cerneală 161">
                <a:extLst>
                  <a:ext uri="{FF2B5EF4-FFF2-40B4-BE49-F238E27FC236}">
                    <a16:creationId xmlns:a16="http://schemas.microsoft.com/office/drawing/2014/main" id="{F52F56CF-EAFF-4F1E-9146-B5E4D4DB6455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9544525" y="5256650"/>
                <a:ext cx="432688" cy="2965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65" name="Cerneală 164">
                <a:extLst>
                  <a:ext uri="{FF2B5EF4-FFF2-40B4-BE49-F238E27FC236}">
                    <a16:creationId xmlns:a16="http://schemas.microsoft.com/office/drawing/2014/main" id="{64F15350-DE9B-47CE-A65C-14921ED3464E}"/>
                  </a:ext>
                </a:extLst>
              </p14:cNvPr>
              <p14:cNvContentPartPr/>
              <p14:nvPr/>
            </p14:nvContentPartPr>
            <p14:xfrm>
              <a:off x="851589" y="5533825"/>
              <a:ext cx="178560" cy="218880"/>
            </p14:xfrm>
          </p:contentPart>
        </mc:Choice>
        <mc:Fallback xmlns="">
          <p:pic>
            <p:nvPicPr>
              <p:cNvPr id="165" name="Cerneală 164">
                <a:extLst>
                  <a:ext uri="{FF2B5EF4-FFF2-40B4-BE49-F238E27FC236}">
                    <a16:creationId xmlns:a16="http://schemas.microsoft.com/office/drawing/2014/main" id="{64F15350-DE9B-47CE-A65C-14921ED3464E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833949" y="5516185"/>
                <a:ext cx="21420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68" name="Cerneală 167">
                <a:extLst>
                  <a:ext uri="{FF2B5EF4-FFF2-40B4-BE49-F238E27FC236}">
                    <a16:creationId xmlns:a16="http://schemas.microsoft.com/office/drawing/2014/main" id="{A310D4F3-6AAF-4F66-899D-9C13E7231A3A}"/>
                  </a:ext>
                </a:extLst>
              </p14:cNvPr>
              <p14:cNvContentPartPr/>
              <p14:nvPr/>
            </p14:nvContentPartPr>
            <p14:xfrm>
              <a:off x="861309" y="5939545"/>
              <a:ext cx="158400" cy="13680"/>
            </p14:xfrm>
          </p:contentPart>
        </mc:Choice>
        <mc:Fallback xmlns="">
          <p:pic>
            <p:nvPicPr>
              <p:cNvPr id="168" name="Cerneală 167">
                <a:extLst>
                  <a:ext uri="{FF2B5EF4-FFF2-40B4-BE49-F238E27FC236}">
                    <a16:creationId xmlns:a16="http://schemas.microsoft.com/office/drawing/2014/main" id="{A310D4F3-6AAF-4F66-899D-9C13E7231A3A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843309" y="5921905"/>
                <a:ext cx="19404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70" name="Cerneală 169">
                <a:extLst>
                  <a:ext uri="{FF2B5EF4-FFF2-40B4-BE49-F238E27FC236}">
                    <a16:creationId xmlns:a16="http://schemas.microsoft.com/office/drawing/2014/main" id="{E3182A84-7B6C-4A3C-BB65-E11487D5CF84}"/>
                  </a:ext>
                </a:extLst>
              </p14:cNvPr>
              <p14:cNvContentPartPr/>
              <p14:nvPr/>
            </p14:nvContentPartPr>
            <p14:xfrm>
              <a:off x="558189" y="5510425"/>
              <a:ext cx="66600" cy="932040"/>
            </p14:xfrm>
          </p:contentPart>
        </mc:Choice>
        <mc:Fallback xmlns="">
          <p:pic>
            <p:nvPicPr>
              <p:cNvPr id="170" name="Cerneală 169">
                <a:extLst>
                  <a:ext uri="{FF2B5EF4-FFF2-40B4-BE49-F238E27FC236}">
                    <a16:creationId xmlns:a16="http://schemas.microsoft.com/office/drawing/2014/main" id="{E3182A84-7B6C-4A3C-BB65-E11487D5CF84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540189" y="5492425"/>
                <a:ext cx="102240" cy="96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75" name="Cerneală 174">
                <a:extLst>
                  <a:ext uri="{FF2B5EF4-FFF2-40B4-BE49-F238E27FC236}">
                    <a16:creationId xmlns:a16="http://schemas.microsoft.com/office/drawing/2014/main" id="{E4E367E5-BDA9-41A8-9FCC-2299ABAE1DA5}"/>
                  </a:ext>
                </a:extLst>
              </p14:cNvPr>
              <p14:cNvContentPartPr/>
              <p14:nvPr/>
            </p14:nvContentPartPr>
            <p14:xfrm>
              <a:off x="2013309" y="6121345"/>
              <a:ext cx="24120" cy="360"/>
            </p14:xfrm>
          </p:contentPart>
        </mc:Choice>
        <mc:Fallback xmlns="">
          <p:pic>
            <p:nvPicPr>
              <p:cNvPr id="175" name="Cerneală 174">
                <a:extLst>
                  <a:ext uri="{FF2B5EF4-FFF2-40B4-BE49-F238E27FC236}">
                    <a16:creationId xmlns:a16="http://schemas.microsoft.com/office/drawing/2014/main" id="{E4E367E5-BDA9-41A8-9FCC-2299ABAE1DA5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995309" y="6103705"/>
                <a:ext cx="597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76" name="Cerneală 175">
                <a:extLst>
                  <a:ext uri="{FF2B5EF4-FFF2-40B4-BE49-F238E27FC236}">
                    <a16:creationId xmlns:a16="http://schemas.microsoft.com/office/drawing/2014/main" id="{32AEC08A-7DE1-4774-A63F-54414D3A31ED}"/>
                  </a:ext>
                </a:extLst>
              </p14:cNvPr>
              <p14:cNvContentPartPr/>
              <p14:nvPr/>
            </p14:nvContentPartPr>
            <p14:xfrm>
              <a:off x="1717749" y="5815705"/>
              <a:ext cx="128160" cy="330120"/>
            </p14:xfrm>
          </p:contentPart>
        </mc:Choice>
        <mc:Fallback xmlns="">
          <p:pic>
            <p:nvPicPr>
              <p:cNvPr id="176" name="Cerneală 175">
                <a:extLst>
                  <a:ext uri="{FF2B5EF4-FFF2-40B4-BE49-F238E27FC236}">
                    <a16:creationId xmlns:a16="http://schemas.microsoft.com/office/drawing/2014/main" id="{32AEC08A-7DE1-4774-A63F-54414D3A31ED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700109" y="5798065"/>
                <a:ext cx="163800" cy="36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77" name="Cerneală 176">
                <a:extLst>
                  <a:ext uri="{FF2B5EF4-FFF2-40B4-BE49-F238E27FC236}">
                    <a16:creationId xmlns:a16="http://schemas.microsoft.com/office/drawing/2014/main" id="{9D7890EF-7FE3-4EE5-AB0B-B2C568743F65}"/>
                  </a:ext>
                </a:extLst>
              </p14:cNvPr>
              <p14:cNvContentPartPr/>
              <p14:nvPr/>
            </p14:nvContentPartPr>
            <p14:xfrm>
              <a:off x="1174149" y="5457145"/>
              <a:ext cx="354600" cy="964800"/>
            </p14:xfrm>
          </p:contentPart>
        </mc:Choice>
        <mc:Fallback xmlns="">
          <p:pic>
            <p:nvPicPr>
              <p:cNvPr id="177" name="Cerneală 176">
                <a:extLst>
                  <a:ext uri="{FF2B5EF4-FFF2-40B4-BE49-F238E27FC236}">
                    <a16:creationId xmlns:a16="http://schemas.microsoft.com/office/drawing/2014/main" id="{9D7890EF-7FE3-4EE5-AB0B-B2C568743F65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156167" y="5439505"/>
                <a:ext cx="390204" cy="100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78" name="Cerneală 177">
                <a:extLst>
                  <a:ext uri="{FF2B5EF4-FFF2-40B4-BE49-F238E27FC236}">
                    <a16:creationId xmlns:a16="http://schemas.microsoft.com/office/drawing/2014/main" id="{EFA0DB14-D8C9-49F5-B503-29C7D8FA21D3}"/>
                  </a:ext>
                </a:extLst>
              </p14:cNvPr>
              <p14:cNvContentPartPr/>
              <p14:nvPr/>
            </p14:nvContentPartPr>
            <p14:xfrm>
              <a:off x="903789" y="6045745"/>
              <a:ext cx="120960" cy="239040"/>
            </p14:xfrm>
          </p:contentPart>
        </mc:Choice>
        <mc:Fallback xmlns="">
          <p:pic>
            <p:nvPicPr>
              <p:cNvPr id="178" name="Cerneală 177">
                <a:extLst>
                  <a:ext uri="{FF2B5EF4-FFF2-40B4-BE49-F238E27FC236}">
                    <a16:creationId xmlns:a16="http://schemas.microsoft.com/office/drawing/2014/main" id="{EFA0DB14-D8C9-49F5-B503-29C7D8FA21D3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885842" y="6028105"/>
                <a:ext cx="156494" cy="27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85" name="Cerneală 184">
                <a:extLst>
                  <a:ext uri="{FF2B5EF4-FFF2-40B4-BE49-F238E27FC236}">
                    <a16:creationId xmlns:a16="http://schemas.microsoft.com/office/drawing/2014/main" id="{EEDF0B5C-DB75-4D72-8BB1-860B9751BFA9}"/>
                  </a:ext>
                </a:extLst>
              </p14:cNvPr>
              <p14:cNvContentPartPr/>
              <p14:nvPr/>
            </p14:nvContentPartPr>
            <p14:xfrm>
              <a:off x="10789749" y="4720945"/>
              <a:ext cx="367560" cy="415080"/>
            </p14:xfrm>
          </p:contentPart>
        </mc:Choice>
        <mc:Fallback xmlns="">
          <p:pic>
            <p:nvPicPr>
              <p:cNvPr id="185" name="Cerneală 184">
                <a:extLst>
                  <a:ext uri="{FF2B5EF4-FFF2-40B4-BE49-F238E27FC236}">
                    <a16:creationId xmlns:a16="http://schemas.microsoft.com/office/drawing/2014/main" id="{EEDF0B5C-DB75-4D72-8BB1-860B9751BFA9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0772126" y="4702945"/>
                <a:ext cx="403165" cy="45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86" name="Cerneală 185">
                <a:extLst>
                  <a:ext uri="{FF2B5EF4-FFF2-40B4-BE49-F238E27FC236}">
                    <a16:creationId xmlns:a16="http://schemas.microsoft.com/office/drawing/2014/main" id="{9C9DC080-FC1D-4D7C-A37F-F261FBE3D9B2}"/>
                  </a:ext>
                </a:extLst>
              </p14:cNvPr>
              <p14:cNvContentPartPr/>
              <p14:nvPr/>
            </p14:nvContentPartPr>
            <p14:xfrm>
              <a:off x="10284309" y="3845065"/>
              <a:ext cx="338400" cy="2055240"/>
            </p14:xfrm>
          </p:contentPart>
        </mc:Choice>
        <mc:Fallback xmlns="">
          <p:pic>
            <p:nvPicPr>
              <p:cNvPr id="186" name="Cerneală 185">
                <a:extLst>
                  <a:ext uri="{FF2B5EF4-FFF2-40B4-BE49-F238E27FC236}">
                    <a16:creationId xmlns:a16="http://schemas.microsoft.com/office/drawing/2014/main" id="{9C9DC080-FC1D-4D7C-A37F-F261FBE3D9B2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0266650" y="3827425"/>
                <a:ext cx="374078" cy="209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95" name="Cerneală 194">
                <a:extLst>
                  <a:ext uri="{FF2B5EF4-FFF2-40B4-BE49-F238E27FC236}">
                    <a16:creationId xmlns:a16="http://schemas.microsoft.com/office/drawing/2014/main" id="{94DA2E9F-C18F-4AA1-B0CC-484F95C1A3C9}"/>
                  </a:ext>
                </a:extLst>
              </p14:cNvPr>
              <p14:cNvContentPartPr/>
              <p14:nvPr/>
            </p14:nvContentPartPr>
            <p14:xfrm>
              <a:off x="11256669" y="4379305"/>
              <a:ext cx="605520" cy="1137960"/>
            </p14:xfrm>
          </p:contentPart>
        </mc:Choice>
        <mc:Fallback xmlns="">
          <p:pic>
            <p:nvPicPr>
              <p:cNvPr id="195" name="Cerneală 194">
                <a:extLst>
                  <a:ext uri="{FF2B5EF4-FFF2-40B4-BE49-F238E27FC236}">
                    <a16:creationId xmlns:a16="http://schemas.microsoft.com/office/drawing/2014/main" id="{94DA2E9F-C18F-4AA1-B0CC-484F95C1A3C9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1238680" y="4361305"/>
                <a:ext cx="641139" cy="117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96" name="Cerneală 195">
                <a:extLst>
                  <a:ext uri="{FF2B5EF4-FFF2-40B4-BE49-F238E27FC236}">
                    <a16:creationId xmlns:a16="http://schemas.microsoft.com/office/drawing/2014/main" id="{BFA9DCB8-2FAC-4CDE-9195-3FFC57D62FE4}"/>
                  </a:ext>
                </a:extLst>
              </p14:cNvPr>
              <p14:cNvContentPartPr/>
              <p14:nvPr/>
            </p14:nvContentPartPr>
            <p14:xfrm>
              <a:off x="3185829" y="5981665"/>
              <a:ext cx="199440" cy="501480"/>
            </p14:xfrm>
          </p:contentPart>
        </mc:Choice>
        <mc:Fallback xmlns="">
          <p:pic>
            <p:nvPicPr>
              <p:cNvPr id="196" name="Cerneală 195">
                <a:extLst>
                  <a:ext uri="{FF2B5EF4-FFF2-40B4-BE49-F238E27FC236}">
                    <a16:creationId xmlns:a16="http://schemas.microsoft.com/office/drawing/2014/main" id="{BFA9DCB8-2FAC-4CDE-9195-3FFC57D62FE4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3167829" y="5946025"/>
                <a:ext cx="235080" cy="57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97" name="Cerneală 196">
                <a:extLst>
                  <a:ext uri="{FF2B5EF4-FFF2-40B4-BE49-F238E27FC236}">
                    <a16:creationId xmlns:a16="http://schemas.microsoft.com/office/drawing/2014/main" id="{5FC9C380-C7F4-4D27-9795-677A60334D8E}"/>
                  </a:ext>
                </a:extLst>
              </p14:cNvPr>
              <p14:cNvContentPartPr/>
              <p14:nvPr/>
            </p14:nvContentPartPr>
            <p14:xfrm>
              <a:off x="3445389" y="6326545"/>
              <a:ext cx="153360" cy="258840"/>
            </p14:xfrm>
          </p:contentPart>
        </mc:Choice>
        <mc:Fallback xmlns="">
          <p:pic>
            <p:nvPicPr>
              <p:cNvPr id="197" name="Cerneală 196">
                <a:extLst>
                  <a:ext uri="{FF2B5EF4-FFF2-40B4-BE49-F238E27FC236}">
                    <a16:creationId xmlns:a16="http://schemas.microsoft.com/office/drawing/2014/main" id="{5FC9C380-C7F4-4D27-9795-677A60334D8E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3427749" y="6290545"/>
                <a:ext cx="189000" cy="33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98" name="Cerneală 197">
                <a:extLst>
                  <a:ext uri="{FF2B5EF4-FFF2-40B4-BE49-F238E27FC236}">
                    <a16:creationId xmlns:a16="http://schemas.microsoft.com/office/drawing/2014/main" id="{490F9AB3-7763-4902-AA0A-0C6A3E30B6DC}"/>
                  </a:ext>
                </a:extLst>
              </p14:cNvPr>
              <p14:cNvContentPartPr/>
              <p14:nvPr/>
            </p14:nvContentPartPr>
            <p14:xfrm>
              <a:off x="3623949" y="6164905"/>
              <a:ext cx="210600" cy="4680"/>
            </p14:xfrm>
          </p:contentPart>
        </mc:Choice>
        <mc:Fallback xmlns="">
          <p:pic>
            <p:nvPicPr>
              <p:cNvPr id="198" name="Cerneală 197">
                <a:extLst>
                  <a:ext uri="{FF2B5EF4-FFF2-40B4-BE49-F238E27FC236}">
                    <a16:creationId xmlns:a16="http://schemas.microsoft.com/office/drawing/2014/main" id="{490F9AB3-7763-4902-AA0A-0C6A3E30B6DC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3605949" y="6128905"/>
                <a:ext cx="24624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99" name="Cerneală 198">
                <a:extLst>
                  <a:ext uri="{FF2B5EF4-FFF2-40B4-BE49-F238E27FC236}">
                    <a16:creationId xmlns:a16="http://schemas.microsoft.com/office/drawing/2014/main" id="{0022EBD8-E9AF-486D-9E0C-F5767CA8F2D8}"/>
                  </a:ext>
                </a:extLst>
              </p14:cNvPr>
              <p14:cNvContentPartPr/>
              <p14:nvPr/>
            </p14:nvContentPartPr>
            <p14:xfrm>
              <a:off x="3690909" y="6269665"/>
              <a:ext cx="150120" cy="10440"/>
            </p14:xfrm>
          </p:contentPart>
        </mc:Choice>
        <mc:Fallback xmlns="">
          <p:pic>
            <p:nvPicPr>
              <p:cNvPr id="199" name="Cerneală 198">
                <a:extLst>
                  <a:ext uri="{FF2B5EF4-FFF2-40B4-BE49-F238E27FC236}">
                    <a16:creationId xmlns:a16="http://schemas.microsoft.com/office/drawing/2014/main" id="{0022EBD8-E9AF-486D-9E0C-F5767CA8F2D8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3673269" y="6234025"/>
                <a:ext cx="18576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200" name="Cerneală 199">
                <a:extLst>
                  <a:ext uri="{FF2B5EF4-FFF2-40B4-BE49-F238E27FC236}">
                    <a16:creationId xmlns:a16="http://schemas.microsoft.com/office/drawing/2014/main" id="{242891F2-BCD3-45C0-9F52-EFDB34300652}"/>
                  </a:ext>
                </a:extLst>
              </p14:cNvPr>
              <p14:cNvContentPartPr/>
              <p14:nvPr/>
            </p14:nvContentPartPr>
            <p14:xfrm>
              <a:off x="4071069" y="6078145"/>
              <a:ext cx="238680" cy="239760"/>
            </p14:xfrm>
          </p:contentPart>
        </mc:Choice>
        <mc:Fallback xmlns="">
          <p:pic>
            <p:nvPicPr>
              <p:cNvPr id="200" name="Cerneală 199">
                <a:extLst>
                  <a:ext uri="{FF2B5EF4-FFF2-40B4-BE49-F238E27FC236}">
                    <a16:creationId xmlns:a16="http://schemas.microsoft.com/office/drawing/2014/main" id="{242891F2-BCD3-45C0-9F52-EFDB34300652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4053429" y="6042505"/>
                <a:ext cx="274320" cy="31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201" name="Cerneală 200">
                <a:extLst>
                  <a:ext uri="{FF2B5EF4-FFF2-40B4-BE49-F238E27FC236}">
                    <a16:creationId xmlns:a16="http://schemas.microsoft.com/office/drawing/2014/main" id="{381A4B14-47CE-4979-BFAB-994E9DC1B657}"/>
                  </a:ext>
                </a:extLst>
              </p14:cNvPr>
              <p14:cNvContentPartPr/>
              <p14:nvPr/>
            </p14:nvContentPartPr>
            <p14:xfrm>
              <a:off x="4110669" y="6054025"/>
              <a:ext cx="144000" cy="295560"/>
            </p14:xfrm>
          </p:contentPart>
        </mc:Choice>
        <mc:Fallback xmlns="">
          <p:pic>
            <p:nvPicPr>
              <p:cNvPr id="201" name="Cerneală 200">
                <a:extLst>
                  <a:ext uri="{FF2B5EF4-FFF2-40B4-BE49-F238E27FC236}">
                    <a16:creationId xmlns:a16="http://schemas.microsoft.com/office/drawing/2014/main" id="{381A4B14-47CE-4979-BFAB-994E9DC1B657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4092669" y="6018385"/>
                <a:ext cx="179640" cy="36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202" name="Cerneală 201">
                <a:extLst>
                  <a:ext uri="{FF2B5EF4-FFF2-40B4-BE49-F238E27FC236}">
                    <a16:creationId xmlns:a16="http://schemas.microsoft.com/office/drawing/2014/main" id="{16EA0491-47E2-4437-B262-EC1D0311776A}"/>
                  </a:ext>
                </a:extLst>
              </p14:cNvPr>
              <p14:cNvContentPartPr/>
              <p14:nvPr/>
            </p14:nvContentPartPr>
            <p14:xfrm>
              <a:off x="4378869" y="6270025"/>
              <a:ext cx="238680" cy="224280"/>
            </p14:xfrm>
          </p:contentPart>
        </mc:Choice>
        <mc:Fallback xmlns="">
          <p:pic>
            <p:nvPicPr>
              <p:cNvPr id="202" name="Cerneală 201">
                <a:extLst>
                  <a:ext uri="{FF2B5EF4-FFF2-40B4-BE49-F238E27FC236}">
                    <a16:creationId xmlns:a16="http://schemas.microsoft.com/office/drawing/2014/main" id="{16EA0491-47E2-4437-B262-EC1D0311776A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4361229" y="6234385"/>
                <a:ext cx="274320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203" name="Cerneală 202">
                <a:extLst>
                  <a:ext uri="{FF2B5EF4-FFF2-40B4-BE49-F238E27FC236}">
                    <a16:creationId xmlns:a16="http://schemas.microsoft.com/office/drawing/2014/main" id="{7D6045C6-2A13-4298-94B0-F009AAB0271C}"/>
                  </a:ext>
                </a:extLst>
              </p14:cNvPr>
              <p14:cNvContentPartPr/>
              <p14:nvPr/>
            </p14:nvContentPartPr>
            <p14:xfrm>
              <a:off x="4671189" y="6181105"/>
              <a:ext cx="36360" cy="45360"/>
            </p14:xfrm>
          </p:contentPart>
        </mc:Choice>
        <mc:Fallback xmlns="">
          <p:pic>
            <p:nvPicPr>
              <p:cNvPr id="203" name="Cerneală 202">
                <a:extLst>
                  <a:ext uri="{FF2B5EF4-FFF2-40B4-BE49-F238E27FC236}">
                    <a16:creationId xmlns:a16="http://schemas.microsoft.com/office/drawing/2014/main" id="{7D6045C6-2A13-4298-94B0-F009AAB0271C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4653189" y="6145105"/>
                <a:ext cx="72000" cy="11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204" name="Cerneală 203">
                <a:extLst>
                  <a:ext uri="{FF2B5EF4-FFF2-40B4-BE49-F238E27FC236}">
                    <a16:creationId xmlns:a16="http://schemas.microsoft.com/office/drawing/2014/main" id="{B793BAAA-4274-42CE-BEDC-C621E3DDF7B8}"/>
                  </a:ext>
                </a:extLst>
              </p14:cNvPr>
              <p14:cNvContentPartPr/>
              <p14:nvPr/>
            </p14:nvContentPartPr>
            <p14:xfrm>
              <a:off x="5019309" y="5968705"/>
              <a:ext cx="209880" cy="394200"/>
            </p14:xfrm>
          </p:contentPart>
        </mc:Choice>
        <mc:Fallback xmlns="">
          <p:pic>
            <p:nvPicPr>
              <p:cNvPr id="204" name="Cerneală 203">
                <a:extLst>
                  <a:ext uri="{FF2B5EF4-FFF2-40B4-BE49-F238E27FC236}">
                    <a16:creationId xmlns:a16="http://schemas.microsoft.com/office/drawing/2014/main" id="{B793BAAA-4274-42CE-BEDC-C621E3DDF7B8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5001309" y="5933065"/>
                <a:ext cx="245520" cy="46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205" name="Cerneală 204">
                <a:extLst>
                  <a:ext uri="{FF2B5EF4-FFF2-40B4-BE49-F238E27FC236}">
                    <a16:creationId xmlns:a16="http://schemas.microsoft.com/office/drawing/2014/main" id="{20D5962C-3FE0-4086-976D-44175BAF76B0}"/>
                  </a:ext>
                </a:extLst>
              </p14:cNvPr>
              <p14:cNvContentPartPr/>
              <p14:nvPr/>
            </p14:nvContentPartPr>
            <p14:xfrm>
              <a:off x="4937589" y="6178945"/>
              <a:ext cx="316080" cy="38880"/>
            </p14:xfrm>
          </p:contentPart>
        </mc:Choice>
        <mc:Fallback xmlns="">
          <p:pic>
            <p:nvPicPr>
              <p:cNvPr id="205" name="Cerneală 204">
                <a:extLst>
                  <a:ext uri="{FF2B5EF4-FFF2-40B4-BE49-F238E27FC236}">
                    <a16:creationId xmlns:a16="http://schemas.microsoft.com/office/drawing/2014/main" id="{20D5962C-3FE0-4086-976D-44175BAF76B0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4919589" y="6143305"/>
                <a:ext cx="351720" cy="11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206" name="Cerneală 205">
                <a:extLst>
                  <a:ext uri="{FF2B5EF4-FFF2-40B4-BE49-F238E27FC236}">
                    <a16:creationId xmlns:a16="http://schemas.microsoft.com/office/drawing/2014/main" id="{60957C17-123C-4234-B255-C3DBB4D7503D}"/>
                  </a:ext>
                </a:extLst>
              </p14:cNvPr>
              <p14:cNvContentPartPr/>
              <p14:nvPr/>
            </p14:nvContentPartPr>
            <p14:xfrm>
              <a:off x="2726829" y="5794105"/>
              <a:ext cx="2945880" cy="987480"/>
            </p14:xfrm>
          </p:contentPart>
        </mc:Choice>
        <mc:Fallback xmlns="">
          <p:pic>
            <p:nvPicPr>
              <p:cNvPr id="206" name="Cerneală 205">
                <a:extLst>
                  <a:ext uri="{FF2B5EF4-FFF2-40B4-BE49-F238E27FC236}">
                    <a16:creationId xmlns:a16="http://schemas.microsoft.com/office/drawing/2014/main" id="{60957C17-123C-4234-B255-C3DBB4D7503D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2709189" y="5758105"/>
                <a:ext cx="2981520" cy="105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207" name="Cerneală 206">
                <a:extLst>
                  <a:ext uri="{FF2B5EF4-FFF2-40B4-BE49-F238E27FC236}">
                    <a16:creationId xmlns:a16="http://schemas.microsoft.com/office/drawing/2014/main" id="{CF57780B-E416-46AB-9640-3AEA73EE155D}"/>
                  </a:ext>
                </a:extLst>
              </p14:cNvPr>
              <p14:cNvContentPartPr/>
              <p14:nvPr/>
            </p14:nvContentPartPr>
            <p14:xfrm>
              <a:off x="4996269" y="6236905"/>
              <a:ext cx="14040" cy="140040"/>
            </p14:xfrm>
          </p:contentPart>
        </mc:Choice>
        <mc:Fallback xmlns="">
          <p:pic>
            <p:nvPicPr>
              <p:cNvPr id="207" name="Cerneală 206">
                <a:extLst>
                  <a:ext uri="{FF2B5EF4-FFF2-40B4-BE49-F238E27FC236}">
                    <a16:creationId xmlns:a16="http://schemas.microsoft.com/office/drawing/2014/main" id="{CF57780B-E416-46AB-9640-3AEA73EE155D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4978269" y="6200905"/>
                <a:ext cx="49680" cy="21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208" name="Cerneală 207">
                <a:extLst>
                  <a:ext uri="{FF2B5EF4-FFF2-40B4-BE49-F238E27FC236}">
                    <a16:creationId xmlns:a16="http://schemas.microsoft.com/office/drawing/2014/main" id="{683A1828-F404-423D-ACBE-C0904AFF5643}"/>
                  </a:ext>
                </a:extLst>
              </p14:cNvPr>
              <p14:cNvContentPartPr/>
              <p14:nvPr/>
            </p14:nvContentPartPr>
            <p14:xfrm>
              <a:off x="6149709" y="6352465"/>
              <a:ext cx="186480" cy="204120"/>
            </p14:xfrm>
          </p:contentPart>
        </mc:Choice>
        <mc:Fallback xmlns="">
          <p:pic>
            <p:nvPicPr>
              <p:cNvPr id="208" name="Cerneală 207">
                <a:extLst>
                  <a:ext uri="{FF2B5EF4-FFF2-40B4-BE49-F238E27FC236}">
                    <a16:creationId xmlns:a16="http://schemas.microsoft.com/office/drawing/2014/main" id="{683A1828-F404-423D-ACBE-C0904AFF5643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6132069" y="6316825"/>
                <a:ext cx="222120" cy="27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209" name="Cerneală 208">
                <a:extLst>
                  <a:ext uri="{FF2B5EF4-FFF2-40B4-BE49-F238E27FC236}">
                    <a16:creationId xmlns:a16="http://schemas.microsoft.com/office/drawing/2014/main" id="{3FCCB59C-34E9-4105-9730-C9BD7694B0F3}"/>
                  </a:ext>
                </a:extLst>
              </p14:cNvPr>
              <p14:cNvContentPartPr/>
              <p14:nvPr/>
            </p14:nvContentPartPr>
            <p14:xfrm>
              <a:off x="6376509" y="6419785"/>
              <a:ext cx="254160" cy="119520"/>
            </p14:xfrm>
          </p:contentPart>
        </mc:Choice>
        <mc:Fallback xmlns="">
          <p:pic>
            <p:nvPicPr>
              <p:cNvPr id="209" name="Cerneală 208">
                <a:extLst>
                  <a:ext uri="{FF2B5EF4-FFF2-40B4-BE49-F238E27FC236}">
                    <a16:creationId xmlns:a16="http://schemas.microsoft.com/office/drawing/2014/main" id="{3FCCB59C-34E9-4105-9730-C9BD7694B0F3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6358509" y="6384145"/>
                <a:ext cx="28980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210" name="Cerneală 209">
                <a:extLst>
                  <a:ext uri="{FF2B5EF4-FFF2-40B4-BE49-F238E27FC236}">
                    <a16:creationId xmlns:a16="http://schemas.microsoft.com/office/drawing/2014/main" id="{300ED22E-E25B-4436-BED2-93261FEB54BE}"/>
                  </a:ext>
                </a:extLst>
              </p14:cNvPr>
              <p14:cNvContentPartPr/>
              <p14:nvPr/>
            </p14:nvContentPartPr>
            <p14:xfrm>
              <a:off x="6704829" y="6179665"/>
              <a:ext cx="475560" cy="360360"/>
            </p14:xfrm>
          </p:contentPart>
        </mc:Choice>
        <mc:Fallback xmlns="">
          <p:pic>
            <p:nvPicPr>
              <p:cNvPr id="210" name="Cerneală 209">
                <a:extLst>
                  <a:ext uri="{FF2B5EF4-FFF2-40B4-BE49-F238E27FC236}">
                    <a16:creationId xmlns:a16="http://schemas.microsoft.com/office/drawing/2014/main" id="{300ED22E-E25B-4436-BED2-93261FEB54BE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6687189" y="6143665"/>
                <a:ext cx="51120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211" name="Cerneală 210">
                <a:extLst>
                  <a:ext uri="{FF2B5EF4-FFF2-40B4-BE49-F238E27FC236}">
                    <a16:creationId xmlns:a16="http://schemas.microsoft.com/office/drawing/2014/main" id="{30190D40-DACD-43F1-83C8-1C3551C2CBB1}"/>
                  </a:ext>
                </a:extLst>
              </p14:cNvPr>
              <p14:cNvContentPartPr/>
              <p14:nvPr/>
            </p14:nvContentPartPr>
            <p14:xfrm>
              <a:off x="7921989" y="6123505"/>
              <a:ext cx="249480" cy="371520"/>
            </p14:xfrm>
          </p:contentPart>
        </mc:Choice>
        <mc:Fallback xmlns="">
          <p:pic>
            <p:nvPicPr>
              <p:cNvPr id="211" name="Cerneală 210">
                <a:extLst>
                  <a:ext uri="{FF2B5EF4-FFF2-40B4-BE49-F238E27FC236}">
                    <a16:creationId xmlns:a16="http://schemas.microsoft.com/office/drawing/2014/main" id="{30190D40-DACD-43F1-83C8-1C3551C2CBB1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7903989" y="6087505"/>
                <a:ext cx="285120" cy="44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212" name="Cerneală 211">
                <a:extLst>
                  <a:ext uri="{FF2B5EF4-FFF2-40B4-BE49-F238E27FC236}">
                    <a16:creationId xmlns:a16="http://schemas.microsoft.com/office/drawing/2014/main" id="{F1BA1E09-FCB8-4638-AF5B-AF9E6C1CA52A}"/>
                  </a:ext>
                </a:extLst>
              </p14:cNvPr>
              <p14:cNvContentPartPr/>
              <p14:nvPr/>
            </p14:nvContentPartPr>
            <p14:xfrm>
              <a:off x="7887789" y="6333025"/>
              <a:ext cx="270000" cy="24480"/>
            </p14:xfrm>
          </p:contentPart>
        </mc:Choice>
        <mc:Fallback xmlns="">
          <p:pic>
            <p:nvPicPr>
              <p:cNvPr id="212" name="Cerneală 211">
                <a:extLst>
                  <a:ext uri="{FF2B5EF4-FFF2-40B4-BE49-F238E27FC236}">
                    <a16:creationId xmlns:a16="http://schemas.microsoft.com/office/drawing/2014/main" id="{F1BA1E09-FCB8-4638-AF5B-AF9E6C1CA52A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7870149" y="6297025"/>
                <a:ext cx="305640" cy="9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213" name="Cerneală 212">
                <a:extLst>
                  <a:ext uri="{FF2B5EF4-FFF2-40B4-BE49-F238E27FC236}">
                    <a16:creationId xmlns:a16="http://schemas.microsoft.com/office/drawing/2014/main" id="{07D0FA60-2FC7-4ABB-A7BF-C2500353D033}"/>
                  </a:ext>
                </a:extLst>
              </p14:cNvPr>
              <p14:cNvContentPartPr/>
              <p14:nvPr/>
            </p14:nvContentPartPr>
            <p14:xfrm>
              <a:off x="8339949" y="6285865"/>
              <a:ext cx="243360" cy="156240"/>
            </p14:xfrm>
          </p:contentPart>
        </mc:Choice>
        <mc:Fallback xmlns="">
          <p:pic>
            <p:nvPicPr>
              <p:cNvPr id="213" name="Cerneală 212">
                <a:extLst>
                  <a:ext uri="{FF2B5EF4-FFF2-40B4-BE49-F238E27FC236}">
                    <a16:creationId xmlns:a16="http://schemas.microsoft.com/office/drawing/2014/main" id="{07D0FA60-2FC7-4ABB-A7BF-C2500353D033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8322309" y="6250225"/>
                <a:ext cx="279000" cy="22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214" name="Cerneală 213">
                <a:extLst>
                  <a:ext uri="{FF2B5EF4-FFF2-40B4-BE49-F238E27FC236}">
                    <a16:creationId xmlns:a16="http://schemas.microsoft.com/office/drawing/2014/main" id="{1B676355-8851-45C5-9215-F453F69CD460}"/>
                  </a:ext>
                </a:extLst>
              </p14:cNvPr>
              <p14:cNvContentPartPr/>
              <p14:nvPr/>
            </p14:nvContentPartPr>
            <p14:xfrm>
              <a:off x="8811909" y="6227185"/>
              <a:ext cx="169560" cy="244800"/>
            </p14:xfrm>
          </p:contentPart>
        </mc:Choice>
        <mc:Fallback xmlns="">
          <p:pic>
            <p:nvPicPr>
              <p:cNvPr id="214" name="Cerneală 213">
                <a:extLst>
                  <a:ext uri="{FF2B5EF4-FFF2-40B4-BE49-F238E27FC236}">
                    <a16:creationId xmlns:a16="http://schemas.microsoft.com/office/drawing/2014/main" id="{1B676355-8851-45C5-9215-F453F69CD460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8793909" y="6191545"/>
                <a:ext cx="205200" cy="31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215" name="Cerneală 214">
                <a:extLst>
                  <a:ext uri="{FF2B5EF4-FFF2-40B4-BE49-F238E27FC236}">
                    <a16:creationId xmlns:a16="http://schemas.microsoft.com/office/drawing/2014/main" id="{C18CADDC-818E-40B2-9344-24DC78685EBF}"/>
                  </a:ext>
                </a:extLst>
              </p14:cNvPr>
              <p14:cNvContentPartPr/>
              <p14:nvPr/>
            </p14:nvContentPartPr>
            <p14:xfrm>
              <a:off x="8788149" y="6266065"/>
              <a:ext cx="154080" cy="211680"/>
            </p14:xfrm>
          </p:contentPart>
        </mc:Choice>
        <mc:Fallback xmlns="">
          <p:pic>
            <p:nvPicPr>
              <p:cNvPr id="215" name="Cerneală 214">
                <a:extLst>
                  <a:ext uri="{FF2B5EF4-FFF2-40B4-BE49-F238E27FC236}">
                    <a16:creationId xmlns:a16="http://schemas.microsoft.com/office/drawing/2014/main" id="{C18CADDC-818E-40B2-9344-24DC78685EBF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8770149" y="6230065"/>
                <a:ext cx="189720" cy="28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216" name="Cerneală 215">
                <a:extLst>
                  <a:ext uri="{FF2B5EF4-FFF2-40B4-BE49-F238E27FC236}">
                    <a16:creationId xmlns:a16="http://schemas.microsoft.com/office/drawing/2014/main" id="{15CE7E6F-2416-4C96-86E8-B936E86C2E10}"/>
                  </a:ext>
                </a:extLst>
              </p14:cNvPr>
              <p14:cNvContentPartPr/>
              <p14:nvPr/>
            </p14:nvContentPartPr>
            <p14:xfrm>
              <a:off x="9071469" y="6394225"/>
              <a:ext cx="70560" cy="168120"/>
            </p14:xfrm>
          </p:contentPart>
        </mc:Choice>
        <mc:Fallback xmlns="">
          <p:pic>
            <p:nvPicPr>
              <p:cNvPr id="216" name="Cerneală 215">
                <a:extLst>
                  <a:ext uri="{FF2B5EF4-FFF2-40B4-BE49-F238E27FC236}">
                    <a16:creationId xmlns:a16="http://schemas.microsoft.com/office/drawing/2014/main" id="{15CE7E6F-2416-4C96-86E8-B936E86C2E10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9053829" y="6358585"/>
                <a:ext cx="106200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217" name="Cerneală 216">
                <a:extLst>
                  <a:ext uri="{FF2B5EF4-FFF2-40B4-BE49-F238E27FC236}">
                    <a16:creationId xmlns:a16="http://schemas.microsoft.com/office/drawing/2014/main" id="{85D58D63-BCAF-4110-B3DC-2439E945C7A0}"/>
                  </a:ext>
                </a:extLst>
              </p14:cNvPr>
              <p14:cNvContentPartPr/>
              <p14:nvPr/>
            </p14:nvContentPartPr>
            <p14:xfrm>
              <a:off x="9201429" y="6390985"/>
              <a:ext cx="207720" cy="8640"/>
            </p14:xfrm>
          </p:contentPart>
        </mc:Choice>
        <mc:Fallback xmlns="">
          <p:pic>
            <p:nvPicPr>
              <p:cNvPr id="217" name="Cerneală 216">
                <a:extLst>
                  <a:ext uri="{FF2B5EF4-FFF2-40B4-BE49-F238E27FC236}">
                    <a16:creationId xmlns:a16="http://schemas.microsoft.com/office/drawing/2014/main" id="{85D58D63-BCAF-4110-B3DC-2439E945C7A0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9183789" y="6355345"/>
                <a:ext cx="24336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218" name="Cerneală 217">
                <a:extLst>
                  <a:ext uri="{FF2B5EF4-FFF2-40B4-BE49-F238E27FC236}">
                    <a16:creationId xmlns:a16="http://schemas.microsoft.com/office/drawing/2014/main" id="{D75371B6-58BB-4CDB-B188-66E0B0B65266}"/>
                  </a:ext>
                </a:extLst>
              </p14:cNvPr>
              <p14:cNvContentPartPr/>
              <p14:nvPr/>
            </p14:nvContentPartPr>
            <p14:xfrm>
              <a:off x="9322749" y="6270745"/>
              <a:ext cx="28440" cy="241920"/>
            </p14:xfrm>
          </p:contentPart>
        </mc:Choice>
        <mc:Fallback xmlns="">
          <p:pic>
            <p:nvPicPr>
              <p:cNvPr id="218" name="Cerneală 217">
                <a:extLst>
                  <a:ext uri="{FF2B5EF4-FFF2-40B4-BE49-F238E27FC236}">
                    <a16:creationId xmlns:a16="http://schemas.microsoft.com/office/drawing/2014/main" id="{D75371B6-58BB-4CDB-B188-66E0B0B65266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9304749" y="6234745"/>
                <a:ext cx="64080" cy="31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219" name="Cerneală 218">
                <a:extLst>
                  <a:ext uri="{FF2B5EF4-FFF2-40B4-BE49-F238E27FC236}">
                    <a16:creationId xmlns:a16="http://schemas.microsoft.com/office/drawing/2014/main" id="{FC33DFDD-551B-4FB6-A086-35993BF1CBCC}"/>
                  </a:ext>
                </a:extLst>
              </p14:cNvPr>
              <p14:cNvContentPartPr/>
              <p14:nvPr/>
            </p14:nvContentPartPr>
            <p14:xfrm>
              <a:off x="9475749" y="6255985"/>
              <a:ext cx="193680" cy="236160"/>
            </p14:xfrm>
          </p:contentPart>
        </mc:Choice>
        <mc:Fallback xmlns="">
          <p:pic>
            <p:nvPicPr>
              <p:cNvPr id="219" name="Cerneală 218">
                <a:extLst>
                  <a:ext uri="{FF2B5EF4-FFF2-40B4-BE49-F238E27FC236}">
                    <a16:creationId xmlns:a16="http://schemas.microsoft.com/office/drawing/2014/main" id="{FC33DFDD-551B-4FB6-A086-35993BF1CBCC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9457749" y="6220345"/>
                <a:ext cx="229320" cy="30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220" name="Cerneală 219">
                <a:extLst>
                  <a:ext uri="{FF2B5EF4-FFF2-40B4-BE49-F238E27FC236}">
                    <a16:creationId xmlns:a16="http://schemas.microsoft.com/office/drawing/2014/main" id="{CE4CE750-982B-435D-8C4A-6577E9794AC7}"/>
                  </a:ext>
                </a:extLst>
              </p14:cNvPr>
              <p14:cNvContentPartPr/>
              <p14:nvPr/>
            </p14:nvContentPartPr>
            <p14:xfrm>
              <a:off x="9464229" y="6236905"/>
              <a:ext cx="170640" cy="261000"/>
            </p14:xfrm>
          </p:contentPart>
        </mc:Choice>
        <mc:Fallback xmlns="">
          <p:pic>
            <p:nvPicPr>
              <p:cNvPr id="220" name="Cerneală 219">
                <a:extLst>
                  <a:ext uri="{FF2B5EF4-FFF2-40B4-BE49-F238E27FC236}">
                    <a16:creationId xmlns:a16="http://schemas.microsoft.com/office/drawing/2014/main" id="{CE4CE750-982B-435D-8C4A-6577E9794AC7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9446589" y="6200905"/>
                <a:ext cx="206280" cy="33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221" name="Cerneală 220">
                <a:extLst>
                  <a:ext uri="{FF2B5EF4-FFF2-40B4-BE49-F238E27FC236}">
                    <a16:creationId xmlns:a16="http://schemas.microsoft.com/office/drawing/2014/main" id="{471777B9-43AE-468A-B626-B462EDD5D9B3}"/>
                  </a:ext>
                </a:extLst>
              </p14:cNvPr>
              <p14:cNvContentPartPr/>
              <p14:nvPr/>
            </p14:nvContentPartPr>
            <p14:xfrm>
              <a:off x="9697869" y="6386305"/>
              <a:ext cx="146520" cy="123840"/>
            </p14:xfrm>
          </p:contentPart>
        </mc:Choice>
        <mc:Fallback xmlns="">
          <p:pic>
            <p:nvPicPr>
              <p:cNvPr id="221" name="Cerneală 220">
                <a:extLst>
                  <a:ext uri="{FF2B5EF4-FFF2-40B4-BE49-F238E27FC236}">
                    <a16:creationId xmlns:a16="http://schemas.microsoft.com/office/drawing/2014/main" id="{471777B9-43AE-468A-B626-B462EDD5D9B3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9679869" y="6350305"/>
                <a:ext cx="18216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222" name="Cerneală 221">
                <a:extLst>
                  <a:ext uri="{FF2B5EF4-FFF2-40B4-BE49-F238E27FC236}">
                    <a16:creationId xmlns:a16="http://schemas.microsoft.com/office/drawing/2014/main" id="{7C4009B3-445C-4FA3-8842-7B0106AA8EF8}"/>
                  </a:ext>
                </a:extLst>
              </p14:cNvPr>
              <p14:cNvContentPartPr/>
              <p14:nvPr/>
            </p14:nvContentPartPr>
            <p14:xfrm>
              <a:off x="10598589" y="5888425"/>
              <a:ext cx="620280" cy="466560"/>
            </p14:xfrm>
          </p:contentPart>
        </mc:Choice>
        <mc:Fallback xmlns="">
          <p:pic>
            <p:nvPicPr>
              <p:cNvPr id="222" name="Cerneală 221">
                <a:extLst>
                  <a:ext uri="{FF2B5EF4-FFF2-40B4-BE49-F238E27FC236}">
                    <a16:creationId xmlns:a16="http://schemas.microsoft.com/office/drawing/2014/main" id="{7C4009B3-445C-4FA3-8842-7B0106AA8EF8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10580589" y="5852785"/>
                <a:ext cx="655920" cy="53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223" name="Cerneală 222">
                <a:extLst>
                  <a:ext uri="{FF2B5EF4-FFF2-40B4-BE49-F238E27FC236}">
                    <a16:creationId xmlns:a16="http://schemas.microsoft.com/office/drawing/2014/main" id="{AA8401A6-DE01-47E3-BC3E-623CC89FD1D4}"/>
                  </a:ext>
                </a:extLst>
              </p14:cNvPr>
              <p14:cNvContentPartPr/>
              <p14:nvPr/>
            </p14:nvContentPartPr>
            <p14:xfrm>
              <a:off x="11122029" y="5890585"/>
              <a:ext cx="33840" cy="46080"/>
            </p14:xfrm>
          </p:contentPart>
        </mc:Choice>
        <mc:Fallback xmlns="">
          <p:pic>
            <p:nvPicPr>
              <p:cNvPr id="223" name="Cerneală 222">
                <a:extLst>
                  <a:ext uri="{FF2B5EF4-FFF2-40B4-BE49-F238E27FC236}">
                    <a16:creationId xmlns:a16="http://schemas.microsoft.com/office/drawing/2014/main" id="{AA8401A6-DE01-47E3-BC3E-623CC89FD1D4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11104029" y="5854585"/>
                <a:ext cx="69480" cy="11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224" name="Cerneală 223">
                <a:extLst>
                  <a:ext uri="{FF2B5EF4-FFF2-40B4-BE49-F238E27FC236}">
                    <a16:creationId xmlns:a16="http://schemas.microsoft.com/office/drawing/2014/main" id="{12E66D5F-A7D6-4ABC-BFEC-62BDB8F82DD4}"/>
                  </a:ext>
                </a:extLst>
              </p14:cNvPr>
              <p14:cNvContentPartPr/>
              <p14:nvPr/>
            </p14:nvContentPartPr>
            <p14:xfrm>
              <a:off x="11292669" y="6050065"/>
              <a:ext cx="371880" cy="168840"/>
            </p14:xfrm>
          </p:contentPart>
        </mc:Choice>
        <mc:Fallback xmlns="">
          <p:pic>
            <p:nvPicPr>
              <p:cNvPr id="224" name="Cerneală 223">
                <a:extLst>
                  <a:ext uri="{FF2B5EF4-FFF2-40B4-BE49-F238E27FC236}">
                    <a16:creationId xmlns:a16="http://schemas.microsoft.com/office/drawing/2014/main" id="{12E66D5F-A7D6-4ABC-BFEC-62BDB8F82DD4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11275029" y="6014065"/>
                <a:ext cx="407520" cy="24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225" name="Cerneală 224">
                <a:extLst>
                  <a:ext uri="{FF2B5EF4-FFF2-40B4-BE49-F238E27FC236}">
                    <a16:creationId xmlns:a16="http://schemas.microsoft.com/office/drawing/2014/main" id="{4C159130-20DA-41AF-B8F3-222AE057D621}"/>
                  </a:ext>
                </a:extLst>
              </p14:cNvPr>
              <p14:cNvContentPartPr/>
              <p14:nvPr/>
            </p14:nvContentPartPr>
            <p14:xfrm>
              <a:off x="10515069" y="6340945"/>
              <a:ext cx="477720" cy="300960"/>
            </p14:xfrm>
          </p:contentPart>
        </mc:Choice>
        <mc:Fallback xmlns="">
          <p:pic>
            <p:nvPicPr>
              <p:cNvPr id="225" name="Cerneală 224">
                <a:extLst>
                  <a:ext uri="{FF2B5EF4-FFF2-40B4-BE49-F238E27FC236}">
                    <a16:creationId xmlns:a16="http://schemas.microsoft.com/office/drawing/2014/main" id="{4C159130-20DA-41AF-B8F3-222AE057D621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10497429" y="6304945"/>
                <a:ext cx="513360" cy="37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226" name="Cerneală 225">
                <a:extLst>
                  <a:ext uri="{FF2B5EF4-FFF2-40B4-BE49-F238E27FC236}">
                    <a16:creationId xmlns:a16="http://schemas.microsoft.com/office/drawing/2014/main" id="{E5565D16-E64B-4F99-BEBF-8B0959CC3C75}"/>
                  </a:ext>
                </a:extLst>
              </p14:cNvPr>
              <p14:cNvContentPartPr/>
              <p14:nvPr/>
            </p14:nvContentPartPr>
            <p14:xfrm>
              <a:off x="11079189" y="6291985"/>
              <a:ext cx="839520" cy="367920"/>
            </p14:xfrm>
          </p:contentPart>
        </mc:Choice>
        <mc:Fallback xmlns="">
          <p:pic>
            <p:nvPicPr>
              <p:cNvPr id="226" name="Cerneală 225">
                <a:extLst>
                  <a:ext uri="{FF2B5EF4-FFF2-40B4-BE49-F238E27FC236}">
                    <a16:creationId xmlns:a16="http://schemas.microsoft.com/office/drawing/2014/main" id="{E5565D16-E64B-4F99-BEBF-8B0959CC3C75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11061189" y="6256345"/>
                <a:ext cx="875160" cy="43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227" name="Cerneală 226">
                <a:extLst>
                  <a:ext uri="{FF2B5EF4-FFF2-40B4-BE49-F238E27FC236}">
                    <a16:creationId xmlns:a16="http://schemas.microsoft.com/office/drawing/2014/main" id="{BEFCDADD-B142-4F2C-8206-579AEEFA85AD}"/>
                  </a:ext>
                </a:extLst>
              </p14:cNvPr>
              <p14:cNvContentPartPr/>
              <p14:nvPr/>
            </p14:nvContentPartPr>
            <p14:xfrm>
              <a:off x="11776509" y="6410425"/>
              <a:ext cx="177120" cy="3960"/>
            </p14:xfrm>
          </p:contentPart>
        </mc:Choice>
        <mc:Fallback xmlns="">
          <p:pic>
            <p:nvPicPr>
              <p:cNvPr id="227" name="Cerneală 226">
                <a:extLst>
                  <a:ext uri="{FF2B5EF4-FFF2-40B4-BE49-F238E27FC236}">
                    <a16:creationId xmlns:a16="http://schemas.microsoft.com/office/drawing/2014/main" id="{BEFCDADD-B142-4F2C-8206-579AEEFA85AD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11758509" y="6374425"/>
                <a:ext cx="212760" cy="75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69657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Cerneală 1">
                <a:extLst>
                  <a:ext uri="{FF2B5EF4-FFF2-40B4-BE49-F238E27FC236}">
                    <a16:creationId xmlns:a16="http://schemas.microsoft.com/office/drawing/2014/main" id="{6C4B9FD7-E597-4E63-A8CF-D216314310C4}"/>
                  </a:ext>
                </a:extLst>
              </p14:cNvPr>
              <p14:cNvContentPartPr/>
              <p14:nvPr/>
            </p14:nvContentPartPr>
            <p14:xfrm>
              <a:off x="514269" y="344425"/>
              <a:ext cx="31320" cy="307800"/>
            </p14:xfrm>
          </p:contentPart>
        </mc:Choice>
        <mc:Fallback xmlns="">
          <p:pic>
            <p:nvPicPr>
              <p:cNvPr id="2" name="Cerneală 1">
                <a:extLst>
                  <a:ext uri="{FF2B5EF4-FFF2-40B4-BE49-F238E27FC236}">
                    <a16:creationId xmlns:a16="http://schemas.microsoft.com/office/drawing/2014/main" id="{6C4B9FD7-E597-4E63-A8CF-D216314310C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6629" y="308425"/>
                <a:ext cx="66960" cy="37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DF11C430-3A38-4ABF-89E0-3DD2E2571118}"/>
                  </a:ext>
                </a:extLst>
              </p14:cNvPr>
              <p14:cNvContentPartPr/>
              <p14:nvPr/>
            </p14:nvContentPartPr>
            <p14:xfrm>
              <a:off x="412389" y="274945"/>
              <a:ext cx="265680" cy="187920"/>
            </p14:xfrm>
          </p:contentPart>
        </mc:Choice>
        <mc:Fallback xmlns=""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DF11C430-3A38-4ABF-89E0-3DD2E257111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4749" y="239305"/>
                <a:ext cx="301320" cy="25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514C7B53-73CB-49CB-8EFB-61047B0A4B8E}"/>
                  </a:ext>
                </a:extLst>
              </p14:cNvPr>
              <p14:cNvContentPartPr/>
              <p14:nvPr/>
            </p14:nvContentPartPr>
            <p14:xfrm>
              <a:off x="654309" y="504985"/>
              <a:ext cx="194400" cy="15120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514C7B53-73CB-49CB-8EFB-61047B0A4B8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36309" y="468985"/>
                <a:ext cx="230040" cy="22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9A6E3221-9E42-4C77-BF16-25534448721D}"/>
                  </a:ext>
                </a:extLst>
              </p14:cNvPr>
              <p14:cNvContentPartPr/>
              <p14:nvPr/>
            </p14:nvContentPartPr>
            <p14:xfrm>
              <a:off x="937629" y="465025"/>
              <a:ext cx="153000" cy="21528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9A6E3221-9E42-4C77-BF16-25534448721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19629" y="429025"/>
                <a:ext cx="188640" cy="2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6AC5BAF2-666C-48DB-9868-472D4DB260D1}"/>
                  </a:ext>
                </a:extLst>
              </p14:cNvPr>
              <p14:cNvContentPartPr/>
              <p14:nvPr/>
            </p14:nvContentPartPr>
            <p14:xfrm>
              <a:off x="1303749" y="456745"/>
              <a:ext cx="13320" cy="21996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6AC5BAF2-666C-48DB-9868-472D4DB260D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86109" y="421105"/>
                <a:ext cx="48960" cy="29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A3326E75-7D2A-481F-976C-03E237FD6508}"/>
                  </a:ext>
                </a:extLst>
              </p14:cNvPr>
              <p14:cNvContentPartPr/>
              <p14:nvPr/>
            </p14:nvContentPartPr>
            <p14:xfrm>
              <a:off x="1385829" y="441265"/>
              <a:ext cx="136440" cy="21924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A3326E75-7D2A-481F-976C-03E237FD650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367829" y="405625"/>
                <a:ext cx="172080" cy="29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6920B543-278D-403D-90A9-C015C015EE81}"/>
                  </a:ext>
                </a:extLst>
              </p14:cNvPr>
              <p14:cNvContentPartPr/>
              <p14:nvPr/>
            </p14:nvContentPartPr>
            <p14:xfrm>
              <a:off x="1207629" y="283945"/>
              <a:ext cx="281520" cy="3888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6920B543-278D-403D-90A9-C015C015EE8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189629" y="247945"/>
                <a:ext cx="317160" cy="11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E7ABCAE4-D1D9-4A9D-9B15-D2615FEB0795}"/>
                  </a:ext>
                </a:extLst>
              </p14:cNvPr>
              <p14:cNvContentPartPr/>
              <p14:nvPr/>
            </p14:nvContentPartPr>
            <p14:xfrm>
              <a:off x="1313829" y="793705"/>
              <a:ext cx="210960" cy="4752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E7ABCAE4-D1D9-4A9D-9B15-D2615FEB079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295829" y="757705"/>
                <a:ext cx="246600" cy="11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F74DCC59-971C-4BD4-8C8C-9A7A87DF94D7}"/>
                  </a:ext>
                </a:extLst>
              </p14:cNvPr>
              <p14:cNvContentPartPr/>
              <p14:nvPr/>
            </p14:nvContentPartPr>
            <p14:xfrm>
              <a:off x="2020869" y="540625"/>
              <a:ext cx="198720" cy="1476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F74DCC59-971C-4BD4-8C8C-9A7A87DF94D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003229" y="504625"/>
                <a:ext cx="23436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B2ACBBBD-A5C8-4152-8F96-6C9BF4A77384}"/>
                  </a:ext>
                </a:extLst>
              </p14:cNvPr>
              <p14:cNvContentPartPr/>
              <p14:nvPr/>
            </p14:nvContentPartPr>
            <p14:xfrm>
              <a:off x="2458989" y="394105"/>
              <a:ext cx="19800" cy="20808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B2ACBBBD-A5C8-4152-8F96-6C9BF4A7738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440989" y="358465"/>
                <a:ext cx="55440" cy="27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834709B9-9568-47D3-9CD4-DE04DAC980B8}"/>
                  </a:ext>
                </a:extLst>
              </p14:cNvPr>
              <p14:cNvContentPartPr/>
              <p14:nvPr/>
            </p14:nvContentPartPr>
            <p14:xfrm>
              <a:off x="2266389" y="278185"/>
              <a:ext cx="316800" cy="2052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834709B9-9568-47D3-9CD4-DE04DAC980B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248749" y="242185"/>
                <a:ext cx="352440" cy="9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E7D6F1CF-3C6E-4286-AE97-6FB6BCDB81E8}"/>
                  </a:ext>
                </a:extLst>
              </p14:cNvPr>
              <p14:cNvContentPartPr/>
              <p14:nvPr/>
            </p14:nvContentPartPr>
            <p14:xfrm>
              <a:off x="2612349" y="485545"/>
              <a:ext cx="286920" cy="16920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E7D6F1CF-3C6E-4286-AE97-6FB6BCDB81E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594709" y="449545"/>
                <a:ext cx="32256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7778D520-44BB-48FB-BC88-AD53EDBEC35E}"/>
                  </a:ext>
                </a:extLst>
              </p14:cNvPr>
              <p14:cNvContentPartPr/>
              <p14:nvPr/>
            </p14:nvContentPartPr>
            <p14:xfrm>
              <a:off x="2921949" y="482665"/>
              <a:ext cx="241200" cy="14652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7778D520-44BB-48FB-BC88-AD53EDBEC35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903949" y="446665"/>
                <a:ext cx="276840" cy="21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A51DFF9F-220B-49A9-911D-E32978A6E410}"/>
                  </a:ext>
                </a:extLst>
              </p14:cNvPr>
              <p14:cNvContentPartPr/>
              <p14:nvPr/>
            </p14:nvContentPartPr>
            <p14:xfrm>
              <a:off x="3213909" y="447745"/>
              <a:ext cx="192240" cy="21312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A51DFF9F-220B-49A9-911D-E32978A6E41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195909" y="411745"/>
                <a:ext cx="227880" cy="28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1E90759F-AAFC-4D39-BDF0-31E50FBCE055}"/>
                  </a:ext>
                </a:extLst>
              </p14:cNvPr>
              <p14:cNvContentPartPr/>
              <p14:nvPr/>
            </p14:nvContentPartPr>
            <p14:xfrm>
              <a:off x="3515949" y="458185"/>
              <a:ext cx="751320" cy="19908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1E90759F-AAFC-4D39-BDF0-31E50FBCE055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497949" y="422185"/>
                <a:ext cx="786960" cy="27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AC3CDDFC-CF39-4498-B2F3-DFB4CB977D7A}"/>
                  </a:ext>
                </a:extLst>
              </p14:cNvPr>
              <p14:cNvContentPartPr/>
              <p14:nvPr/>
            </p14:nvContentPartPr>
            <p14:xfrm>
              <a:off x="4724109" y="488785"/>
              <a:ext cx="130320" cy="15804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AC3CDDFC-CF39-4498-B2F3-DFB4CB977D7A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706469" y="453145"/>
                <a:ext cx="165960" cy="22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751D057D-6B55-470B-AFEE-A77D6C7A1E58}"/>
                  </a:ext>
                </a:extLst>
              </p14:cNvPr>
              <p14:cNvContentPartPr/>
              <p14:nvPr/>
            </p14:nvContentPartPr>
            <p14:xfrm>
              <a:off x="4935069" y="167305"/>
              <a:ext cx="564480" cy="46728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751D057D-6B55-470B-AFEE-A77D6C7A1E58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917429" y="131665"/>
                <a:ext cx="600120" cy="53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ECA323FF-86DC-4053-AACB-9263AD59E932}"/>
                  </a:ext>
                </a:extLst>
              </p14:cNvPr>
              <p14:cNvContentPartPr/>
              <p14:nvPr/>
            </p14:nvContentPartPr>
            <p14:xfrm>
              <a:off x="5587029" y="486985"/>
              <a:ext cx="583560" cy="13536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ECA323FF-86DC-4053-AACB-9263AD59E93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569389" y="450985"/>
                <a:ext cx="619200" cy="20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E1A022E7-FE93-4A86-9622-4B43549C88EF}"/>
                  </a:ext>
                </a:extLst>
              </p14:cNvPr>
              <p14:cNvContentPartPr/>
              <p14:nvPr/>
            </p14:nvContentPartPr>
            <p14:xfrm>
              <a:off x="6059709" y="291145"/>
              <a:ext cx="95760" cy="10260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E1A022E7-FE93-4A86-9622-4B43549C88EF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042069" y="255505"/>
                <a:ext cx="131400" cy="17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86557690-DD0F-4782-80F1-DAC48F5DD26B}"/>
                  </a:ext>
                </a:extLst>
              </p14:cNvPr>
              <p14:cNvContentPartPr/>
              <p14:nvPr/>
            </p14:nvContentPartPr>
            <p14:xfrm>
              <a:off x="6183909" y="585625"/>
              <a:ext cx="182520" cy="2448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86557690-DD0F-4782-80F1-DAC48F5DD26B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165909" y="549985"/>
                <a:ext cx="218160" cy="9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97" name="Cerneală 196">
                <a:extLst>
                  <a:ext uri="{FF2B5EF4-FFF2-40B4-BE49-F238E27FC236}">
                    <a16:creationId xmlns:a16="http://schemas.microsoft.com/office/drawing/2014/main" id="{073683EA-6807-4FC6-969B-D20ECF437AEA}"/>
                  </a:ext>
                </a:extLst>
              </p14:cNvPr>
              <p14:cNvContentPartPr/>
              <p14:nvPr/>
            </p14:nvContentPartPr>
            <p14:xfrm>
              <a:off x="595629" y="192145"/>
              <a:ext cx="11233080" cy="6450840"/>
            </p14:xfrm>
          </p:contentPart>
        </mc:Choice>
        <mc:Fallback xmlns="">
          <p:pic>
            <p:nvPicPr>
              <p:cNvPr id="197" name="Cerneală 196">
                <a:extLst>
                  <a:ext uri="{FF2B5EF4-FFF2-40B4-BE49-F238E27FC236}">
                    <a16:creationId xmlns:a16="http://schemas.microsoft.com/office/drawing/2014/main" id="{073683EA-6807-4FC6-969B-D20ECF437AEA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77629" y="174145"/>
                <a:ext cx="11268720" cy="648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98" name="Cerneală 197">
                <a:extLst>
                  <a:ext uri="{FF2B5EF4-FFF2-40B4-BE49-F238E27FC236}">
                    <a16:creationId xmlns:a16="http://schemas.microsoft.com/office/drawing/2014/main" id="{CB659485-8B4C-4698-AA35-7A14B4F455DB}"/>
                  </a:ext>
                </a:extLst>
              </p14:cNvPr>
              <p14:cNvContentPartPr/>
              <p14:nvPr/>
            </p14:nvContentPartPr>
            <p14:xfrm>
              <a:off x="205749" y="1680025"/>
              <a:ext cx="7582320" cy="5077080"/>
            </p14:xfrm>
          </p:contentPart>
        </mc:Choice>
        <mc:Fallback xmlns="">
          <p:pic>
            <p:nvPicPr>
              <p:cNvPr id="198" name="Cerneală 197">
                <a:extLst>
                  <a:ext uri="{FF2B5EF4-FFF2-40B4-BE49-F238E27FC236}">
                    <a16:creationId xmlns:a16="http://schemas.microsoft.com/office/drawing/2014/main" id="{CB659485-8B4C-4698-AA35-7A14B4F455DB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87749" y="1644385"/>
                <a:ext cx="7617960" cy="514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99" name="Cerneală 198">
                <a:extLst>
                  <a:ext uri="{FF2B5EF4-FFF2-40B4-BE49-F238E27FC236}">
                    <a16:creationId xmlns:a16="http://schemas.microsoft.com/office/drawing/2014/main" id="{99013B59-29CE-4FAB-8AB3-2BAC56E2BD1B}"/>
                  </a:ext>
                </a:extLst>
              </p14:cNvPr>
              <p14:cNvContentPartPr/>
              <p14:nvPr/>
            </p14:nvContentPartPr>
            <p14:xfrm>
              <a:off x="5812749" y="1214545"/>
              <a:ext cx="1649880" cy="1226520"/>
            </p14:xfrm>
          </p:contentPart>
        </mc:Choice>
        <mc:Fallback xmlns="">
          <p:pic>
            <p:nvPicPr>
              <p:cNvPr id="199" name="Cerneală 198">
                <a:extLst>
                  <a:ext uri="{FF2B5EF4-FFF2-40B4-BE49-F238E27FC236}">
                    <a16:creationId xmlns:a16="http://schemas.microsoft.com/office/drawing/2014/main" id="{99013B59-29CE-4FAB-8AB3-2BAC56E2BD1B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794749" y="1178545"/>
                <a:ext cx="1685520" cy="129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00" name="Cerneală 199">
                <a:extLst>
                  <a:ext uri="{FF2B5EF4-FFF2-40B4-BE49-F238E27FC236}">
                    <a16:creationId xmlns:a16="http://schemas.microsoft.com/office/drawing/2014/main" id="{8AB7A6DF-6E2E-435B-A005-00D1239A52FB}"/>
                  </a:ext>
                </a:extLst>
              </p14:cNvPr>
              <p14:cNvContentPartPr/>
              <p14:nvPr/>
            </p14:nvContentPartPr>
            <p14:xfrm>
              <a:off x="4788189" y="1506145"/>
              <a:ext cx="987840" cy="270000"/>
            </p14:xfrm>
          </p:contentPart>
        </mc:Choice>
        <mc:Fallback xmlns="">
          <p:pic>
            <p:nvPicPr>
              <p:cNvPr id="200" name="Cerneală 199">
                <a:extLst>
                  <a:ext uri="{FF2B5EF4-FFF2-40B4-BE49-F238E27FC236}">
                    <a16:creationId xmlns:a16="http://schemas.microsoft.com/office/drawing/2014/main" id="{8AB7A6DF-6E2E-435B-A005-00D1239A52FB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770549" y="1470145"/>
                <a:ext cx="1023480" cy="34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01" name="Cerneală 200">
                <a:extLst>
                  <a:ext uri="{FF2B5EF4-FFF2-40B4-BE49-F238E27FC236}">
                    <a16:creationId xmlns:a16="http://schemas.microsoft.com/office/drawing/2014/main" id="{9052FCC0-1D88-4B00-87DF-EB9CC666DE95}"/>
                  </a:ext>
                </a:extLst>
              </p14:cNvPr>
              <p14:cNvContentPartPr/>
              <p14:nvPr/>
            </p14:nvContentPartPr>
            <p14:xfrm>
              <a:off x="4783509" y="1462585"/>
              <a:ext cx="899640" cy="71280"/>
            </p14:xfrm>
          </p:contentPart>
        </mc:Choice>
        <mc:Fallback xmlns="">
          <p:pic>
            <p:nvPicPr>
              <p:cNvPr id="201" name="Cerneală 200">
                <a:extLst>
                  <a:ext uri="{FF2B5EF4-FFF2-40B4-BE49-F238E27FC236}">
                    <a16:creationId xmlns:a16="http://schemas.microsoft.com/office/drawing/2014/main" id="{9052FCC0-1D88-4B00-87DF-EB9CC666DE95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765869" y="1426945"/>
                <a:ext cx="93528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02" name="Cerneală 201">
                <a:extLst>
                  <a:ext uri="{FF2B5EF4-FFF2-40B4-BE49-F238E27FC236}">
                    <a16:creationId xmlns:a16="http://schemas.microsoft.com/office/drawing/2014/main" id="{8DC23ABE-A072-4E41-909A-8EE7D1AFEB27}"/>
                  </a:ext>
                </a:extLst>
              </p14:cNvPr>
              <p14:cNvContentPartPr/>
              <p14:nvPr/>
            </p14:nvContentPartPr>
            <p14:xfrm>
              <a:off x="5495949" y="1332985"/>
              <a:ext cx="397800" cy="565200"/>
            </p14:xfrm>
          </p:contentPart>
        </mc:Choice>
        <mc:Fallback xmlns="">
          <p:pic>
            <p:nvPicPr>
              <p:cNvPr id="202" name="Cerneală 201">
                <a:extLst>
                  <a:ext uri="{FF2B5EF4-FFF2-40B4-BE49-F238E27FC236}">
                    <a16:creationId xmlns:a16="http://schemas.microsoft.com/office/drawing/2014/main" id="{8DC23ABE-A072-4E41-909A-8EE7D1AFEB27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477949" y="1296985"/>
                <a:ext cx="433440" cy="63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03" name="Cerneală 202">
                <a:extLst>
                  <a:ext uri="{FF2B5EF4-FFF2-40B4-BE49-F238E27FC236}">
                    <a16:creationId xmlns:a16="http://schemas.microsoft.com/office/drawing/2014/main" id="{EF4EA988-BFCC-42C2-942D-BEDA10BED97D}"/>
                  </a:ext>
                </a:extLst>
              </p14:cNvPr>
              <p14:cNvContentPartPr/>
              <p14:nvPr/>
            </p14:nvContentPartPr>
            <p14:xfrm>
              <a:off x="5101749" y="1327945"/>
              <a:ext cx="104040" cy="739080"/>
            </p14:xfrm>
          </p:contentPart>
        </mc:Choice>
        <mc:Fallback xmlns="">
          <p:pic>
            <p:nvPicPr>
              <p:cNvPr id="203" name="Cerneală 202">
                <a:extLst>
                  <a:ext uri="{FF2B5EF4-FFF2-40B4-BE49-F238E27FC236}">
                    <a16:creationId xmlns:a16="http://schemas.microsoft.com/office/drawing/2014/main" id="{EF4EA988-BFCC-42C2-942D-BEDA10BED97D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084109" y="1292305"/>
                <a:ext cx="139680" cy="81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04" name="Cerneală 203">
                <a:extLst>
                  <a:ext uri="{FF2B5EF4-FFF2-40B4-BE49-F238E27FC236}">
                    <a16:creationId xmlns:a16="http://schemas.microsoft.com/office/drawing/2014/main" id="{7D269086-09EF-4CD4-83FF-4AB4887CE627}"/>
                  </a:ext>
                </a:extLst>
              </p14:cNvPr>
              <p14:cNvContentPartPr/>
              <p14:nvPr/>
            </p14:nvContentPartPr>
            <p14:xfrm>
              <a:off x="5274189" y="1968385"/>
              <a:ext cx="253080" cy="290520"/>
            </p14:xfrm>
          </p:contentPart>
        </mc:Choice>
        <mc:Fallback xmlns="">
          <p:pic>
            <p:nvPicPr>
              <p:cNvPr id="204" name="Cerneală 203">
                <a:extLst>
                  <a:ext uri="{FF2B5EF4-FFF2-40B4-BE49-F238E27FC236}">
                    <a16:creationId xmlns:a16="http://schemas.microsoft.com/office/drawing/2014/main" id="{7D269086-09EF-4CD4-83FF-4AB4887CE627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256549" y="1932385"/>
                <a:ext cx="288720" cy="36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205" name="Cerneală 204">
                <a:extLst>
                  <a:ext uri="{FF2B5EF4-FFF2-40B4-BE49-F238E27FC236}">
                    <a16:creationId xmlns:a16="http://schemas.microsoft.com/office/drawing/2014/main" id="{F5CFB537-3208-4FBC-90AD-84808F02D18B}"/>
                  </a:ext>
                </a:extLst>
              </p14:cNvPr>
              <p14:cNvContentPartPr/>
              <p14:nvPr/>
            </p14:nvContentPartPr>
            <p14:xfrm>
              <a:off x="4129029" y="1222105"/>
              <a:ext cx="319680" cy="407880"/>
            </p14:xfrm>
          </p:contentPart>
        </mc:Choice>
        <mc:Fallback xmlns="">
          <p:pic>
            <p:nvPicPr>
              <p:cNvPr id="205" name="Cerneală 204">
                <a:extLst>
                  <a:ext uri="{FF2B5EF4-FFF2-40B4-BE49-F238E27FC236}">
                    <a16:creationId xmlns:a16="http://schemas.microsoft.com/office/drawing/2014/main" id="{F5CFB537-3208-4FBC-90AD-84808F02D18B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111389" y="1186465"/>
                <a:ext cx="355320" cy="47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206" name="Cerneală 205">
                <a:extLst>
                  <a:ext uri="{FF2B5EF4-FFF2-40B4-BE49-F238E27FC236}">
                    <a16:creationId xmlns:a16="http://schemas.microsoft.com/office/drawing/2014/main" id="{D497D081-0F9B-4052-84B5-78EE1BEB071D}"/>
                  </a:ext>
                </a:extLst>
              </p14:cNvPr>
              <p14:cNvContentPartPr/>
              <p14:nvPr/>
            </p14:nvContentPartPr>
            <p14:xfrm>
              <a:off x="4067109" y="1250905"/>
              <a:ext cx="317160" cy="433800"/>
            </p14:xfrm>
          </p:contentPart>
        </mc:Choice>
        <mc:Fallback xmlns="">
          <p:pic>
            <p:nvPicPr>
              <p:cNvPr id="206" name="Cerneală 205">
                <a:extLst>
                  <a:ext uri="{FF2B5EF4-FFF2-40B4-BE49-F238E27FC236}">
                    <a16:creationId xmlns:a16="http://schemas.microsoft.com/office/drawing/2014/main" id="{D497D081-0F9B-4052-84B5-78EE1BEB071D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049469" y="1215265"/>
                <a:ext cx="352800" cy="50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207" name="Cerneală 206">
                <a:extLst>
                  <a:ext uri="{FF2B5EF4-FFF2-40B4-BE49-F238E27FC236}">
                    <a16:creationId xmlns:a16="http://schemas.microsoft.com/office/drawing/2014/main" id="{18803833-42E1-493F-94ED-0F1CA82E6D6C}"/>
                  </a:ext>
                </a:extLst>
              </p14:cNvPr>
              <p14:cNvContentPartPr/>
              <p14:nvPr/>
            </p14:nvContentPartPr>
            <p14:xfrm>
              <a:off x="7457589" y="1626385"/>
              <a:ext cx="946080" cy="262080"/>
            </p14:xfrm>
          </p:contentPart>
        </mc:Choice>
        <mc:Fallback xmlns="">
          <p:pic>
            <p:nvPicPr>
              <p:cNvPr id="207" name="Cerneală 206">
                <a:extLst>
                  <a:ext uri="{FF2B5EF4-FFF2-40B4-BE49-F238E27FC236}">
                    <a16:creationId xmlns:a16="http://schemas.microsoft.com/office/drawing/2014/main" id="{18803833-42E1-493F-94ED-0F1CA82E6D6C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439589" y="1590745"/>
                <a:ext cx="981720" cy="33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208" name="Cerneală 207">
                <a:extLst>
                  <a:ext uri="{FF2B5EF4-FFF2-40B4-BE49-F238E27FC236}">
                    <a16:creationId xmlns:a16="http://schemas.microsoft.com/office/drawing/2014/main" id="{B2D397B9-8646-4D3F-9109-C91E1E72C07D}"/>
                  </a:ext>
                </a:extLst>
              </p14:cNvPr>
              <p14:cNvContentPartPr/>
              <p14:nvPr/>
            </p14:nvContentPartPr>
            <p14:xfrm>
              <a:off x="7507269" y="1568425"/>
              <a:ext cx="1010520" cy="29160"/>
            </p14:xfrm>
          </p:contentPart>
        </mc:Choice>
        <mc:Fallback xmlns="">
          <p:pic>
            <p:nvPicPr>
              <p:cNvPr id="208" name="Cerneală 207">
                <a:extLst>
                  <a:ext uri="{FF2B5EF4-FFF2-40B4-BE49-F238E27FC236}">
                    <a16:creationId xmlns:a16="http://schemas.microsoft.com/office/drawing/2014/main" id="{B2D397B9-8646-4D3F-9109-C91E1E72C07D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489269" y="1532785"/>
                <a:ext cx="1046160" cy="10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209" name="Cerneală 208">
                <a:extLst>
                  <a:ext uri="{FF2B5EF4-FFF2-40B4-BE49-F238E27FC236}">
                    <a16:creationId xmlns:a16="http://schemas.microsoft.com/office/drawing/2014/main" id="{B353D6CF-7F7A-461A-8072-5601AFF8F0DA}"/>
                  </a:ext>
                </a:extLst>
              </p14:cNvPr>
              <p14:cNvContentPartPr/>
              <p14:nvPr/>
            </p14:nvContentPartPr>
            <p14:xfrm>
              <a:off x="8354349" y="1368985"/>
              <a:ext cx="394200" cy="622080"/>
            </p14:xfrm>
          </p:contentPart>
        </mc:Choice>
        <mc:Fallback xmlns="">
          <p:pic>
            <p:nvPicPr>
              <p:cNvPr id="209" name="Cerneală 208">
                <a:extLst>
                  <a:ext uri="{FF2B5EF4-FFF2-40B4-BE49-F238E27FC236}">
                    <a16:creationId xmlns:a16="http://schemas.microsoft.com/office/drawing/2014/main" id="{B353D6CF-7F7A-461A-8072-5601AFF8F0DA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336349" y="1332985"/>
                <a:ext cx="429840" cy="69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210" name="Cerneală 209">
                <a:extLst>
                  <a:ext uri="{FF2B5EF4-FFF2-40B4-BE49-F238E27FC236}">
                    <a16:creationId xmlns:a16="http://schemas.microsoft.com/office/drawing/2014/main" id="{A11F3029-4FB9-493B-90D0-C8A2AE9EF512}"/>
                  </a:ext>
                </a:extLst>
              </p14:cNvPr>
              <p14:cNvContentPartPr/>
              <p14:nvPr/>
            </p14:nvContentPartPr>
            <p14:xfrm>
              <a:off x="7752789" y="2110225"/>
              <a:ext cx="344160" cy="625680"/>
            </p14:xfrm>
          </p:contentPart>
        </mc:Choice>
        <mc:Fallback xmlns="">
          <p:pic>
            <p:nvPicPr>
              <p:cNvPr id="210" name="Cerneală 209">
                <a:extLst>
                  <a:ext uri="{FF2B5EF4-FFF2-40B4-BE49-F238E27FC236}">
                    <a16:creationId xmlns:a16="http://schemas.microsoft.com/office/drawing/2014/main" id="{A11F3029-4FB9-493B-90D0-C8A2AE9EF512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735149" y="2074225"/>
                <a:ext cx="379800" cy="69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211" name="Cerneală 210">
                <a:extLst>
                  <a:ext uri="{FF2B5EF4-FFF2-40B4-BE49-F238E27FC236}">
                    <a16:creationId xmlns:a16="http://schemas.microsoft.com/office/drawing/2014/main" id="{39B21A87-BA1E-4738-95C2-5D24B322EE0D}"/>
                  </a:ext>
                </a:extLst>
              </p14:cNvPr>
              <p14:cNvContentPartPr/>
              <p14:nvPr/>
            </p14:nvContentPartPr>
            <p14:xfrm>
              <a:off x="7810029" y="1453225"/>
              <a:ext cx="260640" cy="391320"/>
            </p14:xfrm>
          </p:contentPart>
        </mc:Choice>
        <mc:Fallback xmlns="">
          <p:pic>
            <p:nvPicPr>
              <p:cNvPr id="211" name="Cerneală 210">
                <a:extLst>
                  <a:ext uri="{FF2B5EF4-FFF2-40B4-BE49-F238E27FC236}">
                    <a16:creationId xmlns:a16="http://schemas.microsoft.com/office/drawing/2014/main" id="{39B21A87-BA1E-4738-95C2-5D24B322EE0D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7792389" y="1417585"/>
                <a:ext cx="296280" cy="46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212" name="Cerneală 211">
                <a:extLst>
                  <a:ext uri="{FF2B5EF4-FFF2-40B4-BE49-F238E27FC236}">
                    <a16:creationId xmlns:a16="http://schemas.microsoft.com/office/drawing/2014/main" id="{86CF0295-C6C8-4EC2-AFC2-DB42F2BD8A01}"/>
                  </a:ext>
                </a:extLst>
              </p14:cNvPr>
              <p14:cNvContentPartPr/>
              <p14:nvPr/>
            </p14:nvContentPartPr>
            <p14:xfrm>
              <a:off x="7921269" y="946705"/>
              <a:ext cx="166320" cy="343080"/>
            </p14:xfrm>
          </p:contentPart>
        </mc:Choice>
        <mc:Fallback xmlns="">
          <p:pic>
            <p:nvPicPr>
              <p:cNvPr id="212" name="Cerneală 211">
                <a:extLst>
                  <a:ext uri="{FF2B5EF4-FFF2-40B4-BE49-F238E27FC236}">
                    <a16:creationId xmlns:a16="http://schemas.microsoft.com/office/drawing/2014/main" id="{86CF0295-C6C8-4EC2-AFC2-DB42F2BD8A01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7903269" y="911065"/>
                <a:ext cx="201960" cy="41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213" name="Cerneală 212">
                <a:extLst>
                  <a:ext uri="{FF2B5EF4-FFF2-40B4-BE49-F238E27FC236}">
                    <a16:creationId xmlns:a16="http://schemas.microsoft.com/office/drawing/2014/main" id="{1EDA5991-4B39-4695-B8B2-AC620B9CD272}"/>
                  </a:ext>
                </a:extLst>
              </p14:cNvPr>
              <p14:cNvContentPartPr/>
              <p14:nvPr/>
            </p14:nvContentPartPr>
            <p14:xfrm>
              <a:off x="6010749" y="1520545"/>
              <a:ext cx="175680" cy="203400"/>
            </p14:xfrm>
          </p:contentPart>
        </mc:Choice>
        <mc:Fallback xmlns="">
          <p:pic>
            <p:nvPicPr>
              <p:cNvPr id="213" name="Cerneală 212">
                <a:extLst>
                  <a:ext uri="{FF2B5EF4-FFF2-40B4-BE49-F238E27FC236}">
                    <a16:creationId xmlns:a16="http://schemas.microsoft.com/office/drawing/2014/main" id="{1EDA5991-4B39-4695-B8B2-AC620B9CD272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5992749" y="1484905"/>
                <a:ext cx="211320" cy="27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214" name="Cerneală 213">
                <a:extLst>
                  <a:ext uri="{FF2B5EF4-FFF2-40B4-BE49-F238E27FC236}">
                    <a16:creationId xmlns:a16="http://schemas.microsoft.com/office/drawing/2014/main" id="{CCC7E5DC-3F2B-4C64-A0E0-1680127F4800}"/>
                  </a:ext>
                </a:extLst>
              </p14:cNvPr>
              <p14:cNvContentPartPr/>
              <p14:nvPr/>
            </p14:nvContentPartPr>
            <p14:xfrm>
              <a:off x="6181029" y="1534945"/>
              <a:ext cx="123480" cy="514800"/>
            </p14:xfrm>
          </p:contentPart>
        </mc:Choice>
        <mc:Fallback xmlns="">
          <p:pic>
            <p:nvPicPr>
              <p:cNvPr id="214" name="Cerneală 213">
                <a:extLst>
                  <a:ext uri="{FF2B5EF4-FFF2-40B4-BE49-F238E27FC236}">
                    <a16:creationId xmlns:a16="http://schemas.microsoft.com/office/drawing/2014/main" id="{CCC7E5DC-3F2B-4C64-A0E0-1680127F4800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6163389" y="1499305"/>
                <a:ext cx="159120" cy="58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215" name="Cerneală 214">
                <a:extLst>
                  <a:ext uri="{FF2B5EF4-FFF2-40B4-BE49-F238E27FC236}">
                    <a16:creationId xmlns:a16="http://schemas.microsoft.com/office/drawing/2014/main" id="{10C0E2B5-9E06-436D-A91D-A1DB9DB68644}"/>
                  </a:ext>
                </a:extLst>
              </p14:cNvPr>
              <p14:cNvContentPartPr/>
              <p14:nvPr/>
            </p14:nvContentPartPr>
            <p14:xfrm>
              <a:off x="6313869" y="1780465"/>
              <a:ext cx="186840" cy="10080"/>
            </p14:xfrm>
          </p:contentPart>
        </mc:Choice>
        <mc:Fallback xmlns="">
          <p:pic>
            <p:nvPicPr>
              <p:cNvPr id="215" name="Cerneală 214">
                <a:extLst>
                  <a:ext uri="{FF2B5EF4-FFF2-40B4-BE49-F238E27FC236}">
                    <a16:creationId xmlns:a16="http://schemas.microsoft.com/office/drawing/2014/main" id="{10C0E2B5-9E06-436D-A91D-A1DB9DB68644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6296229" y="1744825"/>
                <a:ext cx="22248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216" name="Cerneală 215">
                <a:extLst>
                  <a:ext uri="{FF2B5EF4-FFF2-40B4-BE49-F238E27FC236}">
                    <a16:creationId xmlns:a16="http://schemas.microsoft.com/office/drawing/2014/main" id="{B0E84D4F-5A39-4B6A-8527-0A3F457ECED3}"/>
                  </a:ext>
                </a:extLst>
              </p14:cNvPr>
              <p14:cNvContentPartPr/>
              <p14:nvPr/>
            </p14:nvContentPartPr>
            <p14:xfrm>
              <a:off x="6333309" y="1886305"/>
              <a:ext cx="182160" cy="15840"/>
            </p14:xfrm>
          </p:contentPart>
        </mc:Choice>
        <mc:Fallback xmlns="">
          <p:pic>
            <p:nvPicPr>
              <p:cNvPr id="216" name="Cerneală 215">
                <a:extLst>
                  <a:ext uri="{FF2B5EF4-FFF2-40B4-BE49-F238E27FC236}">
                    <a16:creationId xmlns:a16="http://schemas.microsoft.com/office/drawing/2014/main" id="{B0E84D4F-5A39-4B6A-8527-0A3F457ECED3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6315309" y="1850305"/>
                <a:ext cx="217800" cy="8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218" name="Cerneală 217">
                <a:extLst>
                  <a:ext uri="{FF2B5EF4-FFF2-40B4-BE49-F238E27FC236}">
                    <a16:creationId xmlns:a16="http://schemas.microsoft.com/office/drawing/2014/main" id="{5E51E8A8-D36E-4F81-ABFA-D40D87BE188A}"/>
                  </a:ext>
                </a:extLst>
              </p14:cNvPr>
              <p14:cNvContentPartPr/>
              <p14:nvPr/>
            </p14:nvContentPartPr>
            <p14:xfrm>
              <a:off x="6616989" y="1621705"/>
              <a:ext cx="167040" cy="298080"/>
            </p14:xfrm>
          </p:contentPart>
        </mc:Choice>
        <mc:Fallback xmlns="">
          <p:pic>
            <p:nvPicPr>
              <p:cNvPr id="218" name="Cerneală 217">
                <a:extLst>
                  <a:ext uri="{FF2B5EF4-FFF2-40B4-BE49-F238E27FC236}">
                    <a16:creationId xmlns:a16="http://schemas.microsoft.com/office/drawing/2014/main" id="{5E51E8A8-D36E-4F81-ABFA-D40D87BE188A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6599349" y="1585705"/>
                <a:ext cx="202680" cy="36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219" name="Cerneală 218">
                <a:extLst>
                  <a:ext uri="{FF2B5EF4-FFF2-40B4-BE49-F238E27FC236}">
                    <a16:creationId xmlns:a16="http://schemas.microsoft.com/office/drawing/2014/main" id="{5A9FFE92-0E80-4200-A6EE-89CF1C94BE44}"/>
                  </a:ext>
                </a:extLst>
              </p14:cNvPr>
              <p14:cNvContentPartPr/>
              <p14:nvPr/>
            </p14:nvContentPartPr>
            <p14:xfrm>
              <a:off x="6623109" y="1635745"/>
              <a:ext cx="134280" cy="316080"/>
            </p14:xfrm>
          </p:contentPart>
        </mc:Choice>
        <mc:Fallback xmlns="">
          <p:pic>
            <p:nvPicPr>
              <p:cNvPr id="219" name="Cerneală 218">
                <a:extLst>
                  <a:ext uri="{FF2B5EF4-FFF2-40B4-BE49-F238E27FC236}">
                    <a16:creationId xmlns:a16="http://schemas.microsoft.com/office/drawing/2014/main" id="{5A9FFE92-0E80-4200-A6EE-89CF1C94BE44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6605109" y="1600105"/>
                <a:ext cx="169920" cy="38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220" name="Cerneală 219">
                <a:extLst>
                  <a:ext uri="{FF2B5EF4-FFF2-40B4-BE49-F238E27FC236}">
                    <a16:creationId xmlns:a16="http://schemas.microsoft.com/office/drawing/2014/main" id="{A89133C5-83FF-4037-A756-7C21F99074A8}"/>
                  </a:ext>
                </a:extLst>
              </p14:cNvPr>
              <p14:cNvContentPartPr/>
              <p14:nvPr/>
            </p14:nvContentPartPr>
            <p14:xfrm>
              <a:off x="6823989" y="1801345"/>
              <a:ext cx="153360" cy="8640"/>
            </p14:xfrm>
          </p:contentPart>
        </mc:Choice>
        <mc:Fallback xmlns="">
          <p:pic>
            <p:nvPicPr>
              <p:cNvPr id="220" name="Cerneală 219">
                <a:extLst>
                  <a:ext uri="{FF2B5EF4-FFF2-40B4-BE49-F238E27FC236}">
                    <a16:creationId xmlns:a16="http://schemas.microsoft.com/office/drawing/2014/main" id="{A89133C5-83FF-4037-A756-7C21F99074A8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6806349" y="1765345"/>
                <a:ext cx="18900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221" name="Cerneală 220">
                <a:extLst>
                  <a:ext uri="{FF2B5EF4-FFF2-40B4-BE49-F238E27FC236}">
                    <a16:creationId xmlns:a16="http://schemas.microsoft.com/office/drawing/2014/main" id="{E3BB98B4-57EB-4631-9220-4759C4AD887D}"/>
                  </a:ext>
                </a:extLst>
              </p14:cNvPr>
              <p14:cNvContentPartPr/>
              <p14:nvPr/>
            </p14:nvContentPartPr>
            <p14:xfrm>
              <a:off x="6920829" y="1703425"/>
              <a:ext cx="20520" cy="224280"/>
            </p14:xfrm>
          </p:contentPart>
        </mc:Choice>
        <mc:Fallback xmlns="">
          <p:pic>
            <p:nvPicPr>
              <p:cNvPr id="221" name="Cerneală 220">
                <a:extLst>
                  <a:ext uri="{FF2B5EF4-FFF2-40B4-BE49-F238E27FC236}">
                    <a16:creationId xmlns:a16="http://schemas.microsoft.com/office/drawing/2014/main" id="{E3BB98B4-57EB-4631-9220-4759C4AD887D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6902829" y="1667785"/>
                <a:ext cx="56160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222" name="Cerneală 221">
                <a:extLst>
                  <a:ext uri="{FF2B5EF4-FFF2-40B4-BE49-F238E27FC236}">
                    <a16:creationId xmlns:a16="http://schemas.microsoft.com/office/drawing/2014/main" id="{6DE13E38-F095-4117-9614-C4227A973245}"/>
                  </a:ext>
                </a:extLst>
              </p14:cNvPr>
              <p14:cNvContentPartPr/>
              <p14:nvPr/>
            </p14:nvContentPartPr>
            <p14:xfrm>
              <a:off x="7050429" y="1679665"/>
              <a:ext cx="235800" cy="312120"/>
            </p14:xfrm>
          </p:contentPart>
        </mc:Choice>
        <mc:Fallback xmlns="">
          <p:pic>
            <p:nvPicPr>
              <p:cNvPr id="222" name="Cerneală 221">
                <a:extLst>
                  <a:ext uri="{FF2B5EF4-FFF2-40B4-BE49-F238E27FC236}">
                    <a16:creationId xmlns:a16="http://schemas.microsoft.com/office/drawing/2014/main" id="{6DE13E38-F095-4117-9614-C4227A973245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7032429" y="1643665"/>
                <a:ext cx="271440" cy="38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223" name="Cerneală 222">
                <a:extLst>
                  <a:ext uri="{FF2B5EF4-FFF2-40B4-BE49-F238E27FC236}">
                    <a16:creationId xmlns:a16="http://schemas.microsoft.com/office/drawing/2014/main" id="{3EFB873B-EBB8-46EF-B6D2-E4B3BA156D39}"/>
                  </a:ext>
                </a:extLst>
              </p14:cNvPr>
              <p14:cNvContentPartPr/>
              <p14:nvPr/>
            </p14:nvContentPartPr>
            <p14:xfrm>
              <a:off x="6953949" y="1790185"/>
              <a:ext cx="85320" cy="5040"/>
            </p14:xfrm>
          </p:contentPart>
        </mc:Choice>
        <mc:Fallback xmlns="">
          <p:pic>
            <p:nvPicPr>
              <p:cNvPr id="223" name="Cerneală 222">
                <a:extLst>
                  <a:ext uri="{FF2B5EF4-FFF2-40B4-BE49-F238E27FC236}">
                    <a16:creationId xmlns:a16="http://schemas.microsoft.com/office/drawing/2014/main" id="{3EFB873B-EBB8-46EF-B6D2-E4B3BA156D39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6935949" y="1754185"/>
                <a:ext cx="120960" cy="76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860393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Cerneală 1">
                <a:extLst>
                  <a:ext uri="{FF2B5EF4-FFF2-40B4-BE49-F238E27FC236}">
                    <a16:creationId xmlns:a16="http://schemas.microsoft.com/office/drawing/2014/main" id="{9947D726-FEDB-4A98-99F3-F2AA116E44B7}"/>
                  </a:ext>
                </a:extLst>
              </p14:cNvPr>
              <p14:cNvContentPartPr/>
              <p14:nvPr/>
            </p14:nvContentPartPr>
            <p14:xfrm>
              <a:off x="1207629" y="1794865"/>
              <a:ext cx="360" cy="360"/>
            </p14:xfrm>
          </p:contentPart>
        </mc:Choice>
        <mc:Fallback xmlns="">
          <p:pic>
            <p:nvPicPr>
              <p:cNvPr id="2" name="Cerneală 1">
                <a:extLst>
                  <a:ext uri="{FF2B5EF4-FFF2-40B4-BE49-F238E27FC236}">
                    <a16:creationId xmlns:a16="http://schemas.microsoft.com/office/drawing/2014/main" id="{9947D726-FEDB-4A98-99F3-F2AA116E44B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89629" y="175886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94C50C45-3C78-4A44-B48B-A0F36B8DC39F}"/>
                  </a:ext>
                </a:extLst>
              </p14:cNvPr>
              <p14:cNvContentPartPr/>
              <p14:nvPr/>
            </p14:nvContentPartPr>
            <p14:xfrm>
              <a:off x="2338389" y="899545"/>
              <a:ext cx="329400" cy="10440"/>
            </p14:xfrm>
          </p:contentPart>
        </mc:Choice>
        <mc:Fallback xmlns=""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94C50C45-3C78-4A44-B48B-A0F36B8DC39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20749" y="863905"/>
                <a:ext cx="36504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87C4EB9A-55EC-44AB-A6BB-8006FF35E465}"/>
                  </a:ext>
                </a:extLst>
              </p14:cNvPr>
              <p14:cNvContentPartPr/>
              <p14:nvPr/>
            </p14:nvContentPartPr>
            <p14:xfrm>
              <a:off x="2295189" y="1087105"/>
              <a:ext cx="358200" cy="1008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87C4EB9A-55EC-44AB-A6BB-8006FF35E46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77549" y="1051105"/>
                <a:ext cx="39384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5AC99BA4-8582-45A2-9696-54C73AC19433}"/>
                  </a:ext>
                </a:extLst>
              </p14:cNvPr>
              <p14:cNvContentPartPr/>
              <p14:nvPr/>
            </p14:nvContentPartPr>
            <p14:xfrm>
              <a:off x="2651229" y="724585"/>
              <a:ext cx="387000" cy="58968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5AC99BA4-8582-45A2-9696-54C73AC1943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633229" y="688585"/>
                <a:ext cx="422640" cy="66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A43647D4-C6FF-4248-B3A7-54A412097516}"/>
                  </a:ext>
                </a:extLst>
              </p14:cNvPr>
              <p14:cNvContentPartPr/>
              <p14:nvPr/>
            </p14:nvContentPartPr>
            <p14:xfrm>
              <a:off x="3567069" y="678505"/>
              <a:ext cx="313920" cy="46440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A43647D4-C6FF-4248-B3A7-54A41209751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549069" y="642505"/>
                <a:ext cx="349560" cy="53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4E1BBAC1-9672-487D-BA10-E9257E7A47DC}"/>
                  </a:ext>
                </a:extLst>
              </p14:cNvPr>
              <p14:cNvContentPartPr/>
              <p14:nvPr/>
            </p14:nvContentPartPr>
            <p14:xfrm>
              <a:off x="3974949" y="880105"/>
              <a:ext cx="280440" cy="26856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4E1BBAC1-9672-487D-BA10-E9257E7A47D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956949" y="844465"/>
                <a:ext cx="316080" cy="34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DFFFA875-F833-40D6-9EB7-C6BA32E30772}"/>
                  </a:ext>
                </a:extLst>
              </p14:cNvPr>
              <p14:cNvContentPartPr/>
              <p14:nvPr/>
            </p14:nvContentPartPr>
            <p14:xfrm>
              <a:off x="4334589" y="845185"/>
              <a:ext cx="1008000" cy="29880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DFFFA875-F833-40D6-9EB7-C6BA32E3077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316949" y="809185"/>
                <a:ext cx="1043640" cy="37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7044ECB5-41BC-4F06-A5E6-8BA3C4D84BA9}"/>
                  </a:ext>
                </a:extLst>
              </p14:cNvPr>
              <p14:cNvContentPartPr/>
              <p14:nvPr/>
            </p14:nvContentPartPr>
            <p14:xfrm>
              <a:off x="5861349" y="813145"/>
              <a:ext cx="43200" cy="17928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7044ECB5-41BC-4F06-A5E6-8BA3C4D84BA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843709" y="777145"/>
                <a:ext cx="7884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B460FB03-E2AE-4714-8780-54D865936930}"/>
                  </a:ext>
                </a:extLst>
              </p14:cNvPr>
              <p14:cNvContentPartPr/>
              <p14:nvPr/>
            </p14:nvContentPartPr>
            <p14:xfrm>
              <a:off x="5770269" y="670225"/>
              <a:ext cx="714960" cy="33660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B460FB03-E2AE-4714-8780-54D86593693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752269" y="634225"/>
                <a:ext cx="750600" cy="40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F5C8340E-F1A2-46F7-81F1-ED32FA202A75}"/>
                  </a:ext>
                </a:extLst>
              </p14:cNvPr>
              <p14:cNvContentPartPr/>
              <p14:nvPr/>
            </p14:nvContentPartPr>
            <p14:xfrm>
              <a:off x="6564429" y="486625"/>
              <a:ext cx="531000" cy="51192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F5C8340E-F1A2-46F7-81F1-ED32FA202A7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546789" y="450625"/>
                <a:ext cx="566640" cy="58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467C5D90-1DA1-46FF-ABB1-0FA02CCE1BF5}"/>
                  </a:ext>
                </a:extLst>
              </p14:cNvPr>
              <p14:cNvContentPartPr/>
              <p14:nvPr/>
            </p14:nvContentPartPr>
            <p14:xfrm>
              <a:off x="7030989" y="601825"/>
              <a:ext cx="72360" cy="4644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467C5D90-1DA1-46FF-ABB1-0FA02CCE1BF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013349" y="566185"/>
                <a:ext cx="10800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4AAB8C19-2B74-42EF-BDA6-38EF30F05F64}"/>
                  </a:ext>
                </a:extLst>
              </p14:cNvPr>
              <p14:cNvContentPartPr/>
              <p14:nvPr/>
            </p14:nvContentPartPr>
            <p14:xfrm>
              <a:off x="7204149" y="713065"/>
              <a:ext cx="271800" cy="27720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4AAB8C19-2B74-42EF-BDA6-38EF30F05F6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186509" y="677425"/>
                <a:ext cx="307440" cy="34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C12B197A-1E00-403A-A25C-556129E2F68F}"/>
                  </a:ext>
                </a:extLst>
              </p14:cNvPr>
              <p14:cNvContentPartPr/>
              <p14:nvPr/>
            </p14:nvContentPartPr>
            <p14:xfrm>
              <a:off x="7598709" y="731065"/>
              <a:ext cx="10080" cy="24588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C12B197A-1E00-403A-A25C-556129E2F68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580709" y="695425"/>
                <a:ext cx="45720" cy="31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BC526D40-37D2-4136-A1F1-17D242A345F8}"/>
                  </a:ext>
                </a:extLst>
              </p14:cNvPr>
              <p14:cNvContentPartPr/>
              <p14:nvPr/>
            </p14:nvContentPartPr>
            <p14:xfrm>
              <a:off x="7544349" y="483385"/>
              <a:ext cx="98280" cy="9900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BC526D40-37D2-4136-A1F1-17D242A345F8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526709" y="447745"/>
                <a:ext cx="13392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6C4568C9-C35E-479C-9C13-B79481EF5699}"/>
                  </a:ext>
                </a:extLst>
              </p14:cNvPr>
              <p14:cNvContentPartPr/>
              <p14:nvPr/>
            </p14:nvContentPartPr>
            <p14:xfrm>
              <a:off x="7770069" y="356665"/>
              <a:ext cx="663120" cy="63180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6C4568C9-C35E-479C-9C13-B79481EF569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752429" y="320665"/>
                <a:ext cx="698760" cy="70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50391CA4-953F-4EF5-9238-E320CB72FA2A}"/>
                  </a:ext>
                </a:extLst>
              </p14:cNvPr>
              <p14:cNvContentPartPr/>
              <p14:nvPr/>
            </p14:nvContentPartPr>
            <p14:xfrm>
              <a:off x="8481429" y="349465"/>
              <a:ext cx="617760" cy="67644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50391CA4-953F-4EF5-9238-E320CB72FA2A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463429" y="313825"/>
                <a:ext cx="653400" cy="74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ABD14DA7-26C2-4D06-86F1-0A6E253CA404}"/>
                  </a:ext>
                </a:extLst>
              </p14:cNvPr>
              <p14:cNvContentPartPr/>
              <p14:nvPr/>
            </p14:nvContentPartPr>
            <p14:xfrm>
              <a:off x="9740709" y="846265"/>
              <a:ext cx="457560" cy="1512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ABD14DA7-26C2-4D06-86F1-0A6E253CA40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722709" y="810265"/>
                <a:ext cx="49320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998E20C1-84B5-4DC1-8526-7FD761AA762A}"/>
                  </a:ext>
                </a:extLst>
              </p14:cNvPr>
              <p14:cNvContentPartPr/>
              <p14:nvPr/>
            </p14:nvContentPartPr>
            <p14:xfrm>
              <a:off x="9798309" y="976585"/>
              <a:ext cx="387720" cy="2880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998E20C1-84B5-4DC1-8526-7FD761AA762A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780669" y="940945"/>
                <a:ext cx="423360" cy="10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BC02F8E8-253E-4BFB-8B40-24CE232F8B33}"/>
                  </a:ext>
                </a:extLst>
              </p14:cNvPr>
              <p14:cNvContentPartPr/>
              <p14:nvPr/>
            </p14:nvContentPartPr>
            <p14:xfrm>
              <a:off x="9580509" y="695785"/>
              <a:ext cx="374040" cy="55728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BC02F8E8-253E-4BFB-8B40-24CE232F8B33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562509" y="660145"/>
                <a:ext cx="409680" cy="62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F8ECB88A-2DFE-4F1B-874A-FFD8033D1F3A}"/>
                  </a:ext>
                </a:extLst>
              </p14:cNvPr>
              <p14:cNvContentPartPr/>
              <p14:nvPr/>
            </p14:nvContentPartPr>
            <p14:xfrm>
              <a:off x="1202589" y="1814305"/>
              <a:ext cx="554040" cy="1512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F8ECB88A-2DFE-4F1B-874A-FFD8033D1F3A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184949" y="1778305"/>
                <a:ext cx="58968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EFCEDF63-96F8-4955-93BC-CA8F0BFE9318}"/>
                  </a:ext>
                </a:extLst>
              </p14:cNvPr>
              <p14:cNvContentPartPr/>
              <p14:nvPr/>
            </p14:nvContentPartPr>
            <p14:xfrm>
              <a:off x="1592829" y="1679305"/>
              <a:ext cx="194040" cy="31752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EFCEDF63-96F8-4955-93BC-CA8F0BFE9318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574829" y="1643305"/>
                <a:ext cx="229680" cy="38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48A1BF94-C037-406A-933A-0A45D2FADB01}"/>
                  </a:ext>
                </a:extLst>
              </p14:cNvPr>
              <p14:cNvContentPartPr/>
              <p14:nvPr/>
            </p14:nvContentPartPr>
            <p14:xfrm>
              <a:off x="1222029" y="2159545"/>
              <a:ext cx="601200" cy="2772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48A1BF94-C037-406A-933A-0A45D2FADB01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204029" y="2123905"/>
                <a:ext cx="63684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BDEB84C0-2372-45C0-A914-97A7B23C405E}"/>
                  </a:ext>
                </a:extLst>
              </p14:cNvPr>
              <p14:cNvContentPartPr/>
              <p14:nvPr/>
            </p14:nvContentPartPr>
            <p14:xfrm>
              <a:off x="1664829" y="2073865"/>
              <a:ext cx="174960" cy="27684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BDEB84C0-2372-45C0-A914-97A7B23C405E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646829" y="2038225"/>
                <a:ext cx="210600" cy="34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10932658-B525-42C0-9FAC-94EAB19B6226}"/>
                  </a:ext>
                </a:extLst>
              </p14:cNvPr>
              <p14:cNvContentPartPr/>
              <p14:nvPr/>
            </p14:nvContentPartPr>
            <p14:xfrm>
              <a:off x="1275309" y="2546905"/>
              <a:ext cx="537120" cy="2772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10932658-B525-42C0-9FAC-94EAB19B6226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257309" y="2511265"/>
                <a:ext cx="57276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3E73C112-A194-4ADB-9C99-9CA87481212B}"/>
                  </a:ext>
                </a:extLst>
              </p14:cNvPr>
              <p14:cNvContentPartPr/>
              <p14:nvPr/>
            </p14:nvContentPartPr>
            <p14:xfrm>
              <a:off x="1611909" y="2454025"/>
              <a:ext cx="295920" cy="27504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3E73C112-A194-4ADB-9C99-9CA87481212B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594269" y="2418385"/>
                <a:ext cx="331560" cy="34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23F964D2-4BD4-427F-B686-0902B5A97B4F}"/>
                  </a:ext>
                </a:extLst>
              </p14:cNvPr>
              <p14:cNvContentPartPr/>
              <p14:nvPr/>
            </p14:nvContentPartPr>
            <p14:xfrm>
              <a:off x="1915029" y="1597225"/>
              <a:ext cx="1910160" cy="136224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23F964D2-4BD4-427F-B686-0902B5A97B4F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897389" y="1561585"/>
                <a:ext cx="1945800" cy="143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96417B7E-3443-4ECC-B133-62794CDE0CFE}"/>
                  </a:ext>
                </a:extLst>
              </p14:cNvPr>
              <p14:cNvContentPartPr/>
              <p14:nvPr/>
            </p14:nvContentPartPr>
            <p14:xfrm>
              <a:off x="1938429" y="1538905"/>
              <a:ext cx="1999080" cy="137664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96417B7E-3443-4ECC-B133-62794CDE0CFE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920429" y="1503265"/>
                <a:ext cx="2034720" cy="144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0CAF8A40-5515-4BCF-8A98-E79692438E55}"/>
                  </a:ext>
                </a:extLst>
              </p14:cNvPr>
              <p14:cNvContentPartPr/>
              <p14:nvPr/>
            </p14:nvContentPartPr>
            <p14:xfrm>
              <a:off x="2242629" y="1997185"/>
              <a:ext cx="211320" cy="20088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0CAF8A40-5515-4BCF-8A98-E79692438E55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224629" y="1961185"/>
                <a:ext cx="246960" cy="27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46E40B47-ECE3-4BCD-81E5-49F75A1F8633}"/>
                  </a:ext>
                </a:extLst>
              </p14:cNvPr>
              <p14:cNvContentPartPr/>
              <p14:nvPr/>
            </p14:nvContentPartPr>
            <p14:xfrm>
              <a:off x="2457549" y="1953625"/>
              <a:ext cx="127080" cy="60156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46E40B47-ECE3-4BCD-81E5-49F75A1F8633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439549" y="1917625"/>
                <a:ext cx="162720" cy="67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77838CCA-A84C-47F8-8977-31054825CA93}"/>
                  </a:ext>
                </a:extLst>
              </p14:cNvPr>
              <p14:cNvContentPartPr/>
              <p14:nvPr/>
            </p14:nvContentPartPr>
            <p14:xfrm>
              <a:off x="2612709" y="2218225"/>
              <a:ext cx="167400" cy="1476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77838CCA-A84C-47F8-8977-31054825CA93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595069" y="2182585"/>
                <a:ext cx="20304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64446F0E-204F-4C34-8B62-08BBC291B3EA}"/>
                  </a:ext>
                </a:extLst>
              </p14:cNvPr>
              <p14:cNvContentPartPr/>
              <p14:nvPr/>
            </p14:nvContentPartPr>
            <p14:xfrm>
              <a:off x="2617749" y="2376985"/>
              <a:ext cx="258120" cy="2484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64446F0E-204F-4C34-8B62-08BBC291B3EA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600109" y="2341345"/>
                <a:ext cx="293760" cy="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14CF0A38-F377-458B-9CCD-807E1DE587AA}"/>
                  </a:ext>
                </a:extLst>
              </p14:cNvPr>
              <p14:cNvContentPartPr/>
              <p14:nvPr/>
            </p14:nvContentPartPr>
            <p14:xfrm>
              <a:off x="2925549" y="2078545"/>
              <a:ext cx="349560" cy="42300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14CF0A38-F377-458B-9CCD-807E1DE587AA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907909" y="2042905"/>
                <a:ext cx="385200" cy="49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8D594A3D-6280-4ABC-85C4-642FDEBD9C1C}"/>
                  </a:ext>
                </a:extLst>
              </p14:cNvPr>
              <p14:cNvContentPartPr/>
              <p14:nvPr/>
            </p14:nvContentPartPr>
            <p14:xfrm>
              <a:off x="2988189" y="2059465"/>
              <a:ext cx="168840" cy="49032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8D594A3D-6280-4ABC-85C4-642FDEBD9C1C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970189" y="2023465"/>
                <a:ext cx="204480" cy="56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AF7F3BEC-6CE8-4050-B4E5-5139DEB4F779}"/>
                  </a:ext>
                </a:extLst>
              </p14:cNvPr>
              <p14:cNvContentPartPr/>
              <p14:nvPr/>
            </p14:nvContentPartPr>
            <p14:xfrm>
              <a:off x="3243429" y="2257105"/>
              <a:ext cx="209160" cy="2916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AF7F3BEC-6CE8-4050-B4E5-5139DEB4F779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3225429" y="2221105"/>
                <a:ext cx="244800" cy="10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636A82EE-B2CB-477D-A45B-AB72B62B753E}"/>
                  </a:ext>
                </a:extLst>
              </p14:cNvPr>
              <p14:cNvContentPartPr/>
              <p14:nvPr/>
            </p14:nvContentPartPr>
            <p14:xfrm>
              <a:off x="3354309" y="2136505"/>
              <a:ext cx="33120" cy="32616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636A82EE-B2CB-477D-A45B-AB72B62B753E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336309" y="2100505"/>
                <a:ext cx="68760" cy="39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3FD1DF9D-B3FF-44BF-BA83-BFE26F502F22}"/>
                  </a:ext>
                </a:extLst>
              </p14:cNvPr>
              <p14:cNvContentPartPr/>
              <p14:nvPr/>
            </p14:nvContentPartPr>
            <p14:xfrm>
              <a:off x="3541869" y="2030665"/>
              <a:ext cx="217800" cy="2880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3FD1DF9D-B3FF-44BF-BA83-BFE26F502F22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3524229" y="1995025"/>
                <a:ext cx="253440" cy="10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F2D4E934-65EA-4877-B62D-A607F1E2E8DB}"/>
                  </a:ext>
                </a:extLst>
              </p14:cNvPr>
              <p14:cNvContentPartPr/>
              <p14:nvPr/>
            </p14:nvContentPartPr>
            <p14:xfrm>
              <a:off x="3520629" y="2040385"/>
              <a:ext cx="186120" cy="46368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F2D4E934-65EA-4877-B62D-A607F1E2E8DB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502629" y="2004745"/>
                <a:ext cx="221760" cy="53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952DCEEF-1483-4920-A3D6-E6A5AE39FB6C}"/>
                  </a:ext>
                </a:extLst>
              </p14:cNvPr>
              <p14:cNvContentPartPr/>
              <p14:nvPr/>
            </p14:nvContentPartPr>
            <p14:xfrm>
              <a:off x="3849669" y="1709185"/>
              <a:ext cx="675000" cy="2844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952DCEEF-1483-4920-A3D6-E6A5AE39FB6C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3832029" y="1673185"/>
                <a:ext cx="71064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614A2FC8-0057-4184-9721-224BF96B7556}"/>
                  </a:ext>
                </a:extLst>
              </p14:cNvPr>
              <p14:cNvContentPartPr/>
              <p14:nvPr/>
            </p14:nvContentPartPr>
            <p14:xfrm>
              <a:off x="4378869" y="1635745"/>
              <a:ext cx="209520" cy="27180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614A2FC8-0057-4184-9721-224BF96B7556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4361229" y="1600105"/>
                <a:ext cx="245160" cy="34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993BAD72-F80B-4EB0-B286-888777B7C985}"/>
                  </a:ext>
                </a:extLst>
              </p14:cNvPr>
              <p14:cNvContentPartPr/>
              <p14:nvPr/>
            </p14:nvContentPartPr>
            <p14:xfrm>
              <a:off x="3869109" y="2179705"/>
              <a:ext cx="706320" cy="2736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993BAD72-F80B-4EB0-B286-888777B7C985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3851109" y="2143705"/>
                <a:ext cx="741960" cy="9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684BD908-1F96-4C36-9992-669DE093FD99}"/>
                  </a:ext>
                </a:extLst>
              </p14:cNvPr>
              <p14:cNvContentPartPr/>
              <p14:nvPr/>
            </p14:nvContentPartPr>
            <p14:xfrm>
              <a:off x="4340709" y="2093305"/>
              <a:ext cx="241560" cy="25416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684BD908-1F96-4C36-9992-669DE093FD99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323069" y="2057305"/>
                <a:ext cx="277200" cy="32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DFC8E4A2-DAF3-44A8-A467-116F3DE105E8}"/>
                  </a:ext>
                </a:extLst>
              </p14:cNvPr>
              <p14:cNvContentPartPr/>
              <p14:nvPr/>
            </p14:nvContentPartPr>
            <p14:xfrm>
              <a:off x="3907629" y="2526745"/>
              <a:ext cx="811080" cy="2412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DFC8E4A2-DAF3-44A8-A467-116F3DE105E8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3889629" y="2490745"/>
                <a:ext cx="84672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1884E218-2458-4BB5-A205-F783110A9404}"/>
                  </a:ext>
                </a:extLst>
              </p14:cNvPr>
              <p14:cNvContentPartPr/>
              <p14:nvPr/>
            </p14:nvContentPartPr>
            <p14:xfrm>
              <a:off x="4581189" y="2459065"/>
              <a:ext cx="300960" cy="21240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1884E218-2458-4BB5-A205-F783110A9404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4563549" y="2423425"/>
                <a:ext cx="336600" cy="28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70C0A238-75FD-4C6D-B4EA-317FC3F3C47E}"/>
                  </a:ext>
                </a:extLst>
              </p14:cNvPr>
              <p14:cNvContentPartPr/>
              <p14:nvPr/>
            </p14:nvContentPartPr>
            <p14:xfrm>
              <a:off x="4027869" y="2887465"/>
              <a:ext cx="739800" cy="2484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70C0A238-75FD-4C6D-B4EA-317FC3F3C47E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4010229" y="2851465"/>
                <a:ext cx="775440" cy="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578503D0-DE8B-45F1-B3C6-E1EEB6398BDC}"/>
                  </a:ext>
                </a:extLst>
              </p14:cNvPr>
              <p14:cNvContentPartPr/>
              <p14:nvPr/>
            </p14:nvContentPartPr>
            <p14:xfrm>
              <a:off x="4537989" y="2790985"/>
              <a:ext cx="311040" cy="29124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578503D0-DE8B-45F1-B3C6-E1EEB6398BDC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4520349" y="2754985"/>
                <a:ext cx="346680" cy="36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C83D655D-999F-4F14-BC82-9701446EE9B1}"/>
                  </a:ext>
                </a:extLst>
              </p14:cNvPr>
              <p14:cNvContentPartPr/>
              <p14:nvPr/>
            </p14:nvContentPartPr>
            <p14:xfrm>
              <a:off x="538749" y="1602265"/>
              <a:ext cx="195480" cy="25956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C83D655D-999F-4F14-BC82-9701446EE9B1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521109" y="1566625"/>
                <a:ext cx="231120" cy="33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62CC6F79-DA64-4AAE-BC10-0BEAFBAD0119}"/>
                  </a:ext>
                </a:extLst>
              </p14:cNvPr>
              <p14:cNvContentPartPr/>
              <p14:nvPr/>
            </p14:nvContentPartPr>
            <p14:xfrm>
              <a:off x="540909" y="1641145"/>
              <a:ext cx="142200" cy="26892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62CC6F79-DA64-4AAE-BC10-0BEAFBAD0119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523269" y="1605145"/>
                <a:ext cx="177840" cy="34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A3BBDE61-677E-4001-9D40-3C2E0A69E684}"/>
                  </a:ext>
                </a:extLst>
              </p14:cNvPr>
              <p14:cNvContentPartPr/>
              <p14:nvPr/>
            </p14:nvContentPartPr>
            <p14:xfrm>
              <a:off x="832509" y="1727185"/>
              <a:ext cx="218520" cy="25740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A3BBDE61-677E-4001-9D40-3C2E0A69E684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814509" y="1691185"/>
                <a:ext cx="254160" cy="32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A8A2937B-6504-4129-9094-7C93F831A2CB}"/>
                  </a:ext>
                </a:extLst>
              </p14:cNvPr>
              <p14:cNvContentPartPr/>
              <p14:nvPr/>
            </p14:nvContentPartPr>
            <p14:xfrm>
              <a:off x="447309" y="2189425"/>
              <a:ext cx="267840" cy="18432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A8A2937B-6504-4129-9094-7C93F831A2CB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429309" y="2153785"/>
                <a:ext cx="303480" cy="25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5B6A1D65-DD25-45A0-B0D4-C4C3A0948B99}"/>
                  </a:ext>
                </a:extLst>
              </p14:cNvPr>
              <p14:cNvContentPartPr/>
              <p14:nvPr/>
            </p14:nvContentPartPr>
            <p14:xfrm>
              <a:off x="520029" y="2170345"/>
              <a:ext cx="139320" cy="29124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5B6A1D65-DD25-45A0-B0D4-C4C3A0948B99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502029" y="2134345"/>
                <a:ext cx="174960" cy="36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F3F4A87E-4FD3-404A-8128-C0221DB55FBC}"/>
                  </a:ext>
                </a:extLst>
              </p14:cNvPr>
              <p14:cNvContentPartPr/>
              <p14:nvPr/>
            </p14:nvContentPartPr>
            <p14:xfrm>
              <a:off x="783909" y="2242345"/>
              <a:ext cx="25200" cy="21132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F3F4A87E-4FD3-404A-8128-C0221DB55FBC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766269" y="2206345"/>
                <a:ext cx="60840" cy="28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4C775010-BB03-46FF-8E70-1CBDF0A68258}"/>
                  </a:ext>
                </a:extLst>
              </p14:cNvPr>
              <p14:cNvContentPartPr/>
              <p14:nvPr/>
            </p14:nvContentPartPr>
            <p14:xfrm>
              <a:off x="586989" y="2613145"/>
              <a:ext cx="201240" cy="23364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4C775010-BB03-46FF-8E70-1CBDF0A68258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568989" y="2577145"/>
                <a:ext cx="236880" cy="30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D62FD4EC-46E8-4E7A-A716-A966DABD1A40}"/>
                  </a:ext>
                </a:extLst>
              </p14:cNvPr>
              <p14:cNvContentPartPr/>
              <p14:nvPr/>
            </p14:nvContentPartPr>
            <p14:xfrm>
              <a:off x="590229" y="2622505"/>
              <a:ext cx="170280" cy="30996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D62FD4EC-46E8-4E7A-A716-A966DABD1A40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572229" y="2586505"/>
                <a:ext cx="205920" cy="38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29D6A803-1450-4A26-A94C-088CCE38A562}"/>
                  </a:ext>
                </a:extLst>
              </p14:cNvPr>
              <p14:cNvContentPartPr/>
              <p14:nvPr/>
            </p14:nvContentPartPr>
            <p14:xfrm>
              <a:off x="839709" y="2776945"/>
              <a:ext cx="173880" cy="14544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29D6A803-1450-4A26-A94C-088CCE38A562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822069" y="2741305"/>
                <a:ext cx="209520" cy="21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56" name="Cerneală 55">
                <a:extLst>
                  <a:ext uri="{FF2B5EF4-FFF2-40B4-BE49-F238E27FC236}">
                    <a16:creationId xmlns:a16="http://schemas.microsoft.com/office/drawing/2014/main" id="{62B68557-F29A-4B67-B9E1-0857450E7B80}"/>
                  </a:ext>
                </a:extLst>
              </p14:cNvPr>
              <p14:cNvContentPartPr/>
              <p14:nvPr/>
            </p14:nvContentPartPr>
            <p14:xfrm>
              <a:off x="4932549" y="1443505"/>
              <a:ext cx="333360" cy="426240"/>
            </p14:xfrm>
          </p:contentPart>
        </mc:Choice>
        <mc:Fallback xmlns="">
          <p:pic>
            <p:nvPicPr>
              <p:cNvPr id="56" name="Cerneală 55">
                <a:extLst>
                  <a:ext uri="{FF2B5EF4-FFF2-40B4-BE49-F238E27FC236}">
                    <a16:creationId xmlns:a16="http://schemas.microsoft.com/office/drawing/2014/main" id="{62B68557-F29A-4B67-B9E1-0857450E7B80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4914909" y="1407505"/>
                <a:ext cx="369000" cy="49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4031E458-DE3C-4901-9DDB-07C99DCD5F9B}"/>
                  </a:ext>
                </a:extLst>
              </p14:cNvPr>
              <p14:cNvContentPartPr/>
              <p14:nvPr/>
            </p14:nvContentPartPr>
            <p14:xfrm>
              <a:off x="5394789" y="1678585"/>
              <a:ext cx="169200" cy="30456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4031E458-DE3C-4901-9DDB-07C99DCD5F9B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5376789" y="1642585"/>
                <a:ext cx="204840" cy="37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34C22FC7-9CA7-4047-A934-1230CF089570}"/>
                  </a:ext>
                </a:extLst>
              </p14:cNvPr>
              <p14:cNvContentPartPr/>
              <p14:nvPr/>
            </p14:nvContentPartPr>
            <p14:xfrm>
              <a:off x="5014629" y="2025985"/>
              <a:ext cx="380880" cy="35820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34C22FC7-9CA7-4047-A934-1230CF089570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4996629" y="1989985"/>
                <a:ext cx="416520" cy="42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59" name="Cerneală 58">
                <a:extLst>
                  <a:ext uri="{FF2B5EF4-FFF2-40B4-BE49-F238E27FC236}">
                    <a16:creationId xmlns:a16="http://schemas.microsoft.com/office/drawing/2014/main" id="{6F0A8AE1-D347-49D2-B7FB-3EA7F7EEF025}"/>
                  </a:ext>
                </a:extLst>
              </p14:cNvPr>
              <p14:cNvContentPartPr/>
              <p14:nvPr/>
            </p14:nvContentPartPr>
            <p14:xfrm>
              <a:off x="5442669" y="2229745"/>
              <a:ext cx="236520" cy="167040"/>
            </p14:xfrm>
          </p:contentPart>
        </mc:Choice>
        <mc:Fallback xmlns="">
          <p:pic>
            <p:nvPicPr>
              <p:cNvPr id="59" name="Cerneală 58">
                <a:extLst>
                  <a:ext uri="{FF2B5EF4-FFF2-40B4-BE49-F238E27FC236}">
                    <a16:creationId xmlns:a16="http://schemas.microsoft.com/office/drawing/2014/main" id="{6F0A8AE1-D347-49D2-B7FB-3EA7F7EEF025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5425029" y="2194105"/>
                <a:ext cx="272160" cy="23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E68CD15D-9B44-4F0E-AE92-4C6A040757DE}"/>
                  </a:ext>
                </a:extLst>
              </p14:cNvPr>
              <p14:cNvContentPartPr/>
              <p14:nvPr/>
            </p14:nvContentPartPr>
            <p14:xfrm>
              <a:off x="5163669" y="2514505"/>
              <a:ext cx="288720" cy="37836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E68CD15D-9B44-4F0E-AE92-4C6A040757DE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5146029" y="2478865"/>
                <a:ext cx="324360" cy="45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823BE00C-E1A7-409E-9A14-DD04C4A12B97}"/>
                  </a:ext>
                </a:extLst>
              </p14:cNvPr>
              <p14:cNvContentPartPr/>
              <p14:nvPr/>
            </p14:nvContentPartPr>
            <p14:xfrm>
              <a:off x="5543829" y="2656345"/>
              <a:ext cx="5040" cy="22608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823BE00C-E1A7-409E-9A14-DD04C4A12B97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5526189" y="2620345"/>
                <a:ext cx="40680" cy="29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F9660B3D-8C22-4E1F-A8CD-043C84295B7A}"/>
                  </a:ext>
                </a:extLst>
              </p14:cNvPr>
              <p14:cNvContentPartPr/>
              <p14:nvPr/>
            </p14:nvContentPartPr>
            <p14:xfrm>
              <a:off x="5062509" y="3040825"/>
              <a:ext cx="480600" cy="46836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F9660B3D-8C22-4E1F-A8CD-043C84295B7A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5044869" y="3004825"/>
                <a:ext cx="516240" cy="54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73" name="Cerneală 72">
                <a:extLst>
                  <a:ext uri="{FF2B5EF4-FFF2-40B4-BE49-F238E27FC236}">
                    <a16:creationId xmlns:a16="http://schemas.microsoft.com/office/drawing/2014/main" id="{1F0D6707-98F8-45C5-9346-63646B9688C0}"/>
                  </a:ext>
                </a:extLst>
              </p14:cNvPr>
              <p14:cNvContentPartPr/>
              <p14:nvPr/>
            </p14:nvContentPartPr>
            <p14:xfrm>
              <a:off x="678789" y="3836785"/>
              <a:ext cx="251640" cy="152280"/>
            </p14:xfrm>
          </p:contentPart>
        </mc:Choice>
        <mc:Fallback xmlns="">
          <p:pic>
            <p:nvPicPr>
              <p:cNvPr id="73" name="Cerneală 72">
                <a:extLst>
                  <a:ext uri="{FF2B5EF4-FFF2-40B4-BE49-F238E27FC236}">
                    <a16:creationId xmlns:a16="http://schemas.microsoft.com/office/drawing/2014/main" id="{1F0D6707-98F8-45C5-9346-63646B9688C0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661149" y="3800785"/>
                <a:ext cx="28728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74" name="Cerneală 73">
                <a:extLst>
                  <a:ext uri="{FF2B5EF4-FFF2-40B4-BE49-F238E27FC236}">
                    <a16:creationId xmlns:a16="http://schemas.microsoft.com/office/drawing/2014/main" id="{F8050A78-7E0F-4E03-999B-188A97BB8953}"/>
                  </a:ext>
                </a:extLst>
              </p14:cNvPr>
              <p14:cNvContentPartPr/>
              <p14:nvPr/>
            </p14:nvContentPartPr>
            <p14:xfrm>
              <a:off x="1006389" y="3633025"/>
              <a:ext cx="128160" cy="555480"/>
            </p14:xfrm>
          </p:contentPart>
        </mc:Choice>
        <mc:Fallback xmlns="">
          <p:pic>
            <p:nvPicPr>
              <p:cNvPr id="74" name="Cerneală 73">
                <a:extLst>
                  <a:ext uri="{FF2B5EF4-FFF2-40B4-BE49-F238E27FC236}">
                    <a16:creationId xmlns:a16="http://schemas.microsoft.com/office/drawing/2014/main" id="{F8050A78-7E0F-4E03-999B-188A97BB8953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988749" y="3597385"/>
                <a:ext cx="163800" cy="62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75" name="Cerneală 74">
                <a:extLst>
                  <a:ext uri="{FF2B5EF4-FFF2-40B4-BE49-F238E27FC236}">
                    <a16:creationId xmlns:a16="http://schemas.microsoft.com/office/drawing/2014/main" id="{C5571162-C8A4-424B-9FA2-7297D1AD8C43}"/>
                  </a:ext>
                </a:extLst>
              </p14:cNvPr>
              <p14:cNvContentPartPr/>
              <p14:nvPr/>
            </p14:nvContentPartPr>
            <p14:xfrm>
              <a:off x="1770669" y="3666865"/>
              <a:ext cx="14400" cy="241920"/>
            </p14:xfrm>
          </p:contentPart>
        </mc:Choice>
        <mc:Fallback xmlns="">
          <p:pic>
            <p:nvPicPr>
              <p:cNvPr id="75" name="Cerneală 74">
                <a:extLst>
                  <a:ext uri="{FF2B5EF4-FFF2-40B4-BE49-F238E27FC236}">
                    <a16:creationId xmlns:a16="http://schemas.microsoft.com/office/drawing/2014/main" id="{C5571162-C8A4-424B-9FA2-7297D1AD8C43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1752669" y="3631225"/>
                <a:ext cx="50040" cy="31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76" name="Cerneală 75">
                <a:extLst>
                  <a:ext uri="{FF2B5EF4-FFF2-40B4-BE49-F238E27FC236}">
                    <a16:creationId xmlns:a16="http://schemas.microsoft.com/office/drawing/2014/main" id="{ED75DA57-4BC7-4311-999F-C37C7C6F22EB}"/>
                  </a:ext>
                </a:extLst>
              </p14:cNvPr>
              <p14:cNvContentPartPr/>
              <p14:nvPr/>
            </p14:nvContentPartPr>
            <p14:xfrm>
              <a:off x="1588149" y="3608905"/>
              <a:ext cx="401040" cy="17640"/>
            </p14:xfrm>
          </p:contentPart>
        </mc:Choice>
        <mc:Fallback xmlns="">
          <p:pic>
            <p:nvPicPr>
              <p:cNvPr id="76" name="Cerneală 75">
                <a:extLst>
                  <a:ext uri="{FF2B5EF4-FFF2-40B4-BE49-F238E27FC236}">
                    <a16:creationId xmlns:a16="http://schemas.microsoft.com/office/drawing/2014/main" id="{ED75DA57-4BC7-4311-999F-C37C7C6F22EB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1570149" y="3572905"/>
                <a:ext cx="436680" cy="8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77" name="Cerneală 76">
                <a:extLst>
                  <a:ext uri="{FF2B5EF4-FFF2-40B4-BE49-F238E27FC236}">
                    <a16:creationId xmlns:a16="http://schemas.microsoft.com/office/drawing/2014/main" id="{143F5F84-F712-4B58-8215-761AB3199AAF}"/>
                  </a:ext>
                </a:extLst>
              </p14:cNvPr>
              <p14:cNvContentPartPr/>
              <p14:nvPr/>
            </p14:nvContentPartPr>
            <p14:xfrm>
              <a:off x="1949949" y="3822385"/>
              <a:ext cx="239760" cy="136440"/>
            </p14:xfrm>
          </p:contentPart>
        </mc:Choice>
        <mc:Fallback xmlns="">
          <p:pic>
            <p:nvPicPr>
              <p:cNvPr id="77" name="Cerneală 76">
                <a:extLst>
                  <a:ext uri="{FF2B5EF4-FFF2-40B4-BE49-F238E27FC236}">
                    <a16:creationId xmlns:a16="http://schemas.microsoft.com/office/drawing/2014/main" id="{143F5F84-F712-4B58-8215-761AB3199AAF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1932309" y="3786385"/>
                <a:ext cx="275400" cy="20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78" name="Cerneală 77">
                <a:extLst>
                  <a:ext uri="{FF2B5EF4-FFF2-40B4-BE49-F238E27FC236}">
                    <a16:creationId xmlns:a16="http://schemas.microsoft.com/office/drawing/2014/main" id="{47F8ED5E-D50E-4173-BB14-78A2E3F7E86E}"/>
                  </a:ext>
                </a:extLst>
              </p14:cNvPr>
              <p14:cNvContentPartPr/>
              <p14:nvPr/>
            </p14:nvContentPartPr>
            <p14:xfrm>
              <a:off x="2266389" y="3573985"/>
              <a:ext cx="752400" cy="407160"/>
            </p14:xfrm>
          </p:contentPart>
        </mc:Choice>
        <mc:Fallback xmlns="">
          <p:pic>
            <p:nvPicPr>
              <p:cNvPr id="78" name="Cerneală 77">
                <a:extLst>
                  <a:ext uri="{FF2B5EF4-FFF2-40B4-BE49-F238E27FC236}">
                    <a16:creationId xmlns:a16="http://schemas.microsoft.com/office/drawing/2014/main" id="{47F8ED5E-D50E-4173-BB14-78A2E3F7E86E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2248749" y="3538345"/>
                <a:ext cx="788040" cy="47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8418B86E-864D-4516-A21D-F0C136EF6F5D}"/>
                  </a:ext>
                </a:extLst>
              </p14:cNvPr>
              <p14:cNvContentPartPr/>
              <p14:nvPr/>
            </p14:nvContentPartPr>
            <p14:xfrm>
              <a:off x="630189" y="4278145"/>
              <a:ext cx="174240" cy="35460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8418B86E-864D-4516-A21D-F0C136EF6F5D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612189" y="4242145"/>
                <a:ext cx="209880" cy="42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80" name="Cerneală 79">
                <a:extLst>
                  <a:ext uri="{FF2B5EF4-FFF2-40B4-BE49-F238E27FC236}">
                    <a16:creationId xmlns:a16="http://schemas.microsoft.com/office/drawing/2014/main" id="{73FCB739-655B-4F97-9906-6AA6726DB1B6}"/>
                  </a:ext>
                </a:extLst>
              </p14:cNvPr>
              <p14:cNvContentPartPr/>
              <p14:nvPr/>
            </p14:nvContentPartPr>
            <p14:xfrm>
              <a:off x="945909" y="4287865"/>
              <a:ext cx="107640" cy="521640"/>
            </p14:xfrm>
          </p:contentPart>
        </mc:Choice>
        <mc:Fallback xmlns="">
          <p:pic>
            <p:nvPicPr>
              <p:cNvPr id="80" name="Cerneală 79">
                <a:extLst>
                  <a:ext uri="{FF2B5EF4-FFF2-40B4-BE49-F238E27FC236}">
                    <a16:creationId xmlns:a16="http://schemas.microsoft.com/office/drawing/2014/main" id="{73FCB739-655B-4F97-9906-6AA6726DB1B6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928269" y="4252225"/>
                <a:ext cx="143280" cy="59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9E0326FB-4805-4F92-93FA-06B215060408}"/>
                  </a:ext>
                </a:extLst>
              </p14:cNvPr>
              <p14:cNvContentPartPr/>
              <p14:nvPr/>
            </p14:nvContentPartPr>
            <p14:xfrm>
              <a:off x="1771389" y="4263745"/>
              <a:ext cx="253800" cy="32292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9E0326FB-4805-4F92-93FA-06B215060408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1753749" y="4227745"/>
                <a:ext cx="289440" cy="39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82" name="Cerneală 81">
                <a:extLst>
                  <a:ext uri="{FF2B5EF4-FFF2-40B4-BE49-F238E27FC236}">
                    <a16:creationId xmlns:a16="http://schemas.microsoft.com/office/drawing/2014/main" id="{87F058AC-C203-46CD-BFFC-E7A76948EEE7}"/>
                  </a:ext>
                </a:extLst>
              </p14:cNvPr>
              <p14:cNvContentPartPr/>
              <p14:nvPr/>
            </p14:nvContentPartPr>
            <p14:xfrm>
              <a:off x="1804509" y="4375345"/>
              <a:ext cx="257040" cy="69120"/>
            </p14:xfrm>
          </p:contentPart>
        </mc:Choice>
        <mc:Fallback xmlns="">
          <p:pic>
            <p:nvPicPr>
              <p:cNvPr id="82" name="Cerneală 81">
                <a:extLst>
                  <a:ext uri="{FF2B5EF4-FFF2-40B4-BE49-F238E27FC236}">
                    <a16:creationId xmlns:a16="http://schemas.microsoft.com/office/drawing/2014/main" id="{87F058AC-C203-46CD-BFFC-E7A76948EEE7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1786509" y="4339345"/>
                <a:ext cx="292680" cy="14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83" name="Cerneală 82">
                <a:extLst>
                  <a:ext uri="{FF2B5EF4-FFF2-40B4-BE49-F238E27FC236}">
                    <a16:creationId xmlns:a16="http://schemas.microsoft.com/office/drawing/2014/main" id="{ED1C5BDA-0B3A-4C90-9292-80679928A981}"/>
                  </a:ext>
                </a:extLst>
              </p14:cNvPr>
              <p14:cNvContentPartPr/>
              <p14:nvPr/>
            </p14:nvContentPartPr>
            <p14:xfrm>
              <a:off x="1828629" y="4199665"/>
              <a:ext cx="217080" cy="30600"/>
            </p14:xfrm>
          </p:contentPart>
        </mc:Choice>
        <mc:Fallback xmlns="">
          <p:pic>
            <p:nvPicPr>
              <p:cNvPr id="83" name="Cerneală 82">
                <a:extLst>
                  <a:ext uri="{FF2B5EF4-FFF2-40B4-BE49-F238E27FC236}">
                    <a16:creationId xmlns:a16="http://schemas.microsoft.com/office/drawing/2014/main" id="{ED1C5BDA-0B3A-4C90-9292-80679928A981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1810629" y="4164025"/>
                <a:ext cx="252720" cy="10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84" name="Cerneală 83">
                <a:extLst>
                  <a:ext uri="{FF2B5EF4-FFF2-40B4-BE49-F238E27FC236}">
                    <a16:creationId xmlns:a16="http://schemas.microsoft.com/office/drawing/2014/main" id="{858A2901-0202-449D-BB83-1F9513774B3A}"/>
                  </a:ext>
                </a:extLst>
              </p14:cNvPr>
              <p14:cNvContentPartPr/>
              <p14:nvPr/>
            </p14:nvContentPartPr>
            <p14:xfrm>
              <a:off x="2136429" y="4379305"/>
              <a:ext cx="201600" cy="241920"/>
            </p14:xfrm>
          </p:contentPart>
        </mc:Choice>
        <mc:Fallback xmlns="">
          <p:pic>
            <p:nvPicPr>
              <p:cNvPr id="84" name="Cerneală 83">
                <a:extLst>
                  <a:ext uri="{FF2B5EF4-FFF2-40B4-BE49-F238E27FC236}">
                    <a16:creationId xmlns:a16="http://schemas.microsoft.com/office/drawing/2014/main" id="{858A2901-0202-449D-BB83-1F9513774B3A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2118789" y="4343305"/>
                <a:ext cx="237240" cy="31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85" name="Cerneală 84">
                <a:extLst>
                  <a:ext uri="{FF2B5EF4-FFF2-40B4-BE49-F238E27FC236}">
                    <a16:creationId xmlns:a16="http://schemas.microsoft.com/office/drawing/2014/main" id="{0453BF8F-AAF7-4988-A043-7D2EB7B00DE7}"/>
                  </a:ext>
                </a:extLst>
              </p14:cNvPr>
              <p14:cNvContentPartPr/>
              <p14:nvPr/>
            </p14:nvContentPartPr>
            <p14:xfrm>
              <a:off x="2147229" y="4383985"/>
              <a:ext cx="119880" cy="224280"/>
            </p14:xfrm>
          </p:contentPart>
        </mc:Choice>
        <mc:Fallback xmlns="">
          <p:pic>
            <p:nvPicPr>
              <p:cNvPr id="85" name="Cerneală 84">
                <a:extLst>
                  <a:ext uri="{FF2B5EF4-FFF2-40B4-BE49-F238E27FC236}">
                    <a16:creationId xmlns:a16="http://schemas.microsoft.com/office/drawing/2014/main" id="{0453BF8F-AAF7-4988-A043-7D2EB7B00DE7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2129229" y="4348345"/>
                <a:ext cx="155520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86" name="Cerneală 85">
                <a:extLst>
                  <a:ext uri="{FF2B5EF4-FFF2-40B4-BE49-F238E27FC236}">
                    <a16:creationId xmlns:a16="http://schemas.microsoft.com/office/drawing/2014/main" id="{34B73B86-07ED-4519-A1AB-5671D03FA4E3}"/>
                  </a:ext>
                </a:extLst>
              </p14:cNvPr>
              <p14:cNvContentPartPr/>
              <p14:nvPr/>
            </p14:nvContentPartPr>
            <p14:xfrm>
              <a:off x="2513709" y="4398385"/>
              <a:ext cx="37440" cy="506160"/>
            </p14:xfrm>
          </p:contentPart>
        </mc:Choice>
        <mc:Fallback xmlns="">
          <p:pic>
            <p:nvPicPr>
              <p:cNvPr id="86" name="Cerneală 85">
                <a:extLst>
                  <a:ext uri="{FF2B5EF4-FFF2-40B4-BE49-F238E27FC236}">
                    <a16:creationId xmlns:a16="http://schemas.microsoft.com/office/drawing/2014/main" id="{34B73B86-07ED-4519-A1AB-5671D03FA4E3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2496069" y="4362745"/>
                <a:ext cx="73080" cy="57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87" name="Cerneală 86">
                <a:extLst>
                  <a:ext uri="{FF2B5EF4-FFF2-40B4-BE49-F238E27FC236}">
                    <a16:creationId xmlns:a16="http://schemas.microsoft.com/office/drawing/2014/main" id="{73E0CF4C-04C8-4EF2-A9F7-A4B4C35E8434}"/>
                  </a:ext>
                </a:extLst>
              </p14:cNvPr>
              <p14:cNvContentPartPr/>
              <p14:nvPr/>
            </p14:nvContentPartPr>
            <p14:xfrm>
              <a:off x="2506869" y="4387945"/>
              <a:ext cx="128160" cy="146880"/>
            </p14:xfrm>
          </p:contentPart>
        </mc:Choice>
        <mc:Fallback xmlns="">
          <p:pic>
            <p:nvPicPr>
              <p:cNvPr id="87" name="Cerneală 86">
                <a:extLst>
                  <a:ext uri="{FF2B5EF4-FFF2-40B4-BE49-F238E27FC236}">
                    <a16:creationId xmlns:a16="http://schemas.microsoft.com/office/drawing/2014/main" id="{73E0CF4C-04C8-4EF2-A9F7-A4B4C35E8434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2489229" y="4352305"/>
                <a:ext cx="16380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865DC816-5FA4-4A57-B4D4-1FE75775C353}"/>
                  </a:ext>
                </a:extLst>
              </p14:cNvPr>
              <p14:cNvContentPartPr/>
              <p14:nvPr/>
            </p14:nvContentPartPr>
            <p14:xfrm>
              <a:off x="2724309" y="4329265"/>
              <a:ext cx="459000" cy="23652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865DC816-5FA4-4A57-B4D4-1FE75775C353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2706309" y="4293625"/>
                <a:ext cx="494640" cy="30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89" name="Cerneală 88">
                <a:extLst>
                  <a:ext uri="{FF2B5EF4-FFF2-40B4-BE49-F238E27FC236}">
                    <a16:creationId xmlns:a16="http://schemas.microsoft.com/office/drawing/2014/main" id="{8D6C1BA9-495E-4BB2-BE9B-49D5166C3E7D}"/>
                  </a:ext>
                </a:extLst>
              </p14:cNvPr>
              <p14:cNvContentPartPr/>
              <p14:nvPr/>
            </p14:nvContentPartPr>
            <p14:xfrm>
              <a:off x="3217509" y="4353745"/>
              <a:ext cx="320400" cy="254160"/>
            </p14:xfrm>
          </p:contentPart>
        </mc:Choice>
        <mc:Fallback xmlns="">
          <p:pic>
            <p:nvPicPr>
              <p:cNvPr id="89" name="Cerneală 88">
                <a:extLst>
                  <a:ext uri="{FF2B5EF4-FFF2-40B4-BE49-F238E27FC236}">
                    <a16:creationId xmlns:a16="http://schemas.microsoft.com/office/drawing/2014/main" id="{8D6C1BA9-495E-4BB2-BE9B-49D5166C3E7D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3199509" y="4318105"/>
                <a:ext cx="356040" cy="32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90" name="Cerneală 89">
                <a:extLst>
                  <a:ext uri="{FF2B5EF4-FFF2-40B4-BE49-F238E27FC236}">
                    <a16:creationId xmlns:a16="http://schemas.microsoft.com/office/drawing/2014/main" id="{689ADA7F-3CE8-411C-B9F5-4421C538496A}"/>
                  </a:ext>
                </a:extLst>
              </p14:cNvPr>
              <p14:cNvContentPartPr/>
              <p14:nvPr/>
            </p14:nvContentPartPr>
            <p14:xfrm>
              <a:off x="3484629" y="4263745"/>
              <a:ext cx="4320" cy="36720"/>
            </p14:xfrm>
          </p:contentPart>
        </mc:Choice>
        <mc:Fallback xmlns="">
          <p:pic>
            <p:nvPicPr>
              <p:cNvPr id="90" name="Cerneală 89">
                <a:extLst>
                  <a:ext uri="{FF2B5EF4-FFF2-40B4-BE49-F238E27FC236}">
                    <a16:creationId xmlns:a16="http://schemas.microsoft.com/office/drawing/2014/main" id="{689ADA7F-3CE8-411C-B9F5-4421C538496A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3466989" y="4227745"/>
                <a:ext cx="39960" cy="10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91" name="Cerneală 90">
                <a:extLst>
                  <a:ext uri="{FF2B5EF4-FFF2-40B4-BE49-F238E27FC236}">
                    <a16:creationId xmlns:a16="http://schemas.microsoft.com/office/drawing/2014/main" id="{CED62561-EEA2-490C-88D2-CF4E1397D12E}"/>
                  </a:ext>
                </a:extLst>
              </p14:cNvPr>
              <p14:cNvContentPartPr/>
              <p14:nvPr/>
            </p14:nvContentPartPr>
            <p14:xfrm>
              <a:off x="3587949" y="4176985"/>
              <a:ext cx="64800" cy="397440"/>
            </p14:xfrm>
          </p:contentPart>
        </mc:Choice>
        <mc:Fallback xmlns="">
          <p:pic>
            <p:nvPicPr>
              <p:cNvPr id="91" name="Cerneală 90">
                <a:extLst>
                  <a:ext uri="{FF2B5EF4-FFF2-40B4-BE49-F238E27FC236}">
                    <a16:creationId xmlns:a16="http://schemas.microsoft.com/office/drawing/2014/main" id="{CED62561-EEA2-490C-88D2-CF4E1397D12E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3570309" y="4140985"/>
                <a:ext cx="100440" cy="46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92" name="Cerneală 91">
                <a:extLst>
                  <a:ext uri="{FF2B5EF4-FFF2-40B4-BE49-F238E27FC236}">
                    <a16:creationId xmlns:a16="http://schemas.microsoft.com/office/drawing/2014/main" id="{ED4460D7-E865-499F-8249-52EF5FF2D734}"/>
                  </a:ext>
                </a:extLst>
              </p14:cNvPr>
              <p14:cNvContentPartPr/>
              <p14:nvPr/>
            </p14:nvContentPartPr>
            <p14:xfrm>
              <a:off x="3981789" y="4113625"/>
              <a:ext cx="766080" cy="877680"/>
            </p14:xfrm>
          </p:contentPart>
        </mc:Choice>
        <mc:Fallback xmlns="">
          <p:pic>
            <p:nvPicPr>
              <p:cNvPr id="92" name="Cerneală 91">
                <a:extLst>
                  <a:ext uri="{FF2B5EF4-FFF2-40B4-BE49-F238E27FC236}">
                    <a16:creationId xmlns:a16="http://schemas.microsoft.com/office/drawing/2014/main" id="{ED4460D7-E865-499F-8249-52EF5FF2D734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3964149" y="4077985"/>
                <a:ext cx="801720" cy="9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93" name="Cerneală 92">
                <a:extLst>
                  <a:ext uri="{FF2B5EF4-FFF2-40B4-BE49-F238E27FC236}">
                    <a16:creationId xmlns:a16="http://schemas.microsoft.com/office/drawing/2014/main" id="{B18F8DEB-4859-4BBD-9C40-B3AF38898B4F}"/>
                  </a:ext>
                </a:extLst>
              </p14:cNvPr>
              <p14:cNvContentPartPr/>
              <p14:nvPr/>
            </p14:nvContentPartPr>
            <p14:xfrm>
              <a:off x="5298309" y="4437985"/>
              <a:ext cx="468000" cy="18720"/>
            </p14:xfrm>
          </p:contentPart>
        </mc:Choice>
        <mc:Fallback xmlns="">
          <p:pic>
            <p:nvPicPr>
              <p:cNvPr id="93" name="Cerneală 92">
                <a:extLst>
                  <a:ext uri="{FF2B5EF4-FFF2-40B4-BE49-F238E27FC236}">
                    <a16:creationId xmlns:a16="http://schemas.microsoft.com/office/drawing/2014/main" id="{B18F8DEB-4859-4BBD-9C40-B3AF38898B4F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5280669" y="4402345"/>
                <a:ext cx="50364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94" name="Cerneală 93">
                <a:extLst>
                  <a:ext uri="{FF2B5EF4-FFF2-40B4-BE49-F238E27FC236}">
                    <a16:creationId xmlns:a16="http://schemas.microsoft.com/office/drawing/2014/main" id="{5F3F96A0-B78A-4E41-90EF-DFA6FE01B224}"/>
                  </a:ext>
                </a:extLst>
              </p14:cNvPr>
              <p14:cNvContentPartPr/>
              <p14:nvPr/>
            </p14:nvContentPartPr>
            <p14:xfrm>
              <a:off x="5620869" y="4326025"/>
              <a:ext cx="281880" cy="300240"/>
            </p14:xfrm>
          </p:contentPart>
        </mc:Choice>
        <mc:Fallback xmlns="">
          <p:pic>
            <p:nvPicPr>
              <p:cNvPr id="94" name="Cerneală 93">
                <a:extLst>
                  <a:ext uri="{FF2B5EF4-FFF2-40B4-BE49-F238E27FC236}">
                    <a16:creationId xmlns:a16="http://schemas.microsoft.com/office/drawing/2014/main" id="{5F3F96A0-B78A-4E41-90EF-DFA6FE01B224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5603229" y="4290385"/>
                <a:ext cx="317520" cy="37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95" name="Cerneală 94">
                <a:extLst>
                  <a:ext uri="{FF2B5EF4-FFF2-40B4-BE49-F238E27FC236}">
                    <a16:creationId xmlns:a16="http://schemas.microsoft.com/office/drawing/2014/main" id="{9E04C40E-03F5-495B-AECC-CAF3C8A2BEC6}"/>
                  </a:ext>
                </a:extLst>
              </p14:cNvPr>
              <p14:cNvContentPartPr/>
              <p14:nvPr/>
            </p14:nvContentPartPr>
            <p14:xfrm>
              <a:off x="6283629" y="4281025"/>
              <a:ext cx="323280" cy="260280"/>
            </p14:xfrm>
          </p:contentPart>
        </mc:Choice>
        <mc:Fallback xmlns="">
          <p:pic>
            <p:nvPicPr>
              <p:cNvPr id="95" name="Cerneală 94">
                <a:extLst>
                  <a:ext uri="{FF2B5EF4-FFF2-40B4-BE49-F238E27FC236}">
                    <a16:creationId xmlns:a16="http://schemas.microsoft.com/office/drawing/2014/main" id="{9E04C40E-03F5-495B-AECC-CAF3C8A2BEC6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6265989" y="4245025"/>
                <a:ext cx="358920" cy="33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96" name="Cerneală 95">
                <a:extLst>
                  <a:ext uri="{FF2B5EF4-FFF2-40B4-BE49-F238E27FC236}">
                    <a16:creationId xmlns:a16="http://schemas.microsoft.com/office/drawing/2014/main" id="{7370C071-93A7-42CF-9100-2AB68AA2D822}"/>
                  </a:ext>
                </a:extLst>
              </p14:cNvPr>
              <p14:cNvContentPartPr/>
              <p14:nvPr/>
            </p14:nvContentPartPr>
            <p14:xfrm>
              <a:off x="6530589" y="4023265"/>
              <a:ext cx="1163160" cy="724320"/>
            </p14:xfrm>
          </p:contentPart>
        </mc:Choice>
        <mc:Fallback xmlns="">
          <p:pic>
            <p:nvPicPr>
              <p:cNvPr id="96" name="Cerneală 95">
                <a:extLst>
                  <a:ext uri="{FF2B5EF4-FFF2-40B4-BE49-F238E27FC236}">
                    <a16:creationId xmlns:a16="http://schemas.microsoft.com/office/drawing/2014/main" id="{7370C071-93A7-42CF-9100-2AB68AA2D822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6512589" y="3987265"/>
                <a:ext cx="1198800" cy="79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97" name="Cerneală 96">
                <a:extLst>
                  <a:ext uri="{FF2B5EF4-FFF2-40B4-BE49-F238E27FC236}">
                    <a16:creationId xmlns:a16="http://schemas.microsoft.com/office/drawing/2014/main" id="{8AD48620-A30B-47BE-A875-5C2F3203AB9F}"/>
                  </a:ext>
                </a:extLst>
              </p14:cNvPr>
              <p14:cNvContentPartPr/>
              <p14:nvPr/>
            </p14:nvContentPartPr>
            <p14:xfrm>
              <a:off x="7664589" y="4130905"/>
              <a:ext cx="40680" cy="3240"/>
            </p14:xfrm>
          </p:contentPart>
        </mc:Choice>
        <mc:Fallback xmlns="">
          <p:pic>
            <p:nvPicPr>
              <p:cNvPr id="97" name="Cerneală 96">
                <a:extLst>
                  <a:ext uri="{FF2B5EF4-FFF2-40B4-BE49-F238E27FC236}">
                    <a16:creationId xmlns:a16="http://schemas.microsoft.com/office/drawing/2014/main" id="{8AD48620-A30B-47BE-A875-5C2F3203AB9F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7646589" y="4094905"/>
                <a:ext cx="76320" cy="7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98" name="Cerneală 97">
                <a:extLst>
                  <a:ext uri="{FF2B5EF4-FFF2-40B4-BE49-F238E27FC236}">
                    <a16:creationId xmlns:a16="http://schemas.microsoft.com/office/drawing/2014/main" id="{1327BBCF-B6C3-4C93-9CD1-872B11A29D4B}"/>
                  </a:ext>
                </a:extLst>
              </p14:cNvPr>
              <p14:cNvContentPartPr/>
              <p14:nvPr/>
            </p14:nvContentPartPr>
            <p14:xfrm>
              <a:off x="7829829" y="3946225"/>
              <a:ext cx="232200" cy="771120"/>
            </p14:xfrm>
          </p:contentPart>
        </mc:Choice>
        <mc:Fallback xmlns="">
          <p:pic>
            <p:nvPicPr>
              <p:cNvPr id="98" name="Cerneală 97">
                <a:extLst>
                  <a:ext uri="{FF2B5EF4-FFF2-40B4-BE49-F238E27FC236}">
                    <a16:creationId xmlns:a16="http://schemas.microsoft.com/office/drawing/2014/main" id="{1327BBCF-B6C3-4C93-9CD1-872B11A29D4B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7812189" y="3910585"/>
                <a:ext cx="267840" cy="84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99" name="Cerneală 98">
                <a:extLst>
                  <a:ext uri="{FF2B5EF4-FFF2-40B4-BE49-F238E27FC236}">
                    <a16:creationId xmlns:a16="http://schemas.microsoft.com/office/drawing/2014/main" id="{2CA647E2-1483-4F42-812E-F8C264FE33E0}"/>
                  </a:ext>
                </a:extLst>
              </p14:cNvPr>
              <p14:cNvContentPartPr/>
              <p14:nvPr/>
            </p14:nvContentPartPr>
            <p14:xfrm>
              <a:off x="7772229" y="4366345"/>
              <a:ext cx="398520" cy="136080"/>
            </p14:xfrm>
          </p:contentPart>
        </mc:Choice>
        <mc:Fallback xmlns="">
          <p:pic>
            <p:nvPicPr>
              <p:cNvPr id="99" name="Cerneală 98">
                <a:extLst>
                  <a:ext uri="{FF2B5EF4-FFF2-40B4-BE49-F238E27FC236}">
                    <a16:creationId xmlns:a16="http://schemas.microsoft.com/office/drawing/2014/main" id="{2CA647E2-1483-4F42-812E-F8C264FE33E0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7754229" y="4330705"/>
                <a:ext cx="434160" cy="20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100" name="Cerneală 99">
                <a:extLst>
                  <a:ext uri="{FF2B5EF4-FFF2-40B4-BE49-F238E27FC236}">
                    <a16:creationId xmlns:a16="http://schemas.microsoft.com/office/drawing/2014/main" id="{CC781FF0-A149-45FA-BB7E-F4B54CBDFBC2}"/>
                  </a:ext>
                </a:extLst>
              </p14:cNvPr>
              <p14:cNvContentPartPr/>
              <p14:nvPr/>
            </p14:nvContentPartPr>
            <p14:xfrm>
              <a:off x="8099469" y="4221985"/>
              <a:ext cx="72720" cy="24480"/>
            </p14:xfrm>
          </p:contentPart>
        </mc:Choice>
        <mc:Fallback xmlns="">
          <p:pic>
            <p:nvPicPr>
              <p:cNvPr id="100" name="Cerneală 99">
                <a:extLst>
                  <a:ext uri="{FF2B5EF4-FFF2-40B4-BE49-F238E27FC236}">
                    <a16:creationId xmlns:a16="http://schemas.microsoft.com/office/drawing/2014/main" id="{CC781FF0-A149-45FA-BB7E-F4B54CBDFBC2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8081469" y="4185985"/>
                <a:ext cx="108360" cy="9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01" name="Cerneală 100">
                <a:extLst>
                  <a:ext uri="{FF2B5EF4-FFF2-40B4-BE49-F238E27FC236}">
                    <a16:creationId xmlns:a16="http://schemas.microsoft.com/office/drawing/2014/main" id="{861E0B34-9A00-495F-8EEC-A655A399F14E}"/>
                  </a:ext>
                </a:extLst>
              </p14:cNvPr>
              <p14:cNvContentPartPr/>
              <p14:nvPr/>
            </p14:nvContentPartPr>
            <p14:xfrm>
              <a:off x="8295309" y="4266985"/>
              <a:ext cx="1038240" cy="203760"/>
            </p14:xfrm>
          </p:contentPart>
        </mc:Choice>
        <mc:Fallback xmlns="">
          <p:pic>
            <p:nvPicPr>
              <p:cNvPr id="101" name="Cerneală 100">
                <a:extLst>
                  <a:ext uri="{FF2B5EF4-FFF2-40B4-BE49-F238E27FC236}">
                    <a16:creationId xmlns:a16="http://schemas.microsoft.com/office/drawing/2014/main" id="{861E0B34-9A00-495F-8EEC-A655A399F14E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8277309" y="4231345"/>
                <a:ext cx="1073880" cy="27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02" name="Cerneală 101">
                <a:extLst>
                  <a:ext uri="{FF2B5EF4-FFF2-40B4-BE49-F238E27FC236}">
                    <a16:creationId xmlns:a16="http://schemas.microsoft.com/office/drawing/2014/main" id="{51FC5DF8-E514-4685-9582-8875711B6150}"/>
                  </a:ext>
                </a:extLst>
              </p14:cNvPr>
              <p14:cNvContentPartPr/>
              <p14:nvPr/>
            </p14:nvContentPartPr>
            <p14:xfrm>
              <a:off x="647469" y="5077345"/>
              <a:ext cx="295560" cy="187560"/>
            </p14:xfrm>
          </p:contentPart>
        </mc:Choice>
        <mc:Fallback xmlns="">
          <p:pic>
            <p:nvPicPr>
              <p:cNvPr id="102" name="Cerneală 101">
                <a:extLst>
                  <a:ext uri="{FF2B5EF4-FFF2-40B4-BE49-F238E27FC236}">
                    <a16:creationId xmlns:a16="http://schemas.microsoft.com/office/drawing/2014/main" id="{51FC5DF8-E514-4685-9582-8875711B6150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629469" y="5041345"/>
                <a:ext cx="331200" cy="25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03" name="Cerneală 102">
                <a:extLst>
                  <a:ext uri="{FF2B5EF4-FFF2-40B4-BE49-F238E27FC236}">
                    <a16:creationId xmlns:a16="http://schemas.microsoft.com/office/drawing/2014/main" id="{2D3D4ED4-D024-4B5D-A00B-9FE9DF40273E}"/>
                  </a:ext>
                </a:extLst>
              </p14:cNvPr>
              <p14:cNvContentPartPr/>
              <p14:nvPr/>
            </p14:nvContentPartPr>
            <p14:xfrm>
              <a:off x="947709" y="4927945"/>
              <a:ext cx="136080" cy="449640"/>
            </p14:xfrm>
          </p:contentPart>
        </mc:Choice>
        <mc:Fallback xmlns="">
          <p:pic>
            <p:nvPicPr>
              <p:cNvPr id="103" name="Cerneală 102">
                <a:extLst>
                  <a:ext uri="{FF2B5EF4-FFF2-40B4-BE49-F238E27FC236}">
                    <a16:creationId xmlns:a16="http://schemas.microsoft.com/office/drawing/2014/main" id="{2D3D4ED4-D024-4B5D-A00B-9FE9DF40273E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930069" y="4891945"/>
                <a:ext cx="171720" cy="52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04" name="Cerneală 103">
                <a:extLst>
                  <a:ext uri="{FF2B5EF4-FFF2-40B4-BE49-F238E27FC236}">
                    <a16:creationId xmlns:a16="http://schemas.microsoft.com/office/drawing/2014/main" id="{42666CB3-D4A9-4809-BC51-96F1520C7F50}"/>
                  </a:ext>
                </a:extLst>
              </p14:cNvPr>
              <p14:cNvContentPartPr/>
              <p14:nvPr/>
            </p14:nvContentPartPr>
            <p14:xfrm>
              <a:off x="1813869" y="4877185"/>
              <a:ext cx="275760" cy="409320"/>
            </p14:xfrm>
          </p:contentPart>
        </mc:Choice>
        <mc:Fallback xmlns="">
          <p:pic>
            <p:nvPicPr>
              <p:cNvPr id="104" name="Cerneală 103">
                <a:extLst>
                  <a:ext uri="{FF2B5EF4-FFF2-40B4-BE49-F238E27FC236}">
                    <a16:creationId xmlns:a16="http://schemas.microsoft.com/office/drawing/2014/main" id="{42666CB3-D4A9-4809-BC51-96F1520C7F50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1796229" y="4841545"/>
                <a:ext cx="311400" cy="48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05" name="Cerneală 104">
                <a:extLst>
                  <a:ext uri="{FF2B5EF4-FFF2-40B4-BE49-F238E27FC236}">
                    <a16:creationId xmlns:a16="http://schemas.microsoft.com/office/drawing/2014/main" id="{A7D1010D-4749-4E47-B495-F7550C20A69B}"/>
                  </a:ext>
                </a:extLst>
              </p14:cNvPr>
              <p14:cNvContentPartPr/>
              <p14:nvPr/>
            </p14:nvContentPartPr>
            <p14:xfrm>
              <a:off x="2169909" y="4806985"/>
              <a:ext cx="777240" cy="452880"/>
            </p14:xfrm>
          </p:contentPart>
        </mc:Choice>
        <mc:Fallback xmlns="">
          <p:pic>
            <p:nvPicPr>
              <p:cNvPr id="105" name="Cerneală 104">
                <a:extLst>
                  <a:ext uri="{FF2B5EF4-FFF2-40B4-BE49-F238E27FC236}">
                    <a16:creationId xmlns:a16="http://schemas.microsoft.com/office/drawing/2014/main" id="{A7D1010D-4749-4E47-B495-F7550C20A69B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2152269" y="4771345"/>
                <a:ext cx="812880" cy="52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06" name="Cerneală 105">
                <a:extLst>
                  <a:ext uri="{FF2B5EF4-FFF2-40B4-BE49-F238E27FC236}">
                    <a16:creationId xmlns:a16="http://schemas.microsoft.com/office/drawing/2014/main" id="{61E1AA4B-C54F-45B0-ADD1-DF09251AE73B}"/>
                  </a:ext>
                </a:extLst>
              </p14:cNvPr>
              <p14:cNvContentPartPr/>
              <p14:nvPr/>
            </p14:nvContentPartPr>
            <p14:xfrm>
              <a:off x="3002949" y="5124865"/>
              <a:ext cx="750960" cy="155520"/>
            </p14:xfrm>
          </p:contentPart>
        </mc:Choice>
        <mc:Fallback xmlns="">
          <p:pic>
            <p:nvPicPr>
              <p:cNvPr id="106" name="Cerneală 105">
                <a:extLst>
                  <a:ext uri="{FF2B5EF4-FFF2-40B4-BE49-F238E27FC236}">
                    <a16:creationId xmlns:a16="http://schemas.microsoft.com/office/drawing/2014/main" id="{61E1AA4B-C54F-45B0-ADD1-DF09251AE73B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2984949" y="5088865"/>
                <a:ext cx="78660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07" name="Cerneală 106">
                <a:extLst>
                  <a:ext uri="{FF2B5EF4-FFF2-40B4-BE49-F238E27FC236}">
                    <a16:creationId xmlns:a16="http://schemas.microsoft.com/office/drawing/2014/main" id="{43C79F4D-913B-479E-A86B-600474AC0701}"/>
                  </a:ext>
                </a:extLst>
              </p14:cNvPr>
              <p14:cNvContentPartPr/>
              <p14:nvPr/>
            </p14:nvContentPartPr>
            <p14:xfrm>
              <a:off x="3615669" y="4926145"/>
              <a:ext cx="128520" cy="118800"/>
            </p14:xfrm>
          </p:contentPart>
        </mc:Choice>
        <mc:Fallback xmlns="">
          <p:pic>
            <p:nvPicPr>
              <p:cNvPr id="107" name="Cerneală 106">
                <a:extLst>
                  <a:ext uri="{FF2B5EF4-FFF2-40B4-BE49-F238E27FC236}">
                    <a16:creationId xmlns:a16="http://schemas.microsoft.com/office/drawing/2014/main" id="{43C79F4D-913B-479E-A86B-600474AC0701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3597669" y="4890145"/>
                <a:ext cx="164160" cy="1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08" name="Cerneală 107">
                <a:extLst>
                  <a:ext uri="{FF2B5EF4-FFF2-40B4-BE49-F238E27FC236}">
                    <a16:creationId xmlns:a16="http://schemas.microsoft.com/office/drawing/2014/main" id="{8887723D-563F-4F8D-9529-C954E9F2004C}"/>
                  </a:ext>
                </a:extLst>
              </p14:cNvPr>
              <p14:cNvContentPartPr/>
              <p14:nvPr/>
            </p14:nvContentPartPr>
            <p14:xfrm>
              <a:off x="3743829" y="5149345"/>
              <a:ext cx="249120" cy="80640"/>
            </p14:xfrm>
          </p:contentPart>
        </mc:Choice>
        <mc:Fallback xmlns="">
          <p:pic>
            <p:nvPicPr>
              <p:cNvPr id="108" name="Cerneală 107">
                <a:extLst>
                  <a:ext uri="{FF2B5EF4-FFF2-40B4-BE49-F238E27FC236}">
                    <a16:creationId xmlns:a16="http://schemas.microsoft.com/office/drawing/2014/main" id="{8887723D-563F-4F8D-9529-C954E9F2004C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3726189" y="5113705"/>
                <a:ext cx="28476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09" name="Cerneală 108">
                <a:extLst>
                  <a:ext uri="{FF2B5EF4-FFF2-40B4-BE49-F238E27FC236}">
                    <a16:creationId xmlns:a16="http://schemas.microsoft.com/office/drawing/2014/main" id="{CEABFC4F-610E-4A96-AE83-1B74D3717924}"/>
                  </a:ext>
                </a:extLst>
              </p14:cNvPr>
              <p14:cNvContentPartPr/>
              <p14:nvPr/>
            </p14:nvContentPartPr>
            <p14:xfrm>
              <a:off x="4547709" y="4824985"/>
              <a:ext cx="446040" cy="393480"/>
            </p14:xfrm>
          </p:contentPart>
        </mc:Choice>
        <mc:Fallback xmlns="">
          <p:pic>
            <p:nvPicPr>
              <p:cNvPr id="109" name="Cerneală 108">
                <a:extLst>
                  <a:ext uri="{FF2B5EF4-FFF2-40B4-BE49-F238E27FC236}">
                    <a16:creationId xmlns:a16="http://schemas.microsoft.com/office/drawing/2014/main" id="{CEABFC4F-610E-4A96-AE83-1B74D3717924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4530069" y="4789345"/>
                <a:ext cx="481680" cy="46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10" name="Cerneală 109">
                <a:extLst>
                  <a:ext uri="{FF2B5EF4-FFF2-40B4-BE49-F238E27FC236}">
                    <a16:creationId xmlns:a16="http://schemas.microsoft.com/office/drawing/2014/main" id="{79BAF4E5-2512-43A7-BBA3-84B279C11622}"/>
                  </a:ext>
                </a:extLst>
              </p14:cNvPr>
              <p14:cNvContentPartPr/>
              <p14:nvPr/>
            </p14:nvContentPartPr>
            <p14:xfrm>
              <a:off x="5066469" y="5048905"/>
              <a:ext cx="476280" cy="497520"/>
            </p14:xfrm>
          </p:contentPart>
        </mc:Choice>
        <mc:Fallback xmlns="">
          <p:pic>
            <p:nvPicPr>
              <p:cNvPr id="110" name="Cerneală 109">
                <a:extLst>
                  <a:ext uri="{FF2B5EF4-FFF2-40B4-BE49-F238E27FC236}">
                    <a16:creationId xmlns:a16="http://schemas.microsoft.com/office/drawing/2014/main" id="{79BAF4E5-2512-43A7-BBA3-84B279C11622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5048829" y="5012905"/>
                <a:ext cx="511920" cy="56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11" name="Cerneală 110">
                <a:extLst>
                  <a:ext uri="{FF2B5EF4-FFF2-40B4-BE49-F238E27FC236}">
                    <a16:creationId xmlns:a16="http://schemas.microsoft.com/office/drawing/2014/main" id="{4F9D7B92-F04E-435E-9AA0-8E409C9FBE2A}"/>
                  </a:ext>
                </a:extLst>
              </p14:cNvPr>
              <p14:cNvContentPartPr/>
              <p14:nvPr/>
            </p14:nvContentPartPr>
            <p14:xfrm>
              <a:off x="5497389" y="4891945"/>
              <a:ext cx="42120" cy="28800"/>
            </p14:xfrm>
          </p:contentPart>
        </mc:Choice>
        <mc:Fallback xmlns="">
          <p:pic>
            <p:nvPicPr>
              <p:cNvPr id="111" name="Cerneală 110">
                <a:extLst>
                  <a:ext uri="{FF2B5EF4-FFF2-40B4-BE49-F238E27FC236}">
                    <a16:creationId xmlns:a16="http://schemas.microsoft.com/office/drawing/2014/main" id="{4F9D7B92-F04E-435E-9AA0-8E409C9FBE2A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5479389" y="4856305"/>
                <a:ext cx="77760" cy="10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12" name="Cerneală 111">
                <a:extLst>
                  <a:ext uri="{FF2B5EF4-FFF2-40B4-BE49-F238E27FC236}">
                    <a16:creationId xmlns:a16="http://schemas.microsoft.com/office/drawing/2014/main" id="{A6F908C1-50B1-46BE-935C-3150342D9C54}"/>
                  </a:ext>
                </a:extLst>
              </p14:cNvPr>
              <p14:cNvContentPartPr/>
              <p14:nvPr/>
            </p14:nvContentPartPr>
            <p14:xfrm>
              <a:off x="5670909" y="5066905"/>
              <a:ext cx="450360" cy="154440"/>
            </p14:xfrm>
          </p:contentPart>
        </mc:Choice>
        <mc:Fallback xmlns="">
          <p:pic>
            <p:nvPicPr>
              <p:cNvPr id="112" name="Cerneală 111">
                <a:extLst>
                  <a:ext uri="{FF2B5EF4-FFF2-40B4-BE49-F238E27FC236}">
                    <a16:creationId xmlns:a16="http://schemas.microsoft.com/office/drawing/2014/main" id="{A6F908C1-50B1-46BE-935C-3150342D9C54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5653269" y="5030905"/>
                <a:ext cx="48600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13" name="Cerneală 112">
                <a:extLst>
                  <a:ext uri="{FF2B5EF4-FFF2-40B4-BE49-F238E27FC236}">
                    <a16:creationId xmlns:a16="http://schemas.microsoft.com/office/drawing/2014/main" id="{76FDF712-8B30-4412-B33A-031D2835F06F}"/>
                  </a:ext>
                </a:extLst>
              </p14:cNvPr>
              <p14:cNvContentPartPr/>
              <p14:nvPr/>
            </p14:nvContentPartPr>
            <p14:xfrm>
              <a:off x="6016149" y="4898065"/>
              <a:ext cx="105480" cy="81720"/>
            </p14:xfrm>
          </p:contentPart>
        </mc:Choice>
        <mc:Fallback xmlns="">
          <p:pic>
            <p:nvPicPr>
              <p:cNvPr id="113" name="Cerneală 112">
                <a:extLst>
                  <a:ext uri="{FF2B5EF4-FFF2-40B4-BE49-F238E27FC236}">
                    <a16:creationId xmlns:a16="http://schemas.microsoft.com/office/drawing/2014/main" id="{76FDF712-8B30-4412-B33A-031D2835F06F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5998509" y="4862065"/>
                <a:ext cx="141120" cy="15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14" name="Cerneală 113">
                <a:extLst>
                  <a:ext uri="{FF2B5EF4-FFF2-40B4-BE49-F238E27FC236}">
                    <a16:creationId xmlns:a16="http://schemas.microsoft.com/office/drawing/2014/main" id="{22383B04-D907-43DB-AC3A-3745360B01D7}"/>
                  </a:ext>
                </a:extLst>
              </p14:cNvPr>
              <p14:cNvContentPartPr/>
              <p14:nvPr/>
            </p14:nvContentPartPr>
            <p14:xfrm>
              <a:off x="6174189" y="5211985"/>
              <a:ext cx="126360" cy="48960"/>
            </p14:xfrm>
          </p:contentPart>
        </mc:Choice>
        <mc:Fallback xmlns="">
          <p:pic>
            <p:nvPicPr>
              <p:cNvPr id="114" name="Cerneală 113">
                <a:extLst>
                  <a:ext uri="{FF2B5EF4-FFF2-40B4-BE49-F238E27FC236}">
                    <a16:creationId xmlns:a16="http://schemas.microsoft.com/office/drawing/2014/main" id="{22383B04-D907-43DB-AC3A-3745360B01D7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6156549" y="5176345"/>
                <a:ext cx="16200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15" name="Cerneală 114">
                <a:extLst>
                  <a:ext uri="{FF2B5EF4-FFF2-40B4-BE49-F238E27FC236}">
                    <a16:creationId xmlns:a16="http://schemas.microsoft.com/office/drawing/2014/main" id="{B2783F7E-37CE-445D-A831-A8D6E54B8155}"/>
                  </a:ext>
                </a:extLst>
              </p14:cNvPr>
              <p14:cNvContentPartPr/>
              <p14:nvPr/>
            </p14:nvContentPartPr>
            <p14:xfrm>
              <a:off x="603909" y="5634265"/>
              <a:ext cx="225000" cy="432720"/>
            </p14:xfrm>
          </p:contentPart>
        </mc:Choice>
        <mc:Fallback xmlns="">
          <p:pic>
            <p:nvPicPr>
              <p:cNvPr id="115" name="Cerneală 114">
                <a:extLst>
                  <a:ext uri="{FF2B5EF4-FFF2-40B4-BE49-F238E27FC236}">
                    <a16:creationId xmlns:a16="http://schemas.microsoft.com/office/drawing/2014/main" id="{B2783F7E-37CE-445D-A831-A8D6E54B8155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585909" y="5598625"/>
                <a:ext cx="260640" cy="50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16" name="Cerneală 115">
                <a:extLst>
                  <a:ext uri="{FF2B5EF4-FFF2-40B4-BE49-F238E27FC236}">
                    <a16:creationId xmlns:a16="http://schemas.microsoft.com/office/drawing/2014/main" id="{31ED8F59-66D7-434C-B68E-010F46D1CA73}"/>
                  </a:ext>
                </a:extLst>
              </p14:cNvPr>
              <p14:cNvContentPartPr/>
              <p14:nvPr/>
            </p14:nvContentPartPr>
            <p14:xfrm>
              <a:off x="923589" y="5600785"/>
              <a:ext cx="40680" cy="682560"/>
            </p14:xfrm>
          </p:contentPart>
        </mc:Choice>
        <mc:Fallback xmlns="">
          <p:pic>
            <p:nvPicPr>
              <p:cNvPr id="116" name="Cerneală 115">
                <a:extLst>
                  <a:ext uri="{FF2B5EF4-FFF2-40B4-BE49-F238E27FC236}">
                    <a16:creationId xmlns:a16="http://schemas.microsoft.com/office/drawing/2014/main" id="{31ED8F59-66D7-434C-B68E-010F46D1CA73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905949" y="5564785"/>
                <a:ext cx="76320" cy="75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17" name="Cerneală 116">
                <a:extLst>
                  <a:ext uri="{FF2B5EF4-FFF2-40B4-BE49-F238E27FC236}">
                    <a16:creationId xmlns:a16="http://schemas.microsoft.com/office/drawing/2014/main" id="{81BC6DB5-53C1-4041-BE01-62465AB322F4}"/>
                  </a:ext>
                </a:extLst>
              </p14:cNvPr>
              <p14:cNvContentPartPr/>
              <p14:nvPr/>
            </p14:nvContentPartPr>
            <p14:xfrm>
              <a:off x="1903149" y="5697985"/>
              <a:ext cx="22320" cy="302400"/>
            </p14:xfrm>
          </p:contentPart>
        </mc:Choice>
        <mc:Fallback xmlns="">
          <p:pic>
            <p:nvPicPr>
              <p:cNvPr id="117" name="Cerneală 116">
                <a:extLst>
                  <a:ext uri="{FF2B5EF4-FFF2-40B4-BE49-F238E27FC236}">
                    <a16:creationId xmlns:a16="http://schemas.microsoft.com/office/drawing/2014/main" id="{81BC6DB5-53C1-4041-BE01-62465AB322F4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1885149" y="5662345"/>
                <a:ext cx="57960" cy="37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18" name="Cerneală 117">
                <a:extLst>
                  <a:ext uri="{FF2B5EF4-FFF2-40B4-BE49-F238E27FC236}">
                    <a16:creationId xmlns:a16="http://schemas.microsoft.com/office/drawing/2014/main" id="{3C05D98F-E1EF-48ED-B57F-C182631D5547}"/>
                  </a:ext>
                </a:extLst>
              </p14:cNvPr>
              <p14:cNvContentPartPr/>
              <p14:nvPr/>
            </p14:nvContentPartPr>
            <p14:xfrm>
              <a:off x="1732149" y="5639305"/>
              <a:ext cx="331200" cy="49320"/>
            </p14:xfrm>
          </p:contentPart>
        </mc:Choice>
        <mc:Fallback xmlns="">
          <p:pic>
            <p:nvPicPr>
              <p:cNvPr id="118" name="Cerneală 117">
                <a:extLst>
                  <a:ext uri="{FF2B5EF4-FFF2-40B4-BE49-F238E27FC236}">
                    <a16:creationId xmlns:a16="http://schemas.microsoft.com/office/drawing/2014/main" id="{3C05D98F-E1EF-48ED-B57F-C182631D5547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1714149" y="5603305"/>
                <a:ext cx="366840" cy="12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19" name="Cerneală 118">
                <a:extLst>
                  <a:ext uri="{FF2B5EF4-FFF2-40B4-BE49-F238E27FC236}">
                    <a16:creationId xmlns:a16="http://schemas.microsoft.com/office/drawing/2014/main" id="{4F8B04DD-4409-4B31-9ECF-AF487E6E7709}"/>
                  </a:ext>
                </a:extLst>
              </p14:cNvPr>
              <p14:cNvContentPartPr/>
              <p14:nvPr/>
            </p14:nvContentPartPr>
            <p14:xfrm>
              <a:off x="1958229" y="5830105"/>
              <a:ext cx="178560" cy="203400"/>
            </p14:xfrm>
          </p:contentPart>
        </mc:Choice>
        <mc:Fallback xmlns="">
          <p:pic>
            <p:nvPicPr>
              <p:cNvPr id="119" name="Cerneală 118">
                <a:extLst>
                  <a:ext uri="{FF2B5EF4-FFF2-40B4-BE49-F238E27FC236}">
                    <a16:creationId xmlns:a16="http://schemas.microsoft.com/office/drawing/2014/main" id="{4F8B04DD-4409-4B31-9ECF-AF487E6E7709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1940589" y="5794105"/>
                <a:ext cx="214200" cy="27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20" name="Cerneală 119">
                <a:extLst>
                  <a:ext uri="{FF2B5EF4-FFF2-40B4-BE49-F238E27FC236}">
                    <a16:creationId xmlns:a16="http://schemas.microsoft.com/office/drawing/2014/main" id="{A9747918-5A49-42C3-A8F6-4FF19F99A0B1}"/>
                  </a:ext>
                </a:extLst>
              </p14:cNvPr>
              <p14:cNvContentPartPr/>
              <p14:nvPr/>
            </p14:nvContentPartPr>
            <p14:xfrm>
              <a:off x="2269629" y="5537425"/>
              <a:ext cx="361440" cy="495720"/>
            </p14:xfrm>
          </p:contentPart>
        </mc:Choice>
        <mc:Fallback xmlns="">
          <p:pic>
            <p:nvPicPr>
              <p:cNvPr id="120" name="Cerneală 119">
                <a:extLst>
                  <a:ext uri="{FF2B5EF4-FFF2-40B4-BE49-F238E27FC236}">
                    <a16:creationId xmlns:a16="http://schemas.microsoft.com/office/drawing/2014/main" id="{A9747918-5A49-42C3-A8F6-4FF19F99A0B1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2251989" y="5501785"/>
                <a:ext cx="397080" cy="56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21" name="Cerneală 120">
                <a:extLst>
                  <a:ext uri="{FF2B5EF4-FFF2-40B4-BE49-F238E27FC236}">
                    <a16:creationId xmlns:a16="http://schemas.microsoft.com/office/drawing/2014/main" id="{51FB21B5-1263-4064-966A-E99A6D380FCB}"/>
                  </a:ext>
                </a:extLst>
              </p14:cNvPr>
              <p14:cNvContentPartPr/>
              <p14:nvPr/>
            </p14:nvContentPartPr>
            <p14:xfrm>
              <a:off x="2344149" y="5681785"/>
              <a:ext cx="410400" cy="16560"/>
            </p14:xfrm>
          </p:contentPart>
        </mc:Choice>
        <mc:Fallback xmlns="">
          <p:pic>
            <p:nvPicPr>
              <p:cNvPr id="121" name="Cerneală 120">
                <a:extLst>
                  <a:ext uri="{FF2B5EF4-FFF2-40B4-BE49-F238E27FC236}">
                    <a16:creationId xmlns:a16="http://schemas.microsoft.com/office/drawing/2014/main" id="{51FB21B5-1263-4064-966A-E99A6D380FCB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2326509" y="5646145"/>
                <a:ext cx="446040" cy="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22" name="Cerneală 121">
                <a:extLst>
                  <a:ext uri="{FF2B5EF4-FFF2-40B4-BE49-F238E27FC236}">
                    <a16:creationId xmlns:a16="http://schemas.microsoft.com/office/drawing/2014/main" id="{9AC39399-2758-47EB-91C8-D70E6BCBDD03}"/>
                  </a:ext>
                </a:extLst>
              </p14:cNvPr>
              <p14:cNvContentPartPr/>
              <p14:nvPr/>
            </p14:nvContentPartPr>
            <p14:xfrm>
              <a:off x="2741589" y="5817145"/>
              <a:ext cx="837000" cy="228960"/>
            </p14:xfrm>
          </p:contentPart>
        </mc:Choice>
        <mc:Fallback xmlns="">
          <p:pic>
            <p:nvPicPr>
              <p:cNvPr id="122" name="Cerneală 121">
                <a:extLst>
                  <a:ext uri="{FF2B5EF4-FFF2-40B4-BE49-F238E27FC236}">
                    <a16:creationId xmlns:a16="http://schemas.microsoft.com/office/drawing/2014/main" id="{9AC39399-2758-47EB-91C8-D70E6BCBDD03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2723949" y="5781145"/>
                <a:ext cx="872640" cy="300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62260390"/>
      </p:ext>
    </p:extLst>
  </p:cSld>
  <p:clrMapOvr>
    <a:masterClrMapping/>
  </p:clrMapOvr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4116</TotalTime>
  <Words>0</Words>
  <Application>Microsoft Office PowerPoint</Application>
  <PresentationFormat>Ecran lat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3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Temă Office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Prezentare PowerPoint</dc:title>
  <dc:creator>Ionel Bostan</dc:creator>
  <cp:lastModifiedBy>Ionel Bostan</cp:lastModifiedBy>
  <cp:revision>213</cp:revision>
  <dcterms:created xsi:type="dcterms:W3CDTF">2020-09-24T15:20:51Z</dcterms:created>
  <dcterms:modified xsi:type="dcterms:W3CDTF">2024-10-07T12:11:50Z</dcterms:modified>
</cp:coreProperties>
</file>