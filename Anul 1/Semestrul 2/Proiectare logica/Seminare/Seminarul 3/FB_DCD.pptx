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8" r:id="rId2"/>
    <p:sldId id="317" r:id="rId3"/>
    <p:sldId id="611" r:id="rId4"/>
    <p:sldId id="612" r:id="rId5"/>
    <p:sldId id="613" r:id="rId6"/>
    <p:sldId id="305" r:id="rId7"/>
    <p:sldId id="308" r:id="rId8"/>
    <p:sldId id="306" r:id="rId9"/>
    <p:sldId id="309" r:id="rId10"/>
    <p:sldId id="310" r:id="rId11"/>
    <p:sldId id="300" r:id="rId12"/>
    <p:sldId id="303" r:id="rId13"/>
    <p:sldId id="311" r:id="rId14"/>
    <p:sldId id="302" r:id="rId15"/>
    <p:sldId id="301" r:id="rId16"/>
    <p:sldId id="299" r:id="rId17"/>
    <p:sldId id="283" r:id="rId18"/>
    <p:sldId id="284" r:id="rId19"/>
    <p:sldId id="313" r:id="rId20"/>
    <p:sldId id="312" r:id="rId21"/>
    <p:sldId id="315" r:id="rId22"/>
    <p:sldId id="314" r:id="rId23"/>
    <p:sldId id="316" r:id="rId24"/>
    <p:sldId id="615" r:id="rId25"/>
    <p:sldId id="614" r:id="rId26"/>
    <p:sldId id="617" r:id="rId27"/>
    <p:sldId id="618" r:id="rId28"/>
    <p:sldId id="616" r:id="rId2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03.7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59 383,'-14'20,"-4"17,1 10,7 9,13 4,10 0,8-4,2-8,2-12,-1-19,-5-21,-5-20,-5-4</inkml:trace>
  <inkml:trace contextRef="#ctx0" brushRef="#br0" timeOffset="250.354">72 250,'-3'-21,"0"-15,1-7,-1 0,4 5,3 9,6 9,8 8,12 6,15 5,11 3,5 8,-3 3,-12 0</inkml:trace>
  <inkml:trace contextRef="#ctx0" brushRef="#br0" timeOffset="416.919">32 357,'23'4,"21"2,21 0,15-4,11-6,3-8,-15-1</inkml:trace>
  <inkml:trace contextRef="#ctx0" brushRef="#br0" timeOffset="903.649">781 183,'-11'6,"0"1,0 0,1 0,0 1,0 1,1 0,0 0,0 1,1 0,1 0,-1 1,2 0,0 0,0 1,1-1,0 1,1 1,0-1,1 0,1 1,0 0,0 11,1 0,1 0,1 0,1 0,1 0,1 0,2-1,0 1,1-1,2-1,0 0,1 0,1-1,8 11,-1-13,-18-19,1 0,-1 0,1 0,-1 0,1 0,-1 0,1 0,-1 0,1 0,-1-1,1 1,-1 0,1 0,-1-1,1 1,-1 0,0-1,1 1,-1 0,0-1,1 1,-1-1,0 1,1 0,-1-1,0 1,0-1,0 1,1-1,-1 1,0-1,0 1,0-1,0 1,0-1,0 1,0-1,0 1,0-1,0 1,0-1,0 1,0-1,-1 1,1-1,0 1,0-1,-1 0,0-27,-2-1,-1 0,-1 1,-8-22,-1-10,7 36,1 0,1 0,1 0,1-1,1 0,1 0,2 1,0-1,2 0,0 1,2-1,0 1,2 0,9-22,-13 41,1-1,-1 1,1-1,0 1,0 0,1 0,0 1,-1-1,2 1,-1 0,0 1,1-1,0 1,-1 0,1 0,0 1,1 0,-1 0,0 0,1 1,-1 0,1 0,-1 1,1-1,-1 1,1 1,-1-1,1 1,-1 1,1-1,-1 1,0 0,0 0,0 1,0 0,0 0,0 0,-1 1,1 0,-1 0,3 3,-4-4,-1 0,1 0,-1 1,0-1,0 1,0 0,0 0,-1 0,0 0,0 0,0 0,0 1,-1-1,1 1,-1-1,0 1,-1 0,1-1,-1 1,0 0,0-1,0 1,-1 0,1-1,-1 1,-1 0,1-1,0 1,-1-1,0 0,0 0,0 1,-1-1,1-1,-1 1,-1 1,-10 7,0 0,-1-1,0 0,0-2,-1 0,-1 0,1-2,-1 0,-11 3,24-9,3-1,0 0,0 0,0 0,0 0,0 0,0 0,0 0,0 0,0 1,0-1,0 0,0 1,0-1,0 1,0-1,1 1,-1-1,0 1,0 0,0-1,1 1,-1 0,0 0,1 0,-1-1,0 1,1 0,-1 0,1 0,0 0,-1 0,1 0,0 0,0 0,-1 0,1 0,0 0,0 0,0 1,74 37,-48-29,-26-10,23 8,-1 1,0 1,-1 1,0 1,-1 0,0 2,-1 0,0 1,-2 1,12 14,-26-28,-1 1,0-1,1 1,-2-1,1 1,0 0,0 0,-1 0,0 0,1 0,-1 0,0 1,-1-1,1 0,0 0,-1 1,0-1,0 0,0 1,0-1,0 0,-1 1,0-1,1 0,-1 1,0-1,-1 0,1 0,-1 0,1 0,-1 0,0-1,0 1,0 0,0-1,0 1,-1-1,1 0,-1 0,0 0,-1 1,-13 4,0-1,0-1,0 0,-1-1,0-2,0 1,0-2,0 0,0-1,0-1,1-1,-1-1,-1 0,-52-8</inkml:trace>
  <inkml:trace contextRef="#ctx0" brushRef="#br0" timeOffset="1353.446">45 103,'0'2,"0"8,0 13,0 17,0 15,3 13,2 13,-2 5,0-12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00.2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54 492,'-4'22,"-2"18,2 10,7 6,7 2,9-3,6-8,0-9,-1-10,-5-11</inkml:trace>
  <inkml:trace contextRef="#ctx0" brushRef="#br0" timeOffset="1084.274">1 291,'272'93,"-260"-89,0 1,0 0,-1 1,0 0,0 1,0 0,-1 1,0 0,0 0,-1 1,0 0,0 1,-1 0,-1 1,0-1,0 1,-1 1,0-1,-1 1,0 0,-1 0,-1 0,2 7,-2 49,-3-55,0 0,1 0,0 0,1 0,0 0,1-1,1 5,-1-13,-1 0,0 0,1 0,-1-1,1 1,0-1,1 1,-1-1,0 0,1 0,0-1,-1 1,1-1,0 0,1 0,-1 0,0 0,0-1,1 0,-1 1,1-2,-1 1,1 0,-1-1,1 0,3 0,1 0,0-1,1 0,-1 0,0 0,0-1,0-1,0 1,0-2,-1 1,1-1,-1 0,7-5,-9 4,-1 0,1 0,-1 0,0-1,-1 0,1 1,-1-2,0 1,-1 0,0-1,0 0,0 0,0 0,-1 0,-1 0,1 0,-1-1,0-2,-1 10,0 0,-1 0,1 0,0 0,0 0,0 1,0-1,-1 0,1 0,0 0,0 0,0 0,0 0,-1 0,1 0,0-1,0 1,0 0,0 0,-1 0,1 0,0 0,0 0,0 0,0 0,0 0,-1 0,1-1,0 1,0 0,0 0,0 0,0 0,0 0,0 0,-1-1,1 1,0 0,0 0,0 0,0 0,0-1,0 1,0 0,0 0,0 0,0 0,0-1,-8 18,5-12,1 1,0-1,0 1,0-1,1 1,0 0,0-1,0 1,1 0,-1 0,2 0,-1 0,1-1,-1 1,2 0,-1 0,0-1,1 1,0-1,1 1,-1-1,1 0,0 0,0 0,1 0,-1-1,1 1,0-1,1 0,-1 0,0-1,1 1,0-1,0 0,0 0,0 0,1-1,1 1,-2-2,0-1,0 1,0-1,0 0,0-1,0 1,0-1,0 0,0 0,0-1,0 1,0-1,0 0,-1 0,1-1,-1 1,0-1,0 0,0 0,0-1,0 1,-1-1,3-2,0-1,0-1,-1 0,0 0,0-1,0 1,-1-1,-1 0,1 0,-2 0,1 0,-1-1,0 0,6-54,-10 74,0 0,1 0,0 0,1 0,0 0,1 0,0 0,1 0,0 0,0-1,1 1,0-1,1 1,0-1,0 0,1 0,0-1,1 0,0 1,0-2,0 1,1-1,1 0,-1 0,1-1,0 0,0-1,9 5,-2-3,0-1,1 0,0-1,0-1,0 0,0-1,1-1,-1-1,1 0,-1-1,1-1,0 0,9-3,-17 2,0 0,0 0,1-1,-2 0,1 0,0-1,-1 0,1-1,-1 0,0 0,-1-1,1 0,-1 0,0-1,-1 1,0-2,0 1,0-1,-1 0,0 0,-1 0,1-1,-2 1,1-3,0-1,0 0,-1 0,0 0,-1 0,-1-1,0 1,0-1,-1 1,-1-1,0 1,-1-1,-1 1,1 0,-2-1,-1-3,4 15,1 0,0 0,0 0,-1 0,1 0,0 0,-1 0,1 0,-1 1,1-1,-1 0,1 0,-1 0,0 1,0-1,1 0,-1 1,0-1,0 0,0 1,1-1,-1 1,0 0,0-1,0 1,0 0,0-1,0 1,0 0,0 0,0 0,0 0,0 0,0 0,0 0,0 0,0 0,0 1,0-1,0 0,0 0,0 1,0-1,0 1,1-1,-1 1,0-1,0 1,0 0,1-1,-1 1,0 0,-4 7,1 0,0 1,0-1,0 1,1 0,1 0,0 0,0 1,0-1,1 0,0 10,0-8,-3 107,5-1,5 1,5-1,5 0,10 21,-12-50,-4-3,-9-85,-1 1,0-1,0 0,1 1,-1-1,0 0,0 1,0-1,0 0,0 1,0-1,0 0,1 1,-1-1,0 1,0-1,0 0,-1 1,1-1,0 0,0 1,0-1,0 1,0-1,0 0,0 1,-1-1,1 0,0 1,0-1,0 0,-1 0,1 1,0-1,-1 0,1 0,0 1,0-1,-1 0,1 0,0 0,-1 1,1-1,0 0,-1 0,1 0,-1 0,1 0,0 0,-1 0,1 0,0 0,-1 0,1 0,-1 0,1 0,0 0,-1 0,1 0,0 0,-1 0,1-1,0 1,-1 0,1 0,-1-1,-16-21,-1-20,1-2,3 0,1 0,2-1,2-1,-2-40,2 17,3-1,2 0,4 0,6-37,-6 106,18-89,-18 86,2 0,-1 1,0-1,1 1,-1-1,1 1,0 0,0 0,1-1,-1 1,1 1,-1-1,1 0,0 1,0-1,0 1,0 0,1 0,-1 0,0 0,3 0,-1 2,1 1,-1 0,0 0,1 0,-1 0,0 1,0 0,0 0,0 0,0 1,-1 0,1 0,-1 0,0 0,1 1,-1-1,-1 1,1 0,-1 1,1-1,-1 0,0 1,2 4,1-2,0 1,-1-1,1 1,-1 0,-1 0,0 0,0 0,0 1,-1 0,0 0,-1 0,0 0,0 0,-1 0,-1 1,1-1,-1 0,-1 1,0-1,-1 4,0-9,-1 0,1 0,-1 0,0-1,0 0,-1 1,1-1,-1 0,1-1,-1 1,0-1,0 1,0-1,-1 0,1-1,0 1,-1-1,1 0,-1 0,1 0,-1 0,1-1,-1 0,0 0,-1 0,-20-2</inkml:trace>
  <inkml:trace contextRef="#ctx0" brushRef="#br0" timeOffset="2837.408">1499 932,'40'-23,"-1"-1,-1-3,-2-1,0-1,-2-2,-1-2,-2-1,-1-1,-2-2,-1 0,-2-2,-2-1,-1-1,-3-1,9-25,-13-18,-15 83,0-1,0 0,0 0,0 0,0 1,0-1,-1 0,0 1,1-1,-1 0,0 1,0-1,0 1,-1-1,1 1,-1-1,1 1,-1 0,0 0,0 0,0 0,0 0,0 0,0 1,0-1,-1 1,1-1,-1 1,-2 0,0 1,0 0,0 0,0 0,0 1,0-1,0 1,0 0,1 1,-1-1,0 1,1 0,-1 0,1 1,-1-1,1 1,0 0,0 0,0 1,1-1,-1 1,1-1,0 1,-2 3,-5 5,0 1,0 0,1 1,1 0,0 1,1-1,1 1,0 1,1-1,0 1,2 0,0 0,0 0,2 0,0 1,1-1,0 0,2 0,-1 1,2-1,1 0,0 0,0-1,2 1,0-1,1 0,0-1,1 0,4 5,0-4,0 0,2-1,0 0,0-1,1 0,1-2,0 0,1 0,0-2,0 0,1-1,0-1,0 0,1-1,0-2,0 0,0 0,1-2,-1-1,0 0,5-1,-17-1,1 0,-1 0,0-1,0 0,1 0,-1-1,0 0,-1 0,1 0,-1-1,1 0,-1-1,0 1,0-1,-1 0,0-1,0 1,0-1,0 0,-1 0,0 0,0-1,-1 0,0 1,0-1,0 0,-1-1,0 1,-1 0,1-1,-1 1,-1-5,-4-25,-12 49,13-7,0 0,0 0,1 0,-1 1,1-1,0 1,1-1,0 1,-1 0,2 0,-1 0,1 0,0-1,0 1,0 0,1 0,0 0,0 0,1-1,-1 1,1-1,0 1,1-1,0 1,-1-1,2 0,-1 0,0-1,1 1,0-1,0 0,0 0,1 0,0 0,-1-1,1 0,0 0,1 0,0 0,4-1,0-1,0-1,-1 1,1-2,0 1,0-2,0 1,-1-1,1 0,-1-1,1 0,-1-1,0 0,0-1,-1 1,1-1,-1-1,0 0,-1 0,1-1,-1 1,0-2,-1 1,0-1,0 0,-1 0,0 0,2-5,5 6,-17 36,3-18,1-7,0 0,1 0,-1 1,1-1,0 0,0 0,0 1,1-1,0 0,-1 0,1 0,1 1,-1-1,1 0,-1-1,1 1,1 0,-1 0,0-1,1 1,-1-1,1 0,0 0,0 0,1 0,-1-1,1 1,3 1,11 4,0-2,1 0,0-2,1 0,-1 0,0-2,1-1,0 0,-1-2,11-1,-22 2,0 0,0-1,0 1,0-2,0 1,0-1,-1-1,1 1,-1-1,1-1,-1 1,0-1,-1-1,1 1,-1-1,1 0,-1 0,-1-1,1 0,-1 0,0 0,-1-1,1 0,11-23,-2-1,-1-1,-2 0,-1-1,-1 0,-2-2,-4 23,24-104,-6-2,4-96,-24 197,1 6,0 1,-1-1,-1 0,0 0,-1 0,0 0,0 1,-1-1,0 0,-1 1,0-1,-1 1,-1-2,4 10,0 1,0 0,0-1,0 1,0 0,0 0,0 0,-1 0,1-1,0 2,0-1,-1 0,1 0,-1 0,1 1,-1-1,1 1,-1-1,1 1,-1-1,1 1,-1 0,0 0,1 0,-1 0,1 0,-1 0,0 0,1 1,-1-1,1 1,-1-1,1 1,-1-1,1 1,-1 0,1 0,0 0,-1 0,1 0,0 0,0 0,0 0,-1 1,-46 61,37-39,1 0,1 1,1 0,2 0,0 1,2 0,0 0,2 0,1 0,1 0,1 1,2 4,3 9,1 0,1 0,3 0,1-1,1-1,3 0,11 18,-12-25,2-2,1 0,1-1,1 0,1-2,13 10,-14-20,-19-16,-1 0,1 0,-1-1,1 1,-1 0,1 0,0-1,-1 1,1 0,-1 0,0-1,1 1,-1-1,1 1,-1 0,0-1,1 1,-1-1,0 1,1-1,-1 1,0-1,1 1,-1-1,0 1,0-1,0 1,0-1,0 0,0 1,0-1,0 1,0-1,0 1,0-1,0 0,0 1,0-1,0 1,0-1,-1 1,1-1,0 1,0-1,-1 1,1-1,0 1,-1-1,1 1,0 0,-1-1,1 1,-1-1,-11-27,-2 0,0 2,-2-1,-1 2,-17-20,22 28,-161-207,152 187,21 36,0 0,0 0,-1 1,1-1,1 0,-1 1,0-1,0 0,0 0,0 1,0-1,1 0,-1 1,0-1,1 0,-1 1,0-1,1 0,-1 1,1-1,-1 1,1-1,-1 1,1-1,-1 1,1-1,0 1,-1 0,1-1,0 1,-1 0,1-1,0 1,0 0,-1 0,1 0,0 0,-1-1,1 1,0 0,0 0,-1 1,1-1,0 0,0 0,-1 0,1 0,0 1,-1-1,1 0,0 1,-1-1,204 44,214 59,-386-91,-32-12,0 0,-1-1,1 1,-1 0,1 0,-1 0,1 0,0 0,-1 0,1 1,-1-1,1 0,-1 0,1 0,0 0,-1 0,1 1,-1-1,1 0,0 0,-1 1,1-1,0 0,-1 1,1-1,0 0,0 1,-1-1,1 0,0 1,0-1,0 1,-1-1,1 0,0 1,0-1,0 1,0-1,0 1,0-1,0 0,0 1,0-1,0 1,0-1,0 1,0-1,0 0,0 1,0-1,1 1,-1-1,0 0,0 1,1-1,-1 1,0-1,0 0,1 1,-1-1,0 0,1 0,-1 1,0-1,1 0,-1 0,1 1,-1-1,-82 24,66-21,1 1,0 0,-1 1,2 1,-1 0,1 1,0 0,0 1,-10 9,22-16,0 1,0-1,1 1,-1-1,1 1,-1 0,1 0,0 0,0 0,-1 0,1 0,1 0,-1 0,0 0,0 0,1 1,-1-1,1 0,0 0,0 1,0-1,0 0,0 0,0 1,1-1,-1 0,1 0,-1 1,1-1,0 0,0 0,0 0,0 0,0 0,0 0,1 0,-1 0,1-1,-1 1,1 0,0-1,-1 0,1 1,0-1,0 0,0 0,2 1,10 5,1-1,-1-1,1 0,0-1,1 0,-1-2,1 1,-1-2,1 0,-1-1,1-1,0 0,-1-1,11-3,-17 3,0 0,-1-1,1 0,0-1,-1 0,0 0,0 0,0-1,-1-1,1 1,-1-1,0 0,-1-1,1 0,-7 67,0-57,1 1,-1-1,1 0,0 1,0-1,0 1,1-1,-1 0,1 0,0 0,0 0,0 0,0 0,0-1,0 1,1 0,0-1,-1 0,1 0,0 0,0 0,0 0,0-1,0 1,1-1,-1 0,0 0,1 0,-1 0,1 0,-1-1,1 0,-1 1,1-1,-1-1,1 1,-1-1,1 1,-1-1,1 0,-1 0,0 0,1-1,-1 1,0-1,0 0,0 1,3-4,2-8,0 0,-1 0,-1-1,0 0,-1-1,0 1,-1-1,-1 0,0 0,-1 0,0-1,-2 1,0-2,8-155,-8 171,0 0,0 0,0 0,0 0,0 0,1 0,-1 0,0 0,1 0,-1 0,0 0,1 0,-1 0,1 0,0 0,-1 0,1 0,0 0,-1 1,1-1,0 0,0 0,0 1,0-1,0 1,0-1,0 1,0-1,0 1,0 0,0-1,0 1,0 0,0 0,0 0,0 0,0 0,0 0,0 0,1 0,-1 0,0 0,0 1,0-1,0 0,0 1,0-1,0 1,0-1,0 1,0-1,-1 1,1 0,0-1,0 1,0 0,-1 0,1 0,0 0,-1-1,1 1,-1 0,1 0,33 25,-1 2,-2 1,0 1,3 7,-26-28,-1 0,0 0,-1 1,1 0,-2 0,0 0,0 1,0 0,-2 0,1 0,-1 1,-1-1,0 1,-1-1,0 1,-1-1,0 1,-1 1,1-9,-1-2,1 1,-1 0,1 0,0-1,0 1,0 0,0 0,0-1,0 1,1 0,0-1,-1 1,1 0,0-1,0 1,0-1,1 1,-1-1,1 0,-1 1,1-1,0 0,0 0,-1 0,2 0,-1 0,5 1,0-1,0 0,0 0,0-1,0 0,0 0,0 0,1-1,-1 0,0-1,0 1,0-1,0-1,1 1,-2-1,1-1,0 1,0-1,-1 0,1-1,-1 1,0-1,0-1,-1 1,1-1,-1 0,0 0,0 0,-1-1,1 0,-1 0,-1 0,2-2,-1 1,0 0,0 1,-1-2,0 1,0 0,-1 0,0-1,0 1,-1-1,0 0,0 0,-1 1,0-1,0 0,-1 0,0 1,0-1,0 0,-1 1,-1-1,1 1,-1 0,-1 0,1 0,-1 0,0 0,-1 1,0-1,2 5,0 0,0 0,-1 1,1 0,0 0,0 0,-1 0,1 0,0 0,-1 1,1 0,-1 0,1 0,-1 0,1 0,0 0,-1 1,1 0,0 0,-1 0,1 0,0 0,0 1,0-1,0 1,0 0,0 0,0 0,1 0,-1 1,1-1,-1 1,1-1,0 1,0 0,0 0,1 0,-1 0,1 0,-1 0,1 1,0-1,0 0,0 1,1-1,-1 0,1 1,0-1,0 4,1 0,-1 0,1 0,1 0,-1-1,1 1,0 0,1-1,-1 1,1-1,1 0,-1 0,1 0,0 0,0-1,1 1,0-1,0 0,0-1,1 1,10 8,0 0,2-1,0-1,0-1,15 6,115 33,-83-36</inkml:trace>
  <inkml:trace contextRef="#ctx0" brushRef="#br0" timeOffset="3174.532">5014 786,'-9'-7,"0"1,-1 0,0 0,0 1,-1 0,1 1,-1 0,0 1,0 0,0 0,-1 2,1-1,-1 1,1 1,-9 1,16 0,0 1,1 0,-1 0,1 0,-1 0,1 1,0-1,0 1,0 0,0 0,1 0,-1 0,1 1,0-1,0 1,0-1,0 1,0 0,1 0,0 0,0 0,0 0,0 0,1 0,-1 0,1 0,0 0,0 0,1 0,-1 0,1 0,0 0,0 0,0 0,0 0,1 0,0-1,0 1,0-1,0 1,0-1,1 0,-1 1,1-1,0 0,0-1,0 1,0-1,3 2,0 1,1-1,0 0,0 0,0-1,1 1,-1-2,1 1,0-1,0 0,0-1,0 0,0 0,0 0,0-1,0-1,8 0,-12 0,1 1,0-1,0 0,-1 0,1-1,-1 0,1 1,-1-1,0-1,0 1,0-1,0 1,0-1,0 0,-1-1,1 1,-1-1,0 1,0-1,-1 0,1 0,-1 0,1 0,-1-1,-1 1,1-1,-1 1,2-5,-3 8,0 1,1-1,-1 0,0 0,0 0,1-1,-1 1,0 0,0 0,0 0,0 0,0 0,0 0,-1 0,1 0,0 0,0 0,-1 0,1 0,-1 0,1 0,-1 0,1 1,-1-1,1 0,-1 0,0 0,0 1,1-1,-1 0,0 1,0-1,0 0,0 3,0 0,0 0,0-1,0 1,1 0,-1 0,0 0,1 0,-1 0,1 0,0 0,0 0,0 0,0 0,0 0,0 0,1 0,-1 0,0 0,1 0,0 0,-1 0,1 0,0 0,0 0,0-1,1 2,6 8,0 0,1 0,1 0,0-1,0-1,1 0,0 0,1-1,0 0,0-1,0-1,1 0,0 0,0-1,4 0,48 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9.7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147 255,'-3'16,"0"11,3 12,3 5,6-1,3-2,0-6,-2-10</inkml:trace>
  <inkml:trace contextRef="#ctx0" brushRef="#br0" timeOffset="315.157">0 0,'24'2,"0"1,0 0,-1 2,0 1,0 1,0 1,-1 1,0 1,0 0,-2 2,1 1,0 1,-1 1,-1 0,0 2,-1 0,-1 1,-1 1,0 0,-2 2,0-1,-1 2,-1 0,-1 0,-1 1,2 10,-4-9,-7-20,-1 1,1 0,0-1,0 1,0 0,1-1,0 0,-1 1,2-1,-1 0,0 0,1 0,0 0,0 0,0-1,0 0,1 1,-1-1,1 0,0 0,0-1,0 1,0-1,0 0,1 0,-1-1,1 1,2 0,5-5,-1 0,0 0,0-2,0 1,0-1,-1-1,0 0,0 0,0-1,-1 0,0-1,0 0,-1 0,0-1,0 0,-1-1,-1 1,1-1,-1-1,-1 4,0-1,-1 1,0-1,0 0,-1 0,0 0,0 0,-1-1,0 1,-1-1,0 1,1-8,-2 15,0 1,0-1,0 1,0-1,0 1,0-1,0 0,0 1,-1-1,1 1,0-1,0 1,0-1,-1 1,1-1,0 1,-1-1,1 1,0-1,-1 1,1-1,0 1,-1 0,1-1,-1 1,1 0,-1-1,1 1,-1 0,1 0,-1-1,1 1,-1 0,1 0,-1 0,1 0,-1 0,0 0,1 0,-1 0,1 0,-1 0,1 0,-1 0,0 0,1 0,-1 0,1 1,-1-1,1 0,-1 0,1 1,-1-1,1 0,-25 23,22-20,1 1,0-1,0 1,0 0,1-1,-1 1,1 0,0 0,0 0,0 0,1 0,-1 0,1 1,0-1,0 0,1 0,-1 0,1 0,0 0,0 0,0 0,0 0,1 0,0-1,0 1,0 0,0-1,0 0,1 1,-1-1,1 0,2 1,5 6,1-2,1 1,0-1,0-1,0 0,1-1,13 4,39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7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3 694,'0'28,"-2"-2,2 0,0 0,2 0,0-1,2 1,1-1,1 1,2-1,0-1,3 5,-9-25,1-1,-1 1,1 0,0-1,0 0,0 0,1 0,-1 0,1 0,0-1,-1 1,1-1,0 0,0 0,0-1,1 1,-1-1,0 0,1 0,-1 0,1-1,-1 1,1-1,-1 0,0 0,1-1,-1 0,1 1,-1-1,0-1,1 1,-1-1,0 1,0-1,0 0,0-1,-1 1,1-1,0 0,-1 0,1-1,5-3,0 0,-1-1,0 0,0 0,-1-1,0 0,0-1,-1 1,-1-1,1 0,-2-1,1 1,-2-1,1 0,-1 0,-1 0,0 0,0-10,-8-9,6 30,0 0,-1-1,1 1,0 0,-1 0,1-1,-1 1,1 0,-1 0,1 0,0-1,-1 1,1 0,-1 0,1 0,-1 0,1 0,-1 0,1 0,-1 0,1 0,-1 0,1 0,-1 0,1 0,0 1,-1-1,1 0,-1 0,1 0,-1 1,1-1,0 0,-1 0,1 1,0-1,-1 0,1 1,0-1,-1 1,1-1,0 0,0 1,-1-1,1 1,0-1,0 1,0-1,0 0,0 1,0-1,-1 1,1-1,0 1,0-1,1 1,-1 0,-4 6,2 0,-1 1,1-1,0 1,1-1,-1 1,2 0,-1 0,1 0,0 0,1-1,0 1,0 0,0 0,1-1,0 1,1-1,0 1,0-1,1 0,-1 0,1-1,1 1,-1-1,1 0,1 0,-1 0,1-1,1 2,0-2,0 1,0-2,0 1,1-1,-1 0,1 0,0-1,0 0,0-1,0 0,1 0,-1 0,1-1,-1-1,1 1,-1-1,1-1,-1 0,1 0,-1 0,1-1,-1 0,0-1,0 0,0 0,0-1,-1 0,1 0,-1-1,0 0,-1 0,6-5,2-9,-2 0,1-1,-2 0,-1-1,0 0,-2-1,0 0,-2 0,0 0,-2-1,0 0,0-19,11-95,-6 0,-6-54,-3 160,0 0,-2 1,-2-1,0 0,-8-23,12 52,0 0,-1-1,1 1,0-1,-1 1,0 0,1 0,-1-1,0 1,0 0,0 0,-1 0,1 0,0 0,-1 0,0 0,1 1,-1-1,0 1,0-1,1 1,-1-1,-1 1,1 0,0 0,0 0,0 0,0 0,-1 1,1-1,0 1,-1-1,1 1,0 0,-1 0,-1 0,-3 5,1-1,0 2,1-1,-1 0,1 1,0 0,1 1,-1-1,1 1,1-1,-1 1,1 0,0 1,1-1,-1 0,2 1,-1 1,-8 29,1 1,2 0,2 1,2-1,1 1,2 0,2-1,2 1,1-1,2 1,10 30,-5-30,3 1,0-2,3 0,1-1,2-1,2-1,23 29,-36-52,0-2,1 0,0 0,1-1,0 0,1-1,10 6,-18-12,-1-1,1 0,-1 1,1-2,0 1,-1 0,1-1,0 0,0 0,0-1,0 1,0-1,0 0,0-1,0 1,0-1,0 0,0 0,0 0,0-1,-1 0,1 0,0 0,-1 0,3-3,9-9,0-2,-2 0,0 0,-1-1,0-1,-2 0,0-1,-1 0,-1-1,7-20,-11 80,-7-32,1 0,1-1,-1 1,1 0,1 0,-1-1,1 1,1 0,-1-1,1 1,1-1,-1 1,1-1,0 0,1 0,0-1,0 1,0-1,1 1,0-2,0 1,1 0,0-1,0 0,0 0,0-1,1 0,-1 0,1 0,0-1,0 0,1 0,7 1,20-3,-1-4</inkml:trace>
  <inkml:trace contextRef="#ctx0" brushRef="#br0" timeOffset="164.14">1300 694,'-16'-5,"-8"-5,-4-5,-4 0,4 1</inkml:trace>
  <inkml:trace contextRef="#ctx0" brushRef="#br0" timeOffset="762.824">471 386,'984'37,"-717"-22,-257-15,-6 2,0-1,1-1,-1 1,0-1,0 1,1-1,-1 0,0-1,0 1,1-1,-1 0,0 0,0 0,0 0,0-1,0 1,0-1,0 0,-1-1,1 1,-1-1,1 1,-1-1,0 0,0 0,0 0,-1-1,1 1,1-3,-4-6,0 1,-1-1,0 1,0-1,-1 1,-1-1,0 1,-1 0,0 0,0 1,-1-1,-1 0,2 2,-6-15,-1-1,-1 1,-1 1,-1 0,-18-20,31 41,0 1,0-1,0 0,-1 0,1 1,0-1,-1 1,0-1,1 1,-1 0,0 0,1-1,-1 1,0 0,0 1,0-1,0 0,0 1,0-1,0 1,-1-1,1 1,0 0,0 0,0 0,0 0,0 0,0 1,0-1,-1 0,1 1,0 0,0 0,0-1,1 1,-1 0,0 0,-1 1,-4 6,0 0,1 1,0-1,0 1,1 0,0 1,1-1,0 1,0 0,1 0,1 0,-1 1,1 6,-6 24,3 1,1-1,2 1,2 0,2 0,2 0,1 0,2-1,2 0,2 0,2-1,1-1,2 0,2-1,1 0,2-2,14 18,-24-37,2-1,-1 0,2-1,0-1,1 0,0-1,3 1,-15-11,1 0,0 0,1-1,-1 1,0-1,1 0,-1 0,1-1,0 1,-1-1,1 0,0 0,0-1,0 1,0-1,0 0,0 0,0-1,0 0,-1 0,1 0,0 0,0-1,-1 1,1-1,-1 0,0-1,1 1,-1-1,0 0,0 0,7-10,0 0,-1-1,0 0,-2-1,1 0,-2 0,0-1,-1 1,0-2,-2 1,0 0,1-10,5-24,-13 50,-3 13,1 1,1 0,0 1,1-1,0 1,1-1,1 1,0 2,1-15,-1 3,0 1,0-1,0 0,1 1,0 0,0-1,0 1,1-1,-1 1,1-1,1 0,-1 1,1-1,0 0,0 0,1 0,-1 0,1 0,0-1,0 1,1-1,-1 0,1 0,0 0,0 0,1-1,-1 1,1-1,-1 0,1-1,2 2,20 2</inkml:trace>
  <inkml:trace contextRef="#ctx0" brushRef="#br0" timeOffset="1011.933">2155 439,'-16'-2,"-5"1,1 4,6 3,12 2,16 4,14 0,3-1</inkml:trace>
  <inkml:trace contextRef="#ctx0" brushRef="#br0" timeOffset="1998.889">2463 613,'12'5,"0"0,0 1,0 1,0 0,-1 0,-1 1,1 1,-1-1,0 2,-1-1,0 1,-1 1,0 0,-1 0,0 0,0 1,-1 0,-1 0,0 1,3 12,4 20,-3-1,-1 1,-2 1,-2 0,-2 22,2 318,-4-370,1 0,0 0,1 0,1 0,0-1,1 1,1-1,0 0,1 0,1-1,0 1,1-1,0-1,1 0,1 0,0-1,1 0,7 6,-16-16,0 0,1 0,-1-1,1 1,0-1,-1 0,1 1,0-1,0 0,0-1,-1 1,1 0,0-1,0 0,0 0,0 0,0 0,0 0,0 0,0-1,0 1,0-1,0 0,0 0,-1 0,1 0,0-1,-1 1,1-1,-1 1,1-1,-1 0,0 0,0 0,0 0,0-1,0 1,0 0,-1-1,1 0,-1 1,1-1,-1 0,0 1,0-2,2-16,0 1,-1-1,-1 0,-1 1,-1-1,-1 0,-1 1,0-1,-1 1,-1 0,-1 0,-8-16,-7-27,-3 2,-3 0,-2 2,-3 1,-2 1,-3 2,-2 1,-2 3,-23-21,4 8,59 62,1 1,0-1,-1 1,1-1,0 0,0 1,0-1,-1 1,1-1,0 1,0-1,0 0,0 1,0-1,0 1,0-1,0 0,0 1,0-1,1 1,-1-1,0 0,0 1,0-1,1 1,-1-1,0 1,1-1,-1 1,0-1,1 1,-1-1,1 1,-1 0,1-1,-1 1,1 0,-1-1,1 1,-1 0,1-1,-1 1,1 0,0 0,-1 0,1 0,-1 0,1 0,0-1,-1 1,1 1,-1-1,1 0,0 0,-1 0,1 0,-1 0,1 0,-1 1,1-1,0 0,170 3,-75-1,0-4,79-13,-114-3,-60 18,-1 0,0-1,1 1,-1 0,0 0,0-1,1 1,-1 0,0-1,0 1,0 0,0-1,1 1,-1 0,0-1,0 1,0-1,0 1,0 0,0-1,0 1,0 0,0-1,0 1,0-1,0 1,0 0,0-1,-1 1,1 0,0-1,0 1,0 0,0-1,-1 1,1 0,0-1,0 1,-1 0,1 0,0-1,-1 1,1 0,0 0,0 0,-1-1,1 1,-1 0,1 0,0 0,-1 0,1 0,0 0,-1-1,1 1,0 0,-1 0,1 0,-1 0,1 1,-1-1,-25-6,17 5,0 1,0 0,0 1,0-1,0 2,0 0,0 0,1 0,-1 1,1 0,-1 1,1 0,0 0,5-2,-1 0,1 0,0 0,0 1,0-1,0 1,1 0,-1-1,1 1,0 0,-1 0,1 1,0-1,1 0,-1 1,1-1,-1 1,1 0,0-1,1 1,-1 0,1 0,-1-1,1 1,0 0,0 0,1 0,-1-1,1 1,0 0,0 0,0 0,3 2,1 1,-1-1,1 1,0-1,0-1,1 1,0-1,0 0,0 0,1-1,0 0,-1 0,1 0,1-1,-1 0,0 0,1-1,0 0,-1-1,1 1,0-1,0-1,0 0,-1 0,1 0,0-1,0 0,0 0,-1-1,1 0,3-2,-5 1,1-1,-1 0,0 0,0 0,0 0,0-1,-1 0,0-1,0 1,0-1,-1 0,1 0,-2 0,1-1,-1 1,0-1,0 0,0 0,-1 0,-1 0,1 0,-1 0,0-1,0 1,-1-7,-3 2,-5 40,6-22,1 0,-1 0,1 1,0-1,1 1,-1-1,1 0,1 1,-1-1,1 1,0-1,0 0,1 0,0 1,0-1,0 0,1 0,0-1,0 1,1-1,-1 1,1-1,0 0,1-1,-1 1,1-1,0 1,0-1,4 2,-3-3,1 0,0-1,1 1,-1-1,0 0,1-1,-1 0,1 0,-1-1,1 0,-1 0,1 0,-1-1,1-1,-1 1,1-1,-1 0,0-1,0 1,0-2,0 1,-1-1,1 0,-1 0,0 0,0-1,-1 0,1-1,-1 1,0-1,-1 0,1 0,-1 0,1-3,11-25,-1 0,-2-1,-1 0,-2-1,-1 0,-2 0,-2-1,0-11,-4 41,8-54,-3 0,-2 0,-2 0,-4 0,-2-1,-4-7,-21-20,28 88,-1 0,1 0,0 0,-1 0,0 0,1 0,-1 0,1 1,-1-1,0 1,0-1,1 1,-1-1,0 1,0 0,0 0,1 0,-1 0,0 0,0 1,0-1,1 0,-1 1,0-1,1 1,-1 0,0 0,1-1,-1 1,1 0,-1 0,1 1,-1-1,1 0,0 0,0 1,0-1,-1 0,1 1,1-1,-1 1,0 0,0-1,0 1,1 0,-1-1,1 3,-13 19,1 0,2 2,0-1,2 1,0 0,2 1,1 0,1 0,1 0,1 9,0 3,1-1,3 1,0 0,3-1,1 1,1-1,2-1,2 0,2 0,1-1,1 0,2-2,1 0,2-1,21 26,-34-47,2 0,-1-1,2 0,-1 0,1-1,1-1,-1 1,2-2,-1 1,1-2,0 1,0-2,1 0,3 1,-14-5,0-1,-1 0,1 0,0 0,0 0,0 0,-1-1,1 1,0 0,0-1,-1 1,1-1,0 0,-1 0,1 1,0-1,-1 0,1 0,-1 0,0-1,1 1,-1 0,0-1,0 1,0 0,0-1,0 1,0-1,0 0,0 1,-1-1,1 0,0 1,-1-1,0 0,1 0,-1 1,0-1,0 0,0 0,0-1,0-27</inkml:trace>
  <inkml:trace contextRef="#ctx0" brushRef="#br0" timeOffset="2248.896">3412 559,'-23'-11,"-14"-6,-3-3,12 3,22 4,30 3,34 5,33 2,31 3,28 0,17 1,-19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5.8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0 298,'38'0,"0"-1,0-3,0 0,0-3,-1-1,-1-2,1-1,-2-2,1-2,1-2,-27 12,-1-1,0-1,0 1,-1-1,0 0,0-1,0 0,-1 0,5-9,-10 15,0-1,0 0,0 0,-1 0,1-1,-1 1,0 0,1-1,-2 1,1 0,0-1,-1 1,1-1,-1 1,0-1,0 1,-1-1,1 0,-1 1,1 0,-1-1,0 1,0-1,-1 1,1 0,-1 0,0 0,1 0,-1 0,-1 0,0-1,-1 1,1 1,-1-1,0 1,0 0,0 0,0 0,0 0,0 1,-1 0,1 0,0 0,-1 0,1 1,-1 0,1 0,-1 0,1 0,-1 1,1-1,0 1,-1 0,1 1,0-1,0 1,0-1,0 2,0-1,0 0,0 1,1-1,-1 1,1 0,0 0,0 0,0 1,0-1,0 1,1 0,0 0,-1-1,0 4,-11 20,1 1,1 0,2 1,0 1,2-1,2 1,0 1,2-1,2 1,0 14,0 89,5 0,6 1,17 72,0 19,-18-66,-11-106</inkml:trace>
  <inkml:trace contextRef="#ctx0" brushRef="#br0" timeOffset="353.382">161 714,'31'-20,"0"2,2 2,0 0,1 3,33-10,-58 20,42-14,2 2,0 2,0 3,3 1,-53 8,0 0,0 0,0 1,0-1,0 0,0 1,0 0,0 0,1 0,-1 0,0 0,0 1,0 0,0-1,0 1,0 0,0 0,0 1,0-1,0 1,-1-1,1 1,-1 0,1 0,-1 0,1 0,-1 0,0 1,0-1,0 1,-1-1,1 1,0 0,-1 0,-3 92,0-85,0-1,1 1,0 0,1-1,0 1,0 0,1-1,0 1,1 0,1 3,-1-10,-1-1,1 1,0-1,-1 0,1 1,0-1,0 0,0 0,1 0,-1-1,0 1,1 0,-1-1,1 0,0 0,-1 1,1-1,0-1,0 1,0 0,-1-1,1 1,0-1,0 0,0 0,0 0,0-1,0 1,1-1,17-3</inkml:trace>
  <inkml:trace contextRef="#ctx0" brushRef="#br0" timeOffset="602.74">803 272,'6'9,"15"8,2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3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224 503,'0'18,"0"22,0 25,0 21,-2 17,-4 11,-2 7,-2-1,0-10,0-17,1-21,3-24</inkml:trace>
  <inkml:trace contextRef="#ctx0" brushRef="#br0" timeOffset="585.063">77 1118,'-50'-377,"23"164,31 157,-4 55,1 0,-1 0,1-1,-1 1,1 0,0 0,0-1,0 1,0 0,0 0,0 0,0 0,0 0,0 1,0-1,0 0,1 0,-1 1,0-1,1 1,-1-1,0 1,1-1,-1 1,1 0,-1 0,0 0,1 0,-1 0,1 0,-1 0,0 0,1 0,-1 1,1-1,8 4,0-1,-1 2,1-1,-1 1,0 1,0-1,-1 2,0-1,0 1,0 0,-1 1,0 0,0 0,-1 0,0 1,-1 0,0 0,0 0,-1 1,0 1,0-5,-1 1,-1 0,1 0,-1 0,0 0,-1 0,1 0,-2 1,1-1,-1 0,0 0,0 1,-1-1,0 0,0 0,-1 1,0-1,0 0,-1-1,0 1,0 0,0-1,-1 0,0 1,0-1,-1-1,1 1,-1-1,-1 0,1 0,-1 0,1-1,-1 0,-1 0,1 0,-1-1,-2 1,8-3,1-1,-1 1,0-1,0 1,0-1,0 1,0-1,0 0,0 0,0 0,0 1,0-1,0 0,-1 0,1 0,0-1,0 1,0 0,0 0,0 0,0-1,0 1,0-1,0 1,1-1,-1 1,0-1,0 1,0-1,0 0,1 1,-1-1,0 0,0 0,1 0,-1 1,1-1,-1 0,1 0,-1 0,1 0,0 0,-1 0,1 0,0 0,0 0,0 0,0 0,-1 0,2 0,-1 0,0-1,0 1,3-7,0 0,0 0,1 1,0-1,1 1,0 0,0 0,0 0,1 1,0 0,0 0,1 0,3-2,7-7,0 1,1 0,0 1,1 1,1 1,0 0,0 2,1 0,0 2,0 0,1 1,6 0,-24 5,-1 1,0-1,1 1,-1 0,1 0,-1 0,1 1,-1-1,1 1,-1-1,1 1,-1 1,0-1,0 0,0 1,1-1,-1 1,-1 0,1 0,0 0,0 0,-1 1,1-1,-1 1,0 0,0-1,0 1,0 0,0 0,-1 0,1 1,-1-1,0 0,0 0,0 1,0 2,3 52,5 20,-6-75,0-1,0 0,0 0,1 0,-1 0,0 0,1-1,-1 0,1 0,0 0,-1 0,1 0,0-1,-1 1,1-1,0 0,0 0,0-1,-1 1,1-1,0 0,-1 0,1 0,-1 0,1 0,-1-1,1 0,-1 0,0 0,1 0,5-2,-1 1,1-2,-1 1,0-1,0 0,0-1,-1 0,1 0,-2 0,1-1,-1 0,0-1,0 1,-1-1,0 0,0-1,-1 1,0-1,-1 0,0 0,0 0,0-4,-3 10,0 0,0 0,0 0,-1 0,1 0,-1 0,0 0,0 0,0 1,0-1,0 0,-1 0,1 1,-1-1,0 1,0-1,0 1,0 0,0 0,0 0,-1 0,1 0,-1 0,1 1,-1-1,0 1,1 0,-1-1,0 1,0 1,0-1,0 0,0 1,0-1,-8 0,0-1,0 1,1 1,-1 0,0 1,0 0,1 0,-1 1,-2 1,5-1,0 0,0 1,1-1,-1 1,1 1,-1 0,1 0,0 0,1 1,-1 0,1 0,0 0,0 1,0 0,1 0,0 1,0-1,1 1,-3 6,6-11,1 0,-1 0,1 0,0 1,0-1,0 0,0 1,0-1,0 0,0 0,1 1,-1-1,1 0,0 0,0 0,0 0,0 0,0 0,0 0,0 0,0 0,1 0,-1-1,1 1,0 0,-1-1,1 0,0 1,0-1,0 0,0 0,0 0,0 0,0 0,1 0,82 24,-7-15,0-3</inkml:trace>
  <inkml:trace contextRef="#ctx0" brushRef="#br0" timeOffset="1296.014">1387 623,'-19'-13,"0"0,-1 0,0 2,-1 1,0 0,-1 2,0 0,0 2,0 0,-1 1,-7 1,24 2,1 1,0 0,0 1,-1-1,1 1,0 0,-1 0,1 1,0-1,0 1,-1 0,1 1,0-1,0 1,0 0,0 0,1 1,-1 0,1-1,-1 2,1-1,0 0,0 1,0 0,1-1,-1 2,1-1,0 0,0 1,1-1,-1 1,1 0,0 0,0 0,0 0,1 1,0-1,1-1,0 1,0 0,1-1,0 1,-1 0,1-1,1 1,-1-1,1 1,-1-1,1 0,1 0,-1 0,1 0,-1 0,1 0,0 0,0-1,1 0,-1 0,1 0,-1 0,1 0,0-1,1 1,5 3,0-2,0 1,1-2,-1 1,1-1,0-1,-1 0,1 0,0-1,10 0,-12-1,0 1,0-1,1-1,-1 0,0 0,0-1,0 0,0 0,0-1,-1 0,1-1,-1 0,1 0,-1-1,-1 0,1 0,-1-1,0 0,0 0,-1-1,1 0,-2 0,1 0,-1-1,0 0,0 0,-1 0,0 0,-1-1,2-6,-1 0,-4 20,-1 25,1-22,1 0,0 0,1 0,0-1,0 1,0-1,1 1,0-1,0 0,1 0,0 0,0 0,1-1,0 0,0 0,0 0,1-1,0 1,0-1,0 0,1-1,-1 0,1 0,0 0,0-1,1 0,-1-1,1 1,-1-1,8 1,-2-3,1 0,-1 0,0-2,1 1,-1-2,0 1,0-2,0 0,0 0,-1-2,0 1,0-1,0-1,-1 0,0-1,0 0,-1-1,0 0,0 0,-1-1,-1-1,1 1,-2-1,1 0,-2-1,1 0,-2 0,0-1,0 1,-1-1,1-5,8-32,-2-1,-2 0,-3-1,-2 1,-2-1,-2 0,-7-47,-9 20,16 78,0 1,-1-1,1 1,0-1,-1 0,1 1,0-1,-1 1,1-1,-1 1,1-1,-1 1,0-1,1 1,-1-1,1 1,-1 0,0-1,1 1,-1 0,0 0,1 0,-1-1,0 1,1 0,-1 0,0 0,0 0,1 0,-1 0,0 0,1 0,-1 1,0-1,1 0,-1 0,0 1,1-1,-1 0,0 0,1 1,-1-1,1 1,-1-1,1 1,-1-1,1 1,-1-1,1 1,-1-1,1 1,0 0,-1-1,1 1,-9 12,2 0,0 0,0 1,1-1,1 2,0-1,1 0,0 1,0 9,4-22,-8 29,2 1,1 1,1-1,2 1,1-1,2 1,1-1,2 1,1-1,1 0,4 8,-7-30,1-1,0 1,0-1,1 0,0 0,1 0,0-1,0 0,1 0,0-1,0 1,1-1,0-1,0 0,1 0,-1-1,1 0,1 0,-1-1,0 0,1 0,0-1,0-1,0 0,0 0,0-1,1 0,-1-1,0 0,0 0,1-1,4-2,-6 2,-1-1,1 0,0-1,-1 0,0 0,1-1,-1 0,-1-1,1 1,-1-2,1 1,-1-1,-1 0,1 0,-1-1,0 1,-1-1,0-1,0 1,0-1,-1 0,0 0,-1 0,0-1,0 1,-1-1,0 0,0 0,-1 0,1-7,-8-13,6 28,0 1,0 0,-1-1,1 1,0 0,0-1,-1 1,1 0,0-1,-1 1,1 0,0 0,-1-1,1 1,0 0,-1 0,1 0,-1 0,1 0,0-1,-1 1,1 0,-1 0,1 0,0 0,-1 0,1 0,-1 0,1 0,0 0,-1 0,1 1,-1-1,1 0,0 0,-1 0,1 0,-1 1,1-1,0 0,-1 0,1 1,0-1,0 0,-1 1,1-1,0 0,0 1,-1-1,1 0,0 1,0-1,0 0,0 1,-1-1,1 1,0-1,0 0,0 1,0-1,0 1,0-1,0 1,0-1,0 1,-6 11,1 0,0 0,1 1,0 0,1 0,1 0,0 0,0 0,2 1,-1-1,2 0,0 8,1-16,0 0,0 0,1 0,0 0,-1 0,2-1,-1 1,0-1,1 0,0 0,0 0,0-1,0 1,1-1,-1 0,1 0,0 0,0-1,0 0,0 0,0 0,1-1,-1 1,0-1,1-1,-1 1,1-1,-1 0,1 0,-1 0,1-1,-1 0,2 0,33-3</inkml:trace>
  <inkml:trace contextRef="#ctx0" brushRef="#br0" timeOffset="1551.331">1548 182,'36'-7,"42"-2,42-2,36 1,28 2,-16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2.9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0 387,'16'-2,"19"-1,22-4,19-4,15-1,10-2,4 2,0 0,-5 3,-9 1,-12 1,-14 2,-19-1,-19 1,-18 2,-19 0,-13 2,-4 0</inkml:trace>
  <inkml:trace contextRef="#ctx0" brushRef="#br0" timeOffset="317.704">669 0,'1'3,"0"-1,1 1,-1-1,0 0,1 0,-1 0,1 1,0-1,0-1,0 1,0 0,0 0,0-1,0 1,1-1,-1 0,1 0,-1 0,1 0,-1 0,3 0,-1 2,58 21,2-3,0-3,33 5,-22-5,-48-12,8 1,0 0,0 3,-1 1,0 1,-1 2,0 1,-2 2,1 1,-2 1,1 4,-26-20,-1 1,1 0,-1 1,0-1,-1 1,1 0,-1-1,0 2,0-1,0 0,-1 0,0 1,0 0,0-1,-1 1,0 0,0 0,0 0,-1 0,0 0,0-1,0 1,-1 0,0 0,0 0,0 0,-1-1,0 1,0 0,0-1,-1 0,-1 2,-9 11,-1 0,-1 0,-1-2,0 0,-1-1,-1 0,0-1,-1-1,0-1,-1-1,-7 2,-149 73,107-55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0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133 175,'0'18,"-2"20,-3 19,-3 16,0 13,-1 9,1 4,-1-7,2-11,-1-17,2-20</inkml:trace>
  <inkml:trace contextRef="#ctx0" brushRef="#br0" timeOffset="354.056">0 1,'50'54,"2"-2,59 44,-16-13,-54-50,-3 2,0 2,-3 1,-1 2,-2 1,-2 2,-1 1,-3 1,1 7,-22-44,-1 0,-1 0,0 0,0 0,-1 1,1-1,-2 1,1 0,-1-1,-1 1,0 0,0 0,-1-1,0 1,0 0,-1-1,0 1,0-1,-1 1,0-1,-1 0,0 0,0 0,-1-1,1 0,-2 1,-4 4,1-6,-1 1,1-1,-1-1,-1 0,1 0,-1-1,1-1,-1 1,0-2,-1 0,1 0,0-1,-9 0,-11 0,0-2,0-1,0-2,-14-4,-125-40,148 36,14 3</inkml:trace>
  <inkml:trace contextRef="#ctx0" brushRef="#br0" timeOffset="686.363">1190 428,'-12'-17,"-1"0,-1 1,0 0,-1 2,-1-1,-7-3,19 14,-1 1,-1-1,1 1,0 0,-1 1,1-1,-1 1,0 1,0-1,0 1,0-1,0 2,0-1,0 1,0 0,0 0,0 0,0 1,0 0,0 0,0 1,0 0,1 0,-3 1,-4 5,1 0,0 0,0 1,1 1,1 0,-1 0,1 1,1 0,0 0,1 1,0 0,1 1,0-1,1 1,0 0,1 1,1-1,0 1,1-1,-1 13,1-13,1 0,1 0,0-1,0 1,1 0,1 0,0-1,1 1,1-1,0 0,0 0,1 0,0 0,1-1,1 0,0 0,0-1,1 0,0 0,1-1,0 0,3 2,11 4,1-2,1 0,0-2,1-1,0-1,0-1,1-1,0-1,0-2,0-1,1-1,-1-1,1-1,-1-2,1-1,-1-1,0-1,18-3,0-2,-1-3,37-14,6-10</inkml:trace>
  <inkml:trace contextRef="#ctx0" brushRef="#br0" timeOffset="933.254">1965 269,'-2'11,"-1"18,3 17,3 14,1 14,0 7,-1 1,0-3,-2-12,0-14,-1-19,0-15</inkml:trace>
  <inkml:trace contextRef="#ctx0" brushRef="#br0" timeOffset="1201.539">1979 428,'0'-219,"0"213,-1 5,1-1,-1 1,1 0,-1 0,1-1,0 1,-1 0,1-1,0 1,0 0,0-1,0 1,0-1,0 1,1 0,-1-1,0 1,1 0,-1-1,1 1,-1 0,1 0,-1-1,1 1,0 0,0 0,0 0,-1 0,1 0,0 0,0 0,1 0,-1 0,0 1,0-1,0 0,0 1,1-1,-1 1,0-1,1 1,-1 0,0-1,1 1,-1 0,0 0,1 0,0 0,79 62,-34-23,-2 3,-2 1,-2 2,-1 2,-3 2,-2 1,-2 2,-2 1,12 33,-17 18,-26-100,0 1,1-1,-2 1,1-1,-1 1,1-1,-1 1,0-1,-1 0,1 1,-1-1,0 0,0 0,0 0,0 0,-1-1,0 1,0 0,0-1,0 0,0 0,-1 0,-9 4,0-1,0 0,-1-1,0-1,0 0,-1-1,1 0,0-1,-1-1,0 0,1-1,-1-1,-2 0,2 0,-129-4,122 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3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1 704,'7'44,"2"0,2 0,2-1,2-1,2 0,2-1,12 18,-28-54,-1-1,0 0,0 0,0-1,1 1,0-1,-1 0,1 0,0 0,1 0,-1 0,0-1,1 1,0-1,2 2,-4-5,-1 1,1-1,-1 0,1 1,-1-1,0 0,1 0,-1 0,0 0,0 0,0 0,0 0,0 0,0-1,0 1,0 0,0 0,0-1,-1 1,1-1,-1 1,1-1,-1 1,1-1,-1 1,0-1,0 1,0-1,0 1,0-1,0 0,0 1,0 0,5-172,-6 79,1 92,-1 0,1 0,0 0,0 0,1-1,-1 1,0 0,1 0,-1 0,1 0,0 0,-1 0,1 0,0 0,0 0,0 0,1 1,-1-1,0 0,1 1,-1-1,1 1,-1-1,1 1,0 0,0 0,0 0,-1 0,1 0,0 0,0 0,0 0,0 1,1-1,-1 1,0 0,0-1,0 1,0 0,0 0,2 1,31 2,0 3</inkml:trace>
  <inkml:trace contextRef="#ctx0" brushRef="#br0" timeOffset="885.439">656 944,'-10'-11,"0"0,0 1,-1 0,-1 0,1 1,-2 1,-8-6,17 12,1 0,-1 1,0-1,0 1,0-1,0 1,0 0,0 0,0 1,0-1,0 1,0 0,0 0,0 1,0-1,0 1,0 0,0 0,0 0,0 0,0 1,0-1,0 1,1 0,-1 1,1-1,0 0,-1 1,0 1,-2 2,1 1,-1 0,1 0,1 0,-1 1,1 0,0 0,1 0,0 0,0 0,1 1,0 0,0-1,1 1,1 0,-1-1,1 1,0 0,1 0,0 0,1-1,1 8,-2-14,0 0,0 0,0 0,0 1,1-1,-1 0,0 0,1-1,0 1,-1 0,1 0,0-1,0 1,0-1,0 0,0 0,0 1,0-1,0 0,0-1,1 1,-1 0,0-1,1 1,-1-1,1 0,-1 0,0 1,1-2,-1 1,0 0,1 0,-1-1,1 0,-1 1,0-1,0 0,2-1,3-1,1 0,-1-1,0 0,0-1,0 0,-1 0,0 0,0-1,0 0,4-5,42-85,-47 108,14 98,-18-106,1-1,-1 1,0-1,1 0,0 1,0-1,0 0,0 0,1 0,-1 0,1-1,0 1,-1-1,1 1,0-1,0 0,1 0,-1 0,0-1,1 1,-1-1,1 0,-1 0,1 0,0 0,0-1,-1 1,4-1,-2 0,-1-1,1 0,-1 0,0 0,0 0,1-1,-1 1,0-1,0 0,0 0,-1-1,1 1,0-1,-1 0,0 0,0 0,1 0,-2 0,1-1,0 1,-1-1,0 0,0 0,0 0,1-2,28-109,-27-17,-3 133,-1 0,0-1,1 1,-1-1,0 1,1-1,-1 1,1-1,-1 1,1-1,-1 0,1 1,-1-1,1 0,0 1,-1-1,1 0,-1 0,1 1,0-1,-1 0,1 0,0 0,-1 0,1 0,0 0,-1 0,1 0,0 0,-1 0,1 0,0-1,-1 1,1 0,-1 0,1-1,0 1,-1 0,1-1,-1 1,1 0,-1-1,1 1,-1-1,1 1,-1-1,0 1,1-1,-1 1,0-1,1 0,-1 1,0-1,0 1,1-1,-1 0,0 1,0-1,0 0,0 1,0-1,0 0,0 1,0-1,0 0,0 1,-1-1,6 3,55 29,1-3,48 15,-59-24,-47-18,0 0,-1 0,1 0,0 0,0 1,-1-1,1 1,-1-1,1 1,-1 0,0 0,0 0,0 0,0 1,0-1,0 0,-1 1,1 0,-1-1,0 1,1 0,-1 0,-1-1,1 1,0 0,-1 0,1 0,-1 0,0 0,0 3,-2 17,1-21,0 1,1 0,-1-1,1 1,-1 0,1 0,0-1,0 1,0 0,0 0,1 0,-1-1,1 1,-1 0,1 0,0-1,0 1,1-1,-1 1,0-1,1 1,-1-1,1 0,0 0,0 0,0 0,0 0,0 0,9 1,0-1,-1 0,1-1,0 0,0 0,0-1,0-1,0 0,0 0,-1-1,1-1,0 0,-1 0,2-2,-6 4,-1 0,0 0,0 0,0-1,0 0,0 0,-1-1,1 1,-1-1,1 0,-1 0,0-1,0 1,0-1,0 0,-1 0,0 0,0 0,0-1,0 1,-1-1,1 0,-1 1,0-1,-1 0,1 0,-1-1,0 1,0 0,-1 0,0-1,1 1,-2-3,0 3,0 0,-1 0,0 0,0 0,0 0,0 1,-1-1,0 1,0 0,0 0,0 0,0 0,-1 0,0 1,0-1,-3-1,6 5,-1 1,0-1,0 0,0 1,1-1,-1 1,0-1,0 1,1 0,-1 0,0 0,1 0,-1 0,1 0,0 0,-1 0,1 1,0-1,-1 1,1-1,0 1,0-1,0 1,1-1,-1 1,0 0,1 0,-1-1,1 1,-1 0,1 0,0 0,-1-1,1 1,0 0,1 0,-1 0,0 0,0 0,-2 12,1 0,0 1,1-1,0 0,1 0,1 0,0 0,2 1,-3-10,0 0,0-1,1 1,0 0,0-1,0 0,1 1,-1-1,1 0,0 0,0-1,1 1,-1 0,1-1,-1 0,1 0,0 0,0 0,1-1,-1 0,1 0,-1 0,1 0,3 0,15 2</inkml:trace>
  <inkml:trace contextRef="#ctx0" brushRef="#br0" timeOffset="1138.365">1351 423,'2'18,"1"6</inkml:trace>
  <inkml:trace contextRef="#ctx0" brushRef="#br0" timeOffset="2084.136">1900 931,'-8'-10,"1"0,-1 0,-1 1,0 0,0 0,-1 1,0 0,-4-1,10 6,0 1,0 0,0 0,0 1,-1-1,1 1,0 0,-1 0,1 0,-1 1,1 0,-1-1,1 2,-1-1,1 0,-1 1,1 0,-1 0,1 0,0 1,0-1,0 1,0 0,-3 2,0 0,0 0,1 1,0 0,0 0,0 0,1 1,-1 0,1 0,1 0,-1 0,1 1,0 0,0 0,1 0,0 0,1 0,-1 1,1-1,1 1,-1 0,1 0,1-1,-1 1,1 0,1 0,0 0,0-1,0 1,1 0,0-1,2 5,-1-8,0 0,0 0,0 0,1-1,0 0,-1 1,1-1,0-1,1 1,-1-1,0 1,1-1,-1 0,1-1,0 1,0-1,-1 0,1 0,0-1,0 1,0-1,0 0,4-1,0 0,1 0,-1 0,0-1,0-1,0 1,0-1,0-1,-1 0,1 0,-1-1,0 0,0 0,-1 0,-1-1,0 1,-1-1,1 0,-1 0,0-1,-1 0,1 1,-1-2,-1 1,1 0,-1-1,0 1,-1-1,0 0,0 0,-1 0,0 0,-1 0,1-1,-1 1,-1 0,0-5,0 13,1 1,0-1,-1 1,1 0,0-1,-1 1,1-1,-1 1,1-1,-1 1,1-1,-1 1,1-1,-1 1,0-1,1 0,-1 1,0-1,1 0,-1 0,0 0,1 1,-1-1,0 0,1 0,-1 0,0 0,1 0,-1 0,0 0,0 0,1-1,-1 1,0 0,1 0,-1 0,0-1,1 1,-1 0,1-1,-1 1,0-1,1 1,-1-1,1 1,-1-1,1 1,-1-1,1 1,0-1,-1 1,1-1,0 0,-1 1,1-1,0 0,0 1,0-1,-1 0,1 1,0-1,-2 6,-1 1,1 0,0 0,0 0,0 0,1 0,0 0,0 0,1 0,0 0,0 1,0-1,1 0,0 0,0 0,0 0,1 0,0 0,0 0,1 0,-1-1,1 1,1-1,-1 0,1 0,0 0,0 0,0-1,0 1,1-1,0 0,0 0,0-1,0 0,1 0,-1 0,1 0,0-1,0 0,-1 0,2-1,0 1,0-2,1 0,-1-1,0 1,0-1,1-1,-1 1,0-1,0-1,0 1,-1-1,1-1,-1 1,1-1,-1 0,0 0,-1-1,1 1,-1-1,0-1,0 1,0-1,-1 0,2-2,4-8,-1 0,0-1,-1 0,-1-1,-1 1,0-1,-1 0,1-13,7-67,-5-2,-3-68,-4 120,0 18,0-17,-1 1,-2 0,-6-32,8 78,0-1,0 1,1 0,-1-1,0 1,0-1,0 1,0 0,0-1,1 1,-1-1,0 1,0 0,0-1,0 1,0-1,0 1,0-1,-1 1,1 0,0-1,0 1,0-1,0 1,0 0,-1-1,1 1,0 0,0-1,-1 1,1 0,0-1,0 1,-1 0,1-1,0 1,-1 0,1 0,0 0,-1-1,1 1,-1 0,1 0,0 0,-1 0,1 0,-1 0,1 0,-1-1,1 1,0 0,-1 1,1-1,-1 0,1 0,0 0,-1 0,1 0,-1 0,1 0,0 1,-1-1,1 0,0 0,-1 1,-12 27,0 24,3 0,3 0,1 1,2 36,2-39,2 0,3-1,1 1,3 0,2-1,2-1,12 32,-23-79,0 0,0 0,0 0,0 0,1 0,-1 0,0-1,1 1,-1 0,0 0,1 0,0-1,-1 1,1 0,-1 0,1-1,0 1,-1 0,1-1,0 1,0-1,-1 1,1-1,0 1,0-1,0 0,0 0,0 1,0-1,-1 0,1 0,0 0,0 0,0 0,0 0,0 0,0 0,0 0,0 0,0 0,0-1,-1 1,1 0,0-1,0 1,0-1,0 1,-1-1,1 1,0-1,0 1,-1-1,1 0,0 1,-1-1,1 0,-1 0,1 1,-1-1,0 0,1 0,-1 0,0 0,1 0,-1 0,0 0,0 0,10-11,1 0,0 0,0 1,1 0,1 1,0 0,2 0,-11 8,0-1,0 1,1 0,-1 0,0 1,1-1,-1 1,1 0,-1 0,1 1,0-1,-1 1,1 0,0 1,-1-1,1 1,0-1,-1 2,1-1,-1 0,1 1,-1 0,0 0,0 0,0 0,4 3,-2 1,1-1,-1 1,0 1,0 0,0-1,-1 2,0-1,-1 0,1 1,-1 0,-1 0,0 0,0 1,0-1,-1 3,-1-7,0 1,0-1,0 1,-1-1,0 0,0 1,0-1,0 1,-1-1,1 1,-1-1,0 0,-1 1,1-1,-1 0,0 0,0 0,0 0,0 0,-1-1,1 1,-1-1,0 1,0-1,0 0,-1 0,1-1,-1 1,0-1,-1 2,0-1,1-1,-1 1,0-1,0 0,0 0,0 0,0-1,0 0,0 0,-1 0,1 0,0-1,0 0,-1 0,1-1,0 1,-1-1,1 0,0 0,0-1,0 0,0 0,0 0,1 0,-1-1,0 0,1 0,0 0,0 0,0-1,0 0,0 1,1-1,0-1,-1 1,1-2,2 2,0 0,1 0,-1 0,1 0,0 0,0 0,0 0,1 0,-1 0,1 0,0 0,0 0,1 0,-1 1,1-1,0 0,0 1,0-1,0 1,1 0,-1-1,1 1,1-1,75-60,-67 56,0 1,1 0,0 0,0 2,1-1,-1 2,1 0,0 0,1 1,-1 1,0 1,6-1,-18 4,1-1,-1 0,0 1,0-1,0 1,0 0,0 0,0 0,0 0,-1 0,1 0,-1 0,1 0,-1 1,0-1,0 1,0-1,0 1,0-1,0 1,-1-1,0 1,1 0,-1-1,0 1,0 0,0-1,-1 1,1 0,-1-1,1 1,-1-1,0 2,0 10,0-9,1 1,-1 0,1-1,0 1,1 0,-1-1,1 1,0 0,1-1,-1 0,1 1,0-1,0 0,1 0,0 0,0 0,0 0,0 0,1-1,-1 0,1 0,0 0,1 0,-1 0,1-1,-1 0,1 0,0 0,0-1,1 1,57-1,-35-9</inkml:trace>
  <inkml:trace contextRef="#ctx0" brushRef="#br0" timeOffset="2334.925">2647 356,'-6'18,"1"14,9 9,11 5,9-1,1-8</inkml:trace>
  <inkml:trace contextRef="#ctx0" brushRef="#br0" timeOffset="2744.702">3009 717,'25'-42,"-1"-2,-3 0,-1-2,-2 0,-3-1,-1 0,-3-1,-2-1,-1 0,-3 0,-2-20,-16-15,12 81,0 0,0 0,0 1,0-1,0 0,-1 1,1-1,-1 1,0-1,0 1,0 0,0 0,0 0,0 0,0 0,-1 0,1 0,-1 1,1-1,-1 1,0 0,1 0,-1 0,0 0,0 0,-2 0,-1 2,0 1,0-1,0 1,0 0,1 0,-1 0,1 1,-1 0,1 0,0 1,0-1,1 1,-1 0,1 0,-1 1,1 0,1-1,-1 1,1 0,0 1,0-1,-1 3,-11 22,1 1,2 1,1 0,1 1,2 0,2 0,1 0,1 1,2 0,1 0,2 0,1 0,2-1,6 29,-3-23,2-1,2 0,1 0,2-1,2 0,1-2,1 0,2-1,2 0,7 6,-27-38,47 50,-48-51,0 0,1 0,-1 0,1 0,-1 0,1 0,0 0,-1-1,1 1,0 0,0-1,-1 0,1 1,0-1,0 0,-1 0,1 0,0 0,0 0,0 0,-1-1,1 1,0-1,0 1,-1-1,1 1,0-1,-1 0,1 0,-1 0,1 0,-1 0,1 0,-1 0,0-1,1 0,5-10,0-1,-1 1,0-1,-1-1,-1 1,0-1,0 0,-2 0,0 0,0 0,-1 0,-1 0,-1-1,0-5,-10-31,11 50,0 0,-1 0,0 0,1 0,-1 0,1 1,-1-1,0 0,0 0,1 1,-1-1,0 0,0 1,0-1,0 1,0-1,0 1,0-1,0 1,0 0,0 0,0-1,0 1,0 0,0 0,0 0,0 0,0 0,0 0,0 0,0 1,0-1,0 0,0 0,0 1,0-1,0 1,0-1,0 1,0-1,1 1,-1 0,0-1,0 1,0 0,0 0,-4 4,0 0,0 1,0-1,1 1,0 0,0 0,0 0,1 1,0-1,0 1,1 0,0 0,0 0,0 0,1 0,0 0,1 0,-1 0,1 1,1-1,0 0,-1 0,2 0,-1 0,1 0,1 0,-1 0,1 0,0-1,0 1,2 1,2 0,1-1,0 1,0-2,0 1,1-1,-1 0,2-1,-1 0,0 0,1-1,0-1,0 1,0-2,1 1,3-1,25 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2.2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2,'0'18,"0"18,0 16,-3 13,-4 9,-4 5,-3-1,0-5,1-12,4-15,3-15</inkml:trace>
  <inkml:trace contextRef="#ctx0" brushRef="#br0" timeOffset="252.326">51 109,'3'23,"4"16,7 14,6 6,10 2,7-2,3-4,2-8,-3-6,-7-9,-9-9</inkml:trace>
  <inkml:trace contextRef="#ctx0" brushRef="#br0" timeOffset="441.687">385 56,'0'-16,"0"-8,-2 8,-1 17,-2 21,-1 19,0 19,-1 13,2 6,2 0,5-2,5-4,6-11,1-16</inkml:trace>
  <inkml:trace contextRef="#ctx0" brushRef="#br0" timeOffset="852.298">519 590,'-8'-33,"1"0,2 0,1-1,2 0,1-23,0 52,1 1,0-1,0 0,0 0,0 0,1 1,0-1,0 0,0 0,0 1,1-1,0 1,0 0,0-1,1 1,-1 0,1 0,0 0,0 1,0-1,1 1,-1-1,1 1,0 0,0 1,0-1,0 1,0-1,1 1,-1 0,1 1,-1-1,1 1,2 0,-2 0,0 1,0 0,0 1,0-1,-1 1,1 0,0 0,0 1,-1-1,1 1,-1 0,1 0,-1 1,0-1,0 1,0 0,0 0,-1 0,1 1,-1-1,0 1,0 0,0 0,0 0,5 8,0 1,-1-1,-1 1,0 0,-1 1,0 0,2 10,-3 2,0 0,-2 0,-1 0,-1 1,-2 6,1 3,1-34,0 0,0 0,-1 0,1 0,0 0,1 0,-1 0,0 0,1 0,-1 0,1 0,-1 0,1 0,0 0,0 0,0 0,0 0,0-1,0 1,1 0,-1-1,1 1,-1-1,1 0,-1 1,1-1,0 0,0 0,-1 0,1 0,0 0,0-1,0 1,0 0,0-1,0 0,0 1,1-1,12 1,0-1,0-1,0 0,0-1,0-1,0 0,-1-1,5-2,-8 3,47-14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9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361 1,'13'229,"-13"-178,-19 263,7-176,12-137,-1 4,-1 1,1 0,0 0,1 0,0-1,0 1,0 0,0 0,1 0,0 0,0-1,1 1,0 0,0-1,0 1,0-1,1 0,0 0,0 0,0 0,1 0,0-1,0 1,0-1,1 1,2-3,0 1,0-2,0 1,1-1,-1 0,0 0,0-1,1 0,-1 0,0-1,1 0,-1 0,0-1,0 0,0 0,0 0,0-1,-1 0,1-1,4-3,24-14</inkml:trace>
  <inkml:trace contextRef="#ctx0" brushRef="#br0" timeOffset="250.072">0 415,'19'-2,"23"-1,26 0,23 1,18 0,7 1,1 3,-20 0</inkml:trace>
  <inkml:trace contextRef="#ctx0" brushRef="#br0" timeOffset="1487.744">910 696,'-9'-4,"0"1,0 1,0-1,0 1,0 1,-1 0,1 0,0 0,-1 2,1-1,0 1,-1 0,1 1,0 0,0 1,0 0,0 0,0 1,1 0,0 0,0 1,0 0,0 0,1 1,-1 0,2 1,-2 0,6-4,0-1,0 0,0 1,1-1,-1 1,1 0,-1-1,1 1,0 0,0 0,0 0,1 0,-1 0,1 0,-1 0,1 0,0 0,0 0,1 0,-1 0,0 0,1 0,0 0,0 0,0 0,0 0,0 0,1-1,-1 1,1 0,-1-1,1 1,0-1,0 0,2 2,2-1,-1 1,1-2,0 1,-1-1,1 0,0 0,0 0,1-1,-1 0,0 0,0-1,1 0,-1 0,0 0,0-1,1 0,-1 0,0-1,0 1,0-1,0 0,-1-1,1 0,0 0,0-1,3 0,-1-1,0-1,0 0,0 0,0 0,-1-1,0 0,-1 0,0-1,0 0,0 0,-1-1,0 1,-1-1,3-8,-1-27,-6 44,0 0,0 0,0 1,0-1,0 0,0 0,0 0,-1 0,1 0,0 0,0 0,0 0,0 0,0 0,-1 1,1-1,0 0,0 0,0 0,0 0,0 0,-1 0,1 0,0 0,0 0,0 0,0 0,-1-1,1 1,0 0,0 0,0 0,0 0,0 0,-1 0,1 0,0 0,0 0,0 0,0-1,-5 20,4-13,0 1,1-1,0 0,0 0,0 1,1-1,-1 0,1 0,1 0,-1 0,1 0,0 0,1 0,0 0,-1-1,2 1,-1-1,1 0,-1 0,1 0,1 0,-1-1,1 0,-1 0,1 0,1 0,-1-1,0 0,1 0,0 0,-1-1,1 0,0 0,0 0,0-1,1 0,-1 0,0-1,0 1,0-1,3-1,-2-1,0 0,0 0,0-1,0 0,-1 0,0-1,1 0,-1 0,-1-1,1 1,-1-1,0 0,0-1,0 1,0-1,-1 0,0 0,-1 0,4-7,2-7,0-1,-1 0,-1-1,-1 1,2-22,3-45,-4 0,-4-1,-8-86,4 165,0 24,0 541,1-550,0-5,0 1,-1-1,1 0,-1 1,1-1,0 0,0 1,-1-1,1 0,0 1,-1-1,1 1,0-1,0 1,0-1,0 1,-1-1,1 0,0 1,0-1,0 1,0-1,0 1,0-1,0 1,0-1,0 1,1-1,-1 1,0-1,0 1,0-1,0 0,1 1,-1-1,0 1,0-1,1 0,-1 1,0-1,1 0,-1 1,1-1,-1 0,0 1,1-1,-1 0,1 0,-1 1,0-1,1 0,-1 0,1 0,-1 0,1 0,-1 0,1 0,-1 0,1 0,-1 0,1 0,-1 0,1 0,-1 0,1 0,-1 0,0 0,1-1,23-26,-19 19,1 1,-1-1,1 1,0 1,1-1,0 1,0 0,0 1,1-1,-1 1,1 1,0 0,1 0,-1 0,1 1,0 1,-1-1,1 1,3 0,-8 3,1 0,-1 0,0 0,1 0,-1 1,0 0,0 0,0 0,0 0,0 1,0-1,-1 1,1 0,-1 0,0 0,0 1,0-1,0 1,-1 0,1-1,0 4,34 90,-35-94,-1 1,0 0,0-1,0 1,-1 0,1 0,-1 0,0 0,0 0,0 0,-1-1,1 1,-1 0,0 0,0 0,0-1,-1 1,1 0,-1-1,0 0,0 1,0-1,-1 0,1 0,-1 0,1 0,-1 0,0-1,0 1,0-1,0 0,-1 0,1 0,-4 1,-1-1,0-2,0 1,0-1,0 0,0 0,0-1,0 0,0-1,0 1,0-2,1 1,-1-1,1 0,-1-1,1 0,0 0,1 0,-1-1,1 0,0 0,-5-5,11 9,-1 1,0-1,1 1,-1-1,0 0,1 1,-1-1,1 0,-1 0,1 1,0-1,-1 0,1 0,0 0,-1 1,1-1,0 0,0 0,0 0,0 0,0 0,0 0,0 0,0 1,0-1,0 0,0 0,1 0,-1 0,0 0,1 1,-1-1,1 0,-1 0,0 1,1-1,0 0,-1 0,1 1,-1-1,1 1,0-1,0 1,-1-1,1 1,0-1,0 1,-1-1,1 1,0 0,0 0,0-1,0 1,0 0,0 0,55-11,-52 11,6-1,29-1,1-2,-1-2,0-2,0-1,-1-2,0-1,-1-2,1-3,-35 17,0-1,0-1,0 1,0 0,0-1,-1 1,1-1,0 0,-1 0,1 0,-1 0,0 0,0-1,0 1,0-1,0 1,0-1,-1 0,1 0,-1 0,0 0,0 0,0 0,0 0,0 0,-1 0,1 0,-1 0,0-1,0 1,0 0,0 0,-1 0,0 0,1-1,-5-1,1 1,0-1,-1 1,0 0,0 1,-1-1,1 1,0 0,-1 0,0 0,0 1,0 0,0 0,0 1,0 0,0 0,-1 0,1 1,0-1,-1 2,1-1,0 1,-1 0,1 0,-2 1,2 0,0 1,1-1,0 1,-1 0,1 1,0-1,0 1,1 0,-1 0,1 0,0 1,0 0,1 0,-1 0,1 0,0 0,0 1,1-1,-1 1,1 0,1-1,-1 1,1 0,0 0,0 0,1 0,0 1,0-1,0 0,1 0,-1 0,2 0,-1 0,1 0,0-1,0 1,0 0,1-1,0 1,0-1,2 3,1 0,0 1,1-1,1 0,-1 0,1-1,0 0,1 0,-1-1,1 0,1-1,-1 0,1 0,0-1,0 0,0-1,1 0,-1-1,1 0,-1 0,1-1,4-1,-2 1,0-1,1 0,-1-1,0-1,0 0,0-1,0 0,0-1,0-1,-1 0,0 0,0-1,-1-1,1 0,-1-1,-1 0,2-2,-1-1,-1-1,0 0,-1-1,-1 0,0 0,-1-1,0 0,-1 0,-1-1,0 0,-1 0,-1 0,1-6,3-33,-1-1,-4 0,-2-4,0 47,-10-134,10 145,0 0,0 0,0-1,0 1,0 0,0 0,0 0,0-1,0 1,0 0,-1 0,1 0,0 0,-1-1,1 1,-1 0,0 0,1 0,-1 0,0 0,1 0,-1 0,0 1,0-1,0 0,0 0,0 1,0-1,0 0,0 1,0-1,0 1,0-1,0 1,-1 0,1-1,0 1,0 0,0 0,-1 0,1 0,0 0,0 0,0 0,-1 0,1 1,0-1,0 0,0 1,0-1,0 1,0-1,-1 1,1 0,0 0,-8 8,0 1,1 0,1 0,-1 1,2 0,-1 1,2-1,-1 1,2 0,-4 13,8-24,-12 29,2 2,1-1,1 1,2 1,2-1,0 1,2 0,2 8,1-31,0 0,1 0,0 1,0-1,1 0,0-1,1 1,0-1,1 1,0-1,0 0,1-1,0 1,1-1,-1-1,2 1,-1-1,1 0,0-1,0 1,1-2,0 1,0-1,0-1,6 3,12 2,0 0,0-2,1-1,0-1,8 0,52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8.2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1,'-16'2,"-14"8,-14 9,-6 10,-1 12,4 12,4 13,8 14,8 11,8 9,7 4,6 2,6-6,8-9,7-13,10-18,8-18,-3-17</inkml:trace>
  <inkml:trace contextRef="#ctx0" brushRef="#br0" timeOffset="243.328">527 643,'2'11,"1"11,0 6,0 3,-2 0,3 0,-1-3,3-4,-1-6</inkml:trace>
  <inkml:trace contextRef="#ctx0" brushRef="#br0" timeOffset="542.528">447 509,'13'-37,"2"1,1 0,2 1,2 0,16-21,10-19,-20 36,-25 39,-1-1,0 1,0 0,1 0,-1 0,0 0,1 0,-1 0,0 0,0 0,1 0,-1 0,0 0,0 0,1 0,-1 0,0 0,0 0,1 0,-1 0,0 1,0-1,1 0,-1 0,0 0,0 0,1 1,-1-1,0 0,0 0,0 0,0 1,1-1,-1 0,0 0,0 0,0 1,0-1,0 0,0 0,0 1,0-1,1 0,-1 1,0-1,0 0,0 0,0 1,0-1,0 0,-1 0,1 1,0-1,0 0,0 0,0 1,0-1,0 0,0 0,-1 1,1-1,0 0,0 0,0 1,0-1,-1 0,1 0,0 0,0 0,-1 1,1-1,-5 63,1-37,2 0,0 0,2 0,1 0,1 1,1-1,3 7,11 19,1-6</inkml:trace>
  <inkml:trace contextRef="#ctx0" brushRef="#br0" timeOffset="964.268">901 656,'73'182,"-32"-61,-41-120,1-1,-1 1,1 0,-1 0,1-1,0 1,-1 0,1-1,0 1,-1-1,1 1,0-1,0 1,-1-1,1 1,0-1,0 0,0 0,0 1,0-1,0 0,-1 0,1 0,0 0,0 0,0 0,0 0,0 0,0 0,0-1,0 1,-1 0,1 0,0-1,0 1,0-1,-1 1,1-1,0 1,0-1,-1 1,1-1,29-30,-30 30,122-194,-94 161,-22 59,-6-18,-2 0,1 1,0-1,1 0,0 0,0 0,1 0,-1 1,2-1,-1 0,1 0,0-1,0 1,1 0,0-1,0 1,0-1,1 0,0 0,0 0,1 0,4 3,-1-4,1 0,-1-1,1 0,0-1,0 1,0-2,1 1,-1-2,4 1,43 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1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1,'7'4,"4"5,7 2,10 1,12 2,12 1,9-3,5-1,1-2,-9-1,-15-1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2.1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1,'23'4,"20"2,22 0,18-2,8 0,-2 0,-14 2,-19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2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1,'7'25,"7"24,5 22,4 20,-1 14,-5 12,-13 12,-26 13,-39 11,-49 8,-5-23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8.4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188 149,'-2'22,"-1"20,0 13,1 7,0 2,-1-3,-5-8,-4-10,-1-13,-2-11,3-9</inkml:trace>
  <inkml:trace contextRef="#ctx0" brushRef="#br0" timeOffset="288.229">1 56,'21'7,"1"1,-2 1,1 0,-2 2,1 1,-1 0,-1 1,0 1,-1 1,-1 1,11 12,9 7,-2 2,-1 2,-2 1,-2 1,-2 2,-2 0,7 19,-10 11,-21-71,-1 1,0-1,0 0,0 1,0-1,0 0,0 0,-1 1,1-1,-1 0,1 0,-1 0,0 0,0 0,0 0,0 0,-1 0,1 0,0 0,-1 0,1-1,-1 1,0 0,1-1,-1 0,0 1,0-1,0 0,0 0,0 0,-1 0,-13 3,0-1,0 0,0-1,-1-1,1-1,0 0,-1-1,1-1,0 0,0-2,-4 0,19 3,-11-1,0 0,0-1,1 0,-1-1,1 0,0-1,0 0,1 0,-8-6,8-5,12 2</inkml:trace>
  <inkml:trace contextRef="#ctx0" brushRef="#br0" timeOffset="753.984">1124 350,'-19'-14,"0"1,0 1,-1 1,0 1,-1 0,0 2,-1 0,-4 1,20 5,-1 1,1 1,-1-1,0 1,1 0,-1 1,0-1,1 1,-1 1,1-1,-1 1,1 0,0 1,0-1,0 1,0 0,0 1,0 0,1-1,0 2,0-1,0 1,0-1,1 1,0 1,0-1,0 1,1-1,-1 1,2 0,-1 0,0 0,1 1,-1 4,1-3,0 1,0 0,1 0,0 0,0 0,1 0,0 0,1 0,0 0,1-1,-1 1,2 0,-1 0,1-1,1 0,-1 1,1-1,1-1,-1 1,1-1,1 1,4 3,2 2,0 0,2-1,-1-1,1 0,1-1,0 0,1-1,0-1,0-1,0 0,3 0,11 3,1-1,0-2,0-1,0-1,1-2,0-1,-1-2,1-1,0-1,-1-2,0-1,0-1,24-9,-46 12,1-1,-1 0,0 0,0-1,0 0,-1-1,1 0,-2 0,1 0,0-1,-1-1,-1 1,1-1,-1 0,-1 0,1-1,-1 0,-1 0,0 0,0 0,0-1,-2 0,1 0,2-20,-2-1,-1 1,-1 0,-2-1,-1 1,-5-26,7 56,0 0,0 1,-1-1,1 0,0 0,0 0,0 0,-1 0,1 0,0 1,0-1,-1 0,1 0,0 0,0 0,-1 0,1 0,0 0,-1 0,-1 405,3-270,6-140,-1-10</inkml:trace>
  <inkml:trace contextRef="#ctx0" brushRef="#br0" timeOffset="1001.404">1671 163,'-1'3,"-1"1,0 0,1-1,0 1,0 0,0 0,1 0,-1 0,1 0,0 0,0 0,0 0,0-1,1 1,0 0,0 0,0 0,1 2,8 23,1 0,1 0,2-2,1 1,1-2,1 0,2-1,0 0,2-2,0 0,20 15,217 179,-230-180,-28-36,0 0,0 0,0 1,0-1,-1 0,1 0,0 0,-1 0,1 0,-1 0,1 0,-1 0,1 0,-1 0,0 0,1-1,-1 1,0 0,0 0,0-1,1 1,-1 0,0-1,0 1,0-1,0 1,0-1,0 1,-1-1,1 0,0 0,0 1,0-1,0 0,0 0,0 0,0 0,0 0,-2-1,-40 6,0-1,0-3,-32-3,20 1,-49-1</inkml:trace>
  <inkml:trace contextRef="#ctx0" brushRef="#br0" timeOffset="1271.322">2193 15,'20'-9,"17"4,12 14,10 21,6 22,1 22,-3 17,-11 13,-12 8,-15 2,-20-1,-28-6,-32-3,-41-9,-50-11,1-21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7.5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264 0,'-18'14,"-13"13,-8 19,-4 16,1 19,5 18,9 13,9 3,12-2,15-8,14-17,11-17,0-21</inkml:trace>
  <inkml:trace contextRef="#ctx0" brushRef="#br0" timeOffset="250.377">586 616,'0'13,"0"12,0 8,0 6,0 0,0-2,2-4,1-9</inkml:trace>
  <inkml:trace contextRef="#ctx0" brushRef="#br0" timeOffset="632.21">505 294,'51'13,"-1"1,0 3,-1 2,18 11,-51-21,0 0,-1 0,0 2,-1-1,0 2,-1 0,0 1,-1 0,0 1,-1 0,-1 1,0 0,-1 0,4 12,-3 1,-1-1,-1 2,-1-1,2 29,1 2,-10-57,0 1,0 0,1-1,-1 1,1-1,-1 0,1 1,0-1,0 0,0 1,0-1,1 0,-1 0,1 0,-1 0,1 0,0 0,0 0,-1-1,1 1,1 0,-1-1,0 0,0 1,0-1,1 0,-1 0,0-1,1 1,-1 0,1-1,-1 1,1-1,-1 0,1 0,1 0,9-2,0-1,0-1,-1 0,1 0,-1-1,0-1,0 0,-1 0,0-1,0-1,-1 0,0 0,0-1,-1-1,0 1,0-1,-1-1,-1 0,0 0,0 0,-1-1,-1 0,4-10,-5 14,-1 0,-1 0,1 0,-2-1,1 1,-1 0,0-1,0 1,-1-1,-1-8,1 18,0-1,0 0,0 0,0 1,0-1,0 0,0 0,0 1,0-1,-1 0,1 1,0-1,0 0,0 0,0 0,0 1,0-1,-1 0,1 0,0 1,0-1,0 0,-1 0,1 0,0 0,0 1,-1-1,1 0,0 0,0 0,-1 0,1 0,0 0,0 0,-1 0,1 0,0 0,0 0,-1 0,1 0,0 0,-1 0,1 0,0 0,0 0,-1 0,1 0,0 0,0 0,-1-1,1 1,0 0,0 0,0 0,-1 0,1-1,0 1,0 0,-1 0,0 8,1 1,-1-1,1 1,1-1,0 1,0 0,0-1,1 0,0 1,1-1,0 0,0 0,1 0,0-1,0 1,1-1,0 0,0 0,1-1,0 0,0 0,0 0,1 0,0-1,0 0,1 0,15 10,0 0,1-2,1 0,0-2,10 3,49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5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0 934,'28'-50,"-3"0,-2-2,-2-1,-3 0,7-35,-24 85,-1 2,-1 0,1 0,0 0,0 0,0 0,0 0,0 0,0-1,0 1,0 0,1 0,-1 0,0 0,1 0,-1 0,1 0,-1 0,1 0,-1 0,1 0,0 0,0 0,-1 0,1 1,0-1,0 0,0 1,0-1,0 0,0 1,0-1,0 1,0-1,0 1,0 0,0-1,1 1,37 142,-3 34,-35-173,-1-1,1 1,-1-1,1 1,-1 0,0-1,0 1,0-1,0 1,-1-1,1 1,-1-1,0 1,1-1,-1 0,0 1,0-1,-1 0,1 1,0-1,-1 0,1 0,-1 0,0 0,0-1,1 1,-1 0,0-1,-1 1,1-1,0 0,0 0,-1 0,1 0,0 0,-1 0,1 0,-1-1,1 1,-1-1,1 0,-1 0,1 0,-1 0,0 0,1-1,-1 1,-1-1,2-1,0 0,0 0,1-1,-1 1,0 0,1-1,-1 0,1 1,0-1,0 0,0 1,0-1,0 0,1 0,-1 0,1 0,0 0,0 1,0-1,0 0,0 0,1 0,-1 0,1 0,0 0,0 1,0-1,0 0,0 1,1-1,-1 1,1-1,0 1,-1-1,1 1,0 0,0 0,1 0,-1 0,0 1,1-1,-1 0,1 1,1-1,7-4,0 0,0 1,0 0,1 1,0 1,0 0,0 0,0 1,0 0,0 1,0 1,1 0,3 1,86-11,-97 8,0-1,0 0,-1 0,1 0,-1 0,0-1,1 0,-1 0,-1 0,1 0,-1-1,0 1,0-1,0 0,0 0,-1 0,0 0,0 0,0-1,-1 1,0-1,0 1,0-1,-1 1,1-1,-1 1,-1-1,1 0,-1 1,0-1,0 1,-1-1,1 1,-3-4,4 8,0 0,0 0,0-1,-1 1,1 0,0 0,-1 0,1 0,-1 0,1 0,-1 0,1 0,-1 0,0 0,0 0,1 0,-1 0,0 0,0 0,0 1,0-1,0 0,0 1,0-1,0 1,0-1,0 1,0 0,-1-1,1 1,0 0,0 0,0 0,-1-1,1 1,0 0,0 1,0-1,0 0,-1 0,1 1,0-1,0 0,0 1,0-1,0 1,0-1,0 1,0 0,0-1,0 1,0 0,0 0,0 0,-5 6,1 0,0 0,0 1,1-1,0 1,0 0,1 0,0 1,0-1,1 1,0-1,0 1,1 0,0 0,1-1,0 1,0 0,1 0,0 0,2 6,0-9,-1 0,1 0,-1 0,2 0,-1-1,1 0,-1 1,1-1,1 0,-1-1,1 1,0-1,0 0,0 0,0-1,1 1,0-1,-1 0,1-1,0 1,1-1,-1-1,6 2,6 1,0-1,1-1,-1 0,1-2,0 0,-1-1,15-2,-16 0,0 0,-1-2,1 0,-1 0,-1-1,1-1,-1-1,0 0,-1-1,0-1,0 0,-1-1,0 0,-1-1,-1 0,1-1,-2 0,0-1,-1 0,0-1,-1 0,-1 0,6-15,-2-6,-1 0,-2 0,-1-1,-2 0,-2 0,-1-1,-2-18,-1 49,2-3,0 1,-1-1,-1 1,0-1,0 1,-1-1,0 1,0 0,-1-1,-1 1,1 1,-1-1,-1 0,0 0,2 8,1-1,0 1,-1 0,1 0,-1 1,1-1,-1 1,1-1,-1 1,1 0,-1-1,1 1,-1 1,0-1,1 0,-1 1,1-1,-1 1,1 0,0 0,-1 0,1 0,0 0,-1 0,1 1,0-1,0 1,0-1,0 1,0 0,1 0,-1 0,0 0,1 0,0 0,-1 0,1 1,0-1,-17 21,2 2,0-1,1 2,2 0,1 0,0 2,2-1,2 1,0 1,2-1,1 1,0 17,2-29,1 0,1 0,0 0,2 0,0 1,0-1,2 0,0 0,1-1,1 1,0-1,1 0,1 0,1 0,0-1,1-1,0 1,1-1,1-1,0 0,1 0,1-1,-1-1,2 0,12 8,-9-10,1 0,0-1,0-1,0-1,1-1,0 0,0-1,0-1,0-1,0-1,1 0,-1-2,1 0,-1-1,0-1,0-1,0-1,0 0,3-3,-16 6,-1 0,0 0,0-1,0 0,-1 0,1 0,0 0,-1-1,0 1,0-1,0-1,0 1,-1 0,0-1,0 0,0 1,0-1,-1 0,0-1,0 1,0 0,-1-1,1 1,-1-1,0 1,-1-1,0 1,0-1,0 0,0 1,-1-1,0 1,0-1,-1 1,1-1,-1 1,0 0,-1 0,1 0,-3-4,1 5,1 0,-1 0,0 0,0 1,0-1,-1 1,0 0,1 0,-1 0,0 1,0 0,0 0,0 0,-1 1,1-1,0 1,-1 0,1 1,-1 0,1-1,-5 2,7-1,0 0,-1 1,1-1,-1 1,1 0,0 0,0 0,-1 1,1-1,0 1,0 0,0 0,1 0,-1 0,0 0,1 0,-1 1,1-1,0 1,0 0,0 0,0-1,0 1,1 1,-1-1,1 0,0 0,0 0,0 1,0-1,1 0,-1 1,1-1,0 3,0-1,0 1,1-1,0 1,0 0,0-1,1 0,0 1,0-1,0 0,0 0,1 0,0 0,0-1,0 1,1-1,-1 0,1 1,0-2,1 1,-1 0,3 0,6 6,2-1,-1 0,1-1,0-1,1 0,9 1,42 11,-4-5</inkml:trace>
  <inkml:trace contextRef="#ctx0" brushRef="#br0" timeOffset="587.393">1818 853,'-4'1,"0"0,0 0,0 0,0 1,0 0,0 0,0 0,0 0,1 1,-1-1,1 1,0 0,0 0,0 0,0 1,0-1,1 1,0-1,-1 1,1 0,1 0,-1 0,0 0,1 0,0 0,0 0,0 0,1 1,-1-1,1 0,0 1,0-1,1 0,-1 0,1 1,0-1,0 0,0 0,1 0,-1 0,1 0,0 0,0 0,0-1,1 1,0-1,-1 1,1-1,0 0,4 3,5 0,0-1,0 0,1 0,-1-1,1-1,0 0,1-1,-1 0,0-1,0-1,1 0,-1 0,0-2,1 1,-1-2,0 0,0 0,-1-1,11-5,-7 2,-1 0,1-1,-2-1,1 0,-1-1,-1 0,0-1,0-1,-1 0,-1-1,0 0,-1 0,0-1,-1-1,0 0,-2 0,1 0,1-8,7-22,-2-1,-2-1,-3 0,-1 0,2-48,-4 27,-3 1,-3-1,-3 1,-8-42,10 99,-1 1,0 0,0 0,0 0,-1 0,-1 0,0 1,0-1,-2-1,5 9,0 0,-1 0,1 0,-1 0,1 0,-1 1,0-1,1 0,-1 1,0-1,0 1,1 0,-1-1,0 1,0 0,0 0,1 0,-1 0,0 1,0-1,1 0,-1 1,0-1,0 1,1 0,-1-1,1 1,-1 0,0 0,1 0,0 0,-1 0,1 1,0-1,-1 0,1 0,0 1,0-1,0 1,0-1,0 1,1 0,-1-1,0 1,1 0,-1-1,1 1,0 1,-14 26,1 0,2 0,1 1,2 0,1 1,1 0,1 0,2 0,1 1,2 18,4 16,3-1,2 0,4 0,2-1,3-1,3-1,2 0,28 49,-49-107,44 75,-44-76,0 0,0-1,1 1,-1-1,1 0,0 0,-1 0,1 0,0-1,0 1,0-1,0 1,1-1,-1 0,0 0,0-1,1 1,-1-1,0 1,1-1,-1 0,1 0,-1-1,0 1,2-1,11-3,0-1,0 0,-1-1,0 0,0-2,-1 0,0 0,0-1,-1-1,0 0,9-10,-14 10,-4 5</inkml:trace>
  <inkml:trace contextRef="#ctx0" brushRef="#br0" timeOffset="872.663">1844 453,'21'0,"24"2,28 3,27 1,20 1,14 2,3 2,-20-1</inkml:trace>
  <inkml:trace contextRef="#ctx0" brushRef="#br0" timeOffset="1119.522">2634 960,'0'14,"0"11,0 6,0 2,0 0,0-3,0-5,0-4,0-5</inkml:trace>
  <inkml:trace contextRef="#ctx0" brushRef="#br0" timeOffset="1289.069">2674 626,'5'3,"12"6,17 8,4 0</inkml:trace>
  <inkml:trace contextRef="#ctx0" brushRef="#br0" timeOffset="1452.196">3155 867,'0'16,"-2"9,-1 6,0 2,1 1,0 1,3-2,6-2,6-3,4-5,0-7,-2-5</inkml:trace>
  <inkml:trace contextRef="#ctx0" brushRef="#br0" timeOffset="1601.796">3075 359,'-4'0,"-3"9,2 12,-2 12,0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3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1,'-3'16,"-2"16,-1 19,-2 15,-1 11,-2 9,-1 6,-1-2,0-6,-1-14,3-18</inkml:trace>
  <inkml:trace contextRef="#ctx0" brushRef="#br0" timeOffset="250.871">52 202,'2'18,"3"15,6 11,7 7,7 7,10-1,4-2,6-6,-1-10,-1-11,-6-10,-6-13,-9-7</inkml:trace>
  <inkml:trace contextRef="#ctx0" brushRef="#br0" timeOffset="495.217">453 54,'-4'2,"-5"15,-2 20,0 20,3 16,4 13,6 9,6 1,9-3,9-12,-1-19</inkml:trace>
  <inkml:trace contextRef="#ctx0" brushRef="#br0" timeOffset="777.463">801 670,'1'-72,"-8"-131,-10 146,17 57,1-1,-1 1,1-1,-1 1,1 0,-1-1,1 1,-1 0,1-1,0 1,-1 0,1 0,0-1,-1 1,1 0,0 0,-1 0,1 0,0 0,-1 0,1 0,0 0,-1 0,1 1,0-1,-1 0,1 0,0 0,-1 1,1-1,-1 0,1 1,-1-1,1 0,-1 1,1-1,-1 1,1-1,-1 1,1-1,-1 1,1 0,3 0,53 23,-15-8,-1 3,-1 0,-1 3,3 4,-37-24,0 1,-1 0,0 0,1 1,-1-1,-1 1,1 0,0 0,-1 0,0 1,0-1,0 1,-1 0,1-1,-1 1,0 0,-1 0,1 1,-1-1,0 0,0 0,-1 1,1-1,-2 5,-63 144,64-151,-1-1,1 0,0 0,-1 0,1 1,0-1,0 0,1 0,-1 0,0 1,1-1,-1 0,1 0,0 0,0 0,0 0,0 0,0 0,0 0,0 0,1-1,-1 1,1 0,-1-1,1 1,0-1,-1 1,1-1,0 0,0 0,1 1,72 20,104-9,-81-11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3:28.3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254 200,'-5'19,"-3"14,-1 13,2 9,1 5,2 0,2-3,3-8,2-9,0-12</inkml:trace>
  <inkml:trace contextRef="#ctx0" brushRef="#br0" timeOffset="323.691">93 0,'255'286,"-134"-129,-113-144,-1 0,0 1,0 0,-1 0,-1 0,-1 1,0-1,-1 1,0 0,-1 0,0 14,-3-20,0 0,0 0,-1 0,0-1,0 1,-1 0,0-1,-1 0,0 0,0 0,-1 0,0-1,0 1,0-1,-1 0,0-1,-1 0,0 0,0 0,0-1,0 0,-1 0,-5 2,-4 2,-1-1,0 0,-1-2,0 0,0-1,-1-1,1 0,-1-2,0 0,-5-2,13 1,0 0,0-1,0-1,0 0,0 0,0-1,0-1,0 0,0-1,1 0,0-1,0 0,0 0,-6-6,4-8,10 0</inkml:trace>
  <inkml:trace contextRef="#ctx0" brushRef="#br0" timeOffset="585.989">1136 335,'-6'-8,"0"1,-1 0,0 0,-1 1,1 0,-1 0,0 0,-1 1,1 1,-1-1,0 1,0 1,0 0,-1 0,1 1,-1 0,1 0,-1 1,0 1,1 0,-1 0,0 0,0 1,1 1,-1 0,1 0,-1 1,1 0,0 1,0 0,0 0,1 1,-1 0,1 0,0 1,-3 4,2 0,1 0,0 0,1 1,0 1,0-1,1 1,1 0,0 0,1 1,0-1,1 1,0 0,1 0,1 0,0 0,1 0,0 1,1-1,0 0,1 0,0 0,2 0,-1-1,1 1,1-1,0 0,1 0,0 0,1-1,0 0,1-1,0 1,1-1,0-1,1 0,9 8,0-5,1 0,0-1,1-1,1 0,-1-2,1-1,1 0,-1-2,1-1,0 0,0-2,0-1,0 0,7-2,48-4</inkml:trace>
  <inkml:trace contextRef="#ctx0" brushRef="#br0" timeOffset="785.458">1564 281,'-3'23,"0"18,3 15,5 10,7 6,4 2,0-3,1-6,-2-12,-5-13,-3-13</inkml:trace>
  <inkml:trace contextRef="#ctx0" brushRef="#br0" timeOffset="1033.8">1564 281,'13'-7,"17"5,16 9,14 15,9 15,3 13,-1 9,-6 8,-7 4,-12-1,-13-3,-21-4,-29-4,-38-2,-50 0,-5-10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21.5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2992 498,'8'619,"-3"185,-33-215,15-309,-27 119,38-375,-13 318,7-56,-21 85,16 107,16 41,13-348,37 158,-18-126,-10-41,-8 0,-4 44,8 354,-17 20,-17-140,0 481,11-838,5 0,2 0,5 0,3-1,3 0,10 18,-11-56</inkml:trace>
  <inkml:trace contextRef="#ctx0" brushRef="#br0" timeOffset="91407.174">3005 551,'-2'-519,"2"515,0 3,-1 0,1 1,-1-1,1 0,0 1,0-1,-1 0,1 0,0 1,0-1,0 0,0 0,0 1,0-1,0 0,0 0,0 1,0-1,1 0,-1 0,0 1,0-1,1 0,-1 0,1 1,-1-1,0 1,1-1,-1 0,1 1,-1-1,1 1,0-1,-1 1,1-1,-1 1,1 0,0-1,-1 1,1 0,0-1,0 1,-1 0,1 0,0 0,0-1,-1 1,1 0,0 0,0 0,117 55,-61-34,0-2,1-3,0-2,2-3,-1-3,1-2,0-3,30-3,773-17,208-14,-278 8,-629 23,132-19,-207 7,-16 2,2 3,42 2,5 6,-121-1,0 0,1 1,-1-1,0 0,0 0,1 1,-1-1,0 1,0-1,1 1,-1 0,0-1,0 1,0 0,0 0,0 0,0 0,0 0,0 0,-1 0,1 0,0 0,-1 0,1 0,0 0,-1 1,1-1,-1 0,0 0,1 1,-1-1,0 0,0 1,0-1,0 0,0 1,0-1,0 0,0 1,-1-1,1 0,-18 62,13-50,-8 28,1 0,2 1,2 1,-2 37,-21 471,8 661,13-993,13 116,17 570,-12-220,-2 226,-7-568,-7-67,-22 101,-41 640,65-892,-55 689,-1 17,35-433,27-305,5 0,9 42,-7-75,-3-13,22 114</inkml:trace>
  <inkml:trace contextRef="#ctx0" brushRef="#br0" timeOffset="91404.187">3139 9562,'-1'0,"0"-1,0 1,1-1,-1 1,0-1,0 1,1-1,-1 1,0 0,0-1,0 1,0 0,0 0,0 0,0 0,1 0,-1 0,0 0,0 0,0 0,0 0,0 0,0 0,0 1,1-1,-1 0,0 1,0-1,0 1,1-1,-1 1,0-1,0 1,1 0,-1-1,0 1,1 0,-1-1,1 1,-1 0,1 0,-1-1,1 1,0 0,-1 0,1 0,-6 48,6-40,0 421</inkml:trace>
  <inkml:trace contextRef="#ctx0" brushRef="#br0" timeOffset="56874.251">134 2600,'-19'11,"-7"7,0 1,5 1,7-1,14-4,14-4,4-5</inkml:trace>
  <inkml:trace contextRef="#ctx0" brushRef="#br0" timeOffset="59532.159">415 1263,'446'38,"152"-35,-237 23,-269-24,0 4,-1 3,29 11,-66-12,-1-2,2-3,-1-2,20-3,99 3,-52 23,17-4,-123-12,-19-7</inkml:trace>
  <inkml:trace contextRef="#ctx0" brushRef="#br0" timeOffset="61158.338">134 2546,'-1'1,"1"-1,0 0,-1 0,1 0,0 0,0 1,-1-1,1 0,0 0,-1 1,1-1,0 0,0 0,0 1,-1-1,1 0,0 1,0-1,0 0,0 1,0-1,0 0,-1 1,1-1,0 0,0 1,0-1,0 1,0-1,0 0,1 1,-1-1,0 0,0 1,0-1,0 0,0 1,0-1,1 0,-1 1,0-1,0 0,0 0,1 1,-1-1,0 0,0 0,1 1,-1-1,0 0,1 0,-1 0,0 1,1-1,-1 0,0 0,1 0,-1 0,0 0,84 12,317 0,-119-12,-21 1,11 11,-73 7,51 3,97-8,-149-15,-86-12,-93 14,0 1,-1 1,0 1,1 0,-1 1,5 3,98 20,-59-17,-57-10</inkml:trace>
  <inkml:trace contextRef="#ctx0" brushRef="#br0" timeOffset="62353.225">0 4044,'352'-24,"-224"22,-1 5,6 6,680 49,-333-34,-216-12,-175-4,51-1,-90-9,44 2,-78 0</inkml:trace>
  <inkml:trace contextRef="#ctx0" brushRef="#br0" timeOffset="63252.411">3756 876,'-16'-6,"0"1,0 1,-1 0,0 1,0 1,1 0,-1 2,-1 0,1 0,0 2,1 0,-1 1,0 1,1 0,0 1,0 1,0 1,0 0,1 1,0 0,1 1,0 1,-7 6,16-12,0-1,0 1,1-1,-1 1,1 1,-1-1,1 0,1 1,-1 0,1 0,0 0,0 1,0-1,1 1,-1-1,2 1,-1 0,0 0,1 0,0 0,1 0,-1 0,1 0,0 0,1 0,-1 0,1 0,1 0,-1 0,1 0,0-1,0 1,0-1,1 1,0-1,0 0,0 0,3 2,13 9,1 0,0-2,2 0,-1-1,2-1,-1-2,2 0,-1-1,1-1,3-1,-8-1,26 9,-22-9,-1 1,1 1,-2 0,1 2,-1 1,-1 1,0 0,0 2,-18-13,-1 0,1 1,0-1,0 0,-1 1,1 0,-1-1,1 1,-1 0,0 0,0 0,0 0,0 0,0 0,0 0,-1 0,1 0,0 0,-1 1,0-1,0 0,1 0,-1 1,-1-1,1 0,0 0,0 0,-1 1,1-1,-1 0,0 0,0 0,0 0,0 0,0 0,0 0,0 0,-1 0,1-1,0 1,-1 0,0-1,-14 10,0-1,-1-1,0 0,0-1,-1-1,0-1,-1 0,1-2,-1 0,0-1,0-1,0 0,0-2,0 0,-5-1,-5 0,29 1,0 0,0 0,0 0,0-1,0 1,0 0,0 0,0-1,0 1,0 0,0 0,0-1,0 1,0 0,0 0,0-1,0 1,0 0,0 0,0-1,0 1,0 0,-1 0,1-1,0 1,0 0,0 0,0 0,0-1,-1 1,1 0,0 0,0 0,0 0,-1-1,1 1,0 0,0 0,-1 0,1 0,0 0,16-7</inkml:trace>
  <inkml:trace contextRef="#ctx0" brushRef="#br0" timeOffset="63598.994">4037 1344,'14'-9,"-1"0,2 1,-1 1,1 0,0 1,0 1,0 0,1 1,0 1,0 0,0 1,0 1,0 1,12 0,-24 1,0-1,-1 1,1 0,0 0,-1 0,1 0,-1 1,0 0,1-1,-1 1,0 0,0 0,0 1,0-1,0 1,-1-1,1 1,-1 0,0 0,0 0,0 0,0 0,0 1,-1-1,1 1,-1-1,0 1,0-1,0 1,-1 0,1-1,-1 1,0 0,0-1,0 3,-4 8,-1 1,0-2,0 1,-2 0,0-1,0-1,-1 1,-1-1,0 0,0-1,-1 0,-11 9,16-14,-28 28,15-17,2 1,0 0,1 1,1 1,-2 4,15-23,0 1,0-1,0 0,0 1,0-1,1 1,-1-1,0 1,1-1,-1 1,1-1,0 1,0-1,-1 1,1 0,0-1,0 1,0 0,1-1,-1 1,0-1,1 1,-1-1,1 1,-1-1,1 1,0-1,-1 1,1-1,0 1,0-1,0 0,0 0,0 0,1 1,-1-1,0 0,0 0,1-1,-1 1,1 0,-1 0,2 0,12 3,-1 0,1-1,0 0,1-1,-1-1,0 0,0-2,2 1,4-1,235-15,-177 6</inkml:trace>
  <inkml:trace contextRef="#ctx0" brushRef="#br0" timeOffset="64249.1">3623 2092,'-14'-2,"0"1,-1 0,1 1,0 1,-1 1,1 0,0 0,0 1,0 1,1 1,-1 0,1 0,0 1,1 1,-1 0,1 1,1 1,-10 7,16-12,0-1,0 1,0 0,1 1,-1-1,1 1,0-1,1 1,-1 1,1-1,0 0,0 1,0-1,1 1,0 0,0 0,1 0,0 0,0 0,0 0,0 1,1-1,0 0,1 0,-1 0,1 0,0 0,1 1,-1-2,1 1,1 0,-1 0,1-1,0 1,2 3,11 6,1 0,1-1,0-1,1 0,0-2,1 0,0-1,0-1,1-1,19 4,-16-3,5 1,-11-4,1 1,-1 0,0 2,0 0,-1 0,0 2,-1 0,3 3,-17-12,0 0,0 0,0 0,-1 0,1 0,0 0,-1 0,1 0,-1 1,0-1,0 1,0-1,0 1,0-1,-1 1,1 0,-1-1,1 1,-1 0,0-1,0 1,0 0,-1-1,1 1,-1 0,1-1,-1 1,0-1,0 1,0-1,0 1,0-1,-1 0,1 1,-1-1,1 0,-1 0,0 0,0 0,0 0,0-1,0 1,-2 0,-18 12,0-2,-1 0,0-1,0-2,-1 0,-1-2,1 0,-1-2,0-1,-1-1,-17 0,-34 1,64-7,25-1</inkml:trace>
  <inkml:trace contextRef="#ctx0" brushRef="#br0" timeOffset="64519.202">3958 2733,'17'-25,"-1"0,0-2,-2 0,-2-1,0 0,-2-1,-1 0,-1 0,-1-1,2-29,-6 35,-3 24,0 0,0 0,0 0,-1 0,1 0,0 0,0 0,0 1,-1-1,1 0,0 0,0 0,0 0,0 0,-1 0,1 0,0 0,0 0,0 0,0-1,-1 1,1 0,0 0,0 0,0 0,0 0,-1 0,1 0,-9 25,-1 17,1 0,2 0,2 1,2 0,2 0,2 0,1 0,3 0,1-1,8 24,29 88,-24-92</inkml:trace>
  <inkml:trace contextRef="#ctx0" brushRef="#br0" timeOffset="65134.17">3449 3416,'-16'-1,"0"1,0 0,0 1,1 1,-1 1,0 0,1 1,0 1,-1 0,2 1,-1 1,1 0,0 1,0 1,1 0,1 0,-1 1,1 1,-2 4,10-12,1 1,0 1,0-1,0 0,0 1,1-1,-1 1,1 0,1 0,-1-1,1 1,-1 1,1-1,1 0,-1 0,1 0,0 0,0 1,0-1,1 0,0 0,0 0,0 0,1 0,0 0,0 0,0 0,0-1,1 2,10 10,1 0,0-1,1 0,1-1,0-1,1-1,0 0,1-1,11 5,-7-4,6 6,9 2,-2 2,-1 1,0 2,-2 2,27 28,-55-52,0 0,-1 0,0 0,0 1,0-1,0 1,0-1,-1 1,0 0,0 0,0 0,0 0,0 1,-1-1,0 0,0 1,0-1,0 1,-1-1,0 1,0 0,0-1,0 1,-1-1,1 1,-1-1,-1 0,1 1,0-1,-1 0,0 0,0 0,0 0,-1 0,1 0,-1 0,0-1,0 1,-12 5,-1-1,0 0,0-1,-1-1,0-1,0 0,0-1,-1 0,1-2,-1 0,0-1,0-1,0-1,8 2,-5 0,0 0,0-1,0-1,0 0,0-1,-13-3,27 4,0 1,0 0,1 0,-1 0,0-1,1 1,-1 0,0-1,1 1,-1-1,0 1,1-1,-1 1,1-1,-1 1,1-1,-1 1,1-1,-1 0,1 1,-1-1,1 0,0 1,0-1,-1 0,1 0,0 1,0-1,0 0,0 0,0 1,-1-1,2 0,-1 0,0 1,0-1,0 0,0 0,0 1,1-1,-1 0,0 0,1 1,-1-1,0 0,1 1,-1-1,1 1,-1-1,1 0,-1 1,1-1,0 1,-1-1,1 1,-1 0,1-1,0 1,0 0,-1-1,1 1,0 0,0 0,-1 0,1-1,0 1,0 0,-1 0,1 0,0 0,26-14</inkml:trace>
  <inkml:trace contextRef="#ctx0" brushRef="#br0" timeOffset="65439.392">3850 4070,'1'5,"-1"0,1 0,0 0,0 0,0 0,0 0,1-1,0 1,0-1,0 1,1-1,-1 0,1 1,0-1,0-1,1 1,-1 0,1-1,0 0,0 0,0 0,0 0,0-1,1 1,-1-1,1 0,0-1,-1 1,1-1,0 0,0 0,2 0,6 2,0 0,0-2,-1 1,1-2,0 0,0 0,0-1,0-1,0 0,0-1,-1 0,1-1,-1 0,0-1,0 0,-1-1,0-1,0 1,0-2,7-6,-15 11,-1 0,1-1,-1 1,0-1,0 1,0-1,-1 0,1 0,-1 0,0 0,0 0,0 0,0 0,-1 0,0-1,0 1,0 0,0 0,-1 0,1 0,-1 0,0-1,-1 1,1 1,-1-1,1 0,-1 0,0 1,0-1,-1 1,1-1,-1 1,0 0,0 0,0 0,-1-1,-5-4,0 1,0 0,-1 0,0 1,0 0,-1 1,1 0,-1 1,0 0,0 1,-1 0,1 0,-1 1,1 1,-1 0,0 1,0 0,1 1,-1 0,1 0,-1 2,1-1,-1 1,1 1,0 0,1 1,-1 0,1 0,0 1,-4 3,1 1,0 1,1 1,1 0,-1 1,2 0,-7 10,-13 25</inkml:trace>
  <inkml:trace contextRef="#ctx0" brushRef="#br0" timeOffset="69500.514">7407 849,'-5'6,"1"1,0-1,1 1,-1 0,2 1,-1-1,1 0,0 1,0-1,1 1,0 0,0-1,1 1,0 0,0 0,1-1,0 1,1 0,-1-1,1 1,1-1,-1 0,1 0,1 0,-1 0,1 0,1-1,-1 1,1-1,0 0,0-1,1 1,4 3,-3-2,0-1,0 0,0-1,0 0,1 0,0 0,0-1,0 0,0-1,1 0,0 0,-1 0,1-2,0 1,0-1,0 0,0-1,0 0,0 0,0-1,0 0,0-1,0 0,0 0,0-1,-1 0,1 0,-1-1,0 0,0-1,-1 0,1 0,5-6,-7 5,0 0,0-1,-1 0,1-1,-2 1,1-1,-1 0,-1 0,1 0,-1-1,-1 1,1-1,-2 1,1-1,-1 0,0 0,-1 0,0 0,0 1,-1-1,0 0,-1 0,0 0,0 1,-1-1,0 1,-1 0,1 0,-2 0,1 0,-1 1,0 0,0 0,-1 0,0 0,-1 1,1 0,-1 0,0 1,-5-3,-1 3,0 1,-1 0,0 1,1 0,-1 1,0 1,0 0,-1 1,1 0,0 1,0 1,0 0,1 1,-1 0,0 1,1 1,0 0,0 1,1 0,-1 1,1 0,1 1,-1 1,1 0,1 0,0 1,0 0,6-7,1 0,-1 0,1 1,0-1,0 1,0-1,0 1,1 0,0 0,-1 1,1-1,1 0,-1 1,1-1,-1 1,1-1,1 1,-1 0,1-1,0 1,0 0,0-1,0 1,1 0,0-1,0 1,0-1,0 1,1-1,0 1,0-1,0 0,0 0,1 0,0 0,2 3,35 22,3-8</inkml:trace>
  <inkml:trace contextRef="#ctx0" brushRef="#br0" timeOffset="70004.097">7821 943,'1328'-25,"-1200"23,960-36,-1027 29,-60 9,-1 0,0 0,0 0,0 0,1-1,-1 1,0 0,0 0,0 0,0-1,1 1,-1 0,0 0,0 0,0-1,0 1,0 0,0 0,0-1,0 1,0 0,0 0,0-1,0 1,0 0,0 0,0-1,0 1,0 0,0 0,0-1,0 1,0 0,0 0,0 0,0-1,-1 1,1 0,0 0,0-1,0 1,0 0,0 0,-1 0,1 0,0-1,0 1,-1 0,1 0,0 0,0 0,0 0,-1 0,1 0,0 0,0 0,-1 0,1 0,0-1,0 1,-1 1,1-1,0 0,-1 0,-10-5</inkml:trace>
  <inkml:trace contextRef="#ctx0" brushRef="#br0" timeOffset="70754.09">6417 929,'-3'12,"1"0,0 1,0-1,1 1,1 0,0-1,1 1,0 0,1-1,1 1,0-1,0 0,1 0,1 0,0-1,0 1,1-1,1 0,0-1,0 1,1-1,0-1,1 0,0 0,6 4,-12-11,1 0,0 0,0 0,0 0,0-1,1 1,-1-1,0 0,1 0,-1-1,0 1,1-1,-1 0,1 0,-1 0,1-1,-1 0,0 0,1 0,-1 0,0 0,0-1,0 0,0 0,0 0,0-1,-1 1,1-1,-1 0,1 0,-1 0,1-1,4-4,-1-1,1-1,-1 0,-1 0,0 0,0 0,-1-1,-1 0,1 0,-2-1,2-6,-3 11,0 0,-1-1,0 1,0 0,-1-1,0 1,0 0,-1-1,0 1,0 0,0 0,-1 0,0 0,-1 0,0 0,0 0,0 1,-1-1,0 1,0 0,0 0,-1 1,0-1,0 1,0 0,-1 0,0 1,0-1,0 1,0 1,-3-2,0 2,0 0,0 0,0 0,-1 1,1 1,-1-1,1 2,-1-1,1 1,-1 1,0 0,1 0,-1 1,1 0,0 0,-2 2,5-2,0 0,0 0,0 1,0 0,1 0,-1 1,1 0,0 0,0 0,0 0,0 1,1 0,0 0,0 0,0 0,1 1,-1 0,1-1,1 1,-1 0,1 0,0 1,0-1,1 1,0-3,1 0,0 0,0 0,0-1,0 1,1 0,-1 0,1 0,0 0,0-1,1 1,-1 0,1-1,1 3,11 15</inkml:trace>
  <inkml:trace contextRef="#ctx0" brushRef="#br0" timeOffset="71009.405">6351 582,'2'-2,"12"1,18 3,23 4,23 0,19 0,13-1,4 0,-18 0</inkml:trace>
  <inkml:trace contextRef="#ctx0" brushRef="#br0" timeOffset="71700.669">6578 2400,'58'-167,"-9"-64,-48 321,-1 278,3-325</inkml:trace>
  <inkml:trace contextRef="#ctx0" brushRef="#br0" timeOffset="71949.002">6351 1878,'11'3,"22"2,26 1,30-1,27-3,22-3,11-2,-19-2</inkml:trace>
  <inkml:trace contextRef="#ctx0" brushRef="#br0" timeOffset="72521.045">7420 2186,'-9'2,"0"0,0 1,0 1,1 0,-1 0,1 0,0 1,1 0,-1 1,1-1,0 2,0-1,1 1,-1 0,2 0,-1 1,1-1,0 1,1 0,0 1,0-1,0 1,1 0,1 0,0 0,0 0,0 0,1 0,1 0,0 1,0-1,0 0,1 1,1-1,0 0,0 0,0 0,1 0,1-1,0 1,0-1,0 0,1 0,0 0,1 0,-1-1,2 0,-1 0,4 2,-2-3,1 0,0-1,0 0,0-1,0 0,0 0,1-1,0 0,0-1,-1 0,1-1,1 0,-1 0,0-1,0 0,0-1,0 0,0-1,0 0,0 0,-1-1,1 0,-1-1,1 0,-1-1,-1 0,1 0,-1-1,1 0,-2 0,1-1,-1 0,0 0,0-1,-1 0,0 0,3-7,-5 8,0-1,-1 0,-1 0,1 0,-1-1,-1 1,1 0,-1-1,-1 1,0-1,0 1,0-1,-1 1,-1 0,1-1,-1 1,-1 0,1 0,-1 0,-1 0,0 1,0-1,0 1,-1 0,0 0,0 0,-1 1,0 0,0 0,0 0,-1 1,0 0,-5-3,3 3,-1 0,1 1,-1 0,0 0,-1 1,1 0,-1 1,1 0,-1 1,0 0,1 1,-1 0,0 1,0 0,1 0,-1 1,1 1,-1 0,1 0,0 1,0 0,0 1,1 0,0 0,0 1,0 0,0 1,-3 4,9-7,0-1,1 1,-1 0,1 0,0 0,0 0,1 0,-1 0,1 1,0-1,0 0,0 1,1-1,0 1,-1-1,2 1,-1-1,0 1,1-1,0 0,0 1,0-1,1 0,-1 1,1-1,0 0,0 0,0-1,1 1,0 0,-1-1,1 1,0-1,1 0,-1 0,1 0,1 1,33 23</inkml:trace>
  <inkml:trace contextRef="#ctx0" brushRef="#br0" timeOffset="72822.238">7847 2333,'393'10,"1056"7,-1018-5,-426-11,-17-1,-12 0</inkml:trace>
  <inkml:trace contextRef="#ctx0" brushRef="#br0" timeOffset="73535.336">6377 3482,'182'3,"-179"-3,0 1,-1-1,1 0,0 1,-1-1,1 1,0 0,-1 0,1 0,-1 0,0 0,1 1,-1-1,0 1,0 0,0-1,0 1,0 0,0 0,0 0,-1 1,1-1,-1 0,1 0,-1 1,0-1,0 1,0-1,0 1,-1 0,1-1,-1 1,1 0,-1-1,0 1,0 0,0-1,-1 1,1 0,-1-1,1 1,-1 1,-6 13,-1-1,0 1,-1-2,0 1,-2-1,0 0,0-1,-8 6,11-11,-245 266,250-271,1-3,0 0,1 1,-1-1,1 0,-1 0,1 1,0-1,-1 1,1-1,0 1,0 0,0-1,0 1,0 0,1 0,-1-1,0 1,1 0,-1 0,1 0,0 0,0 0,0 0,0 0,0 0,0 0,0 0,0 0,1 0,-1 0,1-1,0 1,-1 0,1 0,0 0,0-1,0 1,1 1,6-1,0 0,0 0,-1-1,1 0,0 0,0-1,0 0,0 0,5-1,66-9,-1-3,0-4,58-21,-39 5,-70 20</inkml:trace>
  <inkml:trace contextRef="#ctx0" brushRef="#br0" timeOffset="73784.97">6203 3229,'-4'-5,"11"-1,24 0,28-1,32-2,26-1,17 1,7 2,-21 2</inkml:trace>
  <inkml:trace contextRef="#ctx0" brushRef="#br0" timeOffset="74316.905">7299 3857,'-6'5,"0"1,0 0,0 0,1 0,-1 1,2-1,-1 1,1 1,0-1,0 1,1-1,0 1,0 0,1 0,0 0,1 0,-1 0,2 1,-1-1,1 0,0 1,1-1,0 0,0 1,1-1,0 0,0 0,1 0,0-1,1 1,0 1,5-1,0 0,0 0,1-1,0 0,0 0,1-2,0 1,0-1,0-1,0 0,1 0,0-1,-1-1,1 0,0 0,1-1,-1-1,0 0,0-1,0 0,0-1,0 0,-1-1,6-2,-10 4,-1 0,1-1,0-1,-1 1,1-1,-1 0,0 0,0-1,0 1,0-1,0-1,-1 1,0-1,0 0,0 0,-1-1,0 1,0-1,0 0,-1 0,1 0,-1-1,-1 1,0-1,1 0,-2 1,1-1,-1 0,0 0,-1 0,1 0,-2 0,1 0,-1 0,0 0,0 0,0 0,-1 0,-4-4,0 0,-1 1,0 0,0 0,-1 1,-1 0,1 0,-1 1,-1 1,1-1,-2 1,1 1,0 0,-1 0,0 1,-1 0,1 1,-1 1,0 0,0 0,0 1,0 0,0 1,0 1,0 0,-10 1,15 0,1 1,-1-1,1 1,0 0,0 1,0-1,0 1,0 0,1 1,-1-1,1 1,0 0,0 1,-3 2,6-5,0 0,0 1,0-1,1 1,-1-1,1 1,-1 0,1 0,0-1,0 1,0 0,1 0,-1 0,1 0,-1 0,1 0,0 0,0 0,1 0,-1 0,0 0,1 0,0 0,0 0,0 0,0 0,0 0,0-1,1 1,-1-1,1 1,0 0,29 28,4-5</inkml:trace>
  <inkml:trace contextRef="#ctx0" brushRef="#br0" timeOffset="74589.189">7928 4004,'679'-50,"288"32,-922 17,711 18,-662-6,-80-2,-26-6</inkml:trace>
  <inkml:trace contextRef="#ctx0" brushRef="#br0" timeOffset="75356.999">6323 5033,'28'-7,"0"1,0 1,1 1,-1 1,1 2,15 1,-41 0,0-1,0 1,1-1,-1 1,0 0,0 0,1 0,-1 1,0-1,0 1,0-1,0 1,0 0,0 1,0-1,0 0,0 1,0 0,0-1,-1 1,1 0,-1 0,0 1,1-1,-1 0,0 1,0 0,0-1,-1 1,1 0,-1 0,0 0,1 2,-4 4,-2 0,1 0,-1 0,-1-1,0 0,0 0,0 0,-1 0,0-1,-1 0,1 0,-1-1,-1 0,1 0,-1-1,-2 1,-99 71,108-77,0 0,1 1,-1-1,0 0,0 1,0-1,1 1,-1-1,0 1,0-1,1 1,-1 0,0-1,1 1,-1 0,1 0,-1-1,1 1,-1 0,1 0,0 0,-1-1,1 1,0 0,0 0,0 0,-1 0,1 0,0 0,0 0,0 0,0-1,1 1,-1 0,0 0,0 0,0 0,1 0,-1 0,1-1,-1 1,0 0,1 0,-1-1,1 1,0 0,-1 0,1-1,0 1,-1-1,1 1,0-1,-1 1,1-1,0 1,0-1,0 1,0-1,-1 0,1 0,0 1,0-1,0 0,0 0,0 0,173 53,-162-47,0 0,0 0,0 2,-1-1,-1 1,1 1,-1 0,6 7,-13-13,-1 0,1 0,-1 0,1 0,-1 0,0 1,0-1,-1 1,1 0,-1-1,0 1,0 0,0 0,0 0,-1 0,1 0,-1 0,0 0,0 0,-1 0,1-1,-1 1,0 0,0 0,0 0,-1 0,1-1,-1 1,0-1,0 1,0 0,-11 10,-1 0,-1-1,1-1,-2 0,0-1,0 0,-1-1,0-1,-1-1,0-1,0 0,-1-1,0-1,-4 3,-1-1,0-1,0-2,-1 0,1-1,-1-2,1 0,-3-2,-26-5</inkml:trace>
  <inkml:trace contextRef="#ctx0" brushRef="#br0" timeOffset="75615.84">6270 4846,'-16'0,"-8"0,6 0,12 3,18 2,26 1,26-1,28-4,23-3,19-5,15 0,3-2,-23 1</inkml:trace>
  <inkml:trace contextRef="#ctx0" brushRef="#br0" timeOffset="76131.341">7407 5354,'-9'13,"1"1,1 0,0 1,1-1,0 1,2 0,0 1,0-1,1 1,1 0,0 13,2-22,0 0,0-1,1 1,-1 0,2-1,-1 1,1-1,0 1,0-1,0 0,1 0,0 0,0 0,1-1,0 1,0-1,0 0,0 0,1 0,0 0,0-1,0 0,1 0,-1 0,1-1,0 0,0 0,0 0,0-1,3 1,1-1,-1 0,0 0,1-1,-1 0,1-1,-1 0,1 0,-1-1,0 0,1-1,-1 0,0 0,0-1,0-1,0 1,0-1,-1-1,0 0,0 0,0 0,-1-1,1 0,-1-1,-1 1,1-1,-1-1,0 1,-1-1,0 0,0 0,-1-1,0 1,0-1,-1 0,0 0,-1 0,0-1,0 1,-1 0,0-1,-1 1,0-1,0 1,-1-1,0 1,-1-2,-1 3,0 1,0-1,0 1,-1 0,0 1,-1-1,1 1,-1-1,-1 1,1 1,-1-1,0 1,0 0,0 0,-1 1,1 0,-1 0,0 1,-1-1,1 1,-1 1,1 0,-1 0,0 0,1 1,-1 0,0 1,0-1,0 2,0-1,0 1,0 0,1 1,-1 0,0 0,1 0,0 1,-1 0,1 1,0 0,0 0,1 0,0 1,-1 0,1 0,1 0,-1 1,-1 2,5-4,-1-1,1 1,0 0,0 0,0 1,0-1,1 0,0 1,0-1,0 0,0 1,1 0,-1-1,1 1,1-1,-1 1,0-1,1 1,0-1,0 1,1-1,-1 0,1 0,0 1,0-1,0 0,2 2,22 27</inkml:trace>
  <inkml:trace contextRef="#ctx0" brushRef="#br0" timeOffset="76386.621">7982 5474,'24'0,"30"0,32 0,38 0,41-2,39-3,35-3,31-3,23-1,15 1,0 0,-12 2,-21 3,-31 4,-41 8,-48 4,-50 1</inkml:trace>
  <inkml:trace contextRef="#ctx0" brushRef="#br0" timeOffset="77202.139">6377 6236,'2'14,"0"0,0 0,-1 0,-1 0,-1 1,0-1,0 0,-2 0,0 3,0-2,-67 293,68-299,-8 46,10-54,0 0,0 1,0-1,0 0,0 0,0 1,0-1,0 0,0 0,1 1,-1-1,0 0,1 0,-1 0,1 0,0 0,-1 0,1 1,0-1,0-1,-1 1,1 0,0 0,0 0,0 0,0-1,0 1,0 0,0-1,1 1,-1-1,0 1,0-1,0 0,1 1,-1-1,1 0,6-1,0 0,0 0,0-1,-1 0,1 0,0-1,-1 0,0-1,0 1,0-1,0-1,0 0,4-1,16-9,-2-2,0 0,-1-2,-1 0,0-2,6-9,-17 19,-18 27,-8 27,1 0,3 1,2 0,1 1,3 0,1 0,2 0,3 5,-2-15</inkml:trace>
  <inkml:trace contextRef="#ctx0" brushRef="#br0" timeOffset="77452.004">6003 6156,'27'-4,"32"-2,31-5,25 1,18-2,11 3,4 1,-5 3,-26 3</inkml:trace>
  <inkml:trace contextRef="#ctx0" brushRef="#br0" timeOffset="77901.438">7220 6704,'-6'1,"1"0,0 0,0 0,0 1,0-1,1 2,-1-1,0 0,1 1,0 0,-1 0,1 0,0 0,0 1,1-1,-1 1,1 0,0 1,0-1,0 0,1 1,-1-1,1 1,0 0,0 0,1 0,0 0,0 0,0 0,0 0,1 0,-1 1,1-1,1 0,-1 0,1 0,0 0,0 0,2 4,5 3,0 0,1-1,1 0,0 0,0-1,1 0,0-1,1 0,0-1,0 0,1-1,0-1,0 0,1 0,-1-2,1 1,0-2,1 0,-1 0,3-2,4 3,0-2,0 0,0-2,0 0,0-1,0-2,16-3,-29 5,1-1,-1-1,0 1,0-1,-1 0,1-1,0 0,-1 0,0-1,0 0,0 0,-1 0,0-1,0 0,0 0,-1-1,0 1,0-1,0-1,1-3,-4 6,0 0,0-1,0 1,-1 0,0 0,0-1,-1 1,1-1,-1 1,-1-1,1 1,-1-1,1 1,-2 0,1-1,0 1,-1 0,0 0,0 0,-1 0,0 0,1 1,-2-1,1 1,0-1,-1 1,0 0,-2-2,-5-3,1 0,-1 1,-1 0,0 1,0 0,0 0,-1 2,0-1,0 2,-11-3,12 4,0 0,0 1,0 0,-1 1,1 0,0 1,-1 1,1 0,0 0,0 1,0 1,0 0,0 1,0 0,1 1,0 0,0 0,0 2,1-1,-1 1,2 1,-1 0,1 0,-2 2,9-6,0-1,-1 1,1-1,0 1,1 0,-1 0,1 0,-1-1,1 2,1-1,-1 0,0 0,1 0,0 0,0 0,0 1,1-1,0 4,10 26</inkml:trace>
  <inkml:trace contextRef="#ctx0" brushRef="#br0" timeOffset="78153.765">7780 6811,'25'-2,"29"-3,35-4,36-1,40-2,37-4,35 0,29-4,22 1,14 1,1 3,-8 5,-20 3,-27 4,-33 4,-53 2</inkml:trace>
  <inkml:trace contextRef="#ctx0" brushRef="#br0" timeOffset="78906.343">6110 7813,'7'19,"6"12,6 10,5 5,2 2,-1-3,0-5,-2-4,-5-6,-4-7,-8-6,-9-6,-12-6,-10-7,-10-9,-3-8,5-2</inkml:trace>
  <inkml:trace contextRef="#ctx0" brushRef="#br0" timeOffset="79157.319">6123 7761,'16'-5,"14"-3,16-6,14-4,9-2,8 1,2 1,-6 1,-11 4,-16 3</inkml:trace>
  <inkml:trace contextRef="#ctx0" brushRef="#br0" timeOffset="79320.88">5962 7413,'-22'0,"-15"0,-6 0,3 0,15 0,22 0,31-2,33-4,31-4,27-6,23-2,13 0,2 0,-26 4</inkml:trace>
  <inkml:trace contextRef="#ctx0" brushRef="#br0" timeOffset="80067.289">7340 7974,'-20'7,"0"1,1 0,1 2,-1 0,-12 9,25-14,0-1,0 1,0 0,0 0,1 1,0 0,0 0,0 0,1 1,0-1,0 1,1 0,0 0,0 0,0 1,0 6,2-10,1 0,0 1,0-1,0 1,0-1,1 0,0 1,0-1,0 0,0 0,1 1,-1-1,1 0,0 0,0-1,1 1,-1 0,1-1,0 1,0-1,0 0,0 0,1 0,-1-1,1 1,2 1,6 3,1 0,0-1,0 0,0 0,1-2,0 0,7 1,1 0,-1 0,0-2,1-1,0-1,0 0,-1-2,1 0,0-2,-1 0,0-1,1-2,-2 0,1-1,4-3,-21 8,0 1,-1-1,0 0,1 0,-1 0,0 0,0-1,0 0,0 1,-1-1,1 0,-1 0,0 0,1-1,-1 1,-1 0,1-1,0 1,-1-1,0 0,0 1,0-1,0 0,-1 0,1 0,-1 0,0 0,0 1,-1-1,1 0,-1 0,0 0,0 0,0 1,0-1,0 0,-2-1,-6-7,0 1,-1 0,0 1,0 0,-1 0,0 1,-1 1,0 0,0 1,-1 0,0 0,0 2,-1-1,0 2,0 0,0 1,-12-2,20 3,1 0,-1 1,0-1,0 1,0 0,0 1,0 0,0 0,0 0,0 0,0 1,1 0,-1 0,0 1,0 0,1 0,-1 0,1 1,-1-1,1 1,0 0,0 1,0 0,1-1,-1 1,0 1,4-2,0-1,0 0,0 0,1 1,-1-1,1 1,-1-1,1 1,0-1,0 0,0 1,0-1,0 1,1-1,-1 1,1-1,-1 0,1 1,0-1,0 0,0 1,0-1,0 0,1 0,-1 0,1 0,-1 0,1 0,0-1,0 1,0-1,66 42,-19-24</inkml:trace>
  <inkml:trace contextRef="#ctx0" brushRef="#br0" timeOffset="80316.624">7982 8135,'20'-7,"21"-2,23-2,31-1,33-1,36 1,33 4,31 0,26 2,21 1,13 2,3 2,-7 0,-15 4,-22 0,-30 0,-52 0</inkml:trace>
  <inkml:trace contextRef="#ctx0" brushRef="#br0" timeOffset="81118.375">6364 8963,'-12'-1,"0"0,0 0,0 1,0 1,0 0,0 0,0 1,0 1,0 0,1 1,0 0,-1 0,2 1,-1 1,0 0,1 1,0-1,1 2,0-1,0 2,0-1,1 1,0 0,1 1,0 0,1 0,0 0,0 1,1 0,0 0,0 4,0 2,1-1,0 1,2 0,0 0,1 0,0 0,2 0,0 1,1-1,2 11,-1-18,-1 0,1 0,0-1,1 1,0-1,1 0,0 0,0-1,1 1,0-1,1 0,-1-1,2 0,-1 0,1 0,0-1,0 0,6 3,-11-7,1 0,-1 1,1-1,0-1,-1 1,1 0,0-1,0 0,0 0,0 0,0-1,0 1,0-1,0 0,1 0,-1 0,0-1,0 1,0-1,0 0,0 0,0 0,0-1,-1 0,1 1,0-1,-1 0,1-1,-1 1,0-1,0 0,0 1,0-1,0 0,-1-1,1 1,-1 0,0-1,0 0,0 1,0-2,-1 2,0-1,0 1,0-1,0 1,-1-1,1 0,-1 0,0 1,0-1,-1 0,1 1,-1-1,0 0,0 1,0-1,0 1,0-1,-1 1,0 0,0-1,0 1,0 0,0 0,0 0,-1 1,0-1,1 1,-1-1,0 1,0 0,0 0,0 0,-1 0,1 1,-1-1,1 1,-1 0,1 0,-1 0,1 0,-1 1,0 0,0-1,1 1,-1 1,0-1,1 0,-1 1,0 0,1 0,-1 0,-1 1,0 0,0 1,-1 0,1 0,0 0,0 1,1-1,-1 1,1 0,0 1,0-1,0 1,0 0,1 0,0 0,0 0,0 1,-1 3,-4 12</inkml:trace>
  <inkml:trace contextRef="#ctx0" brushRef="#br0" timeOffset="81374.209">6042 8697,'7'-3,"16"0,20 0,20 1,21 0,14 1,8 0,3 1,-18 0</inkml:trace>
  <inkml:trace contextRef="#ctx0" brushRef="#br0" timeOffset="82302.307">7205 9137,'-8'0,"0"-1,-1 1,1 1,0 0,-1 0,1 0,0 1,0 0,0 1,0 0,1 0,-1 1,1 0,-1 0,1 1,1-1,-1 2,1-1,0 1,0 0,0 0,1 0,0 1,0 0,1 0,-1 0,2 1,-1-1,1 1,0 0,1 0,0 0,0 0,0 8,2-9,0-1,0 1,1-1,0 1,0-1,1 1,0-1,0 0,0 0,1 0,0 0,0 0,1-1,-1 1,1-1,0 0,1 0,-1 0,1-1,0 1,0-1,1 0,-1-1,1 1,0-1,-1 0,1-1,1 1,8 2,1 1,0-2,0 0,1-1,-1 0,1-2,-1 0,1 0,0-2,10-1,-11 0,0-1,0-1,-1 0,1-1,-1-1,0 0,-1-1,12-7,-21 11,0 0,0-1,0 1,0-1,0 0,-1-1,1 1,-1-1,0 0,-1 0,1 0,-1 0,0-1,-1 1,1-1,-1 0,0 0,0 0,-1 0,0 0,0 0,0 0,-1 0,0-1,-2-2,0 1,-1-1,0 1,0-1,-1 1,0 0,-1 0,0 1,0-1,0 1,-1 0,0 1,-1-1,1 1,-1 1,-1-1,1 1,-1 0,1 1,-1 0,-1 0,1 0,-1 1,1 1,-1-1,0 1,0 1,1 0,-1 0,0 1,-1 0,1 0,1 1,-1 0,-2 1,5 0,1-1,-1 1,1 0,0 0,0 1,0 0,0 0,0 0,1 0,-1 1,1-1,0 1,0 0,-3 5,5-7,0 0,1 1,0-1,-1 0,1 0,0 1,0-1,0 1,1-1,-1 1,1 0,-1-1,1 1,0-1,0 1,0 0,0-1,0 1,1-1,-1 1,1 0,0-1,0 1,0-1,0 0,0 1,0-1,0 0,1 0,0 1,-1-1,1 0,0 0,31 24,6-5</inkml:trace>
  <inkml:trace contextRef="#ctx0" brushRef="#br0" timeOffset="82515.739">7767 9285,'28'-7,"28"-7,36-3,42-3,46-1,47 1,47 2,40 1,32 2,24 3,8 4,-4 3,-15 5,-28 4,-38 2,-69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12.6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391 2,'-20'0,"-42"-1,0 3,0 3,-35 7,16 10,74-17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13.6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1,'-1'1,"0"1,0-1,0 0,-1 0,1 0,-1 0,1 0,-1 0,1 0,-1-1,1 1,-1 0,0-1,1 0,-1 1,0-1,0 0,1 0,-1 0,0 0,0 0,1 0,-2 0,0 0,-176 32,98-13,59-11,32 5,0-7,-1-1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21.1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262 1,'-24'0,"-12"-1,0 2,1 1,-1 1,1 3,-18 4,47-2,8-4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34.9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45.79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54,'20'19,"276"397,-214-295,-42-65,2-1,2-2,3-2,18 14,-50-54,-14-28,-13-8,-3-2</inkml:trace>
  <inkml:trace contextRef="#ctx0" brushRef="#br0" timeOffset="263.024">495 0,'-7'0,"-4"10,-3 13,-6 20,-6 20,-8 20,-9 19,-9 14,-7 9,-3 0,5-9,10-17,13-24,19-24,12-21</inkml:trace>
  <inkml:trace contextRef="#ctx0" brushRef="#br0" timeOffset="797.116">508 590,'19'-17,"0"1,0 0,2 2,0 0,0 2,1 0,1 2,0 0,0 1,1 2,14-3,-34 8,-1 1,1 0,0 0,-1 0,1 0,0 0,0 1,-1 0,1 0,0 0,0 0,0 1,-1-1,1 1,0 0,0 0,-1 0,1 1,-1-1,1 1,-1 0,0 0,0 0,0 0,0 1,0-1,0 1,2 3,-4 1,1 1,-1 0,-1 0,0 0,0-1,0 1,-1 0,0 0,-1 0,1-1,-2 1,1-1,-1 1,0-1,0 0,-1 0,0 0,-3 2,-18 35,-3-2,-1-1,-32 34,-51 72,112-146,-2 0,1 0,-1 1,1-1,-1 0,1 1,0-1,0 1,0 0,-1-1,2 1,-1 0,0 0,0-1,1 1,-1 0,0 0,1 0,0 0,0 0,-1 0,1 0,0 0,1 0,-1 0,0 0,0 0,1 0,-1-1,1 1,0 0,0 0,-1 0,1 0,0-1,0 1,1-1,-1 1,0-1,1 1,-1-1,1 1,7 1,0 0,1-1,-1 0,1-1,-1 0,1 0,0-1,-1 0,1-1,-9 1,108-7,-1-5,62-16,-96 16,-5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31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697 1861,'30'-42,"-5"20,0 1,2 2,0 0,2 1,0 2,0 1,2 2,-1 0,2 3,0 0,1 2,7-4,0 2,1 2,35-3,-62 10,1 0,0 2,-1-1,1 2,-1 0,1 0,-1 1,0 1,0 1,-1 0,1 0,9 7,22 15,2-1,0-3,2-1,0-3,1-2,23 4,-68-19,-1-1,1 0,-1 0,1 0,0 0,-1-1,1 0,0 0,0 0,-1 0,1-1,0 1,-1-1,1-1,-1 1,1-1,-1 1,1-1,-1-1,0 1,0-1,0 1,0-1,-1 0,1 0,-1-1,0 1,0-1,0 1,0-1,1-3,55-148,-59 154,0 0,0 1,0-1,0 0,1 0,-1 0,0 0,0 1,1-1,-1 0,0 0,1 0,-1 1,1-1,-1 0,1 1,0-1,-1 0,1 1,-1-1,1 1,0-1,0 1,-1-1,1 1,0 0,0-1,0 1,-1 0,1 0,0-1,0 1,0 0,0 0,-1 0,1 0,0 0,0 0,0 0,0 1,0-1,-1 0,1 0,0 1,0-1,0 0,-1 1,1-1,0 1,0-1,-1 1,1-1,0 1,-1-1,1 1,-1 0,1-1,-1 1,1 1,60 136,-46-119,0-1,1 0,1-1,1-1,0-1,1 0,1-1,0-2,0 0,10 3,-28-13,0-1,1 1,-1-1,1 0,-1 0,1 0,-1 0,1 0,-1-1,1 1,0-1,-1 0,1 0,0 0,-1 0,1 0,0 0,-1-1,1 0,0 1,-1-1,1 0,-1 0,1 0,-1 0,0-1,1 1,-1-1,0 1,0-1,0 0,0 0,0 0,0-1,9-7,1 0,0 0,0 2,1-1,0 1,0 1,1 1,0 0,0 0,1 2,-1-1,1 2,5-1,32-3,1 3,-1 1,13 4,-40-1,455 3,-464-4,0 0,0 1,0 1,0 1,0 0,-1 1,1 1,-1 0,1 1,-1 1,-1 0,1 1,-1 1,0 0,-1 1,0 1,-1 0,1 0,-2 1,0 1,0 0,5 8,2 16,-3 0,-1 1,-2 1,-1 0,-2 0,-2 1,-1 0,-3 1,0 17,0 14,-2-47</inkml:trace>
  <inkml:trace contextRef="#ctx0" brushRef="#br0" timeOffset="869.393">2328 1232,'39'-15,"1"0,0 3,0 1,1 2,1 2,-1 2,13 0,18 9,-70-4,0 0,-1 1,1-1,0 0,-1 1,1-1,-1 1,1-1,-1 1,1 0,-1-1,0 1,1 0,-1 0,0 0,1 0,-1 0,0 0,0 1,0-1,0 0,0 1,0-1,-1 0,1 1,0-1,-1 1,1-1,-1 1,1 0,-1-1,0 1,0-1,1 1,-1 0,0-1,-1 1,1 0,0-1,0 1,-1 0,-4 6,0 0,0 0,-1 0,0 0,0-1,-1 0,1-1,-2 0,1 0,-1 0,0-1,0 0,0 0,-7 2,-19 11,63-11,0-7,-8-2,0 2,0 1,0 0,0 2,0 0,0 1,-1 2,6 1,-24-6,0-1,1 1,-1 0,0 0,0 0,0 0,0 0,0 0,0 0,0 1,0-1,0 1,-1-1,1 1,0 0,-1 0,1 0,-1 0,0 0,0 0,0 0,0 0,0 0,0 0,-1 1,1-1,-1 0,1 1,-1-1,0 0,0 1,0-1,0 0,0 1,-1 1,-5 3,0 1,0-2,-1 1,0-1,-1 0,1 0,-1 0,0-1,0-1,-1 0,1 0,-7 2,13-5,-9 5,1-1,-1-1,0 0,-1 0,1-1,-1-1,1 0,-10 0,10-3</inkml:trace>
  <inkml:trace contextRef="#ctx0" brushRef="#br0" timeOffset="1305.231">3037 1072,'33'40,"2"-2,1-1,2-2,28 19,-30-31,-36-23,1 1,-1-1,1 0,0 0,-1 0,1 1,0-1,-1 0,1 0,0 0,0 0,-1 0,1 0,0 0,-1 0,1 0,0 0,-1-1,1 1,0 0,-1 0,1-1,0 1,-1 0,1-1,-1 1,1 0,-1-1,1 1,-1-1,1 1,-1-1,1 1,-1-1,0 0,1 1,-1-1,0 0,1 1,-1-1,0 1,0-1,0 0,1 0,-1 1,0-1,0 0,0 1,0-1,0 0,0 1,-1-1,1 0,0 1,0-2,-3-15,0 1,-1-1,0 1,-2-1,0 1,0 1,-2-1,0 0,-4-9,6 13,4 11,1-1,-1 0,1 1,-1-1,1 0,-1 0,1 0,0 0,0 0,0 0,0 0,1 0,-1 0,0 0,1 0,0-1,-1 1,1 0,0 0,0-1,0 1,0 0,1 0,-1-1,1 1,-1 0,1 0,0 0,0 0,0 0,0 0,0 0,0 0,1 0,-1 0,0 1,1-1,0 0,-1 1,1-1,0 1,0 0,1-1,26-4,3 3</inkml:trace>
  <inkml:trace contextRef="#ctx0" brushRef="#br0" timeOffset="2130.001">3638 1018,'-33'-1,"22"0,1 0,0 1,0 0,-1 1,1 0,0 1,0 0,0 0,-3 2,10-1,-1 1,1 0,-1 0,1 0,0 0,1 0,-1 1,1-1,-1 1,1-1,1 1,-1 0,1 0,0 0,0 0,0 0,1 0,-1 0,1 0,1 0,-1 0,1 1,0-1,0 0,0-1,1 1,-1 0,1 0,0-1,1 1,2 4,-4-7,0 1,0 0,1-1,-1 1,1-1,-1 1,1-1,0 0,0 1,0-1,0 0,0-1,0 1,1 0,-1 0,1-1,-1 0,1 1,0-1,-1 0,1 0,0 0,0-1,0 1,0-1,0 0,-1 1,1-1,0 0,0-1,0 1,0-1,0 1,0-1,-1 0,1 0,0 0,0 0,-1 0,1-1,-1 1,1-1,-1 0,0 0,0 0,1 0,3-6,0 0,-1-1,0 1,0-1,-1 0,0 0,-1-1,0 1,0-1,-1 0,0 0,-1 0,0 0,0 0,-1 0,-1-7,1 22,1 0,1 1,-1-1,1 0,0 0,0 0,0 0,1 0,0 0,0-1,0 1,0-1,1 0,0 0,-1 0,1 0,1-1,-1 0,1 0,-1 0,1 0,0-1,0 1,0-1,0 0,0-1,1 0,-1 1,0-2,1 1,-1 0,1-1,-1 0,1-1,-1 1,1-1,3-1,-4 0,0 0,0-1,0 1,0-1,-1 0,1-1,-1 1,0-1,0 0,0 0,0 0,-1 0,1-1,-1 1,0-1,-1 0,1 0,-1 0,0 0,0-1,0 1,-1-1,0 1,0-1,-1 1,2-8,-1 1,-1-1,0 0,-1 0,0 1,-1-1,-1 1,0 0,0-1,-4-5,-24-47,32 64,-1 0,1 1,0-1,0 0,0 1,-1-1,1 1,0-1,0 1,0 0,0-1,0 1,0 0,0 0,0 0,0 0,0-1,0 1,0 1,0-1,0 0,0 0,0 0,0 0,0 1,0-1,0 0,0 1,0-1,0 1,0-1,0 1,-1 0,3-1,50 13,-25-7,1 1,-1 1,0 2,19 9,-41-15,1 0,-1 0,0 1,0 0,0 0,-1 0,0 1,0 0,0 0,-1 0,0 0,0 1,-1 0,1-1,-1 1,-1 1,0-1,0 0,0 1,-1-1,1 4,-2-8,0 0,0 0,1-1,-1 1,1 0,0-1,0 1,0-1,0 1,0-1,0 1,1-1,-1 0,1 0,-1 1,1-1,0 0,0 0,0-1,0 1,0 0,1-1,-1 1,0-1,1 0,-1 0,1 0,-1 0,1 0,0 0,-1-1,1 0,0 1,-1-1,1 0,0 0,0 0,-1-1,1 1,1-1,6-2,1 0,-1-1,0 0,0-1,-1 0,1-1,-1 0,0 0,0-1,-1 0,0 0,-1-1,1 0,-1-1,-1 1,0-1,0-1,0 1,-2-1,1 0,-1 0,0 0,-1-1,0 1,0-9,-2 16,0-1,0 0,0 0,-1 0,1 0,-1 0,0 0,0 0,0-1,-1 1,0 0,1 0,-1 0,-1 0,1 0,-2-3,-7 31,13 76,-2-96,0 0,0-1,0 1,0-1,0 1,1-1,0 1,-1-1,1 0,1 0,-1 0,0 0,1 0,0 0,-1-1,1 1,0-1,0 0,0 0,1 0,-1 0,0-1,1 1,-1-1,2 0,15 4</inkml:trace>
  <inkml:trace contextRef="#ctx0" brushRef="#br0" timeOffset="2382.352">4320 511,'16'16,"5"5</inkml:trace>
  <inkml:trace contextRef="#ctx0" brushRef="#br0" timeOffset="3290.571">4895 791,'-2'-1,"-15"-9,0 2,0 0,-1 2,1-1,-2 2,1 1,-17-3,30 8,0-1,1 1,-1 0,1 0,-1 1,1-1,0 1,-1 0,1 0,0 1,0-1,0 1,1 0,-1 0,1 0,-1 0,1 0,0 1,0 0,1 0,-1 0,1 0,0 0,0 0,0 0,1 1,-1-1,1 1,0-1,0 1,1-1,-1 1,1 0,0-1,1 5,-2-5,1-1,-1 1,1-1,0 1,0-1,1 1,-1-1,1 0,0 1,0-1,0 1,0-1,0 0,1 0,-1 0,1 0,0 0,0 0,0 0,1-1,-1 1,1-1,-1 1,1-1,0 0,0 0,0 0,0 0,0-1,0 1,0-1,0 0,1 0,-1 0,1 0,-1-1,0 1,1-1,-1 0,1 0,-1 0,1-1,-1 1,1-1,-1 0,1 0,2-1,4-2,1-1,-1 0,0-1,0 0,-1 0,1-1,-1-1,-1 1,0-2,0 1,0-1,-1 0,0 0,-1-1,0 0,-1 0,0-1,0 1,-1-1,-1 0,0 0,0 0,-1-1,0-7,-3 7,-3 17,-3 22,6 62,2-86,-1-1,1 1,-1 0,1-1,0 1,0-1,0 0,0 1,0-1,0 0,1 0,-1 0,1 1,0-2,0 1,0 0,0 0,0 0,0-1,0 1,0-1,0 0,1 0,-1 0,1 0,-1 0,1 0,-1-1,1 1,-1-1,1 1,2-1,-1 0,0-1,0 1,0-1,0 0,0 0,0 0,0 0,-1-1,1 0,0 0,-1 0,1 0,-1 0,0-1,0 1,0-1,0 0,0 0,0 0,-1 0,1-1,-1 1,0-1,0 1,1-5,28-101,-24 32,-3-2,-4 1,-3 0,-13-73,11 116,2 23,0 22,3 25,1 0,1 0,3-1,0 1,3-1,0-1,2 1,2-2,1 1,1-2,2 0,1 0,19 24,-32-49,-4-5,0 0,0 0,0 1,1-1,-1 0,0 0,1 0,-1 1,1-1,-1 0,1 0,0 0,0 0,-1 0,1 0,0 0,0 0,0 0,0-1,0 1,0 0,0-1,0 1,0 0,1-1,-1 1,0-1,0 0,0 1,1-1,-1 0,0 0,0 0,1 0,-1 0,0 0,1 0,-1 0,0 0,0-1,1 1,-1-1,0 1,0-1,0 1,0-1,1 1,21-38,27-27,-47 63,-1 0,1 0,0 0,0 0,0 1,0-1,0 1,0 0,0 0,1 0,-1 0,0 0,1 1,-1-1,0 1,1 0,-1 0,1 0,-1 1,0-1,1 1,-1 0,0 0,0 0,1 0,-1 0,0 1,0 0,0-1,0 1,-1 0,1 0,-1 1,1-1,1 2,2 5,0-1,-1 1,0 0,-1 1,0-1,0 1,-1-1,0 1,0 0,-2 1,1-1,-1 0,0 9,-1-17,1-1,-1 0,0 0,0 1,1-1,-1 1,0-1,0 0,0 1,0-1,-1 0,1 1,0-1,-1 0,1 1,-1-1,1 0,-1 0,1 0,-1 1,0-1,0 0,1 0,-1 0,0 0,0 0,0 0,0 0,0-1,0 1,-1 0,1 0,0-1,0 1,-1-1,1 1,0-1,0 0,-1 1,1-1,0 0,-1 0,1 0,-1 0,1 0,0 0,-1 0,1-1,0 1,-1 0,1-1,0 1,0-1,-2 0,-1-3,1-1,-1 1,1-1,0 0,0 0,0 0,1 0,0-1,0 1,0-1,0 1,1-1,0 0,0 1,1-1,0 0,0 0,0 0,0 1,1-1,0 0,0 1,1-1,0-1,1-4,0 1,0-1,1 1,1-1,-1 1,2 0,-1 1,2-1,-1 1,1 1,0-1,1 1,0 0,0 1,1 0,0 0,0 1,0 0,9-3,-17 8,1 0,-1 1,1-1,-1 1,1-1,-1 1,1 0,0 0,-1 0,1 0,0 0,-1 0,1 0,-1 0,1 0,0 1,-1-1,1 1,-1-1,1 1,-1 0,1-1,-1 1,0 0,1 0,-1 0,0 0,1 0,-1 1,0-1,0 0,0 0,0 1,0-1,-1 1,1-1,0 1,-1-1,1 1,-1-1,1 1,-1-1,0 1,1 0,-1-1,0 1,0 0,0 0,4 70,-5-60,1 0,1 0,0 0,0 0,1 0,1 0,0-1,4 10,-6-18,0-1,1 1,-1-1,0 0,1 0,0 0,0 0,-1 0,1 0,0 0,0-1,1 1,-1-1,0 1,0-1,1 0,-1 0,1 0,-1 0,1 0,0-1,-1 1,1-1,-1 0,1 1,0-1,-1-1,1 1,0 0,-1 0,1-1,0 0,-1 1,1-1,-1 0,1 0,-1-1,0 1,0 0,2-2,16-12</inkml:trace>
  <inkml:trace contextRef="#ctx0" brushRef="#br0" timeOffset="3533.953">5483 149,'5'5,"8"3,9 3,0 0</inkml:trace>
  <inkml:trace contextRef="#ctx0" brushRef="#br0" timeOffset="3952.942">5898 417,'13'-14,"0"-1,0 0,-2 0,0-1,-1-1,0 0,-1 0,-1-1,-1 0,-1-1,0 1,-1-1,-1 0,1-19,-4 33,0-1,-1 1,1 0,-1 0,0 0,-1 0,1 0,-1 0,0 0,0 0,-1 0,0 0,1 1,-2-1,1 0,0 1,-1 0,0-1,0 1,0 0,0 0,-1 1,0-1,0 1,0 0,0 0,0 0,0 0,-1 1,1 0,-1 0,0 0,0 0,0 1,0 0,0 0,0 0,-4 0,4 2,0-1,0 1,0 0,0 0,1 1,-1 0,1-1,-1 2,1-1,0 0,-1 1,1 0,1 0,-1 0,0 0,1 1,-1-1,1 1,0 0,0 0,1 0,-1 0,1 0,0 1,0-1,0 1,-4 12,1 0,0 0,1 0,1 1,0-1,1 11,-1-7,2 0,1 1,0-1,2 0,0 0,2 0,0 0,1 0,1-1,1 1,1-2,0 1,2-1,0-1,1 1,1-2,1 0,0 0,2-1,-1-1,2 0,0-1,1-1,0 0,1-2,0 0,7 3,-17-11,1 1,0-1,0-1,0 0,0 0,1 0,-1-2,0 1,1-1,-1 0,1-1,-1 0,0 0,0-1,0 0,0-1,0 0,0-1,0 1,-1-2,0 1,0-1,0 0,0-1,-1 0,0 0,0-1,-1 1,5-8,-4 5,0 1,-1-2,0 1,-1-1,0 0,-1 0,0 0,0-1,-1 1,0-1,-1 0,0 0,-1 0,0 0,-1 0,0 0,-2-11,2 21,0-1,-1 1,1 0,0-1,-1 1,1-1,-1 1,1 0,-1-1,0 1,1 0,-1 0,0 0,0-1,0 1,0 0,0 0,0 0,0 0,0 1,0-1,-1 0,1 0,0 1,-1-1,1 1,0-1,-1 1,1-1,0 1,-1 0,1 0,-1 0,1 0,-1 0,1 0,-1 0,1 0,0 0,-1 1,1-1,-1 1,1-1,0 1,-52 39,50-35,-1-1,1 1,0-1,0 1,1 0,0 0,0 0,0 0,0 1,1-1,0 0,0 1,0-1,1 1,0-1,0 1,0-1,0 1,1-1,0 1,1-1,-1 1,1-1,0 0,0 0,0 0,1 0,2 4,5-1,-1 0,1-1,1 0,-1-1,1 0,0-1,1 0,-1 0,1-2,0 1,0-1,0-1,0 0,1-1,-1 0,0-1,11-1,80 3</inkml:trace>
  <inkml:trace contextRef="#ctx0" brushRef="#br1" timeOffset="136905.757">1219 2048,'-25'-12,"0"2,-1 1,-1 0,1 2,-1 1,0 2,0 0,-1 2,-19 0,26 1,-1 1,1 1,0 1,-1 0,1 2,0 0,1 2,-1 0,1 1,0 1,1 1,0 1,0 0,1 1,1 2,-1-1,2 2,0 0,1 1,0 1,1 0,1 1,1 1,0 0,1 0,1 1,1 0,-2 7,3 4,2-1,0 1,2 1,1-1,2 0,1 1,1-1,1 1,2-1,1 0,2 0,1-1,1 0,1 0,2-1,8 15,2 3,1-2,2-1,3-1,1-1,2-1,1-2,2-1,30 23,-53-50,1-2,0 0,1 0,0-1,0 0,1-1,-1-1,1 0,0-1,1-1,-1 0,1-1,-1 0,1-1,0-1,0 0,-1-1,1-1,-1 0,1-1,7-2,6-6,-1-1,0-2,-1 0,-1-2,0 0,-1-2,-1-1,-1-1,0 0,-2-2,0-1,-2 0,0-1,-2-1,0 0,-2-2,-1 1,-1-2,-2 0,0 0,3-23,-7 33,-1-1,-2 0,0 0,0 0,-2 0,-1-1,0 1,-1 0,-1 0,-1-1,-1 1,0 1,-2-1,0 1,-1 0,-1 0,0 1,-1 0,-1 0,-1 1,0 0,-1 1,-1 1,0 0,-14-11,7 11,-1 0,0 1,-1 1,0 1,-1 1,0 1,-1 1,0 1,0 1,0 1,-1 1,0 2,1 0,-3 2,-10 0,0 2,0 2,0 1,1 2,-1 2,2 1,-1 2,2 1,-8 5,-113 66,12 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53.8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 1,'0'16,"4"14,9 11,9 10,7 8,8 3,7-1,2 0,3-5,0-4,-2-3,-4-4,-7-4,-8-4,-8-6,-8-8</inkml:trace>
  <inkml:trace contextRef="#ctx0" brushRef="#br0" timeOffset="254.548">456 54,'-4'0,"-7"7,-5 16,-8 19,-8 20,-10 18,-7 15,-4 7,-3 1,5-4,5-11,11-18,12-18,9-18</inkml:trace>
  <inkml:trace contextRef="#ctx0" brushRef="#br0" timeOffset="805.079">670 682,'-11'21,"2"0,0 0,1 1,2 0,0 0,0 10,4-25,1 0,1-1,-1 1,1 0,0 0,1 0,0 0,0-1,0 1,1 0,0-1,0 1,1-1,0 0,0 1,0-1,1-1,0 1,0 0,0-1,1 0,0 0,2 2,0-3,0 1,0-1,0 0,0-1,1 1,0-1,0-1,0 0,0 0,0 0,0-1,0-1,1 1,-1-1,0 0,0-1,1 0,-1-1,0 1,0-1,0-1,0 0,-1 0,1 0,-1-1,0 0,0 0,0-1,0 0,-1 0,0-1,0 0,0 0,-1 0,0-1,0 1,1-4,-1 0,0 1,0-1,-1 0,0 0,-1 0,0-1,-1 1,0-1,-1 1,0-1,0 0,-1 0,-1 1,0-1,0 0,-1 1,-1-1,1 1,-2-1,1 1,-2 0,1 1,-1-1,-1 1,1 0,-2 0,1 0,-1 1,-4-3,7 8,0 0,0 0,-1 1,0 0,1-1,-1 2,0-1,0 1,0-1,0 1,0 1,0-1,0 1,-1 0,1 0,0 0,0 1,0-1,0 1,0 1,0-1,0 1,0 0,1 0,-1 0,0 0,1 1,0 0,0 0,0 0,0 1,0-1,-2 3,-89 103,50-47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52.4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98 1,'9'4,"8"7,5 7,6 8,2 11,2 11,-1 8,-1 6,-1 1,-4 2,-3-1,-3-5,-3-5,-1-8,-4-9,-3-11</inkml:trace>
  <inkml:trace contextRef="#ctx0" brushRef="#br0" timeOffset="250.329">405 14,'-4'0,"-4"9,-8 14,-7 18,-8 16,-6 16,-7 10,-5 8,0 2,0-4,7-10,11-16,10-19</inkml:trace>
  <inkml:trace contextRef="#ctx0" brushRef="#br0" timeOffset="616.348">606 575,'2'-75,"2"1,4 0,7-24,-8 84,-4 42,-11 480,9-420,2-15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6.0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5,'30'-5,"567"38,-409-32,-164 1,-24-2,-1 0,1 0,0 0,0 0,-1 0,1 0,0 0,-1 0,1 0,0 0,0 0,-1 0,1 1,0-1,0 0,0 0,-1 0,1 0,0 1,0-1,0 0,-1 0,1 0,0 1,0-1,0 0,0 0,-1 0,1 1,0-1,0 0,0 0,0 1,0-1,0 0,0 1,0-1,0 0,0 0,0 1,0-1,0 0,0 0,0 1,0-1,0 0,0 0,1 1,-1-1,0 0,0 0,0 1,0-1,0 0,1 0,-1 0,0 1,0-1,0 0,1 0,-1 0,0 0,0 1,1-1,-1 0,0 0,0 0,1 0,-1 0,-15 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7.7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29,'5'-5,"7"-1,17 0,18 1,20 2,21 1,19 1,13 3,7 3,2 6,-6 5,-14 4,-18 2,-25-4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9.4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13,'16'0,"21"0,23-2,23-1,21 0,20 1,13 0,5 1,-7 3,-25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1.0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0,'23'0,"28"0,30 2,30 1,30 2,19 3,5 2,-6 1,-32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3.6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134 200,'5'0,"0"-1,1 1,-1 0,0 0,0 1,0-1,0 1,1 0,-1 1,0-1,-1 1,1 0,0 0,0 1,-1-1,0 1,1 0,-1 0,0 1,0-1,-1 1,1 0,-1 0,0 0,0 0,0 0,0 1,-1-1,0 1,1 1,4 12,-1-1,0 1,-1 1,-1-1,-1 1,0 0,-1 13,3-3,-5-29,0 1,1-1,-1 1,0-1,1 0,-1 1,0-1,1 0,-1 1,0-1,1 0,-1 0,1 1,-1-1,0 0,1 0,-1 0,1 1,-1-1,1 0,-1 0,1 0,-1 0,1 0,-1 0,0 0,1 0,-1 0,1 0,-1 0,1 0,-1-1,1 1,-1 0,0 0,1 0,-1-1,1 1,-1 0,0 0,1-1,-1 1,0 0,1-1,-1 1,0 0,1-1,-1 1,0-1,0 1,1-1,-1 1,0 0,0-1,0 1,11-14,-1 0,0 0,-1-1,-1 0,-1-1,0 0,0 0,1-8,-13 40,2 1,1 0,0 0,1 1,0-1,2 0,1 10,-2-25,1 0,0 1,1-1,-1 0,0 0,0 0,1 0,0 0,-1 0,1 0,0 0,0-1,0 1,0-1,0 1,0-1,0 0,0 0,1 0,-1 0,0 0,1 0,-1-1,1 1,-1-1,1 0,-1 1,1-1,-1-1,1 1,-1 0,1 0,-1-1,0 1,1-1,-1 0,1 0,-1 0,0 0,0 0,0-1,1 1,-1-1,-1 1,1-1,0 1,0-1,-1 0,3-2,4-3,1-1,-1 0,0-1,-1 1,0-2,0 1,-1-1,0 1,-1-2,0 1,0-1,-1 1,-1-1,2-8,-7 4,-9 36,7-12,0 0,1 1,0 0,1 0,0 0,0 0,1 0,0 0,1 1,0-1,1 0,0 0,0 0,1 1,1-2,-1 1,2 0,-1 0,2-1,-1 0,1 0,2 2,11 7</inkml:trace>
  <inkml:trace contextRef="#ctx0" brushRef="#br0" timeOffset="515.631">816 468,'-2'9,"1"8,6 5,6 3,6 3,4 0,2-1,-2-4,-1-4,-5-2,-5-2,-1-3,-1-4,2-4,-4-1,-6-3,-6 0,-3-1</inkml:trace>
  <inkml:trace contextRef="#ctx0" brushRef="#br0" timeOffset="973.978">990 374,'-7'0,"-1"0,1 0,0 1,0 0,0 1,0-1,0 1,0 1,0-1,0 1,1 0,-1 1,1-1,0 1,0 0,0 1,-2 0,0 0,0 1,0 0,1 0,0 1,0-1,1 2,0-1,0 1,0-1,1 2,1-1,-1 0,1 1,1 0,-1 0,2 0,-1 1,1-1,1 0,-1 1,2-1,-1 1,1 0,1-1,0 1,0-1,1 3,1-5,0 0,1 0,-1 0,1 0,1-1,-1 0,1 1,0-2,0 1,1-1,0 1,0-2,0 1,0-1,1 0,0 0,0 0,6 1,2 2,1-2,-1 0,1-1,0 0,1-2,-1 0,0 0,8-2,62-14,-84 14,1-1,-1 0,0 0,1 0,-1 0,0-1,1 1,-1-1,0 1,0-1,0 0,0 0,-1 0,1 0,-1 0,1 0,-1 0,1 0,-1-1,0 1,0 0,0-1,0 1,-1-1,1 1,-1-1,1 0,-1 1,0-1,0 1,0-2,-1 0,0 1,0-1,0 1,0-1,0 1,-1-1,1 1,-1 0,0 0,0 0,0 0,0 0,-1 0,1 1,-1-1,0 1,0-1,1 1,-2 0,1 0,0 1,0-1,0 1,-1-1,1 1,-1 0,1 0,-1 1,0-1,-6-1,1 1,0 0,0 1,0 0,-1 0,1 1,0 0,0 1,0 0,0 0,-1 1,1 0,1 1,0 0,0 0,1 0,-1 1,1 0,0 1,0 0,1 0,-1 0,1 1,1-1,-1 1,-1 5,-3 8</inkml:trace>
  <inkml:trace contextRef="#ctx0" brushRef="#br0" timeOffset="1499.085">1 0,'16'7,"1"-1,1 0,-1-2,1 0,0-1,10 0,5 2,196 20,-1-10,116-12,-162-2,-142 1,-25 0,-24 3,-21 0,-9-1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1.9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202 104,'17'36,"-2"1,-1 0,-1 1,-3 0,-1 1,1 18,28 165,-23-179,-14-43,-1 0,1 0,-1 0,1 0,0 1,-1-1,1 0,0 0,-1 0,1 0,0 0,-1-1,1 1,0 0,-1 0,1 0,-1 0,1-1,0 1,-1 0,1-1,-1 1,1 0,-1-1,1 1,-1-1,1 1,-1-1,1 1,-1-1,0 1,1-1,-1 1,0-1,1 0,-1 1,0-1,0 1,0-1,1 0,10-23,-1 1,-1-1,-1-1,-2 0,5-24,-7 28,17-85,-27 161,0 87,6-140,0 0,0 0,0 0,0 0,0 0,1-1,-1 1,1 0,-1 0,1 0,0-1,0 1,0 0,0-1,0 1,0-1,0 1,0-1,1 1,-1-1,1 0,-1 0,1 0,-1 0,1 0,-1 0,1 0,0 0,0 0,-1-1,1 1,0-1,0 0,0 1,0-1,0 0,0 0,-1 0,1 0,0 0,0-1,0 1,0-1,0 1,-1-1,1 1,0-1,0 0,8-7,-1 0,0 0,0 0,-1-1,0 0,0-1,-1 0,-1 0,0 0,0-1,-1 0,0 0,-1-1,0 1,0-3,8-58,-12 72,-1 0,0 0,1-1,-1 1,0 0,1 0,-1 0,0-1,1 1,-1 0,0 0,0 0,1 0,-1 0,0 0,1 1,-1-1,0 0,1 0,-1 0,0 1,1-1,-1 0,0 1,1-1,-1 1,1-1,-1 0,1 1,-1-1,1 1,-1 0,1-1,-1 1,1-1,0 1,-1 0,1-1,0 1,0 0,-1-1,1 1,0 0,0-1,0 1,0 0,0-1,0 1,0 0,0 0,0 0,-9 19,1 0,1 0,0 1,2 0,0 1,2-1,0 1,1-1,1 7,1-22,1-1,-1 1,1 0,0 0,1-1,-1 1,1-1,0 1,1-1,-1 0,1 0,0 0,0 0,1 0,-1-1,1 0,0 1,0-1,0-1,1 1,0-1,-1 1,1-1,0 0,1-1,1 1,28 10</inkml:trace>
  <inkml:trace contextRef="#ctx0" brushRef="#br0" timeOffset="251.29">883 504,'0'19,"0"9,2 8,4 2,4 0,6-4,2-3,1-6,-2-5,-2-3,-8-5,-8-4,-11-4,-10-2,-7-4,3-2</inkml:trace>
  <inkml:trace contextRef="#ctx0" brushRef="#br0" timeOffset="398.897">883 452,'23'-5,"16"-3,11-3,4-2,-3 1,-8 1,-11 2</inkml:trace>
  <inkml:trace contextRef="#ctx0" brushRef="#br0" timeOffset="653.217">1 10,'25'2,"33"1,34 0,32-3,21-1,11-3,-1-1,-14 1,-33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0.4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0,'-2'37,"0"0,3 0,1 0,2 0,1 0,2-1,1 1,6 8,6 2,-20-46,1 0,-1 0,1 0,0 0,-1 0,1 0,0 0,0-1,0 1,-1 0,1-1,0 1,0 0,0-1,0 1,0-1,0 1,0-1,0 0,1 1,-1-1,0 0,0 0,0 0,0 0,0 0,0 0,1 0,-1 0,0 0,0-1,0 1,0 0,0-1,0 1,0-1,0 1,0-1,0 1,0-1,1 0,9-11,-1 0,0 0,0-1,-1 0,-1 0,0-1,-1 0,0-1,-1 0,-1 0,2-11,12-42,-33 88,10-9,0-1,0 1,1-1,0 1,1 0,0 1,1-1,0 0,0 0,2 0,-1 1,1-1,2 5,-2-14,-1-1,1 1,-1-1,1 1,0-1,0 1,0-1,0 0,0 0,0 1,0-1,0 0,1 0,-1 0,0 0,1 0,-1-1,1 1,-1 0,1-1,-1 1,1-1,-1 1,1-1,-1 0,1 0,0 1,-1-1,1 0,-1 0,1-1,0 1,-1 0,1-1,-1 1,1 0,-1-1,1 0,-1 1,1-1,0-1,58-39,-51 33,-1-1,-1 0,0 0,0-1,-1 0,0 0,0-1,-1 0,-1 1,0-2,0 1,-1 0,-1-1,0 1,0-1,-1-6,-18 63,13-25,0-1,1 0,1 1,0 0,2-1,0 1,2 0,0 0,1-1,1 0,3 9,-5-24,0 0,0-1,0 1,1-1,0 0,-1 1,1-1,0-1,1 1,-1 0,0-1,1 1,0-1,-1 0,1 0,0-1,0 1,0-1,0 0,0 0,0 0,0-1,1 1,-1-1,0 0,0 0,0 0,1-1,-1 1,0-1,0 0,0-1,0 1,0 0,2-2,22-9</inkml:trace>
  <inkml:trace contextRef="#ctx0" brushRef="#br0" timeOffset="313.727">633 308,'-18'24,"14"-13,0 1,0-1,2 0,-1 1,1 0,1-1,0 1,1 0,0 0,1 2,0-11,-1-1,0 0,1 1,0-1,0 0,0 0,0 1,0-1,0 0,0 0,1 0,-1 0,1-1,-1 1,1 0,0-1,-1 1,1-1,0 1,0-1,0 0,0 0,1 0,-1 0,0 0,0 0,1-1,-1 1,0-1,1 1,-1-1,0 0,1 0,1 0,3-1,0 0,0 0,0 0,0 0,0-1,0-1,0 1,0-1,-1 0,1 0,-1-1,73-71,-79 74,0 1,0-1,0 1,0 0,0-1,0 1,0 0,0-1,0 1,1 0,-1-1,0 1,0 0,0-1,1 1,-1 0,0 0,0-1,1 1,-1 0,0 0,0-1,1 1,-1 0,0 0,1 0,-1-1,0 1,1 0,-1 0,0 0,1 0,-1 0,0 0,1 0,-1 0,1 0,-1 0,0 0,1 0,-1 0,0 0,1 0,-1 0,0 0,1 1,-1-1,0 0,1 0,-1 0,0 0,1 1,-1-1,0 0,0 0,1 1,-1-1,0 0,0 1,1-1,-1 0,0 1,0 25,0-24,-27 181,23-167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8.7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8,'4'-2,"0"1,0-1,0 1,1 1,-1-1,0 0,0 1,1 0,-1 0,0 0,0 1,1 0,-1-1,0 1,0 1,0-1,0 1,0-1,0 1,0 0,-1 1,1-1,-1 0,1 1,-1 0,0 0,0 0,0 0,-1 1,1-1,-1 1,0-1,0 1,0 0,0 0,0 0,-1 0,0 0,5 23,-1-1,-1 1,-1-1,-2 1,0 0,-2 0,-1 0,-5 21,2 2,5-46,-1-4,1 1,-1 0,1 0,-1 0,1 0,0 0,-1 0,1 0,0 0,0 0,0 0,0 0,0 0,0 0,0 0,0 0,0 0,1 0,-1 0,0 0,1 0,-1 0,0 0,1 0,-1 0,1 0,0-1,-1 1,1 0,-1 0,1-1,0 1,0 0,0-1,-1 1,1 0,0-1,0 0,0 1,0-1,1 1,6-6,0-1,0 0,0 0,-1-1,0 0,0 0,-1 0,0-1,0 0,-1 0,0-1,2-4,-6 12,7-13,0 0,-1-1,0 1,-1-1,-1 0,0-1,-1 0,-1 1,2-17,-6 32,1 1,0-1,-1 1,1-1,-1 0,0 1,1-1,-1 0,1 0,-1 1,1-1,-1 0,0 0,1 0,-1 0,1 0,-1 1,0-1,1 0,-1-1,0 1,1 0,-1 0,1 0,-1 0,0 0,1-1,-1 1,1 0,-1 0,1-1,-1 1,0 0,1-1,0 1,-1-1,1 1,-1-1,1 1,-1-1,1 1,0-1,-1 1,1-1,0 1,0-1,-1 0,1 1,0-1,0 1,0-1,0 0,0 1,0-1,0 1,0-1,0 0,0 1,0-1,-4 9,-1 0,2 1,-1 0,1-1,0 1,1 0,0 1,1-1,0 0,0 1,1-1,0 0,1 1,-1-1,2 0,0 0,0 1,-1-7,1 0,0 0,0 0,0 0,0 0,1 0,-1 0,1-1,-1 1,1-1,0 0,0 0,0 0,0 0,1 0,-1-1,0 0,1 1,-1-1,1 0,-1-1,1 1,0 0,-1-1,1 0,-1 0,3 0,2-1,0 1,0-1,-1-1,1 1,0-1,-1 0,0-1,1 0,-1 0,0-1,0 0,2-2,-1 0,-2 0,1-1,-1 0,0 0,0 0,-1-1,0 0,0 0,-1 0,0-1,-1 1,0-1,0 0,-1 0,0 0,0 0,-1 0,0-1,-1-5,1 15,-1-1,0 1,1-1,-1 0,0 1,0-1,1 0,-1 1,0-1,0 0,0 0,0 1,0-1,0 0,0 1,0-1,0 0,0 0,0 1,0-1,-1 0,1 1,0-1,-1 0,1 1,0-1,-1 1,1-1,-1 0,1 1,0-1,-1 1,0-1,1 1,-1-1,1 1,-1 0,1-1,-1 1,0 0,1-1,-1 1,0 0,0 0,1 0,-1-1,0 1,1 0,-1 0,0 0,0 0,1 0,-1 1,0-1,-5 9,0 1,1 1,0-1,0 1,2-1,-1 1,1 1,0-1,1 0,1 1,0 3,1-14,-3 11,1 0,0 0,1 0,1 0,0 0,1 0,0 0,0 0,2 0,-1 0,2 0,-1 0,1-1,1 0,0 0,1 0,0-1,1 1,13 10</inkml:trace>
  <inkml:trace contextRef="#ctx0" brushRef="#br0" timeOffset="423.119">722 261,'101'34,"-99"-34,1 0,-1 0,0 0,0 0,0 0,0 1,0-1,0 1,0-1,0 1,0 0,0 0,0 0,0 0,0 0,-1 0,1 1,0-1,-1 0,1 1,-1-1,0 1,1 0,-1 0,0-1,0 1,0 0,0 0,0 0,-1 0,1 0,0 0,-1 0,0 0,1 0,-1 0,0 0,0 0,0 1,0-1,-1 0,1 1,-6 5,6-7,-1-1,1 0,0 0,-1 0,1 1,0-1,-1 0,1 1,0-1,-1 0,1 1,0-1,-1 0,1 1,0-1,0 1,0-1,-1 0,1 1,0-1,0 1,0-1,0 1,0-1,0 0,0 1,0-1,0 1,0-1,0 1,0-1,0 1,0-1,0 0,1 1,-1-1,0 1,0-1,0 0,1 1,-1-1,0 1,0-1,1 0,-1 1,0-1,1 0,-1 0,1 1,-1-1,0 0,1 0,-1 0,1 1,-1-1,0 0,1 0,-1 0,1 0,-1 0,1 0,0 0,52 9,-40-7,0-1,0 2,0 0,0 0,-1 1,1 1,-1 0,0 0,11 8,-22-12,1 0,0 0,-1 0,1 0,-1 1,1-1,-1 1,0-1,0 1,1 0,-1-1,0 1,0 0,-1 0,1 0,0-1,-1 1,1 0,-1 0,1 0,-1 0,0 0,0 0,0 0,0 0,0 0,0 0,-1 0,1 0,-1 0,1 0,-1 0,0 0,0 0,0-1,0 1,0 0,0 0,0-1,-1 1,1-1,0 1,-1-1,-72 56,50-44,-1-2,-1 0,0-2,0-1,-1-1,0-1,-23 2,-4-3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7.09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0,'29'78,"-5"1,15 77,-34-135,-3-7,22 45,-22-59,-1 0,1 0,0-1,-1 1,1-1,-1 1,1-1,0 1,-1-1,1 0,-1 0,0 1,1-1,-1 0,0-1,1 1,-1 0,0 0,0 0,0-1,0 1,0-1,0 1,0-1,-1 1,1-1,0 1,-1-1,1 0,0 0,16-31,-2-1,-1 0,-2-1,-1-1,-1 0,-3-1,2-16,-38 196,28-136,-6 93,7-96,1 0,-1 0,1 0,-1 0,1-1,0 1,1 0,-1 0,1 0,-1-1,1 1,0-1,1 1,-1-1,0 0,1 0,0 0,0 0,0 0,0-1,0 1,0-1,1 0,1-1,1 0,-1-1,1 1,-1-1,1 0,-1-1,1 1,-1-1,1 0,-1-1,0 1,1-1,-1 0,0 0,0-1,-1 0,1 0,0 0,-1 0,0 0,1-1,-1 0,-1 0,1 0,-1 0,1-1,-1 0,0 1,-1-1,1-2,2 0,-1 0,0 0,-1-1,0 0,0 1,-1-1,0 0,0-1,-1 1,0 0,0 0,-1-1,0 1,0 0,-1 0,0-1,-1 1,1 0,-2 0,1 0,-1 0,-3-4,7 13,-1 0,0-1,0 1,1 0,-1 0,0 0,0 0,0 0,0 0,0 0,0 0,-1-1,1 1,0 0,0 0,-1 0,1 0,0-1,-1 1,1 0,-1 0,1 0,-1-1,1 1,-1 0,0-1,1 1,-1-1,0 1,1 0,-1-1,0 0,0 1,1-1,-1 1,0-1,0 0,0 0,0 1,0-1,0 0,1 0,-1 0,0 0,0 0,0 0,0 0,0 0,0-1,0 1,1 0,-1 0,0-1,0 1,0 0,1-1,-1 1,0-1,0 1,1-1,-1 0,0 1,1-1,-1 0,1 1,-1-1,1 0,-1 0,1 1,-1-2,-2 13,1 0,1 1,0-1,0 0,1 1,0-1,1 0,0 1,1-1,1 0,0 0,0 0,1 0,0-1,1 1,0-1,0 0,1-1,1 1,0-1,0 0,0-1,3 2,17 13</inkml:trace>
  <inkml:trace contextRef="#ctx0" brushRef="#br0" timeOffset="313.633">668 335,'11'-5,"0"2,1-1,-1 1,1 1,0 0,-1 0,1 1,0 1,0 0,0 0,0 2,-1-1,1 1,0 1,-1 0,4 2,-13-4,0 1,0 0,0-1,0 1,0 0,0 0,-1 0,1 0,-1 0,1 0,-1 1,0-1,0 0,0 1,0-1,0 1,0-1,-1 1,0-1,1 1,-1 0,0-1,0 1,0-1,0 1,-1 0,1-1,-1 1,1-1,-1 1,0-1,-38 74,27-60,8-12,0 1,1-1,0 1,0-1,0 1,0 0,1 0,0 0,0 1,0-1,0 1,0 5,2-10,1 0,-1 0,1 0,-1 0,1 0,0 0,-1 0,1 0,0 0,0 0,0 0,0 0,0 0,0 0,0-1,0 1,0 0,0-1,0 1,0-1,0 1,0-1,1 0,-1 1,0-1,0 0,1 0,-1 0,1 0,23 2,-1-1,1-2,0 0,-1-2,1 0,23-8,-34 9,96-22,-70 14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5.2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29,'5'1,"1"0,-1 1,1 0,-1 0,0 1,1 0,-1 0,-1 0,1 0,0 1,-1-1,1 1,-1 0,0 1,-1-1,1 1,-1 0,0-1,0 1,0 1,-1-1,1 3,28 104,-22-65,-9-46,0-1,0 0,0 1,-1-1,1 1,0-1,0 1,0-1,0 1,0-1,0 1,0-1,0 0,0 1,0-1,0 1,0-1,0 1,1-1,-1 1,0-1,0 0,0 1,1-1,-1 1,0-1,0 0,1 1,-1-1,0 0,1 1,-1-1,1 0,-1 0,0 1,1-1,-1 0,1 0,-1 0,0 1,1-1,-1 0,1 0,-1 0,1 0,-1 0,1 0,-1 0,1 0,-1 0,1 0,-1 0,0 0,1 0,-1-1,1 1,-1 0,1 0,-1 0,0-1,1 1,-1 0,1 0,-1-1,16-29,52-193,-51 190,-10 50,-26 160,18-163,1 62,1-74,-1 0,1 0,-1 0,1 0,0 0,0 0,0 0,0 0,0-1,0 1,1 0,-1-1,1 1,-1-1,1 1,-1-1,1 1,0-1,0 0,-1 0,1 0,0 0,0 0,0-1,0 1,0-1,0 1,0-1,1 0,-1 1,0-1,1 0,6-2,-1 0,1 0,-1-1,0 0,0 0,0-1,0 0,-1 0,1 0,-1-1,0-1,-1 1,1-1,-1 0,0-1,-1 1,1-1,-1 0,-1-1,1 1,-1-1,0 0,-1 0,0-1,0 2,0 0,0 1,-1-1,0 0,-1 0,0-1,0 1,0 0,-1 0,0-1,-1-3,-14 30,12-10,1 0,0 0,1 0,0 0,0 0,1 0,0 0,1 0,0 0,0 0,1 0,0 0,0-1,1 1,0-1,1 1,0-1,0 0,1 0,0-1,0 1,1-1,0-1,0 1,7 5,9 6</inkml:trace>
  <inkml:trace contextRef="#ctx0" brushRef="#br0" timeOffset="301.176">709 389,'15'-43,"2"1,1 0,3 1,6-7,-27 48,0 1,0-1,0 1,1-1,-1 1,0-1,0 1,0-1,1 1,-1-1,0 1,1-1,-1 1,1-1,-1 0,0 1,1-1,-1 0,1 1,-1-1,1 0,-1 0,1 1,-1-1,1 0,-1 0,1 0,-1 0,1 0,-1 0,1 1,0-1,-1 0,1-1,-1 1,1 0,-1 0,1 0,-1 0,1 0,-1-1,1 1,-1 0,1 0,-1-1,1 1,-1 0,1-1,-1 1,1 0,-1-1,0 1,1-1,-1 1,0-1,1 1,-1 0,0-1,0 1,0-1,1 0,-1 1,0-1,0 1,0-1,0 1,0-1,0 1,0-1,8 46,-8-42,13 193,-11-174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0.9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148 217,'16'24,"-2"1,-1 1,-1 0,-1 0,-1 2,-1-1,-2 1,-1 0,-1 1,-1-1,-2 1,0 0,-3 15,5 18,2-79,14-229,0 100,-20 146,0 0,0-1,0 1,0-1,0 1,0-1,0 1,0-1,0 1,0-1,0 1,0 0,0-1,1 1,-1-1,0 1,0 0,1-1,-1 1,0-1,0 1,1 0,-1-1,0 1,1 0,-1 0,0-1,1 1,-1 0,1 0,-1 0,0-1,1 1,-1 0,1 0,-1 0,1 0,-1 0,1 0,-1 0,0 0,1 0,-1 0,1 0,-1 0,1 0,-1 0,1 0,-1 0,0 1,1-1,-1 0,1 0,-1 1,0-1,1 0,-1 0,0 1,1-1,-1 0,0 1,1-1,-1 0,0 1,0-1,1 1,13 28,47 213,-61-239,0-2,0 0,0 0,-1 0,1 0,0 0,0 0,0 0,0 0,0 0,0 0,1 0,-1 0,0 0,0 0,1 0,-1 0,1 0,-1 0,0 0,1-1,0 1,-1 0,1 0,0 0,-1-1,1 1,0 0,0-1,-1 1,1-1,0 1,0-1,0 1,0-1,0 1,0-1,0 0,0 0,0 1,0-1,0 0,0 0,0 0,0 0,0 0,0 0,0-1,0 1,6-9,-1 0,0 0,-1-1,0 0,0 0,-1-1,3-10,4-9,86-228,-88 241,-2 34,-27 204,20-218,-2 20,1 0,1 1,1-1,1 0,3 12,-4-30,0 1,0-1,1 1,0-1,0 0,1 0,-1 0,1 0,0 0,1 0,-1-1,1 0,-1 0,1 0,1 0,-1 0,1-1,-1 0,1 0,0 0,0 0,0-1,0 0,1 0,1 0,6 1,1 0,0-1,-1-1,1-1,0 0,-1 0,1-1,0-1,-1-1,11-2,-1-2</inkml:trace>
  <inkml:trace contextRef="#ctx0" brushRef="#br0" timeOffset="346.611">910 605,'0'17,"-2"-11,1 1,0-1,1 0,-1 1,1-1,0 0,1 1,-1-1,1 0,1 1,-1-1,1 0,0 0,1 0,-1 0,1-1,0 1,0-1,1 1,0-1,0 0,0 0,0-1,1 1,0-1,0 0,0-1,5 4,-6-5,1 0,0 0,0 0,0-1,0 0,0 0,0 0,0 0,0-1,1 0,-1 0,0 0,0-1,0 1,0-1,1-1,-1 1,-1-1,1 0,0 0,0 0,-1 0,1-1,-1 0,0 0,0 0,0-1,0 1,0-1,-1 0,1 0,-1 0,0 0,-1-1,1 1,-1-1,1-2,-2 1,-1-1,0 0,0 0,0 0,-1 1,0-1,-1 0,1 0,-1 1,0 0,-1-1,0 1,0 0,0 0,-1 0,1 0,-2 1,1 0,0 0,-1 0,0 0,0 0,-1 1,1 0,-1 0,0 1,0 0,0 0,0 0,0 1,-1-1,1 2,-1-1,0 1,1 0,-1 0,0 0,0 1,0 1,1-1,-1 1,0 0,0 0,1 1,-1 0,1 0,-1 1,0 0,1 2,-1 1,1 0,1 0,-1 0,1 1,0-1,1 1,-1 0,1 1,1-1,-1 1,1 0,1 0,0 0,-1 2,-7 33</inkml:trace>
  <inkml:trace contextRef="#ctx0" brushRef="#br0" timeOffset="3111.54">1 83,'4'0,"7"0,8 0,11 0,16 0,17 0,16 0,16-2,11-4,7-2,-3 0,-7-1,-10-2,-16 2,-16 3,-18-2,-18 0,-15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6:54.7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0 269,'19'23,"0"0,-2 2,-1 0,-1 1,-1 0,-1 2,-2-1,0 1,1 11,-2-9,-3-41,66-187,-66 187,-6 17,-4 22,2-22,-1 104,3-105,0-1,0 1,1-1,-1 1,1-1,0 0,0 0,1 0,-1 0,1 0,-1-1,1 1,1-1,-1 0,0 0,1 0,-1 0,1 0,0-1,0 1,0-1,0 0,1 0,1 0,0 0,1-1,-1 1,0-1,1 0,-1 0,0-1,1 0,-1 0,1-1,-1 0,1 0,-1 0,0-1,0 0,0 0,0 0,0-1,0 0,0 0,-1-1,0 1,0-1,0 0,0-1,0 1,0-2,3-3,0 0,-1-1,0 0,0 0,-1-1,0 0,-1 0,0 0,-1-1,0 0,-1 0,0 0,0-10,-2 17,0-1,0 1,-1-1,0 1,0-1,0 1,-1-1,0 1,0 0,0-1,-1 1,1 0,-1 0,0 0,-1 0,0 0,1 0,-1 1,-1-1,3 5,1-1,-1 0,0 1,0-1,-1 1,1-1,0 1,0 0,0-1,0 1,0 0,0 0,0 0,-1 0,1 0,0 0,0 0,0 0,0 0,0 0,-1 1,1-1,0 0,0 1,0-1,0 1,0-1,0 1,0 0,0-1,0 1,1 0,-1 0,0 0,0 0,1-1,-1 1,0 0,1 0,-1 0,1 0,-1 0,1 1,0-1,-21 50,19-44,0 1,0 0,0 0,1 0,1 0,-1 0,1 0,0 0,1 0,0 0,1 0,-1 0,1 0,1 0,-1-1,1 1,1-1,0 0,0 0,0 0,0 0,1-1,0 0,1 0,0 0,-1-1,5 3,75 28,-42-27</inkml:trace>
  <inkml:trace contextRef="#ctx0" brushRef="#br0" timeOffset="419.397">936 295,'-9'1,"0"0,1 0,-1 1,0 0,1 1,0 0,0 0,-1 1,2 0,-1 0,0 1,1 0,0 1,0-1,1 1,0 0,0 1,-5 6,7-8,0 0,0 0,1 0,0 0,0 1,0-1,1 1,0-1,0 1,0 0,1 0,-1 0,2 0,-1 0,1 0,-1 0,2 1,-1-1,1 0,0 0,0 0,1 0,-1 0,1-1,1 1,-1 0,2 2,4 0,0-1,0 1,0-1,1-1,0 0,0 0,1-1,-1 0,1 0,0-1,1-1,-1 0,1 0,-1-1,1 0,0-1,0 0,-1 0,1-2,0 1,7-2,-6 2,-1 0,1-1,-1 0,0-1,1 0,-1 0,0-2,0 1,-1-1,1-1,-1 0,0 0,0-1,0-1,-1 1,0-1,-1-1,1 0,-1 0,-1-1,1 1,-2-2,1 1,-1-1,-1 0,1 0,-2-1,0 1,0-1,-1 0,1-5,-3 14,0 0,0 0,-1 0,1 0,-1-1,0 1,1 0,-1 0,0 0,0 0,0 0,-1-1,1 1,0 0,-1 0,0 0,1 0,-1 0,0 0,0 0,0 0,0 0,0 1,-1-1,1 0,0 1,-1-1,1 1,-1-1,0 1,1 0,-1-1,0 1,0 0,0 0,0 0,0 1,0-1,0 0,0 1,0 0,0-1,0 1,-1 0,1 0,0 0,0 0,0 0,-2 1,-2 3,0 1,0 0,0 1,1-1,0 1,0 0,0 0,1 1,0-1,0 1,1 0,-1 0,2 1,-1-1,1 0,0 1,0-1,1 1,0 0,1 0,-1-1,2 1,-1 0,1 0,1 7,0-9,1 1,-1-1,1 0,0 0,1 0,-1 0,1 0,0-1,1 0,-1 0,1 0,0 0,0-1,1 0,-1 0,1 0,0-1,0 1,0-1,0-1,1 1,-1-1,31 9</inkml:trace>
  <inkml:trace contextRef="#ctx0" brushRef="#br0" timeOffset="756.049">1537 241,'-6'1,"0"0,0 0,0 1,0 0,1 0,-1 0,1 1,-1 0,1 0,0 0,0 0,0 1,0 0,1 0,-1 0,1 1,0-1,0 1,1 0,0 0,0 0,0 1,0-1,1 1,0 0,0 0,0-1,1 1,0 0,0 0,0 0,1 1,0-1,0 0,1 0,-1 0,1 0,1 0,-1 0,1 0,6 11,0 0,2-1,-1 0,2 0,0-1,1-1,1 0,0 0,6 4,46 52,-64-69,0 0,0-1,0 1,0 0,0 0,0 0,0 0,0 0,-1 0,1 0,0 0,-1 0,1 0,-1 1,1-1,-1 0,1 0,-1 1,0-1,0 0,0 0,1 1,-1-1,-1 0,1 1,0-1,0 0,0 1,-1-1,1 0,0 0,-1 0,1 1,-1-1,0 0,1 0,-1 0,0 0,0 0,0 0,1 0,-1 0,0 0,0 0,0-1,-1 1,1 0,0-1,0 1,0-1,0 1,-1-1,0 2,-1-1,0 0,1 0,-1-1,1 1,-1-1,0 1,0-1,1 0,-1 0,0 0,0 0,1 0,-1-1,0 1,0-1,1 0,-1 0,1 0,-1 0,1 0,-1 0,1-1,0 1,-1-1,1 0,0 0,0 0,0 0,0 0,1 0,-1 0,1 0,-1-1,1 1,0-1,0 1,0-1,0 0,0 1,0-1,0-2,1-15</inkml:trace>
  <inkml:trace contextRef="#ctx0" brushRef="#br0" timeOffset="1590.076">1778 442,'-7'3,"1"0,-1 1,1 0,0-1,0 2,1-1,-1 1,1 0,0 0,0 0,1 1,-1-1,1 1,1 0,-1 1,1-1,0 1,0-1,1 1,0 0,0 0,1 0,-1 0,2 0,-1 0,1 1,0-1,0 0,2 3,-2-7,2 0,-1 0,0 0,0-1,1 1,0 0,0-1,-1 1,1-1,1 0,-1 0,0 1,0-1,1-1,-1 1,1 0,0-1,0 1,-1-1,1 0,0 0,0 0,0 0,0 0,0-1,0 1,0-1,1 0,-1 0,0 0,0 0,0-1,0 1,0-1,0 0,0 0,0 0,0 0,0 0,-1-1,1 1,0-1,-1 0,1 0,-1 0,0 0,0 0,1 0,-1-1,-1 1,1-1,0 1,-1-1,1 0,-1 0,1 0,-1-1,1-1,0 1,-1-1,0 0,0 1,-1-1,1 0,-1 1,0-1,0 0,0 0,-1 1,0-2,-9 20,9 51,1-63,1 1,-1-1,0 0,1 0,-1 0,1 0,0 0,-1 0,1 0,0 0,1 0,-1 0,0 0,0-1,1 1,-1 0,1-1,-1 1,1-1,0 0,-1 1,1-1,0 0,0 0,0 0,0 0,0-1,2 1,0-2,-1 0,1 0,0 0,-1-1,1 1,-1-1,1 0,-1 0,0 0,0-1,0 1,0-1,0 0,-1 1,1-1,-1 0,0-1,0 1,0 0,0-1,0 1,0-2,8-16,-1-1,0 0,-2 0,0-1,-2 0,1-9,-6 32,0-1,0 0,0 1,0-1,0 0,0 1,0-1,0 0,0 1,0-1,0 1,0-1,1 0,-1 1,0-1,0 0,1 1,-1-1,0 1,1-1,-1 1,1-1,-1 1,1-1,-1 1,1-1,-1 1,1 0,-1-1,1 1,-1 0,1-1,0 1,-1 0,1 0,0-1,-1 1,1 0,0 0,-1 0,1 0,0 0,-1 0,1 0,0 0,-1 0,1 1,-1-1,1 0,0 0,-1 0,1 1,0-1,-1 0,1 1,-1-1,1 1,-1-1,1 0,-1 1,1-1,-1 1,0-1,1 1,-1 0,1 0,6 8,1 1,-1 0,-1 1,0-1,0 1,-1 0,-1 1,0-1,0 1,-1 0,-1 0,0 0,0 1,-1-1,-1 10,0-19,1-1,-1 0,1 0,-1 0,1 0,0 0,0 0,0 0,0 0,0 0,0 0,1 0,-1 0,1-1,-1 1,1-1,0 1,-1-1,1 0,0 1,0-1,0 0,0 0,0 0,0-1,0 1,0 0,0-1,1 1,-1-1,0 0,0 0,0 0,1 0,-1 0,0 0,0-1,0 1,2-1,3 2,0 0,-1-1,1 1,0-2,0 1,0-1,0 0,0 0,0-1,0 0,-1 0,1 0,-1-1,0 0,1-1,-1 1,-1-1,1 0,0-1,0-1,-5 6,-1 1,0-1,0 0,0 0,0 1,1-1,-1 0,0 0,0 0,0 0,1 1,-1-1,0 0,0 0,1 0,-1 0,0 0,1 0,-1 0,0 0,0 0,1 1,-1-1,-5 17,5-16,0 1,0-1,0 1,0-1,0 1,0-1,0 1,0-1,1 1,-1-1,1 1,-1-1,1 1,0-1,-1 1,1-1,0 0,0 0,0 1,0-1,0 0,0 0,0 0,0 0,1 0,-1 0,0 0,1-1,-1 1,0 0,1-1,-1 1,1-1,0 1,13 3</inkml:trace>
  <inkml:trace contextRef="#ctx0" brushRef="#br0" timeOffset="1835.447">2313 202,'-9'11,"-1"7,6-1,4-3</inkml:trace>
  <inkml:trace contextRef="#ctx0" brushRef="#br0" timeOffset="2089.239">2460 1,'13'18,"8"22,-1 20,-3 21,-7 16,-10 15,-9 9,-12 4,-12 1,-16-4,-18-10,2-24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3:57.0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2790 755,'14'-9,"1"0,0 0,0 1,0 1,1 0,0 2,0-1,18-2,-31 8,0 0,0 0,0 0,0 0,1 0,-1 1,0-1,0 1,0 0,0 0,0 0,0 0,0 1,-1-1,1 1,0 0,-1-1,1 1,-1 0,0 1,1-1,-1 0,0 1,0-1,-1 1,1 0,0-1,-1 1,0 0,1 0,-1 2,19 100,-15 289,-7-366,-2-25</inkml:trace>
  <inkml:trace contextRef="#ctx0" brushRef="#br0" timeOffset="250.011">2805 1103,'18'-2,"13"-1,10-3,9-1,6-1,0 0,-5 0,-7 0,-10 1</inkml:trace>
  <inkml:trace contextRef="#ctx0" brushRef="#br0" timeOffset="503.337">2670 488,'3'-3,"9"0,19-2,20-2,19-5,17-3,8 2,5 2,-3 7,-19 2</inkml:trace>
  <inkml:trace contextRef="#ctx0" brushRef="#br0" timeOffset="2280.038">4034 180,'-2'2,"0"-1,0 0,0 1,1-1,-1 1,0 0,0 0,1-1,-1 1,1 0,0 0,-1 0,1 1,0-1,0 0,1 0,-1 1,0-1,1 0,-1 1,1-1,0 1,0-1,0 0,0 1,0-1,0 1,1-1,-1 0,1 1,-1 7,-1 533,9 457,-3-776,-11-184,5-39,1-1,-1 1,1 0,-1 0,1-1,-1 1,1 0,-1-1,1 1,-1-1,0 1,0-1,1 1,-1-1,0 0,0 1,1-1,-1 0,0 1,0-1,0 0,1 0,-1 0,0 0,0 0,0 0,0 0,1 0,-1 0,0 0,0 0,0-1,0 1,1 0,-1 0,0-1,0 1,1-1,-1 1,0-1,1 1,-2-1,-30-22,28 20,0-1,-1 1,1 0,-1 0,0 0,0 0,0 1,0 0,0 0,-1 0,1 1,-1 0,-335-38,-311 36,-535 45,434-57,707 15,-42 0,0-3,-44-9,4-11,14 3,56 13,49 7,1-1,-1 0,0 0,0 0,1-1,-1-1,1 0,0 0,-5-2,-14-10,19 12,-1-1,1 0,1 0,-1-1,0 0,1-1,0 1,0-1,1-1,0 1,0-1,0 0,1 0,0-1,1 0,-5-8,-8-42,3-2,2 0,2-1,3 0,2-56,5-76,8 1,13-41,-7 81,24-257,-36 392,0 0,2 0,0 0,0 1,2-1,0 1,1 0,1 1,3-5,7-5</inkml:trace>
  <inkml:trace contextRef="#ctx0" brushRef="#br0" timeOffset="3330.586">4061 835,'-4'1,"1"-1,-1 1,1-1,0 1,-1 0,1 0,0 1,0-1,0 1,-1-1,2 1,-1 0,0 0,0 1,1-1,-1 0,1 1,0 0,-1-1,1 1,0 0,1 0,-1 0,1 0,-1 1,1-1,0 0,0 0,0 1,1-1,-1 3,-2 2,1-1,0 1,0 0,0 0,1 0,1 0,-1 0,1 0,0 0,1 0,0 0,0 0,1 0,0 0,1-1,-1 1,1-1,1 1,-1-1,1 0,1 0,-1-1,1 1,0-1,1 0,-1 0,1-1,1 0,0 1,3 1,1-1,-1-1,1 1,0-2,1 1,-1-2,1 1,0-2,0 0,0 0,0-1,0 0,0-1,0-1,1 0,4-1,-9 1,0-1,0 0,0 0,0-1,0 0,-1 0,1-1,-1 0,0 0,0-1,0 0,-1 0,0 0,0-1,0 0,-1-1,1 1,-2-1,1 0,-1 0,0 0,0 0,-1-1,1-1,-2 0,1-1,-1 1,-1-1,0 1,0-1,-1 1,-1-1,1 1,-1-1,-1 1,0-1,0 1,-1 0,0 0,0 0,-1 0,-1 1,1-1,-1 1,-1 0,1 0,-1 1,-1 0,1 0,-1 0,0 1,-1 0,0 1,0-1,-6-2,5 2,1 1,-1 0,-1 1,1-1,0 2,-1 0,0 0,0 0,0 1,0 1,0 0,0 0,0 1,0 0,0 1,-1 0,1 1,0 0,1 0,-1 1,0 0,1 1,-1 0,1 1,0 0,1 0,-1 1,-6 5,10-7,0 1,1-1,0 0,0 1,0 0,0 0,1 0,-1 1,1-1,1 1,-1-1,1 1,0 0,0 0,1 0,0 0,0 0,0 0,1 1,0-1,0 0,0 0,1 1,0-1,0 0,1 0,-1 0,2 0,-1-1,0 1,1 0,0-1,0 0,1 1,3 3,22 18</inkml:trace>
  <inkml:trace contextRef="#ctx0" brushRef="#br0" timeOffset="3820.416">4301 956,'103'17,"0"-4,88-2,-125-7,1048 31,-37 28,-808-43,-296 0,22-17</inkml:trace>
  <inkml:trace contextRef="#ctx0" brushRef="#br1" timeOffset="99966.429">6374 247,'15'14,"-1"1,0 0,-1 1,-1 1,0 0,-2 0,6 13,-7-8,-1 1,-1 0,-1 0,-1 1,-1 0,-1-1,0 23,-2-28,-1-17,0-1,0 0,1 0,-1 0,0 1,1-1,-1 0,0 0,1 0,-1 0,0 0,1 0,-1 0,0 1,1-1,-1 0,1 0,-1-1,0 1,1 0,-1 0,0 0,1 0,-1 0,0 0,1 0,-1 0,0-1,1 1,-1 0,0 0,1 0,-1-1,0 1,0 0,1 0,-1-1,0 1,0 0,0-1,0 1,1 0,-1-1,0 1,0 0,0-1,0 1,0 0,0-1,0 1,0 0,0-1,0 1,0-1,0 1,0 0,0 0,19-34,-2 0,-1-1,-2-1,8-28,2-6,-42 190,24-19,-5-98,-1 0,1-1,0 1,0 0,0-1,0 1,0-1,0 1,1-1,-1 1,1-1,0 0,0 0,0 0,0 0,0 0,0 0,0-1,0 1,1-1,-1 1,1-1,-1 0,1 0,0 0,-1 0,1-1,0 1,-1-1,1 1,0-1,0 0,0 0,1 0,2-3,1 0,-1 0,0 0,0-1,-1 0,1 0,-1 0,0-1,0 1,0-1,0-1,-1 1,0 0,0-1,-1 0,1 0,-1 0,-1-1,1 1,-1-1,0 1,1-6,3-13,0 0,-2-1,-1 1,0-1,-2 0,-2 1,0-8,-8 58,9-24,-5 21,1 0,0-1,2 2,1-1,0 0,2 0,0 0,2 0,0 0,3 8,-3-24,0 0,1 0,0-1,-1 1,2-1,-1 0,1 0,0 0,0-1,0 1,0-1,1 0,0-1,-1 0,1 0,1 0,-1 0,0-1,1 0,-1 0,1-1,6 1,28 5</inkml:trace>
  <inkml:trace contextRef="#ctx0" brushRef="#br1" timeOffset="100501.291">7162 568,'5'-2,"-1"0,1 1,-1 0,1 0,0 0,0 1,-1-1,1 1,0 0,0 1,0-1,-1 1,1 0,0 0,-1 1,1-1,-1 1,1 0,-1 0,0 0,0 1,0-1,0 1,0 0,-1 0,1 1,-1-1,0 1,0 0,0 0,0 0,-1 0,1 1,3 19,-1 0,0 1,-2 0,-1-1,-2 1,0 0,-1 0,-1 0,-2 0,-5 21,7-37,-17 128,20-131,1-7</inkml:trace>
  <inkml:trace contextRef="#ctx0" brushRef="#br1" timeOffset="100751.187">7136 795,'11'5,"13"1,14 0,14-4,9-4,4-4,-4-4,-12 1,-13 1</inkml:trace>
  <inkml:trace contextRef="#ctx0" brushRef="#br1" timeOffset="101434.655">6080 7,'13'4,"19"2,19 0,22-2,21 0,22-2,18-1,19-1,10 0,2 0,-26 0</inkml:trace>
  <inkml:trace contextRef="#ctx0" brushRef="#br1" timeOffset="130947.381">1320 3349,'11'0,"14"2,15 1,17 0,13-1,10-1,7 0,3 0,0-1,-5 0,-9 0,-11-2,-15-1,-13 0,-15 3,-14 3,-8 2</inkml:trace>
  <inkml:trace contextRef="#ctx0" brushRef="#br1" timeOffset="132099.791">3258 2787,'-9'-3,"-3"3,1 4,4 10,3 8,3 1</inkml:trace>
  <inkml:trace contextRef="#ctx0" brushRef="#br1" timeOffset="132350.165">3273 3255,'0'2,"0"6,-3 3,0 2,-2 2,-1-2</inkml:trace>
  <inkml:trace contextRef="#ctx0" brushRef="#br1" timeOffset="132603.98">4235 2507,'0'16,"-3"14,0 13,-2 11,0 6,1 3,0 0,2-3,1-8,0-7,3-17,2-13</inkml:trace>
  <inkml:trace contextRef="#ctx0" brushRef="#br1" timeOffset="132850.872">4221 2439,'3'19,"0"0,0 0,2-1,0 0,2 1,0-2,0 1,2-1,0 0,5 5,24 39,3-1,2-2,47 46,-39-38,-51-64,1-1,0 0,-1 1,1-1,-1 0,0 1,1-1,-1 1,0-1,0 1,0-1,0 1,0-1,0 0,0 1,0-1,-1 1,1-1,0 1,-1-1,0 0,1 1,-1-1,0 0,1 0,-1 0,0 1,0-1,0 0,0 0,0 0,0 0,0 0,-1-1,1 1,0 0,0 0,-2 0,-57 19,54-19,-316 52,284-48,24-7,16-2</inkml:trace>
  <inkml:trace contextRef="#ctx0" brushRef="#br1" timeOffset="133149.778">5398 2640,'-33'-11,"0"2,-1 2,1 0,-1 2,-28 1,40 2,1 2,-1 1,1 0,-1 2,1 0,0 1,0 2,0 0,-2 2,13-4,0 0,1 1,0 0,0 0,0 1,1 0,0 0,0 1,1 0,-1 1,2 0,-1 0,1 0,0 1,1 0,0 0,0 0,1 1,-3 9,4-11,1 1,0 0,1 0,-1 0,2 0,-1 0,1 0,1 0,0 0,0 0,0 0,1 0,1 0,0-1,0 1,0-1,1 0,0 0,1 0,0 0,0-1,1 0,-1 0,2 0,-1-1,5 4,7 1,0-1,0 0,1-2,0 0,0-2,1 0,0 0,0-2,1-1,-1 0,1-2,8 0,30 1,0-3,-1-2,8-3,44-9</inkml:trace>
  <inkml:trace contextRef="#ctx0" brushRef="#br1" timeOffset="130180.396">1481 2733,'-7'17,"1"-1,1 1,1 1,0-1,1 0,1 1,1 0,0-1,1 1,1 0,1 0,1-1,0 1,1-1,1 0,0 0,2-1,7 16,-9-25,-1 0,1-1,1 1,-1-1,1 0,1-1,-1 0,0 0,1 0,3 1,-8-5,0 0,0 1,0-1,0 0,1-1,-1 1,0 0,1-1,-1 1,0-1,1 1,-1-1,1 0,-1 0,0-1,1 1,-1 0,0-1,1 1,-1-1,0 0,1 0,-1 0,0 0,0 0,0 0,0 0,0-1,0 1,0-1,0 0,-1 1,1-1,-1 0,1 0,0-2,4-10,0 0,-1-1,-1 1,0-1,-1 0,-1 0,0-1,-1 1,-1 0,0-1,-2-12,0-8,-2 0,-1 1,-1 0,-2 0,-2 0,-1 1,-10-20,21 54,-2-5,1 1,-1 0,0 0,0 0,0 0,-1 1,1-1,-1 0,0 1,0 0,0-1,-1 1,1 1,-1-1,2 3,1 0,-1 0,1 0,-1 0,1 0,-1 0,0 1,1-1,-1 0,1 1,-1 0,1-1,0 1,-1 0,1 0,-1-1,1 1,0 0,0 1,0-1,0 0,0 0,0 0,0 1,0-1,0 0,0 1,1-1,-1 1,0-1,1 1,-1-1,1 2,-13 29,2 0,2 0,0 1,2 0,2 1,1 0,2-1,1 21,2 38,5-13</inkml:trace>
  <inkml:trace contextRef="#ctx0" brushRef="#br1" timeOffset="130644.156">1828 2493,'-4'13,"14"156,11 68,-13-209,14-39,14-41,-30 41,1 0,0 0,1 0,0 1,1 0,0 0,0 1,1 1,1-1,-1 2,2-1,-9 6,0 1,-1 0,1 0,0 0,0 0,0 0,0 1,-1-1,1 1,0 0,0 0,0 0,0 0,0 0,0 1,0-1,0 1,0 0,0 0,-1 0,1 0,0 0,-1 1,1-1,-1 1,1 0,-1 0,0 0,0 0,0 0,0 0,1 1,3 5,0 1,-1 0,1 0,-2 0,1 1,-1-1,-1 1,2 7,-2-9,1 1,-2-1,0 1,0-1,0 1,-1 0,0-1,-1 1,0 0,0 0,-1 0,0-1,-1 1,0-1,0 1,-1-1,0 1,0-1,-1 0,0 0,0-1,-1 1,0-1,0 0,-1 0,0-1,0 0,-1 0,1 0,-1-1,-3-1,1 0,0-1,-1-1,1 0,-1 0,0 0,0-2,1 1,-1-1,0 0,0-1,0 0,1-1,-1 0,0-1,1 1,0-2,-4-1,9 4,-8-2</inkml:trace>
  <inkml:trace contextRef="#ctx0" brushRef="#br1" timeOffset="131551.7">2805 2747,'-30'-1,"1"0,-1 2,1 1,0 2,0 0,0 2,0 2,1 0,0 2,1 1,0 1,-14 9,38-20,2-1,-1 0,1 1,-1-1,0 0,1 0,-1 1,1-1,-1 1,1 0,0-1,-1 1,1 0,-1 0,1 0,0 0,0 0,0 0,-1 0,1 0,0 0,0 1,1-1,-1 0,0 1,0-1,1 0,-1 1,0-1,1 1,0-1,-1 1,1 0,0-1,0 1,0-1,0 1,0 0,0-1,0 1,0-1,1 1,-1-1,1 1,0 0,6 4,1-1,0 1,1-1,0-1,-1 0,1 0,1 0,7 1,6 3,-4-1,-3-3,-1 1,0 0,0 1,-1 1,0 0,0 1,-1 0,1 1,-2 1,0 0,0 0,0 2,-2-1,8 10,-17-18,0-1,1 1,-1-1,0 1,0-1,-1 1,1 0,-1 0,1 0,-1-1,0 1,0 0,0 0,0 0,-1-1,1 1,-1 0,1 0,-1-1,0 1,0 0,0-1,-1 1,1-1,-1 0,1 1,-1-1,0 0,0 0,0 0,0 0,0 0,0 0,0-1,-1 1,0 0,-8 4,0 0,0 0,-1-1,0 0,0-1,0-1,-7 2,-108 7,161-20,-9 5</inkml:trace>
  <inkml:trace contextRef="#ctx0" brushRef="#br1" timeOffset="134966.802">5906 2627,'0'4,"0"9,0 11,0 13,0 11,0 9,0 4,0 1,0-4,0-6,0-16,0-12</inkml:trace>
  <inkml:trace contextRef="#ctx0" brushRef="#br1" timeOffset="135304.9">5839 2507,'7'0,"1"1,-1 0,0 0,0 1,0 0,0 0,-1 1,1 0,-1 0,1 0,-1 1,0 0,0 0,-1 0,1 1,-1 0,4 4,23 22,-2 2,-1 1,-1 1,-2 2,-2 0,-1 2,-2 0,-2 2,1 5,-11-26,-1 0,0 0,-2 1,0 0,-2 0,0 0,-1 0,-2 3,-1-21,0 0,0 0,0 0,-1 0,0 0,1-1,-1 1,0 0,0 0,-1 0,1-1,-1 1,1-1,-1 1,0-1,0 1,0-1,0 0,0 0,-1 0,1 0,0 0,-1-1,0 1,1-1,-1 0,0 0,0 0,-2 1,-90 10,89-11,-231-3,213 3,24-1,0 1,1-1,-1 0,0 0,0 0,0 0,0 1,0-1,0 0,0 0,0 0,0 1,0-1,0 0,0 0,0 0,0 0,0 1,0-1,0 0,0 0,0 0,0 1,0-1,0 0,0 0,0 0,-1 1,18 1</inkml:trace>
  <inkml:trace contextRef="#ctx0" brushRef="#br1" timeOffset="136262.158">7310 2814,'-22'-4,"-1"2,1 0,0 2,0 0,-21 4,34-3,1 0,0 1,0 0,1 0,-1 1,0 0,1 0,-1 1,1 0,0 0,0 1,1-1,0 2,-1-1,2 1,-1 0,-2 3,5-6,2 1,-1-1,0 0,1 0,-1 1,1-1,0 1,0-1,0 1,1 0,-1-1,1 1,0 0,0-1,0 1,0 0,1-1,0 1,-1-1,1 1,1 0,-1-1,0 0,1 1,0-1,-1 0,1 0,1 0,-1 0,0 0,1 0,-1-1,1 1,0-1,0 0,0 0,0 0,0 0,18 9,0 0,0-2,1 0,0-2,0 0,1-2,0 0,0-2,0 0,20-1,-15 1,0-1,1-2,-1-1,0-1,0-1,0-1,0-2,0-1,-1-1,0-1,-1-2,0-1,-1 0,13-10,10-32,-47 53,0-1,0 0,0 1,-1-1,1 0,0 0,-1 0,1 1,-1-1,0 0,0 0,1 0,-1 0,-1 0,1 0,0 0,0 1,-1-1,1 0,-1 0,1 0,-1 0,0 1,0-1,0 0,0 1,0-1,0 1,0-1,0 1,-1-1,1 1,0 0,-1 0,0-1,-4-1,0 1,0 0,0 1,0-1,0 1,-1 0,1 1,0-1,0 1,-1 1,1-1,0 1,0 0,-1 0,1 1,0 0,0 0,1 0,-1 1,0 0,1 0,0 0,-5 4,2-2,-1 0,1 1,1 0,-1 1,1 0,0 0,0 0,1 1,0 0,1 0,-1 0,1 1,1 0,0 0,-3 9,7-17,0 1,-1-1,1 1,0-1,0 0,0 1,0-1,0 1,1-1,-1 0,0 1,1-1,-1 0,1 1,-1-1,1 0,0 0,-1 1,1-1,0 0,0 0,0 0,0 0,0 0,0 0,0 0,0 0,0-1,1 1,-1 0,0-1,0 1,1-1,-1 1,0-1,1 1,-1-1,54 2,-44-4,1-1,-1 0,0 0,-1-2,1 1,-1-1,0-1,0 1,0-2,-1 0,0 0,0 0,1-3,-10 9,1 0,-1 1,1-1,-1 0,1 0,-1 0,1 0,0 1,-1-1,1 0,0 0,0 1,0-1,-1 1,1-1,0 1,0-1,0 1,0-1,0 1,0 0,0 0,0-1,0 1,0 0,0 0,0 0,0 0,0 0,0 0,0 1,0-1,0 0,0 0,0 1,0-1,0 0,0 1,0-1,0 1,-1 0,1-1,0 1,0-1,0 1,-1 0,1 0,0-1,-1 1,1 0,-1 0,1 0,-1 0,1 0,-1 0,0 0,1 0,-1 0,0 0,2 5,1 0,0-1,0 1,1-1,0 0,0 0,0 0,0 0,1-1,-1 0,1 0,0 0,1 0,-1-1,1 0,-1 0,1 0,0-1,0 0,0 0,0-1,0 1,1-1,-1-1,0 1,1-1,1 0,1-1,0 0,0-1,0 0,0-1,0 0,-1 0,0-1,0 0,0 0,0-1,0 0,-1 0,0-1,0 0,0 0,-1 0,0-1,0 0,2-5,8-11,-2 0,-1 0,-1-1,-1-1,-1 0,-1-2,5-15,-2 0,-2-1,-2-1,-1 0,-3 0,-1 0,-3 0,-1 0,-6-36,4 67,1-1,-2 1,0 0,0-1,-2 2,1-1,-2 1,-5-10,9 18,1 0,-1 0,0 1,0 0,0-1,0 1,-1 0,1 0,-1 1,0-1,0 1,0 0,0 0,0 0,0 0,-1 1,1 0,0 0,-1 0,1 0,-1 1,1-1,-1 1,1 1,-1-1,0 0,1 1,-3 1,-2 0,1 2,-1-1,1 1,-1 0,1 1,0 0,0 0,1 1,0 0,0 0,0 1,1 0,0 0,0 0,1 1,0 0,0 0,1 0,-3 6,0 3,0 0,2 0,0 0,0 0,2 1,0 0,1 0,1 0,1 17,2-16,1 1,0 0,2-1,0 0,2 0,0 0,1-1,0 0,2-1,0 0,1 0,0-1,2 0,0-1,0-1,2 1,5 4,2 0,0-2,1 0,1-2,0 0,1-2,0 0,1-2,1-1,25 6,4-4</inkml:trace>
  <inkml:trace contextRef="#ctx0" brushRef="#br1" timeOffset="137269.615">8686 2720,'-14'-2,"1"1,-1 0,0 1,0 1,1 0,-1 1,0 0,1 1,-6 2,14-3,-1 0,1 0,0 0,0 1,0 0,0 0,0 0,1 0,-1 1,1 0,0 0,0 0,0 0,1 1,-1-1,1 1,0 0,1 0,-1 0,1 0,0 1,0-1,0 5,1-5,0 0,1 0,0 0,0 0,0 0,0 1,1-1,0 0,0 0,0 0,1 0,0 0,0-1,0 1,0 0,1-1,0 0,0 1,0-1,0 0,1-1,-1 1,1 0,0-1,3 2,5 3,0 0,0-1,0 0,1-1,0-1,0 0,0 0,1-2,0 1,3-1,1 0,-1-1,1 0,-1-2,1 0,-1-1,1-1,12-2,-22 2,-1 0,1 0,-1 0,0-1,0 0,0-1,-1 1,1-1,-1 0,0-1,0 0,0 0,0 0,-1-1,0 1,0-1,-1 0,0-1,0 1,0-1,0-2,1-3,-1 0,-1 0,0 0,0-1,-2 1,1-1,-2 0,1 1,-2-1,0 1,0-2,-2 45,4-15,-1 5,1-1,1 1,1-1,1 0,0 0,2 0,0-1,3 6,-8-23,0 0,0 1,1-1,-1 0,0 0,1-1,-1 1,1 0,0 0,0-1,0 1,-1-1,1 0,0 1,1-1,-1 0,0 0,0 0,0-1,1 1,-1 0,0-1,1 0,-1 1,0-1,1 0,-1 0,1 0,-1-1,0 1,1-1,-1 1,0-1,2 0,73-43,-60 32,0-1,-1-1,-1-1,0 0,-1-1,-1-1,0 0,-1-1,-1 0,-1 0,0-2,4-12,-17 38,1 1,0 0,1 0,0 0,0 0,0 0,1 0,0 1,0-1,1 0,0 0,0 0,1 0,-1 0,2 0,-1-1,1 1,0-1,0 1,1-1,0 0,0 0,0-1,1 1,-1-1,1 0,1 0,-1-1,1 1,0-1,0 0,0-1,1 1,0-1,0-1,1 1,-1-1,1-1,-1 0,1 0,-1 0,1-1,-1 0,1 0,0-1,-1 0,1 0,-1-1,0 0,1 0,-1-1,0 0,0 0,0-1,3-2,1-2,-1 1,1-2,-2 0,1 0,-2 0,1-1,-1-1,-1 1,0-1,0-1,-1 1,2-7,10-35,-3-1,-2-1,-3 0,-2-1,-3 0,-1 0,-4 0,-2-3,2 58,1-30,0 6,-1 0,-1 0,-1 1,-1-1,-1 0,-2-5,5 28,1-1,0 1,-1-1,1 1,-1-1,0 1,0 0,0 0,0-1,0 1,-1 0,1 0,-1 0,1 0,-1 0,0 1,1-1,-1 0,0 1,0-1,0 1,0 0,-1-1,1 1,0 0,0 1,-1-1,1 0,-1 1,1-1,0 1,-1 0,1-1,-1 1,1 1,-1-1,1 0,-1 0,1 1,-1 0,1-1,-2 2,-6 4,-1 2,1-1,0 1,1 1,0 0,0 0,1 1,0 0,1 0,0 1,1 0,0 0,-3 9,-2 0,2-1,0 1,2 1,0-1,1 1,1 0,1 1,1-1,0 1,2 0,1 0,1-1,0 1,2 0,0-1,2 1,0-1,1 0,2-1,0 0,6 12,-4-16,1 1,1-1,0-1,1 0,0-1,2-1,-1 0,2 0,-1-2,2 0,-1-1,1 0,1-2,0 0,0-1,1 0,0-2,0 0,0-1,0-1,6-1,-20-1,1-1,0 0,0 0,-1-1,1 0,0 0,-1 0,1-1,-1 0,0 0,1 0,-1 0,0-1,0 0,0 0,-1 0,1-1,-1 0,0 0,0 0,0 0,0 0,-1-1,0 0,0 0,0 0,0 0,-1 0,0 0,0-1,0 1,-1-1,0 1,0-1,0-4,0 3,0 0,0-1,-1 1,-1-1,1 1,-1 0,0-1,-1 1,1 0,-1 0,-1 0,0 0,0 0,0 1,-1-1,1 1,-2 0,1 0,-1 0,1 1,-2-1,0 0,5 5,-1 1,0-1,1 0,-1 1,0-1,1 0,-1 1,0 0,0 0,1-1,-1 1,0 0,0 0,0 0,1 1,-1-1,0 0,0 1,1-1,-1 1,0 0,1-1,-1 1,0 0,1 0,-1 0,1 0,0 0,-1 0,1 1,0-1,0 0,-1 1,1-1,0 1,0 0,-29 60,28-55,1-1,-1 1,2 0,-1 0,1 0,0 0,0 0,1 0,-1 0,2-1,-1 1,1 0,0 0,0-1,1 0,0 1,0-1,0 0,1 0,0-1,0 1,1-1,0 0,-1 0,4 2,4 3,1 0,0-1,0 0,1-1,0-1,1 0,-1-1,1-1,0 0,13 2,118 11,-80-16</inkml:trace>
  <inkml:trace contextRef="#ctx0" brushRef="#br1" timeOffset="138334.663">10625 2760,'-13'-7,"0"1,-1 0,0 1,0 0,0 1,-1 1,1 0,-5 1,13 1,0 0,0 1,0 0,-1 0,1 1,0 0,0 0,0 0,0 1,0 0,0 0,0 0,1 1,-1 0,1 0,0 0,-1 1,2-1,-1 1,-3 4,5-6,1 1,0 0,-1 0,1 0,0 0,0 1,0-1,1 0,-1 1,1-1,0 1,0 0,0-1,1 1,-1 0,1-1,0 1,0 0,0 0,0 0,1-1,-1 1,1 0,0-1,0 1,1-1,-1 1,1-1,-1 1,1-1,0 0,1 0,-1 0,0 0,1 0,-1-1,1 1,0-1,0 1,0-1,0 0,3 1,2 1,0-1,0 1,0-2,0 1,1-1,-1 0,1-1,0 0,-1 0,1-1,0 0,-1-1,1 1,0-2,-1 1,1-1,-1-1,1 1,-1-2,0 1,0-1,-1 0,1 0,-1-1,0 0,0-1,0 1,-1-1,0-1,0 1,-1-1,1 0,-2 0,1-1,3-6,7-32,-15 47,0-1,0 0,-1 0,1 0,0 0,0 0,0 0,0 0,0 0,-1 0,1 0,0-1,0 1,0 0,0 0,0 0,0 0,-1 0,1 0,0 0,0 0,0 0,0 0,0 0,0-1,0 1,-1 0,1 0,0 0,0 0,0 0,0 0,0-1,-8 18,5-9,0 0,0 0,1 0,0 1,1-1,-1 1,2-1,-1 0,1 1,1-1,-1 1,1-1,1 1,0-1,0 0,0 0,1 0,3 6,-5-13,0 1,1-1,-1 1,1-1,-1 0,1 0,-1 1,1-1,0 0,-1 0,1-1,0 1,0 0,0 0,0-1,-1 1,1-1,0 0,0 0,0 1,0-1,0-1,0 1,0 0,0 0,0-1,0 1,0-1,0 1,0-1,-1 0,1 0,0 0,0 0,-1 0,1 0,-1 0,1-1,0 0,50-62,-7-26,-38 71,0 1,2 0,0 0,1 1,1 1,0 0,2 0,-1 1,2 0,12-10,-22 22,0 1,0-1,0 1,0-1,1 1,-1 0,0 1,1-1,0 1,-1 0,1 0,0 0,0 1,-1-1,1 1,0 1,0-1,0 1,-1-1,1 1,0 1,-1-1,1 1,-1-1,1 1,-1 0,0 1,0-1,0 1,0 0,0 0,-1 0,1 1,-1-1,0 1,0 0,0 0,0 0,0 1,5 15,-1 0,0 1,-2 1,0-1,-2 1,0-1,-1 1,-2 0,0 0,-1 0,-4 18,5-35,-7 86,2-56,1 0,2 1,2-1,1 0,1 1,2-1,2 0,1-1,3 5,-7-30,0 0,1 0,0 0,1-1,-1 1,2-1,-1 0,1-1,0 1,1-1,0-1,0 1,0-1,1 0,0-1,0 0,0 0,1 0,0-1,-1-1,1 1,1-2,-1 1,0-1,1-1,-1 1,1-2,0 1,-7-1,1-1,-1 1,0-1,0 0,0 0,0 0,0 0,0-1,0 1,0-1,0 0,-1 0,1 0,-1 0,1 0,-1 0,0-1,0 1,0-1,0 0,0 1,0-1,-1 0,0 0,1 0,-1 0,0 0,0 0,-1-1,1 1,1-8,-1 1,-1-1,1 1,-2-1,1 1,-1-1,-1 1,-2-9,-8-22,-1 2,-2 0,-1 0,-3 1,0 2,-3 0,-1 1,-1 1,-2 1,-2 1,-1 2,-4-3,-51-36,84 69,-1-1,1 1,0-1,0 1,0 0,0-1,0 1,0-1,0 1,0 0,0-1,1 1,-1-1,0 1,0 0,0-1,0 1,1-1,-1 1,0 0,0-1,1 1,-1 0,0-1,0 1,1 0,-1 0,0-1,1 1,-1 0,1 0,-1-1,0 1,1 0,-1 0,1 0,-1 0,0 0,1 0,-1 0,1 0,-1 0,0 0,1 0,-1 0,1 0,-1 0,1 0,-1 0,0 0,1 0,-1 1,1-1,-1 0,2 0,213-4,55 6,-269-2,-1 0,1 0,-1 0,1 0,-1 0,0-1,1 1,-1 0,1 1,-1-1,1 0,-1 0,0 0,1 0,-1 0,1 0,-1 0,0 1,1-1,-1 0,1 0,-1 1,0-1,1 0,-1 0,0 1,1-1,-1 0,0 1,0-1,1 1,-1-1,0 0,0 1,0-1,0 1,1-1,-1 0,0 1,0-1,0 1,0-1,0 1,0-1,0 0,0 1,0-1,0 1,0-1,-1 1,1-1,0 1,-16 23,7-13,8-9,-1 0,1 0,0 1,0-1,0 0,0 1,1-1,-1 1,1-1,-1 1,1-1,0 1,0-1,0 1,0-1,1 1,-1-1,1 1,-1-1,1 1,0-1,0 0,0 1,0-1,0 0,0 0,1 0,-1 0,1 0,0 0,-1 0,1 0,0-1,0 1,0-1,0 1,0-1,1 0,-1 0,0 0,1 0,-1 0,0-1,1 1,-1-1,1 1,0-1,1 2,0-1,0 0,0 0,1 0,-1-1,0 1,1-1,-1 0,0 0,1 0,-1-1,0 0,1 0,-1 0,0 0,0-1,0 1,0-1,0 0,0 0,0 0,-1-1,1 0,-1 1,0-1,0 0,0-1,0 1,0 0,-1-1,1 0,-1 1,0-1,0 0,-1 0,1 0,0-4,-1 1,0 0,0-1,-1 1,-1 0,1 0,-1 0,0 0,-1-1,1 1,-1 1,-1-1,1 0,-1 0,-1 1,1 0,-1 0,0 0,0 0,-1 0,1 1,-2 0,1 0,0 0,-1 1,0-1,0 1,0 1,0-1,-1 1,1 0,-1 1,0-1,0 1,0 1,0-1,0 1,0 1,0-1,-1 1,1 0,-2 1,4 1,0 1,0-1,0 1,0 0,0 1,1-1,0 1,-1 0,1 0,1 0,-1 1,1-1,-1 1,1 0,1 0,-1 0,1 0,0 0,0 1,0-1,1 1,-1-1,2 1,-1 0,0-1,1 1,0 0,1-1,-1 1,1 0,0-1,0 1,1-1,0 1,0-1,0 0,1 1,-1-1,1 0,0-1,1 1,-1-1,1 1,2 1,21 10,1-5</inkml:trace>
  <inkml:trace contextRef="#ctx0" brushRef="#br1" timeOffset="138645.83">11935 2319,'-9'-5,"0"0,0 0,0 1,-1 0,1 1,-1 0,0 1,0 0,0 0,0 1,0 1,0-1,-1 2,1-1,0 2,0-1,0 1,0 0,-9 4,17-4,-1 0,1 0,-1 1,1-1,0 0,0 1,0-1,0 1,0 0,1 0,-1-1,1 1,0 0,0 0,0 1,0-1,0 0,1 0,-1 0,1 1,0-1,0 0,0 0,0 0,1 1,-1-1,1 0,0 0,0 0,42 87,43 21,-51-67,-2 0,-2 2,6 14,-24-34,-8-14,1 0,0-1,0 0,1 0,1 0,-1-1,2 0,-1 0,2-1,-1 0,1-1,0 0,6 2,3-2,0-1,0-1,1-1,0 0,0-2,0 0,0-2,1 0,-1-1,0-1,1-1,-1 0,0-2,14-4,35-9</inkml:trace>
  <inkml:trace contextRef="#ctx0" brushRef="#br1" timeOffset="138963.02">13405 1825,'-6'7,"1"1,-1 1,1-1,1 1,0 0,0 0,1 0,0 1,0-1,1 1,1-1,-1 1,1 1,1-6,-8 73,4 0,3 1,4-1,10 58,-2 4,5 121,-4-207,-5-50,-1-7</inkml:trace>
  <inkml:trace contextRef="#ctx0" brushRef="#br1" timeOffset="139382.738">12965 2279,'462'65,"-453"-64,39 7,1 2,-2 2,36 15,-80-27,0 1,0 0,0-1,0 1,0 0,0 1,-1-1,1 0,0 1,-1-1,1 1,-1 0,0 0,1 0,-1 0,0 0,0 1,0-1,-1 1,1-1,-1 1,1 0,-1-1,0 1,0 0,0 0,0 0,-1 0,1 0,-1 0,1 0,-1 1,-39 73,11-29,26-44,-1 0,1 1,0-1,0 0,1 1,-1 0,1-1,0 1,0 0,1 0,-1-1,1 1,0 0,0 0,1 0,0 0,-1-1,2 1,-1 0,0-1,1 1,0-1,0 1,0-1,1 0,-1 0,1 0,0 0,0 0,1-1,-1 1,1-1,2 2,1 0,0 0,0-1,0 0,1 0,-1 0,1-1,0 0,0-1,0 0,0 0,1-1,-1 0,0 0,1-1,-1 0,1 0,-1-1,0 0,1-1,-1 0,0 0,0-1,0 0,-1 0,1-1,-1 0,7-4,-11 5,-1 0,1 0,-1 0,0 0,0-1,0 1,-1-1,1 1,-1-1,0 1,0-1,0 0,0 0,-1 1,1-1,-1 0,0 0,0 0,0 0,-1 1,0-1,1 0,-1 0,0 1,-1-1,1 0,-1 1,0-1,0 0,-3-4,1 2,-1-1,0 0,0 1,-1 0,0 0,0 1,0 0,-1 0,0 0,0 1,0-1,-4 0,7 3,0-1,0 1,0 0,-1 0,1 0,-1 1,1-1,-1 1,0 0,1 1,-1-1,0 1,0 0,1 0,-1 0,0 1,0-1,1 1,-1 0,1 1,-1-1,1 1,-1 0,1 0,0 1,0-1,0 1,0 0,0 0,1 0,-1 0,1 0,0 1,0 0,0 0,0 0,1 0,0 0,0 0,0 1,-1 35,9-1</inkml:trace>
  <inkml:trace contextRef="#ctx0" brushRef="#br1" timeOffset="139939.618">14154 2666,'-8'-56,"2"-1,3 0,3 0,2 0,2 0,8-36,21-75,31-85,-42 171,0-19,-27 72,4 29,1-1,0 1,-1-1,1 1,-1 0,1-1,-1 1,1 0,-1 0,1 0,-1-1,1 1,-1 0,0 0,1 0,-1 0,1 0,-1 0,1 0,-1 0,0 0,1 0,-1 0,1 0,-1 0,1 1,-1-1,1 0,-1 0,1 1,-1-1,1 0,-1 1,1-1,-1 0,1 1,0-1,-1 1,1-1,0 0,-1 1,1-1,0 1,0-1,-1 1,1 0,0-1,-12 17,1 1,0 0,2 1,0 0,1 0,1 1,1 0,1 0,0 0,1 6,-1 18,2 0,1 1,3-1,2 1,1-1,3 0,1 0,3-1,1 0,2-1,2 0,1-2,3 1,1-2,2-1,1-1,11 10,-29-36,1-1,0 0,1-1,0 1,1-2,0 1,0-1,0 0,1-1,1 0,-1-1,10 4,-15-10,0 0,1-1,-1 0,0 0,0 0,0-1,-1 1,1-1,0 0,0-1,-1 1,0-1,1 0,-1 0,0 0,0-1,-1 0,1 1,-1-1,0 0,0-1,0 1,0 0,-1-1,0 0,1 0,1-2,72-112,-76 120,0-1,0 0,0 0,0 0,0 1,0-1,1 0,-1 0,0 0,0 1,0-1,0 0,0 0,0 0,1 0,-1 1,0-1,0 0,0 0,0 0,1 0,-1 0,0 0,0 1,0-1,1 0,-1 0,0 0,0 0,1 0,-1 0,0 0,0 0,0 0,1 0,-1 0,0 0,0 0,0 0,1 0,-1 0,0 0,0-1,1 1,-1 0,0 0,0 0,0 0,0 0,1 0,-1-1,0 1,0 0,0 0,0 0,0 0,1-1,-1 1,0 0,0 0,0 0,0-1,-2 21,2-19,-3 8,1 0,0 1,0-1,1 0,0 1,0-1,1 1,1-1,0 1,0-1,0 1,1-1,1 0,0 1,0-2,0 1,1 0,1-1,-1 1,2-1,-1 0,1-1,0 1,0-1,7 5,74 27,-43-29</inkml:trace>
  <inkml:trace contextRef="#ctx0" brushRef="#br1" timeOffset="140182.892">15010 2413,'-16'-5,"-12"-3,-8-1,-5-1,-2 2,-1-1,8 1</inkml:trace>
  <inkml:trace contextRef="#ctx0" brushRef="#br1" timeOffset="140352.987">14154 2065,'-5'-13,"11"-8,19 1,24 3,20 7,9 10,-2 9,-13 3</inkml:trace>
  <inkml:trace contextRef="#ctx0" brushRef="#br1" timeOffset="140534.501">14207 2934,'0'18,"3"13,7 8,6 2,6-4,-2-8</inkml:trace>
  <inkml:trace contextRef="#ctx0" brushRef="#br1" timeOffset="142135.362">3994 3776,'8'5,"-1"0,0 1,0 0,0 0,-1 0,0 1,0 0,-1 0,1 1,-2-1,1 1,-1 0,0 1,-1-1,0 1,0-1,-1 1,0 0,0 0,-1 7,3-3,4 25,-6-25,0 0,1 0,1-1,0 1,0-1,1 0,1 0,0-1,0 1,1-1,1 0,-6-9,-1-1,1 0,-1 1,1-1,0 0,-1 0,1 0,0 0,0 0,0 0,0-1,-1 1,1-1,0 1,0-1,0 0,0 1,0-1,0 0,0-1,0 1,0 0,0 0,0-1,0 1,0-1,0 0,0 0,0 1,0-1,-1 0,1 0,0-1,-1 1,1 0,-1-1,1 1,0-2,46-65,-41 48,0-1,0 1,-2-1,-1 0,0 0,-2-5,-4 13,-4 32,5-12,0 0,1 0,-1 0,1 0,1 0,-1 1,1-1,0 0,1 0,0-1,0 1,0 0,1-1,0 1,0-1,1 0,-1 0,2 0,-1 0,0-1,1 1,0-1,0-1,1 1,0-1,-1 0,1 0,0 0,1-1,-1 0,1 0,5 1,-5-1,1-1,-1 0,0-1,1 1,-1-1,1-1,0 0,-1 0,1 0,-1-1,1 0,-1 0,1-1,-1 0,0 0,0-1,0 0,0 0,0-1,-1 0,1 0,-1 0,0-1,0 0,-1 0,1-1,-1 1,0-1,-1 0,0 0,2-4,0-5,0 0,-1 0,-1-1,-1 0,0 0,-1 0,0 0,-1-11,-1 23,2-12,10 28,6 59,-17-59,1-1,0 0,1 0,0 0,0 0,2 0,-1-1,1 0,0 0,1 0,1-1,-1 0,1 0,8 7,-11-13,-1-1,1 1,0-1,1 0,-1 0,0-1,0 0,1 1,-1-1,1-1,-1 1,1-1,-1 1,1-1,-1-1,1 1,-1 0,1-1,-1 0,1 0,-1-1,1 0,89-49,-83 42,0-1,-1 0,1 0,-2-1,0-1,0 1,-1-1,0-1,-1 0,-1 0,0 0,3-10,-12 31,1 1,0-1,0 1,1 0,0-1,0 1,1 0,0 0,1 0,0-1,0 1,1 0,0-1,1 1,-1-1,2 1,-1-1,15 6,0-4</inkml:trace>
  <inkml:trace contextRef="#ctx0" brushRef="#br1" timeOffset="142999.501">4917 3576,'11'12,"1"0,0-1,1-1,1 0,-1-1,1 0,1-1,0 0,0-1,0-1,1-1,6 2,-1 1,58 19,102 47,-175-71,1 0,-2 1,1 0,0 0,-1 0,0 0,0 1,0 0,-1 0,1 1,-1-1,0 1,-1-1,1 1,-1 1,-1-1,1 0,-1 1,0-1,0 1,-1 0,0-1,0 1,0 6,-2 3,0-15,0 1,1 0,-1-1,1 1,-1 0,1 0,0 0,-1-1,1 1,0 0,0 0,0 0,0 0,1-1,-1 1,1 0,-1 0,1 0,-1-1,1 1,0 0,0-1,0 1,0-1,0 1,0-1,0 1,0-1,1 0,-1 1,1-1,-1 0,1 0,-1 0,1 0,-1 0,1-1,0 1,0 0,-1-1,1 1,0-1,0 0,0 0,0 1,11-5,0 0,0-1,0 0,-1-1,0-1,0 0,-1 0,0-1,0 0,0-1,-1 0,-1-1,0 0,4-6,39-51,-51 67,-1-1,1 1,-1 0,1 0,-1 0,1 0,0 0,-1 0,1-1,-1 1,1 0,0 1,-1-1,1 0,-1 0,1 0,-1 0,1 0,0 1,-1-1,1 0,-1 0,1 1,-1-1,1 0,-1 1,1-1,-1 1,0-1,1 0,-1 1,1-1,-1 1,0-1,0 1,1-1,-1 1,0 0,0-1,1 1,-1-1,0 1,0 0,0-1,0 1,0-1,0 1,0 0,0-1,0 1,0-1,-1 1,3 4,3 5,0-1,1 1,0 0,1-1,0-1,0 1,1-1,0 0,0-1,1 0,0 0,0-1,1 0,0 0,0-1,0-1,0 1,1-2,0 0,0 0,0-1,0 0,0 0,0-2,0 1,1-1,-1-1,0 0,0-1,0 0,3-1,-7 1,0-1,-1 1,1-1,-1 0,1-1,-1 1,0-1,-1 0,1-1,-1 0,0 0,0 0,0 0,0-1,-1 1,0-1,-1 0,1-1,-1 1,0 0,0-1,-1 0,0 0,0 0,3-16,-1-1,-1 0,-1 0,-1 0,-1 0,-2-13,-1-14,-3 0,-2 0,-13-41,-2 39,22 53,0 0,1 0,-1-1,0 1,0 0,1 0,-1 0,0 0,0 0,1 0,-1 0,0 0,0 0,1 0,-1 1,0-1,0 0,1 0,-1 1,0-1,1 0,-1 1,1-1,-1 1,0-1,1 1,-1-1,1 1,-1-1,1 1,-1-1,1 1,0 0,-1-1,1 1,0 0,-1-1,1 1,0 0,0 0,0-1,0 1,-1 0,-6 22,0-1,1 1,2 0,0 1,1-1,1 24,1-34,-1 18,1 1,2-1,1 1,1-1,2 0,1 0,6 14,-10-34,2-1,0 0,0 0,0 0,1 0,1-1,0 0,0 0,1-1,0 1,0-1,1-1,0 0,0 0,1 0,-1-1,2 0,-1-1,1 0,-1 0,1-1,1-1,3 2,-4-3,-1-1,1 0,-1 0,1-1,0 0,-1 0,1-1,0-1,-1 0,1 0,-1 0,0-1,0-1,0 0,0 0,2-2,-5 3,-1-1,0 1,0-1,0 0,0-1,-1 1,1-1,-1 0,-1 0,1 0,0 0,-1-1,0 1,-1-1,1 0,-1 0,0 0,0 0,-1 0,0-1,0 1,0 0,-1-1,0 1,0-1,-10-24,10 30,0 0,0 1,0-1,-1 1,1-1,0 1,-1-1,1 1,0-1,-1 1,1-1,0 1,-1 0,1-1,-1 1,1 0,-1-1,1 1,-1 0,1-1,-1 1,1 0,-1 0,1 0,-1 0,0 0,1-1,-1 1,1 0,-1 0,1 0,-1 0,0 1,1-1,-1 0,1 0,-1 0,1 0,-1 1,1-1,-1 0,1 0,-1 1,1-1,-1 0,1 1,-1-1,1 0,-1 1,1-1,-1 1,-2 4,0 1,0-1,1 1,0 0,0 0,0 0,0 0,1 0,0 0,1 0,-1 0,1 0,0 1,0-1,2 4,-1-2,1 0,0 0,0-1,1 1,0 0,0-1,1 0,0 1,0-2,1 1,0 0,0-1,0 0,1 0,0 0,0-1,0 0,1 0,0-1,0 0,0 0,0 0,1-1,0 0,-1-1,1 0,1 0,27 9</inkml:trace>
  <inkml:trace contextRef="#ctx0" brushRef="#br1" timeOffset="143248.444">5973 3589,'-16'-2,"-8"-1,6 0,14 1,21 0,27 1,28 1,27-1,21 4,11 2,-16 1</inkml:trace>
  <inkml:trace contextRef="#ctx0" brushRef="#br1" timeOffset="143668.322">6788 4084,'10'-7,"-1"0,0-1,0 0,-1 0,0-1,0 0,-1 0,0-1,-1 0,0 0,0-1,-1 0,-1 0,0 0,0 0,-1-1,-1 1,0-1,0 0,-1-7,0 8,0 0,-1 1,0-1,-1 1,0-1,-1 0,0 1,-1 0,0 0,-1 0,0 0,0 0,-1 1,0-1,-1 1,-4-5,10 13,-1 1,1-1,-1 0,1 0,-1 0,1 1,-1-1,0 0,1 1,-1-1,0 1,1-1,-1 1,0-1,0 1,0 0,0-1,0 1,1 0,-1-1,0 1,0 0,0 0,0 0,0 0,0 0,0 0,0 0,0 0,1 0,-1 1,0-1,0 0,0 0,0 1,0-1,0 1,1-1,-1 1,0-1,0 1,1-1,-1 1,0 0,1-1,-1 1,1 0,-1 0,1-1,-1 1,0 2,1-1,-1 0,0 0,1 1,0-1,-1 0,1 1,0-1,0 0,0 1,1-1,-1 0,0 1,1-1,0 0,-1 0,1 0,0 1,0-1,1 0,5 6,1-1,-1-1,2 1,-1-1,1-1,0 1,0-1,0-1,1 0,0 0,-1-1,1 0,1-1,-1 0,0-1,0 0,5 0,18 4,-17-4,0 1,-1 1,1 0,-1 1,0 1,13 5,-25-7,0-1,0 1,0-1,-1 1,1 0,-1 0,0 0,1 0,-1 1,0-1,-1 1,1-1,-1 1,0-1,1 1,-2 0,1 0,0-1,-1 1,1 0,-1 0,0 0,-1 0,1 0,-1-1,0 3,0-3,1 1,-1 0,1 0,0 0,0 0,0-1,0 1,1 0,-1 0,1-1,0 1,0 0,1-1,-1 1,1-1,0 1,-1-1,2 0,-1 1,0-1,1 0,-1-1,1 1,0 0,0-1,0 1,1 0,4-1,0 1,0-2,0 1,1-1,-1 0,0 0,1-1,-1-1,0 1,1-1,-1 0,0-1,0 0,0-1,0 1,0-1,-1-1,1 0,-1 0,0 0,0-1,1-1,17-13</inkml:trace>
  <inkml:trace contextRef="#ctx0" brushRef="#br1" timeOffset="144414.995">7470 3857,'0'4,"12"107,-11-107,0-1,0 1,0 0,1 0,-1-1,1 1,0-1,0 1,0-1,1 0,-1 0,1 0,0 0,-1 0,1 0,1-1,-1 0,0 1,1-1,-1-1,1 1,-1 0,1-1,0 1,0-1,-1 0,1-1,0 1,2-1,-1 0,-1 0,1-1,-1 1,0-1,1 0,-1-1,0 1,0-1,0 0,0 0,0 0,0 0,-1-1,1 1,-1-1,1 0,-1 0,0 0,0-1,-1 1,1-1,-1 1,1-1,-1 0,0-1,5-9,-1 1,-1-1,0 0,-1 0,-1 0,0-1,0 1,3-69,-16 127,8-28,0 83,2-95,0 0,1-1,0 1,0 0,0-1,0 1,1-1,-1 0,1 1,0-1,0 0,0 0,1 0,-1 0,1 0,-1-1,1 1,0-1,0 0,0 1,0-2,0 1,1 0,1 0,7 2,1-2,-1 0,0-1,0 0,1 0,-1-1,1-1,-1 0,0-1,0 0,0-1,0-1,0 0,0 0,-1-1,0 0,0-1,0 0,-1-1,0 0,0-1,-1 0,0-1,0 0,4-6,-10 12,0-1,0 0,0 0,-1-1,0 1,0 0,0-1,0 1,-1-1,0 0,1 1,-2-1,1 0,-1 0,1 0,-1 1,-1-4,1 9,0-1,0 0,0 0,0 0,-1 1,1-1,0 0,0 0,0 0,0 0,-1 0,1 0,0 1,0-1,0 0,-1 0,1 0,0 0,0 0,0 0,-1 0,1 0,0 0,0 0,-1 0,1 0,0 0,0 0,0 0,-1 0,1 0,0 0,0-1,0 1,-1 0,1 0,0 0,0 0,0 0,-1 0,1-1,0 1,0 0,0 0,0 0,0 0,0-1,-1 1,1 0,0 0,0 0,0-1,0 1,0 0,0 0,0-1,0 1,0 0,-6 20,6-15,-1 0,1 0,1 0,-1 0,1 0,0 0,0 0,0 0,1 0,-1 0,1-1,0 1,1 0,-1-1,1 0,0 0,0 1,0-2,1 1,-1 0,1-1,0 1,0-1,0 0,0-1,1 1,-1-1,1 0,4 2,2 0,0-1,0 0,1 0,-1-1,1-1,-1 0,1 0,-1-1,1-1,0 0,-1 0,10-3,-10 1,1-1,-1 0,0 0,-1-1,1-1,-1 0,0 0,0-1,-1 0,6-6,-11 10,-1 0,0-1,1 0,-1 1,0-1,-1-1,1 1,-1 0,0 0,0-1,0 1,0-1,-1 0,0 0,0 1,0-1,-1 0,1 0,-1 0,0 0,-1 0,1 1,-1-1,0 0,0 0,-2-3,2 5,-1-1,0 0,0 1,-1 0,1-1,-1 1,1 0,-1 0,0 0,0 1,-1-1,1 1,0 0,-1 0,0 0,1 0,-1 0,0 1,0 0,0-1,0 1,0 1,0-1,0 1,0 0,0-1,0 2,0-1,0 0,0 1,0 0,0 0,0 0,0 1,0-1,0 1,1 0,-1 0,1 0,-1 0,1 1,0-1,0 1,0 0,0 0,0 0,1 0,-2 2,1 0,0 1,0-1,0 1,1-1,0 1,0 0,0 0,1 0,0 0,0 0,0 0,1 0,0 0,0 1,0-1,1 0,0 0,0 0,1 0,0 0,0 0,0-1,1 1,-1-1,1 1,1-1,-1 0,1 0,0 0,0-1,0 1,1-1,-1 0,1 0,0-1,4 3,7 2,0 0,0-1,1-1,0 0,0-2,0 0,0 0,1-2,0 0,0-1,2-1,28 2</inkml:trace>
  <inkml:trace contextRef="#ctx0" brushRef="#br1" timeOffset="145031.226">8713 3857,'-4'48,"4"-38,0 1,1-1,0 0,1 0,0 0,1 0,0 0,1 0,0-1,0 1,1-1,0 0,0-1,1 1,0-1,1 0,0-1,0 1,1-1,0-1,6 5,-10-10,1 1,-1-1,1-1,-1 1,1-1,-1 1,1-1,-1-1,1 1,-1-1,1 1,-1-1,1 0,-1-1,0 1,0-1,1 0,-1 0,0 0,-1-1,1 1,0-1,-1 0,3-2,2-3,0 0,0 0,-1-1,0 0,-1 0,0-1,0 1,-1-1,3-7,11-45,-1 88,-14-19,0 0,1 1,0-1,0-1,0 1,1-1,0 0,0 0,0-1,1 0,0 0,0 0,0-1,1 0,-1 0,1-1,0 0,0-1,0 1,1-1,-1-1,0 0,1 0,-1-1,1 0,-1 0,1 0,0 0,-1 0,1-1,0 0,-1-1,1 0,-1 0,0-1,0 0,0 0,0-1,0 0,-1-1,1 1,-1-1,0-1,-1 1,1-1,-1 0,0-1,-1 0,0 0,0 0,0 0,-1-1,0 0,0 1,-1-2,0 0,-2 17,-1 1,2-1,-1 1,1-1,0 1,1-1,-1 0,2 0,-1 0,1 0,0-1,1 0,0 1,0-1,1-1,0 1,0-1,0 0,1 0,0-1,0 0,0 0,1 0,0-1,5 2,15 4</inkml:trace>
  <inkml:trace contextRef="#ctx0" brushRef="#br1" timeOffset="145218.9">9516 3509,'-16'-2,"-8"-1,-1 0,3 5,5 7,10 6,11 6,14 1,3-4</inkml:trace>
  <inkml:trace contextRef="#ctx0" brushRef="#br1" timeOffset="145397.427">9743 3816,'0'14,"0"9,0 5,0 2,2-1,3-2,1-3,-1-2,-1-6</inkml:trace>
  <inkml:trace contextRef="#ctx0" brushRef="#br1" timeOffset="145650.751">9729 3469,'-5'2,"2"3,0 1</inkml:trace>
  <inkml:trace contextRef="#ctx0" brushRef="#br1" timeOffset="146312.376">10838 3602,'15'7,"0"0,0-2,0 0,1 0,-1-2,1 0,0 0,0-2,0 0,1-1,-1 0,0-1,0-1,0-1,0 0,-1-1,1-1,-1 0,0-1,0-1,10-6,-19 9,1-1,-1 1,1-1,-1-1,-1 1,1-1,-1 0,0-1,0 1,3-7,-7 11,0 0,0 0,0 0,0 0,0-1,0 1,-1 0,1 0,-1-1,0 1,1 0,-1-1,0 1,0 0,-1-1,1 1,0 0,-1-1,1 1,-1 0,0 0,0-1,0 1,0 0,0 0,0 0,-1 0,1 0,-1 0,1 1,-1-1,0 0,1 1,-1 0,0-1,0 1,-2-1,1 0,0 1,1-1,-1 1,0 0,0 0,0 0,0 1,0-1,0 1,0-1,0 1,0 0,0 0,0 0,0 1,0-1,0 1,0 0,0-1,0 1,0 1,1-1,-1 0,0 1,1-1,-1 1,1 0,-1 0,1 0,-1 1,-4 4,0 0,1 1,0-1,0 1,1 0,0 1,0 0,1-1,0 3,-8 33,2 0,2 1,1 1,3-1,2 1,2 0,2-1,1 1,3-1,4 12,21 247,-31-256</inkml:trace>
  <inkml:trace contextRef="#ctx0" brushRef="#br1" timeOffset="146816.495">10838 3924,'26'-19,"0"3,1 0,0 1,1 2,1 1,0 1,1 1,0 2,3 0,26-7,1 3,1 2,48 0,-107 9,-1 1,1-1,0 1,0 0,-1 0,1 0,0 0,0 0,0 0,-1 0,1 1,0-1,-1 1,1-1,0 1,-1 0,1-1,-1 1,1 0,-1 0,1 0,-1 0,1 1,-1-1,0 0,0 0,0 1,0-1,0 1,0-1,0 1,0-1,0 1,-1 0,1-1,-1 1,1 0,-1-1,0 1,1 0,-1 0,0-1,0 2,0 23,-1-20,0 0,1 0,0 0,0 0,0 0,1 0,0 0,0 0,0-1,1 1,0 0,0 0,1-1,-1 0,1 1,0-1,1 0,-1 0,1-1,0 1,0-1,3 3,-5-6,0 1,1 0,-1-1,1 1,-1-1,1 0,-1 0,1 0,0 0,0 0,-1-1,1 1,0-1,0 0,0 0,0 0,-1 0,1 0,0-1,0 1,0-1,-1 0,1 0,0 0,-1 0,1 0,-1 0,1-1,-1 1,1-1,0-1,3-2,-1 0,-1 0,1-1,-1 1,0-1,0 0,0 0,-1-1,0 1,0-1,-1 1,1-3,14-70,-12 89,-3 31,10 55,-11-93,1 1,-1-1,1 0,0 1,-1-1,1 0,1 0,-1 0,0 0,1 0,-1-1,1 1,0-1,0 0,0 0,0 0,0 0,1 0,-1-1,0 1,1-1,0 0,-1 0,2 0,19 3</inkml:trace>
  <inkml:trace contextRef="#ctx0" brushRef="#br1" timeOffset="147182.517">11975 3763,'-4'9,"1"0,0 0,1 1,-1-1,2 1,-1 0,2 0,-1-1,1 1,1 0,-1 0,2 2,-1-7,0-1,0 1,0-1,1 0,0 1,0-1,0 0,0 0,1 0,-1 0,1 0,0-1,0 1,1-1,-1 0,1 0,-1 0,1 0,0-1,0 0,0 1,0-2,1 1,-1 0,0-1,4 1,-3-1,1 0,-1-1,0 0,1 0,-1 0,0 0,0-1,1 0,-1 0,0-1,0 1,0-1,0 0,0-1,-1 1,1-1,-1 0,1 0,-1 0,0-1,0 1,-1-1,1 0,1-2,4-5,0-1,0-1,-1 0,-1 0,0 0,0-1,-2 0,1-2,9-52,-16 77,-1 1,1-1,1 1,0-1,0 1,1-1,0 0,1 1,0-1,0 0,3 6,-1-8,0-1,1 1,-1-1,1 0,1-1,-1 1,1-1,0 0,0-1,0 1,1-1,0 0,0-1,0 0,3 1,29 11</inkml:trace>
  <inkml:trace contextRef="#ctx0" brushRef="#br1" timeOffset="147814.498">12763 3722,'-5'0,"0"-1,0 1,-1 0,1 0,0 1,0 0,0-1,-1 2,1-1,0 1,0-1,1 1,-1 1,0-1,1 1,-1 0,1 0,0 0,0 0,0 1,0-1,1 1,-1 0,1 1,0-1,0 0,1 1,-1 0,1-1,0 1,0 0,1 0,-1 1,2-1,0-1,0 1,0-1,0 1,1-1,0 1,0-1,0 0,0 1,1-1,0 0,0 0,0 0,0 0,1 0,-1 0,1-1,0 1,0-1,0 0,1 0,2 2,4 3,-1-2,1 1,1-1,-1-1,1 0,0 0,0-1,4 1,-4-2,1-1,0 0,-1 0,1-1,0-1,0 0,0-1,0 0,-1 0,1-2,0 1,-1-1,0-1,0 0,0-1,0 0,0 0,-1-1,0-1,0 0,-1 0,0-1,0 0,-1 0,0-1,0 0,1-4,9-18,-2-1,-1-1,-1-1,-2 0,-2 0,-1-1,-1 0,-2-1,1-29,0 7,-2 0,-3 0,-2-1,-6-42,5 94,0 1,0-1,0 1,0-1,-1 1,0-1,-1 1,1 0,-1 0,-1 0,1 0,-1 0,1 5,1 0,-1 0,1 0,-1 0,1 0,-1 1,1-1,-1 1,1 0,-1-1,0 1,1 1,-1-1,0 0,1 1,-1-1,1 1,-1 0,1-1,-1 1,1 1,0-1,-1 0,1 1,0-1,0 1,0-1,0 1,0 0,0 0,1 0,-1 0,1 0,-1 0,1 1,0-1,-1 2,-10 13,1 1,0 1,2-1,0 2,1-1,1 1,1 1,1-1,0 1,2 0,0 0,2 0,0 0,1 0,1 0,1 0,1 0,1 0,1 0,1-1,0 0,5 8,-3-7,1 0,1 0,0-1,2 0,0-1,2-1,0 0,0-1,2 0,0-1,1-1,1 0,0-2,1 0,0-1,1 0,0-2,-15-8,-1-1,0 1,0-1,1 0,-1-1,0 1,1-1,-1 1,1-1,-1-1,0 1,1-1,-1 1,1-1,-1 0,0-1,0 1,0-1,0 0,0 0,0 0,0-1,-1 1,1-1,-1 0,1 0,-1 0,0 0,0-1,-1 1,3-4,83-156,-88 164,0-1,0 0,0 0,1 0,-1 1,0-1,0 0,1 0,-1 0,0 0,1 0,-1 0,0 0,1 0,-1 0,0 0,0 0,1 0,-1 0,0 0,1 0,-1 0,0 0,1 0,-1 0,0 0,0 0,1 0,-1 0,0-1,0 1,1 0,-1 0,0 0,0-1,1 1,-1 0,0 0,0 0,0-1,1 1,-1 0,0-1,-3 35,3-31,-3 24,-3 65,6-89,0 1,1-1,-1 1,1-1,0 0,0 1,0-1,1 0,-1 0,1 1,-1-1,1 0,0-1,1 1,-1 0,0-1,1 1,-1-1,1 1,0-1,0 0,0 0,2 0,21 7,1-4</inkml:trace>
  <inkml:trace contextRef="#ctx0" brushRef="#br1" timeOffset="148070.49">13699 3456,'-18'-5,"-13"-1,-8 0,1 1,1 2,6 1,3 1,6 0</inkml:trace>
  <inkml:trace contextRef="#ctx0" brushRef="#br1" timeOffset="148315.835">13031 3335,'18'-2,"25"-1,25 3,23 5,20 4,8 6,-15-1</inkml:trace>
  <inkml:trace contextRef="#ctx0" brushRef="#br1" timeOffset="148671.887">13927 3737,'4'1,"0"1,0-1,0 0,0 0,0-1,0 1,1-1,-1 0,0 0,0 0,1-1,-1 1,0-1,0 0,0 0,0-1,0 1,0-1,0 0,0 0,0 0,-1 0,1-1,-1 0,0 1,0-1,0 0,0-1,0 1,-1 0,1-1,-1 0,0 1,0-1,-1 0,1 0,0-4,-1 6,-1-1,1 0,-1 0,0 0,0 0,0 0,-1 0,1 0,-1 0,1 0,-1 0,0 1,0-1,0 0,-1 1,1-1,-1 0,1 1,-1 0,0-1,0 1,0 0,0 0,0 0,0 0,-1 0,1 1,-1-1,1 1,-1-1,0 1,1 0,-1 0,0 0,0 1,0-1,0 1,-1-1,-1 0,0 0,0 0,-1 1,1 0,0 0,-1 0,1 0,0 1,-1 0,1 0,0 0,0 1,0 0,0 0,0 0,0 1,1-1,-1 1,1 0,0 0,-2 2,3 0,0-1,1 1,0 0,0 0,0 0,0 0,1 0,0 0,0 0,0 0,1 0,0 1,0-1,0 0,1 0,-1 1,1-1,0 0,1 0,-1 0,1 0,0 0,1-1,-1 1,1 0,-1-1,1 0,1 0,-1 0,1 0,-1 0,1 0,0-1,0 0,1 0,-1 0,1-1,-1 1,1-1,3 1,5 5,1 0,1-1,-1-1,1 0,0-1,1 0,-1-2,1 1,-1-2,1 0,0-1,0-1,0 0,0-1,0-1,0-1,-1 0,1 0,-1-2,0 0,0-1,0 0,-1-1,0-1,0 0,-1-1,0-1,-1 0,0 0,3-4,60-108,-60 91,-4 12,-13 46,-3-10,0 0,2 1,0-1,1 1,0 0,2 0,0 0,0-13,0-1,1 1,-1 0,1-1,0 1,1-1,-1 0,1 1,0-1,0 0,0 0,0 0,1 0,0-1,-1 1,2-1,-1 1,0-1,0 0,1 0,0-1,0 1,0-1,0 1,0-1,0-1,0 1,0 0,3-1,16 4</inkml:trace>
  <inkml:trace contextRef="#ctx0" brushRef="#br1" timeOffset="148918.268">14609 3308,'-14'-4,"-4"2,1 7,3 2</inkml:trace>
  <inkml:trace contextRef="#ctx0" brushRef="#br1" timeOffset="158533.227">2149 4418,'-16'-5,"-14"4,-11 8,-11 12,-4 17,-1 18,4 15,10 18,13 11,13 9,19 3,23-1,25-9,22-9,20-11,9-12,-11-19</inkml:trace>
  <inkml:trace contextRef="#ctx0" brushRef="#br1" timeOffset="167481.68">2698 5033,'-1'-2,"1"-1,0 1,-1-1,1 1,-1 0,0-1,0 1,0 0,0 0,0 0,-1 0,1 0,0 0,-1 0,0 0,1 0,-1 1,0-1,0 0,0 1,0 0,0-1,0 1,0 0,-1 0,1 0,-2 0,-69-10,66 12,0 0,0 1,0 0,0 0,0 0,0 1,1 0,-1 0,1 1,-1 0,1 0,1 0,-1 1,1 0,-1 0,1 0,1 1,-1 0,1-1,0 2,0-1,1 0,0 1,0 0,0-1,1 1,0 0,0 1,1-1,0 0,0 0,1 0,0 1,0-1,1 0,-1 1,2-1,1 6,-1-9,0 1,0 0,1-1,-1 0,1 0,0 1,1-2,-1 1,1 0,-1-1,1 0,0 1,1-1,-1-1,0 1,1-1,-1 0,1 0,0 0,0 0,0-1,0 0,0 0,0-1,0 1,7 0,1-1,-1 0,0 0,0-1,0-1,0 0,0-1,-1 0,1-1,1-1,10-5,-1-2,0-1,-1 0,0-2,-1 0,-1-2,-1 0,0-1,-1 0,-1-2,-1 0,0-1,-2 0,0-1,-2 0,0-1,-2-1,0 1,-2-1,0-1,-2 1,2-26,-2 26,-2-1,0 0,-2 1,0-1,-2 0,-1 0,-1 0,-1 1,-1 0,-1 0,-7-16,13 38,0 0,-1 1,1-1,0 1,-1-1,0 1,1-1,-1 1,0 0,0-1,0 1,1 0,-1-1,-1 1,1 0,0 0,0 0,0 0,-1 0,1 0,0 0,-1 1,1-1,-1 0,1 1,-1-1,1 1,-1-1,1 1,-1 0,1 0,-1 0,0 0,1 0,-1 0,1 0,-1 0,0 1,1-1,-1 0,1 1,-1 0,1-1,0 1,-1 0,0 0,-7 8,2 0,-1 1,1-1,1 1,-1 1,2-1,0 1,0 0,1 0,0 1,-1 8,-7 20,2 0,1 1,3 0,1 0,2 1,2 0,2-1,2 1,1-1,4 10,-6-37,0 0,1 0,0 0,2 0,-1-1,2 0,0 0,0 0,1 0,1-1,0 0,0-1,2 0,-1 0,1-1,1 0,5 3,-13-11,1 0,0-1,0 0,0 0,0 0,0 0,0 0,0-1,0 0,0 0,0 0,1 0,-1-1,0 1,0-1,0 0,0-1,0 1,-1 0,1-1,0 0,0 0,-1 0,3-3,72-70,24-55,-102 130,0-1,0 1,1-1,-1 1,0 0,0-1,1 1,-1-1,0 1,1-1,-1 1,0 0,1-1,-1 1,1 0,-1-1,0 1,1 0,-1 0,1-1,-1 1,1 0,-1 0,1 0,-1 0,1-1,-1 1,1 0,0 0,-1 0,1 0,-1 0,1 1,-1-1,1 0,-1 0,1 0,-1 0,1 0,-1 1,1-1,-1 0,0 0,1 1,-1-1,1 0,-1 1,0-1,1 1,-1-1,0 0,1 1,-1-1,0 1,1-1,-1 1,0-1,5 35,-5-29,-1 0,1 0,0 1,0-1,0 1,1-1,0 0,0 1,1-1,0 0,0 0,0 0,0 0,1 0,0-1,1 1,-1-1,1 1,0-1,0-1,1 1,-1-1,1 1,0-1,0 0,1-1,3 3,3-4,-1-1,1 0,0 0,-1-1,1-1,0 0,-1 0,1-1,-1-1,0 0,1 0,-2-1,1-1,0 0,-1 0,0-1,0 0,0-1,-1 0,0-1,0 0,-1 0,0-1,-1 0,0 0,6-9,-9 12,-1 0,1 0,-1 0,0 0,0-1,-1 0,0 1,0-1,-1 0,1 0,-1 0,-1 0,0 0,0-7,0 14,-1-1,1 1,0 0,-1-1,1 1,-1 0,1-1,-1 1,1 0,-1 0,1-1,-1 1,1 0,-1 0,1 0,-1 0,1 0,-1 0,1 0,-1 0,1 0,-1 0,0 0,1 0,-1 0,1 0,-1 0,1 0,-1 1,1-1,-1 0,1 0,-1 1,1-1,-1 0,1 1,0-1,-1 0,1 1,0-1,-1 1,1-1,0 1,-1-1,1 0,0 1,0-1,-1 1,1-1,0 1,0 0,0-1,0 1,0-1,0 1,0-1,0 1,0-1,0 1,0-1,0 1,0-1,0 1,-4 11,0 0,1 0,0 1,0-1,2 1,-1 0,2-1,-1 1,2 0,0-1,0 1,1 0,1 1,-1-10,0 0,0 0,0 0,0 0,1 0,-1 0,1 0,0-1,0 1,1-1,-1 0,1 0,-1 0,1-1,0 1,0-1,0 0,0 0,1 0,-1-1,1 1,-1-1,1 0,-1 0,1-1,-1 1,1-1,1 0,27-2</inkml:trace>
  <inkml:trace contextRef="#ctx0" brushRef="#br1" timeOffset="167731.014">3687 4699,'-16'4,"-5"7,0 8,12 9,16 8,17 3,18 3,0-6</inkml:trace>
  <inkml:trace contextRef="#ctx0" brushRef="#br1" timeOffset="168338.849">4155 5113,'-20'-20,"0"2,-1 0,-1 1,0 1,-1 1,-17-7,36 20,0 0,0 0,0 1,0-1,0 1,0 0,-1 1,1-1,0 1,0-1,-1 1,1 0,0 1,-1-1,1 1,0 0,0 0,0 0,0 1,0-1,0 1,0 0,0 0,1 0,-1 1,1-1,-1 1,1 0,0 0,0 0,0 0,1 1,-1-1,1 1,-1 0,-1 3,0-1,1 1,0 0,0 0,0 0,1 0,0 1,0-1,1 1,0-1,0 1,1 6,0-11,0 1,0-1,1 0,-1 1,1-1,0 0,0 0,0 1,1-1,-1 0,1 0,0 0,-1-1,1 1,0 0,1-1,-1 1,0-1,1 0,0 1,-1-1,1-1,0 1,0 0,0-1,0 1,0-1,0 0,3 1,5-1,0-1,0 0,1 0,-1-1,0-1,-1 0,1 0,0-1,-1-1,1 1,-1-2,0 1,0-2,0 1,-1-1,0-1,0 1,-1-1,0-1,1-1,45-53,-54 62,0 0,0 0,0 0,0 0,0 1,0-1,0 0,0 0,0 0,0 1,1-1,-1 0,0 0,0 0,0 0,0 1,0-1,0 0,1 0,-1 0,0 0,0 0,0 0,0 0,1 1,-1-1,0 0,0 0,0 0,0 0,1 0,-1 0,0 0,0 0,0 0,1 0,-1 0,0 0,0 0,0 0,1 0,-1 0,0 0,0 0,0 0,1-1,-1 1,0 0,-5 31,3-19,1-10,0 1,0-1,0 1,1 0,-1-1,0 1,1 0,0 0,0-1,0 1,0 0,0 0,0-1,1 1,0 0,-1-1,1 1,0 0,0-1,0 1,1-1,-1 0,0 1,1-1,0 0,-1 0,1 0,0 0,0 0,0 0,1 0,-1-1,0 1,1-1,-1 0,1 0,-1 1,1-2,-1 1,1 0,2 0,3-2,0 0,1-1,-1 0,-1-1,1 0,0 0,-1 0,1-1,-1 0,0-1,0 1,-1-1,1-1,-1 1,0-1,-1 0,1-1,-1 1,-1-1,1 0,-1 0,0-1,-1 1,1-1,-2 1,2-5,1-7,-1 0,-1 0,-1-1,-1 1,0-1,-1 1,-2-4,2 23,1 0,-1 0,0 1,0-1,1 0,-1 0,0 0,0 0,1 1,-1-1,0 0,0 0,1 0,-1 0,0 0,1 0,-1 0,0 0,0 0,1 0,-1 0,0 0,1 0,-1 0,0 0,0 0,1-1,-1 1,0 0,1 0,-1 0,0 0,0-1,1 1,-1 0,0 0,0 0,0-1,1 1,-1 0,0 0,0-1,0 1,0 0,0 0,0-1,1 1,-1 0,0-1,0 1,0 0,0 0,0-1,0 1,0 0,0-1,0 1,0 0,2 1,215 96,-212-94,-1 0,0 1,-1-1,1 1,-1 0,0 0,1 0,-2 0,1 1,0-1,-1 1,0-1,0 1,0 0,-1 0,0 0,0 0,0 0,0 0,-1 0,0 1,0-1,0 0,-1 0,0 0,0 0,0 0,0 0,-1 0,-1 4,2-8,1 1,0-1,0 0,-1 1,1-1,0 1,0-1,1 1,-1-1,0 1,0-1,1 0,-1 1,1-1,-1 0,1 1,0-1,-1 0,1 1,0-1,0 0,0 0,0 0,0 0,0 0,0 0,0 0,0 0,1-1,-1 1,0 0,1-1,-1 1,0-1,1 1,-1-1,1 0,-1 1,0-1,1 0,-1 0,1 0,-1 0,1 0,-1 0,1-1,-1 1,0 0,1-1,144-24,-89 11</inkml:trace>
  <inkml:trace contextRef="#ctx0" brushRef="#br1" timeOffset="168830.008">5705 4886,'-8'-3,"0"0,1 1,-1 0,0 1,-1 0,1 0,0 1,0 0,0 0,0 1,0 0,0 0,0 1,0 0,0 0,0 1,1 0,-1 1,1 0,0 0,0 0,0 1,1 0,0 0,0 0,0 1,0 0,-2 5,5-7,0 0,0 0,0 1,1-1,0 1,0 0,0 0,1 0,-1 0,1 0,1 0,-1 0,1 0,-1 0,1 0,1 1,-1-1,1 0,0 0,0 0,0 0,1 0,0 0,0-1,0 1,0 0,1-1,0 1,0-1,0 0,0 0,1-1,0 1,-1 0,1-1,0 0,1 0,0 0,1-1,0 0,0 0,0 0,0-1,0 0,1-1,-1 1,0-1,0 0,1-1,-1 1,0-1,0 0,1-1,-1 0,0 0,-1 0,1-1,0 1,-1-1,1-1,-1 1,4-4,2-2,-1 1,0-1,-1 0,0-1,0-1,-1 1,0-1,-1 0,-1-1,6-11,-4-4,-1 1,-1-1,-1-1,-1 1,-2-1,-1 1,-1-1,-1 1,-1-1,-2 1,-1-1,-3-8,-15-30,22 66,0 0,0 0,0-1,1 1,-1 0,0 0,0 0,0 0,0 0,0 0,0 0,0 0,0 1,0-1,0 0,0 0,0 1,0-1,0 1,1-1,-1 1,0-1,0 1,0 0,1-1,-1 1,0 0,1-1,-1 1,1 0,-1 0,1 0,-1-1,1 1,-1 0,1 0,0 0,-1 0,1 0,0 0,0 1,-9 21,0 1,2 0,1 1,1-1,1 1,1 0,2 0,0 10,-1-24,1 1,0 0,1 0,1-1,0 1,0 0,1-1,0 1,1-1,1 1,0-1,0 0,1 0,0-1,1 0,0 0,1 0,0 0,1-1,0-1,0 1,0-1,10 7,-6-9,0-1,0 0,0-1,1 0,0-1,-1 0,1-1,0-1,0 0,0 0,12-2,28-3</inkml:trace>
  <inkml:trace contextRef="#ctx0" brushRef="#br1" timeOffset="169182.619">6240 4939,'-10'-8,"-2"1,1 0,-1 1,0 0,-1 1,1 0,-1 1,0 0,0 1,-3 0,10 2,0 0,0 1,0 0,0 0,0 0,0 1,0-1,0 1,0 1,0-1,0 1,0 0,1 1,-1-1,1 1,0 0,0 0,0 1,0 0,0-1,1 2,-1-1,0 2,2-3,1 0,0 0,0 0,0 0,0 1,0-1,1 1,-1-1,1 1,0-1,0 1,1 0,-1 0,1-1,-1 1,1 0,0 0,1 0,-1-1,1 1,-1 0,1 0,0-1,1 1,-1-1,1 1,-1-1,1 1,0-1,0 0,1 0,-1 0,0 0,1 0,0-1,0 1,0-1,0 0,2 2,4 0,1 0,-1 0,1-1,0 0,0 0,0-1,1-1,-1 1,0-2,1 1,-1-2,0 1,1-1,-1-1,0 0,1-1,-5 2,-1 0,0 0,0-1,0 0,1 0,-2 0,1-1,0 0,0 0,-1 0,0 0,1-1,-1 1,-1-1,1 0,0-1,-1 1,0 0,0-1,0 0,-1 0,0 0,0 0,0 0,0 0,-1 0,0-1,0 1,0 0,0-6,-1 9,0-1,0 1,0 0,0 0,0-1,0 1,-1 0,1 0,-1 0,1 0,-1-1,0 1,0 0,0 0,0 0,0 0,0 1,-1-1,1 0,-1 0,1 1,-1-1,0 1,1 0,-1-1,0 1,0 0,0 0,0 0,-1-1,1 4,0 0,0-1,1 1,-1 0,1 0,0 0,-1 0,1 0,0 0,0 0,0 0,1 0,-1 1,0-1,1 0,0 1,-1-1,1 0,0 1,0-1,0 0,1 2,0 3,1-1,-1 0,2 1,-1-1,1 0,0 0,0-1,0 1,1-1,0 1,0-1,1 0,-1-1,1 1,0-1,0 0,1 0,-1 0,1-1,0 0,-1 0,2 0,-1-1,0 0,0 0,1-1,-1 1,7-1,38 10</inkml:trace>
  <inkml:trace contextRef="#ctx0" brushRef="#br1" timeOffset="169768.139">6908 4832,'-9'0,"0"1,0 0,0 1,0 0,1 0,-1 1,0 0,1 0,0 1,0 1,0-1,0 1,1 0,0 1,0-1,0 2,1-1,-1 1,2 0,-1 0,1 0,0 1,0 0,1 0,0 0,-2 7,6-12,-1 0,1-1,0 1,-1 0,2 0,-1 0,0-1,0 1,1 0,-1 0,1-1,0 1,0 0,0-1,0 1,0-1,1 1,-1-1,1 0,0 0,-1 1,1-1,0 0,0-1,1 1,-1 0,0 0,0-1,1 0,-1 1,1-1,-1 0,1 0,93 22,-63-21,0-1,0-1,0-2,0-1,0-2,-1-1,0-2,0-1,0-1,-2-2,6-3,-30 13,-1-1,1 1,-1-1,1 0,-1 0,0 0,0-1,-1 0,1 0,-1 0,1-1,-1 1,-1-1,1 0,-1 0,0 0,2-4,-5 9,0 0,0 0,0 1,0-1,-1 0,1 1,0-1,0 0,0 0,0 1,-1-1,1 0,0 0,0 0,-1 1,1-1,0 0,0 0,-1 0,1 0,0 0,0 1,-1-1,1 0,0 0,-1 0,1 0,0 0,-1 0,1 0,0 0,0 0,-1 0,1 0,0 0,-1 0,1 0,0-1,-1 1,1 0,0 0,0 0,-1 0,1 0,0-1,0 1,-1 0,1 0,0 0,0-1,0 1,-1 0,1 0,0-1,0 1,0 0,0-1,0 1,0 0,-1 0,1-1,0 1,-1 2,-1 1,1-1,-1 1,1 0,0-1,0 1,0 0,0 0,1-1,-1 1,1 0,-1 0,1 0,0 0,0 0,1 0,-1 0,0 0,1-1,0 1,0 0,0 0,0-1,0 1,0 0,1-1,-1 1,1-1,0 0,0 1,0-1,0 0,0 0,0 0,0 0,1-1,-1 1,1-1,0 1,4 1,1 0,-1-1,1 0,-1 0,1-1,-1 0,1 0,0-1,0 0,-1 0,1-1,0 0,-1-1,3 0,-6 2,0-2,0 1,0 0,0-1,0 1,0-1,0 0,0-1,-1 1,1-1,-1 1,1-1,-1 0,0 0,0-1,-1 1,1 0,-1-1,1 0,-1 0,0 1,0-1,-1 0,1-1,-1 1,0-1,-2-1,1-1,-2 0,1 1,-1-1,0 1,0 0,0 0,-1-1,0 2,-1-1,1 0,-1 1,0-1,0 1,-1 0,1 0,-1 1,0-1,-1 1,1 0,-1 1,0-1,1 1,-2 0,1 1,0 0,0-1,-1 2,1-1,-2 1,-2-2,0 1,-1 1,1 0,-1 0,1 1,-1 0,1 0,0 2,-1-1,1 1,0 1,0 0,0 0,0 1,0 0,1 1,0 0,0 0,0 1,1 0,-1 1,1 0,1 0,0 0,0 1,0 0,1 1,0 0,-1 3,5-9,1 0,0 0,0 1,0-1,1 0,-1 1,1-1,0 1,0-1,0 0,0 1,0-1,1 1,0-1,0 0,0 0,0 1,0-1,0 0,1 0,-1 0,1 0,0 0,0-1,0 1,1 0,-1-1,1 0,-1 1,1-1,0 0,-1 0,1-1,0 1,0-1,1 1,1 0,10 4,0-1,0 0,0-1,1 0,0-2,-1 0,8 0,33 0</inkml:trace>
  <inkml:trace contextRef="#ctx0" brushRef="#br1" timeOffset="170001.718">7470 4471,'-18'-2,"-11"4,-2 5,3 10,7 7,10 8,10 4,13 4,11 1,6 0,-1-6</inkml:trace>
  <inkml:trace contextRef="#ctx0" brushRef="#br1" timeOffset="170152.395">7550 4900,'7'16,"4"7,5 2,7-3,6-3,12-4,12-6,16-4,14-4,-7-4</inkml:trace>
  <inkml:trace contextRef="#ctx0" brushRef="#br1" timeOffset="170464.903">8619 4685,'0'30,"2"-1,0 0,2 0,1 0,2 0,0-1,5 9,-11-33,0-1,0 1,1 0,-1-1,1 1,0-1,-1 0,2 1,-1-1,0 0,1 0,-1-1,1 1,0 0,0-1,0 0,0 1,0-1,1 0,-1-1,1 1,-1-1,1 1,0-1,-1 0,1-1,0 1,0 0,0-1,-1 0,1 0,0 0,1-1,7-3,1 0,-1-1,-1 0,1-1,-1 0,0-1,0-1,-1 0,0 0,0-1,-1 0,0 0,-1-1,0 0,0-1,-1 0,-1 0,0 0,4-11,3-29,-13 51,-1-1,1 1,-1-1,1 1,-1 0,1-1,-1 1,1 0,-1-1,0 1,1 0,-1 0,0 0,1 0,-1 0,0-1,1 1,-1 0,0 0,1 1,-1-1,1 0,-1 0,0 0,1 0,-1 0,0 1,1-1,-1 0,1 1,-1-1,1 0,-1 1,1-1,-1 1,1-1,-1 1,1-1,-1 1,1-1,0 1,-1-1,1 1,0-1,-1 1,1 0,0-1,0 1,0-1,0 1,-1 0,1-1,0 1,0 0,0-1,0 1,1 0,-1 0,-3 4,1 0,1 0,-1 1,1-1,-1 1,2-1,-1 1,1-1,-1 1,1-1,1 1,-1-1,1 1,0-1,1 1,-1-1,1 1,0-1,0 0,0 0,1 0,0 0,0-1,0 1,1-1,-1 0,1 0,0 0,0 0,1 0,-1-1,1 0,0 0,0 0,0-1,0 0,2 1,35 11,-3-4</inkml:trace>
  <inkml:trace contextRef="#ctx0" brushRef="#br1" timeOffset="171051.598">9261 4752,'-3'8,"1"-1,0 1,1 0,-1 0,2 0,-1 0,1 0,0 0,1 0,-1 0,2 0,-1-1,1 1,0 0,1-1,0 1,0-1,1 0,-1 0,2 0,-1 0,1-1,0 1,0-1,1-1,-1 1,1-1,1 0,-1 0,1-1,-1 0,1 0,1 0,-1-1,0 0,1 0,4 0,-6-3,0 1,0-1,0-1,0 1,0-1,0 0,0 0,0-1,0 0,0 0,-1 0,1-1,-1 0,1 0,-1 0,0-1,0 1,-1-1,1-1,-1 1,0 0,0-1,0 0,-1 0,3-4,2-4,0 0,-1-1,-1 0,0 0,-1-1,0 1,-1-1,-1 0,1-10,-18 54,11-24,0 0,1 0,0 1,0 0,0-1,1 1,0 0,0 0,0-1,1 1,-1 0,2 0,-1 0,1 0,-1 0,2 0,-1-1,1 1,-1 0,2-1,-1 1,0-1,1 0,0 0,1 0,-1 0,1 0,0-1,0 0,0 0,4 4,7-3,0-1,0 0,0 0,0-2,0 0,1 0,-1-2,1 0,-1-1,0 0,1-1,-1-1,0 0,10-5,-15 6,-1 0,1-1,-1-1,0 0,0 0,-1 0,1-1,-1-1,0 1,-1-1,1-1,-1 1,0-1,-1-1,0 1,0-1,0 0,-1 0,0-1,-1 1,0-1,0 0,-1 0,0-1,1-7,-2-54,-2 71,-1 0,0 0,0 0,0 1,0-1,1 0,-1 1,0-1,0 0,0 1,1-1,-1 1,0 0,1-1,-1 1,0-1,1 1,-1 0,1 0,-1-1,1 1,0 0,-1 0,1-1,0 1,-1 0,1 0,0 0,0 0,0 0,0-1,-1 1,1 0,0 0,1 0,-5 11,2 0,0 0,0 0,1 0,0 0,1 0,0 0,1 0,1 0,0 0,3 11,-3-17,0 0,1 0,-1 1,1-1,0-1,1 1,-1 0,1-1,0 0,1 0,-1 0,1 0,0-1,0 0,0 0,1 0,0-1,-1 1,1-1,0-1,0 1,3-1,14 4</inkml:trace>
  <inkml:trace contextRef="#ctx0" brushRef="#br1" timeOffset="171297.187">9983 4471,'-6'2,"3"8,13 7,13 5,2-2</inkml:trace>
  <inkml:trace contextRef="#ctx0" brushRef="#br1" timeOffset="171482.691">10250 4765,'0'16,"2"10,1 5,3 2,1-3,1-4,-2-4,-1-6</inkml:trace>
  <inkml:trace contextRef="#ctx0" brushRef="#br1" timeOffset="171651.239">10331 4512,'-14'-16,"-6"-6,-1 5,9 8,15 13,18 13,6 3</inkml:trace>
  <inkml:trace contextRef="#ctx0" brushRef="#br1" timeOffset="172516.794">11280 4752,'0'0,"1"0,-1-1,0 1,1 0,-1-1,1 1,-1 0,1 0,-1 0,1-1,-1 1,1 0,-1 0,0 0,1 0,-1 0,1 0,-1 0,1 0,-1 0,1 0,-1 0,1 0,-1 0,1 1,-1-1,1 0,-1 0,1 0,-1 1,0-1,1 0,-1 1,1-1,-1 0,0 1,1-1,-1 0,0 1,0-1,1 1,-1-1,0 0,0 1,1-1,-1 1,0-1,0 1,0-1,0 1,0-1,0 1,0 0,10 33,-9-30,5 33,-6-29,1 0,0 0,0 0,0 0,1 0,0 0,1-1,0 1,0-1,0 1,1-1,0 0,1 0,-1-1,1 1,1-1,-1 0,1-1,0 1,5 3,-7-8,0 0,1 0,-1 0,0 0,1-1,-1 0,1 1,-1-2,1 1,-1 0,0-1,1 0,-1 0,0 0,0-1,1 1,-1-1,0 0,-1 0,1-1,0 1,0-1,-1 0,0 1,0-2,2 0,4-5,-1 0,1-1,-2 0,1 0,-1-1,-1 1,0-2,3-8,9-49,-26 86,6-11,0 0,1 0,-1 1,1-1,1 0,-1 0,1 1,0-1,0 0,1 0,0 1,0-1,0 0,1 0,0 0,0 0,1 0,-1-1,1 1,1-1,-1 1,1-1,0 0,0 0,0-1,0 1,1-1,0 0,0 0,0-1,1 1,-1-1,2 0,1-1,1 0,0-1,-1 0,1 0,0-1,0 0,-1-1,1 0,0 0,0-1,-1 0,0-1,1 0,-1 0,0 0,0-1,0-1,-1 1,0-1,0 0,0-1,0 0,-1 0,0 0,0-1,0 0,-1 0,0 0,-1-1,0 1,0-1,0 0,-1-1,0 1,-1 0,0-1,0 0,0-3,-5-17,3 29,0-1,0 1,-1 0,1-1,0 1,-1 0,1 0,0-1,-1 1,1 0,-1 0,1 0,0 0,-1-1,1 1,-1 0,1 0,0 0,-1 0,1 0,-1 0,1 0,-1 0,1 0,0 0,-1 0,1 0,-1 0,1 1,0-1,-1 0,1 0,-1 0,1 1,0-1,-1 0,1 0,0 1,-1-1,1 0,0 1,0-1,-1 0,1 1,0-1,0 0,-1 1,1-1,0 1,0-1,0 0,0 1,0-1,0 1,0-1,0 1,0-1,0 0,0 1,0 0,-4 5,0 1,1 0,0 0,0 1,1-1,-1 1,2-1,-1 1,1 0,0 0,1-1,0 2,0-5,0-1,0 0,1 0,-1 0,1 1,0-1,0 0,0 0,0 0,1 0,-1 0,1 0,0-1,-1 1,1 0,1-1,-1 0,0 1,0-1,1 0,0 0,-1 0,1 0,0-1,0 1,0-1,0 0,0 1,3-1,-1 1,1-1,-1 0,1-1,0 0,-1 1,1-2,-1 1,1-1,-1 1,1-2,-1 1,1 0,-1-1,0 0,0-1,0 1,0-1,0 0,0 0,-1 0,0-1,1 1,-1-1,-1 0,4-4,2-3,-1 0,-1 0,0-1,0 1,-1-2,-1 1,0 0,-1-1,0 0,-1-2,1-2,0-1,-3 35,-2-7,0 0,1-1,1 1,0 0,0-1,1 1,0-1,1 0,0 1,0-1,1 0,0-1,1 1,-1-1,2 0,-1 0,1 0,4 3,-1-3,1 0,0-1,1 0,-1-1,1 0,1 0,-1-1,1-1,0 0,0 0,0-1,0-1,0 0,1-1,-1 0,3-1,35-1</inkml:trace>
  <inkml:trace contextRef="#ctx0" brushRef="#br1" timeOffset="173750.253">13044 4806,'1'-10,"0"0,0 0,1 1,0-1,1 0,0 1,0 0,1 0,1 0,-1 0,1 0,1 1,-1 0,1 0,1 1,0 0,0 0,0 0,1 1,4-4,-8 8,-1 0,1 0,-1 1,1-1,0 1,0 0,-1 0,1 0,0 0,0 1,0-1,0 1,0 0,0 0,0 1,0-1,0 1,0 0,0 0,0 0,-1 0,1 1,0 0,-1-1,1 1,-1 1,0-1,1 0,1 3,8 7,0 0,-1 1,0 1,-1 0,-1 0,1 3,-1-2,-1 0,-1 0,0 0,-1 1,0 0,-1 1,-1-1,0 8,-4-23,0 1,-1 0,1 0,-1-1,0 1,1 0,-1 0,0 0,0-1,0 1,0 0,0 0,-1 0,1 0,-1-1,1 1,-1 0,1-1,-1 1,0 0,0-1,0 1,0-1,0 1,0-1,0 1,-1-1,1 0,-1 0,1 0,0 1,-1-1,0-1,1 1,-1 0,0 0,1-1,-1 1,0-1,0 1,1-1,-1 0,0 1,0-1,0 0,1 0,-1 0,0-1,0 1,0 0,1-1,-2 0,-1-2,0-1,0 0,1 0,0 0,0-1,0 1,0-1,0 0,1 1,0-1,0 0,1 0,-1-1,1 1,0 0,0 0,1-1,0 1,-1 0,2-1,-1 1,1 0,0-4,0 3,0 0,1-1,0 1,0 0,0 0,0 1,1-1,0 0,0 1,1 0,0-1,0 1,0 1,0-1,1 1,-1-1,1 1,0 1,1-1,-1 1,1 0,-1 0,1 0,3 0,9-4,1 2,0 0,0 1,0 0,1 2,-1 0,8 1,-23 1,0-1,0 1,-1-1,1 1,0 0,0 1,0-1,0 1,-1-1,1 1,0 0,-1 1,1-1,-1 1,1-1,-1 1,1 0,-1 0,0 1,0-1,0 0,0 1,-1 0,1 0,-1 0,0 0,1 0,-1 0,1 3,6 62,-9-61,0 0,0-1,1 1,-1 0,2 0,-1-1,1 1,0 0,0-1,1 0,0 1,0-1,2 3,-1-6,0 0,0-1,0 1,1-1,-1 0,1 0,-1 0,1-1,0 0,0 1,0-2,-1 1,1-1,0 1,0-1,0 0,0-1,0 0,0 1,0-1,-1-1,1 1,0-1,-1 0,1 0,-1 0,0-1,1 1,-1-1,19-16,-3-1</inkml:trace>
  <inkml:trace contextRef="#ctx0" brushRef="#br1" timeOffset="176149.675">13967 4645,'-4'-21,"3"21,1 0,0-1,0 1,0 0,-1 0,1 0,0-1,0 1,-1 0,1 0,0 0,0 0,-1 0,1 0,0 0,-1-1,1 1,0 0,0 0,-1 0,1 0,0 0,-1 0,1 0,0 0,0 1,-1-1,1 0,0 0,-1 0,1 0,0 0,0 0,-1 0,1 1,0-1,0 0,0 0,-1 0,1 1,0-1,0 0,0 0,-1 1,1-1,0 0,0 0,0 1,0-1,0 0,0 0,0 1,0-1,-1 0,1 1,0-1,0 0,0 0,0 1,1-1,-1 0,0 1,0-1,0 0,0 0,0 1,0-1,0 0,0 0,1 1,-6 18,2 1,0 0,2-1,0 1,1 0,1 0,1 3,-2-21,9 123,-9-123,1-1,-1 1,-1-1,1 0,0 1,0-1,0 0,-1 1,1-1,-1 0,1 1,-1-1,1 0,-1 0,0 0,1 0,-1 1,0-1,0 0,0 0,0-1,0 1,0 0,0 0,0 0,-1-1,1 1,0 0,0-1,-1 1,1-1,0 0,-1 1,1-1,0 0,-1 0,1 0,0 0,-1 0,1 0,0 0,-1 0,1-1,-1 1,1 0,-17-6</inkml:trace>
  <inkml:trace contextRef="#ctx0" brushRef="#br1" timeOffset="176915.968">14114 4699,'8'3,"0"2,1-1,-2 1,1 0,0 1,-1-1,0 2,0-1,-1 1,0 0,0 0,0 1,-1-1,0 1,-1 1,4 7,30 117,-37-133,-1 0,0 0,0 1,1-1,-1 0,0 0,0 1,1-1,-1 0,0 0,1 0,-1 1,0-1,0 0,1 0,-1 0,0 0,1 0,-1 0,1 0,-1 0,0 0,1 0,-1 0,0 0,1 0,-1 0,0 0,1 0,-1 0,0 0,1 0,-1 0,0-1,1 1,-1 0,0 0,0 0,1-1,-1 1,0 0,1 0,-1-1,0 1,0 0,0 0,1-1,-1 1,0 0,0-1,0 1,0 0,0-1,0 1,0 0,0-1,1 1,-1 0,0-1,0 1,-1-1,1 1,0 0,0-1,0 1,0 0,2-4,32-52,-18 28,2 0,0 1,2 1,17-17,-37 42,0 1,1-1,-1 1,0-1,0 1,1-1,-1 1,0-1,1 1,-1 0,0-1,1 1,-1 0,1-1,-1 1,1 0,-1 0,1-1,-1 1,1 0,-1 0,1 0,-1 0,1-1,-1 1,1 0,-1 0,1 0,-1 0,1 0,-1 0,1 1,-1-1,1 0,-1 0,1 0,-1 0,1 1,-1-1,1 0,-1 0,1 1,-1-1,0 0,1 1,-1-1,1 0,-1 1,0-1,0 1,1-1,-1 1,0-1,7 32,-6-22,2 9,0 0,2 0,0-1,1 1,1-1,1 1,-7-15,1 0,0 0,0-1,0 1,1 0,-1-1,1 1,0-1,0 0,0 0,1 0,-1 0,0-1,1 1,0-1,0 0,0 0,0 0,0-1,0 1,0-1,0 0,1 0,-1 0,0-1,1 0,-1 0,0 0,4 0,-2-2,0 1,1-1,-1 0,0-1,0 0,-1 1,1-2,-1 1,1-1,-1 0,0 0,0 0,-1-1,1 1,-1-1,0 0,0-1,1-2,47-110,-34 49,-3-1,-3 0,-3-1,-4 0,-2 0,-6-44,-5 62,7 53,1-1,-1 1,1 0,-1 0,1-1,-1 1,1 0,-1 0,1 0,-1 0,1 0,-1 0,1 0,-1 0,1 0,-1 0,1 0,-1 0,1 0,-1 0,1 0,-1 0,1 0,-1 1,1-1,-1 0,1 0,-1 1,1-1,-1 0,1 1,0-1,-1 1,1-1,0 0,-1 1,1-1,0 1,-1-1,1 1,0-1,0 1,0-1,-1 1,1-1,0 1,0-1,0 1,0-1,0 1,0 0,-8 20,1 0,1 1,1 0,1 0,1 1,0-1,2 16,1-35,-3 31,2 0,2 0,1 0,2 0,1 0,6 21,-8-42,1-1,0 0,1 1,0-2,1 1,1 0,-1-1,2 0,-1-1,2 0,-1 0,1-1,1 0,0 0,0-1,1 0,-1-1,11 5,9 0,-6-6</inkml:trace>
  <inkml:trace contextRef="#ctx0" brushRef="#br1" timeOffset="177161.313">14622 4432,'14'-5,"20"1,22 1,23 4,18 3,-8 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03.7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59 383,'-14'20,"-4"17,1 10,7 9,13 4,10 0,8-4,2-8,2-12,-1-19,-5-21,-5-20,-5-4</inkml:trace>
  <inkml:trace contextRef="#ctx0" brushRef="#br0" timeOffset="250.354">72 250,'-3'-21,"0"-15,1-7,-1 0,4 5,3 9,6 9,8 8,12 6,15 5,11 3,5 8,-3 3,-12 0</inkml:trace>
  <inkml:trace contextRef="#ctx0" brushRef="#br0" timeOffset="416.919">32 357,'23'4,"21"2,21 0,15-4,11-6,3-8,-15-1</inkml:trace>
  <inkml:trace contextRef="#ctx0" brushRef="#br0" timeOffset="903.649">781 183,'-11'6,"0"1,0 0,1 0,0 1,0 1,1 0,0 0,0 1,1 0,1 0,-1 1,2 0,0 0,0 1,1-1,0 1,1 1,0-1,1 0,1 1,0 0,0 11,1 0,1 0,1 0,1 0,1 0,1 0,2-1,0 1,1-1,2-1,0 0,1 0,1-1,8 11,-1-13,-18-19,1 0,-1 0,1 0,-1 0,1 0,-1 0,1 0,-1 0,1 0,-1-1,1 1,-1 0,1 0,-1-1,1 1,-1 0,0-1,1 1,-1 0,0-1,1 1,-1-1,0 1,1 0,-1-1,0 1,0-1,0 1,1-1,-1 1,0-1,0 1,0-1,0 1,0-1,0 1,0-1,0 1,0-1,0 1,0-1,0 1,0-1,-1 1,1-1,0 1,0-1,-1 0,0-27,-2-1,-1 0,-1 1,-8-22,-1-10,7 36,1 0,1 0,1 0,1-1,1 0,1 0,2 1,0-1,2 0,0 1,2-1,0 1,2 0,9-22,-13 41,1-1,-1 1,1-1,0 1,0 0,1 0,0 1,-1-1,2 1,-1 0,0 1,1-1,0 1,-1 0,1 0,0 1,1 0,-1 0,0 0,1 1,-1 0,1 0,-1 1,1-1,-1 1,1 1,-1-1,1 1,-1 1,1-1,-1 1,0 0,0 0,0 1,0 0,0 0,0 0,-1 1,1 0,-1 0,3 3,-4-4,-1 0,1 0,-1 1,0-1,0 1,0 0,0 0,-1 0,0 0,0 0,0 0,0 1,-1-1,1 1,-1-1,0 1,-1 0,1-1,-1 1,0 0,0-1,0 1,-1 0,1-1,-1 1,-1 0,1-1,0 1,-1-1,0 0,0 0,0 1,-1-1,1-1,-1 1,-1 1,-10 7,0 0,-1-1,0 0,0-2,-1 0,-1 0,1-2,-1 0,-11 3,24-9,3-1,0 0,0 0,0 0,0 0,0 0,0 0,0 0,0 0,0 1,0-1,0 0,0 1,0-1,0 1,0-1,1 1,-1-1,0 1,0 0,0-1,1 1,-1 0,0 0,1 0,-1-1,0 1,1 0,-1 0,1 0,0 0,-1 0,1 0,0 0,0 0,-1 0,1 0,0 0,0 0,0 1,74 37,-48-29,-26-10,23 8,-1 1,0 1,-1 1,0 1,-1 0,0 2,-1 0,0 1,-2 1,12 14,-26-28,-1 1,0-1,1 1,-2-1,1 1,0 0,0 0,-1 0,0 0,1 0,-1 0,0 1,-1-1,1 0,0 0,-1 1,0-1,0 0,0 1,0-1,0 0,-1 1,0-1,1 0,-1 1,0-1,-1 0,1 0,-1 0,1 0,-1 0,0-1,0 1,0 0,0-1,0 1,-1-1,1 0,-1 0,0 0,-1 1,-13 4,0-1,0-1,0 0,-1-1,0-2,0 1,0-2,0 0,0-1,0-1,1-1,-1-1,-1 0,-52-8</inkml:trace>
  <inkml:trace contextRef="#ctx0" brushRef="#br0" timeOffset="1353.446">45 103,'0'2,"0"8,0 13,0 17,0 15,3 13,2 13,-2 5,0-12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00.2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54 492,'-4'22,"-2"18,2 10,7 6,7 2,9-3,6-8,0-9,-1-10,-5-11</inkml:trace>
  <inkml:trace contextRef="#ctx0" brushRef="#br0" timeOffset="1084.274">1 291,'272'93,"-260"-89,0 1,0 0,-1 1,0 0,0 1,0 0,-1 1,0 0,0 0,-1 1,0 0,0 1,-1 0,-1 1,0-1,0 1,-1 1,0-1,-1 1,0 0,-1 0,-1 0,2 7,-2 49,-3-55,0 0,1 0,0 0,1 0,0 0,1-1,1 5,-1-13,-1 0,0 0,1 0,-1-1,1 1,0-1,1 1,-1-1,0 0,1 0,0-1,-1 1,1-1,0 0,1 0,-1 0,0 0,0-1,1 0,-1 1,1-2,-1 1,1 0,-1-1,1 0,3 0,1 0,0-1,1 0,-1 0,0 0,0-1,0-1,0 1,0-2,-1 1,1-1,-1 0,7-5,-9 4,-1 0,1 0,-1 0,0-1,-1 0,1 1,-1-2,0 1,-1 0,0-1,0 0,0 0,0 0,-1 0,-1 0,1 0,-1-1,0-2,-1 10,0 0,-1 0,1 0,0 0,0 0,0 1,0-1,-1 0,1 0,0 0,0 0,0 0,0 0,-1 0,1 0,0-1,0 1,0 0,0 0,-1 0,1 0,0 0,0 0,0 0,0 0,0 0,-1 0,1-1,0 1,0 0,0 0,0 0,0 0,0 0,0 0,-1-1,1 1,0 0,0 0,0 0,0 0,0-1,0 1,0 0,0 0,0 0,0 0,0-1,-8 18,5-12,1 1,0-1,0 1,0-1,1 1,0 0,0-1,0 1,1 0,-1 0,2 0,-1 0,1-1,-1 1,2 0,-1 0,0-1,1 1,0-1,1 1,-1-1,1 0,0 0,0 0,1 0,-1-1,1 1,0-1,1 0,-1 0,0-1,1 1,0-1,0 0,0 0,0 0,1-1,1 1,-2-2,0-1,0 1,0-1,0 0,0-1,0 1,0-1,0 0,0 0,0-1,0 1,0-1,0 0,-1 0,1-1,-1 1,0-1,0 0,0 0,0-1,0 1,-1-1,3-2,0-1,0-1,-1 0,0 0,0-1,0 1,-1-1,-1 0,1 0,-2 0,1 0,-1-1,0 0,6-54,-10 74,0 0,1 0,0 0,1 0,0 0,1 0,0 0,1 0,0 0,0-1,1 1,0-1,1 1,0-1,0 0,1 0,0-1,1 0,0 1,0-2,0 1,1-1,1 0,-1 0,1-1,0 0,0-1,9 5,-2-3,0-1,1 0,0-1,0-1,0 0,0-1,1-1,-1-1,1 0,-1-1,1-1,0 0,9-3,-17 2,0 0,0 0,1-1,-2 0,1 0,0-1,-1 0,1-1,-1 0,0 0,-1-1,1 0,-1 0,0-1,-1 1,0-2,0 1,0-1,-1 0,0 0,-1 0,1-1,-2 1,1-3,0-1,0 0,-1 0,0 0,-1 0,-1-1,0 1,0-1,-1 1,-1-1,0 1,-1-1,-1 1,1 0,-2-1,-1-3,4 15,1 0,0 0,0 0,-1 0,1 0,0 0,-1 0,1 0,-1 1,1-1,-1 0,1 0,-1 0,0 1,0-1,1 0,-1 1,0-1,0 0,0 1,1-1,-1 1,0 0,0-1,0 1,0 0,0-1,0 1,0 0,0 0,0 0,0 0,0 0,0 0,0 0,0 0,0 0,0 1,0-1,0 0,0 0,0 1,0-1,0 1,1-1,-1 1,0-1,0 1,0 0,1-1,-1 1,0 0,-4 7,1 0,0 1,0-1,0 1,1 0,1 0,0 0,0 1,0-1,1 0,0 10,0-8,-3 107,5-1,5 1,5-1,5 0,10 21,-12-50,-4-3,-9-85,-1 1,0-1,0 0,1 1,-1-1,0 0,0 1,0-1,0 0,0 1,0-1,0 0,1 1,-1-1,0 1,0-1,0 0,-1 1,1-1,0 0,0 1,0-1,0 1,0-1,0 0,0 1,-1-1,1 0,0 1,0-1,0 0,-1 0,1 1,0-1,-1 0,1 0,0 1,0-1,-1 0,1 0,0 0,-1 1,1-1,0 0,-1 0,1 0,-1 0,1 0,0 0,-1 0,1 0,0 0,-1 0,1 0,-1 0,1 0,0 0,-1 0,1 0,0 0,-1 0,1-1,0 1,-1 0,1 0,-1-1,-16-21,-1-20,1-2,3 0,1 0,2-1,2-1,-2-40,2 17,3-1,2 0,4 0,6-37,-6 106,18-89,-18 86,2 0,-1 1,0-1,1 1,-1-1,1 1,0 0,0 0,1-1,-1 1,1 1,-1-1,1 0,0 1,0-1,0 1,0 0,1 0,-1 0,0 0,3 0,-1 2,1 1,-1 0,0 0,1 0,-1 0,0 1,0 0,0 0,0 0,0 1,-1 0,1 0,-1 0,0 0,1 1,-1-1,-1 1,1 0,-1 1,1-1,-1 0,0 1,2 4,1-2,0 1,-1-1,1 1,-1 0,-1 0,0 0,0 0,0 1,-1 0,0 0,-1 0,0 0,0 0,-1 0,-1 1,1-1,-1 0,-1 1,0-1,-1 4,0-9,-1 0,1 0,-1 0,0-1,0 0,-1 1,1-1,-1 0,1-1,-1 1,0-1,0 1,0-1,-1 0,1-1,0 1,-1-1,1 0,-1 0,1 0,-1 0,1-1,-1 0,0 0,-1 0,-20-2</inkml:trace>
  <inkml:trace contextRef="#ctx0" brushRef="#br0" timeOffset="2837.408">1499 932,'40'-23,"-1"-1,-1-3,-2-1,0-1,-2-2,-1-2,-2-1,-1-1,-2-2,-1 0,-2-2,-2-1,-1-1,-3-1,9-25,-13-18,-15 83,0-1,0 0,0 0,0 0,0 1,0-1,-1 0,0 1,1-1,-1 0,0 1,0-1,0 1,-1-1,1 1,-1-1,1 1,-1 0,0 0,0 0,0 0,0 0,0 0,0 1,0-1,-1 1,1-1,-1 1,-2 0,0 1,0 0,0 0,0 0,0 1,0-1,0 1,0 0,1 1,-1-1,0 1,1 0,-1 0,1 1,-1-1,1 1,0 0,0 0,0 1,1-1,-1 1,1-1,0 1,-2 3,-5 5,0 1,0 0,1 1,1 0,0 1,1-1,1 1,0 1,1-1,0 1,2 0,0 0,0 0,2 0,0 1,1-1,0 0,2 0,-1 1,2-1,1 0,0 0,0-1,2 1,0-1,1 0,0-1,1 0,4 5,0-4,0 0,2-1,0 0,0-1,1 0,1-2,0 0,1 0,0-2,0 0,1-1,0-1,0 0,1-1,0-2,0 0,0 0,1-2,-1-1,0 0,5-1,-17-1,1 0,-1 0,0-1,0 0,1 0,-1-1,0 0,-1 0,1 0,-1-1,1 0,-1-1,0 1,0-1,-1 0,0-1,0 1,0-1,0 0,-1 0,0 0,0-1,-1 0,0 1,0-1,0 0,-1-1,0 1,-1 0,1-1,-1 1,-1-5,-4-25,-12 49,13-7,0 0,0 0,1 0,-1 1,1-1,0 1,1-1,0 1,-1 0,2 0,-1 0,1 0,0-1,0 1,0 0,1 0,0 0,0 0,1-1,-1 1,1-1,0 1,1-1,0 1,-1-1,2 0,-1 0,0-1,1 1,0-1,0 0,0 0,1 0,0 0,-1-1,1 0,0 0,1 0,0 0,4-1,0-1,0-1,-1 1,1-2,0 1,0-2,0 1,-1-1,1 0,-1-1,1 0,-1-1,0 0,0-1,-1 1,1-1,-1-1,0 0,-1 0,1-1,-1 1,0-2,-1 1,0-1,0 0,-1 0,0 0,2-5,5 6,-17 36,3-18,1-7,0 0,1 0,-1 1,1-1,0 0,0 0,0 1,1-1,0 0,-1 0,1 0,1 1,-1-1,1 0,-1-1,1 1,1 0,-1 0,0-1,1 1,-1-1,1 0,0 0,0 0,1 0,-1-1,1 1,3 1,11 4,0-2,1 0,0-2,1 0,-1 0,0-2,1-1,0 0,-1-2,11-1,-22 2,0 0,0-1,0 1,0-2,0 1,0-1,-1-1,1 1,-1-1,1-1,-1 1,0-1,-1-1,1 1,-1-1,1 0,-1 0,-1-1,1 0,-1 0,0 0,-1-1,1 0,11-23,-2-1,-1-1,-2 0,-1-1,-1 0,-2-2,-4 23,24-104,-6-2,4-96,-24 197,1 6,0 1,-1-1,-1 0,0 0,-1 0,0 0,0 1,-1-1,0 0,-1 1,0-1,-1 1,-1-2,4 10,0 1,0 0,0-1,0 1,0 0,0 0,0 0,-1 0,1-1,0 2,0-1,-1 0,1 0,-1 0,1 1,-1-1,1 1,-1-1,1 1,-1-1,1 1,-1 0,0 0,1 0,-1 0,1 0,-1 0,0 0,1 1,-1-1,1 1,-1-1,1 1,-1-1,1 1,-1 0,1 0,0 0,-1 0,1 0,0 0,0 0,0 0,-1 1,-46 61,37-39,1 0,1 1,1 0,2 0,0 1,2 0,0 0,2 0,1 0,1 0,1 1,2 4,3 9,1 0,1 0,3 0,1-1,1-1,3 0,11 18,-12-25,2-2,1 0,1-1,1 0,1-2,13 10,-14-20,-19-16,-1 0,1 0,-1-1,1 1,-1 0,1 0,0-1,-1 1,1 0,-1 0,0-1,1 1,-1-1,1 1,-1 0,0-1,1 1,-1-1,0 1,1-1,-1 1,0-1,1 1,-1-1,0 1,0-1,0 1,0-1,0 0,0 1,0-1,0 1,0-1,0 1,0-1,0 0,0 1,0-1,0 1,0-1,-1 1,1-1,0 1,0-1,-1 1,1-1,0 1,-1-1,1 1,0 0,-1-1,1 1,-1-1,-11-27,-2 0,0 2,-2-1,-1 2,-17-20,22 28,-161-207,152 187,21 36,0 0,0 0,-1 1,1-1,1 0,-1 1,0-1,0 0,0 0,0 1,0-1,1 0,-1 1,0-1,1 0,-1 1,0-1,1 0,-1 1,1-1,-1 1,1-1,-1 1,1-1,-1 1,1-1,0 1,-1 0,1-1,0 1,-1 0,1-1,0 1,0 0,-1 0,1 0,0 0,-1-1,1 1,0 0,0 0,-1 1,1-1,0 0,0 0,-1 0,1 0,0 1,-1-1,1 0,0 1,-1-1,204 44,214 59,-386-91,-32-12,0 0,-1-1,1 1,-1 0,1 0,-1 0,1 0,0 0,-1 0,1 1,-1-1,1 0,-1 0,1 0,0 0,-1 0,1 1,-1-1,1 0,0 0,-1 1,1-1,0 0,-1 1,1-1,0 0,0 1,-1-1,1 0,0 1,0-1,0 1,-1-1,1 0,0 1,0-1,0 1,0-1,0 1,0-1,0 0,0 1,0-1,0 1,0-1,0 1,0-1,0 0,0 1,0-1,1 1,-1-1,0 0,0 1,1-1,-1 1,0-1,0 0,1 1,-1-1,0 0,1 0,-1 1,0-1,1 0,-1 0,1 1,-1-1,-82 24,66-21,1 1,0 0,-1 1,2 1,-1 0,1 1,0 0,0 1,-10 9,22-16,0 1,0-1,1 1,-1-1,1 1,-1 0,1 0,0 0,0 0,-1 0,1 0,1 0,-1 0,0 0,0 0,1 1,-1-1,1 0,0 0,0 1,0-1,0 0,0 0,0 1,1-1,-1 0,1 0,-1 1,1-1,0 0,0 0,0 0,0 0,0 0,0 0,1 0,-1 0,1-1,-1 1,1 0,0-1,-1 0,1 1,0-1,0 0,0 0,2 1,10 5,1-1,-1-1,1 0,0-1,1 0,-1-2,1 1,-1-2,1 0,-1-1,1-1,0 0,-1-1,11-3,-17 3,0 0,-1-1,1 0,0-1,-1 0,0 0,0 0,0-1,-1-1,1 1,-1-1,0 0,-1-1,1 0,-7 67,0-57,1 1,-1-1,1 0,0 1,0-1,0 1,1-1,-1 0,1 0,0 0,0 0,0 0,0 0,0-1,0 1,1 0,0-1,-1 0,1 0,0 0,0 0,0 0,0-1,0 1,1-1,-1 0,0 0,1 0,-1 0,1 0,-1-1,1 0,-1 1,1-1,-1-1,1 1,-1-1,1 1,-1-1,1 0,-1 0,0 0,1-1,-1 1,0-1,0 0,0 1,3-4,2-8,0 0,-1 0,-1-1,0 0,-1-1,0 1,-1-1,-1 0,0 0,-1 0,0-1,-2 1,0-2,8-155,-8 171,0 0,0 0,0 0,0 0,0 0,1 0,-1 0,0 0,1 0,-1 0,0 0,1 0,-1 0,1 0,0 0,-1 0,1 0,0 0,-1 1,1-1,0 0,0 0,0 1,0-1,0 1,0-1,0 1,0-1,0 1,0 0,0-1,0 1,0 0,0 0,0 0,0 0,0 0,0 0,0 0,1 0,-1 0,0 0,0 1,0-1,0 0,0 1,0-1,0 1,0-1,0 1,0-1,-1 1,1 0,0-1,0 1,0 0,-1 0,1 0,0 0,-1-1,1 1,-1 0,1 0,33 25,-1 2,-2 1,0 1,3 7,-26-28,-1 0,0 0,-1 1,1 0,-2 0,0 0,0 1,0 0,-2 0,1 0,-1 1,-1-1,0 1,-1-1,0 1,-1-1,0 1,-1 1,1-9,-1-2,1 1,-1 0,1 0,0-1,0 1,0 0,0 0,0-1,0 1,1 0,0-1,-1 1,1 0,0-1,0 1,0-1,1 1,-1-1,1 0,-1 1,1-1,0 0,0 0,-1 0,2 0,-1 0,5 1,0-1,0 0,0 0,0-1,0 0,0 0,0 0,1-1,-1 0,0-1,0 1,0-1,0-1,1 1,-2-1,1-1,0 1,0-1,-1 0,1-1,-1 1,0-1,0-1,-1 1,1-1,-1 0,0 0,0 0,-1-1,1 0,-1 0,-1 0,2-2,-1 1,0 0,0 1,-1-2,0 1,0 0,-1 0,0-1,0 1,-1-1,0 0,0 0,-1 1,0-1,0 0,-1 0,0 1,0-1,0 0,-1 1,-1-1,1 1,-1 0,-1 0,1 0,-1 0,0 0,-1 1,0-1,2 5,0 0,0 0,-1 1,1 0,0 0,0 0,-1 0,1 0,0 0,-1 1,1 0,-1 0,1 0,-1 0,1 0,0 0,-1 1,1 0,0 0,-1 0,1 0,0 0,0 1,0-1,0 1,0 0,0 0,0 0,1 0,-1 1,1-1,-1 1,1-1,0 1,0 0,0 0,1 0,-1 0,1 0,-1 0,1 1,0-1,0 0,0 1,1-1,-1 0,1 1,0-1,0 4,1 0,-1 0,1 0,1 0,-1-1,1 1,0 0,1-1,-1 1,1-1,1 0,-1 0,1 0,0 0,0-1,1 1,0-1,0 0,0-1,1 1,10 8,0 0,2-1,0-1,0-1,15 6,115 33,-83-36</inkml:trace>
  <inkml:trace contextRef="#ctx0" brushRef="#br0" timeOffset="3174.532">5014 786,'-9'-7,"0"1,-1 0,0 0,0 1,-1 0,1 1,-1 0,0 1,0 0,0 0,-1 2,1-1,-1 1,1 1,-9 1,16 0,0 1,1 0,-1 0,1 0,-1 0,1 1,0-1,0 1,0 0,0 0,1 0,-1 0,1 1,0-1,0 1,0-1,0 1,0 0,1 0,0 0,0 0,0 0,0 0,1 0,-1 0,1 0,0 0,0 0,1 0,-1 0,1 0,0 0,0 0,0 0,0 0,1 0,0-1,0 1,0-1,0 1,0-1,1 0,-1 1,1-1,0 0,0-1,0 1,0-1,3 2,0 1,1-1,0 0,0 0,0-1,1 1,-1-2,1 1,0-1,0 0,0-1,0 0,0 0,0 0,0-1,0-1,8 0,-12 0,1 1,0-1,0 0,-1 0,1-1,-1 0,1 1,-1-1,0-1,0 1,0-1,0 1,0-1,0 0,-1-1,1 1,-1-1,0 1,0-1,-1 0,1 0,-1 0,1 0,-1-1,-1 1,1-1,-1 1,2-5,-3 8,0 1,1-1,-1 0,0 0,0 0,1-1,-1 1,0 0,0 0,0 0,0 0,0 0,0 0,-1 0,1 0,0 0,0 0,-1 0,1 0,-1 0,1 0,-1 0,1 1,-1-1,1 0,-1 0,0 0,0 1,1-1,-1 0,0 1,0-1,0 0,0 3,0 0,0 0,0-1,0 1,1 0,-1 0,0 0,1 0,-1 0,1 0,0 0,0 0,0 0,0 0,0 0,0 0,1 0,-1 0,0 0,1 0,0 0,-1 0,1 0,0 0,0 0,0-1,1 2,6 8,0 0,1 0,1 0,0-1,0-1,1 0,0 0,1-1,0 0,0-1,0-1,1 0,0 0,0-1,4 0,48 17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9.7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147 255,'-3'16,"0"11,3 12,3 5,6-1,3-2,0-6,-2-10</inkml:trace>
  <inkml:trace contextRef="#ctx0" brushRef="#br0" timeOffset="315.157">0 0,'24'2,"0"1,0 0,-1 2,0 1,0 1,0 1,-1 1,0 1,0 0,-2 2,1 1,0 1,-1 1,-1 0,0 2,-1 0,-1 1,-1 1,0 0,-2 2,0-1,-1 2,-1 0,-1 0,-1 1,2 10,-4-9,-7-20,-1 1,1 0,0-1,0 1,0 0,1-1,0 0,-1 1,2-1,-1 0,0 0,1 0,0 0,0 0,0-1,0 0,1 1,-1-1,1 0,0 0,0-1,0 1,0-1,0 0,1 0,-1-1,1 1,2 0,5-5,-1 0,0 0,0-2,0 1,0-1,-1-1,0 0,0 0,0-1,-1 0,0-1,0 0,-1 0,0-1,0 0,-1-1,-1 1,1-1,-1-1,-1 4,0-1,-1 1,0-1,0 0,-1 0,0 0,0 0,-1-1,0 1,-1-1,0 1,1-8,-2 15,0 1,0-1,0 1,0-1,0 1,0-1,0 0,0 1,-1-1,1 1,0-1,0 1,0-1,-1 1,1-1,0 1,-1-1,1 1,0-1,-1 1,1-1,0 1,-1 0,1-1,-1 1,1 0,-1-1,1 1,-1 0,1 0,-1-1,1 1,-1 0,1 0,-1 0,1 0,-1 0,0 0,1 0,-1 0,1 0,-1 0,1 0,-1 0,0 0,1 0,-1 0,1 1,-1-1,1 0,-1 0,1 1,-1-1,1 0,-25 23,22-20,1 1,0-1,0 1,0 0,1-1,-1 1,1 0,0 0,0 0,0 0,1 0,-1 0,1 1,0-1,0 0,1 0,-1 0,1 0,0 0,0 0,0 0,0 0,1 0,0-1,0 1,0 0,0-1,0 0,1 1,-1-1,1 0,2 1,5 6,1-2,1 1,0-1,0-1,0 0,1-1,13 4,39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7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3 694,'0'28,"-2"-2,2 0,0 0,2 0,0-1,2 1,1-1,1 1,2-1,0-1,3 5,-9-25,1-1,-1 1,1 0,0-1,0 0,0 0,1 0,-1 0,1 0,0-1,-1 1,1-1,0 0,0 0,0-1,1 1,-1-1,0 0,1 0,-1 0,1-1,-1 1,1-1,-1 0,0 0,1-1,-1 0,1 1,-1-1,0-1,1 1,-1-1,0 1,0-1,0 0,0-1,-1 1,1-1,0 0,-1 0,1-1,5-3,0 0,-1-1,0 0,0 0,-1-1,0 0,0-1,-1 1,-1-1,1 0,-2-1,1 1,-2-1,1 0,-1 0,-1 0,0 0,0-10,-8-9,6 30,0 0,-1-1,1 1,0 0,-1 0,1-1,-1 1,1 0,-1 0,1 0,0-1,-1 1,1 0,-1 0,1 0,-1 0,1 0,-1 0,1 0,-1 0,1 0,-1 0,1 0,-1 0,1 0,0 1,-1-1,1 0,-1 0,1 0,-1 1,1-1,0 0,-1 0,1 1,0-1,-1 0,1 1,0-1,-1 1,1-1,0 0,0 1,-1-1,1 1,0-1,0 1,0-1,0 0,0 1,0-1,-1 1,1-1,0 1,0-1,1 1,-1 0,-4 6,2 0,-1 1,1-1,0 1,1-1,-1 1,2 0,-1 0,1 0,0 0,1-1,0 1,0 0,0 0,1-1,0 1,1-1,0 1,0-1,1 0,-1 0,1-1,1 1,-1-1,1 0,1 0,-1 0,1-1,1 2,0-2,0 1,0-2,0 1,1-1,-1 0,1 0,0-1,0 0,0-1,0 0,1 0,-1 0,1-1,-1-1,1 1,-1-1,1-1,-1 0,1 0,-1 0,1-1,-1 0,0-1,0 0,0 0,0-1,-1 0,1 0,-1-1,0 0,-1 0,6-5,2-9,-2 0,1-1,-2 0,-1-1,0 0,-2-1,0 0,-2 0,0 0,-2-1,0 0,0-19,11-95,-6 0,-6-54,-3 160,0 0,-2 1,-2-1,0 0,-8-23,12 52,0 0,-1-1,1 1,0-1,-1 1,0 0,1 0,-1-1,0 1,0 0,0 0,-1 0,1 0,0 0,-1 0,0 0,1 1,-1-1,0 1,0-1,1 1,-1-1,-1 1,1 0,0 0,0 0,0 0,0 0,-1 1,1-1,0 1,-1-1,1 1,0 0,-1 0,-1 0,-3 5,1-1,0 2,1-1,-1 0,1 1,0 0,1 1,-1-1,1 1,1-1,-1 1,1 0,0 1,1-1,-1 0,2 1,-1 1,-8 29,1 1,2 0,2 1,2-1,1 1,2 0,2-1,2 1,1-1,2 1,10 30,-5-30,3 1,0-2,3 0,1-1,2-1,2-1,23 29,-36-52,0-2,1 0,0 0,1-1,0 0,1-1,10 6,-18-12,-1-1,1 0,-1 1,1-2,0 1,-1 0,1-1,0 0,0 0,0-1,0 1,0-1,0 0,0-1,0 1,0-1,0 0,0 0,0 0,0-1,-1 0,1 0,0 0,-1 0,3-3,9-9,0-2,-2 0,0 0,-1-1,0-1,-2 0,0-1,-1 0,-1-1,7-20,-11 80,-7-32,1 0,1-1,-1 1,1 0,1 0,-1-1,1 1,1 0,-1-1,1 1,1-1,-1 1,1-1,0 0,1 0,0-1,0 1,0-1,1 1,0-2,0 1,1 0,0-1,0 0,0 0,0-1,1 0,-1 0,1 0,0-1,0 0,1 0,7 1,20-3,-1-4</inkml:trace>
  <inkml:trace contextRef="#ctx0" brushRef="#br0" timeOffset="164.14">1300 694,'-16'-5,"-8"-5,-4-5,-4 0,4 1</inkml:trace>
  <inkml:trace contextRef="#ctx0" brushRef="#br0" timeOffset="762.824">471 386,'984'37,"-717"-22,-257-15,-6 2,0-1,1-1,-1 1,0-1,0 1,1-1,-1 0,0-1,0 1,1-1,-1 0,0 0,0 0,0 0,0-1,0 1,0-1,0 0,-1-1,1 1,-1-1,1 1,-1-1,0 0,0 0,0 0,-1-1,1 1,1-3,-4-6,0 1,-1-1,0 1,0-1,-1 1,-1-1,0 1,-1 0,0 0,0 1,-1-1,-1 0,2 2,-6-15,-1-1,-1 1,-1 1,-1 0,-18-20,31 41,0 1,0-1,0 0,-1 0,1 1,0-1,-1 1,0-1,1 1,-1 0,0 0,1-1,-1 1,0 0,0 1,0-1,0 0,0 1,0-1,0 1,-1-1,1 1,0 0,0 0,0 0,0 0,0 0,0 1,0-1,-1 0,1 1,0 0,0 0,0-1,1 1,-1 0,0 0,-1 1,-4 6,0 0,1 1,0-1,0 1,1 0,0 1,1-1,0 1,0 0,1 0,1 0,-1 1,1 6,-6 24,3 1,1-1,2 1,2 0,2 0,2 0,1 0,2-1,2 0,2 0,2-1,1-1,2 0,2-1,1 0,2-2,14 18,-24-37,2-1,-1 0,2-1,0-1,1 0,0-1,3 1,-15-11,1 0,0 0,1-1,-1 1,0-1,1 0,-1 0,1-1,0 1,-1-1,1 0,0 0,0-1,0 1,0-1,0 0,0 0,0-1,0 0,-1 0,1 0,0 0,0-1,-1 1,1-1,-1 0,0-1,1 1,-1-1,0 0,0 0,7-10,0 0,-1-1,0 0,-2-1,1 0,-2 0,0-1,-1 1,0-2,-2 1,0 0,1-10,5-24,-13 50,-3 13,1 1,1 0,0 1,1-1,0 1,1-1,1 1,0 2,1-15,-1 3,0 1,0-1,0 0,1 1,0 0,0-1,0 1,1-1,-1 1,1-1,1 0,-1 1,1-1,0 0,0 0,1 0,-1 0,1 0,0-1,0 1,1-1,-1 0,1 0,0 0,0 0,1-1,-1 1,1-1,-1 0,1-1,2 2,20 2</inkml:trace>
  <inkml:trace contextRef="#ctx0" brushRef="#br0" timeOffset="1011.933">2155 439,'-16'-2,"-5"1,1 4,6 3,12 2,16 4,14 0,3-1</inkml:trace>
  <inkml:trace contextRef="#ctx0" brushRef="#br0" timeOffset="1998.889">2463 613,'12'5,"0"0,0 1,0 1,0 0,-1 0,-1 1,1 1,-1-1,0 2,-1-1,0 1,-1 1,0 0,-1 0,0 0,0 1,-1 0,-1 0,0 1,3 12,4 20,-3-1,-1 1,-2 1,-2 0,-2 22,2 318,-4-370,1 0,0 0,1 0,1 0,0-1,1 1,1-1,0 0,1 0,1-1,0 1,1-1,0-1,1 0,1 0,0-1,1 0,7 6,-16-16,0 0,1 0,-1-1,1 1,0-1,-1 0,1 1,0-1,0 0,0-1,-1 1,1 0,0-1,0 0,0 0,0 0,0 0,0 0,0 0,0-1,0 1,0-1,0 0,0 0,-1 0,1 0,0-1,-1 1,1-1,-1 1,1-1,-1 0,0 0,0 0,0 0,0-1,0 1,0 0,-1-1,1 0,-1 1,1-1,-1 0,0 1,0-2,2-16,0 1,-1-1,-1 0,-1 1,-1-1,-1 0,-1 1,0-1,-1 1,-1 0,-1 0,-8-16,-7-27,-3 2,-3 0,-2 2,-3 1,-2 1,-3 2,-2 1,-2 3,-23-21,4 8,59 62,1 1,0-1,-1 1,1-1,0 0,0 1,0-1,-1 1,1-1,0 1,0-1,0 0,0 1,0-1,0 1,0-1,0 0,0 1,0-1,1 1,-1-1,0 0,0 1,0-1,1 1,-1-1,0 1,1-1,-1 1,0-1,1 1,-1-1,1 1,-1 0,1-1,-1 1,1 0,-1-1,1 1,-1 0,1-1,-1 1,1 0,0 0,-1 0,1 0,-1 0,1 0,0-1,-1 1,1 1,-1-1,1 0,0 0,-1 0,1 0,-1 0,1 0,-1 1,1-1,0 0,170 3,-75-1,0-4,79-13,-114-3,-60 18,-1 0,0-1,1 1,-1 0,0 0,0-1,1 1,-1 0,0-1,0 1,0 0,0-1,1 1,-1 0,0-1,0 1,0-1,0 1,0 0,0-1,0 1,0 0,0-1,0 1,0-1,0 1,0 0,0-1,-1 1,1 0,0-1,0 1,0 0,0-1,-1 1,1 0,0-1,0 1,-1 0,1 0,0-1,-1 1,1 0,0 0,0 0,-1-1,1 1,-1 0,1 0,0 0,-1 0,1 0,0 0,-1-1,1 1,0 0,-1 0,1 0,-1 0,1 1,-1-1,-25-6,17 5,0 1,0 0,0 1,0-1,0 2,0 0,0 0,1 0,-1 1,1 0,-1 1,1 0,0 0,5-2,-1 0,1 0,0 0,0 1,0-1,0 1,1 0,-1-1,1 1,0 0,-1 0,1 1,0-1,1 0,-1 1,1-1,-1 1,1 0,0-1,1 1,-1 0,1 0,-1-1,1 1,0 0,0 0,1 0,-1-1,1 1,0 0,0 0,0 0,3 2,1 1,-1-1,1 1,0-1,0-1,1 1,0-1,0 0,0 0,1-1,0 0,-1 0,1 0,1-1,-1 0,0 0,1-1,0 0,-1-1,1 1,0-1,0-1,0 0,-1 0,1 0,0-1,0 0,0 0,-1-1,1 0,3-2,-5 1,1-1,-1 0,0 0,0 0,0 0,0-1,-1 0,0-1,0 1,0-1,-1 0,1 0,-2 0,1-1,-1 1,0-1,0 0,0 0,-1 0,-1 0,1 0,-1 0,0-1,0 1,-1-7,-3 2,-5 40,6-22,1 0,-1 0,1 1,0-1,1 1,-1-1,1 0,1 1,-1-1,1 1,0-1,0 0,1 0,0 1,0-1,0 0,1 0,0-1,0 1,1-1,-1 1,1-1,0 0,1-1,-1 1,1-1,0 1,0-1,4 2,-3-3,1 0,0-1,1 1,-1-1,0 0,1-1,-1 0,1 0,-1-1,1 0,-1 0,1 0,-1-1,1-1,-1 1,1-1,-1 0,0-1,0 1,0-2,0 1,-1-1,1 0,-1 0,0 0,0-1,-1 0,1-1,-1 1,0-1,-1 0,1 0,-1 0,1-3,11-25,-1 0,-2-1,-1 0,-2-1,-1 0,-2 0,-2-1,0-11,-4 41,8-54,-3 0,-2 0,-2 0,-4 0,-2-1,-4-7,-21-20,28 88,-1 0,1 0,0 0,-1 0,0 0,1 0,-1 0,1 1,-1-1,0 1,0-1,1 1,-1-1,0 1,0 0,0 0,1 0,-1 0,0 0,0 1,0-1,1 0,-1 1,0-1,1 1,-1 0,0 0,1-1,-1 1,1 0,-1 0,1 1,-1-1,1 0,0 0,0 1,0-1,-1 0,1 1,1-1,-1 1,0 0,0-1,0 1,1 0,-1-1,1 3,-13 19,1 0,2 2,0-1,2 1,0 0,2 1,1 0,1 0,1 0,1 9,0 3,1-1,3 1,0 0,3-1,1 1,1-1,2-1,2 0,2 0,1-1,1 0,2-2,1 0,2-1,21 26,-34-47,2 0,-1-1,2 0,-1 0,1-1,1-1,-1 1,2-2,-1 1,1-2,0 1,0-2,1 0,3 1,-14-5,0-1,-1 0,1 0,0 0,0 0,0 0,-1-1,1 1,0 0,0-1,-1 1,1-1,0 0,-1 0,1 1,0-1,-1 0,1 0,-1 0,0-1,1 1,-1 0,0-1,0 1,0 0,0-1,0 1,0-1,0 0,0 1,-1-1,1 0,0 1,-1-1,0 0,1 0,-1 1,0-1,0 0,0 0,0-1,0-27</inkml:trace>
  <inkml:trace contextRef="#ctx0" brushRef="#br0" timeOffset="2248.896">3412 559,'-23'-11,"-14"-6,-3-3,12 3,22 4,30 3,34 5,33 2,31 3,28 0,17 1,-19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5.8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0 298,'38'0,"0"-1,0-3,0 0,0-3,-1-1,-1-2,1-1,-2-2,1-2,1-2,-27 12,-1-1,0-1,0 1,-1-1,0 0,0-1,0 0,-1 0,5-9,-10 15,0-1,0 0,0 0,-1 0,1-1,-1 1,0 0,1-1,-2 1,1 0,0-1,-1 1,1-1,-1 1,0-1,0 1,-1-1,1 0,-1 1,1 0,-1-1,0 1,0-1,-1 1,1 0,-1 0,0 0,1 0,-1 0,-1 0,0-1,-1 1,1 1,-1-1,0 1,0 0,0 0,0 0,0 0,0 1,-1 0,1 0,0 0,-1 0,1 1,-1 0,1 0,-1 0,1 0,-1 1,1-1,0 1,-1 0,1 1,0-1,0 1,0-1,0 2,0-1,0 0,0 1,1-1,-1 1,1 0,0 0,0 0,0 1,0-1,0 1,1 0,0 0,-1-1,0 4,-11 20,1 1,1 0,2 1,0 1,2-1,2 1,0 1,2-1,2 1,0 14,0 89,5 0,6 1,17 72,0 19,-18-66,-11-106</inkml:trace>
  <inkml:trace contextRef="#ctx0" brushRef="#br0" timeOffset="353.382">161 714,'31'-20,"0"2,2 2,0 0,1 3,33-10,-58 20,42-14,2 2,0 2,0 3,3 1,-53 8,0 0,0 0,0 1,0-1,0 0,0 1,0 0,0 0,1 0,-1 0,0 0,0 1,0 0,0-1,0 1,0 0,0 0,0 1,0-1,0 1,-1-1,1 1,-1 0,1 0,-1 0,1 0,-1 0,0 1,0-1,0 1,-1-1,1 1,0 0,-1 0,-3 92,0-85,0-1,1 1,0 0,1-1,0 1,0 0,1-1,0 1,1 0,1 3,-1-10,-1-1,1 1,0-1,-1 0,1 1,0-1,0 0,0 0,1 0,-1-1,0 1,1 0,-1-1,1 0,0 0,-1 1,1-1,0-1,0 1,0 0,-1-1,1 1,0-1,0 0,0 0,0 0,0-1,0 1,1-1,17-3</inkml:trace>
  <inkml:trace contextRef="#ctx0" brushRef="#br0" timeOffset="602.74">803 272,'6'9,"15"8,2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3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224 503,'0'18,"0"22,0 25,0 21,-2 17,-4 11,-2 7,-2-1,0-10,0-17,1-21,3-24</inkml:trace>
  <inkml:trace contextRef="#ctx0" brushRef="#br0" timeOffset="585.063">77 1118,'-50'-377,"23"164,31 157,-4 55,1 0,-1 0,1-1,-1 1,1 0,0 0,0-1,0 1,0 0,0 0,0 0,0 0,0 0,0 1,0-1,0 0,1 0,-1 1,0-1,1 1,-1-1,0 1,1-1,-1 1,1 0,-1 0,0 0,1 0,-1 0,1 0,-1 0,0 0,1 0,-1 1,1-1,8 4,0-1,-1 2,1-1,-1 1,0 1,0-1,-1 2,0-1,0 1,0 0,-1 1,0 0,0 0,-1 0,0 1,-1 0,0 0,0 0,-1 1,0 1,0-5,-1 1,-1 0,1 0,-1 0,0 0,-1 0,1 0,-2 1,1-1,-1 0,0 0,0 1,-1-1,0 0,0 0,-1 1,0-1,0 0,-1-1,0 1,0 0,0-1,-1 0,0 1,0-1,-1-1,1 1,-1-1,-1 0,1 0,-1 0,1-1,-1 0,-1 0,1 0,-1-1,-2 1,8-3,1-1,-1 1,0-1,0 1,0-1,0 1,0-1,0 0,0 0,0 0,0 1,0-1,0 0,-1 0,1 0,0-1,0 1,0 0,0 0,0 0,0-1,0 1,0-1,0 1,1-1,-1 1,0-1,0 1,0-1,0 0,1 1,-1-1,0 0,0 0,1 0,-1 1,1-1,-1 0,1 0,-1 0,1 0,0 0,-1 0,1 0,0 0,0 0,0 0,0 0,-1 0,2 0,-1 0,0-1,0 1,3-7,0 0,0 0,1 1,0-1,1 1,0 0,0 0,0 0,1 1,0 0,0 0,1 0,3-2,7-7,0 1,1 0,0 1,1 1,1 1,0 0,0 2,1 0,0 2,0 0,1 1,6 0,-24 5,-1 1,0-1,1 1,-1 0,1 0,-1 0,1 1,-1-1,1 1,-1-1,1 1,-1 1,0-1,0 0,0 1,1-1,-1 1,-1 0,1 0,0 0,0 0,-1 1,1-1,-1 1,0 0,0-1,0 1,0 0,0 0,-1 0,1 1,-1-1,0 0,0 0,0 1,0 2,3 52,5 20,-6-75,0-1,0 0,0 0,1 0,-1 0,0 0,1-1,-1 0,1 0,0 0,-1 0,1 0,0-1,-1 1,1-1,0 0,0 0,0-1,-1 1,1-1,0 0,-1 0,1 0,-1 0,1 0,-1-1,1 0,-1 0,0 0,1 0,5-2,-1 1,1-2,-1 1,0-1,0 0,0-1,-1 0,1 0,-2 0,1-1,-1 0,0-1,0 1,-1-1,0 0,0-1,-1 1,0-1,-1 0,0 0,0 0,0-4,-3 10,0 0,0 0,0 0,-1 0,1 0,-1 0,0 0,0 0,0 1,0-1,0 0,-1 0,1 1,-1-1,0 1,0-1,0 1,0 0,0 0,0 0,-1 0,1 0,-1 0,1 1,-1-1,0 1,1 0,-1-1,0 1,0 1,0-1,0 0,0 1,0-1,-8 0,0-1,0 1,1 1,-1 0,0 1,0 0,1 0,-1 1,-2 1,5-1,0 0,0 1,1-1,-1 1,1 1,-1 0,1 0,0 0,1 1,-1 0,1 0,0 0,0 1,0 0,1 0,0 1,0-1,1 1,-3 6,6-11,1 0,-1 0,1 0,0 1,0-1,0 0,0 1,0-1,0 0,0 0,1 1,-1-1,1 0,0 0,0 0,0 0,0 0,0 0,0 0,0 0,0 0,1 0,-1-1,1 1,0 0,-1-1,1 0,0 1,0-1,0 0,0 0,0 0,0 0,0 0,1 0,82 24,-7-15,0-3</inkml:trace>
  <inkml:trace contextRef="#ctx0" brushRef="#br0" timeOffset="1296.014">1387 623,'-19'-13,"0"0,-1 0,0 2,-1 1,0 0,-1 2,0 0,0 2,0 0,-1 1,-7 1,24 2,1 1,0 0,0 1,-1-1,1 1,0 0,-1 0,1 1,0-1,0 1,-1 0,1 1,0-1,0 1,0 0,0 0,1 1,-1 0,1-1,-1 2,1-1,0 0,0 1,0 0,1-1,-1 2,1-1,0 0,0 1,1-1,-1 1,1 0,0 0,0 0,0 0,1 1,0-1,1-1,0 1,0 0,1-1,0 1,-1 0,1-1,1 1,-1-1,1 1,-1-1,1 0,1 0,-1 0,1 0,-1 0,1 0,0 0,0-1,1 0,-1 0,1 0,-1 0,1 0,0-1,1 1,5 3,0-2,0 1,1-2,-1 1,1-1,0-1,-1 0,1 0,0-1,10 0,-12-1,0 1,0-1,1-1,-1 0,0 0,0-1,0 0,0 0,0-1,-1 0,1-1,-1 0,1 0,-1-1,-1 0,1 0,-1-1,0 0,0 0,-1-1,1 0,-2 0,1 0,-1-1,0 0,0 0,-1 0,0 0,-1-1,2-6,-1 0,-4 20,-1 25,1-22,1 0,0 0,1 0,0-1,0 1,0-1,1 1,0-1,0 0,1 0,0 0,0 0,1-1,0 0,0 0,0 0,1-1,0 1,0-1,0 0,1-1,-1 0,1 0,0 0,0-1,1 0,-1-1,1 1,-1-1,8 1,-2-3,1 0,-1 0,0-2,1 1,-1-2,0 1,0-2,0 0,0 0,-1-2,0 1,0-1,0-1,-1 0,0-1,0 0,-1-1,0 0,0 0,-1-1,-1-1,1 1,-2-1,1 0,-2-1,1 0,-2 0,0-1,0 1,-1-1,1-5,8-32,-2-1,-2 0,-3-1,-2 1,-2-1,-2 0,-7-47,-9 20,16 78,0 1,-1-1,1 1,0-1,-1 0,1 1,0-1,-1 1,1-1,-1 1,1-1,-1 1,0-1,1 1,-1-1,1 1,-1 0,0-1,1 1,-1 0,0 0,1 0,-1-1,0 1,1 0,-1 0,0 0,0 0,1 0,-1 0,0 0,1 0,-1 1,0-1,1 0,-1 0,0 1,1-1,-1 0,0 0,1 1,-1-1,1 1,-1-1,1 1,-1-1,1 1,-1-1,1 1,-1-1,1 1,0 0,-1-1,1 1,-9 12,2 0,0 0,0 1,1-1,1 2,0-1,1 0,0 1,0 9,4-22,-8 29,2 1,1 1,1-1,2 1,1-1,2 1,1-1,2 1,1-1,1 0,4 8,-7-30,1-1,0 1,0-1,1 0,0 0,1 0,0-1,0 0,1 0,0-1,0 1,1-1,0-1,0 0,1 0,-1-1,1 0,1 0,-1-1,0 0,1 0,0-1,0-1,0 0,0 0,0-1,1 0,-1-1,0 0,0 0,1-1,4-2,-6 2,-1-1,1 0,0-1,-1 0,0 0,1-1,-1 0,-1-1,1 1,-1-2,1 1,-1-1,-1 0,1 0,-1-1,0 1,-1-1,0-1,0 1,0-1,-1 0,0 0,-1 0,0-1,0 1,-1-1,0 0,0 0,-1 0,1-7,-8-13,6 28,0 1,0 0,-1-1,1 1,0 0,0-1,-1 1,1 0,0-1,-1 1,1 0,0 0,-1-1,1 1,0 0,-1 0,1 0,-1 0,1 0,0-1,-1 1,1 0,-1 0,1 0,0 0,-1 0,1 0,-1 0,1 0,0 0,-1 0,1 1,-1-1,1 0,0 0,-1 0,1 0,-1 1,1-1,0 0,-1 0,1 1,0-1,0 0,-1 1,1-1,0 0,0 1,-1-1,1 0,0 1,0-1,0 0,0 1,-1-1,1 1,0-1,0 0,0 1,0-1,0 1,0-1,0 1,0-1,0 1,-6 11,1 0,0 0,1 1,0 0,1 0,1 0,0 0,0 0,2 1,-1-1,2 0,0 8,1-16,0 0,0 0,1 0,0 0,-1 0,2-1,-1 1,0-1,1 0,0 0,0 0,0-1,0 1,1-1,-1 0,1 0,0 0,0-1,0 0,0 0,0 0,1-1,-1 1,0-1,1-1,-1 1,1-1,-1 0,1 0,-1 0,1-1,-1 0,2 0,33-3</inkml:trace>
  <inkml:trace contextRef="#ctx0" brushRef="#br0" timeOffset="1551.331">1548 182,'36'-7,"42"-2,42-2,36 1,28 2,-16 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2.9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0 387,'16'-2,"19"-1,22-4,19-4,15-1,10-2,4 2,0 0,-5 3,-9 1,-12 1,-14 2,-19-1,-19 1,-18 2,-19 0,-13 2,-4 0</inkml:trace>
  <inkml:trace contextRef="#ctx0" brushRef="#br0" timeOffset="317.704">669 0,'1'3,"0"-1,1 1,-1-1,0 0,1 0,-1 0,1 1,0-1,0-1,0 1,0 0,0 0,0-1,0 1,1-1,-1 0,1 0,-1 0,1 0,-1 0,3 0,-1 2,58 21,2-3,0-3,33 5,-22-5,-48-12,8 1,0 0,0 3,-1 1,0 1,-1 2,0 1,-2 2,1 1,-2 1,1 4,-26-20,-1 1,1 0,-1 1,0-1,-1 1,1 0,-1-1,0 2,0-1,0 0,-1 0,0 1,0 0,0-1,-1 1,0 0,0 0,0 0,-1 0,0 0,0-1,0 1,-1 0,0 0,0 0,0 0,-1-1,0 1,0 0,0-1,-1 0,-1 2,-9 11,-1 0,-1 0,-1-2,0 0,-1-1,-1 0,0-1,-1-1,0-1,-1-1,-7 2,-149 73,107-55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1:50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133 175,'0'18,"-2"20,-3 19,-3 16,0 13,-1 9,1 4,-1-7,2-11,-1-17,2-20</inkml:trace>
  <inkml:trace contextRef="#ctx0" brushRef="#br0" timeOffset="354.056">0 1,'50'54,"2"-2,59 44,-16-13,-54-50,-3 2,0 2,-3 1,-1 2,-2 1,-2 2,-1 1,-3 1,1 7,-22-44,-1 0,-1 0,0 0,0 0,-1 1,1-1,-2 1,1 0,-1-1,-1 1,0 0,0 0,-1-1,0 1,0 0,-1-1,0 1,0-1,-1 1,0-1,-1 0,0 0,0 0,-1-1,1 0,-2 1,-4 4,1-6,-1 1,1-1,-1-1,-1 0,1 0,-1-1,1-1,-1 1,0-2,-1 0,1 0,0-1,-9 0,-11 0,0-2,0-1,0-2,-14-4,-125-40,148 36,14 3</inkml:trace>
  <inkml:trace contextRef="#ctx0" brushRef="#br0" timeOffset="686.363">1190 428,'-12'-17,"-1"0,-1 1,0 0,-1 2,-1-1,-7-3,19 14,-1 1,-1-1,1 1,0 0,-1 1,1-1,-1 1,0 1,0-1,0 1,0-1,0 2,0-1,0 1,0 0,0 0,0 0,0 1,0 0,0 0,0 1,0 0,1 0,-3 1,-4 5,1 0,0 0,0 1,1 1,1 0,-1 0,1 1,1 0,0 0,1 1,0 0,1 1,0-1,1 1,0 0,1 1,1-1,0 1,1-1,-1 13,1-13,1 0,1 0,0-1,0 1,1 0,1 0,0-1,1 1,1-1,0 0,0 0,1 0,0 0,1-1,1 0,0 0,0-1,1 0,0 0,1-1,0 0,3 2,11 4,1-2,1 0,0-2,1-1,0-1,0-1,1-1,0-1,0-2,0-1,1-1,-1-1,1-1,-1-2,1-1,-1-1,0-1,18-3,0-2,-1-3,37-14,6-10</inkml:trace>
  <inkml:trace contextRef="#ctx0" brushRef="#br0" timeOffset="933.254">1965 269,'-2'11,"-1"18,3 17,3 14,1 14,0 7,-1 1,0-3,-2-12,0-14,-1-19,0-15</inkml:trace>
  <inkml:trace contextRef="#ctx0" brushRef="#br0" timeOffset="1201.539">1979 428,'0'-219,"0"213,-1 5,1-1,-1 1,1 0,-1 0,1-1,0 1,-1 0,1-1,0 1,0 0,0-1,0 1,0-1,0 1,1 0,-1-1,0 1,1 0,-1-1,1 1,-1 0,1 0,-1-1,1 1,0 0,0 0,0 0,-1 0,1 0,0 0,0 0,1 0,-1 0,0 1,0-1,0 0,0 1,1-1,-1 1,0-1,1 1,-1 0,0-1,1 1,-1 0,0 0,1 0,0 0,79 62,-34-23,-2 3,-2 1,-2 2,-1 2,-3 2,-2 1,-2 2,-2 1,12 33,-17 18,-26-100,0 1,1-1,-2 1,1-1,-1 1,1-1,-1 1,0-1,-1 0,1 1,-1-1,0 0,0 0,0 0,0 0,-1-1,0 1,0 0,0-1,0 0,0 0,-1 0,-9 4,0-1,0 0,-1-1,0-1,0 0,-1-1,1 0,0-1,-1-1,0 0,1-1,-1-1,-2 0,2 0,-129-4,122 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3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1 704,'7'44,"2"0,2 0,2-1,2-1,2 0,2-1,12 18,-28-54,-1-1,0 0,0 0,0-1,1 1,0-1,-1 0,1 0,0 0,1 0,-1 0,0-1,1 1,0-1,2 2,-4-5,-1 1,1-1,-1 0,1 1,-1-1,0 0,1 0,-1 0,0 0,0 0,0 0,0 0,0 0,0-1,0 1,0 0,0 0,0-1,-1 1,1-1,-1 1,1-1,-1 1,1-1,-1 1,0-1,0 1,0-1,0 1,0-1,0 0,0 1,0 0,5-172,-6 79,1 92,-1 0,1 0,0 0,0 0,1-1,-1 1,0 0,1 0,-1 0,1 0,0 0,-1 0,1 0,0 0,0 0,0 0,1 1,-1-1,0 0,1 1,-1-1,1 1,-1-1,1 1,0 0,0 0,0 0,-1 0,1 0,0 0,0 0,0 0,0 1,1-1,-1 1,0 0,0-1,0 1,0 0,0 0,2 1,31 2,0 3</inkml:trace>
  <inkml:trace contextRef="#ctx0" brushRef="#br0" timeOffset="885.439">656 944,'-10'-11,"0"0,0 1,-1 0,-1 0,1 1,-2 1,-8-6,17 12,1 0,-1 1,0-1,0 1,0-1,0 1,0 0,0 0,0 1,0-1,0 1,0 0,0 0,0 1,0-1,0 1,0 0,0 0,0 0,0 0,0 1,0-1,0 1,1 0,-1 1,1-1,0 0,-1 1,0 1,-2 2,1 1,-1 0,1 0,1 0,-1 1,1 0,0 0,1 0,0 0,0 0,1 1,0 0,0-1,1 1,1 0,-1-1,1 1,0 0,1 0,0 0,1-1,1 8,-2-14,0 0,0 0,0 0,0 1,1-1,-1 0,0 0,1-1,0 1,-1 0,1 0,0-1,0 1,0-1,0 0,0 0,0 1,0-1,0 0,0-1,1 1,-1 0,0-1,1 1,-1-1,1 0,-1 0,0 1,1-2,-1 1,0 0,1 0,-1-1,1 0,-1 1,0-1,0 0,2-1,3-1,1 0,-1-1,0 0,0-1,0 0,-1 0,0 0,0-1,0 0,4-5,42-85,-47 108,14 98,-18-106,1-1,-1 1,0-1,1 0,0 1,0-1,0 0,0 0,1 0,-1 0,1-1,0 1,-1-1,1 1,0-1,0 0,1 0,-1 0,0-1,1 1,-1-1,1 0,-1 0,1 0,0 0,0-1,-1 1,4-1,-2 0,-1-1,1 0,-1 0,0 0,0 0,1-1,-1 1,0-1,0 0,0 0,-1-1,1 1,0-1,-1 0,0 0,0 0,1 0,-2 0,1-1,0 1,-1-1,0 0,0 0,0 0,1-2,28-109,-27-17,-3 133,-1 0,0-1,1 1,-1-1,0 1,1-1,-1 1,1-1,-1 1,1-1,-1 0,1 1,-1-1,1 0,0 1,-1-1,1 0,-1 0,1 1,0-1,-1 0,1 0,0 0,-1 0,1 0,0 0,-1 0,1 0,0 0,-1 0,1 0,0-1,-1 1,1 0,-1 0,1-1,0 1,-1 0,1-1,-1 1,1 0,-1-1,1 1,-1-1,1 1,-1-1,0 1,1-1,-1 1,0-1,1 0,-1 1,0-1,0 1,1-1,-1 0,0 1,0-1,0 0,0 1,0-1,0 0,0 1,0-1,0 0,0 1,-1-1,6 3,55 29,1-3,48 15,-59-24,-47-18,0 0,-1 0,1 0,0 0,0 1,-1-1,1 1,-1-1,1 1,-1 0,0 0,0 0,0 0,0 1,0-1,0 0,-1 1,1 0,-1-1,0 1,1 0,-1 0,-1-1,1 1,0 0,-1 0,1 0,-1 0,0 0,0 3,-2 17,1-21,0 1,1 0,-1-1,1 1,-1 0,1 0,0-1,0 1,0 0,0 0,1 0,-1-1,1 1,-1 0,1 0,0-1,0 1,1-1,-1 1,0-1,1 1,-1-1,1 0,0 0,0 0,0 0,0 0,0 0,9 1,0-1,-1 0,1-1,0 0,0 0,0-1,0-1,0 0,0 0,-1-1,1-1,0 0,-1 0,2-2,-6 4,-1 0,0 0,0 0,0-1,0 0,0 0,-1-1,1 1,-1-1,1 0,-1 0,0-1,0 1,0-1,0 0,-1 0,0 0,0 0,0-1,0 1,-1-1,1 0,-1 1,0-1,-1 0,1 0,-1-1,0 1,0 0,-1 0,0-1,1 1,-2-3,0 3,0 0,-1 0,0 0,0 0,0 0,0 1,-1-1,0 1,0 0,0 0,0 0,0 0,-1 0,0 1,0-1,-3-1,6 5,-1 1,0-1,0 0,0 1,1-1,-1 1,0-1,0 1,1 0,-1 0,0 0,1 0,-1 0,1 0,0 0,-1 0,1 1,0-1,-1 1,1-1,0 1,0-1,0 1,1-1,-1 1,0 0,1 0,-1-1,1 1,-1 0,1 0,0 0,-1-1,1 1,0 0,1 0,-1 0,0 0,0 0,-2 12,1 0,0 1,1-1,0 0,1 0,1 0,0 0,2 1,-3-10,0 0,0-1,1 1,0 0,0-1,0 0,1 1,-1-1,1 0,0 0,0-1,1 1,-1 0,1-1,-1 0,1 0,0 0,0 0,1-1,-1 0,1 0,-1 0,1 0,3 0,15 2</inkml:trace>
  <inkml:trace contextRef="#ctx0" brushRef="#br0" timeOffset="1138.365">1351 423,'2'18,"1"6</inkml:trace>
  <inkml:trace contextRef="#ctx0" brushRef="#br0" timeOffset="2084.136">1900 931,'-8'-10,"1"0,-1 0,-1 1,0 0,0 0,-1 1,0 0,-4-1,10 6,0 1,0 0,0 0,0 1,-1-1,1 1,0 0,-1 0,1 0,-1 1,1 0,-1-1,1 2,-1-1,1 0,-1 1,1 0,-1 0,1 0,0 1,0-1,0 1,0 0,-3 2,0 0,0 0,1 1,0 0,0 0,0 0,1 1,-1 0,1 0,1 0,-1 0,1 1,0 0,0 0,1 0,0 0,1 0,-1 1,1-1,1 1,-1 0,1 0,1-1,-1 1,1 0,1 0,0 0,0-1,0 1,1 0,0-1,2 5,-1-8,0 0,0 0,0 0,1-1,0 0,-1 1,1-1,0-1,1 1,-1-1,0 1,1-1,-1 0,1-1,0 1,0-1,-1 0,1 0,0-1,0 1,0-1,0 0,4-1,0 0,1 0,-1 0,0-1,0-1,0 1,0-1,0-1,-1 0,1 0,-1-1,0 0,0 0,-1 0,-1-1,0 1,-1-1,1 0,-1 0,0-1,-1 0,1 1,-1-2,-1 1,1 0,-1-1,0 1,-1-1,0 0,0 0,-1 0,0 0,-1 0,1-1,-1 1,-1 0,0-5,0 13,1 1,0-1,-1 1,1 0,0-1,-1 1,1-1,-1 1,1-1,-1 1,1-1,-1 1,1-1,-1 1,0-1,1 0,-1 1,0-1,1 0,-1 0,0 0,1 1,-1-1,0 0,1 0,-1 0,0 0,1 0,-1 0,0 0,0 0,1-1,-1 1,0 0,1 0,-1 0,0-1,1 1,-1 0,1-1,-1 1,0-1,1 1,-1-1,1 1,-1-1,1 1,-1-1,1 1,0-1,-1 1,1-1,0 0,-1 1,1-1,0 0,0 1,0-1,-1 0,1 1,0-1,-2 6,-1 1,1 0,0 0,0 0,0 0,1 0,0 0,0 0,1 0,0 0,0 1,0-1,1 0,0 0,0 0,0 0,1 0,0 0,0 0,1 0,-1-1,1 1,1-1,-1 0,1 0,0 0,0 0,0-1,0 1,1-1,0 0,0 0,0-1,0 0,1 0,-1 0,1 0,0-1,0 0,-1 0,2-1,0 1,0-2,1 0,-1-1,0 1,0-1,1-1,-1 1,0-1,0-1,0 1,-1-1,1-1,-1 1,1-1,-1 0,0 0,-1-1,1 1,-1-1,0-1,0 1,0-1,-1 0,2-2,4-8,-1 0,0-1,-1 0,-1-1,-1 1,0-1,-1 0,1-13,7-67,-5-2,-3-68,-4 120,0 18,0-17,-1 1,-2 0,-6-32,8 78,0-1,0 1,1 0,-1-1,0 1,0-1,0 1,0 0,0-1,1 1,-1-1,0 1,0 0,0-1,0 1,0-1,0 1,0-1,-1 1,1 0,0-1,0 1,0-1,0 1,0 0,-1-1,1 1,0 0,0-1,-1 1,1 0,0-1,0 1,-1 0,1-1,0 1,-1 0,1 0,0 0,-1-1,1 1,-1 0,1 0,0 0,-1 0,1 0,-1 0,1 0,-1-1,1 1,0 0,-1 1,1-1,-1 0,1 0,0 0,-1 0,1 0,-1 0,1 0,0 1,-1-1,1 0,0 0,-1 1,-12 27,0 24,3 0,3 0,1 1,2 36,2-39,2 0,3-1,1 1,3 0,2-1,2-1,12 32,-23-79,0 0,0 0,0 0,0 0,1 0,-1 0,0-1,1 1,-1 0,0 0,1 0,0-1,-1 1,1 0,-1 0,1-1,0 1,-1 0,1-1,0 1,0-1,-1 1,1-1,0 1,0-1,0 0,0 0,0 1,0-1,-1 0,1 0,0 0,0 0,0 0,0 0,0 0,0 0,0 0,0 0,0 0,0-1,-1 1,1 0,0-1,0 1,0-1,0 1,-1-1,1 1,0-1,0 1,-1-1,1 0,0 1,-1-1,1 0,-1 0,1 1,-1-1,0 0,1 0,-1 0,0 0,1 0,-1 0,0 0,0 0,10-11,1 0,0 0,0 1,1 0,1 1,0 0,2 0,-11 8,0-1,0 1,1 0,-1 0,0 1,1-1,-1 1,1 0,-1 0,1 1,0-1,-1 1,1 0,0 1,-1-1,1 1,0-1,-1 2,1-1,-1 0,1 1,-1 0,0 0,0 0,0 0,4 3,-2 1,1-1,-1 1,0 1,0 0,0-1,-1 2,0-1,-1 0,1 1,-1 0,-1 0,0 0,0 1,0-1,-1 3,-1-7,0 1,0-1,0 1,-1-1,0 0,0 1,0-1,0 1,-1-1,1 1,-1-1,0 0,-1 1,1-1,-1 0,0 0,0 0,0 0,0 0,-1-1,1 1,-1-1,0 1,0-1,0 0,-1 0,1-1,-1 1,0-1,-1 2,0-1,1-1,-1 1,0-1,0 0,0 0,0 0,0-1,0 0,0 0,-1 0,1 0,0-1,0 0,-1 0,1-1,0 1,-1-1,1 0,0 0,0-1,0 0,0 0,0 0,1 0,-1-1,0 0,1 0,0 0,0 0,0-1,0 0,0 1,1-1,0-1,-1 1,1-2,2 2,0 0,1 0,-1 0,1 0,0 0,0 0,0 0,1 0,-1 0,1 0,0 0,0 0,1 0,-1 1,1-1,0 0,0 1,0-1,0 1,1 0,-1-1,1 1,1-1,75-60,-67 56,0 1,1 0,0 0,0 2,1-1,-1 2,1 0,0 0,1 1,-1 1,0 1,6-1,-18 4,1-1,-1 0,0 1,0-1,0 1,0 0,0 0,0 0,0 0,-1 0,1 0,-1 0,1 0,-1 1,0-1,0 1,0-1,0 1,0-1,0 1,-1-1,0 1,1 0,-1-1,0 1,0 0,0-1,-1 1,1 0,-1-1,1 1,-1-1,0 2,0 10,0-9,1 1,-1 0,1-1,0 1,1 0,-1-1,1 1,0 0,1-1,-1 0,1 1,0-1,0 0,1 0,0 0,0 0,0 0,0 0,1-1,-1 0,1 0,0 0,1 0,-1 0,1-1,-1 0,1 0,0 0,0-1,1 1,57-1,-35-9</inkml:trace>
  <inkml:trace contextRef="#ctx0" brushRef="#br0" timeOffset="2334.925">2647 356,'-6'18,"1"14,9 9,11 5,9-1,1-8</inkml:trace>
  <inkml:trace contextRef="#ctx0" brushRef="#br0" timeOffset="2744.702">3009 717,'25'-42,"-1"-2,-3 0,-1-2,-2 0,-3-1,-1 0,-3-1,-2-1,-1 0,-3 0,-2-20,-16-15,12 81,0 0,0 0,0 1,0-1,0 0,-1 1,1-1,-1 1,0-1,0 1,0 0,0 0,0 0,0 0,0 0,-1 0,1 0,-1 1,1-1,-1 1,0 0,1 0,-1 0,0 0,0 0,-2 0,-1 2,0 1,0-1,0 1,0 0,1 0,-1 0,1 1,-1 0,1 0,0 1,0-1,1 1,-1 0,1 0,-1 1,1 0,1-1,-1 1,1 0,0 1,0-1,-1 3,-11 22,1 1,2 1,1 0,1 1,2 0,2 0,1 0,1 1,2 0,1 0,2 0,1 0,2-1,6 29,-3-23,2-1,2 0,1 0,2-1,2 0,1-2,1 0,2-1,2 0,7 6,-27-38,47 50,-48-51,0 0,1 0,-1 0,1 0,-1 0,1 0,0 0,-1-1,1 1,0 0,0-1,-1 0,1 1,0-1,0 0,-1 0,1 0,0 0,0 0,0 0,-1-1,1 1,0-1,0 1,-1-1,1 1,0-1,-1 0,1 0,-1 0,1 0,-1 0,1 0,-1 0,0-1,1 0,5-10,0-1,-1 1,0-1,-1-1,-1 1,0-1,0 0,-2 0,0 0,0 0,-1 0,-1 0,-1-1,0-5,-10-31,11 50,0 0,-1 0,0 0,1 0,-1 0,1 1,-1-1,0 0,0 0,1 1,-1-1,0 0,0 1,0-1,0 1,0-1,0 1,0-1,0 1,0 0,0 0,0-1,0 1,0 0,0 0,0 0,0 0,0 0,0 0,0 0,0 1,0-1,0 0,0 0,0 1,0-1,0 1,0-1,0 1,0-1,1 1,-1 0,0-1,0 1,0 0,0 0,-4 4,0 0,0 1,0-1,1 1,0 0,0 0,0 0,1 1,0-1,0 1,1 0,0 0,0 0,0 0,1 0,0 0,1 0,-1 0,1 1,1-1,0 0,-1 0,2 0,-1 0,1 0,1 0,-1 0,1 0,0-1,0 1,2 1,2 0,1-1,0 1,0-2,0 1,1-1,-1 0,2-1,-1 0,0 0,1-1,0-1,0 1,0-2,1 1,3-1,25 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2.2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2,'0'18,"0"18,0 16,-3 13,-4 9,-4 5,-3-1,0-5,1-12,4-15,3-15</inkml:trace>
  <inkml:trace contextRef="#ctx0" brushRef="#br0" timeOffset="252.326">51 109,'3'23,"4"16,7 14,6 6,10 2,7-2,3-4,2-8,-3-6,-7-9,-9-9</inkml:trace>
  <inkml:trace contextRef="#ctx0" brushRef="#br0" timeOffset="441.687">385 56,'0'-16,"0"-8,-2 8,-1 17,-2 21,-1 19,0 19,-1 13,2 6,2 0,5-2,5-4,6-11,1-16</inkml:trace>
  <inkml:trace contextRef="#ctx0" brushRef="#br0" timeOffset="852.298">519 590,'-8'-33,"1"0,2 0,1-1,2 0,1-23,0 52,1 1,0-1,0 0,0 0,0 0,1 1,0-1,0 0,0 0,0 1,1-1,0 1,0 0,0-1,1 1,-1 0,1 0,0 0,0 1,0-1,1 1,-1-1,1 1,0 0,0 1,0-1,0 1,0-1,1 1,-1 0,1 1,-1-1,1 1,2 0,-2 0,0 1,0 0,0 1,0-1,-1 1,1 0,0 0,0 1,-1-1,1 1,-1 0,1 0,-1 1,0-1,0 1,0 0,0 0,-1 0,1 1,-1-1,0 1,0 0,0 0,0 0,5 8,0 1,-1-1,-1 1,0 0,-1 1,0 0,2 10,-3 2,0 0,-2 0,-1 0,-1 1,-2 6,1 3,1-34,0 0,0 0,-1 0,1 0,0 0,1 0,-1 0,0 0,1 0,-1 0,1 0,-1 0,1 0,0 0,0 0,0 0,0 0,0-1,0 1,1 0,-1-1,1 1,-1-1,1 0,-1 1,1-1,0 0,0 0,-1 0,1 0,0 0,0-1,0 1,0 0,0-1,0 0,0 1,1-1,12 1,0-1,0-1,0 0,0-1,0-1,0 0,-1-1,5-2,-8 3,47-14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9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361 1,'13'229,"-13"-178,-19 263,7-176,12-137,-1 4,-1 1,1 0,0 0,1 0,0-1,0 1,0 0,0 0,1 0,0 0,0-1,1 1,0 0,0-1,0 1,0-1,1 0,0 0,0 0,0 0,1 0,0-1,0 1,0-1,1 1,2-3,0 1,0-2,0 1,1-1,-1 0,0 0,0-1,1 0,-1 0,0-1,1 0,-1 0,0-1,0 0,0 0,0 0,0-1,-1 0,1-1,4-3,24-14</inkml:trace>
  <inkml:trace contextRef="#ctx0" brushRef="#br0" timeOffset="250.072">0 415,'19'-2,"23"-1,26 0,23 1,18 0,7 1,1 3,-20 0</inkml:trace>
  <inkml:trace contextRef="#ctx0" brushRef="#br0" timeOffset="1487.744">910 696,'-9'-4,"0"1,0 1,0-1,0 1,0 1,-1 0,1 0,0 0,-1 2,1-1,0 1,-1 0,1 1,0 0,0 1,0 0,0 0,0 1,1 0,0 0,0 1,0 0,0 0,1 1,-1 0,2 1,-2 0,6-4,0-1,0 0,0 1,1-1,-1 1,1 0,-1-1,1 1,0 0,0 0,0 0,1 0,-1 0,1 0,-1 0,1 0,0 0,0 0,1 0,-1 0,0 0,1 0,0 0,0 0,0 0,0 0,0 0,1-1,-1 1,1 0,-1-1,1 1,0-1,0 0,2 2,2-1,-1 1,1-2,0 1,-1-1,1 0,0 0,0 0,1-1,-1 0,0 0,0-1,1 0,-1 0,0 0,0-1,1 0,-1 0,0-1,0 1,0-1,0 0,-1-1,1 0,0 0,0-1,3 0,-1-1,0-1,0 0,0 0,0 0,-1-1,0 0,-1 0,0-1,0 0,0 0,-1-1,0 1,-1-1,3-8,-1-27,-6 44,0 0,0 0,0 1,0-1,0 0,0 0,0 0,-1 0,1 0,0 0,0 0,0 0,0 0,0 0,-1 1,1-1,0 0,0 0,0 0,0 0,0 0,-1 0,1 0,0 0,0 0,0 0,0 0,-1-1,1 1,0 0,0 0,0 0,0 0,0 0,-1 0,1 0,0 0,0 0,0 0,0-1,-5 20,4-13,0 1,1-1,0 0,0 0,0 1,1-1,-1 0,1 0,1 0,-1 0,1 0,0 0,1 0,0 0,-1-1,2 1,-1-1,1 0,-1 0,1 0,1 0,-1-1,1 0,-1 0,1 0,1 0,-1-1,0 0,1 0,0 0,-1-1,1 0,0 0,0 0,0-1,1 0,-1 0,0-1,0 1,0-1,3-1,-2-1,0 0,0 0,0-1,0 0,-1 0,0-1,1 0,-1 0,-1-1,1 1,-1-1,0 0,0-1,0 1,0-1,-1 0,0 0,-1 0,4-7,2-7,0-1,-1 0,-1-1,-1 1,2-22,3-45,-4 0,-4-1,-8-86,4 165,0 24,0 541,1-550,0-5,0 1,-1-1,1 0,-1 1,1-1,0 0,0 1,-1-1,1 0,0 1,-1-1,1 1,0-1,0 1,0-1,0 1,-1-1,1 0,0 1,0-1,0 1,0-1,0 1,0-1,0 1,0-1,0 1,1-1,-1 1,0-1,0 1,0-1,0 0,1 1,-1-1,0 1,0-1,1 0,-1 1,0-1,1 0,-1 1,1-1,-1 0,0 1,1-1,-1 0,1 0,-1 1,0-1,1 0,-1 0,1 0,-1 0,1 0,-1 0,1 0,-1 0,1 0,-1 0,1 0,-1 0,1 0,-1 0,1 0,-1 0,0 0,1-1,23-26,-19 19,1 1,-1-1,1 1,0 1,1-1,0 1,0 0,0 1,1-1,-1 1,1 1,0 0,1 0,-1 0,1 1,0 1,-1-1,1 1,3 0,-8 3,1 0,-1 0,0 0,1 0,-1 1,0 0,0 0,0 0,0 0,0 1,0-1,-1 1,1 0,-1 0,0 0,0 1,0-1,0 1,-1 0,1-1,0 4,34 90,-35-94,-1 1,0 0,0-1,0 1,-1 0,1 0,-1 0,0 0,0 0,0 0,-1-1,1 1,-1 0,0 0,0 0,0-1,-1 1,1 0,-1-1,0 0,0 1,0-1,-1 0,1 0,-1 0,1 0,-1 0,0-1,0 1,0-1,0 0,-1 0,1 0,-4 1,-1-1,0-2,0 1,0-1,0 0,0 0,0-1,0 0,0-1,0 1,0-2,1 1,-1-1,1 0,-1-1,1 0,0 0,1 0,-1-1,1 0,0 0,-5-5,11 9,-1 1,0-1,1 1,-1-1,0 0,1 1,-1-1,1 0,-1 0,1 1,0-1,-1 0,1 0,0 0,-1 1,1-1,0 0,0 0,0 0,0 0,0 0,0 0,0 0,0 1,0-1,0 0,0 0,1 0,-1 0,0 0,1 1,-1-1,1 0,-1 0,0 1,1-1,0 0,-1 0,1 1,-1-1,1 1,0-1,0 1,-1-1,1 1,0-1,0 1,-1-1,1 1,0 0,0 0,0-1,0 1,0 0,0 0,55-11,-52 11,6-1,29-1,1-2,-1-2,0-2,0-1,-1-2,0-1,-1-2,1-3,-35 17,0-1,0-1,0 1,0 0,0-1,-1 1,1-1,0 0,-1 0,1 0,-1 0,0 0,0-1,0 1,0-1,0 1,0-1,-1 0,1 0,-1 0,0 0,0 0,0 0,0 0,0 0,-1 0,1 0,-1 0,0-1,0 1,0 0,0 0,-1 0,0 0,1-1,-5-1,1 1,0-1,-1 1,0 0,0 1,-1-1,1 1,0 0,-1 0,0 0,0 1,0 0,0 0,0 1,0 0,0 0,-1 0,1 1,0-1,-1 2,1-1,0 1,-1 0,1 0,-2 1,2 0,0 1,1-1,0 1,-1 0,1 1,0-1,0 1,1 0,-1 0,1 0,0 1,0 0,1 0,-1 0,1 0,0 0,0 1,1-1,-1 1,1 0,1-1,-1 1,1 0,0 0,0 0,1 0,0 1,0-1,0 0,1 0,-1 0,2 0,-1 0,1 0,0-1,0 1,0 0,1-1,0 1,0-1,2 3,1 0,0 1,1-1,1 0,-1 0,1-1,0 0,1 0,-1-1,1 0,1-1,-1 0,1 0,0-1,0 0,0-1,1 0,-1-1,1 0,-1 0,1-1,4-1,-2 1,0-1,1 0,-1-1,0-1,0 0,0-1,0 0,0-1,0-1,-1 0,0 0,0-1,-1-1,1 0,-1-1,-1 0,2-2,-1-1,-1-1,0 0,-1-1,-1 0,0 0,-1-1,0 0,-1 0,-1-1,0 0,-1 0,-1 0,1-6,3-33,-1-1,-4 0,-2-4,0 47,-10-134,10 145,0 0,0 0,0-1,0 1,0 0,0 0,0 0,0-1,0 1,0 0,-1 0,1 0,0 0,-1-1,1 1,-1 0,0 0,1 0,-1 0,0 0,1 0,-1 0,0 1,0-1,0 0,0 0,0 1,0-1,0 0,0 1,0-1,0 1,0-1,0 1,-1 0,1-1,0 1,0 0,0 0,-1 0,1 0,0 0,0 0,0 0,-1 0,1 1,0-1,0 0,0 1,0-1,0 1,0-1,-1 1,1 0,0 0,-8 8,0 1,1 0,1 0,-1 1,2 0,-1 1,2-1,-1 1,2 0,-4 13,8-24,-12 29,2 2,1-1,1 1,2 1,2-1,0 1,2 0,2 8,1-31,0 0,1 0,0 1,0-1,1 0,0-1,1 1,0-1,1 1,0-1,0 0,1-1,0 1,1-1,-1-1,2 1,-1-1,1 0,0-1,0 1,1-2,0 1,0-1,0-1,6 3,12 2,0 0,0-2,1-1,0-1,8 0,52 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48.2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380 1,'-16'2,"-14"8,-14 9,-6 10,-1 12,4 12,4 13,8 14,8 11,8 9,7 4,6 2,6-6,8-9,7-13,10-18,8-18,-3-17</inkml:trace>
  <inkml:trace contextRef="#ctx0" brushRef="#br0" timeOffset="243.328">527 643,'2'11,"1"11,0 6,0 3,-2 0,3 0,-1-3,3-4,-1-6</inkml:trace>
  <inkml:trace contextRef="#ctx0" brushRef="#br0" timeOffset="542.528">447 509,'13'-37,"2"1,1 0,2 1,2 0,16-21,10-19,-20 36,-25 39,-1-1,0 1,0 0,1 0,-1 0,0 0,1 0,-1 0,0 0,0 0,1 0,-1 0,0 0,0 0,1 0,-1 0,0 0,0 0,1 0,-1 0,0 1,0-1,1 0,-1 0,0 0,0 0,1 1,-1-1,0 0,0 0,0 0,0 1,1-1,-1 0,0 0,0 0,0 1,0-1,0 0,0 0,0 1,0-1,1 0,-1 1,0-1,0 0,0 0,0 1,0-1,0 0,-1 0,1 1,0-1,0 0,0 0,0 1,0-1,0 0,0 0,-1 1,1-1,0 0,0 0,0 1,0-1,-1 0,1 0,0 0,0 0,-1 1,1-1,-5 63,1-37,2 0,0 0,2 0,1 0,1 1,1-1,3 7,11 19,1-6</inkml:trace>
  <inkml:trace contextRef="#ctx0" brushRef="#br0" timeOffset="964.268">901 656,'73'182,"-32"-61,-41-120,1-1,-1 1,1 0,-1 0,1-1,0 1,-1 0,1-1,0 1,-1-1,1 1,0-1,0 1,-1-1,1 1,0-1,0 0,0 0,0 1,0-1,0 0,-1 0,1 0,0 0,0 0,0 0,0 0,0 0,0 0,0-1,0 1,-1 0,1 0,0-1,0 1,0-1,-1 1,1-1,0 1,0-1,-1 1,1-1,29-30,-30 30,122-194,-94 161,-22 59,-6-18,-2 0,1 1,0-1,1 0,0 0,0 0,1 0,-1 1,2-1,-1 0,1 0,0-1,0 1,1 0,0-1,0 1,0-1,1 0,0 0,0 0,1 0,4 3,-1-4,1 0,-1-1,1 0,0-1,0 1,0-2,1 1,-1-2,4 1,43 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1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1,'7'4,"4"5,7 2,10 1,12 2,12 1,9-3,5-1,1-2,-9-1,-15-1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2.1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1,'23'4,"20"2,22 0,18-2,8 0,-2 0,-14 2,-19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2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1,'7'25,"7"24,5 22,4 20,-1 14,-5 12,-13 12,-26 13,-39 11,-49 8,-5-23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8.4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188 149,'-2'22,"-1"20,0 13,1 7,0 2,-1-3,-5-8,-4-10,-1-13,-2-11,3-9</inkml:trace>
  <inkml:trace contextRef="#ctx0" brushRef="#br0" timeOffset="288.229">1 56,'21'7,"1"1,-2 1,1 0,-2 2,1 1,-1 0,-1 1,0 1,-1 1,-1 1,11 12,9 7,-2 2,-1 2,-2 1,-2 1,-2 2,-2 0,7 19,-10 11,-21-71,-1 1,0-1,0 0,0 1,0-1,0 0,0 0,-1 1,1-1,-1 0,1 0,-1 0,0 0,0 0,0 0,0 0,-1 0,1 0,0 0,-1 0,1-1,-1 1,0 0,1-1,-1 0,0 1,0-1,0 0,0 0,0 0,-1 0,-13 3,0-1,0 0,0-1,-1-1,1-1,0 0,-1-1,1-1,0 0,0-2,-4 0,19 3,-11-1,0 0,0-1,1 0,-1-1,1 0,0-1,0 0,1 0,-8-6,8-5,12 2</inkml:trace>
  <inkml:trace contextRef="#ctx0" brushRef="#br0" timeOffset="753.984">1124 350,'-19'-14,"0"1,0 1,-1 1,0 1,-1 0,0 2,-1 0,-4 1,20 5,-1 1,1 1,-1-1,0 1,1 0,-1 1,0-1,1 1,-1 1,1-1,-1 1,1 0,0 1,0-1,0 1,0 0,0 1,0 0,1-1,0 2,0-1,0 1,0-1,1 1,0 1,0-1,0 1,1-1,-1 1,2 0,-1 0,0 0,1 1,-1 4,1-3,0 1,0 0,1 0,0 0,0 0,1 0,0 0,1 0,0 0,1-1,-1 1,2 0,-1 0,1-1,1 0,-1 1,1-1,1-1,-1 1,1-1,1 1,4 3,2 2,0 0,2-1,-1-1,1 0,1-1,0 0,1-1,0-1,0-1,0 0,3 0,11 3,1-1,0-2,0-1,0-1,1-2,0-1,-1-2,1-1,0-1,-1-2,0-1,0-1,24-9,-46 12,1-1,-1 0,0 0,0-1,0 0,-1-1,1 0,-2 0,1 0,0-1,-1-1,-1 1,1-1,-1 0,-1 0,1-1,-1 0,-1 0,0 0,0 0,0-1,-2 0,1 0,2-20,-2-1,-1 1,-1 0,-2-1,-1 1,-5-26,7 56,0 0,0 1,-1-1,1 0,0 0,0 0,0 0,-1 0,1 0,0 1,0-1,-1 0,1 0,0 0,0 0,-1 0,1 0,0 0,-1 0,-1 405,3-270,6-140,-1-10</inkml:trace>
  <inkml:trace contextRef="#ctx0" brushRef="#br0" timeOffset="1001.404">1671 163,'-1'3,"-1"1,0 0,1-1,0 1,0 0,0 0,1 0,-1 0,1 0,0 0,0 0,0 0,0-1,1 1,0 0,0 0,0 0,1 2,8 23,1 0,1 0,2-2,1 1,1-2,1 0,2-1,0 0,2-2,0 0,20 15,217 179,-230-180,-28-36,0 0,0 0,0 1,0-1,-1 0,1 0,0 0,-1 0,1 0,-1 0,1 0,-1 0,1 0,-1 0,0 0,1-1,-1 1,0 0,0 0,0-1,1 1,-1 0,0-1,0 1,0-1,0 1,0-1,0 1,-1-1,1 0,0 0,0 1,0-1,0 0,0 0,0 0,0 0,0 0,-2-1,-40 6,0-1,0-3,-32-3,20 1,-49-1</inkml:trace>
  <inkml:trace contextRef="#ctx0" brushRef="#br0" timeOffset="1271.322">2193 15,'20'-9,"17"4,12 14,10 21,6 22,1 22,-3 17,-11 13,-12 8,-15 2,-20-1,-28-6,-32-3,-41-9,-50-11,1-21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7.5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264 0,'-18'14,"-13"13,-8 19,-4 16,1 19,5 18,9 13,9 3,12-2,15-8,14-17,11-17,0-21</inkml:trace>
  <inkml:trace contextRef="#ctx0" brushRef="#br0" timeOffset="250.377">586 616,'0'13,"0"12,0 8,0 6,0 0,0-2,2-4,1-9</inkml:trace>
  <inkml:trace contextRef="#ctx0" brushRef="#br0" timeOffset="632.21">505 294,'51'13,"-1"1,0 3,-1 2,18 11,-51-21,0 0,-1 0,0 2,-1-1,0 2,-1 0,0 1,-1 0,0 1,-1 0,-1 1,0 0,-1 0,4 12,-3 1,-1-1,-1 2,-1-1,2 29,1 2,-10-57,0 1,0 0,1-1,-1 1,1-1,-1 0,1 1,0-1,0 0,0 1,0-1,1 0,-1 0,1 0,-1 0,1 0,0 0,0 0,-1-1,1 1,1 0,-1-1,0 0,0 1,0-1,1 0,-1 0,0-1,1 1,-1 0,1-1,-1 1,1-1,-1 0,1 0,1 0,9-2,0-1,0-1,-1 0,1 0,-1-1,0-1,0 0,-1 0,0-1,0-1,-1 0,0 0,0-1,-1-1,0 1,0-1,-1-1,-1 0,0 0,0 0,-1-1,-1 0,4-10,-5 14,-1 0,-1 0,1 0,-2-1,1 1,-1 0,0-1,0 1,-1-1,-1-8,1 18,0-1,0 0,0 0,0 1,0-1,0 0,0 0,0 1,0-1,-1 0,1 1,0-1,0 0,0 0,0 0,0 1,0-1,-1 0,1 0,0 1,0-1,0 0,-1 0,1 0,0 0,0 1,-1-1,1 0,0 0,0 0,-1 0,1 0,0 0,0 0,-1 0,1 0,0 0,0 0,-1 0,1 0,0 0,-1 0,1 0,0 0,0 0,-1 0,1 0,0 0,0 0,-1-1,1 1,0 0,0 0,0 0,-1 0,1-1,0 1,0 0,-1 0,0 8,1 1,-1-1,1 1,1-1,0 1,0 0,0-1,1 0,0 1,1-1,0 0,0 0,1 0,0-1,0 1,1-1,0 0,0 0,1-1,0 0,0 0,0 0,1 0,0-1,0 0,1 0,15 10,0 0,1-2,1 0,0-2,10 3,49 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5.3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0 934,'28'-50,"-3"0,-2-2,-2-1,-3 0,7-35,-24 85,-1 2,-1 0,1 0,0 0,0 0,0 0,0 0,0 0,0-1,0 1,0 0,1 0,-1 0,0 0,1 0,-1 0,1 0,-1 0,1 0,-1 0,1 0,0 0,0 0,-1 0,1 1,0-1,0 0,0 1,0-1,0 0,0 1,0-1,0 1,0-1,0 1,0 0,0-1,1 1,37 142,-3 34,-35-173,-1-1,1 1,-1-1,1 1,-1 0,0-1,0 1,0-1,0 1,-1-1,1 1,-1-1,0 1,1-1,-1 0,0 1,0-1,-1 0,1 1,0-1,-1 0,1 0,-1 0,0 0,0-1,1 1,-1 0,0-1,-1 1,1-1,0 0,0 0,-1 0,1 0,0 0,-1 0,1 0,-1-1,1 1,-1-1,1 0,-1 0,1 0,-1 0,0 0,1-1,-1 1,-1-1,2-1,0 0,0 0,1-1,-1 1,0 0,1-1,-1 0,1 1,0-1,0 0,0 1,0-1,0 0,1 0,-1 0,1 0,0 0,0 1,0-1,0 0,0 0,1 0,-1 0,1 0,0 0,0 1,0-1,0 0,0 1,1-1,-1 1,1-1,0 1,-1-1,1 1,0 0,0 0,1 0,-1 0,0 1,1-1,-1 0,1 1,1-1,7-4,0 0,0 1,0 0,1 1,0 1,0 0,0 0,0 1,0 0,0 1,0 1,1 0,3 1,86-11,-97 8,0-1,0 0,-1 0,1 0,-1 0,0-1,1 0,-1 0,-1 0,1 0,-1-1,0 1,0-1,0 0,0 0,-1 0,0 0,0 0,0-1,-1 1,0-1,0 1,0-1,-1 1,1-1,-1 1,-1-1,1 0,-1 1,0-1,0 1,-1-1,1 1,-3-4,4 8,0 0,0 0,0-1,-1 1,1 0,0 0,-1 0,1 0,-1 0,1 0,-1 0,1 0,-1 0,0 0,0 0,1 0,-1 0,0 0,0 0,0 1,0-1,0 0,0 1,0-1,0 1,0-1,0 1,0 0,-1-1,1 1,0 0,0 0,0 0,-1-1,1 1,0 0,0 1,0-1,0 0,-1 0,1 1,0-1,0 0,0 1,0-1,0 1,0-1,0 1,0 0,0-1,0 1,0 0,0 0,0 0,-5 6,1 0,0 0,0 1,1-1,0 1,0 0,1 0,0 1,0-1,1 1,0-1,0 1,1 0,0 0,1-1,0 1,0 0,1 0,0 0,2 6,0-9,-1 0,1 0,-1 0,2 0,-1-1,1 0,-1 1,1-1,1 0,-1-1,1 1,0-1,0 0,0 0,0-1,1 1,0-1,-1 0,1-1,0 1,1-1,-1-1,6 2,6 1,0-1,1-1,-1 0,1-2,0 0,-1-1,15-2,-16 0,0 0,-1-2,1 0,-1 0,-1-1,1-1,-1-1,0 0,-1-1,0-1,0 0,-1-1,0 0,-1-1,-1 0,1-1,-2 0,0-1,-1 0,0-1,-1 0,-1 0,6-15,-2-6,-1 0,-2 0,-1-1,-2 0,-2 0,-1-1,-2-18,-1 49,2-3,0 1,-1-1,-1 1,0-1,0 1,-1-1,0 1,0 0,-1-1,-1 1,1 1,-1-1,-1 0,0 0,2 8,1-1,0 1,-1 0,1 0,-1 1,1-1,-1 1,1-1,-1 1,1 0,-1-1,1 1,-1 1,0-1,1 0,-1 1,1-1,-1 1,1 0,0 0,-1 0,1 0,0 0,-1 0,1 1,0-1,0 1,0-1,0 1,0 0,1 0,-1 0,0 0,1 0,0 0,-1 0,1 1,0-1,-17 21,2 2,0-1,1 2,2 0,1 0,0 2,2-1,2 1,0 1,2-1,1 1,0 17,2-29,1 0,1 0,0 0,2 0,0 1,0-1,2 0,0 0,1-1,1 1,0-1,1 0,1 0,1 0,0-1,1-1,0 1,1-1,1-1,0 0,1 0,1-1,-1-1,2 0,12 8,-9-10,1 0,0-1,0-1,0-1,1-1,0 0,0-1,0-1,0-1,0-1,1 0,-1-2,1 0,-1-1,0-1,0-1,0-1,0 0,3-3,-16 6,-1 0,0 0,0-1,0 0,-1 0,1 0,0 0,-1-1,0 1,0-1,0-1,0 1,-1 0,0-1,0 0,0 1,0-1,-1 0,0-1,0 1,0 0,-1-1,1 1,-1-1,0 1,-1-1,0 1,0-1,0 0,0 1,-1-1,0 1,0-1,-1 1,1-1,-1 1,0 0,-1 0,1 0,-3-4,1 5,1 0,-1 0,0 0,0 1,0-1,-1 1,0 0,1 0,-1 0,0 1,0 0,0 0,0 0,-1 1,1-1,0 1,-1 0,1 1,-1 0,1-1,-5 2,7-1,0 0,-1 1,1-1,-1 1,1 0,0 0,0 0,-1 1,1-1,0 1,0 0,0 0,1 0,-1 0,0 0,1 0,-1 1,1-1,0 1,0 0,0 0,0-1,0 1,1 1,-1-1,1 0,0 0,0 0,0 1,0-1,1 0,-1 1,1-1,0 3,0-1,0 1,1-1,0 1,0 0,0-1,1 0,0 1,0-1,0 0,0 0,1 0,0 0,0-1,0 1,1-1,-1 0,1 1,0-2,1 1,-1 0,3 0,6 6,2-1,-1 0,1-1,0-1,1 0,9 1,42 11,-4-5</inkml:trace>
  <inkml:trace contextRef="#ctx0" brushRef="#br0" timeOffset="587.393">1818 853,'-4'1,"0"0,0 0,0 0,0 1,0 0,0 0,0 0,0 0,1 1,-1-1,1 1,0 0,0 0,0 0,0 1,0-1,1 1,0-1,-1 1,1 0,1 0,-1 0,0 0,1 0,0 0,0 0,0 0,1 1,-1-1,1 0,0 1,0-1,1 0,-1 0,1 1,0-1,0 0,0 0,1 0,-1 0,1 0,0 0,0 0,0-1,1 1,0-1,-1 1,1-1,0 0,4 3,5 0,0-1,0 0,1 0,-1-1,1-1,0 0,1-1,-1 0,0-1,0-1,1 0,-1 0,0-2,1 1,-1-2,0 0,0 0,-1-1,11-5,-7 2,-1 0,1-1,-2-1,1 0,-1-1,-1 0,0-1,0-1,-1 0,-1-1,0 0,-1 0,0-1,-1-1,0 0,-2 0,1 0,1-8,7-22,-2-1,-2-1,-3 0,-1 0,2-48,-4 27,-3 1,-3-1,-3 1,-8-42,10 99,-1 1,0 0,0 0,0 0,-1 0,-1 0,0 1,0-1,-2-1,5 9,0 0,-1 0,1 0,-1 0,1 0,-1 1,0-1,1 0,-1 1,0-1,0 1,1 0,-1-1,0 1,0 0,0 0,1 0,-1 0,0 1,0-1,1 0,-1 1,0-1,0 1,1 0,-1-1,1 1,-1 0,0 0,1 0,0 0,-1 0,1 1,0-1,-1 0,1 0,0 1,0-1,0 1,0-1,0 1,1 0,-1-1,0 1,1 0,-1-1,1 1,0 1,-14 26,1 0,2 0,1 1,2 0,1 1,1 0,1 0,2 0,1 1,2 18,4 16,3-1,2 0,4 0,2-1,3-1,3-1,2 0,28 49,-49-107,44 75,-44-76,0 0,0-1,1 1,-1-1,1 0,0 0,-1 0,1 0,0-1,0 1,0-1,0 1,1-1,-1 0,0 0,0-1,1 1,-1-1,0 1,1-1,-1 0,1 0,-1-1,0 1,2-1,11-3,0-1,0 0,-1-1,0 0,0-2,-1 0,0 0,0-1,-1-1,0 0,9-10,-14 10,-4 5</inkml:trace>
  <inkml:trace contextRef="#ctx0" brushRef="#br0" timeOffset="872.663">1844 453,'21'0,"24"2,28 3,27 1,20 1,14 2,3 2,-20-1</inkml:trace>
  <inkml:trace contextRef="#ctx0" brushRef="#br0" timeOffset="1119.522">2634 960,'0'14,"0"11,0 6,0 2,0 0,0-3,0-5,0-4,0-5</inkml:trace>
  <inkml:trace contextRef="#ctx0" brushRef="#br0" timeOffset="1289.069">2674 626,'5'3,"12"6,17 8,4 0</inkml:trace>
  <inkml:trace contextRef="#ctx0" brushRef="#br0" timeOffset="1452.196">3155 867,'0'16,"-2"9,-1 6,0 2,1 1,0 1,3-2,6-2,6-3,4-5,0-7,-2-5</inkml:trace>
  <inkml:trace contextRef="#ctx0" brushRef="#br0" timeOffset="1601.796">3075 359,'-4'0,"-3"9,2 12,-2 12,0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53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1,'-3'16,"-2"16,-1 19,-2 15,-1 11,-2 9,-1 6,-1-2,0-6,-1-14,3-18</inkml:trace>
  <inkml:trace contextRef="#ctx0" brushRef="#br0" timeOffset="250.871">52 202,'2'18,"3"15,6 11,7 7,7 7,10-1,4-2,6-6,-1-10,-1-11,-6-10,-6-13,-9-7</inkml:trace>
  <inkml:trace contextRef="#ctx0" brushRef="#br0" timeOffset="495.217">453 54,'-4'2,"-5"15,-2 20,0 20,3 16,4 13,6 9,6 1,9-3,9-12,-1-19</inkml:trace>
  <inkml:trace contextRef="#ctx0" brushRef="#br0" timeOffset="777.463">801 670,'1'-72,"-8"-131,-10 146,17 57,1-1,-1 1,1-1,-1 1,1 0,-1-1,1 1,-1 0,1-1,0 1,-1 0,1 0,0-1,-1 1,1 0,0 0,-1 0,1 0,0 0,-1 0,1 0,0 0,-1 0,1 1,0-1,-1 0,1 0,0 0,-1 1,1-1,-1 0,1 1,-1-1,1 0,-1 1,1-1,-1 1,1-1,-1 1,1-1,-1 1,1 0,3 0,53 23,-15-8,-1 3,-1 0,-1 3,3 4,-37-24,0 1,-1 0,0 0,1 1,-1-1,-1 1,1 0,0 0,-1 0,0 1,0-1,0 1,-1 0,1-1,-1 1,0 0,-1 0,1 1,-1-1,0 0,0 0,-1 1,1-1,-2 5,-63 144,64-151,-1-1,1 0,0 0,-1 0,1 1,0-1,0 0,1 0,-1 0,0 1,1-1,-1 0,1 0,0 0,0 0,0 0,0 0,0 0,0 0,0 0,1-1,-1 1,1 0,-1-1,1 1,0-1,-1 1,1-1,0 0,0 0,1 1,72 20,104-9,-81-11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3:28.3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254 200,'-5'19,"-3"14,-1 13,2 9,1 5,2 0,2-3,3-8,2-9,0-12</inkml:trace>
  <inkml:trace contextRef="#ctx0" brushRef="#br0" timeOffset="323.691">93 0,'255'286,"-134"-129,-113-144,-1 0,0 1,0 0,-1 0,-1 0,-1 1,0-1,-1 1,0 0,-1 0,0 14,-3-20,0 0,0 0,-1 0,0-1,0 1,-1 0,0-1,-1 0,0 0,0 0,-1 0,0-1,0 1,0-1,-1 0,0-1,-1 0,0 0,0 0,0-1,0 0,-1 0,-5 2,-4 2,-1-1,0 0,-1-2,0 0,0-1,-1-1,1 0,-1-2,0 0,-5-2,13 1,0 0,0-1,0-1,0 0,0 0,0-1,0-1,0 0,0-1,1 0,0-1,0 0,0 0,-6-6,4-8,10 0</inkml:trace>
  <inkml:trace contextRef="#ctx0" brushRef="#br0" timeOffset="585.989">1136 335,'-6'-8,"0"1,-1 0,0 0,-1 1,1 0,-1 0,0 0,-1 1,1 1,-1-1,0 1,0 1,0 0,-1 0,1 1,-1 0,1 0,-1 1,0 1,1 0,-1 0,0 0,0 1,1 1,-1 0,1 0,-1 1,1 0,0 1,0 0,0 0,1 1,-1 0,1 0,0 1,-3 4,2 0,1 0,0 0,1 1,0 1,0-1,1 1,1 0,0 0,1 1,0-1,1 1,0 0,1 0,1 0,0 0,1 0,0 1,1-1,0 0,1 0,0 0,2 0,-1-1,1 1,1-1,0 0,1 0,0 0,1-1,0 0,1-1,0 1,1-1,0-1,1 0,9 8,0-5,1 0,0-1,1-1,1 0,-1-2,1-1,1 0,-1-2,1-1,0 0,0-2,0-1,0 0,7-2,48-4</inkml:trace>
  <inkml:trace contextRef="#ctx0" brushRef="#br0" timeOffset="785.458">1564 281,'-3'23,"0"18,3 15,5 10,7 6,4 2,0-3,1-6,-2-12,-5-13,-3-13</inkml:trace>
  <inkml:trace contextRef="#ctx0" brushRef="#br0" timeOffset="1033.8">1564 281,'13'-7,"17"5,16 9,14 15,9 15,3 13,-1 9,-6 8,-7 4,-12-1,-13-3,-21-4,-29-4,-38-2,-50 0,-5-10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21.5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2992 498,'8'619,"-3"185,-33-215,15-309,-27 119,38-375,-13 318,7-56,-21 85,16 107,16 41,13-348,37 158,-18-126,-10-41,-8 0,-4 44,8 354,-17 20,-17-140,0 481,11-838,5 0,2 0,5 0,3-1,3 0,10 18,-11-56</inkml:trace>
  <inkml:trace contextRef="#ctx0" brushRef="#br0" timeOffset="91407.174">3005 551,'-2'-519,"2"515,0 3,-1 0,1 1,-1-1,1 0,0 1,0-1,-1 0,1 0,0 1,0-1,0 0,0 0,0 1,0-1,0 0,0 0,0 1,0-1,1 0,-1 0,0 1,0-1,1 0,-1 0,1 1,-1-1,0 1,1-1,-1 0,1 1,-1-1,1 1,0-1,-1 1,1-1,-1 1,1 0,0-1,-1 1,1 0,0-1,0 1,-1 0,1 0,0 0,0-1,-1 1,1 0,0 0,0 0,117 55,-61-34,0-2,1-3,0-2,2-3,-1-3,1-2,0-3,30-3,773-17,208-14,-278 8,-629 23,132-19,-207 7,-16 2,2 3,42 2,5 6,-121-1,0 0,1 1,-1-1,0 0,0 0,1 1,-1-1,0 1,0-1,1 1,-1 0,0-1,0 1,0 0,0 0,0 0,0 0,0 0,0 0,-1 0,1 0,0 0,-1 0,1 0,0 0,-1 1,1-1,-1 0,0 0,1 1,-1-1,0 0,0 1,0-1,0 0,0 1,0-1,0 0,0 1,-1-1,1 0,-18 62,13-50,-8 28,1 0,2 1,2 1,-2 37,-21 471,8 661,13-993,13 116,17 570,-12-220,-2 226,-7-568,-7-67,-22 101,-41 640,65-892,-55 689,-1 17,35-433,27-305,5 0,9 42,-7-75,-3-13,22 114</inkml:trace>
  <inkml:trace contextRef="#ctx0" brushRef="#br0" timeOffset="91404.187">3139 9562,'-1'0,"0"-1,0 1,1-1,-1 1,0-1,0 1,1-1,-1 1,0 0,0-1,0 1,0 0,0 0,0 0,0 0,1 0,-1 0,0 0,0 0,0 0,0 0,0 0,0 0,0 1,1-1,-1 0,0 1,0-1,0 1,1-1,-1 1,0-1,0 1,1 0,-1-1,0 1,1 0,-1-1,1 1,-1 0,1 0,-1-1,1 1,0 0,-1 0,1 0,-6 48,6-40,0 421</inkml:trace>
  <inkml:trace contextRef="#ctx0" brushRef="#br0" timeOffset="56874.251">134 2600,'-19'11,"-7"7,0 1,5 1,7-1,14-4,14-4,4-5</inkml:trace>
  <inkml:trace contextRef="#ctx0" brushRef="#br0" timeOffset="59532.159">415 1263,'446'38,"152"-35,-237 23,-269-24,0 4,-1 3,29 11,-66-12,-1-2,2-3,-1-2,20-3,99 3,-52 23,17-4,-123-12,-19-7</inkml:trace>
  <inkml:trace contextRef="#ctx0" brushRef="#br0" timeOffset="61158.338">134 2546,'-1'1,"1"-1,0 0,-1 0,1 0,0 0,0 1,-1-1,1 0,0 0,-1 1,1-1,0 0,0 0,0 1,-1-1,1 0,0 1,0-1,0 0,0 1,0-1,0 0,-1 1,1-1,0 0,0 1,0-1,0 1,0-1,0 0,1 1,-1-1,0 0,0 1,0-1,0 0,0 1,0-1,1 0,-1 1,0-1,0 0,0 0,1 1,-1-1,0 0,0 0,1 1,-1-1,0 0,1 0,-1 0,0 1,1-1,-1 0,0 0,1 0,-1 0,0 0,84 12,317 0,-119-12,-21 1,11 11,-73 7,51 3,97-8,-149-15,-86-12,-93 14,0 1,-1 1,0 1,1 0,-1 1,5 3,98 20,-59-17,-57-10</inkml:trace>
  <inkml:trace contextRef="#ctx0" brushRef="#br0" timeOffset="62353.225">0 4044,'352'-24,"-224"22,-1 5,6 6,680 49,-333-34,-216-12,-175-4,51-1,-90-9,44 2,-78 0</inkml:trace>
  <inkml:trace contextRef="#ctx0" brushRef="#br0" timeOffset="63252.411">3756 876,'-16'-6,"0"1,0 1,-1 0,0 1,0 1,1 0,-1 2,-1 0,1 0,0 2,1 0,-1 1,0 1,1 0,0 1,0 1,0 1,0 0,1 1,0 0,1 1,0 1,-7 6,16-12,0-1,0 1,1-1,-1 1,1 1,-1-1,1 0,1 1,-1 0,1 0,0 0,0 1,0-1,1 1,-1-1,2 1,-1 0,0 0,1 0,0 0,1 0,-1 0,1 0,0 0,1 0,-1 0,1 0,1 0,-1 0,1 0,0-1,0 1,0-1,1 1,0-1,0 0,0 0,3 2,13 9,1 0,0-2,2 0,-1-1,2-1,-1-2,2 0,-1-1,1-1,3-1,-8-1,26 9,-22-9,-1 1,1 1,-2 0,1 2,-1 1,-1 1,0 0,0 2,-18-13,-1 0,1 1,0-1,0 0,-1 1,1 0,-1-1,1 1,-1 0,0 0,0 0,0 0,0 0,0 0,0 0,-1 0,1 0,0 0,-1 1,0-1,0 0,1 0,-1 1,-1-1,1 0,0 0,0 0,-1 1,1-1,-1 0,0 0,0 0,0 0,0 0,0 0,0 0,0 0,-1 0,1-1,0 1,-1 0,0-1,-14 10,0-1,-1-1,0 0,0-1,-1-1,0-1,-1 0,1-2,-1 0,0-1,0-1,0 0,0-2,0 0,-5-1,-5 0,29 1,0 0,0 0,0 0,0-1,0 1,0 0,0 0,0-1,0 1,0 0,0 0,0-1,0 1,0 0,0 0,0-1,0 1,0 0,0 0,0-1,0 1,0 0,-1 0,1-1,0 1,0 0,0 0,0 0,0-1,-1 1,1 0,0 0,0 0,0 0,-1-1,1 1,0 0,0 0,-1 0,1 0,0 0,16-7</inkml:trace>
  <inkml:trace contextRef="#ctx0" brushRef="#br0" timeOffset="63598.994">4037 1344,'14'-9,"-1"0,2 1,-1 1,1 0,0 1,0 1,0 0,1 1,0 1,0 0,0 1,0 1,0 1,12 0,-24 1,0-1,-1 1,1 0,0 0,-1 0,1 0,-1 1,0 0,1-1,-1 1,0 0,0 0,0 1,0-1,0 1,-1-1,1 1,-1 0,0 0,0 0,0 0,0 0,0 1,-1-1,1 1,-1-1,0 1,0-1,0 1,-1 0,1-1,-1 1,0 0,0-1,0 3,-4 8,-1 1,0-2,0 1,-2 0,0-1,0-1,-1 1,-1-1,0 0,0-1,-1 0,-11 9,16-14,-28 28,15-17,2 1,0 0,1 1,1 1,-2 4,15-23,0 1,0-1,0 0,0 1,0-1,1 1,-1-1,0 1,1-1,-1 1,1-1,0 1,0-1,-1 1,1 0,0-1,0 1,0 0,1-1,-1 1,0-1,1 1,-1-1,1 1,-1-1,1 1,0-1,-1 1,1-1,0 1,0-1,0 0,0 0,0 0,1 1,-1-1,0 0,0 0,1-1,-1 1,1 0,-1 0,2 0,12 3,-1 0,1-1,0 0,1-1,-1-1,0 0,0-2,2 1,4-1,235-15,-177 6</inkml:trace>
  <inkml:trace contextRef="#ctx0" brushRef="#br0" timeOffset="64249.1">3623 2092,'-14'-2,"0"1,-1 0,1 1,0 1,-1 1,1 0,0 0,0 1,0 1,1 1,-1 0,1 0,0 1,1 1,-1 0,1 1,1 1,-10 7,16-12,0-1,0 1,0 0,1 1,-1-1,1 1,0-1,1 1,-1 1,1-1,0 0,0 1,0-1,1 1,0 0,0 0,1 0,0 0,0 0,0 0,0 1,1-1,0 0,1 0,-1 0,1 0,0 0,1 1,-1-2,1 1,1 0,-1 0,1-1,0 1,2 3,11 6,1 0,1-1,0-1,1 0,0-2,1 0,0-1,0-1,1-1,19 4,-16-3,5 1,-11-4,1 1,-1 0,0 2,0 0,-1 0,0 2,-1 0,3 3,-17-12,0 0,0 0,0 0,-1 0,1 0,0 0,-1 0,1 0,-1 1,0-1,0 1,0-1,0 1,0-1,-1 1,1 0,-1-1,1 1,-1 0,0-1,0 1,0 0,-1-1,1 1,-1 0,1-1,-1 1,0-1,0 1,0-1,0 1,0-1,-1 0,1 1,-1-1,1 0,-1 0,0 0,0 0,0 0,0-1,0 1,-2 0,-18 12,0-2,-1 0,0-1,0-2,-1 0,-1-2,1 0,-1-2,0-1,-1-1,-17 0,-34 1,64-7,25-1</inkml:trace>
  <inkml:trace contextRef="#ctx0" brushRef="#br0" timeOffset="64519.202">3958 2733,'17'-25,"-1"0,0-2,-2 0,-2-1,0 0,-2-1,-1 0,-1 0,-1-1,2-29,-6 35,-3 24,0 0,0 0,0 0,-1 0,1 0,0 0,0 0,0 1,-1-1,1 0,0 0,0 0,0 0,0 0,-1 0,1 0,0 0,0 0,0 0,0-1,-1 1,1 0,0 0,0 0,0 0,0 0,-1 0,1 0,-9 25,-1 17,1 0,2 0,2 1,2 0,2 0,2 0,1 0,3 0,1-1,8 24,29 88,-24-92</inkml:trace>
  <inkml:trace contextRef="#ctx0" brushRef="#br0" timeOffset="65134.17">3449 3416,'-16'-1,"0"1,0 0,0 1,1 1,-1 1,0 0,1 1,0 1,-1 0,2 1,-1 1,1 0,0 1,0 1,1 0,1 0,-1 1,1 1,-2 4,10-12,1 1,0 1,0-1,0 0,0 1,1-1,-1 1,1 0,1 0,-1-1,1 1,-1 1,1-1,1 0,-1 0,1 0,0 0,0 1,0-1,1 0,0 0,0 0,0 0,1 0,0 0,0 0,0 0,0-1,1 2,10 10,1 0,0-1,1 0,1-1,0-1,1-1,0 0,1-1,11 5,-7-4,6 6,9 2,-2 2,-1 1,0 2,-2 2,27 28,-55-52,0 0,-1 0,0 0,0 1,0-1,0 1,0-1,-1 1,0 0,0 0,0 0,0 0,0 1,-1-1,0 0,0 1,0-1,0 1,-1-1,0 1,0 0,0-1,0 1,-1-1,1 1,-1-1,-1 0,1 1,0-1,-1 0,0 0,0 0,0 0,-1 0,1 0,-1 0,0-1,0 1,-12 5,-1-1,0 0,0-1,-1-1,0-1,0 0,0-1,-1 0,1-2,-1 0,0-1,0-1,0-1,8 2,-5 0,0 0,0-1,0-1,0 0,0-1,-13-3,27 4,0 1,0 0,1 0,-1 0,0-1,1 1,-1 0,0-1,1 1,-1-1,0 1,1-1,-1 1,1-1,-1 1,1-1,-1 1,1-1,-1 0,1 1,-1-1,1 0,0 1,0-1,-1 0,1 0,0 1,0-1,0 0,0 0,0 1,-1-1,2 0,-1 0,0 1,0-1,0 0,0 0,0 1,1-1,-1 0,0 0,1 1,-1-1,0 0,1 1,-1-1,1 1,-1-1,1 0,-1 1,1-1,0 1,-1-1,1 1,-1 0,1-1,0 1,0 0,-1-1,1 1,0 0,0 0,-1 0,1-1,0 1,0 0,-1 0,1 0,0 0,26-14</inkml:trace>
  <inkml:trace contextRef="#ctx0" brushRef="#br0" timeOffset="65439.392">3850 4070,'1'5,"-1"0,1 0,0 0,0 0,0 0,0 0,1-1,0 1,0-1,0 1,1-1,-1 0,1 1,0-1,0-1,1 1,-1 0,1-1,0 0,0 0,0 0,0 0,0-1,1 1,-1-1,1 0,0-1,-1 1,1-1,0 0,0 0,2 0,6 2,0 0,0-2,-1 1,1-2,0 0,0 0,0-1,0-1,0 0,0-1,-1 0,1-1,-1 0,0-1,0 0,-1-1,0-1,0 1,0-2,7-6,-15 11,-1 0,1-1,-1 1,0-1,0 1,0-1,-1 0,1 0,-1 0,0 0,0 0,0 0,0 0,-1 0,0-1,0 1,0 0,0 0,-1 0,1 0,-1 0,0-1,-1 1,1 1,-1-1,1 0,-1 0,0 1,0-1,-1 1,1-1,-1 1,0 0,0 0,0 0,-1-1,-5-4,0 1,0 0,-1 0,0 1,0 0,-1 1,1 0,-1 1,0 0,0 1,-1 0,1 0,-1 1,1 1,-1 0,0 1,0 0,1 1,-1 0,1 0,-1 2,1-1,-1 1,1 1,0 0,1 1,-1 0,1 0,0 1,-4 3,1 1,0 1,1 1,1 0,-1 1,2 0,-7 10,-13 25</inkml:trace>
  <inkml:trace contextRef="#ctx0" brushRef="#br0" timeOffset="69500.514">7407 849,'-5'6,"1"1,0-1,1 1,-1 0,2 1,-1-1,1 0,0 1,0-1,1 1,0 0,0-1,1 1,0 0,0 0,1-1,0 1,1 0,-1-1,1 1,1-1,-1 0,1 0,1 0,-1 0,1 0,1-1,-1 1,1-1,0 0,0-1,1 1,4 3,-3-2,0-1,0 0,0-1,0 0,1 0,0 0,0-1,0 0,0-1,1 0,0 0,-1 0,1-2,0 1,0-1,0 0,0-1,0 0,0 0,0-1,0 0,0-1,0 0,0 0,0-1,-1 0,1 0,-1-1,0 0,0-1,-1 0,1 0,5-6,-7 5,0 0,0-1,-1 0,1-1,-2 1,1-1,-1 0,-1 0,1 0,-1-1,-1 1,1-1,-2 1,1-1,-1 0,0 0,-1 0,0 0,0 1,-1-1,0 0,-1 0,0 0,0 1,-1-1,0 1,-1 0,1 0,-2 0,1 0,-1 1,0 0,0 0,-1 0,0 0,-1 1,1 0,-1 0,0 1,-5-3,-1 3,0 1,-1 0,0 1,1 0,-1 1,0 1,0 0,-1 1,1 0,0 1,0 1,0 0,1 1,-1 0,0 1,1 1,0 0,0 1,1 0,-1 1,1 0,1 1,-1 1,1 0,1 0,0 1,0 0,6-7,1 0,-1 0,1 1,0-1,0 1,0-1,0 1,1 0,0 0,-1 1,1-1,1 0,-1 1,1-1,-1 1,1-1,1 1,-1 0,1-1,0 1,0 0,0-1,0 1,1 0,0-1,0 1,0-1,0 1,1-1,0 1,0-1,0 0,0 0,1 0,0 0,2 3,35 22,3-8</inkml:trace>
  <inkml:trace contextRef="#ctx0" brushRef="#br0" timeOffset="70004.097">7821 943,'1328'-25,"-1200"23,960-36,-1027 29,-60 9,-1 0,0 0,0 0,0 0,1-1,-1 1,0 0,0 0,0 0,0-1,1 1,-1 0,0 0,0 0,0-1,0 1,0 0,0 0,0-1,0 1,0 0,0 0,0-1,0 1,0 0,0 0,0-1,0 1,0 0,0 0,0-1,0 1,0 0,0 0,0 0,0-1,-1 1,1 0,0 0,0-1,0 1,0 0,0 0,-1 0,1 0,0-1,0 1,-1 0,1 0,0 0,0 0,0 0,-1 0,1 0,0 0,0 0,-1 0,1 0,0-1,0 1,-1 1,1-1,0 0,-1 0,-10-5</inkml:trace>
  <inkml:trace contextRef="#ctx0" brushRef="#br0" timeOffset="70754.09">6417 929,'-3'12,"1"0,0 1,0-1,1 1,1 0,0-1,1 1,0 0,1-1,1 1,0-1,0 0,1 0,1 0,0-1,0 1,1-1,1 0,0-1,0 1,1-1,0-1,1 0,0 0,6 4,-12-11,1 0,0 0,0 0,0 0,0-1,1 1,-1-1,0 0,1 0,-1-1,0 1,1-1,-1 0,1 0,-1 0,1-1,-1 0,0 0,1 0,-1 0,0 0,0-1,0 0,0 0,0 0,0-1,-1 1,1-1,-1 0,1 0,-1 0,1-1,4-4,-1-1,1-1,-1 0,-1 0,0 0,0 0,-1-1,-1 0,1 0,-2-1,2-6,-3 11,0 0,-1-1,0 1,0 0,-1-1,0 1,0 0,-1-1,0 1,0 0,0 0,-1 0,0 0,-1 0,0 0,0 0,0 1,-1-1,0 1,0 0,0 0,-1 1,0-1,0 1,0 0,-1 0,0 1,0-1,0 1,0 1,-3-2,0 2,0 0,0 0,0 0,-1 1,1 1,-1-1,1 2,-1-1,1 1,-1 1,0 0,1 0,-1 1,1 0,0 0,-2 2,5-2,0 0,0 0,0 1,0 0,1 0,-1 1,1 0,0 0,0 0,0 0,0 1,1 0,0 0,0 0,0 0,1 1,-1 0,1-1,1 1,-1 0,1 0,0 1,0-1,1 1,0-3,1 0,0 0,0 0,0-1,0 1,1 0,-1 0,1 0,0 0,0-1,1 1,-1 0,1-1,1 3,11 15</inkml:trace>
  <inkml:trace contextRef="#ctx0" brushRef="#br0" timeOffset="71009.405">6351 582,'2'-2,"12"1,18 3,23 4,23 0,19 0,13-1,4 0,-18 0</inkml:trace>
  <inkml:trace contextRef="#ctx0" brushRef="#br0" timeOffset="71700.669">6578 2400,'58'-167,"-9"-64,-48 321,-1 278,3-325</inkml:trace>
  <inkml:trace contextRef="#ctx0" brushRef="#br0" timeOffset="71949.002">6351 1878,'11'3,"22"2,26 1,30-1,27-3,22-3,11-2,-19-2</inkml:trace>
  <inkml:trace contextRef="#ctx0" brushRef="#br0" timeOffset="72521.045">7420 2186,'-9'2,"0"0,0 1,0 1,1 0,-1 0,1 0,0 1,1 0,-1 1,1-1,0 2,0-1,1 1,-1 0,2 0,-1 1,1-1,0 1,1 0,0 1,0-1,0 1,1 0,1 0,0 0,0 0,0 0,1 0,1 0,0 1,0-1,0 0,1 1,1-1,0 0,0 0,0 0,1 0,1-1,0 1,0-1,0 0,1 0,0 0,1 0,-1-1,2 0,-1 0,4 2,-2-3,1 0,0-1,0 0,0-1,0 0,0 0,1-1,0 0,0-1,-1 0,1-1,1 0,-1 0,0-1,0 0,0-1,0 0,0-1,0 0,0 0,-1-1,1 0,-1-1,1 0,-1-1,-1 0,1 0,-1-1,1 0,-2 0,1-1,-1 0,0 0,0-1,-1 0,0 0,3-7,-5 8,0-1,-1 0,-1 0,1 0,-1-1,-1 1,1 0,-1-1,-1 1,0-1,0 1,0-1,-1 1,-1 0,1-1,-1 1,-1 0,1 0,-1 0,-1 0,0 1,0-1,0 1,-1 0,0 0,0 0,-1 1,0 0,0 0,0 0,-1 1,0 0,-5-3,3 3,-1 0,1 1,-1 0,0 0,-1 1,1 0,-1 1,1 0,-1 1,0 0,1 1,-1 0,0 1,0 0,1 0,-1 1,1 1,-1 0,1 0,0 1,0 0,0 1,1 0,0 0,0 1,0 0,0 1,-3 4,9-7,0-1,1 1,-1 0,1 0,0 0,0 0,1 0,-1 0,1 1,0-1,0 0,0 1,1-1,0 1,-1-1,2 1,-1-1,0 1,1-1,0 0,0 1,0-1,1 0,-1 1,1-1,0 0,0 0,0-1,1 1,0 0,-1-1,1 1,0-1,1 0,-1 0,1 0,1 1,33 23</inkml:trace>
  <inkml:trace contextRef="#ctx0" brushRef="#br0" timeOffset="72822.238">7847 2333,'393'10,"1056"7,-1018-5,-426-11,-17-1,-12 0</inkml:trace>
  <inkml:trace contextRef="#ctx0" brushRef="#br0" timeOffset="73535.336">6377 3482,'182'3,"-179"-3,0 1,-1-1,1 0,0 1,-1-1,1 1,0 0,-1 0,1 0,-1 0,0 0,1 1,-1-1,0 1,0 0,0-1,0 1,0 0,0 0,0 0,-1 1,1-1,-1 0,1 0,-1 1,0-1,0 1,0-1,0 1,-1 0,1-1,-1 1,1 0,-1-1,0 1,0 0,0-1,-1 1,1 0,-1-1,1 1,-1 1,-6 13,-1-1,0 1,-1-2,0 1,-2-1,0 0,0-1,-8 6,11-11,-245 266,250-271,1-3,0 0,1 1,-1-1,1 0,-1 0,1 1,0-1,-1 1,1-1,0 1,0 0,0-1,0 1,0 0,1 0,-1-1,0 1,1 0,-1 0,1 0,0 0,0 0,0 0,0 0,0 0,0 0,0 0,0 0,1 0,-1 0,1-1,0 1,-1 0,1 0,0 0,0-1,0 1,1 1,6-1,0 0,0 0,-1-1,1 0,0 0,0-1,0 0,0 0,5-1,66-9,-1-3,0-4,58-21,-39 5,-70 20</inkml:trace>
  <inkml:trace contextRef="#ctx0" brushRef="#br0" timeOffset="73784.97">6203 3229,'-4'-5,"11"-1,24 0,28-1,32-2,26-1,17 1,7 2,-21 2</inkml:trace>
  <inkml:trace contextRef="#ctx0" brushRef="#br0" timeOffset="74316.905">7299 3857,'-6'5,"0"1,0 0,0 0,1 0,-1 1,2-1,-1 1,1 1,0-1,0 1,1-1,0 1,0 0,1 0,0 0,1 0,-1 0,2 1,-1-1,1 0,0 1,1-1,0 0,0 1,1-1,0 0,0 0,1 0,0-1,1 1,0 1,5-1,0 0,0 0,1-1,0 0,0 0,1-2,0 1,0-1,0-1,0 0,1 0,0-1,-1-1,1 0,0 0,1-1,-1-1,0 0,0-1,0 0,0-1,0 0,-1-1,6-2,-10 4,-1 0,1-1,0-1,-1 1,1-1,-1 0,0 0,0-1,0 1,0-1,0-1,-1 1,0-1,0 0,0 0,-1-1,0 1,0-1,0 0,-1 0,1 0,-1-1,-1 1,0-1,1 0,-2 1,1-1,-1 0,0 0,-1 0,1 0,-2 0,1 0,-1 0,0 0,0 0,0 0,-1 0,-4-4,0 0,-1 1,0 0,0 0,-1 1,-1 0,1 0,-1 1,-1 1,1-1,-2 1,1 1,0 0,-1 0,0 1,-1 0,1 1,-1 1,0 0,0 0,0 1,0 0,0 1,0 1,0 0,-10 1,15 0,1 1,-1-1,1 1,0 0,0 1,0-1,0 1,0 0,1 1,-1-1,1 1,0 0,0 1,-3 2,6-5,0 0,0 1,0-1,1 1,-1-1,1 1,-1 0,1 0,0-1,0 1,0 0,1 0,-1 0,1 0,-1 0,1 0,0 0,0 0,1 0,-1 0,0 0,1 0,0 0,0 0,0 0,0 0,0 0,0-1,1 1,-1-1,1 1,0 0,29 28,4-5</inkml:trace>
  <inkml:trace contextRef="#ctx0" brushRef="#br0" timeOffset="74589.189">7928 4004,'679'-50,"288"32,-922 17,711 18,-662-6,-80-2,-26-6</inkml:trace>
  <inkml:trace contextRef="#ctx0" brushRef="#br0" timeOffset="75356.999">6323 5033,'28'-7,"0"1,0 1,1 1,-1 1,1 2,15 1,-41 0,0-1,0 1,1-1,-1 1,0 0,0 0,1 0,-1 1,0-1,0 1,0-1,0 1,0 0,0 1,0-1,0 0,0 1,0 0,0-1,-1 1,1 0,-1 0,0 1,1-1,-1 0,0 1,0 0,0-1,-1 1,1 0,-1 0,0 0,1 2,-4 4,-2 0,1 0,-1 0,-1-1,0 0,0 0,0 0,-1 0,0-1,-1 0,1 0,-1-1,-1 0,1 0,-1-1,-2 1,-99 71,108-77,0 0,1 1,-1-1,0 0,0 1,0-1,1 1,-1-1,0 1,0-1,1 1,-1 0,0-1,1 1,-1 0,1 0,-1-1,1 1,-1 0,1 0,0 0,-1-1,1 1,0 0,0 0,0 0,-1 0,1 0,0 0,0 0,0 0,0-1,1 1,-1 0,0 0,0 0,0 0,1 0,-1 0,1-1,-1 1,0 0,1 0,-1-1,1 1,0 0,-1 0,1-1,0 1,-1-1,1 1,0-1,-1 1,1-1,0 1,0-1,0 1,0-1,-1 0,1 0,0 1,0-1,0 0,0 0,0 0,173 53,-162-47,0 0,0 0,0 2,-1-1,-1 1,1 1,-1 0,6 7,-13-13,-1 0,1 0,-1 0,1 0,-1 0,0 1,0-1,-1 1,1 0,-1-1,0 1,0 0,0 0,0 0,-1 0,1 0,-1 0,0 0,0 0,-1 0,1-1,-1 1,0 0,0 0,0 0,-1 0,1-1,-1 1,0-1,0 1,0 0,-11 10,-1 0,-1-1,1-1,-2 0,0-1,0 0,-1-1,0-1,-1-1,0-1,0 0,-1-1,0-1,-4 3,-1-1,0-1,0-2,-1 0,1-1,-1-2,1 0,-3-2,-26-5</inkml:trace>
  <inkml:trace contextRef="#ctx0" brushRef="#br0" timeOffset="75615.84">6270 4846,'-16'0,"-8"0,6 0,12 3,18 2,26 1,26-1,28-4,23-3,19-5,15 0,3-2,-23 1</inkml:trace>
  <inkml:trace contextRef="#ctx0" brushRef="#br0" timeOffset="76131.341">7407 5354,'-9'13,"1"1,1 0,0 1,1-1,0 1,2 0,0 1,0-1,1 1,1 0,0 13,2-22,0 0,0-1,1 1,-1 0,2-1,-1 1,1-1,0 1,0-1,0 0,1 0,0 0,0 0,1-1,0 1,0-1,0 0,0 0,1 0,0 0,0-1,0 0,1 0,-1 0,1-1,0 0,0 0,0 0,0-1,3 1,1-1,-1 0,0 0,1-1,-1 0,1-1,-1 0,1 0,-1-1,0 0,1-1,-1 0,0 0,0-1,0-1,0 1,0-1,-1-1,0 0,0 0,0 0,-1-1,1 0,-1-1,-1 1,1-1,-1-1,0 1,-1-1,0 0,0 0,-1-1,0 1,0-1,-1 0,0 0,-1 0,0-1,0 1,-1 0,0-1,-1 1,0-1,0 1,-1-1,0 1,-1-2,-1 3,0 1,0-1,0 1,-1 0,0 1,-1-1,1 1,-1-1,-1 1,1 1,-1-1,0 1,0 0,0 0,-1 1,1 0,-1 0,0 1,-1-1,1 1,-1 1,1 0,-1 0,0 0,1 1,-1 0,0 1,0-1,0 2,0-1,0 1,0 0,1 1,-1 0,0 0,1 0,0 1,-1 0,1 1,0 0,0 0,1 0,0 1,-1 0,1 0,1 0,-1 1,-1 2,5-4,-1-1,1 1,0 0,0 0,0 1,0-1,1 0,0 1,0-1,0 0,0 1,1 0,-1-1,1 1,1-1,-1 1,0-1,1 1,0-1,0 1,1-1,-1 0,1 0,0 1,0-1,0 0,2 2,22 27</inkml:trace>
  <inkml:trace contextRef="#ctx0" brushRef="#br0" timeOffset="76386.621">7982 5474,'24'0,"30"0,32 0,38 0,41-2,39-3,35-3,31-3,23-1,15 1,0 0,-12 2,-21 3,-31 4,-41 8,-48 4,-50 1</inkml:trace>
  <inkml:trace contextRef="#ctx0" brushRef="#br0" timeOffset="77202.139">6377 6236,'2'14,"0"0,0 0,-1 0,-1 0,-1 1,0-1,0 0,-2 0,0 3,0-2,-67 293,68-299,-8 46,10-54,0 0,0 1,0-1,0 0,0 0,0 1,0-1,0 0,0 0,1 1,-1-1,0 0,1 0,-1 0,1 0,0 0,-1 0,1 1,0-1,0-1,-1 1,1 0,0 0,0 0,0 0,0-1,0 1,0 0,0-1,1 1,-1-1,0 1,0-1,0 0,1 1,-1-1,1 0,6-1,0 0,0 0,0-1,-1 0,1 0,0-1,-1 0,0-1,0 1,0-1,0-1,0 0,4-1,16-9,-2-2,0 0,-1-2,-1 0,0-2,6-9,-17 19,-18 27,-8 27,1 0,3 1,2 0,1 1,3 0,1 0,2 0,3 5,-2-15</inkml:trace>
  <inkml:trace contextRef="#ctx0" brushRef="#br0" timeOffset="77452.004">6003 6156,'27'-4,"32"-2,31-5,25 1,18-2,11 3,4 1,-5 3,-26 3</inkml:trace>
  <inkml:trace contextRef="#ctx0" brushRef="#br0" timeOffset="77901.438">7220 6704,'-6'1,"1"0,0 0,0 0,0 1,0-1,1 2,-1-1,0 0,1 1,0 0,-1 0,1 0,0 0,0 1,1-1,-1 1,1 0,0 1,0-1,0 0,1 1,-1-1,1 1,0 0,0 0,1 0,0 0,0 0,0 0,0 0,1 0,-1 1,1-1,1 0,-1 0,1 0,0 0,0 0,2 4,5 3,0 0,1-1,1 0,0 0,0-1,1 0,0-1,1 0,0-1,0 0,1-1,0-1,0 0,1 0,-1-2,1 1,0-2,1 0,-1 0,3-2,4 3,0-2,0 0,0-2,0 0,0-1,0-2,16-3,-29 5,1-1,-1-1,0 1,0-1,-1 0,1-1,0 0,-1 0,0-1,0 0,0 0,-1 0,0-1,0 0,0 0,-1-1,0 1,0-1,0-1,1-3,-4 6,0 0,0-1,0 1,-1 0,0 0,0-1,-1 1,1-1,-1 1,-1-1,1 1,-1-1,1 1,-2 0,1-1,0 1,-1 0,0 0,0 0,-1 0,0 0,1 1,-2-1,1 1,0-1,-1 1,0 0,-2-2,-5-3,1 0,-1 1,-1 0,0 1,0 0,0 0,-1 2,0-1,0 2,-11-3,12 4,0 0,0 1,0 0,-1 1,1 0,0 1,-1 1,1 0,0 0,0 1,0 1,0 0,0 1,0 0,1 1,0 0,0 0,0 2,1-1,-1 1,2 1,-1 0,1 0,-2 2,9-6,0-1,-1 1,1-1,0 1,1 0,-1 0,1 0,-1-1,1 2,1-1,-1 0,0 0,1 0,0 0,0 0,0 1,1-1,0 4,10 26</inkml:trace>
  <inkml:trace contextRef="#ctx0" brushRef="#br0" timeOffset="78153.765">7780 6811,'25'-2,"29"-3,35-4,36-1,40-2,37-4,35 0,29-4,22 1,14 1,1 3,-8 5,-20 3,-27 4,-33 4,-53 2</inkml:trace>
  <inkml:trace contextRef="#ctx0" brushRef="#br0" timeOffset="78906.343">6110 7813,'7'19,"6"12,6 10,5 5,2 2,-1-3,0-5,-2-4,-5-6,-4-7,-8-6,-9-6,-12-6,-10-7,-10-9,-3-8,5-2</inkml:trace>
  <inkml:trace contextRef="#ctx0" brushRef="#br0" timeOffset="79157.319">6123 7761,'16'-5,"14"-3,16-6,14-4,9-2,8 1,2 1,-6 1,-11 4,-16 3</inkml:trace>
  <inkml:trace contextRef="#ctx0" brushRef="#br0" timeOffset="79320.88">5962 7413,'-22'0,"-15"0,-6 0,3 0,15 0,22 0,31-2,33-4,31-4,27-6,23-2,13 0,2 0,-26 4</inkml:trace>
  <inkml:trace contextRef="#ctx0" brushRef="#br0" timeOffset="80067.289">7340 7974,'-20'7,"0"1,1 0,1 2,-1 0,-12 9,25-14,0-1,0 1,0 0,0 0,1 1,0 0,0 0,0 0,1 1,0-1,0 1,1 0,0 0,0 0,0 1,0 6,2-10,1 0,0 1,0-1,0 1,0-1,1 0,0 1,0-1,0 0,0 0,1 1,-1-1,1 0,0 0,0-1,1 1,-1 0,1-1,0 1,0-1,0 0,0 0,1 0,-1-1,1 1,2 1,6 3,1 0,0-1,0 0,0 0,1-2,0 0,7 1,1 0,-1 0,0-2,1-1,0-1,0 0,-1-2,1 0,0-2,-1 0,0-1,1-2,-2 0,1-1,4-3,-21 8,0 1,-1-1,0 0,1 0,-1 0,0 0,0-1,0 0,0 1,-1-1,1 0,-1 0,0 0,1-1,-1 1,-1 0,1-1,0 1,-1-1,0 0,0 1,0-1,0 0,-1 0,1 0,-1 0,0 0,0 1,-1-1,1 0,-1 0,0 0,0 0,0 1,0-1,0 0,-2-1,-6-7,0 1,-1 0,0 1,0 0,-1 0,0 1,-1 1,0 0,0 1,-1 0,0 0,0 2,-1-1,0 2,0 0,0 1,-12-2,20 3,1 0,-1 1,0-1,0 1,0 0,0 1,0 0,0 0,0 0,0 0,0 1,1 0,-1 0,0 1,0 0,1 0,-1 0,1 1,-1-1,1 1,0 0,0 1,0 0,1-1,-1 1,0 1,4-2,0-1,0 0,0 0,1 1,-1-1,1 1,-1-1,1 1,0-1,0 0,0 1,0-1,0 1,1-1,-1 1,1-1,-1 0,1 1,0-1,0 0,0 1,0-1,0 0,1 0,-1 0,1 0,-1 0,1 0,0-1,0 1,0-1,66 42,-19-24</inkml:trace>
  <inkml:trace contextRef="#ctx0" brushRef="#br0" timeOffset="80316.624">7982 8135,'20'-7,"21"-2,23-2,31-1,33-1,36 1,33 4,31 0,26 2,21 1,13 2,3 2,-7 0,-15 4,-22 0,-30 0,-52 0</inkml:trace>
  <inkml:trace contextRef="#ctx0" brushRef="#br0" timeOffset="81118.375">6364 8963,'-12'-1,"0"0,0 0,0 1,0 1,0 0,0 0,0 1,0 1,0 0,1 1,0 0,-1 0,2 1,-1 1,0 0,1 1,0-1,1 2,0-1,0 2,0-1,1 1,0 0,1 1,0 0,1 0,0 0,0 1,1 0,0 0,0 4,0 2,1-1,0 1,2 0,0 0,1 0,0 0,2 0,0 1,1-1,2 11,-1-18,-1 0,1 0,0-1,1 1,0-1,1 0,0 0,0-1,1 1,0-1,1 0,-1-1,2 0,-1 0,1 0,0-1,0 0,6 3,-11-7,1 0,-1 1,1-1,0-1,-1 1,1 0,0-1,0 0,0 0,0 0,0-1,0 1,0-1,0 0,1 0,-1 0,0-1,0 1,0-1,0 0,0 0,0 0,0-1,-1 0,1 1,0-1,-1 0,1-1,-1 1,0-1,0 0,0 1,0-1,0 0,-1-1,1 1,-1 0,0-1,0 0,0 1,0-2,-1 2,0-1,0 1,0-1,0 1,-1-1,1 0,-1 0,0 1,0-1,-1 0,1 1,-1-1,0 0,0 1,0-1,0 1,0-1,-1 1,0 0,0-1,0 1,0 0,0 0,0 0,-1 1,0-1,1 1,-1-1,0 1,0 0,0 0,0 0,-1 0,1 1,-1-1,1 1,-1 0,1 0,-1 0,1 0,-1 1,0 0,0-1,1 1,-1 1,0-1,1 0,-1 1,0 0,1 0,-1 0,-1 1,0 0,0 1,-1 0,1 0,0 0,0 1,1-1,-1 1,1 0,0 1,0-1,0 1,0 0,1 0,0 0,0 0,0 1,-1 3,-4 12</inkml:trace>
  <inkml:trace contextRef="#ctx0" brushRef="#br0" timeOffset="81374.209">6042 8697,'7'-3,"16"0,20 0,20 1,21 0,14 1,8 0,3 1,-18 0</inkml:trace>
  <inkml:trace contextRef="#ctx0" brushRef="#br0" timeOffset="82302.307">7205 9137,'-8'0,"0"-1,-1 1,1 1,0 0,-1 0,1 0,0 1,0 0,0 1,0 0,1 0,-1 1,1 0,-1 0,1 1,1-1,-1 2,1-1,0 1,0 0,0 0,1 0,0 1,0 0,1 0,-1 0,2 1,-1-1,1 1,0 0,1 0,0 0,0 0,0 8,2-9,0-1,0 1,1-1,0 1,0-1,1 1,0-1,0 0,0 0,1 0,0 0,0 0,1-1,-1 1,1-1,0 0,1 0,-1 0,1-1,0 1,0-1,1 0,-1-1,1 1,0-1,-1 0,1-1,1 1,8 2,1 1,0-2,0 0,1-1,-1 0,1-2,-1 0,1 0,0-2,10-1,-11 0,0-1,0-1,-1 0,1-1,-1-1,0 0,-1-1,12-7,-21 11,0 0,0-1,0 1,0-1,0 0,-1-1,1 1,-1-1,0 0,-1 0,1 0,-1 0,0-1,-1 1,1-1,-1 0,0 0,0 0,-1 0,0 0,0 0,0 0,-1 0,0-1,-2-2,0 1,-1-1,0 1,0-1,-1 1,0 0,-1 0,0 1,0-1,0 1,-1 0,0 1,-1-1,1 1,-1 1,-1-1,1 1,-1 0,1 1,-1 0,-1 0,1 0,-1 1,1 1,-1-1,0 1,0 1,1 0,-1 0,0 1,-1 0,1 0,1 1,-1 0,-2 1,5 0,1-1,-1 1,1 0,0 0,0 1,0 0,0 0,0 0,1 0,-1 1,1-1,0 1,0 0,-3 5,5-7,0 0,1 1,0-1,-1 0,1 0,0 1,0-1,0 1,1-1,-1 1,1 0,-1-1,1 1,0-1,0 1,0 0,0-1,0 1,1-1,-1 1,1 0,0-1,0 1,0-1,0 0,0 1,0-1,0 0,1 0,0 1,-1-1,1 0,0 0,31 24,6-5</inkml:trace>
  <inkml:trace contextRef="#ctx0" brushRef="#br0" timeOffset="82515.739">7767 9285,'28'-7,"28"-7,36-3,42-3,46-1,47 1,47 2,40 1,32 2,24 3,8 4,-4 3,-15 5,-28 4,-38 2,-69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12.6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391 2,'-20'0,"-42"-1,0 3,0 3,-35 7,16 10,74-17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13.6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1,'-1'1,"0"1,0-1,0 0,-1 0,1 0,-1 0,1 0,-1 0,1 0,-1-1,1 1,-1 0,0-1,1 0,-1 1,0-1,0 0,1 0,-1 0,0 0,0 0,1 0,-2 0,0 0,-176 32,98-13,59-11,32 5,0-7,-1-1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21.1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262 1,'-24'0,"-12"-1,0 2,1 1,-1 1,1 3,-18 4,47-2,8-4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34.9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45.79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54,'20'19,"276"397,-214-295,-42-65,2-1,2-2,3-2,18 14,-50-54,-14-28,-13-8,-3-2</inkml:trace>
  <inkml:trace contextRef="#ctx0" brushRef="#br0" timeOffset="263.024">495 0,'-7'0,"-4"10,-3 13,-6 20,-6 20,-8 20,-9 19,-9 14,-7 9,-3 0,5-9,10-17,13-24,19-24,12-21</inkml:trace>
  <inkml:trace contextRef="#ctx0" brushRef="#br0" timeOffset="797.116">508 590,'19'-17,"0"1,0 0,2 2,0 0,0 2,1 0,1 2,0 0,0 1,1 2,14-3,-34 8,-1 1,1 0,0 0,-1 0,1 0,0 0,0 1,-1 0,1 0,0 0,0 0,0 1,-1-1,1 1,0 0,0 0,-1 0,1 1,-1-1,1 1,-1 0,0 0,0 0,0 0,0 1,0-1,0 1,2 3,-4 1,1 1,-1 0,-1 0,0 0,0-1,0 1,-1 0,0 0,-1 0,1-1,-2 1,1-1,-1 1,0-1,0 0,-1 0,0 0,-3 2,-18 35,-3-2,-1-1,-32 34,-51 72,112-146,-2 0,1 0,-1 1,1-1,-1 0,1 1,0-1,0 1,0 0,-1-1,2 1,-1 0,0 0,0-1,1 1,-1 0,0 0,1 0,0 0,0 0,-1 0,1 0,0 0,1 0,-1 0,0 0,0 0,1 0,-1-1,1 1,0 0,0 0,-1 0,1 0,0-1,0 1,1-1,-1 1,0-1,1 1,-1-1,1 1,7 1,0 0,1-1,-1 0,1-1,-1 0,1 0,0-1,-1 0,1-1,-9 1,108-7,-1-5,62-16,-96 16,-5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2:31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697 1861,'30'-42,"-5"20,0 1,2 2,0 0,2 1,0 2,0 1,2 2,-1 0,2 3,0 0,1 2,7-4,0 2,1 2,35-3,-62 10,1 0,0 2,-1-1,1 2,-1 0,1 0,-1 1,0 1,0 1,-1 0,1 0,9 7,22 15,2-1,0-3,2-1,0-3,1-2,23 4,-68-19,-1-1,1 0,-1 0,1 0,0 0,-1-1,1 0,0 0,0 0,-1 0,1-1,0 1,-1-1,1-1,-1 1,1-1,-1 1,1-1,-1-1,0 1,0-1,0 1,0-1,-1 0,1 0,-1-1,0 1,0-1,0 1,0-1,1-3,55-148,-59 154,0 0,0 1,0-1,0 0,1 0,-1 0,0 0,0 1,1-1,-1 0,0 0,1 0,-1 1,1-1,-1 0,1 1,0-1,-1 0,1 1,-1-1,1 1,0-1,0 1,-1-1,1 1,0 0,0-1,0 1,-1 0,1 0,0-1,0 1,0 0,0 0,-1 0,1 0,0 0,0 0,0 0,0 1,0-1,-1 0,1 0,0 1,0-1,0 0,-1 1,1-1,0 1,0-1,-1 1,1-1,0 1,-1-1,1 1,-1 0,1-1,-1 1,1 1,60 136,-46-119,0-1,1 0,1-1,1-1,0-1,1 0,1-1,0-2,0 0,10 3,-28-13,0-1,1 1,-1-1,1 0,-1 0,1 0,-1 0,1 0,-1-1,1 1,0-1,-1 0,1 0,0 0,-1 0,1 0,0 0,-1-1,1 0,0 1,-1-1,1 0,-1 0,1 0,-1 0,0-1,1 1,-1-1,0 1,0-1,0 0,0 0,0 0,0-1,9-7,1 0,0 0,0 2,1-1,0 1,0 1,1 1,0 0,0 0,1 2,-1-1,1 2,5-1,32-3,1 3,-1 1,13 4,-40-1,455 3,-464-4,0 0,0 1,0 1,0 1,0 0,-1 1,1 1,-1 0,1 1,-1 1,-1 0,1 1,-1 1,0 0,-1 1,0 1,-1 0,1 0,-2 1,0 1,0 0,5 8,2 16,-3 0,-1 1,-2 1,-1 0,-2 0,-2 1,-1 0,-3 1,0 17,0 14,-2-47</inkml:trace>
  <inkml:trace contextRef="#ctx0" brushRef="#br0" timeOffset="869.393">2328 1232,'39'-15,"1"0,0 3,0 1,1 2,1 2,-1 2,13 0,18 9,-70-4,0 0,-1 1,1-1,0 0,-1 1,1-1,-1 1,1-1,-1 1,1 0,-1-1,0 1,1 0,-1 0,0 0,1 0,-1 0,0 0,0 1,0-1,0 0,0 1,0-1,-1 0,1 1,0-1,-1 1,1-1,-1 1,1 0,-1-1,0 1,0-1,1 1,-1 0,0-1,-1 1,1 0,0-1,0 1,-1 0,-4 6,0 0,0 0,-1 0,0 0,0-1,-1 0,1-1,-2 0,1 0,-1 0,0-1,0 0,0 0,-7 2,-19 11,63-11,0-7,-8-2,0 2,0 1,0 0,0 2,0 0,0 1,-1 2,6 1,-24-6,0-1,1 1,-1 0,0 0,0 0,0 0,0 0,0 0,0 0,0 1,0-1,0 1,-1-1,1 1,0 0,-1 0,1 0,-1 0,0 0,0 0,0 0,0 0,0 0,0 0,-1 1,1-1,-1 0,1 1,-1-1,0 0,0 1,0-1,0 0,0 1,-1 1,-5 3,0 1,0-2,-1 1,0-1,-1 0,1 0,-1 0,0-1,0-1,-1 0,1 0,-7 2,13-5,-9 5,1-1,-1-1,0 0,-1 0,1-1,-1-1,1 0,-10 0,10-3</inkml:trace>
  <inkml:trace contextRef="#ctx0" brushRef="#br0" timeOffset="1305.231">3037 1072,'33'40,"2"-2,1-1,2-2,28 19,-30-31,-36-23,1 1,-1-1,1 0,0 0,-1 0,1 1,0-1,-1 0,1 0,0 0,0 0,-1 0,1 0,0 0,-1 0,1 0,0 0,-1-1,1 1,0 0,-1 0,1-1,0 1,-1 0,1-1,-1 1,1 0,-1-1,1 1,-1-1,1 1,-1-1,1 1,-1-1,0 0,1 1,-1-1,0 0,1 1,-1-1,0 1,0-1,0 0,1 0,-1 1,0-1,0 0,0 1,0-1,0 0,0 1,-1-1,1 0,0 1,0-2,-3-15,0 1,-1-1,0 1,-2-1,0 1,0 1,-2-1,0 0,-4-9,6 13,4 11,1-1,-1 0,1 1,-1-1,1 0,-1 0,1 0,0 0,0 0,0 0,0 0,1 0,-1 0,0 0,1 0,0-1,-1 1,1 0,0 0,0-1,0 1,0 0,1 0,-1-1,1 1,-1 0,1 0,0 0,0 0,0 0,0 0,0 0,0 0,1 0,-1 0,0 1,1-1,0 0,-1 1,1-1,0 1,0 0,1-1,26-4,3 3</inkml:trace>
  <inkml:trace contextRef="#ctx0" brushRef="#br0" timeOffset="2130.001">3638 1018,'-33'-1,"22"0,1 0,0 1,0 0,-1 1,1 0,0 1,0 0,0 0,-3 2,10-1,-1 1,1 0,-1 0,1 0,0 0,1 0,-1 1,1-1,-1 1,1-1,1 1,-1 0,1 0,0 0,0 0,0 0,1 0,-1 0,1 0,1 0,-1 0,1 1,0-1,0 0,0-1,1 1,-1 0,1 0,0-1,1 1,2 4,-4-7,0 1,0 0,1-1,-1 1,1-1,-1 1,1-1,0 0,0 1,0-1,0 0,0-1,0 1,1 0,-1 0,1-1,-1 0,1 1,0-1,-1 0,1 0,0 0,0-1,0 1,0-1,0 0,-1 1,1-1,0 0,0-1,0 1,0-1,0 1,0-1,-1 0,1 0,0 0,0 0,-1 0,1-1,-1 1,1-1,-1 0,0 0,0 0,1 0,3-6,0 0,-1-1,0 1,0-1,-1 0,0 0,-1-1,0 1,0-1,-1 0,0 0,-1 0,0 0,0 0,-1 0,-1-7,1 22,1 0,1 1,-1-1,1 0,0 0,0 0,0 0,1 0,0 0,0-1,0 1,0-1,1 0,0 0,-1 0,1 0,1-1,-1 0,1 0,-1 0,1 0,0-1,0 1,0-1,0 0,0-1,1 0,-1 1,0-2,1 1,-1 0,1-1,-1 0,1-1,-1 1,1-1,3-1,-4 0,0 0,0-1,0 1,0-1,-1 0,1-1,-1 1,0-1,0 0,0 0,0 0,-1 0,1-1,-1 1,0-1,-1 0,1 0,-1 0,0 0,0-1,0 1,-1-1,0 1,0-1,-1 1,2-8,-1 1,-1-1,0 0,-1 0,0 1,-1-1,-1 1,0 0,0-1,-4-5,-24-47,32 64,-1 0,1 1,0-1,0 0,0 1,-1-1,1 1,0-1,0 1,0 0,0-1,0 1,0 0,0 0,0 0,0 0,0-1,0 1,0 1,0-1,0 0,0 0,0 0,0 0,0 1,0-1,0 0,0 1,0-1,0 1,0-1,0 1,-1 0,3-1,50 13,-25-7,1 1,-1 1,0 2,19 9,-41-15,1 0,-1 0,0 1,0 0,0 0,-1 0,0 1,0 0,0 0,-1 0,0 0,0 1,-1 0,1-1,-1 1,-1 1,0-1,0 0,0 1,-1-1,1 4,-2-8,0 0,0 0,1-1,-1 1,1 0,0-1,0 1,0-1,0 1,0-1,0 1,1-1,-1 0,1 0,-1 1,1-1,0 0,0 0,0-1,0 1,0 0,1-1,-1 1,0-1,1 0,-1 0,1 0,-1 0,1 0,0 0,-1-1,1 0,0 1,-1-1,1 0,0 0,0 0,-1-1,1 1,1-1,6-2,1 0,-1-1,0 0,0-1,-1 0,1-1,-1 0,0 0,0-1,-1 0,0 0,-1-1,1 0,-1-1,-1 1,0-1,0-1,0 1,-2-1,1 0,-1 0,0 0,-1-1,0 1,0-9,-2 16,0-1,0 0,0 0,-1 0,1 0,-1 0,0 0,0 0,0-1,-1 1,0 0,1 0,-1 0,-1 0,1 0,-2-3,-7 31,13 76,-2-96,0 0,0-1,0 1,0-1,0 1,1-1,0 1,-1-1,1 0,1 0,-1 0,0 0,1 0,0 0,-1-1,1 1,0-1,0 0,0 0,1 0,-1 0,0-1,1 1,-1-1,2 0,15 4</inkml:trace>
  <inkml:trace contextRef="#ctx0" brushRef="#br0" timeOffset="2382.352">4320 511,'16'16,"5"5</inkml:trace>
  <inkml:trace contextRef="#ctx0" brushRef="#br0" timeOffset="3290.571">4895 791,'-2'-1,"-15"-9,0 2,0 0,-1 2,1-1,-2 2,1 1,-17-3,30 8,0-1,1 1,-1 0,1 0,-1 1,1-1,0 1,-1 0,1 0,0 1,0-1,0 1,1 0,-1 0,1 0,-1 0,1 0,0 1,0 0,1 0,-1 0,1 0,0 0,0 0,0 0,1 1,-1-1,1 1,0-1,0 1,1-1,-1 1,1 0,0-1,1 5,-2-5,1-1,-1 1,1-1,0 1,0-1,1 1,-1-1,1 0,0 1,0-1,0 1,0-1,0 0,1 0,-1 0,1 0,0 0,0 0,0 0,1-1,-1 1,1-1,-1 1,1-1,0 0,0 0,0 0,0 0,0-1,0 1,0-1,0 0,1 0,-1 0,1 0,-1-1,0 1,1-1,-1 0,1 0,-1 0,1-1,-1 1,1-1,-1 0,1 0,2-1,4-2,1-1,-1 0,0-1,0 0,-1 0,1-1,-1-1,-1 1,0-2,0 1,0-1,-1 0,0 0,-1-1,0 0,-1 0,0-1,0 1,-1-1,-1 0,0 0,0 0,-1-1,0-7,-3 7,-3 17,-3 22,6 62,2-86,-1-1,1 1,-1 0,1-1,0 1,0-1,0 0,0 1,0-1,0 0,1 0,-1 0,1 1,0-2,0 1,0 0,0 0,0 0,0-1,0 1,0-1,0 0,1 0,-1 0,1 0,-1 0,1 0,-1-1,1 1,-1-1,1 1,2-1,-1 0,0-1,0 1,0-1,0 0,0 0,0 0,0 0,-1-1,1 0,0 0,-1 0,1 0,-1 0,0-1,0 1,0-1,0 0,0 0,0 0,-1 0,1-1,-1 1,0-1,0 1,1-5,28-101,-24 32,-3-2,-4 1,-3 0,-13-73,11 116,2 23,0 22,3 25,1 0,1 0,3-1,0 1,3-1,0-1,2 1,2-2,1 1,1-2,2 0,1 0,19 24,-32-49,-4-5,0 0,0 0,0 1,1-1,-1 0,0 0,1 0,-1 1,1-1,-1 0,1 0,0 0,0 0,-1 0,1 0,0 0,0 0,0 0,0-1,0 1,0 0,0-1,0 1,0 0,1-1,-1 1,0-1,0 0,0 1,1-1,-1 0,0 0,0 0,1 0,-1 0,0 0,1 0,-1 0,0 0,0-1,1 1,-1-1,0 1,0-1,0 1,0-1,1 1,21-38,27-27,-47 63,-1 0,1 0,0 0,0 0,0 1,0-1,0 1,0 0,0 0,1 0,-1 0,0 0,1 1,-1-1,0 1,1 0,-1 0,1 0,-1 1,0-1,1 1,-1 0,0 0,0 0,1 0,-1 0,0 1,0 0,0-1,0 1,-1 0,1 0,-1 1,1-1,1 2,2 5,0-1,-1 1,0 0,-1 1,0-1,0 1,-1-1,0 1,0 0,-2 1,1-1,-1 0,0 9,-1-17,1-1,-1 0,0 0,0 1,1-1,-1 1,0-1,0 0,0 1,0-1,-1 0,1 1,0-1,-1 0,1 1,-1-1,1 0,-1 0,1 0,-1 1,0-1,0 0,1 0,-1 0,0 0,0 0,0 0,0 0,0-1,0 1,-1 0,1 0,0-1,0 1,-1-1,1 1,0-1,0 0,-1 1,1-1,0 0,-1 0,1 0,-1 0,1 0,0 0,-1 0,1-1,0 1,-1 0,1-1,0 1,0-1,-2 0,-1-3,1-1,-1 1,1-1,0 0,0 0,0 0,1 0,0-1,0 1,0-1,0 1,1-1,0 0,0 1,1-1,0 0,0 0,0 0,0 1,1-1,0 0,0 1,1-1,0-1,1-4,0 1,0-1,1 1,1-1,-1 1,2 0,-1 1,2-1,-1 1,1 1,0-1,1 1,0 0,0 1,1 0,0 0,0 1,0 0,9-3,-17 8,1 0,-1 1,1-1,-1 1,1-1,-1 1,1 0,0 0,-1 0,1 0,0 0,-1 0,1 0,-1 0,1 0,0 1,-1-1,1 1,-1-1,1 1,-1 0,1-1,-1 1,0 0,1 0,-1 0,0 0,1 0,-1 1,0-1,0 0,0 0,0 1,0-1,-1 1,1-1,0 1,-1-1,1 1,-1-1,1 1,-1-1,0 1,1 0,-1-1,0 1,0 0,0 0,4 70,-5-60,1 0,1 0,0 0,0 0,1 0,1 0,0-1,4 10,-6-18,0-1,1 1,-1-1,0 0,1 0,0 0,0 0,-1 0,1 0,0 0,0-1,1 1,-1-1,0 1,0-1,1 0,-1 0,1 0,-1 0,1 0,0-1,-1 1,1-1,-1 0,1 1,0-1,-1-1,1 1,0 0,-1 0,1-1,0 0,-1 1,1-1,-1 0,1 0,-1-1,0 1,0 0,2-2,16-12</inkml:trace>
  <inkml:trace contextRef="#ctx0" brushRef="#br0" timeOffset="3533.953">5483 149,'5'5,"8"3,9 3,0 0</inkml:trace>
  <inkml:trace contextRef="#ctx0" brushRef="#br0" timeOffset="3952.942">5898 417,'13'-14,"0"-1,0 0,-2 0,0-1,-1-1,0 0,-1 0,-1-1,-1 0,-1-1,0 1,-1-1,-1 0,1-19,-4 33,0-1,-1 1,1 0,-1 0,0 0,-1 0,1 0,-1 0,0 0,0 0,-1 0,0 0,1 1,-2-1,1 0,0 1,-1 0,0-1,0 1,0 0,0 0,-1 1,0-1,0 1,0 0,0 0,0 0,0 0,-1 1,1 0,-1 0,0 0,0 0,0 1,0 0,0 0,0 0,-4 0,4 2,0-1,0 1,0 0,0 0,1 1,-1 0,1-1,-1 2,1-1,0 0,-1 1,1 0,1 0,-1 0,0 0,1 1,-1-1,1 1,0 0,0 0,1 0,-1 0,1 0,0 1,0-1,0 1,-4 12,1 0,0 0,1 0,1 1,0-1,1 11,-1-7,2 0,1 1,0-1,2 0,0 0,2 0,0 0,1 0,1-1,1 1,1-2,0 1,2-1,0-1,1 1,1-2,1 0,0 0,2-1,-1-1,2 0,0-1,1-1,0 0,1-2,0 0,7 3,-17-11,1 1,0-1,0-1,0 0,0 0,1 0,-1-2,0 1,1-1,-1 0,1-1,-1 0,0 0,0-1,0 0,0-1,0 0,0-1,0 1,-1-2,0 1,0-1,0 0,0-1,-1 0,0 0,0-1,-1 1,5-8,-4 5,0 1,-1-2,0 1,-1-1,0 0,-1 0,0 0,0-1,-1 1,0-1,-1 0,0 0,-1 0,0 0,-1 0,0 0,-2-11,2 21,0-1,-1 1,1 0,0-1,-1 1,1-1,-1 1,1 0,-1-1,0 1,1 0,-1 0,0 0,0-1,0 1,0 0,0 0,0 0,0 0,0 1,0-1,-1 0,1 0,0 1,-1-1,1 1,0-1,-1 1,1-1,0 1,-1 0,1 0,-1 0,1 0,-1 0,1 0,-1 0,1 0,0 0,-1 1,1-1,-1 1,1-1,0 1,-52 39,50-35,-1-1,1 1,0-1,0 1,1 0,0 0,0 0,0 0,0 1,1-1,0 0,0 1,0-1,1 1,0-1,0 1,0-1,0 1,1-1,0 1,1-1,-1 1,1-1,0 0,0 0,0 0,1 0,2 4,5-1,-1 0,1-1,1 0,-1-1,1 0,0-1,1 0,-1 0,1-2,0 1,0-1,0-1,0 0,1-1,-1 0,0-1,11-1,80 3</inkml:trace>
  <inkml:trace contextRef="#ctx0" brushRef="#br1" timeOffset="136905.757">1219 2048,'-25'-12,"0"2,-1 1,-1 0,1 2,-1 1,0 2,0 0,-1 2,-19 0,26 1,-1 1,1 1,0 1,-1 0,1 2,0 0,1 2,-1 0,1 1,0 1,1 1,0 1,0 0,1 1,1 2,-1-1,2 2,0 0,1 1,0 1,1 0,1 1,1 1,0 0,1 0,1 1,1 0,-2 7,3 4,2-1,0 1,2 1,1-1,2 0,1 1,1-1,1 1,2-1,1 0,2 0,1-1,1 0,1 0,2-1,8 15,2 3,1-2,2-1,3-1,1-1,2-1,1-2,2-1,30 23,-53-50,1-2,0 0,1 0,0-1,0 0,1-1,-1-1,1 0,0-1,1-1,-1 0,1-1,-1 0,1-1,0-1,0 0,-1-1,1-1,-1 0,1-1,7-2,6-6,-1-1,0-2,-1 0,-1-2,0 0,-1-2,-1-1,-1-1,0 0,-2-2,0-1,-2 0,0-1,-2-1,0 0,-2-2,-1 1,-1-2,-2 0,0 0,3-23,-7 33,-1-1,-2 0,0 0,0 0,-2 0,-1-1,0 1,-1 0,-1 0,-1-1,-1 1,0 1,-2-1,0 1,-1 0,-1 0,0 1,-1 0,-1 0,-1 1,0 0,-1 1,-1 1,0 0,-14-11,7 11,-1 0,0 1,-1 1,0 1,-1 1,0 1,-1 1,0 1,0 1,0 1,-1 1,0 2,1 0,-3 2,-10 0,0 2,0 2,0 1,1 2,-1 2,2 1,-1 2,2 1,-8 5,-113 66,12 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53.8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 1,'0'16,"4"14,9 11,9 10,7 8,8 3,7-1,2 0,3-5,0-4,-2-3,-4-4,-7-4,-8-4,-8-6,-8-8</inkml:trace>
  <inkml:trace contextRef="#ctx0" brushRef="#br0" timeOffset="254.548">456 54,'-4'0,"-7"7,-5 16,-8 19,-8 20,-10 18,-7 15,-4 7,-3 1,5-4,5-11,11-18,12-18,9-18</inkml:trace>
  <inkml:trace contextRef="#ctx0" brushRef="#br0" timeOffset="805.079">670 682,'-11'21,"2"0,0 0,1 1,2 0,0 0,0 10,4-25,1 0,1-1,-1 1,1 0,0 0,1 0,0 0,0-1,0 1,1 0,0-1,0 1,1-1,0 0,0 1,0-1,1-1,0 1,0 0,0-1,1 0,0 0,2 2,0-3,0 1,0-1,0 0,0-1,1 1,0-1,0-1,0 0,0 0,0 0,0-1,0-1,1 1,-1-1,0 0,0-1,1 0,-1-1,0 1,0-1,0-1,0 0,-1 0,1 0,-1-1,0 0,0 0,0-1,0 0,-1 0,0-1,0 0,0 0,-1 0,0-1,0 1,1-4,-1 0,0 1,0-1,-1 0,0 0,-1 0,0-1,-1 1,0-1,-1 1,0-1,0 0,-1 0,-1 1,0-1,0 0,-1 1,-1-1,1 1,-2-1,1 1,-2 0,1 1,-1-1,-1 1,1 0,-2 0,1 0,-1 1,-4-3,7 8,0 0,0 0,-1 1,0 0,1-1,-1 2,0-1,0 1,0-1,0 1,0 1,0-1,0 1,-1 0,1 0,0 0,0 1,0-1,0 1,0 1,0-1,0 1,0 0,1 0,-1 0,0 0,1 1,0 0,0 0,0 0,0 1,0-1,-2 3,-89 103,50-47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4:52.4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98 1,'9'4,"8"7,5 7,6 8,2 11,2 11,-1 8,-1 6,-1 1,-4 2,-3-1,-3-5,-3-5,-1-8,-4-9,-3-11</inkml:trace>
  <inkml:trace contextRef="#ctx0" brushRef="#br0" timeOffset="250.329">405 14,'-4'0,"-4"9,-8 14,-7 18,-8 16,-6 16,-7 10,-5 8,0 2,0-4,7-10,11-16,10-19</inkml:trace>
  <inkml:trace contextRef="#ctx0" brushRef="#br0" timeOffset="616.348">606 575,'2'-75,"2"1,4 0,7-24,-8 84,-4 42,-11 480,9-420,2-15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6.0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5,'30'-5,"567"38,-409-32,-164 1,-24-2,-1 0,1 0,0 0,0 0,-1 0,1 0,0 0,-1 0,1 0,0 0,0 0,-1 0,1 1,0-1,0 0,0 0,-1 0,1 0,0 1,0-1,0 0,-1 0,1 0,0 1,0-1,0 0,0 0,-1 0,1 1,0-1,0 0,0 0,0 1,0-1,0 0,0 1,0-1,0 0,0 0,0 1,0-1,0 0,0 0,0 1,0-1,0 0,0 0,1 1,-1-1,0 0,0 0,0 1,0-1,0 0,1 0,-1 0,0 1,0-1,0 0,1 0,-1 0,0 0,0 1,1-1,-1 0,0 0,0 0,1 0,-1 0,-15 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7.7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29,'5'-5,"7"-1,17 0,18 1,20 2,21 1,19 1,13 3,7 3,2 6,-6 5,-14 4,-18 2,-25-4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9.4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13,'16'0,"21"0,23-2,23-1,21 0,20 1,13 0,5 1,-7 3,-25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1.0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0,'23'0,"28"0,30 2,30 1,30 2,19 3,5 2,-6 1,-32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3.6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134 200,'5'0,"0"-1,1 1,-1 0,0 0,0 1,0-1,0 1,1 0,-1 1,0-1,-1 1,1 0,0 0,0 1,-1-1,0 1,1 0,-1 0,0 1,0-1,-1 1,1 0,-1 0,0 0,0 0,0 0,0 1,-1-1,0 1,1 1,4 12,-1-1,0 1,-1 1,-1-1,-1 1,0 0,-1 13,3-3,-5-29,0 1,1-1,-1 1,0-1,1 0,-1 1,0-1,1 0,-1 1,0-1,1 0,-1 0,1 1,-1-1,0 0,1 0,-1 0,1 1,-1-1,1 0,-1 0,1 0,-1 0,1 0,-1 0,0 0,1 0,-1 0,1 0,-1 0,1 0,-1-1,1 1,-1 0,0 0,1 0,-1-1,1 1,-1 0,0 0,1-1,-1 1,0 0,1-1,-1 1,0 0,1-1,-1 1,0-1,0 1,1-1,-1 1,0 0,0-1,0 1,11-14,-1 0,0 0,-1-1,-1 0,-1-1,0 0,0 0,1-8,-13 40,2 1,1 0,0 0,1 1,0-1,2 0,1 10,-2-25,1 0,0 1,1-1,-1 0,0 0,0 0,1 0,0 0,-1 0,1 0,0 0,0-1,0 1,0-1,0 1,0-1,0 0,0 0,1 0,-1 0,0 0,1 0,-1-1,1 1,-1-1,1 0,-1 1,1-1,-1-1,1 1,-1 0,1 0,-1-1,0 1,1-1,-1 0,1 0,-1 0,0 0,0 0,0-1,1 1,-1-1,-1 1,1-1,0 1,0-1,-1 0,3-2,4-3,1-1,-1 0,0-1,-1 1,0-2,0 1,-1-1,0 1,-1-2,0 1,0-1,-1 1,-1-1,2-8,-7 4,-9 36,7-12,0 0,1 1,0 0,1 0,0 0,0 0,1 0,0 0,1 1,0-1,1 0,0 0,0 0,1 1,1-2,-1 1,2 0,-1 0,2-1,-1 0,1 0,2 2,11 7</inkml:trace>
  <inkml:trace contextRef="#ctx0" brushRef="#br0" timeOffset="515.631">816 468,'-2'9,"1"8,6 5,6 3,6 3,4 0,2-1,-2-4,-1-4,-5-2,-5-2,-1-3,-1-4,2-4,-4-1,-6-3,-6 0,-3-1</inkml:trace>
  <inkml:trace contextRef="#ctx0" brushRef="#br0" timeOffset="973.978">990 374,'-7'0,"-1"0,1 0,0 1,0 0,0 1,0-1,0 1,0 1,0-1,0 1,1 0,-1 1,1-1,0 1,0 0,0 1,-2 0,0 0,0 1,0 0,1 0,0 1,0-1,1 2,0-1,0 1,0-1,1 2,1-1,-1 0,1 1,1 0,-1 0,2 0,-1 1,1-1,1 0,-1 1,2-1,-1 1,1 0,1-1,0 1,0-1,1 3,1-5,0 0,1 0,-1 0,1 0,1-1,-1 0,1 1,0-2,0 1,1-1,0 1,0-2,0 1,0-1,1 0,0 0,0 0,6 1,2 2,1-2,-1 0,1-1,0 0,1-2,-1 0,0 0,8-2,62-14,-84 14,1-1,-1 0,0 0,1 0,-1 0,0-1,1 1,-1-1,0 1,0-1,0 0,0 0,-1 0,1 0,-1 0,1 0,-1 0,1 0,-1-1,0 1,0 0,0-1,0 1,-1-1,1 1,-1-1,1 0,-1 1,0-1,0 1,0-2,-1 0,0 1,0-1,0 1,0-1,0 1,-1-1,1 1,-1 0,0 0,0 0,0 0,0 0,-1 0,1 1,-1-1,0 1,0-1,1 1,-2 0,1 0,0 1,0-1,0 1,-1-1,1 1,-1 0,1 0,-1 1,0-1,-6-1,1 1,0 0,0 1,0 0,-1 0,1 1,0 0,0 1,0 0,0 0,-1 1,1 0,1 1,0 0,0 0,1 0,-1 1,1 0,0 1,0 0,1 0,-1 0,1 1,1-1,-1 1,-1 5,-3 8</inkml:trace>
  <inkml:trace contextRef="#ctx0" brushRef="#br0" timeOffset="1499.085">1 0,'16'7,"1"-1,1 0,-1-2,1 0,0-1,10 0,5 2,196 20,-1-10,116-12,-162-2,-142 1,-25 0,-24 3,-21 0,-9-1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1.9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202 104,'17'36,"-2"1,-1 0,-1 1,-3 0,-1 1,1 18,28 165,-23-179,-14-43,-1 0,1 0,-1 0,1 0,0 1,-1-1,1 0,0 0,-1 0,1 0,0 0,-1-1,1 1,0 0,-1 0,1 0,-1 0,1-1,0 1,-1 0,1-1,-1 1,1 0,-1-1,1 1,-1-1,1 1,-1-1,1 1,-1-1,0 1,1-1,-1 1,0-1,1 0,-1 1,0-1,0 1,0-1,1 0,10-23,-1 1,-1-1,-1-1,-2 0,5-24,-7 28,17-85,-27 161,0 87,6-140,0 0,0 0,0 0,0 0,0 0,1-1,-1 1,1 0,-1 0,1 0,0-1,0 1,0 0,0-1,0 1,0-1,0 1,0-1,1 1,-1-1,1 0,-1 0,1 0,-1 0,1 0,-1 0,1 0,0 0,0 0,-1-1,1 1,0-1,0 0,0 1,0-1,0 0,0 0,-1 0,1 0,0 0,0-1,0 1,0-1,0 1,-1-1,1 1,0-1,0 0,8-7,-1 0,0 0,0 0,-1-1,0 0,0-1,-1 0,-1 0,0 0,0-1,-1 0,0 0,-1-1,0 1,0-3,8-58,-12 72,-1 0,0 0,1-1,-1 1,0 0,1 0,-1 0,0-1,1 1,-1 0,0 0,0 0,1 0,-1 0,0 0,1 1,-1-1,0 0,1 0,-1 0,0 1,1-1,-1 0,0 1,1-1,-1 1,1-1,-1 0,1 1,-1-1,1 1,-1 0,1-1,-1 1,1-1,0 1,-1 0,1-1,0 1,0 0,-1-1,1 1,0 0,0-1,0 1,0 0,0-1,0 1,0 0,0 0,0 0,-9 19,1 0,1 0,0 1,2 0,0 1,2-1,0 1,1-1,1 7,1-22,1-1,-1 1,1 0,0 0,1-1,-1 1,1-1,0 1,1-1,-1 0,1 0,0 0,0 0,1 0,-1-1,1 0,0 1,0-1,0-1,1 1,0-1,-1 1,1-1,0 0,1-1,1 1,28 10</inkml:trace>
  <inkml:trace contextRef="#ctx0" brushRef="#br0" timeOffset="251.29">883 504,'0'19,"0"9,2 8,4 2,4 0,6-4,2-3,1-6,-2-5,-2-3,-8-5,-8-4,-11-4,-10-2,-7-4,3-2</inkml:trace>
  <inkml:trace contextRef="#ctx0" brushRef="#br0" timeOffset="398.897">883 452,'23'-5,"16"-3,11-3,4-2,-3 1,-8 1,-11 2</inkml:trace>
  <inkml:trace contextRef="#ctx0" brushRef="#br0" timeOffset="653.217">1 10,'25'2,"33"1,34 0,32-3,21-1,11-3,-1-1,-14 1,-33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30.4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0,'-2'37,"0"0,3 0,1 0,2 0,1 0,2-1,1 1,6 8,6 2,-20-46,1 0,-1 0,1 0,0 0,-1 0,1 0,0 0,0-1,0 1,-1 0,1-1,0 1,0 0,0-1,0 1,0-1,0 1,0-1,0 0,1 1,-1-1,0 0,0 0,0 0,0 0,0 0,0 0,1 0,-1 0,0 0,0-1,0 1,0 0,0-1,0 1,0-1,0 1,0-1,0 1,0-1,1 0,9-11,-1 0,0 0,0-1,-1 0,-1 0,0-1,-1 0,0-1,-1 0,-1 0,2-11,12-42,-33 88,10-9,0-1,0 1,1-1,0 1,1 0,0 1,1-1,0 0,0 0,2 0,-1 1,1-1,2 5,-2-14,-1-1,1 1,-1-1,1 1,0-1,0 1,0-1,0 0,0 0,0 1,0-1,0 0,1 0,-1 0,0 0,1 0,-1-1,1 1,-1 0,1-1,-1 1,1-1,-1 1,1-1,-1 0,1 0,0 1,-1-1,1 0,-1 0,1-1,0 1,-1 0,1-1,-1 1,1 0,-1-1,1 0,-1 1,1-1,0-1,58-39,-51 33,-1-1,-1 0,0 0,0-1,-1 0,0 0,0-1,-1 0,-1 1,0-2,0 1,-1 0,-1-1,0 1,0-1,-1-6,-18 63,13-25,0-1,1 0,1 1,0 0,2-1,0 1,2 0,0 0,1-1,1 0,3 9,-5-24,0 0,0-1,0 1,1-1,0 0,-1 1,1-1,0-1,1 1,-1 0,0-1,1 1,0-1,-1 0,1 0,0-1,0 1,0-1,0 0,0 0,0 0,0-1,1 1,-1-1,0 0,0 0,0 0,1-1,-1 1,0-1,0 0,0-1,0 1,0 0,2-2,22-9</inkml:trace>
  <inkml:trace contextRef="#ctx0" brushRef="#br0" timeOffset="313.727">633 308,'-18'24,"14"-13,0 1,0-1,2 0,-1 1,1 0,1-1,0 1,1 0,0 0,1 2,0-11,-1-1,0 0,1 1,0-1,0 0,0 0,0 1,0-1,0 0,0 0,1 0,-1 0,1-1,-1 1,1 0,0-1,-1 1,1-1,0 1,0-1,0 0,0 0,1 0,-1 0,0 0,0 0,1-1,-1 1,0-1,1 1,-1-1,0 0,1 0,1 0,3-1,0 0,0 0,0 0,0 0,0-1,0-1,0 1,0-1,-1 0,1 0,-1-1,73-71,-79 74,0 1,0-1,0 1,0 0,0-1,0 1,0 0,0-1,0 1,1 0,-1-1,0 1,0 0,0-1,1 1,-1 0,0 0,0-1,1 1,-1 0,0 0,0-1,1 1,-1 0,0 0,1 0,-1-1,0 1,1 0,-1 0,0 0,1 0,-1 0,0 0,1 0,-1 0,1 0,-1 0,0 0,1 0,-1 0,0 0,1 0,-1 0,0 0,1 1,-1-1,0 0,1 0,-1 0,0 0,1 1,-1-1,0 0,0 0,1 1,-1-1,0 0,0 1,1-1,-1 0,0 1,0 25,0-24,-27 181,23-167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8.7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8,'4'-2,"0"1,0-1,0 1,1 1,-1-1,0 0,0 1,1 0,-1 0,0 0,0 1,1 0,-1-1,0 1,0 1,0-1,0 1,0-1,0 1,0 0,-1 1,1-1,-1 0,1 1,-1 0,0 0,0 0,0 0,-1 1,1-1,-1 1,0-1,0 1,0 0,0 0,0 0,-1 0,0 0,5 23,-1-1,-1 1,-1-1,-2 1,0 0,-2 0,-1 0,-5 21,2 2,5-46,-1-4,1 1,-1 0,1 0,-1 0,1 0,0 0,-1 0,1 0,0 0,0 0,0 0,0 0,0 0,0 0,0 0,0 0,0 0,1 0,-1 0,0 0,1 0,-1 0,0 0,1 0,-1 0,1 0,0-1,-1 1,1 0,-1 0,1-1,0 1,0 0,0-1,-1 1,1 0,0-1,0 0,0 1,0-1,1 1,6-6,0-1,0 0,0 0,-1-1,0 0,0 0,-1 0,0-1,0 0,-1 0,0-1,2-4,-6 12,7-13,0 0,-1-1,0 1,-1-1,-1 0,0-1,-1 0,-1 1,2-17,-6 32,1 1,0-1,-1 1,1-1,-1 0,0 1,1-1,-1 0,1 0,-1 1,1-1,-1 0,0 0,1 0,-1 0,1 0,-1 1,0-1,1 0,-1-1,0 1,1 0,-1 0,1 0,-1 0,0 0,1-1,-1 1,1 0,-1 0,1-1,-1 1,0 0,1-1,0 1,-1-1,1 1,-1-1,1 1,-1-1,1 1,0-1,-1 1,1-1,0 1,0-1,-1 0,1 1,0-1,0 1,0-1,0 0,0 1,0-1,0 1,0-1,0 0,0 1,0-1,-4 9,-1 0,2 1,-1 0,1-1,0 1,1 0,0 1,1-1,0 0,0 1,1-1,0 0,1 1,-1-1,2 0,0 0,0 1,-1-7,1 0,0 0,0 0,0 0,0 0,1 0,-1 0,1-1,-1 1,1-1,0 0,0 0,0 0,0 0,1 0,-1-1,0 0,1 1,-1-1,1 0,-1-1,1 1,0 0,-1-1,1 0,-1 0,3 0,2-1,0 1,0-1,-1-1,1 1,0-1,-1 0,0-1,1 0,-1 0,0-1,0 0,2-2,-1 0,-2 0,1-1,-1 0,0 0,0 0,-1-1,0 0,0 0,-1 0,0-1,-1 1,0-1,0 0,-1 0,0 0,0 0,-1 0,0-1,-1-5,1 15,-1-1,0 1,1-1,-1 0,0 1,0-1,1 0,-1 1,0-1,0 0,0 0,0 1,0-1,0 0,0 1,0-1,0 0,0 0,0 1,0-1,-1 0,1 1,0-1,-1 0,1 1,0-1,-1 1,1-1,-1 0,1 1,0-1,-1 1,0-1,1 1,-1-1,1 1,-1 0,1-1,-1 1,0 0,1-1,-1 1,0 0,0 0,1 0,-1-1,0 1,1 0,-1 0,0 0,0 0,1 0,-1 1,0-1,-5 9,0 1,1 1,0-1,0 1,2-1,-1 1,1 1,0-1,1 0,1 1,0 3,1-14,-3 11,1 0,0 0,1 0,1 0,0 0,1 0,0 0,0 0,2 0,-1 0,2 0,-1 0,1-1,1 0,0 0,1 0,0-1,1 1,13 10</inkml:trace>
  <inkml:trace contextRef="#ctx0" brushRef="#br0" timeOffset="423.119">722 261,'101'34,"-99"-34,1 0,-1 0,0 0,0 0,0 0,0 1,0-1,0 1,0-1,0 1,0 0,0 0,0 0,0 0,0 0,-1 0,1 1,0-1,-1 0,1 1,-1-1,0 1,1 0,-1 0,0-1,0 1,0 0,0 0,0 0,-1 0,1 0,0 0,-1 0,0 0,1 0,-1 0,0 0,0 0,0 1,0-1,-1 0,1 1,-6 5,6-7,-1-1,1 0,0 0,-1 0,1 1,0-1,-1 0,1 1,0-1,-1 0,1 1,0-1,-1 0,1 1,0-1,0 1,0-1,-1 0,1 1,0-1,0 1,0-1,0 1,0-1,0 0,0 1,0-1,0 1,0-1,0 1,0-1,0 1,0-1,0 0,1 1,-1-1,0 1,0-1,0 0,1 1,-1-1,0 1,0-1,1 0,-1 1,0-1,1 0,-1 0,1 1,-1-1,0 0,1 0,-1 0,1 1,-1-1,0 0,1 0,-1 0,1 0,-1 0,1 0,0 0,52 9,-40-7,0-1,0 2,0 0,0 0,-1 1,1 1,-1 0,0 0,11 8,-22-12,1 0,0 0,-1 0,1 0,-1 1,1-1,-1 1,0-1,0 1,1 0,-1-1,0 1,0 0,-1 0,1 0,0-1,-1 1,1 0,-1 0,1 0,-1 0,0 0,0 0,0 0,0 0,0 0,0 0,-1 0,1 0,-1 0,1 0,-1 0,0 0,0 0,0-1,0 1,0 0,0 0,0-1,-1 1,1-1,0 1,-1-1,-72 56,50-44,-1-2,-1 0,0-2,0-1,-1-1,0-1,-23 2,-4-3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7.09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0,'29'78,"-5"1,15 77,-34-135,-3-7,22 45,-22-59,-1 0,1 0,0-1,-1 1,1-1,-1 1,1-1,0 1,-1-1,1 0,-1 0,0 1,1-1,-1 0,0-1,1 1,-1 0,0 0,0 0,0-1,0 1,0-1,0 1,0-1,-1 1,1-1,0 1,-1-1,1 0,0 0,16-31,-2-1,-1 0,-2-1,-1-1,-1 0,-3-1,2-16,-38 196,28-136,-6 93,7-96,1 0,-1 0,1 0,-1 0,1-1,0 1,1 0,-1 0,1 0,-1-1,1 1,0-1,1 1,-1-1,0 0,1 0,0 0,0 0,0 0,0-1,0 1,0-1,1 0,1-1,1 0,-1-1,1 1,-1-1,1 0,-1-1,1 1,-1-1,1 0,-1-1,0 1,1-1,-1 0,0 0,0-1,-1 0,1 0,0 0,-1 0,0 0,1-1,-1 0,-1 0,1 0,-1 0,1-1,-1 0,0 1,-1-1,1-2,2 0,-1 0,0 0,-1-1,0 0,0 1,-1-1,0 0,0-1,-1 1,0 0,0 0,-1-1,0 1,0 0,-1 0,0-1,-1 1,1 0,-2 0,1 0,-1 0,-3-4,7 13,-1 0,0-1,0 1,1 0,-1 0,0 0,0 0,0 0,0 0,0 0,0 0,-1-1,1 1,0 0,0 0,-1 0,1 0,0-1,-1 1,1 0,-1 0,1 0,-1-1,1 1,-1 0,0-1,1 1,-1-1,0 1,1 0,-1-1,0 0,0 1,1-1,-1 1,0-1,0 0,0 0,0 1,0-1,0 0,1 0,-1 0,0 0,0 0,0 0,0 0,0 0,0-1,0 1,1 0,-1 0,0-1,0 1,0 0,1-1,-1 1,0-1,0 1,1-1,-1 0,0 1,1-1,-1 0,1 1,-1-1,1 0,-1 0,1 1,-1-2,-2 13,1 0,1 1,0-1,0 0,1 1,0-1,1 0,0 1,1-1,1 0,0 0,0 0,1 0,0-1,1 1,0-1,0 0,1-1,1 1,0-1,0 0,0-1,3 2,17 13</inkml:trace>
  <inkml:trace contextRef="#ctx0" brushRef="#br0" timeOffset="313.633">668 335,'11'-5,"0"2,1-1,-1 1,1 1,0 0,-1 0,1 1,0 1,0 0,0 0,0 2,-1-1,1 1,0 1,-1 0,4 2,-13-4,0 1,0 0,0-1,0 1,0 0,0 0,-1 0,1 0,-1 0,1 0,-1 1,0-1,0 0,0 1,0-1,0 1,0-1,-1 1,0-1,1 1,-1 0,0-1,0 1,0-1,0 1,-1 0,1-1,-1 1,1-1,-1 1,0-1,-38 74,27-60,8-12,0 1,1-1,0 1,0-1,0 1,0 0,1 0,0 0,0 1,0-1,0 1,0 5,2-10,1 0,-1 0,1 0,-1 0,1 0,0 0,-1 0,1 0,0 0,0 0,0 0,0 0,0 0,0 0,0-1,0 1,0 0,0-1,0 1,0-1,0 1,0-1,1 0,-1 1,0-1,0 0,1 0,-1 0,1 0,23 2,-1-1,1-2,0 0,-1-2,1 0,23-8,-34 9,96-22,-70 14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5.2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29,'5'1,"1"0,-1 1,1 0,-1 0,0 1,1 0,-1 0,-1 0,1 0,0 1,-1-1,1 1,-1 0,0 1,-1-1,1 1,-1 0,0-1,0 1,0 1,-1-1,1 3,28 104,-22-65,-9-46,0-1,0 0,0 1,-1-1,1 1,0-1,0 1,0-1,0 1,0-1,0 1,0-1,0 0,0 1,0-1,0 1,0-1,0 1,1-1,-1 1,0-1,0 0,0 1,1-1,-1 1,0-1,0 0,1 1,-1-1,0 0,1 1,-1-1,1 0,-1 0,0 1,1-1,-1 0,1 0,-1 0,0 1,1-1,-1 0,1 0,-1 0,1 0,-1 0,1 0,-1 0,1 0,-1 0,1 0,-1 0,0 0,1 0,-1-1,1 1,-1 0,1 0,-1 0,0-1,1 1,-1 0,1 0,-1-1,16-29,52-193,-51 190,-10 50,-26 160,18-163,1 62,1-74,-1 0,1 0,-1 0,1 0,0 0,0 0,0 0,0 0,0-1,0 1,1 0,-1-1,1 1,-1-1,1 1,-1-1,1 1,0-1,0 0,-1 0,1 0,0 0,0 0,0-1,0 1,0-1,0 1,0-1,1 0,-1 1,0-1,1 0,6-2,-1 0,1 0,-1-1,0 0,0 0,0-1,0 0,-1 0,1 0,-1-1,0-1,-1 1,1-1,-1 0,0-1,-1 1,1-1,-1 0,-1-1,1 1,-1-1,0 0,-1 0,0-1,0 2,0 0,0 1,-1-1,0 0,-1 0,0-1,0 1,0 0,-1 0,0-1,-1-3,-14 30,12-10,1 0,0 0,1 0,0 0,0 0,1 0,0 0,1 0,0 0,0 0,1 0,0 0,0-1,1 1,0-1,1 1,0-1,0 0,1 0,0-1,0 1,1-1,0-1,0 1,7 5,9 6</inkml:trace>
  <inkml:trace contextRef="#ctx0" brushRef="#br0" timeOffset="301.176">709 389,'15'-43,"2"1,1 0,3 1,6-7,-27 48,0 1,0-1,0 1,1-1,-1 1,0-1,0 1,0-1,1 1,-1-1,0 1,1-1,-1 1,1-1,-1 0,0 1,1-1,-1 0,1 1,-1-1,1 0,-1 0,1 1,-1-1,1 0,-1 0,1 0,-1 0,1 0,-1 0,1 1,0-1,-1 0,1-1,-1 1,1 0,-1 0,1 0,-1 0,1 0,-1-1,1 1,-1 0,1 0,-1-1,1 1,-1 0,1-1,-1 1,1 0,-1-1,0 1,1-1,-1 1,0-1,1 1,-1 0,0-1,0 1,0-1,1 0,-1 1,0-1,0 1,0-1,0 1,0-1,0 1,0-1,8 46,-8-42,13 193,-11-174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5:20.9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148 217,'16'24,"-2"1,-1 1,-1 0,-1 0,-1 2,-1-1,-2 1,-1 0,-1 1,-1-1,-2 1,0 0,-3 15,5 18,2-79,14-229,0 100,-20 146,0 0,0-1,0 1,0-1,0 1,0-1,0 1,0-1,0 1,0-1,0 1,0 0,0-1,1 1,-1-1,0 1,0 0,1-1,-1 1,0-1,0 1,1 0,-1-1,0 1,1 0,-1 0,0-1,1 1,-1 0,1 0,-1 0,0-1,1 1,-1 0,1 0,-1 0,1 0,-1 0,1 0,-1 0,0 0,1 0,-1 0,1 0,-1 0,1 0,-1 0,1 0,-1 0,0 1,1-1,-1 0,1 0,-1 1,0-1,1 0,-1 0,0 1,1-1,-1 0,0 1,1-1,-1 0,0 1,0-1,1 1,13 28,47 213,-61-239,0-2,0 0,0 0,-1 0,1 0,0 0,0 0,0 0,0 0,0 0,0 0,1 0,-1 0,0 0,0 0,1 0,-1 0,1 0,-1 0,0 0,1-1,0 1,-1 0,1 0,0 0,-1-1,1 1,0 0,0-1,-1 1,1-1,0 1,0-1,0 1,0-1,0 1,0-1,0 0,0 0,0 1,0-1,0 0,0 0,0 0,0 0,0 0,0 0,0-1,0 1,6-9,-1 0,0 0,-1-1,0 0,0 0,-1-1,3-10,4-9,86-228,-88 241,-2 34,-27 204,20-218,-2 20,1 0,1 1,1-1,1 0,3 12,-4-30,0 1,0-1,1 1,0-1,0 0,1 0,-1 0,1 0,0 0,1 0,-1-1,1 0,-1 0,1 0,1 0,-1 0,1-1,-1 0,1 0,0 0,0 0,0-1,0 0,1 0,1 0,6 1,1 0,0-1,-1-1,1-1,0 0,-1 0,1-1,0-1,-1-1,11-2,-1-2</inkml:trace>
  <inkml:trace contextRef="#ctx0" brushRef="#br0" timeOffset="346.611">910 605,'0'17,"-2"-11,1 1,0-1,1 0,-1 1,1-1,0 0,1 1,-1-1,1 0,1 1,-1-1,1 0,0 0,1 0,-1 0,1-1,0 1,0-1,1 1,0-1,0 0,0 0,0-1,1 1,0-1,0 0,0-1,5 4,-6-5,1 0,0 0,0 0,0-1,0 0,0 0,0 0,0 0,0-1,1 0,-1 0,0 0,0-1,0 1,0-1,1-1,-1 1,-1-1,1 0,0 0,0 0,-1 0,1-1,-1 0,0 0,0 0,0-1,0 1,0-1,-1 0,1 0,-1 0,0 0,-1-1,1 1,-1-1,1-2,-2 1,-1-1,0 0,0 0,0 0,-1 1,0-1,-1 0,1 0,-1 1,0 0,-1-1,0 1,0 0,0 0,-1 0,1 0,-2 1,1 0,0 0,-1 0,0 0,0 0,-1 1,1 0,-1 0,0 1,0 0,0 0,0 0,0 1,-1-1,1 2,-1-1,0 1,1 0,-1 0,0 0,0 1,0 1,1-1,-1 1,0 0,0 0,1 1,-1 0,1 0,-1 1,0 0,1 2,-1 1,1 0,1 0,-1 0,1 1,0-1,1 1,-1 0,1 1,1-1,-1 1,1 0,1 0,0 0,-1 2,-7 33</inkml:trace>
  <inkml:trace contextRef="#ctx0" brushRef="#br0" timeOffset="3111.54">1 83,'4'0,"7"0,8 0,11 0,16 0,17 0,16 0,16-2,11-4,7-2,-3 0,-7-1,-10-2,-16 2,-16 3,-18-2,-18 0,-15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6:54.7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0 269,'19'23,"0"0,-2 2,-1 0,-1 1,-1 0,-1 2,-2-1,0 1,1 11,-2-9,-3-41,66-187,-66 187,-6 17,-4 22,2-22,-1 104,3-105,0-1,0 1,1-1,-1 1,1-1,0 0,0 0,1 0,-1 0,1 0,-1-1,1 1,1-1,-1 0,0 0,1 0,-1 0,1 0,0-1,0 1,0-1,0 0,1 0,1 0,0 0,1-1,-1 1,0-1,1 0,-1 0,0-1,1 0,-1 0,1-1,-1 0,1 0,-1 0,0-1,0 0,0 0,0 0,0-1,0 0,0 0,-1-1,0 1,0-1,0 0,0-1,0 1,0-2,3-3,0 0,-1-1,0 0,0 0,-1-1,0 0,-1 0,0 0,-1-1,0 0,-1 0,0 0,0-10,-2 17,0-1,0 1,-1-1,0 1,0-1,0 1,-1-1,0 1,0 0,0-1,-1 1,1 0,-1 0,0 0,-1 0,0 0,1 0,-1 1,-1-1,3 5,1-1,-1 0,0 1,0-1,-1 1,1-1,0 1,0 0,0-1,0 1,0 0,0 0,0 0,-1 0,1 0,0 0,0 0,0 0,0 0,0 0,-1 1,1-1,0 0,0 1,0-1,0 1,0-1,0 1,0 0,0-1,0 1,1 0,-1 0,0 0,0 0,1-1,-1 1,0 0,1 0,-1 0,1 0,-1 0,1 1,0-1,-21 50,19-44,0 1,0 0,0 0,1 0,1 0,-1 0,1 0,0 0,1 0,0 0,1 0,-1 0,1 0,1 0,-1-1,1 1,1-1,0 0,0 0,0 0,0 0,1-1,0 0,1 0,0 0,-1-1,5 3,75 28,-42-27</inkml:trace>
  <inkml:trace contextRef="#ctx0" brushRef="#br0" timeOffset="419.397">936 295,'-9'1,"0"0,1 0,-1 1,0 0,1 1,0 0,0 0,-1 1,2 0,-1 0,0 1,1 0,0 1,0-1,1 1,0 0,0 1,-5 6,7-8,0 0,0 0,1 0,0 0,0 1,0-1,1 1,0-1,0 1,0 0,1 0,-1 0,2 0,-1 0,1 0,-1 0,2 1,-1-1,1 0,0 0,0 0,1 0,-1 0,1-1,1 1,-1 0,2 2,4 0,0-1,0 1,0-1,1-1,0 0,0 0,1-1,-1 0,1 0,0-1,1-1,-1 0,1 0,-1-1,1 0,0-1,0 0,-1 0,1-2,0 1,7-2,-6 2,-1 0,1-1,-1 0,0-1,1 0,-1 0,0-2,0 1,-1-1,1-1,-1 0,0 0,0-1,0-1,-1 1,0-1,-1-1,1 0,-1 0,-1-1,1 1,-2-2,1 1,-1-1,-1 0,1 0,-2-1,0 1,0-1,-1 0,1-5,-3 14,0 0,0 0,-1 0,1 0,-1-1,0 1,1 0,-1 0,0 0,0 0,0 0,-1-1,1 1,0 0,-1 0,0 0,1 0,-1 0,0 0,0 0,0 0,0 0,0 1,-1-1,1 0,0 1,-1-1,1 1,-1-1,0 1,1 0,-1-1,0 1,0 0,0 0,0 0,0 1,0-1,0 0,0 1,0 0,0-1,0 1,-1 0,1 0,0 0,0 0,0 0,-2 1,-2 3,0 1,0 0,0 1,1-1,0 1,0 0,0 0,1 1,0-1,0 1,1 0,-1 0,2 1,-1-1,1 0,0 1,0-1,1 1,0 0,1 0,-1-1,2 1,-1 0,1 0,1 7,0-9,1 1,-1-1,1 0,0 0,1 0,-1 0,1 0,0-1,1 0,-1 0,1 0,0 0,0-1,1 0,-1 0,1 0,0-1,0 1,0-1,0-1,1 1,-1-1,31 9</inkml:trace>
  <inkml:trace contextRef="#ctx0" brushRef="#br0" timeOffset="756.049">1537 241,'-6'1,"0"0,0 0,0 1,0 0,1 0,-1 0,1 1,-1 0,1 0,0 0,0 0,0 1,0 0,1 0,-1 0,1 1,0-1,0 1,1 0,0 0,0 0,0 1,0-1,1 1,0 0,0 0,0-1,1 1,0 0,0 0,0 0,1 1,0-1,0 0,1 0,-1 0,1 0,1 0,-1 0,1 0,6 11,0 0,2-1,-1 0,2 0,0-1,1-1,1 0,0 0,6 4,46 52,-64-69,0 0,0-1,0 1,0 0,0 0,0 0,0 0,0 0,-1 0,1 0,0 0,-1 0,1 0,-1 1,1-1,-1 0,1 0,-1 1,0-1,0 0,0 0,1 1,-1-1,-1 0,1 1,0-1,0 0,0 1,-1-1,1 0,0 0,-1 0,1 1,-1-1,0 0,1 0,-1 0,0 0,0 0,0 0,1 0,-1 0,0 0,0 0,0-1,-1 1,1 0,0-1,0 1,0-1,0 1,-1-1,0 2,-1-1,0 0,1 0,-1-1,1 1,-1-1,0 1,0-1,1 0,-1 0,0 0,0 0,1 0,-1-1,0 1,0-1,1 0,-1 0,1 0,-1 0,1 0,-1 0,1-1,0 1,-1-1,1 0,0 0,0 0,0 0,0 0,1 0,-1 0,1 0,-1-1,1 1,0-1,0 1,0-1,0 0,0 1,0-1,0-2,1-15</inkml:trace>
  <inkml:trace contextRef="#ctx0" brushRef="#br0" timeOffset="1590.076">1778 442,'-7'3,"1"0,-1 1,1 0,0-1,0 2,1-1,-1 1,1 0,0 0,0 0,1 1,-1-1,1 1,1 0,-1 1,1-1,0 1,0-1,1 1,0 0,0 0,1 0,-1 0,2 0,-1 0,1 1,0-1,0 0,2 3,-2-7,2 0,-1 0,0 0,0-1,1 1,0 0,0-1,-1 1,1-1,1 0,-1 0,0 1,0-1,1-1,-1 1,1 0,0-1,0 1,-1-1,1 0,0 0,0 0,0 0,0 0,0-1,0 1,0-1,1 0,-1 0,0 0,0 0,0-1,0 1,0-1,0 0,0 0,0 0,0 0,0 0,-1-1,1 1,0-1,-1 0,1 0,-1 0,0 0,0 0,1 0,-1-1,-1 1,1-1,0 1,-1-1,1 0,-1 0,1 0,-1-1,1-1,0 1,-1-1,0 0,0 1,-1-1,1 0,-1 1,0-1,0 0,0 0,-1 1,0-2,-9 20,9 51,1-63,1 1,-1-1,0 0,1 0,-1 0,1 0,0 0,-1 0,1 0,0 0,1 0,-1 0,0 0,0-1,1 1,-1 0,1-1,-1 1,1-1,0 0,-1 1,1-1,0 0,0 0,0 0,0 0,0-1,2 1,0-2,-1 0,1 0,0 0,-1-1,1 1,-1-1,1 0,-1 0,0 0,0-1,0 1,0-1,0 0,-1 1,1-1,-1 0,0-1,0 1,0 0,0-1,0 1,0-2,8-16,-1-1,0 0,-2 0,0-1,-2 0,1-9,-6 32,0-1,0 0,0 1,0-1,0 0,0 1,0-1,0 0,0 1,0-1,0 1,0-1,1 0,-1 1,0-1,0 0,1 1,-1-1,0 1,1-1,-1 1,1-1,-1 1,1-1,-1 1,1-1,-1 1,1 0,-1-1,1 1,-1 0,1-1,0 1,-1 0,1 0,0-1,-1 1,1 0,0 0,-1 0,1 0,0 0,-1 0,1 0,0 0,-1 0,1 1,-1-1,1 0,0 0,-1 0,1 1,0-1,-1 0,1 1,-1-1,1 1,-1-1,1 0,-1 1,1-1,-1 1,0-1,1 1,-1 0,1 0,6 8,1 1,-1 0,-1 1,0-1,0 1,-1 0,-1 1,0-1,0 1,-1 0,-1 0,0 0,0 1,-1-1,-1 10,0-19,1-1,-1 0,1 0,-1 0,1 0,0 0,0 0,0 0,0 0,0 0,0 0,1 0,-1 0,1-1,-1 1,1-1,0 1,-1-1,1 0,0 1,0-1,0 0,0 0,0 0,0-1,0 1,0 0,0-1,1 1,-1-1,0 0,0 0,0 0,1 0,-1 0,0 0,0-1,0 1,2-1,3 2,0 0,-1-1,1 1,0-2,0 1,0-1,0 0,0 0,0-1,0 0,-1 0,1 0,-1-1,0 0,1-1,-1 1,-1-1,1 0,0-1,0-1,-5 6,-1 1,0-1,0 0,0 0,0 1,1-1,-1 0,0 0,0 0,0 0,1 1,-1-1,0 0,0 0,1 0,-1 0,0 0,1 0,-1 0,0 0,0 0,1 1,-1-1,-5 17,5-16,0 1,0-1,0 1,0-1,0 1,0-1,0 1,0-1,1 1,-1-1,1 1,-1-1,1 1,0-1,-1 1,1-1,0 0,0 0,0 1,0-1,0 0,0 0,0 0,0 0,1 0,-1 0,0 0,1-1,-1 1,0 0,1-1,-1 1,1-1,0 1,13 3</inkml:trace>
  <inkml:trace contextRef="#ctx0" brushRef="#br0" timeOffset="1835.447">2313 202,'-9'11,"-1"7,6-1,4-3</inkml:trace>
  <inkml:trace contextRef="#ctx0" brushRef="#br0" timeOffset="2089.239">2460 1,'13'18,"8"22,-1 20,-3 21,-7 16,-10 15,-9 9,-12 4,-12 1,-16-4,-18-10,2-24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3:57.0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2790 755,'14'-9,"1"0,0 0,0 1,0 1,1 0,0 2,0-1,18-2,-31 8,0 0,0 0,0 0,0 0,1 0,-1 1,0-1,0 1,0 0,0 0,0 0,0 0,0 1,-1-1,1 1,0 0,-1-1,1 1,-1 0,0 1,1-1,-1 0,0 1,0-1,-1 1,1 0,0-1,-1 1,0 0,1 0,-1 2,19 100,-15 289,-7-366,-2-25</inkml:trace>
  <inkml:trace contextRef="#ctx0" brushRef="#br0" timeOffset="250.011">2805 1103,'18'-2,"13"-1,10-3,9-1,6-1,0 0,-5 0,-7 0,-10 1</inkml:trace>
  <inkml:trace contextRef="#ctx0" brushRef="#br0" timeOffset="503.337">2670 488,'3'-3,"9"0,19-2,20-2,19-5,17-3,8 2,5 2,-3 7,-19 2</inkml:trace>
  <inkml:trace contextRef="#ctx0" brushRef="#br0" timeOffset="2280.038">4034 180,'-2'2,"0"-1,0 0,0 1,1-1,-1 1,0 0,0 0,1-1,-1 1,1 0,0 0,-1 0,1 1,0-1,0 0,1 0,-1 1,0-1,1 0,-1 1,1-1,0 1,0-1,0 0,0 1,0-1,0 1,1-1,-1 0,1 1,-1 7,-1 533,9 457,-3-776,-11-184,5-39,1-1,-1 1,1 0,-1 0,1-1,-1 1,1 0,-1-1,1 1,-1-1,0 1,0-1,1 1,-1-1,0 0,0 1,1-1,-1 0,0 1,0-1,0 0,1 0,-1 0,0 0,0 0,0 0,0 0,1 0,-1 0,0 0,0 0,0-1,0 1,1 0,-1 0,0-1,0 1,1-1,-1 1,0-1,1 1,-2-1,-30-22,28 20,0-1,-1 1,1 0,-1 0,0 0,0 0,0 1,0 0,0 0,-1 0,1 1,-1 0,-335-38,-311 36,-535 45,434-57,707 15,-42 0,0-3,-44-9,4-11,14 3,56 13,49 7,1-1,-1 0,0 0,0 0,1-1,-1-1,1 0,0 0,-5-2,-14-10,19 12,-1-1,1 0,1 0,-1-1,0 0,1-1,0 1,0-1,1-1,0 1,0-1,0 0,1 0,0-1,1 0,-5-8,-8-42,3-2,2 0,2-1,3 0,2-56,5-76,8 1,13-41,-7 81,24-257,-36 392,0 0,2 0,0 0,0 1,2-1,0 1,1 0,1 1,3-5,7-5</inkml:trace>
  <inkml:trace contextRef="#ctx0" brushRef="#br0" timeOffset="3330.586">4061 835,'-4'1,"1"-1,-1 1,1-1,0 1,-1 0,1 0,0 1,0-1,0 1,-1-1,2 1,-1 0,0 0,0 1,1-1,-1 0,1 1,0 0,-1-1,1 1,0 0,1 0,-1 0,1 0,-1 1,1-1,0 0,0 0,0 1,1-1,-1 3,-2 2,1-1,0 1,0 0,0 0,1 0,1 0,-1 0,1 0,0 0,1 0,0 0,0 0,1 0,0 0,1-1,-1 1,1-1,1 1,-1-1,1 0,1 0,-1-1,1 1,0-1,1 0,-1 0,1-1,1 0,0 1,3 1,1-1,-1-1,1 1,0-2,1 1,-1-2,1 1,0-2,0 0,0 0,0-1,0 0,0-1,0-1,1 0,4-1,-9 1,0-1,0 0,0 0,0-1,0 0,-1 0,1-1,-1 0,0 0,0-1,0 0,-1 0,0 0,0-1,0 0,-1-1,1 1,-2-1,1 0,-1 0,0 0,0 0,-1-1,1-1,-2 0,1-1,-1 1,-1-1,0 1,0-1,-1 1,-1-1,1 1,-1-1,-1 1,0-1,0 1,-1 0,0 0,0 0,-1 0,-1 1,1-1,-1 1,-1 0,1 0,-1 1,-1 0,1 0,-1 0,0 1,-1 0,0 1,0-1,-6-2,5 2,1 1,-1 0,-1 1,1-1,0 2,-1 0,0 0,0 0,0 1,0 1,0 0,0 0,0 1,0 0,0 1,-1 0,1 1,0 0,1 0,-1 1,0 0,1 1,-1 0,1 1,0 0,1 0,-1 1,-6 5,10-7,0 1,1-1,0 0,0 1,0 0,0 0,1 0,-1 1,1-1,1 1,-1-1,1 1,0 0,0 0,1 0,0 0,0 0,0 0,1 1,0-1,0 0,0 0,1 1,0-1,0 0,1 0,-1 0,2 0,-1-1,0 1,1 0,0-1,0 0,1 1,3 3,22 18</inkml:trace>
  <inkml:trace contextRef="#ctx0" brushRef="#br0" timeOffset="3820.416">4301 956,'103'17,"0"-4,88-2,-125-7,1048 31,-37 28,-808-43,-296 0,22-17</inkml:trace>
  <inkml:trace contextRef="#ctx0" brushRef="#br1" timeOffset="99966.429">6374 247,'15'14,"-1"1,0 0,-1 1,-1 1,0 0,-2 0,6 13,-7-8,-1 1,-1 0,-1 0,-1 1,-1 0,-1-1,0 23,-2-28,-1-17,0-1,0 0,1 0,-1 0,0 1,1-1,-1 0,0 0,1 0,-1 0,0 0,1 0,-1 0,0 1,1-1,-1 0,1 0,-1-1,0 1,1 0,-1 0,0 0,1 0,-1 0,0 0,1 0,-1 0,0-1,1 1,-1 0,0 0,1 0,-1-1,0 1,0 0,1 0,-1-1,0 1,0 0,0-1,0 1,1 0,-1-1,0 1,0 0,0-1,0 1,0 0,0-1,0 1,0 0,0-1,0 1,0-1,0 1,0 0,0 0,19-34,-2 0,-1-1,-2-1,8-28,2-6,-42 190,24-19,-5-98,-1 0,1-1,0 1,0 0,0-1,0 1,0-1,0 1,1-1,-1 1,1-1,0 0,0 0,0 0,0 0,0 0,0 0,0-1,0 1,1-1,-1 1,1-1,-1 0,1 0,0 0,-1 0,1-1,0 1,-1-1,1 1,0-1,0 0,0 0,1 0,2-3,1 0,-1 0,0 0,0-1,-1 0,1 0,-1 0,0-1,0 1,0-1,0-1,-1 1,0 0,0-1,-1 0,1 0,-1 0,-1-1,1 1,-1-1,0 1,1-6,3-13,0 0,-2-1,-1 1,0-1,-2 0,-2 1,0-8,-8 58,9-24,-5 21,1 0,0-1,2 2,1-1,0 0,2 0,0 0,2 0,0 0,3 8,-3-24,0 0,1 0,0-1,-1 1,2-1,-1 0,1 0,0 0,0-1,0 1,0-1,1 0,0-1,-1 0,1 0,1 0,-1 0,0-1,1 0,-1 0,1-1,6 1,28 5</inkml:trace>
  <inkml:trace contextRef="#ctx0" brushRef="#br1" timeOffset="100501.291">7162 568,'5'-2,"-1"0,1 1,-1 0,1 0,0 0,0 1,-1-1,1 1,0 0,0 1,0-1,-1 1,1 0,0 0,-1 1,1-1,-1 1,1 0,-1 0,0 0,0 1,0-1,0 1,0 0,-1 0,1 1,-1-1,0 1,0 0,0 0,0 0,-1 0,1 1,3 19,-1 0,0 1,-2 0,-1-1,-2 1,0 0,-1 0,-1 0,-2 0,-5 21,7-37,-17 128,20-131,1-7</inkml:trace>
  <inkml:trace contextRef="#ctx0" brushRef="#br1" timeOffset="100751.187">7136 795,'11'5,"13"1,14 0,14-4,9-4,4-4,-4-4,-12 1,-13 1</inkml:trace>
  <inkml:trace contextRef="#ctx0" brushRef="#br1" timeOffset="101434.655">6080 7,'13'4,"19"2,19 0,22-2,21 0,22-2,18-1,19-1,10 0,2 0,-26 0</inkml:trace>
  <inkml:trace contextRef="#ctx0" brushRef="#br1" timeOffset="130947.381">1320 3349,'11'0,"14"2,15 1,17 0,13-1,10-1,7 0,3 0,0-1,-5 0,-9 0,-11-2,-15-1,-13 0,-15 3,-14 3,-8 2</inkml:trace>
  <inkml:trace contextRef="#ctx0" brushRef="#br1" timeOffset="132099.791">3258 2787,'-9'-3,"-3"3,1 4,4 10,3 8,3 1</inkml:trace>
  <inkml:trace contextRef="#ctx0" brushRef="#br1" timeOffset="132350.165">3273 3255,'0'2,"0"6,-3 3,0 2,-2 2,-1-2</inkml:trace>
  <inkml:trace contextRef="#ctx0" brushRef="#br1" timeOffset="132603.98">4235 2507,'0'16,"-3"14,0 13,-2 11,0 6,1 3,0 0,2-3,1-8,0-7,3-17,2-13</inkml:trace>
  <inkml:trace contextRef="#ctx0" brushRef="#br1" timeOffset="132850.872">4221 2439,'3'19,"0"0,0 0,2-1,0 0,2 1,0-2,0 1,2-1,0 0,5 5,24 39,3-1,2-2,47 46,-39-38,-51-64,1-1,0 0,-1 1,1-1,-1 0,0 1,1-1,-1 1,0-1,0 1,0-1,0 1,0-1,0 0,0 1,0-1,-1 1,1-1,0 1,-1-1,0 0,1 1,-1-1,0 0,1 0,-1 0,0 1,0-1,0 0,0 0,0 0,0 0,0 0,-1-1,1 1,0 0,0 0,-2 0,-57 19,54-19,-316 52,284-48,24-7,16-2</inkml:trace>
  <inkml:trace contextRef="#ctx0" brushRef="#br1" timeOffset="133149.778">5398 2640,'-33'-11,"0"2,-1 2,1 0,-1 2,-28 1,40 2,1 2,-1 1,1 0,-1 2,1 0,0 1,0 2,0 0,-2 2,13-4,0 0,1 1,0 0,0 0,0 1,1 0,0 0,0 1,1 0,-1 1,2 0,-1 0,1 0,0 1,1 0,0 0,0 0,1 1,-3 9,4-11,1 1,0 0,1 0,-1 0,2 0,-1 0,1 0,1 0,0 0,0 0,0 0,1 0,1 0,0-1,0 1,0-1,1 0,0 0,1 0,0 0,0-1,1 0,-1 0,2 0,-1-1,5 4,7 1,0-1,0 0,1-2,0 0,0-2,1 0,0 0,0-2,1-1,-1 0,1-2,8 0,30 1,0-3,-1-2,8-3,44-9</inkml:trace>
  <inkml:trace contextRef="#ctx0" brushRef="#br1" timeOffset="130180.396">1481 2733,'-7'17,"1"-1,1 1,1 1,0-1,1 0,1 1,1 0,0-1,1 1,1 0,1 0,1-1,0 1,1-1,1 0,0 0,2-1,7 16,-9-25,-1 0,1-1,1 1,-1-1,1 0,1-1,-1 0,0 0,1 0,3 1,-8-5,0 0,0 1,0-1,0 0,1-1,-1 1,0 0,1-1,-1 1,0-1,1 1,-1-1,1 0,-1 0,0-1,1 1,-1 0,0-1,1 1,-1-1,0 0,1 0,-1 0,0 0,0 0,0 0,0 0,0-1,0 1,0-1,0 0,-1 1,1-1,-1 0,1 0,0-2,4-10,0 0,-1-1,-1 1,0-1,-1 0,-1 0,0-1,-1 1,-1 0,0-1,-2-12,0-8,-2 0,-1 1,-1 0,-2 0,-2 0,-1 1,-10-20,21 54,-2-5,1 1,-1 0,0 0,0 0,0 0,-1 1,1-1,-1 0,0 1,0 0,0-1,-1 1,1 1,-1-1,2 3,1 0,-1 0,1 0,-1 0,1 0,-1 0,0 1,1-1,-1 0,1 1,-1 0,1-1,0 1,-1 0,1 0,-1-1,1 1,0 0,0 1,0-1,0 0,0 0,0 0,0 1,0-1,0 0,0 1,1-1,-1 1,0-1,1 1,-1-1,1 2,-13 29,2 0,2 0,0 1,2 0,2 1,1 0,2-1,1 21,2 38,5-13</inkml:trace>
  <inkml:trace contextRef="#ctx0" brushRef="#br1" timeOffset="130644.156">1828 2493,'-4'13,"14"156,11 68,-13-209,14-39,14-41,-30 41,1 0,0 0,1 0,0 1,1 0,0 0,0 1,1 1,1-1,-1 2,2-1,-9 6,0 1,-1 0,1 0,0 0,0 0,0 0,0 1,-1-1,1 1,0 0,0 0,0 0,0 0,0 0,0 1,0-1,0 1,0 0,0 0,-1 0,1 0,0 0,-1 1,1-1,-1 1,1 0,-1 0,0 0,0 0,0 0,0 0,1 1,3 5,0 1,-1 0,1 0,-2 0,1 1,-1-1,-1 1,2 7,-2-9,1 1,-2-1,0 1,0-1,0 1,-1 0,0-1,-1 1,0 0,0 0,-1 0,0-1,-1 1,0-1,0 1,-1-1,0 1,0-1,-1 0,0 0,0-1,-1 1,0-1,0 0,-1 0,0-1,0 0,-1 0,1 0,-1-1,-3-1,1 0,0-1,-1-1,1 0,-1 0,0 0,0-2,1 1,-1-1,0 0,0-1,0 0,1-1,-1 0,0-1,1 1,0-2,-4-1,9 4,-8-2</inkml:trace>
  <inkml:trace contextRef="#ctx0" brushRef="#br1" timeOffset="131551.7">2805 2747,'-30'-1,"1"0,-1 2,1 1,0 2,0 0,0 2,0 2,1 0,0 2,1 1,0 1,-14 9,38-20,2-1,-1 0,1 1,-1-1,0 0,1 0,-1 1,1-1,-1 1,1 0,0-1,-1 1,1 0,-1 0,1 0,0 0,0 0,0 0,-1 0,1 0,0 0,0 1,1-1,-1 0,0 1,0-1,1 0,-1 1,0-1,1 1,0-1,-1 1,1 0,0-1,0 1,0-1,0 1,0 0,0-1,0 1,0-1,1 1,-1-1,1 1,0 0,6 4,1-1,0 1,1-1,0-1,-1 0,1 0,1 0,7 1,6 3,-4-1,-3-3,-1 1,0 0,0 1,-1 1,0 0,0 1,-1 0,1 1,-2 1,0 0,0 0,0 2,-2-1,8 10,-17-18,0-1,1 1,-1-1,0 1,0-1,-1 1,1 0,-1 0,1 0,-1-1,0 1,0 0,0 0,0 0,-1-1,1 1,-1 0,1 0,-1-1,0 1,0 0,0-1,-1 1,1-1,-1 0,1 1,-1-1,0 0,0 0,0 0,0 0,0 0,0 0,0-1,-1 1,0 0,-8 4,0 0,0 0,-1-1,0 0,0-1,0-1,-7 2,-108 7,161-20,-9 5</inkml:trace>
  <inkml:trace contextRef="#ctx0" brushRef="#br1" timeOffset="134966.802">5906 2627,'0'4,"0"9,0 11,0 13,0 11,0 9,0 4,0 1,0-4,0-6,0-16,0-12</inkml:trace>
  <inkml:trace contextRef="#ctx0" brushRef="#br1" timeOffset="135304.9">5839 2507,'7'0,"1"1,-1 0,0 0,0 1,0 0,0 0,-1 1,1 0,-1 0,1 0,-1 1,0 0,0 0,-1 0,1 1,-1 0,4 4,23 22,-2 2,-1 1,-1 1,-2 2,-2 0,-1 2,-2 0,-2 2,1 5,-11-26,-1 0,0 0,-2 1,0 0,-2 0,0 0,-1 0,-2 3,-1-21,0 0,0 0,0 0,-1 0,0 0,1-1,-1 1,0 0,0 0,-1 0,1-1,-1 1,1-1,-1 1,0-1,0 1,0-1,0 0,0 0,-1 0,1 0,0 0,-1-1,0 1,1-1,-1 0,0 0,0 0,-2 1,-90 10,89-11,-231-3,213 3,24-1,0 1,1-1,-1 0,0 0,0 0,0 0,0 1,0-1,0 0,0 0,0 0,0 1,0-1,0 0,0 0,0 0,0 0,0 1,0-1,0 0,0 0,0 0,0 1,0-1,0 0,0 0,0 0,-1 1,18 1</inkml:trace>
  <inkml:trace contextRef="#ctx0" brushRef="#br1" timeOffset="136262.158">7310 2814,'-22'-4,"-1"2,1 0,0 2,0 0,-21 4,34-3,1 0,0 1,0 0,1 0,-1 1,0 0,1 0,-1 1,1 0,0 0,0 1,1-1,0 2,-1-1,2 1,-1 0,-2 3,5-6,2 1,-1-1,0 0,1 0,-1 1,1-1,0 1,0-1,0 1,1 0,-1-1,1 1,0 0,0-1,0 1,0 0,1-1,0 1,-1-1,1 1,1 0,-1-1,0 0,1 1,0-1,-1 0,1 0,1 0,-1 0,0 0,1 0,-1-1,1 1,0-1,0 0,0 0,0 0,0 0,18 9,0 0,0-2,1 0,0-2,0 0,1-2,0 0,0-2,0 0,20-1,-15 1,0-1,1-2,-1-1,0-1,0-1,0-1,0-2,0-1,-1-1,0-1,-1-2,0-1,-1 0,13-10,10-32,-47 53,0-1,0 0,0 1,-1-1,1 0,0 0,-1 0,1 1,-1-1,0 0,0 0,1 0,-1 0,-1 0,1 0,0 0,0 1,-1-1,1 0,-1 0,1 0,-1 0,0 1,0-1,0 0,0 1,0-1,0 1,0-1,0 1,-1-1,1 1,0 0,-1 0,0-1,-4-1,0 1,0 0,0 1,0-1,0 1,-1 0,1 1,0-1,0 1,-1 1,1-1,0 1,0 0,-1 0,1 1,0 0,0 0,1 0,-1 1,0 0,1 0,0 0,-5 4,2-2,-1 0,1 1,1 0,-1 1,1 0,0 0,0 0,1 1,0 0,1 0,-1 0,1 1,1 0,0 0,-3 9,7-17,0 1,-1-1,1 1,0-1,0 0,0 1,0-1,0 1,1-1,-1 0,0 1,1-1,-1 0,1 1,-1-1,1 0,0 0,-1 1,1-1,0 0,0 0,0 0,0 0,0 0,0 0,0 0,0 0,0-1,1 1,-1 0,0-1,0 1,1-1,-1 1,0-1,1 1,-1-1,54 2,-44-4,1-1,-1 0,0 0,-1-2,1 1,-1-1,0-1,0 1,0-2,-1 0,0 0,0 0,1-3,-10 9,1 0,-1 1,1-1,-1 0,1 0,-1 0,1 0,0 1,-1-1,1 0,0 0,0 1,0-1,-1 1,1-1,0 1,0-1,0 1,0-1,0 1,0 0,0 0,0-1,0 1,0 0,0 0,0 0,0 0,0 0,0 0,0 1,0-1,0 0,0 0,0 1,0-1,0 0,0 1,0-1,0 1,-1 0,1-1,0 1,0-1,0 1,-1 0,1 0,0-1,-1 1,1 0,-1 0,1 0,-1 0,1 0,-1 0,0 0,1 0,-1 0,0 0,2 5,1 0,0-1,0 1,1-1,0 0,0 0,0 0,0 0,1-1,-1 0,1 0,0 0,1 0,-1-1,1 0,-1 0,1 0,0-1,0 0,0 0,0-1,0 1,1-1,-1-1,0 1,1-1,1 0,1-1,0 0,0-1,0 0,0-1,0 0,-1 0,0-1,0 0,0 0,0-1,0 0,-1 0,0-1,0 0,0 0,-1 0,0-1,0 0,2-5,8-11,-2 0,-1 0,-1-1,-1-1,-1 0,-1-2,5-15,-2 0,-2-1,-2-1,-1 0,-3 0,-1 0,-3 0,-1 0,-6-36,4 67,1-1,-2 1,0 0,0-1,-2 2,1-1,-2 1,-5-10,9 18,1 0,-1 0,0 1,0 0,0-1,0 1,-1 0,1 0,-1 1,0-1,0 1,0 0,0 0,0 0,0 0,-1 1,1 0,0 0,-1 0,1 0,-1 1,1-1,-1 1,1 1,-1-1,0 0,1 1,-3 1,-2 0,1 2,-1-1,1 1,-1 0,1 1,0 0,0 0,1 1,0 0,0 0,0 1,1 0,0 0,0 0,1 1,0 0,0 0,1 0,-3 6,0 3,0 0,2 0,0 0,0 0,2 1,0 0,1 0,1 0,1 17,2-16,1 1,0 0,2-1,0 0,2 0,0 0,1-1,0 0,2-1,0 0,1 0,0-1,2 0,0-1,0-1,2 1,5 4,2 0,0-2,1 0,1-2,0 0,1-2,0 0,1-2,1-1,25 6,4-4</inkml:trace>
  <inkml:trace contextRef="#ctx0" brushRef="#br1" timeOffset="137269.615">8686 2720,'-14'-2,"1"1,-1 0,0 1,0 1,1 0,-1 1,0 0,1 1,-6 2,14-3,-1 0,1 0,0 0,0 1,0 0,0 0,0 0,1 0,-1 1,1 0,0 0,0 0,0 0,1 1,-1-1,1 1,0 0,1 0,-1 0,1 0,0 1,0-1,0 5,1-5,0 0,1 0,0 0,0 0,0 0,0 1,1-1,0 0,0 0,0 0,1 0,0 0,0-1,0 1,0 0,1-1,0 0,0 1,0-1,0 0,1-1,-1 1,1 0,0-1,3 2,5 3,0 0,0-1,0 0,1-1,0-1,0 0,0 0,1-2,0 1,3-1,1 0,-1-1,1 0,-1-2,1 0,-1-1,1-1,12-2,-22 2,-1 0,1 0,-1 0,0-1,0 0,0-1,-1 1,1-1,-1 0,0-1,0 0,0 0,0 0,-1-1,0 1,0-1,-1 0,0-1,0 1,0-1,0-2,1-3,-1 0,-1 0,0 0,0-1,-2 1,1-1,-2 0,1 1,-2-1,0 1,0-2,-2 45,4-15,-1 5,1-1,1 1,1-1,1 0,0 0,2 0,0-1,3 6,-8-23,0 0,0 1,1-1,-1 0,0 0,1-1,-1 1,1 0,0 0,0-1,0 1,-1-1,1 0,0 1,1-1,-1 0,0 0,0 0,0-1,1 1,-1 0,0-1,1 0,-1 1,0-1,1 0,-1 0,1 0,-1-1,0 1,1-1,-1 1,0-1,2 0,73-43,-60 32,0-1,-1-1,-1-1,0 0,-1-1,-1-1,0 0,-1-1,-1 0,-1 0,0-2,4-12,-17 38,1 1,0 0,1 0,0 0,0 0,0 0,1 0,0 1,0-1,1 0,0 0,0 0,1 0,-1 0,2 0,-1-1,1 1,0-1,0 1,1-1,0 0,0 0,0-1,1 1,-1-1,1 0,1 0,-1-1,1 1,0-1,0 0,0-1,1 1,0-1,0-1,1 1,-1-1,1-1,-1 0,1 0,-1 0,1-1,-1 0,1 0,0-1,-1 0,1 0,-1-1,0 0,1 0,-1-1,0 0,0 0,0-1,3-2,1-2,-1 1,1-2,-2 0,1 0,-2 0,1-1,-1-1,-1 1,0-1,0-1,-1 1,2-7,10-35,-3-1,-2-1,-3 0,-2-1,-3 0,-1 0,-4 0,-2-3,2 58,1-30,0 6,-1 0,-1 0,-1 1,-1-1,-1 0,-2-5,5 28,1-1,0 1,-1-1,1 1,-1-1,0 1,0 0,0 0,0-1,0 1,-1 0,1 0,-1 0,1 0,-1 0,0 1,1-1,-1 0,0 1,0-1,0 1,0 0,-1-1,1 1,0 0,0 1,-1-1,1 0,-1 1,1-1,0 1,-1 0,1-1,-1 1,1 1,-1-1,1 0,-1 0,1 1,-1 0,1-1,-2 2,-6 4,-1 2,1-1,0 1,1 1,0 0,0 0,1 1,0 0,1 0,0 1,1 0,0 0,-3 9,-2 0,2-1,0 1,2 1,0-1,1 1,1 0,1 1,1-1,0 1,2 0,1 0,1-1,0 1,2 0,0-1,2 1,0-1,1 0,2-1,0 0,6 12,-4-16,1 1,1-1,0-1,1 0,0-1,2-1,-1 0,2 0,-1-2,2 0,-1-1,1 0,1-2,0 0,0-1,1 0,0-2,0 0,0-1,0-1,6-1,-20-1,1-1,0 0,0 0,-1-1,1 0,0 0,-1 0,1-1,-1 0,0 0,1 0,-1 0,0-1,0 0,0 0,-1 0,1-1,-1 0,0 0,0 0,0 0,0 0,-1-1,0 0,0 0,0 0,0 0,-1 0,0 0,0-1,0 1,-1-1,0 1,0-1,0-4,0 3,0 0,0-1,-1 1,-1-1,1 1,-1 0,0-1,-1 1,1 0,-1 0,-1 0,0 0,0 0,0 1,-1-1,1 1,-2 0,1 0,-1 0,1 1,-2-1,0 0,5 5,-1 1,0-1,1 0,-1 1,0-1,1 0,-1 1,0 0,0 0,1-1,-1 1,0 0,0 0,0 0,1 1,-1-1,0 0,0 1,1-1,-1 1,0 0,1-1,-1 1,0 0,1 0,-1 0,1 0,0 0,-1 0,1 1,0-1,0 0,-1 1,1-1,0 1,0 0,-29 60,28-55,1-1,-1 1,2 0,-1 0,1 0,0 0,0 0,1 0,-1 0,2-1,-1 1,1 0,0 0,0-1,1 0,0 1,0-1,0 0,1 0,0-1,0 1,1-1,0 0,-1 0,4 2,4 3,1 0,0-1,0 0,1-1,0-1,1 0,-1-1,1-1,0 0,13 2,118 11,-80-16</inkml:trace>
  <inkml:trace contextRef="#ctx0" brushRef="#br1" timeOffset="138334.663">10625 2760,'-13'-7,"0"1,-1 0,0 1,0 0,0 1,-1 1,1 0,-5 1,13 1,0 0,0 1,0 0,-1 0,1 1,0 0,0 0,0 0,0 1,0 0,0 0,0 0,1 1,-1 0,1 0,0 0,-1 1,2-1,-1 1,-3 4,5-6,1 1,0 0,-1 0,1 0,0 0,0 1,0-1,1 0,-1 1,1-1,0 1,0 0,0-1,1 1,-1 0,1-1,0 1,0 0,0 0,0 0,1-1,-1 1,1 0,0-1,0 1,1-1,-1 1,1-1,-1 1,1-1,0 0,1 0,-1 0,0 0,1 0,-1-1,1 1,0-1,0 1,0-1,0 0,3 1,2 1,0-1,0 1,0-2,0 1,1-1,-1 0,1-1,0 0,-1 0,1-1,0 0,-1-1,1 1,0-2,-1 1,1-1,-1-1,1 1,-1-2,0 1,0-1,-1 0,1 0,-1-1,0 0,0-1,0 1,-1-1,0-1,0 1,-1-1,1 0,-2 0,1-1,3-6,7-32,-15 47,0-1,0 0,-1 0,1 0,0 0,0 0,0 0,0 0,0 0,-1 0,1 0,0-1,0 1,0 0,0 0,0 0,0 0,-1 0,1 0,0 0,0 0,0 0,0 0,0 0,0-1,0 1,-1 0,1 0,0 0,0 0,0 0,0 0,0-1,-8 18,5-9,0 0,0 0,1 0,0 1,1-1,-1 1,2-1,-1 0,1 1,1-1,-1 1,1-1,1 1,0-1,0 0,0 0,1 0,3 6,-5-13,0 1,1-1,-1 1,1-1,-1 0,1 0,-1 1,1-1,0 0,-1 0,1-1,0 1,0 0,0 0,0-1,-1 1,1-1,0 0,0 0,0 1,0-1,0-1,0 1,0 0,0 0,0-1,0 1,0-1,0 1,0-1,-1 0,1 0,0 0,0 0,-1 0,1 0,-1 0,1-1,0 0,50-62,-7-26,-38 71,0 1,2 0,0 0,1 1,1 1,0 0,2 0,-1 1,2 0,12-10,-22 22,0 1,0-1,0 1,0-1,1 1,-1 0,0 1,1-1,0 1,-1 0,1 0,0 0,0 1,-1-1,1 1,0 1,0-1,0 1,-1-1,1 1,0 1,-1-1,1 1,-1-1,1 1,-1 0,0 1,0-1,0 1,0 0,0 0,-1 0,1 1,-1-1,0 1,0 0,0 0,0 0,0 1,5 15,-1 0,0 1,-2 1,0-1,-2 1,0-1,-1 1,-2 0,0 0,-1 0,-4 18,5-35,-7 86,2-56,1 0,2 1,2-1,1 0,1 1,2-1,2 0,1-1,3 5,-7-30,0 0,1 0,0 0,1-1,-1 1,2-1,-1 0,1-1,0 1,1-1,0-1,0 1,0-1,1 0,0-1,0 0,0 0,1 0,0-1,-1-1,1 1,1-2,-1 1,0-1,1-1,-1 1,1-2,0 1,-7-1,1-1,-1 1,0-1,0 0,0 0,0 0,0 0,0-1,0 1,0-1,0 0,-1 0,1 0,-1 0,1 0,-1 0,0-1,0 1,0-1,0 0,0 1,0-1,-1 0,0 0,1 0,-1 0,0 0,0 0,-1-1,1 1,1-8,-1 1,-1-1,1 1,-2-1,1 1,-1-1,-1 1,-2-9,-8-22,-1 2,-2 0,-1 0,-3 1,0 2,-3 0,-1 1,-1 1,-2 1,-2 1,-1 2,-4-3,-51-36,84 69,-1-1,1 1,0-1,0 1,0 0,0-1,0 1,0-1,0 1,0 0,0-1,1 1,-1-1,0 1,0 0,0-1,0 1,1-1,-1 1,0 0,0-1,1 1,-1 0,0-1,0 1,1 0,-1 0,0-1,1 1,-1 0,1 0,-1-1,0 1,1 0,-1 0,1 0,-1 0,0 0,1 0,-1 0,1 0,-1 0,0 0,1 0,-1 0,1 0,-1 0,1 0,-1 0,0 0,1 0,-1 1,1-1,-1 0,2 0,213-4,55 6,-269-2,-1 0,1 0,-1 0,1 0,-1 0,0-1,1 1,-1 0,1 1,-1-1,1 0,-1 0,0 0,1 0,-1 0,1 0,-1 0,0 1,1-1,-1 0,1 0,-1 1,0-1,1 0,-1 0,0 1,1-1,-1 0,0 1,0-1,1 1,-1-1,0 0,0 1,0-1,0 1,1-1,-1 0,0 1,0-1,0 1,0-1,0 1,0-1,0 0,0 1,0-1,0 1,0-1,-1 1,1-1,0 1,-16 23,7-13,8-9,-1 0,1 0,0 1,0-1,0 0,0 1,1-1,-1 1,1-1,-1 1,1-1,0 1,0-1,0 1,0-1,1 1,-1-1,1 1,-1-1,1 1,0-1,0 0,0 1,0-1,0 0,0 0,1 0,-1 0,1 0,0 0,-1 0,1 0,0-1,0 1,0-1,0 1,0-1,1 0,-1 0,0 0,1 0,-1 0,0-1,1 1,-1-1,1 1,0-1,1 2,0-1,0 0,0 0,1 0,-1-1,0 1,1-1,-1 0,0 0,1 0,-1-1,0 0,1 0,-1 0,0 0,0-1,0 1,0-1,0 0,0 0,0 0,-1-1,1 0,-1 1,0-1,0 0,0-1,0 1,0 0,-1-1,1 0,-1 1,0-1,0 0,-1 0,1 0,0-4,-1 1,0 0,0-1,-1 1,-1 0,1 0,-1 0,0 0,-1-1,1 1,-1 1,-1-1,1 0,-1 0,-1 1,1 0,-1 0,0 0,0 0,-1 0,1 1,-2 0,1 0,0 0,-1 1,0-1,0 1,0 1,0-1,-1 1,1 0,-1 1,0-1,0 1,0 1,0-1,0 1,0 1,0-1,-1 1,1 0,-2 1,4 1,0 1,0-1,0 1,0 0,0 1,1-1,0 1,-1 0,1 0,1 0,-1 1,1-1,-1 1,1 0,1 0,-1 0,1 0,0 0,0 1,0-1,1 1,-1-1,2 1,-1 0,0-1,1 1,0 0,1-1,-1 1,1 0,0-1,0 1,1-1,0 1,0-1,0 0,1 1,-1-1,1 0,0-1,1 1,-1-1,1 1,2 1,21 10,1-5</inkml:trace>
  <inkml:trace contextRef="#ctx0" brushRef="#br1" timeOffset="138645.83">11935 2319,'-9'-5,"0"0,0 0,0 1,-1 0,1 1,-1 0,0 1,0 0,0 0,0 1,0 1,0-1,-1 2,1-1,0 2,0-1,0 1,0 0,-9 4,17-4,-1 0,1 0,-1 1,1-1,0 0,0 1,0-1,0 1,0 0,1 0,-1-1,1 1,0 0,0 0,0 1,0-1,0 0,1 0,-1 0,1 1,0-1,0 0,0 0,0 0,1 1,-1-1,1 0,0 0,0 0,42 87,43 21,-51-67,-2 0,-2 2,6 14,-24-34,-8-14,1 0,0-1,0 0,1 0,1 0,-1-1,2 0,-1 0,2-1,-1 0,1-1,0 0,6 2,3-2,0-1,0-1,1-1,0 0,0-2,0 0,0-2,1 0,-1-1,0-1,1-1,-1 0,0-2,14-4,35-9</inkml:trace>
  <inkml:trace contextRef="#ctx0" brushRef="#br1" timeOffset="138963.02">13405 1825,'-6'7,"1"1,-1 1,1-1,1 1,0 0,0 0,1 0,0 1,0-1,1 1,1-1,-1 1,1 1,1-6,-8 73,4 0,3 1,4-1,10 58,-2 4,5 121,-4-207,-5-50,-1-7</inkml:trace>
  <inkml:trace contextRef="#ctx0" brushRef="#br1" timeOffset="139382.738">12965 2279,'462'65,"-453"-64,39 7,1 2,-2 2,36 15,-80-27,0 1,0 0,0-1,0 1,0 0,0 1,-1-1,1 0,0 1,-1-1,1 1,-1 0,0 0,1 0,-1 0,0 0,0 1,0-1,-1 1,1-1,-1 1,1 0,-1-1,0 1,0 0,0 0,0 0,-1 0,1 0,-1 0,1 0,-1 1,-39 73,11-29,26-44,-1 0,1 1,0-1,0 0,1 1,-1 0,1-1,0 1,0 0,1 0,-1-1,1 1,0 0,0 0,1 0,0 0,-1-1,2 1,-1 0,0-1,1 1,0-1,0 1,0-1,1 0,-1 0,1 0,0 0,0 0,1-1,-1 1,1-1,2 2,1 0,0 0,0-1,0 0,1 0,-1 0,1-1,0 0,0-1,0 0,0 0,1-1,-1 0,0 0,1-1,-1 0,1 0,-1-1,0 0,1-1,-1 0,0 0,0-1,0 0,-1 0,1-1,-1 0,7-4,-11 5,-1 0,1 0,-1 0,0 0,0-1,0 1,-1-1,1 1,-1-1,0 1,0-1,0 0,0 0,-1 1,1-1,-1 0,0 0,0 0,0 0,-1 1,0-1,1 0,-1 0,0 1,-1-1,1 0,-1 1,0-1,0 0,-3-4,1 2,-1-1,0 0,0 1,-1 0,0 0,0 1,0 0,-1 0,0 0,0 1,0-1,-4 0,7 3,0-1,0 1,0 0,-1 0,1 0,-1 1,1-1,-1 1,0 0,1 1,-1-1,0 1,0 0,1 0,-1 0,0 1,0-1,1 1,-1 0,1 1,-1-1,1 1,-1 0,1 0,0 1,0-1,0 1,0 0,0 0,1 0,-1 0,1 0,0 1,0 0,0 0,0 0,1 0,0 0,0 0,0 1,-1 35,9-1</inkml:trace>
  <inkml:trace contextRef="#ctx0" brushRef="#br1" timeOffset="139939.618">14154 2666,'-8'-56,"2"-1,3 0,3 0,2 0,2 0,8-36,21-75,31-85,-42 171,0-19,-27 72,4 29,1-1,0 1,-1-1,1 1,-1 0,1-1,-1 1,1 0,-1 0,1 0,-1-1,1 1,-1 0,0 0,1 0,-1 0,1 0,-1 0,1 0,-1 0,0 0,1 0,-1 0,1 0,-1 0,1 1,-1-1,1 0,-1 0,1 1,-1-1,1 0,-1 1,1-1,-1 0,1 1,0-1,-1 1,1-1,0 0,-1 1,1-1,0 1,0-1,-1 1,1 0,0-1,-12 17,1 1,0 0,2 1,0 0,1 0,1 1,1 0,1 0,0 0,1 6,-1 18,2 0,1 1,3-1,2 1,1-1,3 0,1 0,3-1,1 0,2-1,2 0,1-2,3 1,1-2,2-1,1-1,11 10,-29-36,1-1,0 0,1-1,0 1,1-2,0 1,0-1,0 0,1-1,1 0,-1-1,10 4,-15-10,0 0,1-1,-1 0,0 0,0 0,0-1,-1 1,1-1,0 0,0-1,-1 1,0-1,1 0,-1 0,0 0,0-1,-1 0,1 1,-1-1,0 0,0-1,0 1,0 0,-1-1,0 0,1 0,1-2,72-112,-76 120,0-1,0 0,0 0,0 0,0 1,0-1,1 0,-1 0,0 0,0 1,0-1,0 0,0 0,0 0,1 0,-1 1,0-1,0 0,0 0,0 0,1 0,-1 0,0 0,0 1,0-1,1 0,-1 0,0 0,0 0,1 0,-1 0,0 0,0 0,0 0,1 0,-1 0,0 0,0 0,0 0,1 0,-1 0,0 0,0-1,1 1,-1 0,0 0,0 0,0 0,0 0,1 0,-1-1,0 1,0 0,0 0,0 0,0 0,1-1,-1 1,0 0,0 0,0 0,0-1,-2 21,2-19,-3 8,1 0,0 1,0-1,1 0,0 1,0-1,1 1,1-1,0 1,0-1,0 1,1-1,1 0,0 1,0-2,0 1,1 0,1-1,-1 1,2-1,-1 0,1-1,0 1,0-1,7 5,74 27,-43-29</inkml:trace>
  <inkml:trace contextRef="#ctx0" brushRef="#br1" timeOffset="140182.892">15010 2413,'-16'-5,"-12"-3,-8-1,-5-1,-2 2,-1-1,8 1</inkml:trace>
  <inkml:trace contextRef="#ctx0" brushRef="#br1" timeOffset="140352.987">14154 2065,'-5'-13,"11"-8,19 1,24 3,20 7,9 10,-2 9,-13 3</inkml:trace>
  <inkml:trace contextRef="#ctx0" brushRef="#br1" timeOffset="140534.501">14207 2934,'0'18,"3"13,7 8,6 2,6-4,-2-8</inkml:trace>
  <inkml:trace contextRef="#ctx0" brushRef="#br1" timeOffset="142135.362">3994 3776,'8'5,"-1"0,0 1,0 0,0 0,-1 0,0 1,0 0,-1 0,1 1,-2-1,1 1,-1 0,0 1,-1-1,0 1,0-1,-1 1,0 0,0 0,-1 7,3-3,4 25,-6-25,0 0,1 0,1-1,0 1,0-1,1 0,1 0,0-1,0 1,1-1,1 0,-6-9,-1-1,1 0,-1 1,1-1,0 0,-1 0,1 0,0 0,0 0,0 0,0-1,-1 1,1-1,0 1,0-1,0 0,0 1,0-1,0 0,0-1,0 1,0 0,0 0,0-1,0 1,0-1,0 0,0 0,0 1,0-1,-1 0,1 0,0-1,-1 1,1 0,-1-1,1 1,0-2,46-65,-41 48,0-1,0 1,-2-1,-1 0,0 0,-2-5,-4 13,-4 32,5-12,0 0,1 0,-1 0,1 0,1 0,-1 1,1-1,0 0,1 0,0-1,0 1,0 0,1-1,0 1,0-1,1 0,-1 0,2 0,-1 0,0-1,1 1,0-1,0-1,1 1,0-1,-1 0,1 0,0 0,1-1,-1 0,1 0,5 1,-5-1,1-1,-1 0,0-1,1 1,-1-1,1-1,0 0,-1 0,1 0,-1-1,1 0,-1 0,1-1,-1 0,0 0,0-1,0 0,0 0,0-1,-1 0,1 0,-1 0,0-1,0 0,-1 0,1-1,-1 1,0-1,-1 0,0 0,2-4,0-5,0 0,-1 0,-1-1,-1 0,0 0,-1 0,0 0,-1-11,-1 23,2-12,10 28,6 59,-17-59,1-1,0 0,1 0,0 0,0 0,2 0,-1-1,1 0,0 0,1 0,1-1,-1 0,1 0,8 7,-11-13,-1-1,1 1,0-1,1 0,-1 0,0-1,0 0,1 1,-1-1,1-1,-1 1,1-1,-1 1,1-1,-1-1,1 1,-1 0,1-1,-1 0,1 0,-1-1,1 0,89-49,-83 42,0-1,-1 0,1 0,-2-1,0-1,0 1,-1-1,0-1,-1 0,-1 0,0 0,3-10,-12 31,1 1,0-1,0 1,1 0,0-1,0 1,1 0,0 0,1 0,0-1,0 1,1 0,0-1,1 1,-1-1,2 1,-1-1,15 6,0-4</inkml:trace>
  <inkml:trace contextRef="#ctx0" brushRef="#br1" timeOffset="142999.501">4917 3576,'11'12,"1"0,0-1,1-1,1 0,-1-1,1 0,1-1,0 0,0-1,0-1,1-1,6 2,-1 1,58 19,102 47,-175-71,1 0,-2 1,1 0,0 0,-1 0,0 0,0 1,0 0,-1 0,1 1,-1-1,0 1,-1-1,1 1,-1 1,-1-1,1 0,-1 1,0-1,0 1,-1 0,0-1,0 1,0 6,-2 3,0-15,0 1,1 0,-1-1,1 1,-1 0,1 0,0 0,-1-1,1 1,0 0,0 0,0 0,0 0,1-1,-1 1,1 0,-1 0,1 0,-1-1,1 1,0 0,0-1,0 1,0-1,0 1,0-1,0 1,0-1,1 0,-1 1,1-1,-1 0,1 0,-1 0,1 0,-1 0,1-1,0 1,0 0,-1-1,1 1,0-1,0 0,0 0,0 1,11-5,0 0,0-1,0 0,-1-1,0-1,0 0,-1 0,0-1,0 0,0-1,-1 0,-1-1,0 0,4-6,39-51,-51 67,-1-1,1 1,-1 0,1 0,-1 0,1 0,0 0,-1 0,1-1,-1 1,1 0,0 1,-1-1,1 0,-1 0,1 0,-1 0,1 0,0 1,-1-1,1 0,-1 0,1 1,-1-1,1 0,-1 1,1-1,-1 1,0-1,1 0,-1 1,1-1,-1 1,0-1,0 1,1-1,-1 1,0 0,0-1,1 1,-1-1,0 1,0 0,0-1,0 1,0-1,0 1,0 0,0-1,0 1,0-1,-1 1,3 4,3 5,0-1,1 1,0 0,1-1,0-1,0 1,1-1,0 0,0-1,1 0,0 0,0-1,1 0,0 0,0-1,0-1,0 1,1-2,0 0,0 0,0-1,0 0,0 0,0-2,0 1,1-1,-1-1,0 0,0-1,0 0,3-1,-7 1,0-1,-1 1,1-1,-1 0,1-1,-1 1,0-1,-1 0,1-1,-1 0,0 0,0 0,0 0,0-1,-1 1,0-1,-1 0,1-1,-1 1,0 0,0-1,-1 0,0 0,0 0,3-16,-1-1,-1 0,-1 0,-1 0,-1 0,-2-13,-1-14,-3 0,-2 0,-13-41,-2 39,22 53,0 0,1 0,-1-1,0 1,0 0,1 0,-1 0,0 0,0 0,1 0,-1 0,0 0,0 0,1 0,-1 1,0-1,0 0,1 0,-1 1,0-1,1 0,-1 1,1-1,-1 1,0-1,1 1,-1-1,1 1,-1-1,1 1,-1-1,1 1,0 0,-1-1,1 1,0 0,-1-1,1 1,0 0,0 0,0-1,0 1,-1 0,-6 22,0-1,1 1,2 0,0 1,1-1,1 24,1-34,-1 18,1 1,2-1,1 1,1-1,2 0,1 0,6 14,-10-34,2-1,0 0,0 0,0 0,1 0,1-1,0 0,0 0,1-1,0 1,0-1,1-1,0 0,0 0,1 0,-1-1,2 0,-1-1,1 0,-1 0,1-1,1-1,3 2,-4-3,-1-1,1 0,-1 0,1-1,0 0,-1 0,1-1,0-1,-1 0,1 0,-1 0,0-1,0-1,0 0,0 0,2-2,-5 3,-1-1,0 1,0-1,0 0,0-1,-1 1,1-1,-1 0,-1 0,1 0,0 0,-1-1,0 1,-1-1,1 0,-1 0,0 0,0 0,-1 0,0-1,0 1,0 0,-1-1,0 1,0-1,-10-24,10 30,0 0,0 1,0-1,-1 1,1-1,0 1,-1-1,1 1,0-1,-1 1,1-1,0 1,-1 0,1-1,-1 1,1 0,-1-1,1 1,-1 0,1-1,-1 1,1 0,-1 0,1 0,-1 0,0 0,1-1,-1 1,1 0,-1 0,1 0,-1 0,0 1,1-1,-1 0,1 0,-1 0,1 0,-1 1,1-1,-1 0,1 0,-1 1,1-1,-1 0,1 1,-1-1,1 0,-1 1,1-1,-1 1,-2 4,0 1,0-1,1 1,0 0,0 0,0 0,0 0,1 0,0 0,1 0,-1 0,1 0,0 1,0-1,2 4,-1-2,1 0,0 0,0-1,1 1,0 0,0-1,1 0,0 1,0-2,1 1,0 0,0-1,0 0,1 0,0 0,0-1,0 0,1 0,0-1,0 0,0 0,0 0,1-1,0 0,-1-1,1 0,1 0,27 9</inkml:trace>
  <inkml:trace contextRef="#ctx0" brushRef="#br1" timeOffset="143248.444">5973 3589,'-16'-2,"-8"-1,6 0,14 1,21 0,27 1,28 1,27-1,21 4,11 2,-16 1</inkml:trace>
  <inkml:trace contextRef="#ctx0" brushRef="#br1" timeOffset="143668.322">6788 4084,'10'-7,"-1"0,0-1,0 0,-1 0,0-1,0 0,-1 0,0-1,-1 0,0 0,0-1,-1 0,-1 0,0 0,0 0,-1-1,-1 1,0-1,0 0,-1-7,0 8,0 0,-1 1,0-1,-1 1,0-1,-1 0,0 1,-1 0,0 0,-1 0,0 0,0 0,-1 1,0-1,-1 1,-4-5,10 13,-1 1,1-1,-1 0,1 0,-1 0,1 1,-1-1,0 0,1 1,-1-1,0 1,1-1,-1 1,0-1,0 1,0 0,0-1,0 1,1 0,-1-1,0 1,0 0,0 0,0 0,0 0,0 0,0 0,0 0,0 0,1 0,-1 1,0-1,0 0,0 0,0 1,0-1,0 1,1-1,-1 1,0-1,0 1,1-1,-1 1,0 0,1-1,-1 1,1 0,-1 0,1-1,-1 1,0 2,1-1,-1 0,0 0,1 1,0-1,-1 0,1 1,0-1,0 0,0 1,1-1,-1 0,0 1,1-1,0 0,-1 0,1 0,0 1,0-1,1 0,5 6,1-1,-1-1,2 1,-1-1,1-1,0 1,0-1,0-1,1 0,0 0,-1-1,1 0,1-1,-1 0,0-1,0 0,5 0,18 4,-17-4,0 1,-1 1,1 0,-1 1,0 1,13 5,-25-7,0-1,0 1,0-1,-1 1,1 0,-1 0,0 0,1 0,-1 1,0-1,-1 1,1-1,-1 1,0-1,1 1,-2 0,1 0,0-1,-1 1,1 0,-1 0,0 0,-1 0,1 0,-1-1,0 3,0-3,1 1,-1 0,1 0,0 0,0 0,0-1,0 1,1 0,-1 0,1-1,0 1,0 0,1-1,-1 1,1-1,0 1,-1-1,2 0,-1 1,0-1,1 0,-1-1,1 1,0 0,0-1,0 1,1 0,4-1,0 1,0-2,0 1,1-1,-1 0,0 0,1-1,-1-1,0 1,1-1,-1 0,0-1,0 0,0-1,0 1,0-1,-1-1,1 0,-1 0,0 0,0-1,1-1,17-13</inkml:trace>
  <inkml:trace contextRef="#ctx0" brushRef="#br1" timeOffset="144414.995">7470 3857,'0'4,"12"107,-11-107,0-1,0 1,0 0,1 0,-1-1,1 1,0-1,0 1,0-1,1 0,-1 0,1 0,0 0,-1 0,1 0,1-1,-1 0,0 1,1-1,-1-1,1 1,-1 0,1-1,0 1,0-1,-1 0,1-1,0 1,2-1,-1 0,-1 0,1-1,-1 1,0-1,1 0,-1-1,0 1,0-1,0 0,0 0,0 0,0 0,-1-1,1 1,-1-1,1 0,-1 0,0 0,0-1,-1 1,1-1,-1 1,1-1,-1 0,0-1,5-9,-1 1,-1-1,0 0,-1 0,-1 0,0-1,0 1,3-69,-16 127,8-28,0 83,2-95,0 0,1-1,0 1,0 0,0-1,0 1,1-1,-1 0,1 1,0-1,0 0,0 0,1 0,-1 0,1 0,-1-1,1 1,0-1,0 0,0 1,0-2,0 1,1 0,1 0,7 2,1-2,-1 0,0-1,0 0,1 0,-1-1,1-1,-1 0,0-1,0 0,0-1,0-1,0 0,0 0,-1-1,0 0,0-1,0 0,-1-1,0 0,0-1,-1 0,0-1,0 0,4-6,-10 12,0-1,0 0,0 0,-1-1,0 1,0 0,0-1,0 1,-1-1,0 0,1 1,-2-1,1 0,-1 0,1 0,-1 1,-1-4,1 9,0-1,0 0,0 0,0 0,-1 1,1-1,0 0,0 0,0 0,0 0,-1 0,1 0,0 1,0-1,0 0,-1 0,1 0,0 0,0 0,0 0,-1 0,1 0,0 0,0 0,-1 0,1 0,0 0,0 0,0 0,-1 0,1 0,0 0,0-1,0 1,-1 0,1 0,0 0,0 0,0 0,-1 0,1-1,0 1,0 0,0 0,0 0,0 0,0-1,-1 1,1 0,0 0,0 0,0-1,0 1,0 0,0 0,0-1,0 1,0 0,-6 20,6-15,-1 0,1 0,1 0,-1 0,1 0,0 0,0 0,0 0,1 0,-1 0,1-1,0 1,1 0,-1-1,1 0,0 0,0 1,0-2,1 1,-1 0,1-1,0 1,0-1,0 0,0-1,1 1,-1-1,1 0,4 2,2 0,0-1,0 0,1 0,-1-1,1-1,-1 0,1 0,-1-1,1-1,0 0,-1 0,10-3,-10 1,1-1,-1 0,0 0,-1-1,1-1,-1 0,0 0,0-1,-1 0,6-6,-11 10,-1 0,0-1,1 0,-1 1,0-1,-1-1,1 1,-1 0,0 0,0-1,0 1,0-1,-1 0,0 0,0 1,0-1,-1 0,1 0,-1 0,0 0,-1 0,1 1,-1-1,0 0,0 0,-2-3,2 5,-1-1,0 0,0 1,-1 0,1-1,-1 1,1 0,-1 0,0 0,0 1,-1-1,1 1,0 0,-1 0,0 0,1 0,-1 0,0 1,0 0,0-1,0 1,0 1,0-1,0 1,0 0,0-1,0 2,0-1,0 0,0 1,0 0,0 0,0 0,0 1,0-1,0 1,1 0,-1 0,1 0,-1 0,1 1,0-1,0 1,0 0,0 0,0 0,1 0,-2 2,1 0,0 1,0-1,0 1,1-1,0 1,0 0,0 0,1 0,0 0,0 0,0 0,1 0,0 0,0 1,0-1,1 0,0 0,0 0,1 0,0 0,0 0,0-1,1 1,-1-1,1 1,1-1,-1 0,1 0,0 0,0-1,0 1,1-1,-1 0,1 0,0-1,4 3,7 2,0 0,0-1,1-1,0 0,0-2,0 0,0 0,1-2,0 0,0-1,2-1,28 2</inkml:trace>
  <inkml:trace contextRef="#ctx0" brushRef="#br1" timeOffset="145031.226">8713 3857,'-4'48,"4"-38,0 1,1-1,0 0,1 0,0 0,1 0,0 0,1 0,0-1,0 1,1-1,0 0,0-1,1 1,0-1,1 0,0-1,0 1,1-1,0-1,6 5,-10-10,1 1,-1-1,1-1,-1 1,1-1,-1 1,1-1,-1-1,1 1,-1-1,1 1,-1-1,1 0,-1-1,0 1,0-1,1 0,-1 0,0 0,-1-1,1 1,0-1,-1 0,3-2,2-3,0 0,0 0,-1-1,0 0,-1 0,0-1,0 1,-1-1,3-7,11-45,-1 88,-14-19,0 0,1 1,0-1,0-1,0 1,1-1,0 0,0 0,0-1,1 0,0 0,0 0,0-1,1 0,-1 0,1-1,0 0,0-1,0 1,1-1,-1-1,0 0,1 0,-1-1,1 0,-1 0,1 0,0 0,-1 0,1-1,0 0,-1-1,1 0,-1 0,0-1,0 0,0 0,0-1,0 0,-1-1,1 1,-1-1,0-1,-1 1,1-1,-1 0,0-1,-1 0,0 0,0 0,0 0,-1-1,0 0,0 1,-1-2,0 0,-2 17,-1 1,2-1,-1 1,1-1,0 1,1-1,-1 0,2 0,-1 0,1 0,0-1,1 0,0 1,0-1,1-1,0 1,0-1,0 0,1 0,0-1,0 0,0 0,1 0,0-1,5 2,15 4</inkml:trace>
  <inkml:trace contextRef="#ctx0" brushRef="#br1" timeOffset="145218.9">9516 3509,'-16'-2,"-8"-1,-1 0,3 5,5 7,10 6,11 6,14 1,3-4</inkml:trace>
  <inkml:trace contextRef="#ctx0" brushRef="#br1" timeOffset="145397.427">9743 3816,'0'14,"0"9,0 5,0 2,2-1,3-2,1-3,-1-2,-1-6</inkml:trace>
  <inkml:trace contextRef="#ctx0" brushRef="#br1" timeOffset="145650.751">9729 3469,'-5'2,"2"3,0 1</inkml:trace>
  <inkml:trace contextRef="#ctx0" brushRef="#br1" timeOffset="146312.376">10838 3602,'15'7,"0"0,0-2,0 0,1 0,-1-2,1 0,0 0,0-2,0 0,1-1,-1 0,0-1,0-1,0-1,0 0,-1-1,1-1,-1 0,0-1,0-1,10-6,-19 9,1-1,-1 1,1-1,-1-1,-1 1,1-1,-1 0,0-1,0 1,3-7,-7 11,0 0,0 0,0 0,0 0,0-1,0 1,-1 0,1 0,-1-1,0 1,1 0,-1-1,0 1,0 0,-1-1,1 1,0 0,-1-1,1 1,-1 0,0 0,0-1,0 1,0 0,0 0,0 0,-1 0,1 0,-1 0,1 1,-1-1,0 0,1 1,-1 0,0-1,0 1,-2-1,1 0,0 1,1-1,-1 1,0 0,0 0,0 0,0 1,0-1,0 1,0-1,0 1,0 0,0 0,0 0,0 1,0-1,0 1,0 0,0-1,0 1,0 1,1-1,-1 0,0 1,1-1,-1 1,1 0,-1 0,1 0,-1 1,-4 4,0 0,1 1,0-1,0 1,1 0,0 1,0 0,1-1,0 3,-8 33,2 0,2 1,1 1,3-1,2 1,2 0,2-1,1 1,3-1,4 12,21 247,-31-256</inkml:trace>
  <inkml:trace contextRef="#ctx0" brushRef="#br1" timeOffset="146816.495">10838 3924,'26'-19,"0"3,1 0,0 1,1 2,1 1,0 1,1 1,0 2,3 0,26-7,1 3,1 2,48 0,-107 9,-1 1,1-1,0 1,0 0,-1 0,1 0,0 0,0 0,0 0,-1 0,1 1,0-1,-1 1,1-1,0 1,-1 0,1-1,-1 1,1 0,-1 0,1 0,-1 0,1 1,-1-1,0 0,0 0,0 1,0-1,0 1,0-1,0 1,0-1,0 1,-1 0,1-1,-1 1,1 0,-1-1,0 1,1 0,-1 0,0-1,0 2,0 23,-1-20,0 0,1 0,0 0,0 0,0 0,1 0,0 0,0 0,0-1,1 1,0 0,0 0,1-1,-1 0,1 1,0-1,1 0,-1 0,1-1,0 1,0-1,3 3,-5-6,0 1,1 0,-1-1,1 1,-1-1,1 0,-1 0,1 0,0 0,0 0,-1-1,1 1,0-1,0 0,0 0,0 0,-1 0,1 0,0-1,0 1,0-1,-1 0,1 0,0 0,-1 0,1 0,-1 0,1-1,-1 1,1-1,0-1,3-2,-1 0,-1 0,1-1,-1 1,0-1,0 0,0 0,-1-1,0 1,0-1,-1 1,1-3,14-70,-12 89,-3 31,10 55,-11-93,1 1,-1-1,1 0,0 1,-1-1,1 0,1 0,-1 0,0 0,1 0,-1-1,1 1,0-1,0 0,0 0,0 0,0 0,1 0,-1-1,0 1,1-1,0 0,-1 0,2 0,19 3</inkml:trace>
  <inkml:trace contextRef="#ctx0" brushRef="#br1" timeOffset="147182.517">11975 3763,'-4'9,"1"0,0 0,1 1,-1-1,2 1,-1 0,2 0,-1-1,1 1,1 0,-1 0,2 2,-1-7,0-1,0 1,0-1,1 0,0 1,0-1,0 0,0 0,1 0,-1 0,1 0,0-1,0 1,1-1,-1 0,1 0,-1 0,1 0,0-1,0 0,0 1,0-2,1 1,-1 0,0-1,4 1,-3-1,1 0,-1-1,0 0,1 0,-1 0,0 0,0-1,1 0,-1 0,0-1,0 1,0-1,0 0,0-1,-1 1,1-1,-1 0,1 0,-1 0,0-1,0 1,-1-1,1 0,1-2,4-5,0-1,0-1,-1 0,-1 0,0 0,0-1,-2 0,1-2,9-52,-16 77,-1 1,1-1,1 1,0-1,0 1,1-1,0 0,1 1,0-1,0 0,3 6,-1-8,0-1,1 1,-1-1,1 0,1-1,-1 1,1-1,0 0,0-1,0 1,1-1,0 0,0-1,0 0,3 1,29 11</inkml:trace>
  <inkml:trace contextRef="#ctx0" brushRef="#br1" timeOffset="147814.498">12763 3722,'-5'0,"0"-1,0 1,-1 0,1 0,0 1,0 0,0-1,-1 2,1-1,0 1,0-1,1 1,-1 1,0-1,1 1,-1 0,1 0,0 0,0 0,0 1,0-1,1 1,-1 0,1 1,0-1,0 0,1 1,-1 0,1-1,0 1,0 0,1 0,-1 1,2-1,0-1,0 1,0-1,0 1,1-1,0 1,0-1,0 0,0 1,1-1,0 0,0 0,0 0,0 0,1 0,-1 0,1-1,0 1,0-1,0 0,1 0,2 2,4 3,-1-2,1 1,1-1,-1-1,1 0,0 0,0-1,4 1,-4-2,1-1,0 0,-1 0,1-1,0-1,0 0,0-1,0 0,-1 0,1-2,0 1,-1-1,0-1,0 0,0-1,0 0,0 0,-1-1,0-1,0 0,-1 0,0-1,0 0,-1 0,0-1,0 0,1-4,9-18,-2-1,-1-1,-1-1,-2 0,-2 0,-1-1,-1 0,-2-1,1-29,0 7,-2 0,-3 0,-2-1,-6-42,5 94,0 1,0-1,0 1,0-1,-1 1,0-1,-1 1,1 0,-1 0,-1 0,1 0,-1 0,1 5,1 0,-1 0,1 0,-1 0,1 0,-1 1,1-1,-1 1,1 0,-1-1,0 1,1 1,-1-1,0 0,1 1,-1-1,1 1,-1 0,1-1,-1 1,1 1,0-1,-1 0,1 1,0-1,0 1,0-1,0 1,0 0,0 0,1 0,-1 0,1 0,-1 0,1 1,0-1,-1 2,-10 13,1 1,0 1,2-1,0 2,1-1,1 1,1 1,1-1,0 1,2 0,0 0,2 0,0 0,1 0,1 0,1 0,1 0,1 0,1 0,1-1,0 0,5 8,-3-7,1 0,1 0,0-1,2 0,0-1,2-1,0 0,0-1,2 0,0-1,1-1,1 0,0-2,1 0,0-1,1 0,0-2,-15-8,-1-1,0 1,0-1,1 0,-1-1,0 1,1-1,-1 1,1-1,-1-1,0 1,1-1,-1 1,1-1,-1 0,0-1,0 1,0-1,0 0,0 0,0 0,0-1,-1 1,1-1,-1 0,1 0,-1 0,0 0,0-1,-1 1,3-4,83-156,-88 164,0-1,0 0,0 0,1 0,-1 1,0-1,0 0,1 0,-1 0,0 0,1 0,-1 0,0 0,1 0,-1 0,0 0,0 0,1 0,-1 0,0 0,1 0,-1 0,0 0,1 0,-1 0,0 0,0 0,1 0,-1 0,0-1,0 1,1 0,-1 0,0 0,0-1,1 1,-1 0,0 0,0 0,0-1,1 1,-1 0,0-1,-3 35,3-31,-3 24,-3 65,6-89,0 1,1-1,-1 1,1-1,0 0,0 1,0-1,1 0,-1 0,1 1,-1-1,1 0,0-1,1 1,-1 0,0-1,1 1,-1-1,1 1,0-1,0 0,0 0,2 0,21 7,1-4</inkml:trace>
  <inkml:trace contextRef="#ctx0" brushRef="#br1" timeOffset="148070.49">13699 3456,'-18'-5,"-13"-1,-8 0,1 1,1 2,6 1,3 1,6 0</inkml:trace>
  <inkml:trace contextRef="#ctx0" brushRef="#br1" timeOffset="148315.835">13031 3335,'18'-2,"25"-1,25 3,23 5,20 4,8 6,-15-1</inkml:trace>
  <inkml:trace contextRef="#ctx0" brushRef="#br1" timeOffset="148671.887">13927 3737,'4'1,"0"1,0-1,0 0,0 0,0-1,0 1,1-1,-1 0,0 0,0 0,1-1,-1 1,0-1,0 0,0 0,0-1,0 1,0-1,0 0,0 0,0 0,-1 0,1-1,-1 0,0 1,0-1,0 0,0-1,0 1,-1 0,1-1,-1 0,0 1,0-1,-1 0,1 0,0-4,-1 6,-1-1,1 0,-1 0,0 0,0 0,0 0,-1 0,1 0,-1 0,1 0,-1 0,0 1,0-1,0 0,-1 1,1-1,-1 0,1 1,-1 0,0-1,0 1,0 0,0 0,0 0,0 0,-1 0,1 1,-1-1,1 1,-1-1,0 1,1 0,-1 0,0 0,0 1,0-1,0 1,-1-1,-1 0,0 0,0 0,-1 1,1 0,0 0,-1 0,1 0,0 1,-1 0,1 0,0 0,0 1,0 0,0 0,0 0,0 1,1-1,-1 1,1 0,0 0,-2 2,3 0,0-1,1 1,0 0,0 0,0 0,0 0,1 0,0 0,0 0,0 0,1 0,0 1,0-1,0 0,1 0,-1 1,1-1,0 0,1 0,-1 0,1 0,0 0,1-1,-1 1,1 0,-1-1,1 0,1 0,-1 0,1 0,-1 0,1 0,0-1,0 0,1 0,-1 0,1-1,-1 1,1-1,3 1,5 5,1 0,1-1,-1-1,1 0,0-1,1 0,-1-2,1 1,-1-2,1 0,0-1,0-1,0 0,0-1,0-1,0-1,-1 0,1 0,-1-2,0 0,0-1,0 0,-1-1,0-1,0 0,-1-1,0-1,-1 0,0 0,3-4,60-108,-60 91,-4 12,-13 46,-3-10,0 0,2 1,0-1,1 1,0 0,2 0,0 0,0-13,0-1,1 1,-1 0,1-1,0 1,1-1,-1 0,1 1,0-1,0 0,0 0,0 0,1 0,0-1,-1 1,2-1,-1 1,0-1,0 0,1 0,0-1,0 1,0-1,0 1,0-1,0-1,0 1,0 0,3-1,16 4</inkml:trace>
  <inkml:trace contextRef="#ctx0" brushRef="#br1" timeOffset="148918.268">14609 3308,'-14'-4,"-4"2,1 7,3 2</inkml:trace>
  <inkml:trace contextRef="#ctx0" brushRef="#br1" timeOffset="158533.227">2149 4418,'-16'-5,"-14"4,-11 8,-11 12,-4 17,-1 18,4 15,10 18,13 11,13 9,19 3,23-1,25-9,22-9,20-11,9-12,-11-19</inkml:trace>
  <inkml:trace contextRef="#ctx0" brushRef="#br1" timeOffset="167481.68">2698 5033,'-1'-2,"1"-1,0 1,-1-1,1 1,-1 0,0-1,0 1,0 0,0 0,0 0,-1 0,1 0,0 0,-1 0,0 0,1 0,-1 1,0-1,0 0,0 1,0 0,0-1,0 1,0 0,-1 0,1 0,-2 0,-69-10,66 12,0 0,0 1,0 0,0 0,0 0,0 1,1 0,-1 0,1 1,-1 0,1 0,1 0,-1 1,1 0,-1 0,1 0,1 1,-1 0,1-1,0 2,0-1,1 0,0 1,0 0,0-1,1 1,0 0,0 1,1-1,0 0,0 0,1 0,0 1,0-1,1 0,-1 1,2-1,1 6,-1-9,0 1,0 0,1-1,-1 0,1 0,0 1,1-2,-1 1,1 0,-1-1,1 0,0 1,1-1,-1-1,0 1,1-1,-1 0,1 0,0 0,0 0,0-1,0 0,0 0,0-1,0 1,7 0,1-1,-1 0,0 0,0-1,0-1,0 0,0-1,-1 0,1-1,1-1,10-5,-1-2,0-1,-1 0,0-2,-1 0,-1-2,-1 0,0-1,-1 0,-1-2,-1 0,0-1,-2 0,0-1,-2 0,0-1,-2-1,0 1,-2-1,0-1,-2 1,2-26,-2 26,-2-1,0 0,-2 1,0-1,-2 0,-1 0,-1 0,-1 1,-1 0,-1 0,-7-16,13 38,0 0,-1 1,1-1,0 1,-1-1,0 1,1-1,-1 1,0 0,0-1,0 1,1 0,-1-1,-1 1,1 0,0 0,0 0,0 0,-1 0,1 0,0 0,-1 1,1-1,-1 0,1 1,-1-1,1 1,-1-1,1 1,-1 0,1 0,-1 0,0 0,1 0,-1 0,1 0,-1 0,0 1,1-1,-1 0,1 1,-1 0,1-1,0 1,-1 0,0 0,-7 8,2 0,-1 1,1-1,1 1,-1 1,2-1,0 1,0 0,1 0,0 1,-1 8,-7 20,2 0,1 1,3 0,1 0,2 1,2 0,2-1,2 1,1-1,4 10,-6-37,0 0,1 0,0 0,2 0,-1-1,2 0,0 0,0 0,1 0,1-1,0 0,0-1,2 0,-1 0,1-1,1 0,5 3,-13-11,1 0,0-1,0 0,0 0,0 0,0 0,0 0,0-1,0 0,0 0,0 0,1 0,-1-1,0 1,0-1,0 0,0-1,0 1,-1 0,1-1,0 0,0 0,-1 0,3-3,72-70,24-55,-102 130,0-1,0 1,1-1,-1 1,0 0,0-1,1 1,-1-1,0 1,1-1,-1 1,0 0,1-1,-1 1,1 0,-1-1,0 1,1 0,-1 0,1-1,-1 1,1 0,-1 0,1 0,-1 0,1-1,-1 1,1 0,0 0,-1 0,1 0,-1 0,1 1,-1-1,1 0,-1 0,1 0,-1 0,1 0,-1 1,1-1,-1 0,0 0,1 1,-1-1,1 0,-1 1,0-1,1 1,-1-1,0 0,1 1,-1-1,0 1,1-1,-1 1,0-1,5 35,-5-29,-1 0,1 0,0 1,0-1,0 1,1-1,0 0,0 1,1-1,0 0,0 0,0 0,0 0,1 0,0-1,1 1,-1-1,1 1,0-1,0-1,1 1,-1-1,1 1,0-1,0 0,1-1,3 3,3-4,-1-1,1 0,0 0,-1-1,1-1,0 0,-1 0,1-1,-1-1,0 0,1 0,-2-1,1-1,0 0,-1 0,0-1,0 0,0-1,-1 0,0-1,0 0,-1 0,0-1,-1 0,0 0,6-9,-9 12,-1 0,1 0,-1 0,0 0,0-1,-1 0,0 1,0-1,-1 0,1 0,-1 0,-1 0,0 0,0-7,0 14,-1-1,1 1,0 0,-1-1,1 1,-1 0,1-1,-1 1,1 0,-1 0,1-1,-1 1,1 0,-1 0,1 0,-1 0,1 0,-1 0,1 0,-1 0,1 0,-1 0,0 0,1 0,-1 0,1 0,-1 0,1 0,-1 1,1-1,-1 0,1 0,-1 1,1-1,-1 0,1 1,0-1,-1 0,1 1,0-1,-1 1,1-1,0 1,-1-1,1 0,0 1,0-1,-1 1,1-1,0 1,0 0,0-1,0 1,0-1,0 1,0-1,0 1,0-1,0 1,0-1,0 1,0-1,0 1,-4 11,0 0,1 0,0 1,0-1,2 1,-1 0,2-1,-1 1,2 0,0-1,0 1,1 0,1 1,-1-10,0 0,0 0,0 0,0 0,1 0,-1 0,1 0,0-1,0 1,1-1,-1 0,1 0,-1 0,1-1,0 1,0-1,0 0,0 0,1 0,-1-1,1 1,-1-1,1 0,-1 0,1-1,-1 1,1-1,1 0,27-2</inkml:trace>
  <inkml:trace contextRef="#ctx0" brushRef="#br1" timeOffset="167731.014">3687 4699,'-16'4,"-5"7,0 8,12 9,16 8,17 3,18 3,0-6</inkml:trace>
  <inkml:trace contextRef="#ctx0" brushRef="#br1" timeOffset="168338.849">4155 5113,'-20'-20,"0"2,-1 0,-1 1,0 1,-1 1,-17-7,36 20,0 0,0 0,0 1,0-1,0 1,0 0,-1 1,1-1,0 1,0-1,-1 1,1 0,0 1,-1-1,1 1,0 0,0 0,0 0,0 1,0-1,0 1,0 0,0 0,1 0,-1 1,1-1,-1 1,1 0,0 0,0 0,0 0,1 1,-1-1,1 1,-1 0,-1 3,0-1,1 1,0 0,0 0,0 0,1 0,0 1,0-1,1 1,0-1,0 1,1 6,0-11,0 1,0-1,1 0,-1 1,1-1,0 0,0 0,0 1,1-1,-1 0,1 0,0 0,-1-1,1 1,0 0,1-1,-1 1,0-1,1 0,0 1,-1-1,1-1,0 1,0 0,0-1,0 1,0-1,0 0,3 1,5-1,0-1,0 0,1 0,-1-1,0-1,-1 0,1 0,0-1,-1-1,1 1,-1-2,0 1,0-2,0 1,-1-1,0-1,0 1,-1-1,0-1,1-1,45-53,-54 62,0 0,0 0,0 0,0 0,0 1,0-1,0 0,0 0,0 0,0 1,1-1,-1 0,0 0,0 0,0 0,0 1,0-1,0 0,1 0,-1 0,0 0,0 0,0 0,0 0,1 1,-1-1,0 0,0 0,0 0,0 0,1 0,-1 0,0 0,0 0,0 0,1 0,-1 0,0 0,0 0,0 0,1 0,-1 0,0 0,0 0,0 0,1-1,-1 1,0 0,-5 31,3-19,1-10,0 1,0-1,0 1,1 0,-1-1,0 1,1 0,0 0,0-1,0 1,0 0,0 0,0-1,1 1,0 0,-1-1,1 1,0 0,0-1,0 1,1-1,-1 0,0 1,1-1,0 0,-1 0,1 0,0 0,0 0,0 0,1 0,-1-1,0 1,1-1,-1 0,1 0,-1 1,1-2,-1 1,1 0,2 0,3-2,0 0,1-1,-1 0,-1-1,1 0,0 0,-1 0,1-1,-1 0,0-1,0 1,-1-1,1-1,-1 1,0-1,-1 0,1-1,-1 1,-1-1,1 0,-1 0,0-1,-1 1,1-1,-2 1,2-5,1-7,-1 0,-1 0,-1-1,-1 1,0-1,-1 1,-2-4,2 23,1 0,-1 0,0 1,0-1,1 0,-1 0,0 0,0 0,1 1,-1-1,0 0,0 0,1 0,-1 0,0 0,1 0,-1 0,0 0,0 0,1 0,-1 0,0 0,1 0,-1 0,0 0,0 0,1-1,-1 1,0 0,1 0,-1 0,0 0,0-1,1 1,-1 0,0 0,0 0,0-1,1 1,-1 0,0 0,0-1,0 1,0 0,0 0,0-1,1 1,-1 0,0-1,0 1,0 0,0 0,0-1,0 1,0 0,0-1,0 1,0 0,2 1,215 96,-212-94,-1 0,0 1,-1-1,1 1,-1 0,0 0,1 0,-2 0,1 1,0-1,-1 1,0-1,0 1,0 0,-1 0,0 0,0 0,0 0,0 0,-1 0,0 1,0-1,0 0,-1 0,0 0,0 0,0 0,0 0,-1 0,-1 4,2-8,1 1,0-1,0 0,-1 1,1-1,0 1,0-1,1 1,-1-1,0 1,0-1,1 0,-1 1,1-1,-1 0,1 1,0-1,-1 0,1 1,0-1,0 0,0 0,0 0,0 0,0 0,0 0,0 0,0 0,1-1,-1 1,0 0,1-1,-1 1,0-1,1 1,-1-1,1 0,-1 1,0-1,1 0,-1 0,1 0,-1 0,1 0,-1 0,1-1,-1 1,0 0,1-1,144-24,-89 11</inkml:trace>
  <inkml:trace contextRef="#ctx0" brushRef="#br1" timeOffset="168830.008">5705 4886,'-8'-3,"0"0,1 1,-1 0,0 1,-1 0,1 0,0 1,0 0,0 0,0 1,0 0,0 0,0 1,0 0,0 0,0 1,1 0,-1 1,1 0,0 0,0 0,0 1,1 0,0 0,0 0,0 1,0 0,-2 5,5-7,0 0,0 0,0 1,1-1,0 1,0 0,0 0,1 0,-1 0,1 0,1 0,-1 0,1 0,-1 0,1 0,1 1,-1-1,1 0,0 0,0 0,0 0,1 0,0 0,0-1,0 1,0 0,1-1,0 1,0-1,0 0,0 0,1-1,0 1,-1 0,1-1,0 0,1 0,0 0,1-1,0 0,0 0,0 0,0-1,0 0,1-1,-1 1,0-1,0 0,1-1,-1 1,0-1,0 0,1-1,-1 0,0 0,-1 0,1-1,0 1,-1-1,1-1,-1 1,4-4,2-2,-1 1,0-1,-1 0,0-1,0-1,-1 1,0-1,-1 0,-1-1,6-11,-4-4,-1 1,-1-1,-1-1,-1 1,-2-1,-1 1,-1-1,-1 1,-1-1,-2 1,-1-1,-3-8,-15-30,22 66,0 0,0 0,0-1,1 1,-1 0,0 0,0 0,0 0,0 0,0 0,0 0,0 0,0 1,0-1,0 0,0 0,0 1,0-1,0 1,1-1,-1 1,0-1,0 1,0 0,1-1,-1 1,0 0,1-1,-1 1,1 0,-1 0,1 0,-1-1,1 1,-1 0,1 0,0 0,-1 0,1 0,0 0,0 1,-9 21,0 1,2 0,1 1,1-1,1 1,1 0,2 0,0 10,-1-24,1 1,0 0,1 0,1-1,0 1,0 0,1-1,0 1,1-1,1 1,0-1,0 0,1 0,0-1,1 0,0 0,1 0,0 0,1-1,0-1,0 1,0-1,10 7,-6-9,0-1,0 0,0-1,1 0,0-1,-1 0,1-1,0-1,0 0,0 0,12-2,28-3</inkml:trace>
  <inkml:trace contextRef="#ctx0" brushRef="#br1" timeOffset="169182.619">6240 4939,'-10'-8,"-2"1,1 0,-1 1,0 0,-1 1,1 0,-1 1,0 0,0 1,-3 0,10 2,0 0,0 1,0 0,0 0,0 0,0 1,0-1,0 1,0 1,0-1,0 1,0 0,1 1,-1-1,1 1,0 0,0 0,0 1,0 0,0-1,1 2,-1-1,0 2,2-3,1 0,0 0,0 0,0 0,0 1,0-1,1 1,-1-1,1 1,0-1,0 1,1 0,-1 0,1-1,-1 1,1 0,0 0,1 0,-1-1,1 1,-1 0,1 0,0-1,1 1,-1-1,1 1,-1-1,1 1,0-1,0 0,1 0,-1 0,0 0,1 0,0-1,0 1,0-1,0 0,2 2,4 0,1 0,-1 0,1-1,0 0,0 0,0-1,1-1,-1 1,0-2,1 1,-1-2,0 1,1-1,-1-1,0 0,1-1,-5 2,-1 0,0 0,0-1,0 0,1 0,-2 0,1-1,0 0,0 0,-1 0,0 0,1-1,-1 1,-1-1,1 0,0-1,-1 1,0 0,0-1,0 0,-1 0,0 0,0 0,0 0,0 0,-1 0,0-1,0 1,0 0,0-6,-1 9,0-1,0 1,0 0,0 0,0-1,0 1,-1 0,1 0,-1 0,1 0,-1-1,0 1,0 0,0 0,0 0,0 0,0 1,-1-1,1 0,-1 0,1 1,-1-1,0 1,1 0,-1-1,0 1,0 0,0 0,0 0,-1-1,1 4,0 0,0-1,1 1,-1 0,1 0,0 0,-1 0,1 0,0 0,0 0,0 0,1 0,-1 1,0-1,1 0,0 1,-1-1,1 0,0 1,0-1,0 0,1 2,0 3,1-1,-1 0,2 1,-1-1,1 0,0 0,0-1,0 1,1-1,0 1,0-1,1 0,-1-1,1 1,0-1,0 0,1 0,-1 0,1-1,0 0,-1 0,2 0,-1-1,0 0,0 0,1-1,-1 1,7-1,38 10</inkml:trace>
  <inkml:trace contextRef="#ctx0" brushRef="#br1" timeOffset="169768.139">6908 4832,'-9'0,"0"1,0 0,0 1,0 0,1 0,-1 1,0 0,1 0,0 1,0 1,0-1,0 1,1 0,0 1,0-1,0 2,1-1,-1 1,2 0,-1 0,1 0,0 1,0 0,1 0,0 0,-2 7,6-12,-1 0,1-1,0 1,-1 0,2 0,-1 0,0-1,0 1,1 0,-1 0,1-1,0 1,0 0,0-1,0 1,0-1,1 1,-1-1,1 0,0 0,-1 1,1-1,0 0,0-1,1 1,-1 0,0 0,0-1,1 0,-1 1,1-1,-1 0,1 0,93 22,-63-21,0-1,0-1,0-2,0-1,0-2,-1-1,0-2,0-1,0-1,-2-2,6-3,-30 13,-1-1,1 1,-1-1,1 0,-1 0,0 0,0-1,-1 0,1 0,-1 0,1-1,-1 1,-1-1,1 0,-1 0,0 0,2-4,-5 9,0 0,0 0,0 1,0-1,-1 0,1 1,0-1,0 0,0 0,0 1,-1-1,1 0,0 0,0 0,-1 1,1-1,0 0,0 0,-1 0,1 0,0 0,0 1,-1-1,1 0,0 0,-1 0,1 0,0 0,-1 0,1 0,0 0,0 0,-1 0,1 0,0 0,-1 0,1 0,0-1,-1 1,1 0,0 0,0 0,-1 0,1 0,0-1,0 1,-1 0,1 0,0 0,0-1,0 1,-1 0,1 0,0-1,0 1,0 0,0-1,0 1,0 0,-1 0,1-1,0 1,-1 2,-1 1,1-1,-1 1,1 0,0-1,0 1,0 0,0 0,1-1,-1 1,1 0,-1 0,1 0,0 0,0 0,1 0,-1 0,0 0,1-1,0 1,0 0,0 0,0-1,0 1,0 0,1-1,-1 1,1-1,0 0,0 1,0-1,0 0,0 0,0 0,0 0,1-1,-1 1,1-1,0 1,4 1,1 0,-1-1,1 0,-1 0,1-1,-1 0,1 0,0-1,0 0,-1 0,1-1,0 0,-1-1,3 0,-6 2,0-2,0 1,0 0,0-1,0 1,0-1,0 0,0-1,-1 1,1-1,-1 1,1-1,-1 0,0 0,0-1,-1 1,1 0,-1-1,1 0,-1 0,0 1,0-1,-1 0,1-1,-1 1,0-1,-2-1,1-1,-2 0,1 1,-1-1,0 1,0 0,0 0,-1-1,0 2,-1-1,1 0,-1 1,0-1,0 1,-1 0,1 0,-1 1,0-1,-1 1,1 0,-1 1,0-1,1 1,-2 0,1 1,0 0,0-1,-1 2,1-1,-2 1,-2-2,0 1,-1 1,1 0,-1 0,1 1,-1 0,1 0,0 2,-1-1,1 1,0 1,0 0,0 0,0 1,0 0,1 1,0 0,0 0,0 1,1 0,-1 1,1 0,1 0,0 0,0 1,0 0,1 1,0 0,-1 3,5-9,1 0,0 0,0 1,0-1,1 0,-1 1,1-1,0 1,0-1,0 0,0 1,0-1,1 1,0-1,0 0,0 0,0 1,0-1,0 0,1 0,-1 0,1 0,0 0,0-1,0 1,1 0,-1-1,1 0,-1 1,1-1,0 0,-1 0,1-1,0 1,0-1,1 1,1 0,10 4,0-1,0 0,0-1,1 0,0-2,-1 0,8 0,33 0</inkml:trace>
  <inkml:trace contextRef="#ctx0" brushRef="#br1" timeOffset="170001.718">7470 4471,'-18'-2,"-11"4,-2 5,3 10,7 7,10 8,10 4,13 4,11 1,6 0,-1-6</inkml:trace>
  <inkml:trace contextRef="#ctx0" brushRef="#br1" timeOffset="170152.395">7550 4900,'7'16,"4"7,5 2,7-3,6-3,12-4,12-6,16-4,14-4,-7-4</inkml:trace>
  <inkml:trace contextRef="#ctx0" brushRef="#br1" timeOffset="170464.903">8619 4685,'0'30,"2"-1,0 0,2 0,1 0,2 0,0-1,5 9,-11-33,0-1,0 1,1 0,-1-1,1 1,0-1,-1 0,2 1,-1-1,0 0,1 0,-1-1,1 1,0 0,0-1,0 0,0 1,0-1,1 0,-1-1,1 1,-1-1,1 1,0-1,-1 0,1-1,0 1,0 0,0-1,-1 0,1 0,0 0,1-1,7-3,1 0,-1-1,-1 0,1-1,-1 0,0-1,0-1,-1 0,0 0,0-1,-1 0,0 0,-1-1,0 0,0-1,-1 0,-1 0,0 0,4-11,3-29,-13 51,-1-1,1 1,-1-1,1 1,-1 0,1-1,-1 1,1 0,-1-1,0 1,1 0,-1 0,0 0,1 0,-1 0,0-1,1 1,-1 0,0 0,1 1,-1-1,1 0,-1 0,0 0,1 0,-1 0,0 1,1-1,-1 0,1 1,-1-1,1 0,-1 1,1-1,-1 1,1-1,-1 1,1-1,-1 1,1-1,0 1,-1-1,1 1,0-1,-1 1,1 0,0-1,0 1,0-1,0 1,-1 0,1-1,0 1,0 0,0-1,0 1,1 0,-1 0,-3 4,1 0,1 0,-1 1,1-1,-1 1,2-1,-1 1,1-1,-1 1,1-1,1 1,-1-1,1 1,0-1,1 1,-1-1,1 1,0-1,0 0,0 0,1 0,0 0,0-1,0 1,1-1,-1 0,1 0,0 0,0 0,1 0,-1-1,1 0,0 0,0 0,0-1,0 0,2 1,35 11,-3-4</inkml:trace>
  <inkml:trace contextRef="#ctx0" brushRef="#br1" timeOffset="171051.598">9261 4752,'-3'8,"1"-1,0 1,1 0,-1 0,2 0,-1 0,1 0,0 0,1 0,-1 0,2 0,-1-1,1 1,0 0,1-1,0 1,0-1,1 0,-1 0,2 0,-1 0,1-1,0 1,0-1,1-1,-1 1,1-1,1 0,-1 0,1-1,-1 0,1 0,1 0,-1-1,0 0,1 0,4 0,-6-3,0 1,0-1,0-1,0 1,0-1,0 0,0 0,0-1,0 0,0 0,-1 0,1-1,-1 0,1 0,-1 0,0-1,0 1,-1-1,1-1,-1 1,0 0,0-1,0 0,-1 0,3-4,2-4,0 0,-1-1,-1 0,0 0,-1-1,0 1,-1-1,-1 0,1-10,-18 54,11-24,0 0,1 0,0 1,0 0,0-1,1 1,0 0,0 0,0-1,1 1,-1 0,2 0,-1 0,1 0,-1 0,2 0,-1-1,1 1,-1 0,2-1,-1 1,0-1,1 0,0 0,1 0,-1 0,1 0,0-1,0 0,0 0,4 4,7-3,0-1,0 0,0 0,0-2,0 0,1 0,-1-2,1 0,-1-1,0 0,1-1,-1-1,0 0,10-5,-15 6,-1 0,1-1,-1-1,0 0,0 0,-1 0,1-1,-1-1,0 1,-1-1,1-1,-1 1,0-1,-1-1,0 1,0-1,0 0,-1 0,0-1,-1 1,0-1,0 0,-1 0,0-1,1-7,-2-54,-2 71,-1 0,0 0,0 0,0 1,0-1,1 0,-1 1,0-1,0 0,0 1,1-1,-1 1,0 0,1-1,-1 1,0-1,1 1,-1 0,1 0,-1-1,1 1,0 0,-1 0,1-1,0 1,-1 0,1 0,0 0,0 0,0 0,0-1,-1 1,1 0,0 0,1 0,-5 11,2 0,0 0,0 0,1 0,0 0,1 0,0 0,1 0,1 0,0 0,3 11,-3-17,0 0,1 0,-1 1,1-1,0-1,1 1,-1 0,1-1,0 0,1 0,-1 0,1 0,0-1,0 0,0 0,1 0,0-1,-1 1,1-1,0-1,0 1,3-1,14 4</inkml:trace>
  <inkml:trace contextRef="#ctx0" brushRef="#br1" timeOffset="171297.187">9983 4471,'-6'2,"3"8,13 7,13 5,2-2</inkml:trace>
  <inkml:trace contextRef="#ctx0" brushRef="#br1" timeOffset="171482.691">10250 4765,'0'16,"2"10,1 5,3 2,1-3,1-4,-2-4,-1-6</inkml:trace>
  <inkml:trace contextRef="#ctx0" brushRef="#br1" timeOffset="171651.239">10331 4512,'-14'-16,"-6"-6,-1 5,9 8,15 13,18 13,6 3</inkml:trace>
  <inkml:trace contextRef="#ctx0" brushRef="#br1" timeOffset="172516.794">11280 4752,'0'0,"1"0,-1-1,0 1,1 0,-1-1,1 1,-1 0,1 0,-1 0,1-1,-1 1,1 0,-1 0,0 0,1 0,-1 0,1 0,-1 0,1 0,-1 0,1 0,-1 0,1 0,-1 0,1 1,-1-1,1 0,-1 0,1 0,-1 1,0-1,1 0,-1 1,1-1,-1 0,0 1,1-1,-1 0,0 1,0-1,1 1,-1-1,0 0,0 1,1-1,-1 1,0-1,0 1,0-1,0 1,0-1,0 1,0 0,10 33,-9-30,5 33,-6-29,1 0,0 0,0 0,0 0,1 0,0 0,1-1,0 1,0-1,0 1,1-1,0 0,1 0,-1-1,1 1,1-1,-1 0,1-1,0 1,5 3,-7-8,0 0,1 0,-1 0,0 0,1-1,-1 0,1 1,-1-2,1 1,-1 0,0-1,1 0,-1 0,0 0,0-1,1 1,-1-1,0 0,-1 0,1-1,0 1,0-1,-1 0,0 1,0-2,2 0,4-5,-1 0,1-1,-2 0,1 0,-1-1,-1 1,0-2,3-8,9-49,-26 86,6-11,0 0,1 0,-1 1,1-1,1 0,-1 0,1 1,0-1,0 0,1 0,0 1,0-1,0 0,1 0,0 0,0 0,1 0,-1-1,1 1,1-1,-1 1,1-1,0 0,0 0,0-1,0 1,1-1,0 0,0 0,0-1,1 1,-1-1,2 0,1-1,1 0,0-1,-1 0,1 0,0-1,0 0,-1-1,1 0,0 0,0-1,-1 0,0-1,1 0,-1 0,0 0,0-1,0-1,-1 1,0-1,0 0,0-1,0 0,-1 0,0 0,0-1,0 0,-1 0,0 0,-1-1,0 1,0-1,0 0,-1-1,0 1,-1 0,0-1,0 0,0-3,-5-17,3 29,0-1,0 1,-1 0,1-1,0 1,-1 0,1 0,0-1,-1 1,1 0,-1 0,1 0,0 0,-1-1,1 1,-1 0,1 0,0 0,-1 0,1 0,-1 0,1 0,-1 0,1 0,0 0,-1 0,1 0,-1 0,1 1,0-1,-1 0,1 0,-1 0,1 1,0-1,-1 0,1 0,0 1,-1-1,1 0,0 1,0-1,-1 0,1 1,0-1,0 0,-1 1,1-1,0 1,0-1,0 0,0 1,0-1,0 1,0-1,0 1,0-1,0 0,0 1,0 0,-4 5,0 1,1 0,0 0,0 1,1-1,-1 1,2-1,-1 1,1 0,0 0,1-1,0 2,0-5,0-1,0 0,1 0,-1 0,1 1,0-1,0 0,0 0,0 0,1 0,-1 0,1 0,0-1,-1 1,1 0,1-1,-1 0,0 1,0-1,1 0,0 0,-1 0,1 0,0-1,0 1,0-1,0 0,0 1,3-1,-1 1,1-1,-1 0,1-1,0 0,-1 1,1-2,-1 1,1-1,-1 1,1-2,-1 1,1 0,-1-1,0 0,0-1,0 1,0-1,0 0,0 0,-1 0,0-1,1 1,-1-1,-1 0,4-4,2-3,-1 0,-1 0,0-1,0 1,-1-2,-1 1,0 0,-1-1,0 0,-1-2,1-2,0-1,-3 35,-2-7,0 0,1-1,1 1,0 0,0-1,1 1,0-1,1 0,0 1,0-1,1 0,0-1,1 1,-1-1,2 0,-1 0,1 0,4 3,-1-3,1 0,0-1,1 0,-1-1,1 0,1 0,-1-1,1-1,0 0,0 0,0-1,0-1,0 0,1-1,-1 0,3-1,35-1</inkml:trace>
  <inkml:trace contextRef="#ctx0" brushRef="#br1" timeOffset="173750.253">13044 4806,'1'-10,"0"0,0 0,1 1,0-1,1 0,0 1,0 0,1 0,1 0,-1 0,1 0,1 1,-1 0,1 0,1 1,0 0,0 0,0 0,1 1,4-4,-8 8,-1 0,1 0,-1 1,1-1,0 1,0 0,-1 0,1 0,0 0,0 1,0-1,0 1,0 0,0 0,0 1,0-1,0 1,0 0,0 0,0 0,-1 0,1 1,0 0,-1-1,1 1,-1 1,0-1,1 0,1 3,8 7,0 0,-1 1,0 1,-1 0,-1 0,1 3,-1-2,-1 0,-1 0,0 0,-1 1,0 0,-1 1,-1-1,0 8,-4-23,0 1,-1 0,1 0,-1-1,0 1,1 0,-1 0,0 0,0-1,0 1,0 0,0 0,-1 0,1 0,-1-1,1 1,-1 0,1-1,-1 1,0 0,0-1,0 1,0-1,0 1,0-1,0 1,-1-1,1 0,-1 0,1 0,0 1,-1-1,0-1,1 1,-1 0,0 0,1-1,-1 1,0-1,0 1,1-1,-1 0,0 1,0-1,0 0,1 0,-1 0,0-1,0 1,0 0,1-1,-2 0,-1-2,0-1,0 0,1 0,0 0,0-1,0 1,0-1,0 0,1 1,0-1,0 0,1 0,-1-1,1 1,0 0,0 0,1-1,0 1,-1 0,2-1,-1 1,1 0,0-4,0 3,0 0,1-1,0 1,0 0,0 0,0 1,1-1,0 0,0 1,1 0,0-1,0 1,0 1,0-1,1 1,-1-1,1 1,0 1,1-1,-1 1,1 0,-1 0,1 0,3 0,9-4,1 2,0 0,0 1,0 0,1 2,-1 0,8 1,-23 1,0-1,0 1,-1-1,1 1,0 0,0 1,0-1,0 1,-1-1,1 1,0 0,-1 1,1-1,-1 1,1-1,-1 1,1 0,-1 0,0 1,0-1,0 0,0 1,-1 0,1 0,-1 0,0 0,1 0,-1 0,1 3,6 62,-9-61,0 0,0-1,1 1,-1 0,2 0,-1-1,1 1,0 0,0-1,1 0,0 1,0-1,2 3,-1-6,0 0,0-1,0 1,1-1,-1 0,1 0,-1 0,1-1,0 0,0 1,0-2,-1 1,1-1,0 1,0-1,0 0,0-1,0 0,0 1,0-1,-1-1,1 1,0-1,-1 0,1 0,-1 0,0-1,1 1,-1-1,19-16,-3-1</inkml:trace>
  <inkml:trace contextRef="#ctx0" brushRef="#br1" timeOffset="176149.675">13967 4645,'-4'-21,"3"21,1 0,0-1,0 1,0 0,-1 0,1 0,0-1,0 1,-1 0,1 0,0 0,0 0,-1 0,1 0,0 0,-1-1,1 1,0 0,0 0,-1 0,1 0,0 0,-1 0,1 0,0 0,0 1,-1-1,1 0,0 0,-1 0,1 0,0 0,0 0,-1 0,1 1,0-1,0 0,0 0,-1 0,1 1,0-1,0 0,0 0,-1 1,1-1,0 0,0 0,0 1,0-1,0 0,0 0,0 1,0-1,-1 0,1 1,0-1,0 0,0 0,0 1,1-1,-1 0,0 1,0-1,0 0,0 0,0 1,0-1,0 0,0 0,1 1,-6 18,2 1,0 0,2-1,0 1,1 0,1 0,1 3,-2-21,9 123,-9-123,1-1,-1 1,-1-1,1 0,0 1,0-1,0 0,-1 1,1-1,-1 0,1 1,-1-1,1 0,-1 0,0 0,1 0,-1 1,0-1,0 0,0 0,0-1,0 1,0 0,0 0,0 0,-1-1,1 1,0 0,0-1,-1 1,1-1,0 0,-1 1,1-1,0 0,-1 0,1 0,0 0,-1 0,1 0,0 0,-1 0,1-1,-1 1,1 0,-17-6</inkml:trace>
  <inkml:trace contextRef="#ctx0" brushRef="#br1" timeOffset="176915.968">14114 4699,'8'3,"0"2,1-1,-2 1,1 0,0 1,-1-1,0 2,0-1,-1 1,0 0,0 0,0 1,-1-1,0 1,-1 1,4 7,30 117,-37-133,-1 0,0 0,0 1,1-1,-1 0,0 0,0 1,1-1,-1 0,0 0,1 0,-1 1,0-1,0 0,1 0,-1 0,0 0,1 0,-1 0,1 0,-1 0,0 0,1 0,-1 0,0 0,1 0,-1 0,0 0,1 0,-1 0,0 0,1 0,-1 0,0-1,1 1,-1 0,0 0,0 0,1-1,-1 1,0 0,1 0,-1-1,0 1,0 0,0 0,1-1,-1 1,0 0,0-1,0 1,0 0,0-1,0 1,0 0,0-1,1 1,-1 0,0-1,0 1,-1-1,1 1,0 0,0-1,0 1,0 0,2-4,32-52,-18 28,2 0,0 1,2 1,17-17,-37 42,0 1,1-1,-1 1,0-1,0 1,1-1,-1 1,0-1,1 1,-1 0,0-1,1 1,-1 0,1-1,-1 1,1 0,-1 0,1-1,-1 1,1 0,-1 0,1 0,-1 0,1-1,-1 1,1 0,-1 0,1 0,-1 0,1 0,-1 0,1 1,-1-1,1 0,-1 0,1 0,-1 0,1 1,-1-1,1 0,-1 0,1 1,-1-1,0 0,1 1,-1-1,1 0,-1 1,0-1,0 1,1-1,-1 1,0-1,7 32,-6-22,2 9,0 0,2 0,0-1,1 1,1-1,1 1,-7-15,1 0,0 0,0-1,0 1,1 0,-1-1,1 1,0-1,0 0,0 0,1 0,-1 0,0-1,1 1,0-1,0 0,0 0,0 0,0-1,0 1,0-1,0 0,1 0,-1 0,0-1,1 0,-1 0,0 0,4 0,-2-2,0 1,1-1,-1 0,0-1,0 0,-1 1,1-2,-1 1,1-1,-1 0,0 0,0 0,-1-1,1 1,-1-1,0 0,0-1,1-2,47-110,-34 49,-3-1,-3 0,-3-1,-4 0,-2 0,-6-44,-5 62,7 53,1-1,-1 1,1 0,-1 0,1-1,-1 1,1 0,-1 0,1 0,-1 0,1 0,-1 0,1 0,-1 0,1 0,-1 0,1 0,-1 0,1 0,-1 0,1 0,-1 0,1 0,-1 1,1-1,-1 0,1 0,-1 1,1-1,-1 0,1 1,0-1,-1 1,1-1,0 0,-1 1,1-1,0 1,-1-1,1 1,0-1,0 1,0-1,-1 1,1-1,0 1,0-1,0 1,0-1,0 1,0 0,-8 20,1 0,1 1,1 0,1 0,1 1,0-1,2 16,1-35,-3 31,2 0,2 0,1 0,2 0,1 0,6 21,-8-42,1-1,0 0,1 1,0-2,1 1,1 0,-1-1,2 0,-1-1,2 0,-1 0,1-1,1 0,0 0,0-1,1 0,-1-1,11 5,9 0,-6-6</inkml:trace>
  <inkml:trace contextRef="#ctx0" brushRef="#br1" timeOffset="177161.313">14622 4432,'14'-5,"20"1,22 1,23 4,18 3,-8 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21.64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107 294,'6'-4,"-1"19,9 188,-13-160,0 3,2 106,-6 0,-9 18,10-214,36-392,-27 267,-7 0,-8-11,7 170,0 8,1 0,-1 0,1 0,-1 0,1 0,0 0,0 0,0 0,0 0,0 0,0 0,1 0,-1 0,1 0,-1 0,1 0,0 0,0 0,-1 0,1 0,1 1,-1-1,0 0,0 1,1-1,-1 1,0 0,2-2,6 1,0 0,0 1,0-1,0 2,0-1,0 1,0 1,0 0,0 0,1 0,8 1,99 15,0 5,-1 5,0 0,-58-11,-41-8</inkml:trace>
  <inkml:trace contextRef="#ctx0" brushRef="#br0" timeOffset="271.877">0 601,'18'4,"18"5,16 2,15-1,10-1,5-3,3-2,-5 0,-13 2,-18 2,-17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27.50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5285 361,'0'-3,"-1"1,1-1,-1 0,0 0,0 0,0 0,0 1,0-1,-1 0,1 1,-1-1,0 1,0 0,1-1,-2 1,1 0,0 0,0 0,-1 1,1-1,-1 0,1 1,-1 0,-2-2,-71-21,-232-29,267 43,-78-17,-108-9,-606-33,590 55,-68 11,72 3,-251-29,4 4,183 12,-174 14,435 1,1 2,0 2,-36 10,49-10,-155 35,171-37,-36 11,1 2,1 2,1 2,-14 10,-38 70,-176 123,268-218,0 0,0 0,1 1,-1-1,2 1,-1 0,1 1,0-1,0 0,1 1,0 0,1-1,-1 1,1 0,1 0,0 0,0 0,0 0,1 0,0-1,1 1,-1 0,2-1,-1 1,1-1,0 1,0-1,1 0,0-1,1 1,-1-1,1 1,0-1,1-1,0 1,0-1,15 7,0-1,1-1,0-1,1-1,0-1,0-1,1-1,0-1,-1-1,1-1,1-2,-1 0,9-2,-23 2,32 1,164 3,41 14,-68 0,96-6,432-13,-120-13,705 15,-1115-10,-1-7,151-36,-19 3,-233 41,-51 7,1 0,-1-2,0-1,-1-1,1-1,-1 0,0-2,0-1,-1-1,-1-1,16-10,-32 17,0-1,1 0,-2 0,1 0,0 0,-1-1,0 0,-1 0,1 0,-1 0,0 0,-1-1,1 0,-1 1,-1-1,1 0,-1 0,0 0,-1 0,1 0,-2 0,1 0,-1 0,0 0,0 0,-2-3,-2-9,-1 1,0 0,-2 0,0 1,-1 0,-1 1,0-1,-1 2,-4-4,4 5,0 1,-1 1,-1 0,0 0,0 2,-1-1,-1 2,1 0,-1 0,-1 2,0 0,0 1,0 0,-1 1,-3 0,-56-5,4 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0.16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101 76,'-2'0,"0"-1,0 1,0-1,0 1,0 0,0 0,0 0,0 0,0 0,0 0,0 0,0 1,0-1,1 1,-1 0,0-1,0 1,0 0,0 0,1 0,-1 0,0 1,1-1,-1 0,1 1,0-1,-1 1,1-1,0 1,0 0,0-1,0 1,0 0,0 0,1 0,-1 0,0-1,1 1,0 0,-1 1,0 3,0 0,1 0,-1 0,1 0,0 1,1-1,-1 0,1 0,1 0,-1 0,1 0,2 5,-3-8,0 0,1 0,0 0,0 0,0 0,0 0,0 0,1-1,-1 1,1-1,-1 0,1 0,0 1,0-2,0 1,0 0,0-1,1 1,-1-1,0 0,1 0,-1 0,1-1,-1 1,1-1,-1 0,1 0,-1 0,1 0,-1-1,1 0,-1 1,1-1,-1 0,0 0,1-1,-1 1,0-1,0 0,0 0,0 0,0 0,-1 0,1 0,-1-1,1 0,0 0,0-3,0 0,0 0,-1 0,0-1,0 1,0-1,-1 1,0-1,0 1,-1-1,0 0,0 1,0-1,-1 0,0 1,0-1,-1 1,1-1,-2 1,1 0,-1 0,0 0,0 0,0 0,-1 1,0-1,0 1,0 0,-1 0,0 1,0-1,0 1,0 0,-1 0,0 1,1 0,-4-1,5 3,1 0,-1 1,0 0,0 0,0 0,1 0,-1 1,0 0,1-1,-1 1,0 1,1-1,-1 0,1 1,-1 0,1 0,0 0,0 0,0 0,0 1,0-1,0 1,1 0,-1-1,1 2,0-1,0 0,0 0,0 0,1 1,-1 0,-16 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0.64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0 216,'0'-4,"3"-7,2-5,3-7,3-7,-1-5,0 2,-2 1,-1 9,-3 15,-2 18,-1 20,-1 20,0 17,-1 10,1 6,0 3,-1-14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1.14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35 23,'11'-4,"1"-1,0 2,0 0,1 0,-1 1,0 1,1 0,-1 0,1 1,6 2,-16-2,0 0,0 0,0 0,-1 1,1 0,0-1,0 1,0 0,-1 0,1 1,-1-1,1 0,-1 1,1 0,-1-1,0 1,0 0,0 0,0 1,0-1,0 0,0 0,-1 1,1-1,-1 1,0 0,0-1,0 1,0 0,0 0,-1 0,1-1,-1 1,1 0,-1 0,0 0,-1 0,1 1,-5 15,0 0,-1-1,-2 0,0 0,0 0,-2-1,0-1,-1 1,0-2,-2 0,0 0,-12 11,19-20,-85 99,90-105,0 1,0-1,1 1,-1 0,0-1,0 1,1 0,-1 0,0 0,1-1,-1 1,1 0,-1 0,1 0,-1 0,1 0,0 0,0 0,-1 0,1 0,0 0,0 0,0 0,0 0,0 0,0 0,0 0,1 0,-1 0,0 0,0 0,1 0,-1 0,1 0,-1 0,1 0,-1 0,1 0,-1 0,1-1,0 1,0 0,-1 0,1-1,0 1,0 0,0-1,0 1,0-1,0 0,0 1,0-1,0 0,0 1,0-1,0 0,0 0,0 0,0 0,0 0,1 0,16 1,1-1,-1-1,1 0,-1-1,1-2,12-3,10-1,45-9,-5 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1.74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22,'12'-5,"1"1,0 1,0 0,0 0,0 2,1 0,-1 0,0 1,1 0,-1 2,0-1,0 2,-10-2,-1-1,1 2,-1-1,1 0,-1 0,0 1,1-1,-1 1,0 0,0 0,0-1,0 1,-1 1,1-1,0 0,-1 0,0 1,1-1,-1 0,0 1,0 0,-1-1,1 1,0-1,-1 1,1 0,-1-1,0 1,0 0,0 0,0-1,-1 1,-29 80,30-83,-1 1,0 0,0-1,1 1,-1 0,1 0,-1-1,0 1,1 0,-1 0,1 0,0 0,-1 0,1-1,0 1,0 0,-1 0,1 0,0 0,0 0,0 0,0 0,0 0,0 0,0 0,1 0,-1 0,0 0,0 0,1 0,-1 0,1-1,-1 1,1 0,-1 0,1 0,-1-1,1 1,0 0,-1 0,1-1,0 1,0-1,-1 1,1-1,0 1,0-1,0 1,0-1,0 0,0 1,0-1,0 0,0 0,-1 0,1 0,0 0,0 0,0 0,0 0,14 2,66 15,-78-16,-1 0,1 1,0-1,-1 1,1 0,-1 0,0 0,1 0,-1 0,0 0,0 1,-1-1,1 1,0 0,-1-1,0 1,1 0,-1 0,0 0,0-1,-1 1,1 0,-1 0,1 1,-1-1,0 0,-2 9,0 1,-1 0,-1-1,1 0,-2 0,0 0,0 0,-2-1,1 0,-1 0,0-1,-1 0,-1 0,-6 6,-78 83,49-58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2.22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66 1,'-14'58,"-2"0,3 0,3 1,-3 49,20-46,-6-61,-1 1,1 0,0-1,-1 1,1-1,0 1,0-1,0 0,0 1,1-1,-1 0,0 0,0 0,1 0,-1 0,1 0,-1 0,1 0,-1-1,1 1,-1 0,1-1,0 1,-1-1,1 0,0 0,-1 0,1 1,0-1,-1-1,1 1,0 0,-1 0,3-1,7-4,0 1,0-2,0 0,0 0,-1-1,0 0,-1-1,1 0,-2 0,1-1,-1 0,0-1,-1 0,0 0,5-10,4-15,-27 41,1 11,1 1,1 0,0 0,2 0,0 1,1 0,1 1,0 4,-14 121,14-74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3.28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194 0,'-14'12,"0"0,1 0,0 1,1 1,1 0,0 0,1 2,1-1,0 1,1 0,0 1,2 0,0 0,0 0,1 8,4-23,-7 19,1 0,1 1,1 0,0 0,2 1,1-1,1 1,1-1,1 12,-1-31,1 0,0-1,-1 1,1 0,0 0,0-1,0 1,1-1,-1 1,1-1,-1 1,1-1,0 0,0 0,0 0,0 0,0 0,1 0,-1-1,0 1,1-1,-1 0,1 1,0-1,-1 0,1-1,0 1,0 0,-1-1,1 1,0-1,0 0,0 0,0 0,0 0,-1-1,1 1,0-1,0 0,0 0,-1 0,1 0,6-2,-1 0,0-1,-1 0,1-1,-1 1,0-1,0-1,0 1,-1-1,0 0,0-1,0 1,-1-1,0 0,0-1,-1 1,0-1,0 0,1-5,-5 12,1 0,-1-1,1 1,-1 0,1 0,-1-1,0 1,0 0,0-1,1 1,-1 0,-1-1,1 1,0 0,0-1,0 1,-1 0,1 0,0-1,-1 1,0 0,1 0,-1 0,0-1,1 1,-1 0,0 0,0 0,0 0,0 0,0 1,0-1,0 0,0 0,0 1,0-1,-1 0,1 1,0 0,0-1,-1 1,1-1,0 1,0 0,-1 0,1 0,0 0,-1 0,1 0,0 0,-1 0,1 1,0-1,-1 0,1 1,0-1,0 1,0 0,-1-1,1 1,0 0,-9 5,0 0,1 1,-1 0,2 0,-1 1,1 1,0-1,1 1,0 0,-5 10,9-15,-29 42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3.61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14 24,'18'-6,"1"1,0 1,1 1,-1 0,1 2,-1 0,5 1,-19 0,1-1,-1 1,1 1,-1-1,1 1,-1 0,1 0,-1 0,0 1,1 0,-1 0,0 0,0 0,0 1,-1 0,1 0,-1 0,0 1,1 0,-1 0,-1 0,1 0,-1 0,1 1,-1-1,-1 1,1 0,0 2,3 16,-2 0,0 1,-2-1,0 1,-2 0,0 0,-2-1,-1 1,0-1,-2 1,-1-1,-5 14,0 11,-18 106,24-139</inkml:trace>
  <inkml:trace contextRef="#ctx0" brushRef="#br0" timeOffset="252.325">1 331,'22'-6,"27"-8,24-7,23-10,18-6,-10 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32.63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0 196,'5'19,"6"9,3 6,4 1,1-3,-1-5,0-4,-4-5,-4-2,-6-2,-8-1,-11 0,-11-3,-2-3</inkml:trace>
  <inkml:trace contextRef="#ctx0" brushRef="#br0" timeOffset="244.339">0 157,'14'-12,"13"-7,14-6,11-3,8-2,6 6,-10 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43.52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5110 281,'-119'-37,"0"6,-123-16,127 26,-170-24,-2 13,-238 6,-192 49,-200 16,848-33,-8 1,-1-2,1-4,-1-4,-32-6,-734-97,832 104,0 1,1 0,-1 1,1 0,-1 1,0 0,1 1,-1 0,1 1,0 0,0 0,0 2,0-1,1 1,-7 5,-27 18,15-11,1 2,1 0,1 2,-20 21,40-36,0 1,0 1,0-1,1 1,0 0,1 0,-1 0,2 1,-1 0,1 0,1 0,-1 0,1 0,1 0,0 0,0 1,1-1,0 1,1 3,5 25,1-2,1 1,2-1,2 0,2-1,0-1,3 0,0-1,3-1,-15-23,0-1,1 0,0 0,0-1,1 0,0 0,0 0,0-1,1 0,0-1,1 0,-1 0,1 0,5 1,324 86,-281-68,-25-9,2-1,0-2,0-1,33 5,55-2,89-2,21 1,-151-7,-1-4,1-3,-1-3,16-6,152-18,1 11,9 11,0 4,70-18,-152 8,57 7,390-22,-332 14,3 13,-92-13,-179 13,-17 2,0-1,0 0,-1 0,1-1,0 0,0 0,0 0,0 0,0-1,0 0,0-1,-1 1,1-1,-1 0,1 0,-1-1,0 0,1 0,-1 0,-1 0,1-1,0 0,-1 0,0 0,0 0,0-1,-1 0,1 1,1-5,-2-5,0-1,-1 0,-1 0,0 0,-1 0,-1 0,0 0,-1 0,-1 0,0 1,-1-1,0 1,-7-14,3 10,-1 0,-1 0,-1 0,0 2,-1-1,-1 1,0 1,-1 1,-1 0,0 0,-1 2,0 0,-17-10,4 7,-1 0,0 2,-1 1,-1 1,1 2,-1 1,-1 2,-7 0,-81-5,9 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7:19.41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521 0,'0'0</inkml:trace>
  <inkml:trace contextRef="#ctx0" brushRef="#br0" timeOffset="3979.513">0 174,'21'0,"20"0,16-2,15-4,11-2,8-2,1-2,-3 1,-8 2,-13 3,-13 5,-14 3,-15 2,-15 2,-17-1,-7-1</inkml:trace>
  <inkml:trace contextRef="#ctx0" brushRef="#br0" timeOffset="15106.794">134 562,'-14'4,"3"5,14 2,22 2,26-2,27-4,22-6,18-6,8-1,2-3,-22 1</inkml:trace>
  <inkml:trace contextRef="#ctx0" brushRef="#br0" timeOffset="15826.765">1243 134,'0'1,"0"-1,0 0,0 0,0 0,1 1,-1-1,-1 0,1 0,0 0,0 1,0-1,0 0,0 0,0 1,0-1,0 0,0 0,0 0,0 0,0 1,-1-1,1 0,0 0,0 0,0 0,0 1,0-1,-1 0,1 0,0 0,0 0,0 0,-1 0,1 0,0 0,0 1,0-1,-1 0,1 0,0 0,0 0,0 0,-1 0,1 0,0 0,0 0,0 0,-1 0,1-1,0 1,0 0,0 0,-1 0,1 0,0 0,0 0,0 0,0 0,-1-1,1 1,0 0,0 0,0 0,3 24,-2-20,43 275,-36-232,-7-47,-1 1,1-1,-1 0,1 0,-1 0,1 0,-1 0,1 0,-1 1,1-1,-1 0,1-1,0 1,-1 0,1 0,-1 0,1 0,-1 0,1 0,-1-1,1 1,-1 0,1-1,-1 1,1 0,-1 0,0-1,1 1,-1-1,0 1,1 0,-1-1,0 1,1-1,-1 1,0-1,0 1,1-1,-1 1,0-1,0 1,0-1,0 0,0 1,0-1,0 1,0-1,0 1,0-1,0 1,0-1,0 1,0-1,0 1,-1-1,1 1,0-1,0 1,-1-1,1-1,15-62,-3-1,-3-1,0-42,-11 128,0 0,2 0,0 0,2 0,0 0,1 0,1 0,1-1,1 1,0-1,2-1,2 6,-8-21,1 0,-1 0,0 0,1 0,0-1,0 1,0-1,0 0,0 0,0 0,0 0,1-1,-1 1,1-1,-1 0,1 0,-1 0,1 0,0 0,0-1,-1 0,1 0,0 0,0 0,-1-1,1 1,0-1,-1 0,1 0,-1 0,1 0,-1-1,1 0,-1 0,0 1,0-2,0 1,0 0,0-1,0 1,-1-1,1 0,0-1,9-11,-2 0,1-1,-2 0,0 0,-1-1,-1 0,0 0,-1-1,-1 0,-1 0,0-1,-2 1,0-1,-1 1,-1-4,-6-19,5 41,0 0,0 0,0 0,0 0,0 1,0-1,0 0,0 0,0 1,1-1,-1 0,0 1,0-1,0 1,1-1,-1 1,0 0,0-1,1 1,-1 0,1-1,-1 1,0 0,1 0,0-1,-1 1,1 0,-1 0,1 0,0 0,0 0,-1-1,1 1,0 0,0 0,0 0,0 0,0 0,0 0,0 0,0 0,-4 19,0 0,1 0,1 0,1 1,1-1,1 0,0 0,2 1,2 9,-2-22,-1-1,1 0,0 0,0 0,1 0,0 0,0-1,1 1,-1-1,1-1,1 1,-1-1,1 1,0-2,0 1,1-1,-1 1,1-2,0 1,0-1,0 0,0-1,1 1,-1-2,1 1,-1-1,7 1,29 3</inkml:trace>
  <inkml:trace contextRef="#ctx0" brushRef="#br0" timeOffset="16345.105">1965 482,'-5'-10,"25"4,-11 3,0 0,0 1,1 1,-1-1,1 2,-1-1,1 1,-1 0,0 1,1 0,-1 1,1 0,-1 0,0 1,0 0,-1 1,1 0,0 0,-1 1,0 0,0 1,4 3,-10-5,1 1,-1-1,0 1,0 0,-1-1,1 1,-1 0,0 0,0 0,-1 0,1 0,-1 0,0 0,0 0,-1 0,0 0,0 0,0 0,0 0,-1 0,0 0,0-1,-1 2,-63 100,-88 44,153-150,0 1,0-1,-1 0,1 1,0-1,0 1,0 0,0-1,1 1,-1 0,0 0,0-1,0 1,0 0,1 0,-1 0,0 0,1 0,-1 0,1 0,-1 0,1 0,0 0,-1 0,1 0,0 1,0-1,0 0,-1 0,1 0,0 0,1 0,-1 1,0-1,0 0,0 0,1 0,-1 0,1 0,-1 0,1 0,-1 0,1 0,-1 0,1 0,0 0,0 0,-1 0,1-1,0 1,0 0,0 0,0-1,1 1,13 3,0-1,0 0,1-1,-1-1,1-1,0 0,-1-1,4-1,-8 2,289-40,-246 32</inkml:trace>
  <inkml:trace contextRef="#ctx0" brushRef="#br0" timeOffset="16991.41">2607 255,'20'2,"18"1,15 0,9-1,3 0,2-1,-3-1,-9 0,-11 0,-13 0</inkml:trace>
  <inkml:trace contextRef="#ctx0" brushRef="#br0" timeOffset="17243.254">2821 40,'-5'14,"-3"16,-1 13,1 15,3 7,3 5,5-1,7-3,3-8,0-14</inkml:trace>
  <inkml:trace contextRef="#ctx0" brushRef="#br0" timeOffset="17846.248">3275 68,'26'191,"-19"-152,-4-26,-2 1,2 1,0-1,0 1,1-1,1 0,0-1,1 1,1-1,0 0,0-1,8 9,-14-19,0-1,1 1,-1-1,0 0,1 0,0 0,-1 0,1 0,-1 0,1 0,0 0,0-1,0 1,-1-1,1 1,0-1,0 0,0 0,0 1,0-1,0-1,-1 1,1 0,0 0,0-1,0 1,0-1,-1 1,1-1,0 0,0 0,-1 0,1 0,-1 0,1 0,-1 0,1-1,-1 1,46-59,-46 59,10-18,0 0,-1-1,-1 0,-1-1,-1 1,-1-1,0-1,-2 1,0-1,-2 0,0-6,-6 8,-6 27,4 13,1 1,0-1,2 1,0 0,1 0,1 0,1 0,2 4,-3-21,1 0,0 1,0-1,0 0,1 1,0-1,-1 0,2 0,-1 0,0 0,1 0,0 0,-1 0,2 0,-1 0,0-1,1 1,0-1,-1 0,1 0,1 0,-1 0,0 0,1-1,-1 1,1-1,0 0,0 0,0 0,0-1,0 0,0 1,0-1,0-1,1 1,-1-1,0 1,5-1,2-3,-1 0,1-1,-1 0,1 0,-1-1,-1 0,1-1,-1 0,0-1,0 0,-1 0,0-1,0 0,0 0,-1-1,-1 0,0 0,0 0,0-1,-1 0,-1 0,0-1,0 1,-1-1,0 0,0-7,-2 13,0 1,1 0,-1 0,-1 0,1 0,-1-1,1 1,-1 0,0 0,-1 0,1 0,-1 0,0 0,0 0,0 0,-1-3,1 7,0-1,1 1,-1 0,0 0,1-1,-1 1,0 0,1 0,-1 0,0 0,1 0,-1 0,0 0,1 0,-1 0,0 0,1 1,-1-1,0 0,1 0,-1 0,0 1,1-1,-1 1,1-1,-1 0,1 1,-1-1,1 1,-1-1,1 1,-1-1,1 1,-1-1,1 1,0 0,-1-1,1 1,-7 11,0 1,0-1,2 1,-1 0,2 0,0 1,0-1,2 1,-1 0,2 0,0 0,0 0,2 10,-1-18,0-1,0 0,1 0,0 1,0-1,0 0,1 0,-1 0,1 0,1 0,-1-1,1 1,-1-1,1 1,0-1,1 0,-1 0,1 0,0-1,0 1,0-1,0 0,1 0,-1 0,1-1,-1 1,1-1,0-1,0 1,2 0,92 3,-53-13</inkml:trace>
  <inkml:trace contextRef="#ctx0" brushRef="#br0" timeOffset="25823.833">4184 482,'11'-2,"9"-4,10 0,6-1,4 0,3 1,0 2,-3 2,-3 1,-6 0,-6 1,-7 0</inkml:trace>
  <inkml:trace contextRef="#ctx0" brushRef="#br0" timeOffset="26274.704">4091 455,'25'219,"-24"-213,-2-5,1 0,-1 1,1-1,0 0,0 1,0-1,0 1,0-1,0 1,0-1,0 0,0 1,1-1,-1 1,1-1,-1 0,1 1,-1-1,1 0,0 0,0 1,-1-1,1 0,0 0,0 0,0 0,0 0,1 0,-1 0,0 0,0-1,0 1,1 0,-1-1,0 1,1-1,-1 1,0-1,1 0,-1 0,1 1,0-1,102-48,-92 43,0 0,0 1,1 1,-1 0,1 1,0 0,-1 1,2 0,-10 1,-1 0,1 0,-1 1,1-1,-1 1,1 0,-1 0,0 0,1 0,-1 1,0-1,0 1,0 0,0 0,0 0,0 0,-1 0,1 1,-1-1,1 1,-1 0,0 0,0 0,0 0,-1 0,1 0,-1 0,1 0,-1 1,0-1,0 2,0 2,0-1,0 1,0-1,-1 1,0 0,-1-1,1 1,-1-1,-1 1,1-1,-1 1,0-1,0 0,-1 0,0 0,0 0,0 0,-1-1,0 0,0 1,0-1,-1-1,-3 4,-4 3,0-1,-1 1,0-2,-1 0,0-1,-1 0,1-1,-1-1,-2 0,16-5,0 0,0 0,0-1,0 1,0 0,0-1,0 1,0-1,0 1,0-1,0 0,-1 1,1-1,0 0,0 0,-1 0,1 0,0 0,0 0,0 0,-1 0,1 0,0-1,0 1,0 0,0-1,-1 1,1-1,0 1,0-1,0 0,0 1,0-1,0 0,0 0,1 0,-1 0,0 0,0 0,1 0,-1 0,0 0,1 0,-1 0,1 0,0 0,-1 0,1-1,0-10</inkml:trace>
  <inkml:trace contextRef="#ctx0" brushRef="#br0" timeOffset="41058.355">4812 214,'69'0,"190"8,-256-8,-2 0,0 0,0 0,0-1,0 1,0 0,0 0,0 0,0 0,0 0,0 0,0 0,-1 0,1 0,0 1,0-1,0 0,0 1,0-1,0 0,0 1,0-1,-1 1,1 0,0-1,0 1,-1 0,1-1,0 1,-1 0,1 0,-1-1,1 1,-1 0,1 0,-1 0,0 0,1 0,-1 0,-6 5</inkml:trace>
  <inkml:trace contextRef="#ctx0" brushRef="#br0" timeOffset="41442.33">4973 414,'0'3,"2"0,6 0,7-1,9 0,7-1,5 0,3 1,0 1,-3 0,-5-1,-7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8:04.66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0,'113'20,"-1"-12,111-8,-112-1,-65 0,-31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8:08.68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1,'428'25,"-26"-8,-363-13,-60 2,-26-4,22-2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8:10.07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1,'190'12,"688"-11,831-1,-1453 11,-250-8,-32-3,17 1,-54 1,-11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8:02.29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14,'44'282,"-34"-248,-2-48,42-263,-50 278,0-1,0 0,0 1,0-1,0 0,0 0,0 0,1 1,-1-1,0 0,0 0,0 1,0-1,1 0,-1 0,0 0,0 0,0 1,1-1,-1 0,0 0,0 0,1 0,-1 0,0 0,0 0,1 1,-1-1,0 0,0 0,1 0,-1 0,0 0,0 0,1 0,-1 0,0-1,1 1,-1 0,0 0,0 0,1 0,-1 0,0 0,5 32,-5-31,4 45,-3-21,2-1,0 0,2 1,0-1,5 8,-10-31,0 0,0 0,0 1,0-1,1 0,-1 0,0 0,0 0,1 0,-1 0,1 0,-1 0,1 0,0 0,-1 0,1-1,0 1,-1 0,1 0,0 0,0-1,0 1,0-1,0 1,0 0,0-1,0 1,0-1,0 0,0 1,0-1,0 0,0 0,0 0,0 0,0 0,0 0,1 0,-1 0,0 0,0 0,0-1,0 1,0 0,0-1,0 1,0-1,0 1,0-1,0 1,0-1,0 0,-1 0,57-101,-54 96,45-163,-46 206,-1 219,-1-250,0-1,1 1,0 0,0 0,0-1,1 1,0-1,0 1,0-1,1 0,0 1,0-1,1 1,9 6</inkml:trace>
  <inkml:trace contextRef="#ctx0" brushRef="#br0" timeOffset="339.62">535 267,'5'-1,"0"-1,0 1,-1 0,1 1,0-1,0 1,0 0,0 0,0 0,0 1,0 0,0 0,0 0,-1 1,1-1,0 1,-1 0,1 0,-1 1,0 0,0-1,0 1,0 1,0-1,-1 0,1 1,-1 0,0 0,0 0,-1 0,1 0,-1 1,1 1,-2 4,0 1,0 0,-2 0,1-1,-1 1,-1 0,0-1,0 1,-1-1,-1 1,1-1,-2-1,1 1,-6 8,-7 19,16-36,1-1,-1 1,0 0,1 0,-1 0,1-1,-1 1,1 0,-1 0,1 0,0 0,-1 0,1 0,0 0,0 0,0 0,0 0,0 0,0 0,0 0,0 0,0 0,0 0,0 0,1 0,-1 0,0-1,1 1,-1 0,1 0,-1 0,1 0,-1 0,1-1,-1 1,1 0,0 0,0-1,-1 1,1-1,0 1,0 0,0-1,0 0,-1 1,1-1,0 1,0-1,0 0,0 0,0 0,0 1,0-1,0 0,1 0,14-4,0 1,0-2,-1 0,1-1,-1 0,-1-2,13-7,-16 9,53-32,-44 22</inkml:trace>
  <inkml:trace contextRef="#ctx0" brushRef="#br0" timeOffset="4133.736">1137 107,'0'2,"2"1,3 2,3 1,3-2,1 0,-1-4,-3-4,-4-2,-4-1,-3-1,-4 3,-1 3,2 5,3 3,7 2,8-1,1-2</inkml:trace>
  <inkml:trace contextRef="#ctx0" brushRef="#br0" timeOffset="5115.952">1578 0,'28'243,"-20"-215,-8-28,1 1,-1-1,0 0,1 1,-1-1,1 0,-1 0,0 1,1-1,-1 0,1 0,-1 0,1 1,-1-1,0 0,1 0,-1 0,1 0,-1 0,1 0,-1 0,1 0,-1 0,1 0,-1 0,1 0,-1-1,0 1,1 0,-1 0,1 0,-1 0,1-1,-1 1,0 0,1-1,-1 1,0 0,1-1,-1 1,0 0,1-1,-1 1,0 0,0-1,1 1,-1-1,0 1,0-1,0 1,0-1,0 1,0 0,0-1,0 0,10-16,-2 0,0-1,-1 0,-1 0,4-19,15-41,-19 98,-2 136,-4-155,0 1,0-1,1 0,-1 1,0-1,0 0,1 0,-1 1,1-1,-1 0,1 0,0 0,-1 1,1-1,0 0,0 0,0 0,0 0,0 0,0 0,0-1,0 1,0 0,0 0,0-1,1 1,-1-1,0 1,0-1,1 0,-1 1,0-1,1 0,-1 0,0 0,1 0,-1 0,0 0,1 0,-1 0,0-1,1 1,-1 0,1-1,49-37,-42 25,1 0,-2-1,0 0,-1 0,0-1,-1 0,-1 0,0-1,-2 1,1-1,-2 0,0 0,-3 5,-5 25,-1 21,1 1,1-1,2 1,2 0,1 4,0-26,9 71,-8-82,0 0,0 0,0-1,0 1,1 0,-1 0,1-1,-1 1,1-1,0 1,0-1,0 0,0 0,1 0,-1 0,0 0,1 0,0-1,-1 1,1-1,0 0,0 0,0 0,-1 0,1 0,2 0,19-1,-1-4</inkml:trace>
  <inkml:trace contextRef="#ctx0" brushRef="#br0" timeOffset="5369.235">2139 200,'16'0,"12"0,11 0,4 0,6 0,-3 0,-5 0,-11 0</inkml:trace>
  <inkml:trace contextRef="#ctx0" brushRef="#br0" timeOffset="5783.182">2126 174,'-3'19,"1"0,1 0,1 0,0 0,1 0,2 0,0 0,0-1,2 1,1 1,-4-17,0 0,0 0,0-1,0 1,0 0,1-1,-1 0,1 0,-1 1,1-2,0 1,0 0,0 0,0-1,0 0,0 0,1 0,-1 0,0 0,1 0,-1-1,0 0,1 1,-1-1,0-1,1 1,-1 0,1-1,-1 0,0 0,1 0,15 0,13 0,-16-1,-1 1,1 0,-1 1,1 1,-1 1,1 0,-1 1,0 1,0 0,5 3,-18-7,0 1,0 0,0 0,0 0,0 0,0 0,0 0,0 1,-1-1,1 0,0 1,-1 0,1-1,-1 1,0 0,1 0,-1 0,0 0,0 0,0 0,-1 0,1 0,0 0,-1 0,1 0,-1 0,0 1,0-1,0 0,0 0,0 1,0-1,0 0,-1 0,1 0,-1 0,0 0,1 1,-1-1,0 0,0 0,-1-1,1 1,0 0,-1 0,1-1,-1 1,0 0,-10 8,0-1,0-1,-1 0,0-1,0 0,0-1,-1-1,0 0,-1-1,1 0,-1-1,1-1,-1 0,-9-1,22 0,0-1,1 0,-1 0,0 1,0-1,0-1,0 1,0 0,0 0,0-1,1 1,-1-1,0 0,0 1,0-1,1 0,-1 0,0 0,1 0,-1 0,1-1,0 1,-1 0,1-1,0 1,0-1,-1 1,1-1,1 0,-1 1,0-1,0 0,0 0,-4-15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8:31.66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1 884,'70'0,"6"1,0-3,46-8,35-7,160 4,272-23,-356 18,793-19,-194 9,-577 22,272 3,-126 12,-408-9</inkml:trace>
  <inkml:trace contextRef="#ctx0" brushRef="#br0" timeOffset="3845.798">722 4961,'2'3,"-1"0,1 0,0-1,0 1,0-1,1 1,-1-1,0 0,1 0,0 0,-1 0,1 0,0-1,0 1,0-1,0 0,0 1,0-2,0 1,1 0,-1-1,0 1,0-1,1 0,-1 0,0 0,0 0,3-1,-4 1,215-10,-111 1,21 3,-1 6,89 13,-121-3,290 26,63-14,177-24,-619 2,-3 1,1-1,-1 1,1-1,-1 1,1-1,0 0,-1 0,1 0,-1 0,1-1,0 1,-1-1,1 0,-1 0,1 1,-1-2,0 1,1 0,-1 0,0-1,0 1,0-1,0 0,0 1,0-1,0 0,0 0,-1 0,1-1,-1 1,0 0,0 0,0-1,0 1,0-1,-4-153,-6-13,-29-150,24 214,-12-49,-35-104,28 125,3-18,6-1,-3-150,20-288,9 350,22-26,-16 210,14-124,-23 27,-13 73,9 19,6 59,1 0,-1 1,0-1,1 0,-1 1,1-1,-1 1,1 0,0 0,-1-1,1 1,0 0,0 0,0 1,0-1,0 0,0 1,0-1,0 1,0-1,0 1,0 0,0 0,0 0,0 0,0 1,1-1,-1 0,0 1,1 0,0-1,232 26,183-21,-247-7,632 15,-530-27,-188 15,-90-1</inkml:trace>
  <inkml:trace contextRef="#ctx0" brushRef="#br0" timeOffset="4526.197">4572 563,'5'5,"-1"-1,0 0,1 1,0-2,0 1,0-1,1 0,-1 0,1 0,-1 0,1-1,0 0,0-1,0 1,0-1,6 0,-8 0,228 23,-200-22,-28-2,-4 0,0-1,0 1,-1 0,1-1,0 1,0-1,0 1,0 0,0-1,0 1,0 0,0-1,0 1,0-1,1 1,-1 0,0-1,0 1,0-1,0 1,0 0,1-1,-1 1,0 0,0 0,1-1,-1 1,0 0,1-1,-1 1,0 0,0 0,1 0,-1-1,1 1,-1 0,0 0,1 0,-1 0,0 0,1 0,-1-1,1 1,-1 0,0 0,1 0,-1 0,1 1,-1-1,0 0,1 0,-1 0,0 0,1 0,-1 0,0 1,1-1,-1 0,0 0,1 0,-1 1,0-1,1 0,-1 0,0 1,0-1,1 0,-1 1,0-1,0 0,1 0,-1 0,0 0,0 0,0 0,1 0,-1 0,0-1,0 1,0 0,0 0,1 0,-1 0,0 0,0 0,0-1,0 1,0 0,0 0,1 0,-1 0,0-1,0 1,0 0,0 0,0 0,0 0,0-1,0 1,0 0,0 0,0 0,0-1,0 1,0 0,0 0,0 0,0-1,0 1,0 0,0 0,0 0,0-1,0 1,-1 0,1 0,0 0,0 0,0 0,0-1,0 1,0 0,-1 0,1 0,0 0,0 0,0 0,0-1,21 4,-17-2,8 1</inkml:trace>
  <inkml:trace contextRef="#ctx0" brushRef="#br0" timeOffset="4985.67">5121 1,'-1'0,"1"0,-1 0,0 0,0-1,1 1,-1 0,0 0,0 0,0 0,1 1,-1-1,0 0,0 0,1 0,-1 1,0-1,1 0,-1 1,0-1,1 0,-1 1,0-1,1 1,-1-1,1 1,-1-1,1 1,-1 0,1-1,-1 1,1 0,0-1,-1 1,1 0,0-1,-1 1,1 0,0 0,0-1,0 1,0 0,0 0,0-1,0 1,0 0,0 0,0-1,0 1,0 0,1 0,-1-1,0 1,1 0,-1 0,-3 37,2 0,2 0,1 0,4 14,-2-12,30 549,-37 413,8-542,-5-411,0-49,0 0,0-1,0 1,0 0,0 0,-1 0,1-1,0 1,0 0,0 0,0 0,0 0,0-1,-1 1,1 0,0 0,0 0,0 0,0 0,-1 0,1-1,0 1,0 0,0 0,-1 0,1 0,0 0,0 0,0 0,-1 0,1 0,0 0,0 0,0 0,-1 0,1 0,0 0,0 0,0 0,-1 0,1 0,0 1,0-1,0 0,-1 0,1 0,0 0,0 0,0 0,0 1,0-1,-1 0,1 0,0 0,0 0,0 1,0-1,0 0,-8-19,2-11,5 16</inkml:trace>
  <inkml:trace contextRef="#ctx0" brushRef="#br0" timeOffset="5928.379">5108 229,'-1'-3,"-1"1,1-1,0 0,0 1,1-1,-1 0,1 0,-1 0,1 0,0 1,0-1,0 0,0 0,0 0,1 0,0 1,-1-1,1 0,0 0,0 1,0-1,1 1,-1-1,1 1,-1-1,1 1,0 0,0 0,0 0,0 0,0 0,0 0,1 0,0 1,13-6,1 1,-1 1,2 1,-1 0,0 1,1 1,-1 1,1 0,2 1,-8 0,61-3,-1 4,1 3,0 3,-1 3,0 3,55 19,-92-22,-1 2,0 2,0 1,-2 2,0 1,-1 1,-1 2,-1 1,-1 1,0 1,-2 2,-1 0,-2 2,11 17,-5-1,-3 2,-1 1,-3 1,-2 1,-2 1,-2 0,-2 2,-3-1,-1 1,-4 1,-1 0,-3 0,-2 0,-2-1,-3 1,-2 0,-2-1,-9 25,8-31,-3 0,-1-1,-2-1,-3-1,-1 0,-2-1,-2-1,-1-1,-3-2,-1-1,-1-1,-2-1,-6 3,-10-2,0-2,-3-3,0-1,-2-3,-1-2,-1-3,-1-1,-1-4,-14 1,-199 8,253-20,25-4,10-8,4-1</inkml:trace>
  <inkml:trace contextRef="#ctx0" brushRef="#br0" timeOffset="6799.59">6658 950,'-7'7,"0"0,0 0,1 0,0 1,0 0,1 0,0 1,0-1,1 1,0 0,1 0,0 1,0-1,1 1,0-1,1 1,0 0,1-1,-1 1,2 0,0 0,0-1,0 1,3 7,-1-6,0 0,0 1,1-1,1 0,-1-1,2 1,0-1,0 0,1 0,0-1,0 0,1 0,0-1,1 0,0 0,0-1,1 0,0-1,0 0,5 2,0-2,-1-2,1 0,-1 0,1-1,0-1,0-1,0 0,1-1,-1 0,0-2,0 1,0-2,2-1,-8 2,1 0,-1-1,0 0,0-1,0 0,0-1,0 0,-1 0,0-1,0 0,-1 0,0 0,0-1,0-1,-1 1,0-1,0 0,-1 0,0-1,2-5,-2 2,-1 0,0 1,-1-1,-1-1,0 1,0 0,-1 0,-1-1,0 1,-1 0,0-1,-1 1,0 0,-1 0,0 0,-1 0,0 1,-1-1,0 1,-1 0,0 0,-1 1,0 0,-1 0,0 1,-1 0,1 0,-2 1,1 0,-1 1,0 0,-1 0,0 1,0 1,0-1,-6 0,7 2,1 1,-1 0,0 1,0 0,0 1,0 0,0 0,0 1,-1 1,1 0,0 0,0 1,0 0,0 0,1 1,-1 1,1-1,0 2,-1-1,2 1,-1 1,1-1,0 2,0-1,0 1,1 0,0 0,0 1,1 0,0 1,1-1,-4 7,6-8,0 0,0 0,1 1,0-1,0 1,1 0,-1 0,2-1,-1 1,1 0,0 0,1 0,0 0,0-1,1 1,0 0,0-1,1 0,0 1,0-1,1 0,-1 0,2-1,-1 1,1-1,0 1,21 17</inkml:trace>
  <inkml:trace contextRef="#ctx0" brushRef="#br0" timeOffset="7479.373">7113 1111,'77'-14,"1"3,0 4,1 3,0 3,-39 0,817-32,-700 22,670-29,-226 53,-573-11</inkml:trace>
  <inkml:trace contextRef="#ctx0" brushRef="#br0" timeOffset="8578.174">8864 1913,'0'658,"1"-797,2-5,-6 1,-6 1,-25-128,4 152,30 116,0 0,1 1,-1-1,0 1,0-1,1 1,-1-1,1 1,0-1,-1 1,1 0,0-1,0 1,0 0,0-1,0 1,0 0,0 0,0 0,0 0,1 0,-1 0,0 0,1 1,-1-1,0 0,1 1,-1-1,1 1,-1-1,1 1,-1 0,1 0,0 0,-1 0,1 0,-1 0,1 0,-1 0,1 0,-1 1,1-1,-1 1,1-1,-1 1,1 0,-1-1,1 2,6-2,463 30,-408-21,-51-5</inkml:trace>
  <inkml:trace contextRef="#ctx0" brushRef="#br0" timeOffset="8828.023">8838 2061,'23'0,"18"0,16-3,15 0,13 0,7 1,3 0,-6 1,-16 0,-21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28.47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188 94,'-14'18,"0"1,1 1,2 0,0 0,1 1,0 1,2 0,1 0,1 1,1-1,0 1,2 0,1 1,1-1,0 0,3 12,24 62,-24-94,-1 0,0 0,1-1,0 1,-1 0,1-1,0 1,0-1,1 0,-1 0,0 0,1 0,-1 0,1 0,0-1,0 1,-1-1,1 1,0-1,0 0,0-1,0 1,1 0,-1-1,0 1,0-1,0 0,0 0,0-1,1 1,3-3,0-1,0 0,0-1,0 1,0-1,-1 0,0-1,0 0,-1 0,1 0,-1 0,-1-1,1 0,-1 0,0 0,-1 0,1-1,-2 0,1 1,-1-1,0 0,0-3,6-21,-1 1,-2-1,-1 0,-2-1,-1 1,-1-1,-3-16,2 39,-1-1,0 0,0 0,-1 1,-1-1,0 1,0 0,-1 0,-4-6,7 13,0-1,-1 1,0-1,1 1,-1 0,0 0,0 1,-1-1,1 1,0-1,-1 1,0 0,1 0,-1 0,0 1,0 0,0-1,0 1,0 1,0-1,0 1,-1-1,1 1,0 0,0 0,-3 1,2 1,-1-1,0 1,0 0,1 1,0-1,-1 1,1 0,0 1,0-1,1 1,-1 0,1 0,-1 0,1 1,1-1,-1 1,1 0,0 0,0 0,-1 3,-39 113,33-67</inkml:trace>
  <inkml:trace contextRef="#ctx0" brushRef="#br0" timeOffset="518.09">455 1,'-8'21,"-26"270,21-74,13-195,20-47,-14 11,1 0,0 1,1 0,1 0,0 1,1 0,0 1,1 0,0 1,0 0,1 0,9-4,-19 13,-1 0,1 0,0 1,-1-1,1 1,0-1,-1 1,1 0,0-1,-1 1,1 0,0 0,0 0,-1 1,1-1,0 0,0 1,-1-1,1 1,0-1,-1 1,1 0,-1 0,1-1,-1 1,1 0,-1 1,0-1,1 0,-1 0,0 0,0 1,0-1,0 1,0-1,0 1,0-1,0 2,17 66,-17-62,-1 0,-1 0,1 0,-1 0,0-1,0 1,-1 0,0 0,-1-1,1 1,-1-1,0 0,-1 1,1-2,-1 1,-1 0,1-1,-1 0,0 0,0 0,0 0,0-1,-1 0,0 0,0 0,0-1,0 0,-1 0,-4 0,7-1,1 0,-1 0,1-1,-1 1,1-1,-1 0,1 0,-1 0,0-1,0 1,1-1,-1 0,0 0,0 0,-2-1,1-3</inkml:trace>
  <inkml:trace contextRef="#ctx0" brushRef="#br0" timeOffset="861.176">1111 321,'-19'-8,"0"2,-1 0,1 1,-1 1,0 1,0 0,0 2,-15 1,33 0,-1 0,1 0,-1 0,1 1,-1 0,1-1,0 1,-1 0,1 0,0 0,-1 0,1 1,0-1,0 1,0-1,0 1,1 0,-1-1,0 1,1 0,-1 0,1 0,-1 1,1-1,0 0,0 0,0 1,0-1,1 1,-1-1,1 1,-1-1,1 1,0-1,0 1,0-1,0 1,0-1,1 1,-1-1,1 1,-1-1,1 0,0 1,0-1,1 1,6 8,0 0,1-1,0 0,1 0,0-1,1 0,0-1,0-1,1 1,0-2,0 0,0 0,1-1,3 1,-1 0,3 3,7 1,0 2,-1 1,0 1,19 16,-41-29,0 0,0 0,0 0,-1 1,1-1,0 0,-1 1,0 0,1-1,-1 1,0 0,1 0,-1 0,0-1,-1 1,1 0,0 0,0 1,-1-1,1 0,-1 0,0 0,0 0,0 0,0 1,0-1,0 0,0 0,-1 0,1 0,-1 0,1 0,-1 0,0 0,0 0,0 0,0 0,0 0,-1 0,1-1,0 1,-1 0,1-1,-1 0,0 1,0-1,-17 12,-1-1,0-1,-1-1,-1-1,1-1,-1 0,-1-2,1-1,-1 0,-4-1,-35 5,6-3</inkml:trace>
  <inkml:trace contextRef="#ctx0" brushRef="#br0" timeOffset="1229.201">0 976,'28'-7,"0"2,1 2,-1 0,20 2,-14-1,213-3,240 27,38 38,-474-53,-42-8</inkml:trace>
  <inkml:trace contextRef="#ctx0" brushRef="#br0" timeOffset="1627.242">1792 374,'-4'-14,"3"11,1 0,-1 0,0 0,0 0,0 0,0 0,0 0,-1 0,1 0,-1 1,0-1,0 0,0 1,0 0,0-1,-1 1,2 2,-1 0,1 0,-1 1,1-1,0 0,-1 1,1-1,0 1,-1 0,1-1,0 1,0 0,-1 0,1 0,0 0,0 0,0 0,0 0,0 0,0 0,1 0,-1 1,0-1,1 0,-1 1,0-1,1 0,0 1,-1-1,1 1,0-1,-3 5,0-1,1 1,0 0,0-1,0 1,1 0,0 0,0 0,0 0,1 1,0-1,0 0,1 0,-1 0,1 0,1 1,0-5,-1-1,1 0,0 0,0 0,0 0,0 0,0 0,0 0,0-1,0 1,0-1,0 1,0-1,0 0,0 0,0 0,0 0,1 0,-1-1,0 1,0-1,0 1,0-1,0 0,0 1,0-1,0 0,-1 0,1-1,0 1,0 0,-1-1,1 1,-1-1,1 1,-1-1,1-1,2-1,0-1,0 0,0 0,-1 0,0 0,0 0,0-1,0 1,-1-1,0 0,0 0,-1 0,0 0,0 0,0 0,-1 0,1-3,-1 8,0 0,-1 0,1 0,0 0,0 0,0 0,-1 0,1 0,0 0,-1 0,1 0,-1 0,1 0,-1 1,1-1,-1 0,1 0,-1 0,0 1,0-1,1 1,-1-1,0 0,0 1,0-1,0 1,0 0,1-1,-1 1,0 0,0-1,0 1,0 0,0 0,0 0,0 0,0 0,0 0,0 0,0 0,0 0,0 1,0-1,0 0,0 1,0-1,-40 25,18-1,2 1</inkml:trace>
  <inkml:trace contextRef="#ctx0" brushRef="#br0" timeOffset="1882.57">1805 829,'7'0,"7"-4,0-7,2-6,-4-1,-2-1,-4 1,-5 3,-7 5,-8 5,-7 9,-5 11,-1 6,5 5,5 1,14-3,15-5,6-6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35.865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 29,'-3'0,"3"0,4 0,12 0,11 0,13 0,14 0,8-3,3 0,-2-2,-6-1,-7 2,-11 0,-9 2,-8 1,-5 0,-5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38.23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1 900,'15'0,"1"0,0-2,-1 0,1-1,-1 0,0-1,0-1,0 0,0-2,-1 1,0-2,-1 1,1-2,-2 0,4-3,-5 4,0 0,0 0,-1-1,-1 0,1-1,-2 0,1 0,-1-1,-1 0,0-1,0 1,1-7,-7 17,-1 0,1 0,-1-1,0 1,1 0,-1-1,0 1,0 0,0-1,0 1,0 0,0-1,0 1,0 0,0-1,-1 1,1 0,0-1,-1 1,1 0,-1 0,0-1,1 1,-1 0,0 0,0 0,0 0,0 0,0 0,0 0,0 0,0 1,0-1,0 0,0 1,0-1,-1 0,1 1,0 0,-1-1,1 1,0 0,-1-1,1 1,-2 0,-61 8,56-4,-1 0,1 0,0 1,0 0,1 0,-1 1,1 0,0 1,1-1,-1 1,1 0,1 1,-3 3,6-7,-1 0,1 0,0 0,0 0,0 0,1 0,-1 1,1-1,0 1,1-1,-1 1,1-1,-1 1,2-1,-1 1,0 0,1-1,0 1,0-1,0 1,0-1,1 0,0 0,0 1,0-1,0 0,1-1,0 2,5 2,0 1,1-1,0-1,0 0,0 0,1 0,0-2,0 1,1-1,-1 0,1-1,0-1,-1 1,1-2,0 0,1 0,-1-1,0 0,0-1,0 0,0 0,10-4,-14 3,0 0,0-1,-1 0,1 0,-1-1,1 1,-1-1,-1-1,1 1,0-1,-1 0,0 0,0-1,-1 1,1-1,-1 0,0-1,-1 1,0-1,0 1,0-1,1-6,-1 6,44-93,-45 98,0-1,0 1,0-1,0 1,0 0,1 0,-1 0,1 0,-1 1,1-1,0 0,-1 1,1 0,0 0,0 0,0 0,0 0,0 1,0-1,0 1,1 0,-1 0,0 0,0 0,0 0,0 1,0-1,0 1,0 0,0 0,0 0,0 0,0 1,7 5,0 0,-1 1,0 0,0 1,-1 0,0 0,0 1,-1 0,0 0,-1 1,0 0,-1 0,0 0,-1 1,0-1,2 11,-4-17,0-1,0 1,-1 0,1 1,-1-1,0 0,0 0,-1 1,1-1,-1 0,-1 1,1-1,-1 0,0 0,0 1,0-1,-1 0,0 0,0 0,0 0,0-1,-1 1,-1 1,4-6,-1 1,0-1,1 0,-1 0,0 0,0 1,1-1,-1 0,0 0,1 0,-1 0,0 0,0-1,1 1,-1 0,0 0,1 0,-1-1,0 1,1 0,-1-1,0 1,1 0,-1-1,1 1,-1-1,0 1,1-1,0 1,-1-1,1 1,-1-1,1 0,0 1,-1-1,1 0,0 1,-1-1,1 0,0 1,0-1,0 0,0 0,0 1,0-1,0 0,0 0,0 1,0-1,0 0,0 1,0-1,1 0,-1 1,0-1,2-9,0 0,1 1,0-1,0 1,1 0,0-1,0 2,1-1,1 1,-1-1,2 1,1-5,55-82,-30 49,-2-1,-1-1,-3-1,-2-2,-3-1,-1 0,9-44,-25 77,0 0,-2 0,0-1,-2 1,0-1,-1 0,0 0,-2 1,-1-1,0 1,-1 0,-1-1,4 18,0 0,1 0,-1-1,0 1,0 0,0 0,0 1,-1-1,1 0,-1 0,1 0,-1 1,1-1,-1 1,0-1,0 1,1 0,-1 0,0 0,0 0,0 0,-1 0,1 0,0 1,0-1,0 1,-1 0,1-1,0 1,0 0,-1 0,1 0,0 1,0-1,0 1,-1-1,1 1,0 0,0-1,0 1,0 0,0 0,-1 1,-9 8,1 1,0 0,0 0,1 1,0 0,1 1,1 0,0 1,1 0,0 0,1 0,0 1,2 0,0 0,0 0,1 4,-3 18,2 1,2 0,1 1,2-1,2 0,1 0,2-1,2 1,1-1,2-1,1 0,2 0,2-1,1-1,1-1,2 0,1-2,17 18,-31-37,2 0,-1 0,2-1,-1-1,2 0,-1 0,1-1,1 0,-1-1,1 0,1-1,0-1,0 1,0-2,0 0,1-1,0 0,0-1,6 0,-14-3,0-1,1 0,-1 0,0-1,0 1,0-2,0 1,-1 0,1-1,0 0,-1-1,0 1,0-1,0 0,0 0,-1 0,0-1,1 0,-1 0,-1 0,1 0,1-4,4-7,-1 0,0-1,-2 0,0 0,0-1,-2 0,0-3,2-67,-6 87,0 0,0-1,0 1,0 0,0 0,0 0,0 0,-1 0,1 0,0 0,-1 0,1 0,-1 0,1 1,-1-1,1 0,-1 0,1 0,-1 0,0 1,0-1,1 0,-1 0,0 1,0-1,0 1,0-1,0 1,0-1,0 1,0 0,0-1,0 1,0 0,0 0,0 0,0 0,0 0,0 0,0 0,0 0,0 0,0 0,0 0,0 1,0-1,0 0,0 1,0-1,0 1,0-1,1 1,-1-1,0 1,0 0,0-1,1 1,-1 0,0 0,1 0,-1 0,0-1,1 1,-1 1,-5 7,1-1,0 1,1 0,-1 1,2-1,-1 1,2 0,-1 0,1 0,1 0,-1 0,2 0,-1 0,2 0,-1 1,1-1,1 0,0 0,0 0,4 9,0-10,0 1,0-2,0 1,1-1,1 0,-1 0,1-1,1 0,-1-1,1 0,0 0,1 0,-1-2,1 1,0-1,0 0,1-1,-1 0,1-1,-1 0,1-1,5 0,27 4</inkml:trace>
  <inkml:trace contextRef="#ctx0" brushRef="#br0" timeOffset="248.837">830 418,'34'-6,"43"-3,40 0,33 2,17 3,-19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36.31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1117,'13'-15,"-1"-1,0-1,-2 0,0 0,-1-1,-1 0,0-1,-1 0,-1 0,-1-1,-1 1,-1-1,-1 0,0 0,-1 0,-2-7,1 23,0 3,-1 0,1 0,0 0,0 0,-1 0,1 0,0 0,0 0,0 0,0 0,0 0,0 0,0 0,0 0,1 0,-1 0,0 0,1 0,-1 0,0 0,1 0,0 0,-1 0,1 0,-1 0,1 1,0-1,0 0,-1 0,1 1,0-1,0 0,0 1,0-1,0 1,0-1,0 1,0 0,0-1,0 1,65 69,110 101,-175-170,0 1,0 0,0-1,0 1,-1 0,1 0,0-1,0 1,-1 0,1 0,-1 0,1 0,0 0,-1 0,0 0,1 0,-1 0,0 0,1 0,-1 0,0 0,0 1,0-1,0 0,0 0,0 0,0 0,0 0,-1 0,1 0,0 0,-1 0,1 0,-1 0,1 0,-1 0,1 0,-1 0,0 0,1 0,-1 0,0-1,0 1,0 0,1 0,-1-1,0 1,0-1,0 1,0-1,0 1,0-1,0 0,0 1,-1-1,1 0,0 0,-1 0,-21 6,-1-1,0-1,0-1,0-1,-12-2,21-1,9-2</inkml:trace>
  <inkml:trace contextRef="#ctx0" brushRef="#br0" timeOffset="722.012">735 770,'-13'-6,"0"1,-1 0,0 1,0 1,0 0,0 1,-13 0,22 2,1 0,0 0,-1 0,1 1,0-1,-1 1,1 1,0-1,0 0,0 1,0 0,0 0,0 0,0 1,0-1,1 1,0 0,-1 0,1 0,0 0,0 1,1-1,-1 1,1-1,0 1,0 0,0 0,-1 2,0 0,1 0,0 1,0-1,0 0,1 1,0-1,0 1,1 0,-1-1,2 1,-1 0,1-1,0 1,0-1,0 1,1-1,0 0,1 0,-1 0,1 0,1 0,-1 0,1-1,0 1,0-1,0 0,1 0,-1-1,1 1,0-1,1 0,-1-1,1 1,6 2,-3-3,0 0,1-1,-1 0,1-1,0 0,0 0,-1-1,1 0,0-1,0 0,-1-1,1 0,-1 0,1-1,-1 0,0-1,0 0,3-2,9-6,-1 0,0-1,0-1,-1-1,-1-1,-1 0,0-2,18-19,-2-2,-2 0,-1-3,-2 0,-2-2,-2-1,-2 0,-2-2,-2-1,-2 0,-2-1,-2 0,-3-1,-1-6,-12-58,3 109,0 1,0 0,0-1,-1 1,1 0,-1 0,0 0,0 0,0 0,-1 1,0-1,1 1,-1 0,0-1,-1 1,1 0,0 1,-1-1,0 1,1-1,-1 1,0 0,0 1,-1-1,-3 1,0 1,1 1,-1-1,0 1,0 0,0 1,1 0,-1 0,1 1,-1 0,1 0,0 1,0-1,1 2,-1-1,1 1,0 0,0 0,0 0,1 1,0 0,0 0,0 1,1-1,0 1,0 0,0 3,-9 16,2 1,0 0,2 0,1 1,2 0,0 0,2 1,1-1,2 1,0 0,2 0,1-1,2 1,0-1,2 1,1-2,1 1,10 21,-7-20,0 0,2-1,1 0,2-1,0-1,2-1,0 0,2-1,2-1,-21-20,0-1,1 0,0 0,-1 0,1 0,0 0,0 0,0 0,0-1,0 1,1-1,-1 1,0-1,1 0,-1 0,1 0,-1 0,1 0,-1-1,1 1,0-1,-1 0,1 0,0 0,-1 0,1 0,0 0,-1-1,1 1,0-1,-1 0,3-1,1-6,0-1,-1 0,0 0,-1 0,0-1,0 0,-1 0,0 0,-1 0,0-3,5-15,-3 12,1-1,0 0,2 1,-1 0,2 1,0-1,9-11,-16 25,-1 1,1 0,0 0,-1 0,1 0,0 0,0 0,-1 0,1 0,0 1,0-1,0 0,0 0,0 1,0-1,1 1,-1-1,0 1,0-1,0 1,0-1,1 1,-1 0,0 0,0 0,1 0,-1 0,0 0,0 0,1 0,-1 0,0 1,0-1,0 0,1 1,-1-1,0 1,0 0,0-1,0 1,0 0,0-1,0 1,0 0,0 0,0 0,-1 0,1 0,0 0,-1 0,1 0,0 0,-1 1,6 13,-1 0,-1 0,0 0,-1 0,-1 1,0-1,-1 5,3 21,-1-16,-2-15,-1 1,1-1,1 0,0 1,1-1,0 0,0 0,1-1,0 1,1-1,0 1,4 4,-4-11,1 0,-1 0,1-1,0 1,0-1,0 0,0-1,0 0,0 0,1 0,-1 0,0-1,0 0,1-1,-1 1,0-1,0-1,1 1,-1-1,0 0,-1 0,2-1,40-12</inkml:trace>
  <inkml:trace contextRef="#ctx0" brushRef="#br0" timeOffset="969.795">1872 823,'-2'3,"8"0,14 0,5-1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45.00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346 601,'-1'-7,"0"1,-1-1,1 0,-1 0,-1 1,0-1,1 1,-2 0,1 0,-1 0,0 0,0 0,-1 1,1 0,-1 0,-1 0,1 1,0-1,-1 1,0 0,0 1,0 0,-1 0,1 0,-1 1,1-1,-1 2,0-1,0 1,0 0,0 0,0 1,0 0,0 0,0 1,-5 1,2 1,1 2,0-1,0 1,0 1,0-1,1 1,0 1,0 0,1 0,-1 0,2 1,-1 0,1 1,0-1,1 1,0 0,1 0,-1 1,2-1,-1 1,1 0,1 2,0-10,1 1,0 0,1 0,-1-1,0 1,1 0,-1 0,1 0,0 0,0 0,0 0,1 0,-1 0,1 0,-1 0,1-1,0 1,0 0,0 0,1-1,-1 1,0-1,1 1,0-1,0 1,0-1,0 0,0 0,0 0,0 0,1 0,-1-1,0 1,1-1,0 1,-1-1,1 0,0 0,0 0,0-1,-1 1,1-1,0 1,2-1,9-2,-1-1,0 0,0-1,-1 0,1-1,-1 0,0-1,0-1,-1 0,0 0,0-1,0-1,-1 1,0-2,-1 1,2-4,5-5,-1-2,-1 0,-1 0,0-1,-2-1,0 0,-2 0,0-1,-1 0,-2-1,0 1,-2-1,0-1,-2 1,0 0,-2-1,-1 1,-1-1,-1 1,-1 0,-1 0,-1-1,-28-56,34 80,-1 0,1 1,-1-1,1 0,-1 0,0 1,1-1,-1 0,0 0,1 1,-1-1,0 1,0-1,0 1,0-1,0 1,0 0,0-1,1 1,-1 0,0 0,0 0,0-1,0 1,0 0,0 0,0 0,0 1,0-1,0 0,0 0,0 0,0 1,0-1,0 1,0-1,0 1,0-1,1 1,-1-1,0 1,0 0,-23 37,11-1,3 1,1 0,2 0,1 0,3 1,0 38,2-49,1-1,2 1,0-1,2 0,1 0,5 14,-7-31,0-1,1 1,0-1,0 0,1-1,0 1,0-1,1 0,0 0,1 0,0-1,0 0,0-1,1 1,0-1,0-1,0 0,1 0,5 2,0-3,-1-1,1 0,0-1,0 0,0-1,0-1,0 0,0-1,-1 0,1-1,0-1,0 0,-1-1,0 0,0-1,0-1,0 0,-1-1,0 0,0-1,-1 0,0-1,0 0,-1 0,4-6,-12 13,1 0,0 0,-1 0,1-1,-1 1,0-1,0 1,0-1,0 0,0 0,-1 0,1 0,-1 0,0 0,0-1,0 1,0 0,-1-1,1 1,-1 0,0-1,0 1,0 0,0-1,-1 1,1-1,-1 1,0 0,0 0,0-1,0 1,-1 0,1 0,-1 0,0 0,0 1,0-1,0 0,0 1,-1-1,1 1,-1 0,1 0,-1 0,-2-1,-2 1,0 0,-1 0,1 0,-1 1,1 0,-1 1,1 0,-1 0,0 1,1 0,-1 0,1 0,0 1,-1 0,1 1,0 0,0 0,0 0,1 1,-1 0,1 0,0 0,0 1,0 0,1 1,-1-1,1 1,1 0,-1 0,1 0,0 1,0 0,1-1,0 1,-1 5,3-10,0 1,1-1,-1 1,1-1,0 1,0-1,0 1,0-1,0 1,0 0,0-1,1 1,0-1,-1 1,1-1,0 0,0 1,0-1,1 0,-1 1,0-1,1 0,0 0,-1 0,1 0,0-1,0 1,0 0,0-1,0 1,0-1,1 0,-1 0,0 0,1 0,-1 0,3 0,4 2,0-1,1 0,-1-1,0 0,1 0,-1-1,1 0,-1-1,10-1,-2-2,0 0,-1-1,1 0,-1-1,0-1,0-1,7-5,-18 10,1 0,-1-1,0 0,0 0,0 0,0-1,-1 1,0-1,0 0,0-1,0 1,-1 0,0-1,0 0,-1 0,1 0,-1 0,-1 0,1 0,-1 0,0-6,0 11,-1 0,1 0,-1 1,0-1,0 0,0 0,1 0,-1 0,0 0,0 1,0-1,0 0,0 0,0 0,-1 0,1 0,0 0,0 1,-1-1,1 0,0 0,-1 0,1 1,-1-1,1 0,-1 1,1-1,-1 0,1 1,-1-1,0 0,1 1,-1-1,0 1,0 0,1-1,-1 1,0-1,0 1,0 0,1 0,-1-1,0 1,0 0,0 0,0 0,0 0,0 0,1 0,-1 0,0 1,0-1,0 0,0 0,1 0,-1 1,0-1,0 1,0-1,1 1,-1-1,0 1,-2 2,0 1,0 0,0 0,0 1,1-1,-1 1,1-1,0 1,1-1,-1 1,1 0,0 0,0 0,1 0,-1 0,1 0,0 0,0 0,1 0,0 0,0 0,0 0,0 0,1-1,-1 1,1 0,1-1,-1 1,0-1,1 0,0 0,0 0,1 0,-1 0,3 1,4 2,0 0,0-1,0-1,1 1,0-2,0 0,0 0,1-1,-1 0,1-1,-1 0,10-1,38 4</inkml:trace>
  <inkml:trace contextRef="#ctx0" brushRef="#br0" timeOffset="591.087">1442 428,'-12'0,"0"2,0 0,0 0,0 1,0 0,0 1,1 1,0 0,0 0,0 1,0 1,1-1,0 2,1-1,-1 1,2 1,-1 0,-2 4,9-11,1 0,0 1,0-1,0 0,0 1,0-1,1 1,-1-1,1 1,-1-1,1 1,0 0,0-1,0 1,0-1,1 1,-1-1,1 1,-1-1,1 1,0-1,0 1,0-1,0 0,1 0,-1 1,0-1,1 0,0 0,-1 0,1 0,0-1,0 1,0-1,0 1,0-1,1 1,-1-1,0 0,1 0,-1 0,1 0,-1-1,1 1,-1-1,23 6,0-1,-1-1,2-2,-1 0,0-2,0 0,0-2,0-1,0-1,0-1,9-3,11-3,-1-2,0-3,31-14,-66 26,-8 3,-1 0,1 0,0 0,0 1,0-1,0 0,-1 1,1-1,0 1,0-1,0 1,0 0,0-1,1 1,-1 0,0 0,0-1,0 1,0 0,0 0,0 0,0 1,0-1,0 0,0 0,0 0,0 1,0-1,0 1,0-1,0 1,0-1,0 1,0-1,0 1,0 0,0-1,-1 1,1 0,0 0,-1 0,1 0,0 0,-1 0,1 0,4 7,1-1,0 0,0 0,1 0,-1-1,2 0,-1 0,1-1,-1 0,1 0,1-1,-1 0,1 0,-1-1,1 0,0-1,0 0,0 0,1-1,-1 0,0 0,0-1,1-1,-1 0,0 0,0 0,0-1,0-1,3 0,-8 2,0 0,1 0,-1 0,0 0,-1-1,1 0,0 1,0-1,-1-1,1 1,-1 0,1-1,-1 0,0 0,0 0,-1 0,1 0,0-1,-1 1,0-1,0 1,0-1,0 0,-1 0,0 0,1 0,-1 0,-1 0,1 0,0-1,-1 1,0 0,0 0,0 0,-1-1,0 1,1 0,-1 0,-1 0,1 0,0 0,-1 0,-4-3,0 0,-1 0,1 1,-2 0,1 0,0 1,-1 0,0 0,0 1,-1 0,1 0,-1 1,1 0,-1 1,0 0,0 0,-1 1,1 0,0 0,0 1,-1 0,1 1,0 0,0 1,0 0,0 0,0 1,0 0,1 0,-1 1,1 0,0 1,0-1,1 2,-1-1,1 1,0 0,0 1,1 0,0 0,0 0,1 0,0 1,3-5,1 0,-1 0,1 0,0 0,0 0,0 1,0-1,1 0,-1 0,1 1,0-1,0 0,0 1,0-1,1 0,-1 1,1-1,0 0,0 0,0 0,0 1,1-1,-1-1,1 1,0 0,0 0,0 0,0-1,0 1,1-1,-1 0,1 0,-1 0,1 0,0 0,0 0,0-1,0 1,0-1,0 0,0 0,0 0,2 0,34 5,0-3</inkml:trace>
  <inkml:trace contextRef="#ctx0" brushRef="#br0" timeOffset="916.739">2271 81,'-11'-4,"0"0,0 1,0 1,0-1,-1 2,1 0,-1 0,1 1,-1 0,1 1,-1 0,1 1,0 1,0-1,0 2,0-1,0 2,1-1,-7 5,15-7,0-1,-1 1,1 0,0 1,0-1,0 0,0 1,0-1,1 1,-1-1,1 1,-1 0,1 0,0-1,0 1,0 0,1 0,-1 0,1 0,0 0,0 0,0 0,0 0,0 1,0-1,1 0,0 0,-1-1,1 1,0 0,0 0,1 0,-1 0,1-1,-1 1,1-1,0 1,0-1,99 104,-35-42,65 115,-125-173,1 0,-1 0,1 0,0-1,0 0,1-1,-1 1,1-1,0-1,0 0,1 0,-1 0,1-1,-1 0,1-1,0 0,-1 0,7-1,5-1,1 0,-1-1,0-1,1-1,-1 0,-1-2,8-3,15-8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40.34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1 605,'20'1,"0"0,1-2,-1 0,0-2,0 0,0-1,0-1,0-1,-1-1,0 0,-1-1,1-2,-2 1,6-5,-16 9,0-1,1 0,-1 0,-1 0,0-1,0 0,0 0,0 0,3-8,-8 13,0 0,1-1,-1 1,-1 0,1 0,0-1,0 1,-1-1,1 1,-1-1,0 1,0-1,0 1,0-1,0 1,-1-1,1 1,-1-1,1 1,-1 0,0-1,0 1,0 0,0 0,-1-1,1 1,0 0,-1 0,0 0,1 1,-1-1,0 0,0 1,0-1,0 1,0-1,-1 1,-4-3,0 0,-1 1,1 0,0 0,-1 1,0 0,0 0,1 1,-1 0,0 0,0 1,0 0,0 0,0 1,0 0,0 1,0 0,1 0,-1 0,1 1,-1 0,1 1,0-1,-6 5,8-4,-1-1,1 1,0 0,0 1,0-1,1 1,-1 0,1 0,0 0,1 1,-1-1,1 1,0 0,1 0,-1 0,1 0,0 0,1 1,0-1,0 1,0-1,1 1,-1-1,2 1,-1-1,1 1,0-1,0 1,1-1,0 2,2 3,1-1,0 0,0 0,1-1,0 1,1-2,0 1,1-1,-1 0,1 0,1-1,0 0,0 0,0-1,8 4,4 1,0-1,1-1,0-1,0-1,0 0,1-2,3-1,109-2,-78-12</inkml:trace>
  <inkml:trace contextRef="#ctx0" brushRef="#br0" timeOffset="280.746">949 391,'-14'0,"-1"1,1 1,0 0,-1 1,1 0,0 1,0 1,1 0,-5 3,12-5,0 0,0 0,0 1,0 0,1 0,-1 1,1-1,0 1,0 0,1 1,-1-1,1 1,1 0,-1 0,1 0,0 0,0 1,1-1,0 1,0 1,1-5,0 1,1 0,0 0,0-1,0 1,0 0,1-1,-1 1,1 0,0-1,0 1,1-1,-1 1,1-1,-1 1,1-1,0 0,0 0,0 0,1 0,-1 0,1-1,0 1,0-1,0 1,0-1,0 0,0 0,0-1,1 1,-1-1,1 1,-1-1,1 0,-1 0,2-1,26 6,1-1,-1-2,1-1,0-2,0-1,0-1,-1-2,1-1,-1-2,30-10,-11 2,-10 1</inkml:trace>
  <inkml:trace contextRef="#ctx0" brushRef="#br0" timeOffset="699.623">1377 404,'-8'1,"0"0,0 0,0 1,0 0,1 0,-1 1,1 0,-1 0,1 0,0 1,0 1,1-1,-1 1,1 0,0 0,0 1,1 0,-1 0,1 0,1 1,-1-1,1 1,0 0,1 1,0-1,0 1,0-1,1 1,0 0,1 0,0 0,0 0,0 0,1 0,1 0,-1 1,1-4,0-1,0 0,1 1,-1-1,1 0,0 0,0 0,0 0,1 0,-1 0,1-1,0 1,0-1,0 0,1 0,-1 0,1 0,-1-1,1 1,0-1,0 0,0 0,0 0,1-1,-1 1,0-1,4 0,4 2,0-1,0 0,0-1,0-1,-1 0,1 0,0-1,0-1,0 0,1-1,-8 3,1-2,0 1,-1-1,0 0,1 0,-1 0,0-1,0 1,0-1,-1-1,1 1,-1-1,0 1,1-1,-2-1,1 1,0 0,-1-1,0 0,0 0,0 0,-1 0,0 0,0 0,0-1,0 1,-1-1,0 1,0-1,-1 0,1 1,-1-1,-1 0,1 1,-1-1,0 0,0 1,0-1,-1 1,0 0,0-1,0 1,-1 0,-1-3,-3 1,1 1,-1-1,0 1,0 0,0 1,-1 0,0 0,0 1,-1 0,1 0,-1 1,1 0,-1 1,0-1,0 2,-1-1,1 1,0 1,0 0,0 0,-1 1,1 0,0 0,0 1,0 0,0 1,1 0,-2 1,7-3,0 1,1-1,0 1,-1 0,1 0,0-1,0 1,0 1,0-1,0 0,0 0,1 1,-1-1,1 1,0-1,0 1,0 0,0-1,0 1,0 0,1 0,-1 0,1 0,0-1,0 1,0 0,0 0,0 0,1 0,-1 0,1-1,1 3,10 24</inkml:trace>
  <inkml:trace contextRef="#ctx0" brushRef="#br0" timeOffset="1148.96">1752 352,'6'-3,"0"1,0 1,0-1,1 1,-1 0,0 1,1-1,-1 1,1 1,-1-1,0 1,1 0,-1 0,0 1,0 0,0 0,0 0,0 1,0 0,-1 0,1 1,1 0,5 5,0 1,0-1,-1 2,0 0,-1 0,0 1,-1 0,7 12,-3 1,0 1,-1 0,-2 1,-1 1,-1-1,4 26,-12-53,7 25,-7-25,1 0,-1 1,0-1,1 0,-1 0,0 0,1 1,-1-1,0 0,1 0,-1 0,0 0,1 0,-1 0,0 0,1 0,-1 0,1 0,-1 0,0 0,1 0,-1 0,0 0,1 0,-1-1,0 1,1 0,-1 0,0 0,1 0,-1-1,0 1,0 0,1 0,-1-1,0 1,0 0,1-1,-1 1,0 0,0 0,0-1,0 1,1 0,-1-1,0 1,0-1,0 1,0 0,0-1,0 1,0 0,0-1,0 1,0 0,0-1,0 1,0-1,0 1,0 0,-1-1,1 1,118-321,-107 302,-12 19,1 0,0 0,0 1,0-1,0 0,0 0,0 0,0 1,0-1,0 0,1 0,-1 0,0 1,0-1,0 0,0 0,0 0,0 1,0-1,0 0,1 0,-1 0,0 1,0-1,0 0,0 0,1 0,-1 0,0 0,0 0,0 0,1 1,-1-1,0 0,0 0,0 0,1 0,-1 0,0 0,0 0,0 0,1 0,-1 0,0 0,0 0,1 0,-1 0,0 0,0 0,0 0,1-1,-1 1,0 0,0 0,0 0,1 0,-5 61,2-53,0 0,1 0,0 0,0 0,1 0,0 0,0 1,1-1,0 0,1 0,0 0,0-1,0 1,1 0,0-1,1 0,-1 1,1-1,1-1,0 1,4 5,4-5,0-1,0 0,0-1,1 0,0-1,0 0,0-2,1 1,-1-2,1 0,-1 0,1-2,-1 0,0 0,1-1,-1-1,9-3,33-6</inkml:trace>
  <inkml:trace contextRef="#ctx0" brushRef="#br0" timeOffset="1465.915">2782 445,'-43'70,"42"-68,0 0,1 1,-1-1,1 0,-1 1,1-1,0 1,0-1,0 1,0-1,1 1,-1-1,1 0,-1 1,1-1,0 1,0-1,0 0,0 0,0 0,0 0,1 0,-1 0,1 0,0 0,-1 0,1 0,0-1,0 1,0-1,2 1,4 3,1-1,0-1,0 0,0 0,1 0,-1-2,1 1,-1-1,1 0,0-1,-1 0,1-1,0 0,-1 0,1-1,-1 0,3-1,-10 2,1 0,0 0,0 0,0 0,0-1,-1 1,1-1,-1 1,1-1,-1 0,0 0,1 0,-1-1,0 1,-1 0,1-1,0 1,-1-1,1 0,-1 1,0-1,0 0,0 0,0 0,0 0,0 0,-1 0,0 0,0 0,0 0,0 0,0 0,0 0,-1 0,1 0,-1 0,0 0,0 0,0 1,0-1,-1 0,1 0,-2-1,-1-2,0-1,-1 0,1 1,-2 0,1 0,-1 0,0 1,0 0,0 0,-1 0,1 1,-1 0,0 0,0 1,-1 0,1 0,-1 1,0 0,1 0,-1 1,0 0,0 0,0 1,0 0,0 0,0 1,0 0,0 0,0 1,1 0,-1 0,0 1,1 0,0 0,0 1,-3 2,8-5,0 1,0-1,1 1,-1-1,1 1,-1 0,1-1,0 1,0 0,0 0,0 0,0 0,0 0,0 0,0 0,1 0,-1 1,1-1,0 0,0 0,0 0,0 1,0-1,0 0,0 0,1 0,-1 0,1 1,-1-1,1 0,0 0,0 0,0 0,0 0,0-1,1 1,-1 0,1 0,-1-1,1 1,-1-1,1 1,0-1,0 0,-1 0,1 1,2-1,86 28,-40-21</inkml:trace>
  <inkml:trace contextRef="#ctx0" brushRef="#br0" timeOffset="2267.996">3209 311,'-4'11,"0"-1,1 1,0 0,1 0,0 0,1 0,0 0,0 0,2 1,-1-1,1 0,1 0,0 0,1 0,0 0,0-1,1 1,0-1,1 0,1 0,-1 0,1-1,1 0,0 0,0 0,1-1,0 0,0-1,1 0,0 0,0-1,1 0,-1 0,1-1,1-1,7 3,-15-6,1 0,0 0,0-1,0 0,0 0,0 0,0 0,-1 0,1-1,0 0,0 0,0 0,-1 0,1 0,0-1,-1 0,0 1,1-1,-1-1,0 1,0 0,0-1,0 0,0 1,-1-1,1 0,-1 0,0-1,0 1,0 0,0-1,-1 1,1-2,5-11,-1 0,-1 0,0 0,-1 0,-1-1,-1 0,0-3,-1 14,0-1,-1 1,1 0,-1-1,0 1,0-1,-1 1,0-1,0 1,0 0,-1-1,-1 0,3 6,0 1,0-1,0 1,-1 0,1-1,0 1,0-1,-1 1,1 0,0-1,-1 1,1 0,0-1,-1 1,1 0,-1-1,1 1,0 0,-1 0,1-1,-1 1,1 0,-1 0,1 0,-1 0,1 0,-1 0,1 0,-1 0,1 0,-1 0,1 0,-1 0,1 0,-1 0,1 0,-1 0,1 1,0-1,-1 0,1 0,-1 0,1 1,-1-1,1 0,0 1,-1-1,1 0,0 1,-1-1,1 1,0-1,0 0,-1 1,1-1,0 1,0-1,0 1,0-1,-1 1,1-1,0 1,0-1,-13 33,10-27,1 1,0-1,1 1,0-1,0 1,0-1,1 1,0 0,0-1,1 1,-1 0,2-1,-1 1,1-1,0 1,0-1,0 0,1 0,0 0,0 0,1-1,0 1,0-1,0 0,0 0,1 0,0 0,0-1,0 0,1 0,-1 0,1-1,1 1,-2-2,1 0,-1 0,1 0,0-1,-1 0,1 0,0 0,0-1,0 1,0-2,-1 1,1 0,0-1,0 0,0-1,-1 1,1-1,-1 0,1-1,-1 1,0-1,0 0,0 0,0-1,-1 1,1-1,-1 0,0 0,0-1,2-2,3-9,0-1,0-1,-2 0,0 0,-1 0,-1-1,0-6,4-8,-14 49,0-1,2 1,-1-1,2 1,0 0,1 0,1 1,1-1,0 7,1-19,-1 0,0-1,1 1,0 0,0-1,0 1,0-1,0 0,1 1,0-1,-1-1,1 1,0 0,0-1,1 1,-1-1,1 0,-1 0,1 0,-1 0,1-1,0 0,0 0,0 0,0 0,0 0,0-1,0 1,2-1,9 0,1 0,-1 0,0-2,0 0,0 0,0-2,3-1,-11 4,-1-1,0 0,0 0,0 0,-1-1,1 0,-1 0,1 0,-1-1,0 0,0 0,0 0,-1 0,0-1,0 0,0 0,0 0,-1 0,1-1,-1 1,-1-1,1 0,-1 0,0 0,-1 0,2-6,0-29,-16 109,12-62,0 0,0 0,1 1,-1-1,1 0,1 0,-1 0,1 1,0-1,1 0,0 0,-1 0,2-1,-1 1,1 0,0-1,0 1,0-1,1 0,0 0,0-1,0 1,0-1,1 0,0 0,0 0,0 0,0-1,1 0,-1 0,1-1,0 1,4 0,16-1</inkml:trace>
  <inkml:trace contextRef="#ctx0" brushRef="#br0" timeOffset="2518.329">4185 164,'-16'-3,"-12"0,-6 1,1 2,6 6,9 4,13 5,16 4,16 4,2-2</inkml:trace>
  <inkml:trace contextRef="#ctx0" brushRef="#br0" timeOffset="3023.977">4572 391,'-11'-8,"0"1,-1 0,0 1,-1 0,0 1,1 0,-1 1,-4 0,13 3,0 0,0 0,0 0,0 1,0 0,0 0,-1 0,1 0,0 0,0 1,0 0,0 0,0 0,0 0,0 1,0 0,0 0,1 0,-1 0,1 0,-1 1,1-1,0 1,0 0,0 0,0 0,1 0,-2 2,2-1,0 0,0-1,1 1,-1 0,1-1,0 1,0 0,0 0,0 0,1 0,0 0,0 0,0 0,0 1,0-1,1 0,0 0,0-1,0 1,0 0,1 0,-1 0,1-1,0 1,0-1,0 1,1-1,-1 0,1 0,2 2,3 4,1-1,0 0,0-1,1 0,0-1,0 0,1 0,-1-1,1-1,3 1,9 2,0-2,1 0,-1-2,1 0,0-2,0-1,0 0,0-2,-1-1,1-1,-1-1,0 0,0-2,0-1,-1-1,14-8,5-11,-41 27,0 1,0-1,-1 1,1 0,0-1,0 1,-1 0,1 0,0-1,-1 1,1 0,0 0,-1-1,1 1,-1 0,1 0,0 0,-1 0,1 0,-1 0,1-1,0 1,-1 0,1 0,-1 0,1 0,-1 0,1 1,0-1,-1 0,1 0,-1 0,1 0,0 0,-1 1,1-1,-1 0,1 0,0 0,-1 1,1-1,0 0,0 1,-1-1,1 0,0 1,0-1,-1 0,1 1,0-1,0 0,0 1,0-1,-1 1,1-1,0 0,0 1,0-1,0 1,0-1,0 1,-3 1,1-1,0 1,-1 1,1-1,0 0,0 0,0 1,0 0,0-1,1 1,-1 0,1 0,-1-1,1 1,0 0,1 0,-1 1,0-1,1 0,-1 0,1 0,0 0,0 0,1 1,-1-1,1 0,-1 0,1 0,0 0,0 0,0 0,0 0,1 0,-1-1,1 1,0 0,0-1,0 1,0-1,0 0,0 0,2 2,6 1,0 0,0 0,0-1,0 0,1-1,-1 0,1-1,0 0,-1-1,1 0,0-1,0 0,0 0,0-1,0-1,0 0,-1 0,1-1,7-3,-14 4,0 0,0 0,0-1,0 1,-1-1,1 0,-1 0,1 0,-1-1,0 1,-1-1,1 1,0-1,-1 0,0 0,0 0,0 0,-1-1,1 1,-1 0,0-1,0 1,0-1,-1 1,0-1,0 0,0 1,0-1,-1 1,0-1,0 1,0-1,0 1,0 0,-1 0,0-1,0 1,0 0,-1 1,1-1,-1 0,0 1,0-1,0 1,-4-5,1 1,-1 1,-1-1,1 1,-1 0,0 1,0 0,0 0,-1 1,0 0,0 0,0 1,0 0,-1 1,1 0,-7-1,11 3,-1-1,0 1,0 0,1 0,-1 1,0-1,0 1,1 1,-1-1,1 1,-1 0,1 0,0 0,0 1,0 0,0 0,0 0,0 1,1 0,0 0,0 0,0 0,0 0,0 1,1 0,0 0,0 0,0 1,1-1,0-1,0 0,0 1,1-1,-1 1,1 0,0-1,1 1,-1 0,1 0,0-1,0 1,1 0,-1 0,1-1,0 1,0 0,1-1,0 1,-1-1,1 0,1 1,-1-1,1 0,-1 0,1 0,0-1,0 1,1-1,-1 0,1 1,0-2,3 3,1 0,0 0,1-1,0-1,-1 1,1-1,0-1,1 0,-1 0,0-1,1 0,4 0,23-1</inkml:trace>
  <inkml:trace contextRef="#ctx0" brushRef="#br0" timeOffset="3263.846">5454 4,'-20'-2,"-19"1,-13 5,-7 7,-1 9,6 6,11 8,14 3,14 5,18 2,16 1,5-8</inkml:trace>
  <inkml:trace contextRef="#ctx0" brushRef="#br0" timeOffset="3517.189">5428 646,'16'11,"12"6,8 1,9-4,7-6,3-6,-8-4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58.60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320 685,'-4'22,"-2"22,0 17,2 13,1 11,-2 9,-1 4,-5-1,-2-3,-5-11,0-15,-2-17,2-17</inkml:trace>
  <inkml:trace contextRef="#ctx0" brushRef="#br0" timeOffset="571.985">94 885,'0'-4,"-1"-5,0 1,0 0,1-1,0 1,1 0,0-1,0 1,1 0,0 0,0 0,1 0,0 0,1 0,-1 1,1-1,1 1,-1 0,1 1,1-1,5-5,0 6,1 0,1 1,-1 0,1 1,0 0,0 1,0 0,0 1,0 1,1 0,-1 1,0 0,1 1,-1 0,0 1,0 1,0 0,0 1,0 0,-1 1,0 1,0 0,1 0,-5-1,0 0,0 0,0 1,-1-1,0 2,0-1,0 1,-1 0,0 0,3 5,-7-8,0-1,0 0,0 1,-1 0,1-1,-1 1,0 0,0 0,0 0,0 0,-1-1,0 1,0 0,0 0,0 0,0 0,-1 0,0 0,0 0,0 0,0-1,0 1,-1 0,0-1,0 1,0 0,-6 4,1 0,-2 0,1 0,-1-1,0-1,-1 0,1 0,-1 0,0-2,-1 1,1-1,-1 0,0-1,0-1,0 0,0 0,0-1,0 0,-1-1,-1 0,7 0,-1 0,0 0,1-1,-1 1,1-1,-1-1,1 1,-1-1,1 0,0-1,0 0,0 0,0 0,0 0,1-1,0 0,0 0,0-1,0 1,-4-6,8 9,1 0,-1-1,1 1,-1 0,1 0,-1-1,1 1,0 0,0 0,0-1,0 1,0 0,0-1,0 1,0 0,0-1,0 1,1 0,-1 0,1-1,-1 1,1 0,-1 0,1 0,0 0,-1-1,1 1,0 0,0 0,0 0,0 1,0-1,0 0,0 0,0 0,0 1,1-1,50-16,-12 14,-1 2,1 1,0 3,11 2,44 3,-66-5,0-2,0-1,0-1,-1-2,1 0,0-2,-1-1,0-2,22-8,-43 12,-1 1,1-1,-1 0,0-1,0 1,-1-1,1 0,-1-1,0 1,2-4,-5 7,-1 0,1-1,-1 1,0 0,0-1,0 1,0 0,0-1,0 1,-1-1,1 0,-1 1,0-1,0 1,0-1,0 0,0 1,0-1,-1 1,1-1,-1 1,0-1,0 1,0-1,0 1,0 0,0-1,-1 1,1 0,-1 0,0-1,-4-1,0 0,0 0,0 1,0-1,-1 1,0 1,1-1,-1 1,0 0,0 1,0-1,0 2,-1-1,1 1,0 0,0 0,0 1,0 0,0 0,0 1,0 0,0 0,-4 2,4-2,-1 0,1 0,-1 1,1 0,0 1,0 0,1 0,-1 0,1 1,0-1,0 2,0-1,1 1,-1 0,1 0,1 0,-1 0,1 1,0 0,1 0,0 0,0 0,0 1,1-1,0 3,2-6,1 0,0 0,0 0,0-1,1 1,-1 0,1 0,0-1,0 1,0-1,0 0,1 0,0 0,-1 0,1 0,0 0,0-1,0 1,1-1,-1 0,1 0,-1 0,2 0,91 32,-20-20,-3-5</inkml:trace>
  <inkml:trace contextRef="#ctx0" brushRef="#br0" timeOffset="1734.501">1845 724,'-12'9,"0"0,0 0,1 2,1-1,0 1,0 1,1 0,0 0,1 1,0 0,2 0,-1 1,1 0,-1 6,7-17,-1 1,1 0,-1 0,1-1,0 1,1 0,-1 0,1-1,-1 1,1 0,0-1,0 1,1-1,-1 1,1-1,0 1,0-1,0 0,0 0,0 0,1 0,0-1,-1 1,1 0,0-1,0 0,0 0,0 0,1 0,-1 0,1-1,-1 1,1-1,-1 0,1 0,0-1,0 1,13 2,0 0,-1-2,1 0,0-1,0-1,0 0,0-1,0-1,-1 0,1-2,-1 0,0 0,0-2,-1 0,0-1,0 0,9-8,-19 14,-1-1,0 1,0-1,0 0,0 0,-1-1,1 1,-1-1,0 0,0 1,0-1,-1-1,1 1,-1 0,0-1,0 1,-1-1,1 1,-1-1,0 0,0 0,-2 3,0 1,0 0,-1-1,1 1,0 0,-1-1,1 1,-1 0,1 0,-1 0,0 1,1-1,-1 0,0 0,1 1,-1-1,0 1,0 0,0-1,0 1,1 0,-1 0,0 0,0 0,0 1,0-1,1 0,-1 1,0-1,0 1,1 0,-1 0,0-1,1 1,-1 0,1 0,-1 1,1-1,-1 0,1 0,0 1,0-1,-1 1,0 0,0 0,0 0,0 1,1-1,-1 0,0 1,1-1,0 1,0 0,-1-1,1 1,1 0,-1 0,0-1,1 1,0 0,-1 0,1 0,0 0,0 0,1 0,-1 0,1-1,-1 1,1 0,0 0,0-1,0 1,1 0,-1-1,0 1,1-1,0 1,-1-1,1 0,0 0,0 0,1 0,-1 0,0 0,1-1,-1 1,1-1,-1 1,1-1,0 0,3 1,0 0,0 0,0-1,0 0,1 0,-1-1,0 1,0-1,0-1,1 1,-1-1,0 0,0-1,0 1,0-1,0 0,-1-1,1 1,-1-1,1 0,-1-1,0 1,0-1,0 0,-1 0,1-1,-1 1,0-1,-1 0,1 0,-1 0,0-1,0 1,0-1,-1 0,0 0,0 1,0-1,-1-1,0 1,0 0,-1 0,1 0,-1 0,-1-1,1 1,-1 0,0 0,-1 0,1 0,-1 0,0 0,-1 0,1 1,-1-1,-5-3,0 1,0 0,0 1,-1-1,0 2,0-1,-1 1,0 1,0 0,-1 0,1 1,-1 0,0 1,0 0,0 1,0 0,0 0,-1 2,1-1,0 1,-12 2,17-2,6 0,9-1,44-3,0-3,-1-1,-1-3,1-3,-2-1,0-3,-1-2,-1-2,-1-2,-1-2,-1-2,9-9,-41 26,-1 0,0-1,-1-1,0 1,-1-2,0 1,-1-2,-1 1,0-1,-1 0,0-1,-2 1,0-1,0 0,-2-1,0 1,-1-1,0 0,-1 1,-1-1,-2-6,2 17,-1 1,0 0,-1-1,1 1,-1 0,0 0,0 0,-1 0,0 0,1 1,-2-1,1 1,0 0,-1 0,0 0,0 0,0 1,0-1,0 1,-1 0,0 0,0 1,1-1,-1 1,-1 0,1 1,0-1,0 1,-1 0,1 0,0 1,-1 0,1-1,-1 2,1-1,0 1,-2 0,-4 1,1 1,-1 0,1 1,0 0,0 0,0 1,1 1,-1-1,1 2,0-1,1 1,0 0,0 1,0 0,1 0,1 1,-1 0,0 2,-4 7,1 0,1 1,1 0,0 0,1 1,1 0,1 0,1 0,1 6,-1 5,3-1,0 0,2 1,1-1,1 0,2 0,1 0,1-1,2 0,1 0,1-1,1 0,2-1,1 0,1-1,1-1,1-1,1 0,16 14,50 18,-82-54,1-1,-1 1,1-1,-1 0,1-1,0 1,-1-1,1 1,0-1,-1 0,1-1,0 1,0 0,-1-1,1 0,-1 0,1 0,-1 0,1-1,-1 1,0-1,0 0,1 0,-1 0,-1-1,1 1,62-86,-64 88,0 0,0 0,0 0,0 0,0 0,0 1,0-1,0 0,0 1,0-1,0 1,0-1,0 1,-1-1,1 1,0 0,0-1,0 1,-1 0,1 0,0-1,-1 1,1 0,-1 0,1 0,-1 0,1 0,-1 0,0 0,1 0,-1 0,0 0,0 0,0 0,0 0,0 0,0 0,0 0,0 0,0 0,0 0,1 5,2 2,-1-1,1 1,0-1,1 0,0 0,0 0,0-1,1 1,0-1,0 0,1-1,-1 1,1-1,0 0,1 0,-1-1,1 0,0 0,0-1,1 1,-1-2,0 1,1-1,0 0,-1 0,9 0,-12-1,1 0,-1-1,1 1,0-1,-1 0,1 0,0 0,-1-1,1 1,-1-1,1 0,-1-1,1 1,-1-1,0 0,1 0,-1 0,0 0,-1-1,1 0,0 0,-1 0,1 0,-1 0,0-1,0 1,0-1,-1 0,1 0,-1 0,0 0,0 0,0-1,-1 1,0-1,1 1,-2-1,1 1,0-1,-1 0,0 1,0-1,0 1,-1-1,0-2,-1 1,-1-1,0 1,-1 0,1 0,-1 0,0 1,0-1,-1 1,0 0,0 0,0 0,0 1,-1 0,0 0,0 0,0 1,0 0,0 0,-1 0,-5-1,0 0,-1 1,1 0,-1 1,0 0,1 1,-1 0,0 1,0 1,0 0,-11 2,17-1,0 0,1 0,0 0,-1 1,1 0,0 0,0 1,1-1,-1 1,1 1,0-1,-3 3,7-5,-1 0,0 0,0 0,1 0,-1 1,1-1,0 0,0 1,-1-1,2 1,-1-1,0 1,0 0,1-1,0 1,-1 0,1-1,0 1,0 0,1 0,-1-1,0 1,1 0,0-1,-1 1,1-1,0 1,0-1,1 1,-1-1,0 0,1 1,6 4,-1 1,1-1,1 0,-1-1,1 0,0-1,1 0,-1 0,1 0,0-2,0 1,0-1,1-1,4 1,-7-1,59 15</inkml:trace>
  <inkml:trace contextRef="#ctx0" brushRef="#br0" timeOffset="2117.474">3676 858,'-11'-9,"-1"0,-1 0,0 1,0 1,0 0,-1 1,0 0,-1 1,1 1,-1 0,1 1,-1 1,0 0,0 1,0 1,-1 0,1 1,-9 1,19 0,0-1,0 1,0 0,1 0,-1 1,1-1,-1 1,1 0,0 0,0 0,0 1,1-1,-1 1,1 0,0 0,0 0,0 1,0-1,1 0,0 1,0 0,0 0,1 0,-1 0,1 0,0 0,1 0,-1 0,1 0,0 0,0 0,1 0,-1 0,1 0,0 0,1 0,-1 0,1 0,0 0,0-1,0 1,1-1,0 1,0-1,0 0,0 0,4 3,-1-3,1 0,0 0,0-1,0 0,0 0,0-1,0 0,1 0,-1-1,1 0,0 0,-1-1,1 0,-1 0,1-1,0 0,-1 0,1-1,-1 0,0 0,0-1,0 0,1 0,2-2,0 0,0 0,-1-1,1 0,-1-1,-1 0,1 0,-1-1,-1 0,1-1,-2 0,1 0,-1 0,0-1,2-4,-6 9,0 0,0 0,0 0,0 0,-1 0,0 0,0 0,0 0,-1-1,1 1,-1 0,-1-4,1 9,0 0,0-1,0 1,0-1,0 1,0 0,0-1,0 1,0-1,0 1,-1 0,1-1,0 1,0-1,0 1,-1 0,1-1,0 1,0 0,-1-1,1 1,0 0,-1 0,1-1,0 1,-1 0,1 0,-1 0,1-1,0 1,-1 0,1 0,-1 0,1 0,0 0,-1 0,1 0,-1 0,1 0,-1 0,1 0,0 0,-1 0,1 0,-1 0,1 0,0 1,-1-1,1 0,0 0,-1 0,1 1,-1-1,1 0,0 0,0 1,-1-1,1 0,0 1,-1-1,1 0,0 1,0-1,0 1,-1-1,1 0,0 1,0-1,-17 28,14-23,2-1,-1 1,0 0,1 0,0-1,0 1,0 0,1 0,0 0,0 0,0 0,0 0,1 0,0 0,0 0,0 0,1 0,0 0,0-1,0 1,0-1,1 1,-1-1,1 0,0 0,0 0,1-1,-1 1,1-1,0 1,0-1,0 0,0-1,1 1,-1-1,1 0,4 2,64 9,-40-14</inkml:trace>
  <inkml:trace contextRef="#ctx0" brushRef="#br0" timeOffset="3025.839">3917 818,'0'0,"0"-1,-1 1,1 0,0-1,0 1,0 0,0 0,-1-1,1 1,0 0,0 0,-1 0,1-1,0 1,0 0,-1 0,1 0,0-1,-1 1,1 0,0 0,-1 0,1 0,0 0,-1 0,1 0,0 0,-1 0,1 0,0 0,-1 0,1 0,0 0,-1 0,1 0,0 0,-1 1,1-1,0 0,0 0,-1 0,1 0,0 1,0-1,-1 0,1 0,0 1,0-1,-1 0,1 0,0 1,0-1,0 0,0 1,-1-1,1 0,0 1,0-1,0 0,0 1,0-1,0 0,0 1,0-1,0 0,0 1,0-1,0 0,0 0,0 1,-7 25,6-21,0 0,0 0,0-1,1 1,0 0,0 0,0 0,1 0,-1 0,1-1,1 1,-1 0,0-1,1 1,0-1,0 1,0-1,1 0,0 0,0 0,0 0,0 0,0-1,1 1,-1-1,1 0,0 0,0-1,0 1,0-1,1 0,-1 0,2 1,0-1,1-1,-1 1,1-1,0 0,0 0,-1-1,1 0,0 0,0-1,-1 0,1 0,-1-1,1 1,-1-1,1-1,-1 1,0-1,0 0,0-1,0 1,-1-1,1 0,-1-1,0 1,0-1,-1 0,0 0,1-1,-2 1,1-1,-1 0,3-4,-1-2,0 0,0 0,-1-1,-1 1,0-1,-1 0,1-13,-3 27,0-1,-1 0,1 0,0 0,-1 0,1 0,0 0,-1 0,1 1,0-1,0 0,-1 0,1 0,0 0,-1-1,1 1,0 0,-1 0,1 0,0 0,-1 0,1 0,0 0,0 0,-1-1,1 1,0 0,-1 0,1 0,0-1,0 1,0 0,-1 0,1-1,0 1,0 0,0 0,0-1,-1 1,1 0,0-1,0 1,0 0,0-1,0 1,0 0,0-1,0 1,0 0,0 0,0-1,0 1,0 0,0-1,0 1,0 0,1-1,-1 1,0 0,0-1,0 1,0 0,0 0,1-1,-15 24,10-17,2 0,-1 0,1 1,0-1,0 1,0-1,1 1,0-1,1 1,-1 0,1 0,1-1,-1 1,1 0,0-1,1 1,-1-1,1 1,1-1,-1 0,1 1,0-2,1 1,-1 0,1 0,0-1,0 0,1 0,0 0,0-1,0 1,0-1,9 1,0-1,-1 0,2-1,-1 0,0-2,0 1,1-2,-1 0,0 0,1-1,-1-1,0-1,0 0,0-1,0 0,0-1,5-3,-10 4,-1 0,0 0,0 0,-1-1,1 0,-1-1,0 0,-1 0,1 0,-1-1,2-3,-7 9,0 0,-1 0,1-1,0 1,0 0,0 0,0 0,0 0,0 1,0-1,0 0,0 0,0 1,1-1,-1 1,0-1,0 1,1-1,-1 1,0 0,1-1,-1 1,1 0,-1 0,0 0,1 0,-1 0,0 1,1-1,-1 0,0 1,1-1,-1 0,0 1,0 0,1-1,-1 1,0 0,0 0,56 8,-56-9,1 0,-1 0,1 0,-1 0,0-1,1 1,-1 0,1-1,-1 1,0-1,1 0,-1 1,0-1,0 0,1 0,-1 0,0 0,0 0,0 0,0 0,0 0,-1 0,1 0,0-1,0 1,-1 0,1-1,-1 1,1 0,-1-1,1 1,-1 0,0-1,0 1,0-1,0 1,0-2,-1 0,-1-1,1 1,-1 0,0 0,0 0,0 0,0 1,0-1,-1 0,1 1,-1 0,0-1,0 1,0 0,0 1,0-1,0 0,0 1,0 0,-1 0,1 0,-1 0,1 0,-1 1,1-1,-1 1,1 0,-2 0,-2-1,0 1,0 0,1 0,-1 0,0 1,0-1,1 2,-1-1,1 1,-1 0,1 0,0 1,0 0,0 0,0 1,0-1,1 1,-1 0,1 1,0-1,0 1,1 0,0 0,-1 1,2-1,-1 1,1 0,0 0,0 0,0 1,3-5,-1 0,1 0,0 0,-1 0,1 0,0 1,0-1,1 0,-1 0,0 0,1 0,-1 0,1 0,0 0,0 0,0 0,0 0,0 0,0 0,0 0,1-1,-1 1,0 0,1-1,0 0,-1 1,1-1,0 0,0 1,-1-1,1 0,0-1,0 1,0 0,0 0,2-1,78 9,-74-10,-1 0,1 0,-1-1,0 0,1 0,-1 0,0-1,-1 0,1-1,0 0,-1 0,0 0,0-1,0 1,0-1,-1-1,0 1,0-1,-1 0,1 0,-1-1,0 1,-1-1,0 0,0 1,0-2,-1 1,0 0,0 0,-1-1,0 0,-1 8,1-1,-1 1,0-1,1 1,-1-1,0 0,0 1,1-1,-1 1,0-1,0 1,0-1,0 0,0 1,0-1,0 1,0-1,0 0,0 1,0-1,0 1,0-1,-1 0,1 1,0-1,0 1,-1-1,1 1,0-1,-1 1,1-1,0 1,-1-1,1 1,-1 0,1-1,-1 1,1 0,-1-1,1 1,-1 0,1-1,-1 1,0 0,1 0,-1 0,1 0,-1 0,0-1,1 1,-1 0,1 0,-1 0,0 1,1-1,-1 0,1 0,-1 0,0 0,1 1,-1-1,1 0,-1 0,1 1,-1-1,1 0,-1 1,1-1,-1 1,1-1,-1 5,0 1,1-1,-1 1,1-1,1 1,-1-1,1 0,-1 1,2-1,-1 0,1 1,-1-1,1 0,1 0,-1 0,1-1,0 1,0-1,0 1,0-1,1 0,0 0,1 0,11 12,1-1,0-1,1 0,1-1,0-1,0-1,17 6,23 9</inkml:trace>
  <inkml:trace contextRef="#ctx0" brushRef="#br0" timeOffset="4256.593">0 2369,'46'-12,"0"-2,-2-2,0-2,0-2,17-12,-35 20,0-1,-1-1,0-1,-1-1,-1-1,0-1,-1-2,-1 0,-1-1,-1-1,-1 0,-1-2,-1 0,-1-1,-2 0,0-1,7-23,-14 29,-2-1,-1 1,0-1,-2 1,0-1,-1 0,-2-5,2 16,-1 1,-1 0,0 0,0 0,0 0,-1 1,-1-1,1 1,-1-1,-1 1,0 1,0-1,0 0,-1 1,0 0,0 1,-3-3,4 7,1 0,-1-1,0 2,1-1,-1 1,0-1,0 1,0 0,0 1,0 0,0-1,0 2,0-1,0 0,0 1,0 0,0 0,0 1,0-1,0 1,1 0,-1 0,1 1,-1-1,1 1,0 0,0 0,0 1,1-1,-1 1,1 0,0-1,0 2,0-1,0 0,1 0,-2 4,-9 16,1 0,0 1,2 0,2 1,0 0,1 0,2 0,0 1,2 0,1 0,2 0,0 0,2 0,1 7,0-14,0 1,2 0,0-1,1 0,1 0,1-1,1 0,1 0,6 8,-12-19,1 0,1-1,0 0,0 0,0 0,1-1,-1 0,1 0,1-1,-1 0,1 0,0-1,0 0,1 0,-1-1,1 0,0 0,0-1,-1 0,2-1,-1 0,7 0,-7-2,0 0,0 0,0-1,-1 0,1-1,-1 1,0-2,1 1,-1-1,-1-1,1 1,-1-1,0 0,0-1,0 0,-1 0,0-1,0 1,0-1,0-2,6-8,-1 0,-1-1,-1 0,-1 0,0-1,-2 0,0 0,1-9,7-29,-18 119,4-60,-2 18,1-1,1 0,0 1,1-1,4 16,-4-30,0-1,0 1,0-1,1 1,0-1,0 0,0 0,0 0,1 0,-1 0,1 0,0-1,0 1,1-1,-1 0,1 0,-1 0,1 0,0-1,0 0,0 0,1 0,-1 0,0 0,1-1,-1 0,1 0,5 0,1 0,-1-2,0 1,0-1,0 0,0-1,0-1,-1 1,1-1,-1-1,1 0,-1 0,0-1,0 0,-1-1,0 0,0 0,0 0,-1-1,0-1,0 1,0-1,-1 0,-1 0,1-1,-1 0,-1 0,0 0,0 0,0-1,-1 1,-1-2,8-73,-15 157,4-65,2-1,-1 0,1 1,0-1,0 0,1 1,0-1,1 0,-1 0,1-1,1 1,-1 0,1-1,0 0,0 0,1 0,0-1,0 1,0-1,1 0,0-1,0 1,0-1,0 0,1-1,-1 1,1-1,0-1,0 1,0-1,4 0,1 0,1 0,-1-1,1-1,0 0,-1-1,1 0,-1-1,1 0,-1-1,0 0,0-1,0-1,0 0,-1 0,0-1,0 0,0-1,-1-1,0 0,0 0,-1 0,0-2,-1 1,0-1,0 0,-1 0,0-1,-1 0,0 0,-1-1,0 0,-1 0,2-11,-5 21,-1 3,0-1,1 0,-1 0,0 1,1-1,-1 0,1 0,-1 1,0-1,1 0,-1 0,1 0,-1 0,1 0,-1 0,0 0,1 0,-1 0,1 0,-1 0,1 0,-1 0,1 0,-1 0,0 0,1 0,-1-1,1 1,-1 0,0 0,1 0,-1-1,1 1,-1 0,0-1,1 1,-1 0,0-1,0 1,1 0,-1-1,0 1,0 0,0-1,1 1,-1-1,0 1,0-1,0 1,0 0,0-1,0 1,0-1,0 1,0-1,0 1,0-1,0 1,0 0,0-1,0 1,0-1,-1 1,1-1,24 40,-16-23,0-1,0 0,2-1,0 0,0 0,1-1,1-1,0 0,1 0,0-1,1-1,0 0,0-1,1-1,6 2,24-6,-27-9</inkml:trace>
  <inkml:trace contextRef="#ctx0" brushRef="#br0" timeOffset="4509.952">1778 1647,'6'16,"20"7,4 0</inkml:trace>
  <inkml:trace contextRef="#ctx0" brushRef="#br0" timeOffset="4818.137">2914 1687,'-10'67,"2"0,3 0,3 1,4-1,4 31,12 57,-12-147,-3-23,-2-39,-3 0,-3 0,-9-46,11 74,-45-323,47 338,0 8,0 0,0 0,0 1,0-1,1 0,-1 0,1 0,0 0,-1 0,2 0,-1 1,0-1,0 0,1 0,0 0,-1 0,1 0,0 1,1-1,-1 0,0 1,1-1,-1 1,1 0,0-1,0 1,0 0,0 0,0 0,0 0,1 0,-1 1,1-1,-1 1,1 0,110 2,-83 2,-21-2,37 3,1 1,-1 3,0 1,-1 3,26 10,-39-7</inkml:trace>
  <inkml:trace contextRef="#ctx0" brushRef="#br0" timeOffset="4991.692">2687 1954,'23'11,"21"5,21-2,18-2,13-4,6-2,-15-4</inkml:trace>
  <inkml:trace contextRef="#ctx0" brushRef="#br0" timeOffset="5158.228">3503 2301,'20'5,"7"1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50.35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0 583,'22'26,"-2"0,0 2,-2 0,-1 2,-2-1,0 2,-3 0,0 1,3 17,-14-47,-2-1,1 1,0-1,0 0,0 0,1 0,-1 1,0-1,0 0,1 0,-1 0,0 1,1-1,-1 0,1 0,0 0,-1 0,1 0,0 0,-1 0,1 0,0 0,0 0,0-1,0 1,0 0,0-1,0 1,0 0,0-1,1 1,-1-1,0 0,0 1,0-1,0 0,1 0,-1 0,0 0,0 0,1 0,-1 0,0 0,0 0,0 0,1-1,8-10,0-1,-2 0,1-1,-2 0,1 0,-2 0,0-1,-1 0,1-1,-5 11,28-101,-40 129,9-19,1-1,0 1,0 0,0 0,1 0,0 0,0 0,0 0,0 0,1 0,0 0,0-1,0 1,1 0,0 0,-1-1,2 1,-1-1,0 0,1 1,0-1,0 0,0-1,0 1,1 0,0-1,-1 0,1 0,0 0,1 0,-1-1,0 0,1 0,-1 0,1 0,0-1,0 1,-1-1,1 0,0-1,0 1,3-1,0-1,0-1,0-1,0 1,0-1,0 0,-1-1,0 0,0 0,0 0,0-1,0 0,-1 0,0-1,0 0,-1 0,1 0,-1-1,-1 0,1 0,-1 0,-1 0,1-1,-1 1,0-1,-1 0,0 0,0 0,-1 0,0 0,0-6,-6 5,-1 32,6-16,-1 1,1-1,0 0,1 0,0 0,0 0,0 0,1 0,0-1,1 1,-1 0,1-1,0 0,1 1,0-1,0-1,0 1,1 0,-1-1,1 0,0 0,1-1,-1 1,1-1,0 0,0-1,1 1,1-1,12 3,0-1,1 0,0-2,-1-1,1-1,0 0,0-1,0-2,0 0,0-1,-1-1,0-1,1-1,-2-1,1 0,13-8,-29 13,2 1,0-1,-1-1,1 1,0-1,-1 1,0-2,0 1,0 0,0-1,0 0,-1 0,1-1,-1 1,0-1,-1 0,3-3,-6 6,0 1,0-1,0 1,0-1,0 1,0-1,0 1,-1-1,1 1,0-1,-1 1,0 0,1-1,-1 1,0 0,1-1,-1 1,0 0,0 0,0 0,0 0,0 0,-1 0,1 0,0 0,0 0,-1 1,1-1,0 0,-1 1,1-1,0 1,-2-1,-50-12,46 11,-1 1,1 0,-1 0,1 1,-1 0,0 0,1 1,-1 0,1 1,-1-1,1 1,-1 1,1-1,0 1,0 0,0 1,1 0,-1 0,1 1,0-1,0 1,1 0,-1 1,1-1,-4 7,8-10,0 0,0 0,0 0,0 0,1 0,-1 0,1 1,0-1,-1 0,1 0,0 0,0 0,0 0,1 1,-1-1,0 0,1 0,0 0,-1 0,1 0,0 0,0 0,0 0,0 0,0-1,1 1,-1 0,0-1,1 1,-1-1,1 1,0-1,0 0,-1 1,1-1,0 0,1 0,78 21,-73-20,-1-2,1 1,-1-1,1 0,-1-1,1 1,-1-2,0 1,1-1,-1 0,0 0,0-1,0 0,-1 0,1-1,-1 0,1 0,-1 0,-1-1,1 0,0 0,-1-1,0 1,-1-1,1 0,-1 0,0-1,-1 1,1-1,-1 0,-1 0,2-4,-2-11,0 15,3 23,-2-8,-1 0,1 0,1-1,-1 1,1-1,1 0,-1 0,1-1,0 1,1-1,0 0,0 0,0-1,0 1,1-2,0 1,0-1,0 0,1 0,-1-1,1 0,0 0,0-1,0 0,0 0,0-1,1 0,-1-1,0 1,9-2,-3-2,0 0,0 0,-1-2,1 0,-1 0,0-1,0-1,-1 0,0-1,0 0,-1-1,0 0,0-1,-1 0,0 0,-1-1,-1-1,1 0,-2 0,0 0,2-5,0 9,-12 30,1-14,-1 8,1 0,1 1,0-1,1 1,1-1,0 1,4 11,-5-23,1 0,0 0,1 0,-1-1,1 1,0-1,0 1,0-1,1 0,-1 1,1-1,0-1,0 1,1 0,-1-1,1 0,0 1,0-2,0 1,0 0,0-1,0 0,1 0,0 0,-1 0,1-1,0 1,0-1,20 1</inkml:trace>
  <inkml:trace contextRef="#ctx0" brushRef="#br0" timeOffset="252.327">1578 409,'11'18,"18"13,3 1</inkml:trace>
  <inkml:trace contextRef="#ctx0" brushRef="#br0" timeOffset="1473.255">2794 636,'13'490,"-8"-421,0 4,-2-1,-4 1,-5 25,-12-32,18-65,-1-1,1 1,0 0,-1-1,1 1,-1 0,1-1,-1 1,1-1,-1 1,1-1,-1 1,1-1,-1 1,0-1,1 0,-1 1,0-1,1 0,-1 1,0-1,0 0,1 0,-1 0,0 0,0 0,1 0,-1 0,0 0,0 0,1 0,-1 0,0 0,0-1,1 1,-1 0,0 0,1-1,-1 1,0 0,1-1,-1 1,1-1,-1 1,0-1,1 1,-1-1,1 0,-1 1,1-1,0 0,-1 1,1-1,0 0,-1 1,1-1,0 0,0 0,-21-46,1-34,2-1,5-1,-2-48,5 18,5 0,5-27,1 129,-2 3,0-1,1 1,0 0,0-1,1 1,1-1,-1 1,1 0,0 0,1 0,0 0,0 0,1 1,0-1,0 1,1 0,0 0,0 0,0 1,3-2,0 6,0 1,0 1,0-1,0 1,0 1,-1-1,1 1,0 1,0-1,-1 2,1-1,-1 1,1 0,-1 0,0 1,0 0,-1 0,1 0,-1 1,0 0,0 1,-1-1,3 3,54 69,-60-75,-1 1,1 0,-1-1,0 1,0 0,0-1,-1 1,1 0,0 0,-1 0,0-1,0 1,0 0,0 0,0 0,-1 0,1 0,-1-1,1 1,-1 0,0 0,0-1,-1 1,1 0,0-1,-1 0,0 1,1-1,-1 0,0 0,0 0,-1 1,-63 26,64-29,0 1,0-1,1 1,-1-1,0 0,0 0,0 0,0 0,0 0,1 0,-1 0,0-1,0 1,0-1,0 1,1-1,-1 0,0 0,1 1,-1-1,1 0,-1-1,1 1,-1 0,1 0,-1-1,1 1,0 0,0-1,0 0,0 1,0-1,0 1,0-1,1 0,-1-1,1-2,1 0,0 0,0 0,1 0,0 0,-1 0,2 0,-1 0,0 1,1-1,0 1,0 0,0-1,1 2,-1-1,1 0,0 1,0-1,0 1,1 0,-1 1,3-2,5-4,0 0,0 1,1 1,0 0,0 0,1 2,-1-1,1 2,0 0,0 0,1 2,-1-1,0 2,14 1,-23 0,-1 1,1 0,-1 0,1 0,-1 1,0 0,1-1,-1 2,-1-1,1 0,0 1,-1-1,0 1,0 0,0 0,0 1,-1-1,1 0,-1 1,0 0,-1-1,1 1,-1 0,0 0,0 0,0 0,-1 0,0 1,18 49,-16-52,-1 0,1 1,0-1,0 0,0 0,0-1,0 1,1 0,-1-1,1 1,0-1,-1 0,1 0,0 0,0 0,1-1,-1 1,0-1,1 0,-1 1,0-2,1 1,-1 0,1-1,0 1,-1-1,1 0,-1-1,1 1,-1 0,1-1,-1 0,1 0,-1 0,1 0,0-1,6-3,0-1,-1 0,1-1,-1 0,-1-1,1 0,-1 0,-1-1,1 0,-2 0,1-1,-1 1,0-2,-1 1,-1 0,1-1,-2 0,1 0,-2 0,1-1,-1 1,-1 0,0-1,-1-4,-1 31,1 0,1 0,0 0,1 0,0 0,2 0,0-1,0 0,4 9,-5-17,-1-1,0 1,1-1,0 1,1-1,-1 0,1 0,0-1,0 1,0-1,0 0,1 0,0 0,0 0,0-1,0 0,1 0,-1-1,1 1,0-1,-1 0,1-1,0 1,0-1,0 0,0-1,1 0,-1 0,0 0,0 0,0-1,0 0,0 0,1-1,1-3,0 0,0 0,0-1,0 0,-1-1,0 1,-1-1,1 0,-1-1,-1 0,1 0,-1 0,-1-1,1 1,1-7,39-141,-31 73,-3 0,-3 0,-4-1,-5-18,1 91,1-3,-1-1,-1 1,-1 0,0 0,0 0,-1 0,-1 0,-1 1,0-1,-1-1,5 14,1 0,-1 0,0 0,0 0,1 0,-1 0,0 0,0 0,0 0,0 0,0 1,0-1,0 0,0 1,-1-1,1 1,0-1,0 1,0 0,-1 0,1-1,0 1,0 0,-1 0,1 0,0 0,0 0,-1 0,1 1,0-1,0 0,-1 1,1-1,0 1,0-1,0 1,0-1,0 1,0 0,0 0,0-1,0 1,0 0,0 0,0 0,0 0,1 0,-1 0,0 0,1 0,-1 1,1-1,-1 0,1 0,0 0,-1 1,1-1,0 0,0 1,-8 18,2 1,0 0,1 0,1 1,1-1,1 1,1 0,1 0,1-1,1 7,3 23,3 0,2-1,3 0,1 0,3-1,1-1,3-1,20 32,-37-70,1 0,0 1,1-2,-1 1,2-1,0 1,0-2,0 1,1-1,0 0,2 1,-5-7,0 0,0-1,0 0,0 0,1 0,-1 0,0-1,0 0,0 0,-1 0,1 0,0-1,0 0,-1 0,1 0,-1-1,1 0,-1 1,0-1,0-1,-1 1,1-1,0 1,1-4,96-81,-100 87,-1 0,1 1,-1-1,1 1,0-1,-1 0,1 1,0 0,0-1,-1 1,1-1,0 1,0 0,0 0,-1-1,1 1,0 0,0 0,0 0,0 0,-1 0,1 0,0 0,0 0,0 0,0 1,-1-1,1 0,0 0,0 1,0-1,-1 1,1-1,0 0,-1 1,1-1,0 1,-1 0,1-1,-1 1,1-1,-1 1,1 0,-1 0,1-1,-1 1,1 0,-1 0,0-1,0 2,6 44,-6-43,-1 4,0 0,0 0,1 0,1 0,-1 1,1-1,0 0,1 0,-1 0,1-1,1 1,-1 0,1-1,1 1,-1-1,1 0,0 0,0 0,1-1,-1 0,1 0,1 0,-1 0,1-1,-1 1,1-2,0 1,1-1,-1 1,1-2,5 3,21-2,-2-5</inkml:trace>
  <inkml:trace contextRef="#ctx0" brushRef="#br0" timeOffset="1720.639">4184 609,'-16'-4,"-10"-2,-4-2,-5-2,-3-4,-2-1,7 1</inkml:trace>
  <inkml:trace contextRef="#ctx0" brushRef="#br0" timeOffset="2388.936">3596 329,'21'-6,"1"2,0 0,0 1,1 1,14 1,-24 0,49 0,1 3,0 2,-1 3,1 3,-2 3,0 2,39 16,-83-26,-1 0,1 1,-1 1,-1 0,1 1,-1 1,-1 0,1 1,-2 1,1 0,-2 1,1 0,-2 1,0 1,0-1,-1 2,-1-1,0 1,-1 1,-1 0,0 0,1 6,13 185,-4-165,-16-41,-1 0,1 0,0 0,-1 0,1-1,0 1,-1 0,1 0,0-1,0 1,0 0,-1-1,1 1,0-1,0 1,0-1,0 0,0 1,0-1,0 0,0 0,0 1,0-1,0 0,1 0,-1 0,0 0,0 0,0-1,0 1,0 0,0 0,0-1,0 1,0-1,0 1,0-1,0 1,-1-1,2 0,6-8,0 0,0 0,-1-1,0 0,-1 0,0-1,-1 1,0-1,0-1,2-10,4-6,54-112,-65 141,0-1,0 1,0-1,1 1,-1-1,0 1,1-1,-1 1,0-1,0 1,1-1,-1 1,1-1,-1 0,0 1,1-1,-1 0,1 1,-1-1,1 0,-1 0,1 1,-1-1,1 0,0 0,-1 0,1 0,-1 0,1 0,-1 0,1 0,-1 0,1 0,0 0,-1 0,1 0,-1 0,1 0,-1 0,1-1,-1 1,1 0,-1-1,1 1,-1 0,1 0,-1-1,1 1,-1-1,0 1,1-1,-1 1,0 0,1-1,-1 1,0-1,0 1,1-1,-1 1,0-1,0 0,0 1,0-1,0 1,0-1,0 1,0-1,0 0,4 49,-4-43,0 3,14 117,-12-121,-1 0,0 0,1 0,0 0,0 0,0 0,1 0,-1 0,1-1,0 0,0 1,0-1,1 0,-1 0,1-1,-1 1,1-1,0 0,0 0,0 0,0 0,0-1,0 1,1-1,-1 0,4 0,3-1,-1 0,0-1,1 0,-1-1,0 0,0-1,1 0,-2 0,1-1,0 0,-1-1,0 0,3-3,-1 2,-1 0,1 0,0 1,1 1,-1 0,1 1,0 0,-1 0,1 1,7 0,-15 3,-1 0,1-1,-1 0,1 1,0-1,0-1,-1 1,1-1,-1 1,1-1,0 0,-1 0,1-1,-1 1,0-1,0 1,1-1,-1 0,0-1,0 1,-1 0,1-1,0 1,-1-1,0 0,1 0,-1 0,0 0,-1 0,1-1,0 1,0-2,-1 0,0 1,-1 0,1-1,-1 1,0-1,0 1,0-1,-1 1,1-1,-1 1,0-1,0 1,-1 0,1 0,-1 0,0 0,0 0,0 0,-1 0,0 0,1 1,-1-1,0 1,-1 0,1 0,0 0,-1 1,0-1,0 1,1 0,-1 0,-3-1,1 0,1 0,0 1,-1 0,1 0,-1 1,0 0,0 0,1 0,-1 0,0 1,0 0,0 0,0 1,0 0,1 0,-1 0,0 1,1-1,-1 1,1 1,-1-1,1 1,0 0,0 0,0 1,0 0,0 1,1-1,0 1,0 0,0 0,1 1,0-1,0 1,0 0,1-1,-1 1,1 0,1 1,-1-1,1 0,0 0,1 1,-1-1,1 1,1-1,-1 0,1 1,0-1,0 0,3 6,-1-1,1 1,1-1,0 0,1 0,0 0,0-1,1 0,1 0,0-1,0 0,0 0,1-1,3 2,12 5,1 0,0-2,1-1,0-1,1-1,0-1,1-1,0-2,0-1,0-1,9-1,48 5</inkml:trace>
  <inkml:trace contextRef="#ctx0" brushRef="#br0" timeOffset="3231.092">361 1879,'23'69,"2"-1,4-1,22 35,17 3,-67-104,0 0,0 1,0-1,0 0,1 0,-1 0,0 0,1 0,-1 0,1 0,-1-1,1 1,0-1,-1 1,1-1,-1 1,1-1,0 0,0 0,-1 1,1-1,0-1,-1 1,1 0,0 0,-1-1,1 1,0-1,-1 1,1-1,-1 0,1 1,-1-1,1 0,-1 0,1 0,-1 0,0 0,0-1,0 1,1 0,-1 0,0-1,0 1,-1-1,1 1,0-1,0 1,-1-1,1 0,-1 1,12-26,-2 0,-1 0,-1 0,-1-1,-2-1,-1 1,-1-1,-1-7,0 16,0-11,-2 22,0 1,1-1,0 0,0 0,1 0,0 0,0 1,1-1,0 1,0 0,5-7,-6 13,1 0,-1 0,1 0,0 0,-1 1,1-1,0 1,0 0,0 0,0 0,0 0,0 0,0 1,1 0,-1-1,0 1,0 0,0 0,0 1,0-1,1 1,-1-1,0 1,2 1,27 6</inkml:trace>
  <inkml:trace contextRef="#ctx0" brushRef="#br0" timeOffset="4142.795">1149 1960,'-8'-3,"0"0,0 1,0 0,0 0,0 1,-1 0,1 1,-1 0,1 0,0 0,-1 1,1 0,0 1,0 0,0 0,0 1,0 0,0 1,1-1,-1 1,1 1,0-1,0 1,1 1,0-1,-1 1,2 0,-1 1,-42 72,47-77,0 0,0 0,0 0,1 0,-1 0,0 0,1 1,0-1,-1 0,1 0,0 0,0 1,1-1,-1 0,0 0,1 0,-1 0,1 0,0 0,-1 1,1-1,0-1,0 1,0 0,1 0,-1 0,0 0,1-1,-1 1,1-1,0 1,-1-1,1 0,0 1,0-1,0 0,0 0,0 0,2 0,7 0,-1-1,1 0,0-1,0 0,-1-1,1 0,-1 0,1-1,-1-1,0 0,0 0,0-1,-1 0,0-1,0 0,0 0,-1-1,4-3,-1 2,-1 0,0 0,-1-1,1-1,-2 0,1 0,-2 0,1-1,3-8,-7 9,-7 15,-9 19,10-19,0-1,0 1,1 0,0 0,0 0,0 0,0 0,1 0,0 0,0 0,0 0,0 0,1-1,0 1,0 0,0 0,1 0,0 0,0-1,0 1,0-1,1 0,-1 1,1-1,0 0,0 0,1-1,-1 1,1-1,0 0,0 0,0 0,0 0,1-1,-1 1,3 0,1-1,0 0,0-1,0 0,0 0,0 0,0-1,1-1,-1 1,0-1,0 0,0-1,0 0,0-1,0 1,-1-1,1-1,-1 1,0-1,0-1,0 0,7-4,-1-1,0-1,0 0,-1 0,-1-1,0-1,-1 0,0-1,4-7,2-14,-2-1,-2-1,-1 0,-2 0,-1-1,-2 0,-2 0,-1 0,-2-1,-2 1,-1-1,2 21,0 1,-1-1,-1 0,0 1,-2-1,0 1,0 0,-2 0,0 0,-1 0,6 15,0-1,0 1,0 0,0 0,-1-1,1 1,-1 0,1 0,-1 0,0 1,1-1,-1 0,0 0,0 1,-1 0,1-1,0 1,0 0,0 0,-1 0,1 0,-1 0,1 1,-1-1,1 1,-1 0,1-1,-1 1,1 0,-1 1,1-1,-1 0,1 1,-1-1,1 1,-1 0,1 0,0 0,-1 0,1 0,0 0,-1 1,-5 6,0 1,0 0,1 1,0-1,1 1,0 0,0 1,1 0,0-1,1 2,1-1,-1 0,2 1,-2 10,-2 2,0 0,2 0,0 0,2 1,1-1,0 1,2-1,1 1,1-1,1 0,1 1,2-2,0 1,1-1,1 0,1-1,2 0,0-1,1 0,1 0,0-2,18 18,-22-27,1 0,0 0,1-1,0-1,1 0,-1-1,1 0,1-1,-1 0,1-1,0 0,1-2,-1 1,1-2,-1 0,1 0,0-2,2 0,-11-1,0-1,0 0,0-1,0 1,0-1,0 0,-1 0,0-1,0 0,0 0,0 0,0 0,-1-1,0 0,0 0,0 0,0 0,-1-1,0 1,0-2,-2 7,-1 0,0 0,1 0,-1 0,0-1,1 1,-1 0,0 0,1 1,-1-1,1 0,-1 0,0 0,1 0,-1 0,0 0,1 0,-1 1,0-1,0 0,1 0,-1 0,0 1,1-1,-1 0,0 0,0 1,1-1,-1 0,0 0,0 1,0-1,0 0,1 1,-1-1,0 0,0 1,0-1,0 1,0-1,0 0,0 1,0-1,0 0,0 1,0-1,0 0,0 1,0-1,0 0,0 1,-1-1,1 0,0 1,0-1,0 0,-1 1,1-1,0 0,0 0,0 1,-1-1,2 5,-1 1,1-1,0 1,0-1,0 0,1 1,0-1,0 0,0 0,1 0,-1 0,1 0,0-1,1 1,-1-1,1 0,0 0,0 0,0 0,1-1,-1 0,1 0,0 0,-1 0,1-1,1 0,-1 0,0 0,0 0,1-1,-1 0,1 0,-1-1,1 1,0-1,-1-1,1 1,-1-1,1 0,-1 0,2-1,-1 0,-1-1,0 1,0-1,0-1,0 1,0-1,-1 0,0 0,0 0,0-1,0 1,-1-1,1 0,-1 0,-1 0,1 0,-1-1,1 1,-2-1,1 1,-1-1,1 0,-2 0,1 0,-1 1,1-1,-2 0,1 0,-1 0,1 0,-2 1,0-4,1 2,-1 1,0-1,0 0,0 1,-1-1,0 1,0 0,-1 0,0 0,0 0,0 1,0 0,-1 0,0 0,0 0,-1 1,1 0,-1 0,0 0,0 1,0 0,-1 0,1 0,-1 1,1 0,-1 0,-4 0,7 2,-1 0,1 0,-1 0,1 1,-1 0,1-1,-1 2,1-1,0 1,0-1,-1 1,1 0,0 0,1 1,-1-1,0 1,1 0,-1 0,1 0,0 1,0-1,0 1,1-1,-1 1,1 0,0 0,0 0,0 0,0 1,1-1,0 0,0 1,0-1,0 1,1-1,0 1,0-1,0 1,0-1,1 1,0-1,0 1,0-1,0 1,1-1,10 29</inkml:trace>
  <inkml:trace contextRef="#ctx0" brushRef="#br0" timeOffset="4686.859">2326 2187,'-3'-22,"-4"-39,-3 1,-18-56,28 113,-1 3,1-1,-1 1,1-1,-1 1,1-1,0 1,-1-1,1 1,0-1,-1 0,1 1,0-1,0 1,-1-1,1 0,0 1,0-1,0 0,0 1,0-1,0 0,0 1,0-1,0 0,0 1,1-1,-1 0,0 1,0-1,1 1,-1-1,0 0,1 1,-1-1,0 1,1-1,-1 1,1-1,-1 1,1-1,-1 1,1 0,-1-1,1 1,-1 0,1-1,0 1,-1 0,1 0,0-1,-1 1,1 0,0 0,-1 0,1 0,0 0,140 43,-116-36,100 43,-121-48,1 1,-1 0,0 0,0 0,-1 1,1-1,-1 1,1 0,-1 0,0 0,-1 1,1-1,-1 1,0-1,0 1,0 0,-1 0,1 0,-1 0,0 0,-1 0,1 0,-1 0,0 3,-4 28,2-33,1 0,0 0,-1 0,2 1,-1-1,0 0,1 0,-1 1,1-1,0 1,0-1,0 0,1 1,-1-1,1 0,0 1,0-1,0 0,0 0,1 0,-1 0,1 0,0 0,-1 0,1-1,1 1,-1 0,0-1,1 0,-1 1,1-1,0 0,-1-1,1 1,0 0,0-1,2 1,3 0,0-1,1 0,-1 0,1 0,-1-2,1 1,-1-1,1 0,-1 0,1-1,-1 0,0-1,0 0,0 0,-1-1,1 0,-1 0,0-1,3-1,4-4,-1-1,-1 0,0 0,0-1,-1-1,0 0,-1 0,-1-1,3-7,11-22,-21 68,-5 87,3-109,1 0,-1 0,1 1,0-1,0 0,0 0,0 0,0 0,1 0,-1 0,1 0,0 0,0 0,0-1,0 1,0-1,1 0,-1 1,1-1,0 0,-1-1,1 1,0 0,0-1,0 1,0-1,0 0,0 0,1 0,-1-1,0 1,2-1,19-1,-2-4</inkml:trace>
  <inkml:trace contextRef="#ctx0" brushRef="#br0" timeOffset="4938.161">3074 1720,'-16'-3,"-9"0,-4 2,4 7,11 5,18 9,21 5,6-1</inkml:trace>
  <inkml:trace contextRef="#ctx0" brushRef="#br0" timeOffset="5521.299">4224 2040,'-12'-7,"0"0,-1 1,0 1,0 0,0 0,0 1,-1 1,0 0,1 1,-1 1,-14 0,20 1,0 0,0 1,0 0,0 1,1 0,-1 0,0 0,1 1,-1 0,1 0,0 1,0 0,0 1,1-1,-1 1,1 0,0 1,1 0,-1 0,1 0,-1 1,5-5,0 0,-1-1,1 1,0 0,0 0,0 0,0 0,0 0,0 0,1 0,-1 0,1 0,-1 0,1 0,0 0,0 1,0-1,0 0,0 0,1 0,-1 0,0 0,1 0,0 0,-1 1,1-2,0 1,0 0,0 0,0 0,1 0,-1-1,0 1,1 0,-1-1,1 1,0-1,-1 0,1 1,0-1,0 0,0 0,0 0,0-1,0 1,0 0,0-1,0 1,0-1,0 0,13 2,-1 0,0-2,1 0,-1 0,0-1,1-1,-1-1,0 0,0 0,-1-2,1 0,-1 0,0-1,0-1,0 0,-1 0,5-6,-4 3,-1-1,0 0,-1 0,-1-2,1 1,-2-1,0-1,0 0,-2 0,0 0,0-1,-1 0,-1 0,0-1,-2 0,1-3,3-20,-3 0,-1 0,-1 0,-2 0,-3 0,-1-6,3 39,1-2,0 0,-1 0,0 0,0 0,-1 0,0 0,0 1,-1-1,0 0,-1 1,1 0,-1 0,-1 0,1 0,-3-1,5 7,0 1,0-1,-1 0,1 1,0 0,-1-1,1 1,0 0,-1 0,1 0,0 0,-1 1,1-1,0 1,-1-1,1 1,0 0,0 0,0 0,-1 0,1 0,0 0,0 1,1-1,-1 1,0-1,0 1,1 0,-1 0,1 0,0 0,-1 0,1 0,0 0,0 0,0 0,0 2,-10 16,1 1,1 0,1 0,1 1,1 0,1 0,1 0,1 1,0-1,2 11,-1-18,2 0,-1 1,2-1,0 0,1 0,0 0,1 0,1 0,1 0,0-1,0 0,1 0,1 0,1-1,0 0,0 0,2-1,-1 0,1-1,1 0,0 0,1-1,0-1,0 0,1-1,0 0,10 4,-17-9,-1-1,1 1,0-1,0-1,0 1,0-1,0 0,0 0,0-1,1 0,-1 0,0 0,0-1,0 0,0 0,1 0,-2-1,1 0,0 0,0 0,-1-1,1 0,-1 0,0-1,0 1,0-1,0 0,-1-1,1 1,-1-1,0 0,0 0,-1 0,3-5,-2 3,-1 0,1 0,-1-1,-1 0,1 0,-2 0,1 0,-1 0,0 0,0 0,-1 0,0 0,-1 0,0 0,0 0,-1 0,0-1,2 8,-1 0,1 0,-1 0,1 0,-1 0,0 0,0 1,0-1,1 0,-1 0,0 1,0-1,0 0,0 1,0-1,0 1,0-1,0 1,0 0,0-1,-1 1,1 0,0 0,0 0,0 0,0 0,0 0,-1 0,1 0,0 0,0 1,0-1,0 0,0 1,0-1,0 1,0-1,0 1,0-1,0 1,0 0,0-1,0 1,1 0,-1 0,0 0,0 0,1 0,-1 0,1 0,-1 0,1 0,-1 0,1 0,-1 0,1 0,0 0,0 0,0 0,-1 0,1 1,-3 7,-1 0,1 0,1 0,-1 0,2 0,-1 1,1-1,1 1,-1-1,2 1,-1-1,1 1,1-1,0 0,0 1,1-1,0 0,0 0,1-1,0 1,1-1,0 0,0 0,1 0,0-1,0 0,1 0,0 0,0-1,0 0,2 0,55 34,1-9</inkml:trace>
  <inkml:trace contextRef="#ctx0" brushRef="#br0" timeOffset="5904.276">5574 1960,'117'-213,"-95"183,-15 48,-11 95,1-69,1-1,3 0,1 0,3 1,2 5,8 26,-14-60</inkml:trace>
  <inkml:trace contextRef="#ctx0" brushRef="#br0" timeOffset="6152.612">5681 2227,'16'5,"12"1,8 2,7 0,4-2,-1 0,-2 0,-8-2,-9-3,-9-2</inkml:trace>
  <inkml:trace contextRef="#ctx0" brushRef="#br0" timeOffset="6316.692">5187 1546,'0'-3,"2"0,4 0,4 3,8 4,8 3,8 3,-2-1</inkml:trace>
  <inkml:trace contextRef="#ctx0" brushRef="#br0" timeOffset="6532.961">5896 1332,'-5'-5,"-1"6,2 11,5 13,8 14,10 11,11 6,9 6,5-2,-5-10</inkml:trace>
  <inkml:trace contextRef="#ctx0" brushRef="#br0" timeOffset="7319.524">5254 1465,'0'16,"2"12,8 8,9 7,10 1,11-3,9-3,0-9,-8-9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19:47.63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229 181,'-4'-4,"0"0,0 1,0 0,-1-1,1 2,-1-1,0 0,0 1,0 0,0 0,-1 0,1 1,0 0,-1 0,1 0,-1 1,1-1,-1 1,1 1,-1-1,1 1,0 0,-1 0,1 1,0-1,-1 1,1 0,0 1,0-1,1 1,-3 1,1 2,0-1,1 1,-1 0,1 0,1 0,-1 0,1 1,0 0,1 0,0 0,0 1,0-1,1 1,0-1,0 1,1 0,0 0,1 7,-1-14,1 0,0 1,0-1,0 1,1-1,-1 1,0-1,0 0,1 1,-1-1,1 0,-1 1,1-1,0 0,-1 0,1 1,0-1,0 0,0 0,0 0,0 0,0 0,0 0,0-1,0 1,1 0,-1 0,0-1,0 1,1-1,-1 1,1-1,-1 1,0-1,1 0,-1 0,1 0,-1 0,0 0,1 0,-1 0,1 0,-1-1,0 1,1 0,-1-1,59-30,-49 21,-1-1,0 0,-1-1,-1 0,1-1,-2 0,0 0,-1 0,0-1,-1 0,3-11,-12 139,28-72,-8-30</inkml:trace>
  <inkml:trace contextRef="#ctx0" brushRef="#br0" timeOffset="297.815">309 34,'7'21,"0"-1,2 1,0-1,2 0,0-1,1-1,0 1,2-2,0 0,1-1,1 0,0-1,1-1,1 0,4 1,42 20,-62-34,1-1,-1 1,0 0,0-1,1 1,-1-1,0 1,1-1,-1 0,1 0,-1 0,0-1,1 1,-1-1,0 1,1-1,-1 0,0 0,0 1,1-2,-1 1,0 0,0 0,0-1,-1 1,1-1,0 1,0-2,4-7,-1-1,0 0,-1 0,0 0,-1 0,0 0,-1-1,0 0,0 1,-2-1,1 0,-2-5,2-9,0 9,-1 9,-1 1,1-1,1 1,-1-1,1 1,1-1,-1 1,1 0,1 0,-1-1,1 2,0-1,1 0,0 1,0-1,0 1,0 0,2-1,8 0</inkml:trace>
  <inkml:trace contextRef="#ctx0" brushRef="#br0" timeOffset="1161.812">897 274,'17'-4,"-1"-1,0 0,0-2,0 1,-1-2,0 0,0-1,-1-1,0 0,-1 0,0-2,-1 0,11-13,-20 21,0 0,-1 0,0 0,0-1,0 1,0-1,-1 0,0 1,0-1,0 0,0 0,-1 0,0 0,0 1,0-2,0 4,0 0,-1 0,1 0,-1 0,1 0,-1 0,0 0,0 0,0 1,0-1,0 0,0 0,0 1,-1-1,1 0,-1 1,1 0,-1-1,1 1,-1 0,0 0,0 0,1 0,-1 0,0 0,0 0,0 1,0-1,0 1,0-1,0 1,0 0,-1 0,1 0,-2 0,-3 1,-1 1,1 1,0-1,0 1,0 0,0 1,0 0,1 0,-1 0,1 1,0-1,1 2,-1-1,1 1,0-1,0 2,1-1,0 0,0 1,0 0,1 0,0 0,-2 6,3-8,0 1,0 0,0-1,1 1,0 0,0 0,1 0,-1 0,1 0,1 0,-1 0,1 0,0 0,0-1,1 1,-1 0,1-1,1 1,-1-1,1 1,0-1,0 0,0 0,1-1,0 1,0-1,0 1,0-1,1-1,0 1,0 0,4 1,1 1,0-2,0 1,1-1,0-1,0 0,0 0,0-1,0 0,0-1,1-1,-1 0,0 0,1-1,-1 0,0-1,10-3,-13 3,0 0,0-1,-1 0,0-1,1 1,-1-1,0-1,-1 1,1-1,-1 0,0-1,0 1,0-1,-1-1,0 1,0-1,-1 0,0 0,0 0,-1 0,1-1,-2 1,3-7,-2 3,-1 0,0-1,0 1,-1-1,-1 1,0-1,0 0,-1 1,-1-1,0 0,2 11,0 1,1 0,-1-1,0 1,0-1,0 1,0-1,0 1,0 0,0-1,-1 1,1-1,0 1,0-1,0 1,0 0,0-1,-1 1,1-1,0 1,0 0,-1-1,1 1,0 0,-1-1,1 1,0 0,-1 0,1-1,0 1,-1 0,1 0,0 0,-1-1,1 1,-1 0,1 0,-1 0,1 0,0 0,-1 0,1 0,-1 0,1 0,-1 0,1 0,0 0,-1 0,1 0,-1 0,1 1,-1-1,1 0,0 0,-1 0,1 1,0-1,-1 0,1 0,0 1,-1-1,1 0,0 1,-1-1,1 0,0 1,-15 28,12-23,0 0,0 1,1 0,0-1,0 1,0 0,1 0,0 0,1 0,-1 0,1 0,1 0,-1 0,1 0,0 0,1-1,0 1,0 0,0 0,1-1,0 0,0 1,1-1,-1 0,1-1,1 1,-1-1,1 0,0 0,0 0,5 3,-2-4,-1-1,1 0,0-1,0 0,0 0,0 0,0-1,0 0,1-1,-1 0,0 0,0-1,1 0,-1-1,0 1,0-2,0 1,-1-1,1 0,-1 0,1-1,-1 0,0-1,0 1,-1-1,1-1,-1 1,-1-1,1 0,-1-1,0 1,0-1,0 0,1-3,-1 1,0 0,0 0,0-1,-1 1,-1-1,0 0,0 0,-1 0,0 0,0-8,-2 18,0-1,-1 1,1-1,0 1,0-1,-1 1,1 0,0-1,-1 1,1 0,0-1,-1 1,1 0,-1-1,1 1,0 0,-1 0,1-1,-1 1,1 0,-1 0,1 0,-1 0,1 0,-1 0,1 0,-1 0,1 0,-1 0,1 0,-1 0,1 0,-1 0,1 0,-1 0,1 0,-1 1,1-1,0 0,-1 0,1 1,-1-1,1 0,0 0,-1 1,1-1,0 1,-1-1,1 0,0 1,-1-1,1 1,0-1,0 0,0 1,-1-1,1 1,0-1,0 1,0-1,0 1,0-1,0 1,0-1,0 1,0-1,0 1,0-1,0 1,0-1,-4 8,0 0,0 0,1 0,0 0,0 0,1 1,0-1,1 1,0-1,0 7,0-11,1-1,0 0,1 0,-1 0,0 0,1 1,0-1,0 0,0 0,0 0,0 0,1 0,-1-1,1 1,0 0,-1-1,1 1,1-1,-1 1,0-1,0 0,1 0,0 0,-1 0,1-1,0 1,0-1,-1 0,1 1,1-1,6 2,0-1,0 0,1-1,-1 0,0 0,1-1,-1-1,1 0,-1 0,0-1,0 0,0 0,0-1,0-1,0 0,4-3,-7 4,-1 0,0-1,0 0,-1 0,1 0,-1-1,0 0,0 0,0 0,-1-1,1 1,-1-1,-1 0,1 0,-1-1,0 1,-1-1,0 1,0-1,0 0,0 0,-1 0,-1 0,1-3,-6-11,-7 35,9-6,1 1,0 0,0-1,1 1,0 0,0 0,1 0,1 0,-1 0,1 0,1-1,0 1,0 0,1-1,0 1,0-1,1 0,0 0,0 0,1-1,0 1,0-1,1 0,0-1,0 1,1-1,-1 0,4 1,78 46,-48-35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39.1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1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1 175,'27'-5,"28"-7,26-10,25-7,15-4,8 2,-8 6,-24 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0.4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0 164,'7'-3,"11"3,12 2,5 6,-3 2</inkml:trace>
  <inkml:trace contextRef="#ctx0" brushRef="#br0" timeOffset="813.995">54 137,'20'-4,"21"-5,21-4,19-5,13-4,9-3,3 3,-7 5,-19 11,-23 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0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1 147,'2'11,"2"13,1 12,0 8,0 6,-2 4,-1 0,0-8,-4-11,-1-12</inkml:trace>
  <inkml:trace contextRef="#ctx0" brushRef="#br0" timeOffset="818.981">175 0,'-5'16,"-1"14,3 11,4 8,4 5,3 2,5 0,1-2,-3-3,-3-11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50.2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340 516,'-8'-11,"-1"1,0 1,0-1,-1 1,0 1,-1 0,0 0,0 1,0 0,-1 1,0 1,-9-4,15 7,1 0,-1 0,0 1,0 0,0 0,0 0,1 1,-1-1,0 1,0 1,0-1,0 1,0 0,0 1,0-1,1 1,-1 0,1 0,-1 1,1 0,0 0,0 0,0 1,0-1,1 1,0 0,-1 0,-1 4,2-3,0 1,0-1,1 1,-1 0,2 0,-1 0,1 0,-1 1,2-1,-1 0,1 1,0 0,0-1,1 1,0 0,0-1,1 1,-1-1,1 1,1 0,-1-1,1 0,0 1,1-1,0 0,0 0,0 0,0-1,1 1,0-1,0 0,1 0,-1 0,2 0,3 2,0-1,0 0,1 0,-1-1,1 0,0-1,1 0,-1-1,1 0,-1-1,1 0,0 0,0-1,0-1,0 0,0 0,0-1,0 0,-3 0,0-1,0 1,0-1,0-1,0 1,0-1,-1-1,1 0,-1 0,0 0,0-1,-1 1,1-2,-1 1,0-1,-1 0,1 0,-1-1,0 1,-1-1,0 0,0-1,0 1,0-2,3-19,-1-1,-1 1,-1-1,-2 0,-1 1,-1-1,-2-8,2 9,-15-246,2 219,12 55,0-1,0 1,1 0,-1 0,0 0,0 0,0 0,1 0,-1 0,0 0,0 0,1 1,-1-1,0 0,0 0,1 1,-1-1,0 0,1 1,-1-1,0 1,1-1,-1 1,1-1,-1 1,1-1,-1 1,1 0,-1-1,1 1,-1-1,1 1,0 0,0 0,-1-1,1 1,0 0,0 0,0-1,-1 2,-12 28,1 0,2 1,0 1,3-1,0 1,2 1,1-1,2 13,0-19,1-1,1 1,1 0,1 0,2-1,2 8,-4-23,1-1,0 0,0 0,1 0,0 0,1-1,-1 1,2-1,-1-1,1 1,0-1,1 0,0 0,0 0,0-1,1 0,0-1,3 2,0-2,0 0,0-1,0 0,1-1,0 0,0-1,-1 0,1-1,0 0,0-1,0 0,0-1,0 0,0-1,0-1,-1 0,1 0,6-4,-10 4,0 0,0-1,0 0,0 0,-1-1,0 0,0 0,0-1,-1 0,0 0,0 0,0-1,-1 0,0 0,0 0,-1-1,0 1,0-1,-1 0,0-1,0 1,-1 0,0-1,-1 1,1-7,-15-40,13 54,-1 0,1 0,-1 0,1 0,-1 0,0 0,0 0,1 0,-1 1,0-1,0 0,0 0,0 1,0-1,0 1,0-1,0 1,0-1,0 1,0-1,0 1,-1 0,1 0,0 0,0 0,0 0,0 0,-1 0,1 0,0 0,0 0,0 0,0 1,0-1,0 1,-1-1,1 1,0-1,0 1,0-1,0 1,1 0,-1 0,0-1,-1 2,-1 2,-1-1,0 1,1 0,0 0,0 1,0-1,0 1,1 0,0-1,0 1,0 0,1 0,-1 0,1 0,0 1,1-1,-1 0,1 0,0 1,1-1,-1 0,1 0,0 1,0-1,0 0,1 0,0 0,0-1,0 1,1 0,-1-1,1 1,0-1,1 0,0 1,6 3,0-1,0 0,1-1,0 0,0-1,1 0,-1-1,1 0,0-1,0 0,5-1,76 16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8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0 433,'14'32,"1"-1,1 0,2-1,1-1,1-1,2 0,1-2,0-1,2 0,28 20,-48-41,0 1,0-1,0-1,0 1,1-1,0 0,0 0,0 0,0-1,0 0,0 0,0 0,1-1,-1 0,1-1,-1 1,1-1,-1 0,1-1,0 0,-3-3,-1 0,0-1,1 1,-1-1,-1 0,1 0,-1 0,0-1,0 1,0 0,-1-1,0 1,0-1,0 0,0 1,-1-1,0 1,-1-1,1 0,-2-2,2 5,-10-163,10 163,0 1,1-1,-1 0,1 0,-1 0,1 1,0-1,0 0,0 1,1-1,-1 1,1-1,-1 1,1 0,0-1,0 1,0 0,0 0,0 1,0-1,0 0,1 1,-1-1,1 1,-1 0,1-1,0 1,-1 1,1-1,1 0,88-4,113 31,-142-14</inkml:trace>
  <inkml:trace contextRef="#ctx0" brushRef="#br0" timeOffset="845.858">1043 540,'-173'1,"168"-2,0 1,0 0,1 0,-1 1,0-1,0 1,1 0,-1 0,1 0,-1 1,1 0,-1 0,1 0,0 0,0 0,0 1,0 0,1 0,-1 0,1 0,-1 1,1-1,0 1,1 0,-1 0,0 0,1 0,0 0,0 1,1-1,-1 1,1-1,0 1,0 0,0-1,0 4,2-3,0-1,-1 0,2 1,-1-1,0 0,1 0,0 0,0 0,0 0,0 0,1 0,-1-1,1 1,0-1,0 0,0 0,1 0,-1 0,1-1,-1 1,1-1,0 0,0 0,0 0,0-1,1 1,-1-1,0 0,0 0,1 0,-1-1,1 0,-1 0,1 0,-1 0,0-1,1 1,-1-1,0 0,1-1,-1 1,0-1,0 0,0 1,1-2,11-8,0-1,-1 0,0-1,-1-1,0 0,-1-1,-1 0,3-6,17-19,-32 39,0 0,1 0,-1 0,0 0,0 0,1 0,-1 0,0 1,1-1,-1 0,1 0,-1 0,1 1,-1-1,1 0,-1 1,1-1,0 0,0 1,-1-1,1 1,0-1,0 1,-1-1,1 1,0 0,0-1,0 1,0 0,0 0,0-1,0 1,-1 0,1 0,0 0,0 0,0 0,0 1,0-1,0 0,0 0,0 0,0 1,-1-1,1 1,0-1,0 0,0 1,-1 0,1-1,0 1,-1-1,1 1,0 0,-1-1,1 1,-1 0,1 0,-1 0,1-1,-1 1,0 0,1 0,-1 0,0 0,0 0,1 4,1 1,-1-1,1 1,0-1,0 0,0 0,1 0,0 0,0 0,0-1,0 1,1-1,0 0,0 0,0 0,0-1,1 1,-1-1,1 0,0 0,0-1,0 1,0-1,0 0,1-1,-1 1,2-1,3-1,1-1,-1 0,0-1,0 0,0-1,0 0,0 0,-1-1,0 0,1-1,-1 0,-1 0,1-1,-1 0,0-1,0 0,-1 0,0 0,0-1,-1 0,0-1,0 1,-1-1,3-6,2-11,0 0,-1-1,-2 0,-1 0,-1-1,-1 1,-1-1,-2 0,-1 0,-2-23,1 34,0-1,-1 1,0 0,-2 0,0 0,-1 0,0 1,-7-13,11 27,0 0,1 0,-1 0,0 1,0-1,0 0,0 1,0-1,-1 0,1 1,0 0,-1-1,1 1,-1 0,0 0,1-1,-1 1,0 1,0-1,1 0,-1 0,0 1,0-1,0 1,0-1,0 1,0 0,0 0,0 0,0 0,0 0,0 0,0 0,0 1,0-1,0 1,0 0,1-1,-1 1,0 0,0 0,1 0,-1 0,0 0,1 1,-2 0,-9 12,1 0,0 1,1 0,0 0,1 1,1 1,1 0,0 0,1 0,1 0,1 1,0 0,0 8,-1-2,2 1,0-1,2 1,0-1,2 1,1-1,1 1,1-1,1 3,-2-15,1 1,0-1,1 1,0-2,1 1,1 0,0-1,0-1,1 1,0-1,1 0,0-1,0 0,1 0,1-1,-1-1,11 7,-10-8,1-1,0 0,0 0,0-1,0-1,1 0,0 0,-1-1,1-1,0 0,0-1,0-1,10-1,-15 1,-1 0,0-1,0 0,0 0,0 0,-1-1,1 0,-1 0,0-1,1 0,-1 0,-1-1,1 1,-1-1,0 0,0-1,0 1,-1-1,0 0,0 0,0 0,-1-1,0 1,2-7,7-64,-13 71,-1 15,-1 15,3-19,-1 0,1 0,0 0,1 0,-1 0,1 0,0 0,0 0,1 0,-1 0,1 0,0-1,0 1,1-1,-1 1,1-1,0 0,0 0,1 0,-1-1,1 1,0-1,0 0,0 0,0 0,0 0,1-1,-1 0,1 1,0-2,-1 1,1-1,1 1,-1-1,-1 0,1-1,0 0,-1 1,1-2,0 1,-1 0,1-1,-1 0,1 0,-1 0,1-1,-1 1,1-1,-1 0,0 0,0-1,0 1,0-1,-1 0,1 0,-1 0,0-1,1 1,-1-1,-1 0,1 1,-1-1,1 0,-1-1,0 1,-1 0,1-1,-1 1,0-1,0 1,0-1,0 0,-1 1,0-1,0 0,0 1,-1-1,1 0,-2-3,1 2,-1 0,0 0,0 0,0 0,-1 1,1-1,-1 1,-1 0,1 0,-1 0,0 0,0 1,0-1,-1 1,1 0,-1 0,0 1,0-1,-1 1,1 0,-1 1,1-1,-1 1,0 0,0 1,0-1,0 1,0 0,0 1,0-1,-4 1,7 1,0 0,0 0,0 0,0 0,0 1,0-1,1 1,-1 0,0-1,1 1,0 0,-1 1,1-1,0 0,0 1,0-1,1 1,-1-1,0 1,1 0,0 0,0 0,0 0,0 0,0 0,0 0,1 0,0 0,-1 0,1 0,0 0,1 1,-1-1,0 0,1 0,0 0,0 0,0 0,0 0,0 0,0-1,1 1,0 1,14 22</inkml:trace>
  <inkml:trace contextRef="#ctx0" brushRef="#br0" timeOffset="1414.669">2139 633,'-2'-49,"-1"0,-3 1,-2-1,-1 1,-9-19,6 39,15 44,5-7,0-1,0 0,0 0,1-1,0 0,1 0,0-1,0-1,0 1,0-2,1 0,0 0,0 0,6 0,148 39,-162-42,1 0,-1 1,0-1,0 1,0 0,0 0,0 0,0 0,0 0,-1 1,1-1,-1 1,1 0,-1 0,0 0,0 0,-1 0,1 0,-1 0,1 1,-1-1,0 0,0 1,0-1,-1 1,1 0,-1-1,0 1,0 1,-1-1,1 1,0 0,0-1,0 1,1 0,-1-1,1 1,0-1,0 1,1-1,0 1,-1-1,1 0,1 0,-1 0,1 0,-1 0,1 0,0-1,0 1,1-1,-1 0,1 0,0 0,0 0,0-1,0 0,0 0,0 0,0 0,1 0,0-1,5-1,-1-1,1 0,-1 0,1-1,-1 0,0-1,0 0,0 0,0-1,0 0,-1-1,0 0,0 0,0-1,-1 0,1 0,-1-1,-1 0,1 0,-2 0,1-1,48-95,-55 109,-1-1,1 1,0 0,1 0,-1 0,1 0,0 0,1-1,0 1,0 0,0 0,0 0,1-1,0 1,0-1,1 1,-1-1,1 0,0 0,1 0,-1 0,1-1,0 1,0-1,0 0,3 1,60 24,-34-24</inkml:trace>
  <inkml:trace contextRef="#ctx0" brushRef="#br0" timeOffset="1668.994">2807 58,'12'16,"16"10,21 7,1-2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6.6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1 538,'25'145,"-6"0,-5 23,-11-133,17 440,-20-431,-2-29,-2-25,-23-230,-18-258,44 492,5-62,-3 66,-1 1,1-1,-1 1,1-1,0 1,0-1,-1 1,1-1,0 1,0 0,0-1,1 1,-1 0,0 0,0 0,1 0,-1 0,1 0,-1 0,0 1,1-1,0 0,-1 1,1-1,-1 1,1 0,0-1,-1 1,1 0,0 0,-1 0,1 0,0 0,-1 1,1-1,-1 0,1 1,9 2,-1 1,-1 0,1 0,0 1,-1 0,0 1,0 0,-1 1,0-1,0 2,0-1,-1 1,0 0,-1 0,0 1,0 0,-1 0,0 1,0-1,0 3,-4-10,1 1,-1 0,1-1,-1 1,0 0,0 0,0 0,-1 0,1 0,-1 0,0 1,1-1,-1 0,-1 0,1 0,0 0,-1 0,1 0,-1 0,0 0,0 0,0 0,-1 0,1 0,-1-1,1 1,-1-1,0 1,0-1,0 1,0-1,-1 0,1 0,-1 0,1 0,-1-1,1 1,-3 0,0-1,-1 1,1-1,-1-1,0 1,1-1,-1 0,0 0,1-1,-1 0,0 0,-4-1,8 1,1 1,-1-1,1 1,-1-1,1 0,-1 1,1-1,-1 0,1 0,-1 0,1 0,0-1,0 1,0 0,0 0,0-1,0 1,0-1,0 1,0-1,0 1,1-1,-1 1,1-1,-1 0,1 1,0-1,-1 0,1 1,0-1,0 0,0 0,1 1,-1-1,0 0,1 1,-1-1,1 1,-1-1,1 0,0 1,5-8,0 0,1 0,0 1,1 0,0 0,0 1,1 0,-1 1,2 0,-1 0,1 0,-1 2,1-1,1 1,-1 1,1-1,4 1,5-4,-1 0,1 2,0 0,1 2,-1 0,1 1,-1 1,1 1,-1 1,17 2,-34-2,0 1,1-1,-1 1,0 0,0 0,0 0,0 0,0 0,-1 1,1-1,-1 1,1 0,-1-1,0 1,0 0,0 1,-1-1,1 0,-1 0,0 1,1-1,-1 1,-1-1,1 1,-1-1,1 1,-1-1,0 1,0 0,0-1,-1 1,0-1,1 1,-1 0,1 32,0-34,1-1,-1 0,0 1,0-1,0 0,1 1,-1-1,0 0,1 1,0-1,-1 0,1 0,0 0,-1 1,1-1,0 0,0 0,0 0,0 0,0 0,0-1,0 1,0 0,0 0,1-1,-1 1,0-1,0 1,1-1,-1 1,0-1,1 0,-1 0,0 1,1-1,-1 0,1 0,-1 0,0-1,2 1,52-21,-37 9,-1-2,0 0,-1-1,0-1,-1 0,-1-1,-1 0,-1-1,9-16,-20 33,-1 0,-1 1,1-1,0 1,0-1,0 0,0 1,0-1,0 1,0-1,0 1,0-1,0 1,0-1,0 1,1-1,-1 1,0-1,0 1,0-1,1 1,-1-1,0 1,1 0,-1-1,0 1,1-1,-1 1,0 0,1-1,-1 1,1 0,-1 0,1-1,-1 1,1 0,-1 0,1-1,-1 1,1 0,-1 0,1 0,-1 0,1 0,-1 0,1 0,-1 0,1 0,-1 0,1 0,-1 0,1 1,-1-1,1 0,-1 0,1 0,-1 1,1-1,-1 0,1 1,-1-1,0 0,1 1,-1-1,0 1,1-1,-1 0,0 1,1 0,3 54,-5-48,1 0,0 0,0 0,1 0,0 0,0 0,0 0,1 0,0 0,1-1,-1 1,1 0,0-1,1 0,0 0,0 0,0-1,0 1,5 3,2-2,0-1,0 0,0-1,1-1,-1 0,1 0,0-1,1 0,-1-1,0-1,1 0,-1 0,0-2,1 1,-1-2,0 1,1-2,-1 1,11-6,-9 3,0 0,-1-2,0 1,0-2,-1 0,0 0,0-1,-1-1,0 1,-1-2,0 0,-1 0,0-1,-1 0,0 0,0-1,-2 0,0 0,0-1,-1 1,-1-1,0-1,-1 1,0 0,-1-1,-1-2,3-34,-2 0,-3 0,-1 0,-3 0,-2 0,-2 1,-3 0,-2 0,-13-30,-21-19,48 98,0 0,0 0,-1 0,1 0,-1 0,1 0,0 0,-1 1,0-1,1 0,-1 0,1 1,-1-1,0 0,0 1,1-1,-1 0,0 1,0-1,0 1,0 0,1-1,-1 1,0 0,0-1,0 1,0 0,0 0,0 0,0 0,0 0,0 0,0 0,0 0,0 0,0 0,0 1,0-1,0 0,1 1,-1-1,0 0,0 1,0-1,0 1,1 0,-1-1,0 1,0-1,1 1,-1 0,0 0,1 0,-1-1,1 1,-1 0,1 0,-1 0,-16 60,14-10,3-1,2 1,2-1,2 1,2-1,3-1,1 0,8 14,-14-44,7 32,3 0,2-1,2-1,3-1,9 13,-29-55,0 0,0 0,1-1,-1 1,2-1,-1 1,0-1,1-1,0 1,0-1,1 0,-1 0,1 0,0-1,0 0,0 0,0 0,0-1,1 0,-1 0,1-1,0 1,-1-1,1-1,0 0,0 0,-1 0,1 0,0-1,-1 0,1-1,0 0,0 0,8-7,0-1,-1-1,0 0,-1-1,-1 0,1-1,-2 0,0-1,-1 0,0-1,-1 0,0-2,27-37,-36 54,0-1,-1 1,1 0,0-1,0 1,0 0,0-1,1 1,-1-1,0 1,0 0,0-1,0 1,0 0,0-1,0 1,1 0,-1-1,0 1,0 0,0 0,1-1,-1 1,0 0,0 0,1-1,-1 1,0 0,1 0,-1 0,0-1,1 1,-1 0,0 0,1 0,-1 0,0 0,1 0,-1 0,0 0,1 0,-1 0,1 0,-1 0,0 0,1 0,-1 0,0 0,1 0,-1 0,0 0,1 1,-1-1,0 0,1 0,-1 0,0 1,0-1,1 0,-1 0,0 1,0-1,1 0,0 26,-1-16,-1-3,1 1,0 0,0-1,1 1,0-1,0 1,1-1,0 1,0-1,1 0,-1 0,2 0,-1 0,1-1,0 1,0-1,1 0,0 0,0-1,1 1,-1-1,1 0,0-1,0 1,1-1,-1 0,1-1,0 0,5 2,14-1</inkml:trace>
  <inkml:trace contextRef="#ctx0" brushRef="#br0" timeOffset="251.328">1885 498,'-18'-2,"-8"-1,-5-1,1 2,4 0,0-1,6-1</inkml:trace>
  <inkml:trace contextRef="#ctx0" brushRef="#br0" timeOffset="501.661">1270 324,'5'-7,"12"-4,22-3,25-1,24 2,20 3,9 7,-14 6</inkml:trace>
  <inkml:trace contextRef="#ctx0" brushRef="#br0" timeOffset="949.71">2220 685,'182'264,"-182"-264,0 0,0 1,0-1,0 1,0-1,0 1,0-1,0 0,0 1,0-1,1 1,-1-1,0 0,0 1,1-1,-1 0,0 1,0-1,1 0,-1 1,0-1,1 0,-1 0,0 1,1-1,-1 0,1 0,-1 0,0 0,1 1,-1-1,1 0,-1 0,0 0,1 0,-1 0,1 0,-1 0,1 0,-1 0,0 0,1 0,-1 0,1-1,-1 1,0 0,1 0,-1 0,1 0,-1-1,0 1,1 0,-1-1,0 1,1 0,-1 0,0-1,6-27,-5 21,2-19,1 0,2 0,0 0,2 1,0 0,2 0,1 1,11-19,-22 41,1 1,-1-1,0 1,1 0,-1-1,1 1,-1 0,1-1,0 1,-1 0,1 0,0-1,0 1,0 0,0 0,0 0,0 0,0 0,0 1,1-1,-1 0,0 0,0 1,1-1,-1 1,1-1,-1 1,0 0,1-1,-1 1,1 0,-1 0,0 0,1 0,-1 0,1 0,-1 0,1 1,-1-1,0 0,1 1,-1-1,0 1,1 0,-1-1,0 1,0 0,1 0,-1 0,0 0,0 0,0 0,0 0,29 61,17 26,-35-78,0-1,1 0,0 0,0-1,1-1,-1-1,2 1,-1-2,1 0,0-1,0-1,0 0,0-1,0 0,1-1,-1-1,1-1,-1 0,0-1,0 0,0-1,12-5,-18 7,0-1,0 0,0-1,0 0,0-1,-1 1,1-2,-1 1,0-1,0 0,-1-1,0 0,0 0,0-1,-1 1,1-2,-2 1,1 0,0-3,-5 8,-1 0,1 0,0-1,-1 1,0 0,0 0,1-1,-1 1,0 0,-1-1,1 1,0 0,-1 0,1-1,-1 1,0 0,0 0,0 0,0 0,0 0,0 0,0 0,-1 0,1 0,-1 1,1-1,-1 0,0 1,0 0,1-1,-1 1,0 0,0 0,-1 0,1 0,0 0,0 0,0 1,-2-1,-3-1,0 0,0 0,-1 0,1 1,0 1,-1-1,1 1,0 0,-1 1,1 0,0 0,-1 0,5 0,0 1,1-1,-1 1,0-1,1 1,-1 0,1 0,-1 0,1 0,0 0,0 1,0-1,0 1,0-1,1 1,-1 0,1-1,0 1,-1 0,1 0,1 0,-1 0,0 0,1 0,-1 0,1 1,0-1,0 0,0 0,1 0,-1 0,1 0,-1 0,1 0,0 0,1 0,-1 0,0 0,1 0,-1-1,1 1,0-1,0 1,0-1,0 0,0 1,1-1,-1 0,1-1,14 10,0-1,1-1,1 0,-1-2,1 0,1-1,-1-1,1-1,0 0,0-2,0 0,6-1,-19 0,80 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43.8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81 108,'0'15,"0"18,0 13,0 11,0 10,0 4,0 1,0-2,0-6,0-9,0-15</inkml:trace>
  <inkml:trace contextRef="#ctx0" brushRef="#br0" timeOffset="399.87">1 147,'102'62,"-77"-49,1-1,0-2,1-1,0-1,0-1,1-1,7-1,-29-5,-1 0,0 0,0-1,0 1,0-1,0-1,0 1,0-1,0 0,0 0,0 0,-1-1,1 1,-1-1,0 0,0 0,0-1,0 1,-1-1,1 0,-1 0,0 0,0-1,0 1,-1-1,0 1,1-1,-2 0,1 0,0 0,-1 0,0 0,0 0,-1 0,1-3,3-15,-1-1,-1 1,-1-1,0 0,-4-20,-9 81,-2 60,5 1,4 70,4-141,2-1,0 0,2 0,1 0,1 0,1-1,1 0,1 0,7 12,5-2</inkml:trace>
  <inkml:trace contextRef="#ctx0" brushRef="#br0" timeOffset="1264.379">856 441,'-10'-3,"3"0,-1 0,1 0,-1 1,1 0,-1 0,0 1,1 0,-1 0,0 1,0 0,0 0,0 1,1 0,-7 2,11-1,0 1,1-1,-1 1,0 0,1-1,0 1,-1 1,1-1,1 0,-1 0,0 1,1-1,0 1,-1-1,1 3,-4 8,-47 151,51-163,1-1,-1 0,1 0,-1 0,1 1,0-1,0 0,0 1,-1-1,1 0,1 1,-1-1,0 0,0 0,0 1,1-1,-1 0,0 0,1 1,-1-1,1 0,0 0,-1 0,1 0,0 0,0 0,0 0,0 0,0 0,0 0,0 0,0-1,0 1,0 0,0-1,0 1,0 0,1-1,-1 0,0 1,0-1,1 0,-1 0,0 1,1-1,-1 0,0 0,0-1,1 1,-1 0,1 0,8-4,-1-1,1 0,-1 0,0 0,-1-1,1-1,-1 0,0 0,-1 0,0-1,0 0,0 0,-1-1,0 0,3-7,-2 5,-1 1,0-1,-1 0,0-1,0 1,-2-1,1 0,-1 0,-1 0,0-6,-10 57,6 74,3-109,0 0,0-1,0 1,0 0,0-1,1 1,0-1,0 1,0-1,0 0,0 0,1 0,-1 0,1 0,0-1,0 1,0-1,0 0,0 0,0 0,1 0,-1 0,1-1,-1 1,1-1,0 0,-1 0,2 0,8-1,1 0,-1 0,0-2,0 1,0-2,0 1,0-2,0 0,-1 0,1-1,-1-1,-1 0,1-1,-1 0,0-1,2-1,-4 2,0-1,0 0,-1 0,0-1,0 0,-1-1,0 0,0 0,-1 0,-1 0,0-1,2-6,13 82,-14-53,0-1,1 0,0-1,0 0,1 0,1 0,0-1,0 0,0-1,1 0,4 2,4 2</inkml:trace>
  <inkml:trace contextRef="#ctx0" brushRef="#br0" timeOffset="1501.85">1284 80,'-14'-7,"-6"-2,4 5,17 8,19 10,6 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56.6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31,'19'67,"-2"0,-3 1,-3 1,-1 18,-10-84,15 149,-6 138,-10-260,-2-21,-2-21,-56-274,-28-211,88 488,0 8,1-1,-1 0,1 0,-1 0,1 0,-1 0,1 0,0 0,0 0,0 0,0 0,1 0,-1 0,0 0,1 0,-1 0,1 0,0 0,0 1,0-1,0 0,0 0,0 1,0-1,0 1,1-1,-1 1,0-1,1 1,0 0,4 0,1 0,0 0,0 1,-1 0,1 1,0-1,-1 1,1 0,0 1,-1 0,1 0,5 3,-4-2,8 0,-2 2,1 0,0 0,-1 2,0 0,0 0,-1 1,0 1,-1 0,1 1,-2 0,3 3,-13-12,0 1,0-1,0 1,0-1,-1 1,1-1,0 1,-1-1,1 1,-1-1,1 1,-1 0,0-1,0 1,0 0,0-1,0 1,0 0,0-1,-1 1,1 0,0-1,-1 1,0-1,1 1,-1-1,0 1,0-1,1 1,-1-1,0 0,0 1,-1-1,1 0,0 0,0 0,-1 0,1 0,0 0,-1 0,1 0,-1-1,0 1,-71 25,63-23,0-1,-1 0,1-1,0 0,0-1,-1 0,1-1,-4 0,14 0,0 1,0 0,0 0,0 0,0 0,0 0,1 0,-1 0,0-1,0 1,0 0,0 0,0 0,0 0,0-1,0 1,0 0,0 0,0 0,0 0,0 0,0-1,0 1,0 0,0 0,0 0,0 0,0-1,0 1,0 0,0 0,0 0,0 0,0 0,0-1,-1 1,1 0,0 0,0 0,0 0,0 0,0 0,0-1,-1 1,1 0,0 0,0 0,0 0,0 0,17-4,157 0,-126 6,0-3,-1-1,34-8,-75 10,0 0,0-1,0 0,0-1,0 1,0-1,-1 0,1-1,-1 1,0-1,1 0,-1 0,0-1,-1 0,1 1,-1-2,1 1,-1 0,-1-1,1 0,0-1,-4 2,-1-1,1 1,-1-1,0 1,-1 0,1 0,-1 0,0-1,0 1,0 1,0-1,-1 0,1 1,-1-1,0 1,0 0,-1 0,1 0,-1 0,1 0,-1 1,0 0,0 0,0 0,0 0,-1 0,-2-3,-1 0,0 1,0 0,0 0,-1 0,1 1,-1 1,0-1,1 2,-1-1,0 1,0 0,0 1,-1 0,1 0,0 1,0 1,1-1,-1 1,-2 1,8-1,0 0,0 0,1 0,-1 0,1 1,0-1,0 1,0-1,0 1,0 0,0 0,1 0,-1 0,1 0,0 0,0 0,0 0,0 0,1 1,-1-1,1 0,0 0,0 1,0-1,0 0,1 1,-1-1,1 0,1 4,-1 0,2 0,-1 0,1-1,-1 1,2-1,-1 0,1 0,0 0,0-1,1 1,3 3,4 1,1 0,0-1,1 0,0-1,0-1,1 0,-1-1,2 0,-1-1,1-1,-1 0,8-1,23 4,-1-3,1-2,31-2,21-5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54.4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1,'11'-1,"-1"1,1 1,-1 0,1 0,-1 1,0 1,0 0,0 0,0 1,0 0,-1 0,1 1,-1 0,5 5,-2 0,-1-1,-1 2,0 0,0 0,-1 1,0 0,-1 0,-1 1,0 0,0 0,-1 1,-1 0,-1 0,0 0,0 1,-2-1,0 1,0 0,-1-1,-1 1,-1 0,0 0,-1-1,0 1,-1 0,-5 12,-53 115,61-141,-2 1,1-1,0 1,0 0,0-1,0 1,0 0,0 0,0-1,0 1,1 0,-1 0,1 0,-1 0,1 0,0 0,0 0,0 0,0 0,0 0,0 0,1 0,-1 0,1 0,-1 0,1 0,0 0,-1 0,1 0,0-1,0 1,1 0,-1-1,0 1,0-1,1 1,-1-1,11 3,0 0,-1-1,1-1,0 0,0-1,0 0,0 0,0-2,0 1,8-3,26-1,0-2,0-2,-1-2,6-4,-10-5,-41 18,0 0,0 0,0 0,-1 0,1 0,0-1,-1 1,1 0,-1 0,1 0,-1 1,1-1,-1 0,0 0,1 0,-1 0,0 0,0 1,0-1,0 0,0 1,1-1,-1 1,0-1,0 1,0-1,0 1,-1 0,1-1,0 1,0 0,0 0,0 0,-1-1,-18-7</inkml:trace>
  <inkml:trace contextRef="#ctx0" brushRef="#br0" timeOffset="1081.216">54 282,'38'-11,"285"-13,-106-3,-215 28,0-1,0 0,0 0,-1 0,1 0,0-1,0 1,0 0,0-1,0 1,-1-1,1 0,0 0,0 0,-1 1,1-1,-1-1,1 1,-1 0,1 0,-1-1,0 1,1 0,-1-1,0 0,0 1,0-1,0 1,0-1,-1 0,1 0,0 0,-1 1,0-1,1 0,-1 0,0 0,0 0,0 0,0 0,0 0,0-1,-5-3,-1-1,1 1,-1 0,0 0,0 0,-1 1,0 0,0 0,0 1,0 0,-1 0,0 1,1 0,-1 0,0 1,-1 0,1 0,-8 0,13 2,0-1,0 1,0 1,0-1,0 0,0 1,-1-1,1 1,1 0,-1 0,0 0,0 1,0-1,0 1,1-1,-1 1,1 0,-1 0,1 0,0 0,0 0,0 1,0-1,0 1,0-1,1 1,-1 0,1 0,0-1,0 1,0 0,-1 3,1 2,-1 0,1 0,0 0,0 0,1 1,0-1,1 0,0 0,0 0,1 0,0 0,0 1,2 1,0-1,1 0,-1 0,2 0,-1 0,1-1,1 0,-1 0,1-1,1 0,-1 0,1-1,0 1,1-2,-1 1,1-1,0-1,1 0,-1 0,1-1,0 0,0 0,0-1,0 0,0-1,0 0,0-1,1 0,-1-1,0 0,0 0,0-1,1-1,3 0,-1-1,0 0,0-1,-1-1,0 0,1 0,-2-1,1-1,-1 0,8-7,-14 10,0 0,0 0,0-1,-1 0,1 1,-2-2,1 1,0 0,-1-1,-1 1,1-1,-1 0,0 0,0 0,-1 0,0 0,0 0,-1-1,0 1,0 0,-1-1,0 0,0 0,0 0,-1 0,-1 0,1 1,-1-1,-1 1,1-1,-1 1,-1 0,1 1,-1-1,0 1,0 0,-1 0,0 0,0 1,-1 0,1 0,-1 1,0-1,-5-1,-6 3,18 4,0-1,1 0,-1 0,0 0,0 0,0 0,0 0,1 0,-1 0,0 1,0-1,0 0,0 0,0 0,0 0,0 1,0-1,1 0,-1 0,0 0,0 0,0 1,0-1,0 0,0 0,0 0,0 1,0-1,0 0,0 0,0 0,0 1,0-1,0 0,0 0,0 0,-1 0,1 1,0-1,0 0,0 0,0 0,0 0,0 1,0-1,-1 0,1 0,0 0,0 0,0 0,0 0,-1 0,14 6,0 0,0-2,0 1,0-2,1 0,-1 0,1-2,9 1,1 1,175 28,-196-31,1 1,-1 0,0 1,0-1,1 0,-1 1,0 0,0 0,-1 0,1 0,0 0,-1 0,1 1,-1-1,0 1,0 0,0-1,0 1,0 0,0 0,-1 1,0-1,1 0,-1 0,0 1,-1-1,1 0,-1 1,1 1,-16 130,15-133,1 1,-1 0,1-1,0 1,-1-1,1 1,0-1,1 1,-1-1,0 0,1 0,-1 0,1 1,0-1,-1-1,1 1,0 0,0 0,1-1,-1 1,0-1,0 0,1 1,-1-1,1 0,-1-1,2 1,72 11,-73-12,20 1,0-1,0-1,0-1,0-1,0 0,-1-2,0-1,0-1,0-1,0 0,0-3,-19 10,-1 0,1-1,0 1,0-1,-1 1,1-1,-1 0,0 0,0 0,1-1,-1 1,-1 0,1-1,0 1,0-1,-1 0,0 1,1-2,-2 4,-1-1,1 1,0 0,0-1,-1 1,1 0,0-1,-1 1,1 0,0-1,-1 1,1 0,-1 0,1 0,0-1,-1 1,1 0,-1 0,1 0,-1 0,1 0,-1 0,1 0,0 0,-1 0,1 0,-1 0,1 0,-1 0,1 0,0 0,-1 1,1-1,-1 0,1 0,0 0,-1 1,1-1,-1 0,1 0,0 1,-1-1,1 0,0 1,0-1,-1 0,1 1,0-1,0 1,-1-1,1 0,0 1,0-1,0 1,0-1,0 1,0-1,0 0,0 1,0-1,0 1,0-1,0 1,-1 0,1 1,0-1,0 1,-1-1,1 1,0-1,0 1,1-1,-1 1,0-1,0 1,1-1,-1 1,1-1,-1 0,1 1,-1-1,1 0,0 1,0-1,0 0,0 0,0 0,0 0,0 0,0 0,0 0,0 0,0 0,1 0,-1-1,0 1,1 0,48 17,-37-15,-1-1,1 0,0-1,0-1,-1 0,1-1,0 0,-1-1,1 0,-1-1,1 0,-1-1,4-3,-12 6,-1-1,0 0,0 1,0-1,-1-1,1 1,0 0,-1-1,0 1,1-1,-1 0,0 1,0-1,0 0,-1 0,1-1,-1 1,0 0,0 0,0-1,0 1,0-1,-1 1,0-1,1 1,-1-1,0 1,-1-1,1 1,-1 0,1-1,-1 1,0-1,-1 1,1 0,0 0,-1 0,0 0,0-1,-3-3,0-1,-1 1,0-1,0 2,0-1,-1 1,0 0,-1 0,1 1,-1 0,0 0,0 1,-1 0,1 0,-1 1,0 0,0 1,0 0,0 0,-1 1,1 0,0 0,0 1,-1 1,1 0,0 0,0 0,0 1,0 1,0 0,-8 3,13-4,1-1,0 1,0 1,0-1,0 0,0 1,0-1,1 1,-1 0,1 0,-1 0,1 0,0 0,1 0,-1 1,0-1,1 1,0-1,0 1,0 0,0-1,0 1,1 0,0 0,0 0,0-1,0 1,0 0,1 0,0-1,0 1,0 0,0-1,0 1,1-1,-1 1,1-1,0 0,0 0,0 0,1 0,-1 0,1 0,0-1,1 2,41 26,6-5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01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241 331,'-11'14,"0"0,0 1,2 0,0 0,1 1,0 0,1 1,1-1,0 1,2 1,0-1,1 1,0-1,2 1,0 0,1 0,0 0,3 7,12 24,-15-48,0-1,0 0,1 1,-1-1,0 0,0 1,1-1,-1 0,0 0,1 0,-1 1,0-1,1 0,-1 0,0 0,1 0,-1 1,0-1,1 0,-1 0,1 0,-1 0,0 0,1 0,-1 0,1 0,-1 0,0 0,1-1,-1 1,0 0,1 0,-1 0,0 0,1-1,-1 1,0 0,1 0,-1 0,0-1,1 1,-1 0,0-1,0 1,1 0,-1-1,0 1,0 0,0-1,1 1,-1 0,0-1,0 1,0 0,0-1,0 1,0-1,0 1,0 0,0-1,0 1,0-1,7-27,-5-10,-1 0,-2 0,-2 0,-2 1,-1-1,-2 1,-1-1,-70-268,78 305,0-1,0 1,1-1,-1 1,1-1,-1 1,1-1,0 0,-1 1,1-1,0 0,0 1,0-1,1 0,-1 1,0-1,0 1,1-1,-1 0,1 1,0-1,-1 1,1-1,0 1,0-1,0 1,0 0,0 0,0-1,0 1,1 0,-1 0,0 0,0 0,1 0,-1 0,1 1,-1-1,1 0,-1 1,1-1,0 1,-1 0,1-1,0 1,-1 0,1 0,30-2,0 2,0 1,-1 1,1 2,11 4,-3-2,-20-3,2-1,1 2,-1 0,1 2,-2 0,13 6,-11 2,-12-1</inkml:trace>
  <inkml:trace contextRef="#ctx0" brushRef="#br0" timeOffset="166.553">1 372,'13'9,"17"2,18 1,22-3,17-3,12-2,3 1,-16-1</inkml:trace>
  <inkml:trace contextRef="#ctx0" brushRef="#br0" timeOffset="415.885">910 692,'7'-14,"2"-4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01.3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35 489,'12'-2,"1"0,0-1,-1 0,0-1,0 0,0-1,0 0,-1-1,0 0,0-1,0 0,-1-1,0 0,-1-1,0 0,0 0,-1-1,0 0,-1 0,0-1,0 0,-1 0,-1-1,0 0,1-4,-2 2,0 0,-1 0,-1 0,0-1,-1 1,-1-1,0 1,-1 0,-2-11,2 18,0 0,-1 0,0 1,0-1,0 0,-1 1,0 0,0-1,-1 1,0 0,0 1,0-1,-1 1,1 0,-1 0,0 0,-1 1,1-1,-1 1,-5-2,6 4,1 0,-1 0,1 0,-1 1,1 0,-1 0,0 0,0 0,1 1,-1 0,0 0,0 0,0 1,1-1,-1 1,0 1,1-1,-1 0,1 1,-1 0,1 0,0 0,0 1,0-1,0 1,0 0,0 0,1 1,-1-1,0 3,-5 4,1 0,1 0,0 1,0 0,1 1,0-1,1 1,1 0,0 1,-3 11,5-1,0 0,1-1,1 1,1 0,1 0,1-1,2 1,0-1,1 0,1 0,1-1,1 0,0-1,2 1,1-2,0 0,1 0,1-1,1-1,0 0,2-1,0-1,1 0,-9-6,0-1,1 0,0-1,0 0,1-1,0 0,0-1,0 0,1 0,0-1,0-1,0 0,0-1,0 0,0 0,1-2,-1 1,1-2,-1 0,0 0,4-2,-10 1,0-2,0 1,-1-1,1 1,-1-1,0-1,0 1,0-1,-1 0,1 0,-1 0,0-1,-1 0,0 1,1-1,-2 0,1-1,1-5,23-122,-24 111,-9 73,6-44,1 0,0 0,0-1,1 1,0 0,0-1,0 0,0 1,1-1,0 0,0 0,0 0,1-1,0 1,0-1,0 0,0 0,1 0,-1-1,1 1,0-1,0 0,0-1,1 1,-1-1,0 0,1 0,0-1,-1 1,1-1,4 0,-1 0,1 0,-1 0,1-1,-1 0,1-1,-1 0,0 0,1-1,-1 0,0-1,0 1,0-2,-1 0,1 0,-1 0,0-1,0 0,0-1,3-3,-5 2,0 1,-1-1,0 0,0 0,-1 0,0-1,-1 1,1-1,-1 0,-1 0,1-1,-1 1,-1 0,1-8,-2 23,0 1,0 0,1-1,0 1,1-1,-1 1,1-1,1 1,-1-1,1 0,1 0,-1 0,1-1,1 1,-1-1,1 0,0 0,0-1,1 1,-1-1,1 0,0-1,1 1,-1-1,1 0,0-1,0 0,6 2,-3-2,1 0,-1-1,0 0,1-1,-1 0,1-1,0 0,-1 0,1-1,-1-1,1 0,-1 0,0-1,0 0,0-1,0 0,-1-1,1 0,-1 0,-1-1,1 0,-1-1,0 1,0-2,0 1,-1-1,-1 0,1-1,-1 1,0-2,32-72,-42 95,0-1,1 1,1 0,0 0,0 0,1 1,1-1,1 9,-1-17,0 1,1-1,0 0,-1 1,2-1,-1 0,1 0,-1 0,2 0,-1 0,0-1,1 1,0 0,0-1,0 0,1 0,-1 0,1 0,0-1,0 1,0-1,0 0,1 0,0 0,-1-1,5 2,25 3,0-5</inkml:trace>
  <inkml:trace contextRef="#ctx0" brushRef="#br0" timeOffset="234.907">1398 181,'18'0,"18"2,2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0:57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220 686,'-9'-1,"0"1,0 0,1 0,-1 0,0 1,0 1,1 0,-1 0,1 0,-1 1,1 0,0 1,0 0,0 0,1 1,0 0,-1 0,2 0,-1 1,1 0,-1 1,2-1,-1 1,1 0,0 1,1-1,-1 1,1 0,-2 7,5-12,1 0,-1-1,0 1,1 0,0 0,0 0,0 0,0 0,0 0,1 0,-1 0,1-1,0 1,-1 0,1 0,1 0,-1-1,0 1,1-1,-1 1,1-1,0 0,0 1,0-1,0 0,0 0,0 0,0 0,1-1,-1 1,1-1,-1 1,1-1,0 0,1 0,105 23,-71-23,1-1,-1-2,1-2,-1-2,0-1,-1-2,0-2,0-1,12-7,-47 18,7-2,1 0,-1-1,0 0,0-1,0 0,-1 0,1-1,-1 0,-1-1,1 0,5-6,-14 13,1 1,-1-1,1 1,-1 0,0-1,1 0,-1 1,0-1,1 1,-1-1,0 0,1 1,-1-1,0 0,0 0,0 1,1-1,-1 0,0 0,0 0,0 0,1 0,-1 0,0 0,0-1,1 1,-1 0,0 0,0-1,1 1,-1 0,0-1,0 1,1 0,-1-1,1 1,-1-1,0 0,1 1,-1-1,1 1,-1-1,1 0,-1 1,1-1,0 0,-1 1,1-1,0 0,0 0,-1 1,1-1,0 0,0 0,0 0,0 1,0-1,0 0,0 0,0 0,0 1,1-1,-1 0,0 0,0 1,1-2,-4 4,0 0,0 0,0 0,1 0,-1 0,1 0,-1 0,1 1,0 0,0-1,0 1,0 0,0 0,1 0,-1 0,1 0,0 0,0 0,0 1,0-1,1 0,-1 1,1-1,0 0,0 1,0-1,0 1,1-1,-1 0,1 1,0-1,0 0,0 0,1 0,-1 0,1 0,-1 0,1 0,0 0,0 0,0-1,1 1,-1-1,1 1,8 3,1-1,-1-1,1 1,-1-2,1 0,0 0,0-1,1-1,-1 0,0 0,0-1,1-1,-1 0,0-1,0 0,5-2,-13 4,0 0,0 0,-1-1,1 1,0-1,-1 0,1 0,0 0,-1-1,1 1,-1-1,0 0,1 0,-1 0,0 0,0-1,0 1,-1-1,1 0,-1 1,1-1,-1 0,0-1,0 1,0 0,0-1,-1 1,0-1,1 1,-1-1,0 0,-1 1,1-1,-1 0,0 0,0 0,0 1,0-1,0 0,-1 0,0 0,-4-4,-1 1,0-1,0 1,0 0,-1 0,0 1,-1 0,0 0,1 1,-2 0,1 0,0 1,-1 0,0 1,0 0,0 0,-1 1,1 0,0 0,-1 1,1 1,-1-1,1 1,-1 1,-4 1,-53 21,66-22,-1 0,1 0,-1-1,1 1,0 0,0 0,-1 0,1 0,0 0,0 1,0-1,0 0,0 0,0 1,1-1,-1 1,0-1,1 0,-1 1,1 0,-1-1,1 1,0-1,0 1,-1-1,1 1,0-1,1 1,-1 0,0-1,0 1,1-1,-1 1,1-1,-1 1,1-1,-1 1,1-1,0 0,0 1,1 0,13 15</inkml:trace>
  <inkml:trace contextRef="#ctx0" brushRef="#br0" timeOffset="367.541">1089 727,'16'-306,"-4"209,-4 0,-4-28,-3 121,0 0,-1 1,1-1,-1 0,0 1,0-1,-1 0,1 1,-1-1,0 0,1 1,-2-1,1 1,0-1,-1 1,1 0,-1 0,0-1,0 1,-1 0,1 1,0-1,-1 0,0 1,0-1,1 1,-1 0,-1 0,1 0,0 0,0 1,-1-1,0 1,-2 3,-1 0,0 0,1 0,0 1,0 0,-1 1,2-1,-1 1,0 0,1 1,0-1,0 1,0 0,0 0,1 1,0-1,0 1,1 0,-1 0,1 1,1-1,-1 0,0 5,-4 6,2-1,0 1,1 1,1-1,0 0,2 1,0-1,1 1,0 0,1-1,2 1,-1-1,6 15,2 6,3 0,1-1,1-1,3 0,13 21,-13-25,2-2,1 0,1-2,1 0,1-1,2-2,1 0,20 13,-43-34,0 0,0 0,1-1,-1 0,1 0,0 0,0-1,0 1,0-1,0 0,1-1,-1 1,0-1,1 0,-1 0,1-1,0 0,-1 0,1 0,-1-1,1 1,-1-1,1-1,-1 1,0-1,3-1,6-10</inkml:trace>
  <inkml:trace contextRef="#ctx0" brushRef="#br0" timeOffset="712.651">1490 779,'18'8,"1"-1,0 0,0-2,0 0,1-1,-1-1,1-1,0 0,0-2,0 0,0-2,-17 2,-1 0,10 1,0 0,0-2,0 1,0-1,0-1,0 0,0-1,0 0,-1-1,1 0,-1-1,0 0,-9 4,-1-1,1 1,-1 0,1 0,-1 0,0-1,1 1,-1-1,0 1,0-1,0 1,0-1,0 0,-1 0,1 1,-1-1,1 0,-1 0,1 0,-1 0,0 1,0-1,0 0,0 0,0 0,0 0,-1 0,1 1,0-1,-1 0,0 0,1 0,-1 1,0-1,0 0,0 1,-1-2,-51-49,39 43,-1 2,0 0,0 0,0 1,-1 1,1 1,-1 0,0 1,-1 1,1 0,0 1,-1 1,1 0,0 2,-1 0,1 0,-8 3,19-3,-1 0,0 1,1-1,-1 1,1 0,0 0,0 1,0-1,1 1,-1 0,1 1,0-1,0 1,0-1,1 1,0 0,0 1,0-1,0 1,1-1,0 1,0 0,1-1,-1 1,1 0,0 0,1 0,0 0,0 0,0 0,0 0,1 0,0 0,1 0,-1 0,1 0,0 0,0-1,1 1,0-1,0 0,0 0,0 0,1 0,0 0,0-1,0 0,3 2,13 3,-1-1,2-1,-1 0,1-2,0-1,0 0,1-1,-1-2,0 0,1-1,-1-1,1-1,-1-1,4-2,41-4</inkml:trace>
  <inkml:trace contextRef="#ctx0" brushRef="#br0" timeOffset="2249.88">2426 659,'-11'-4,"-5"-3,-1 0,0 2,0 0,0 0,-1 2,0 0,0 1,0 1,-14 1,28 0,0 1,0 0,0 0,0 0,1 0,-1 1,1-1,-1 1,1 0,-1 0,1 0,0 0,0 1,0 0,0-1,1 1,-1 0,1 0,0 0,-1 1,1-1,1 0,-1 1,0-1,1 1,0 0,0 0,0-1,0 1,1 0,-1 0,1 0,0 0,0 0,0 0,1-1,0 1,-1 0,1 0,0 0,1-1,-1 1,1-1,0 1,0-1,0 1,0-1,0 0,2 2,3 0,-1 0,1-1,0 0,1 0,-1 0,1-1,-1 0,1-1,0 1,0-2,0 1,0-1,1 0,-1-1,0 0,0 0,1-1,-1 0,0 0,0-1,0 0,0 0,0-1,-1 0,1 0,-1-1,0 0,0-1,0 1,2-3,-2 2,-1 0,0 0,-1-1,1 0,-1 1,0-2,-1 1,0-1,0 1,0-1,0 0,-1 0,-1-1,1 1,-1-1,0 1,-1-1,0 0,0 0,0 1,-1-7,-1 14,1 0,-1-1,1 1,-1 0,1 0,-1 0,1-1,-1 1,1 0,-1 0,1 0,-1 0,1 0,-1 0,1 0,-1 0,1 0,-1 0,1 0,-1 1,1-1,-1 0,1 0,-1 0,1 1,-1-1,1 0,-1 1,1-1,0 0,-1 1,1-1,0 0,-1 1,1-1,0 1,-1-1,1 1,0-1,0 1,-1-1,1 1,0-1,0 1,0-1,0 1,0-1,0 1,0-1,0 1,0-1,0 1,0-1,0 1,0-1,0 1,1-1,-1 1,0-1,0 1,0-1,1 1,-4 5,1 1,0 0,1 0,-1-1,1 1,1 0,-1 0,1 0,1 0,-1 1,1-2,0 1,1 0,-1 0,1 0,1-1,-1 1,1-1,0 1,1-1,0 0,0 0,0-1,0 1,1-1,0 0,0 0,0-1,4 3,76 18,-42-23</inkml:trace>
  <inkml:trace contextRef="#ctx0" brushRef="#br0" timeOffset="2999.92">2827 592,'-2'14,"0"-1,0 1,2-1,0 1,0-1,1 1,1-1,0 0,1 1,0-1,1 0,1-1,0 1,1-1,0 0,0 0,2 0,6 8,-11-16,1-1,-1 1,1 0,0-1,0 0,0 0,0 0,1 0,-1-1,1 0,-1 0,1 0,0 0,0-1,0 0,0 0,0 0,0 0,0-1,0 0,0 0,0-1,0 1,0-1,0 0,0 0,0-1,0 1,0-1,-1 0,1-1,-1 1,1-1,3-2,0-7,1-1,-2 0,0 0,0 0,-1-1,-1 1,-1-1,0-1,0 1,-1-1,-1 1,-1-1,0-2,-1-51,-1 69,0-1,0 1,0-1,0 1,0 0,0 0,0-1,0 1,1 0,-1 0,0 0,0 0,1 0,-1 0,1 0,-1 0,1 0,-1 0,1 0,0 0,-1 0,1 0,0 1,0-1,0 0,0 0,0 1,-1 5,0 0,1 0,-1 0,2 0,-1 0,1 0,0 0,0 0,1 0,0 0,0-1,0 1,1 0,0-1,1 0,-1 0,1 0,0 0,1-1,-1 1,1-1,0 0,1-1,-1 1,1-1,0 0,0-1,0 1,0-1,5 2,20 5,-1-1,2-2,-1 0,1-3,0 0,0-2,0-1,20-3,-36 2,4 0,-3 1,1-1,-1 0,0-1,0-1,1 0,-2-2,1 0,0-1,-1 0,1-2,-15 6,1 0,-1 0,0-1,1 1,-1-1,0 0,0 0,0 1,-1-1,1 0,0-1,-1 1,1 0,-1 0,0-1,0 1,0-1,0 1,0-1,0 1,-1-1,1 0,-1 1,0-1,0 0,0 1,0-1,0 0,-1 1,1-1,-1 1,1-1,-1 0,0 1,0 0,0-1,0 1,-1-1,1 1,-1 0,1 0,-1 0,0 0,0 0,0 0,0 1,0-1,-1 0,-2-3,0 1,-1 0,1 0,-1 0,0 1,0 0,0 0,0 0,-1 1,1 0,-1 0,1 1,-1 0,0 0,1 0,-1 1,0 0,0 0,0 1,1 0,-1 0,0 0,1 1,-1 0,1 0,0 1,0 0,0 0,0 0,0 1,0 0,1 0,0 0,0 1,0 0,1 0,-1 0,1 0,0 1,1 0,-1 0,1 0,0 0,1 0,-2 3,4-6,-1 1,1-1,0 0,0 1,0-1,0 1,0-1,1 0,-1 1,1-1,0 0,0 0,1 0,-1 0,0 0,1 0,0 0,0 0,0 0,0-1,0 1,0-1,1 1,-1-1,1 0,0 0,0 0,0 0,-1-1,2 1,-1-1,0 0,2 1,5 1,0 0,0-1,1 0,-1 0,0-1,1-1,-1 0,0 0,1-1,4-1,-8 1,0 0,0 0,0-1,0 0,-1 0,1 0,-1-1,1 0,-1-1,0 1,0-1,-1 0,1-1,-1 1,0-1,0 0,0 0,-1-1,1 1,-2-1,1 0,0 0,-1-1,0 1,-1-1,0 1,0-1,0 0,0 0,-1 0,-1 0,1 0,-1-6,0 13,-1 1,1-1,0 1,-1-1,1 1,0-1,-1 1,1-1,-1 1,1-1,-1 1,1-1,-1 0,1 1,-1-1,1 0,-1 0,0 1,1-1,-1 0,1 0,-1 0,0 0,1 0,-1 0,1 0,-1 0,0 0,1 0,-1 0,1 0,-1 0,0-1,1 1,-1 0,1 0,-1-1,0 1,1 0,-1-1,1 1,-1 0,1-1,0 1,-1-1,1 1,-1-1,1 1,0-1,-1 1,1-1,0 1,0-1,-1 1,1-1,0 0,0 1,0-1,0 1,0-1,0 0,0 1,0-1,0 0,0 1,0-1,0 0,-1 7,0 0,0-1,1 1,0 0,0 0,1-1,-1 1,1 0,0-1,1 1,-1-1,1 1,0-1,0 0,1 1,0-1,0-1,0 1,0 0,1-1,0 1,0-1,0 0,0 0,1-1,-1 1,1-1,0 0,0-1,0 1,0-1,1 1,27 11,0-1,0-1,1-2,1-1,0-2,0-1,8-1,66 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15.7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20.62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472 51,'-5'-4,"0"0,0 0,0 1,-1 0,1 0,-1 0,0 0,0 1,0 0,0 1,0-1,0 1,0 0,-1 0,1 1,0 0,-1 0,1 1,0-1,0 1,-1 1,1-1,0 1,-5 2,-7 10,-1 0,2 1,0 0,0 2,2 0,0 0,1 2,1 0,1 0,0 1,2 1,0 0,1 0,1 1,-2 12,3-14,1 0,1 1,0-1,2 1,0 0,1 14,2-29,0-1,0 1,1-1,-1 1,1-1,0 0,1 1,0-1,-1 0,2 0,-1 0,0 0,1 0,0-1,0 1,1-1,-1 0,1 0,0 0,0 0,0 0,1-1,-1 0,1 0,-1 0,1-1,4 2,3 0,1 0,0-1,0-1,1 0,-1 0,0-2,1 1,-1-2,1 0,-1 0,0-2,0 1,0-2,0 1,0-2,-1 0,0 0,0-1,0-1,-1 0,1 0,-2-1,1-1,-1 0,-1 0,1-1,-2 0,1-1,-2 1,1-2,-1 1,-1-1,0 0,-1 0,0-1,-1 0,0 1,-1-1,-1-1,0 1,0-7,-1 7,-1 0,-1 1,0-1,-1 0,0 0,-1 1,0-1,-1 1,-1 0,0 0,0 0,-1 1,-1 0,0 0,0 0,-1 1,0 0,-1 1,0 0,-1 0,0 1,0 0,-1 1,1 0,-2 0,4 4,1 1,-1 1,1-1,-1 1,1 1,-1-1,1 1,-1 1,0-1,1 1,-1 1,1-1,-1 1,1 1,0-1,0 1,0 0,0 1,1 0,-1 0,1 0,-3 3,-3 3,0 0,1 0,0 1,1 1,1 0,-1 0,2 1,0 0,0 1,-4 10,8-14,-1-1,2 1,-1 0,1 0,1 1,0-1,0 0,1 1,0-1,1 1,0 0,1-1,0 1,1-1,0 0,0 1,1-1,1 0,0 0,0-1,1 1,0-1,0 0,1 0,0-1,1 0,0 0,0 0,1-1,7 6,-5-7,1 0,0 0,1-1,-1 0,1-1,0-1,0 1,1-2,-1 0,0 0,1-1,-1-1,1 0,0-1,-1 0,0-1,1 0,-1-1,0-1,0 0,0 0,-1-1,0 0,0-1,0-1,0 0,-1 0,0-1,-1 0,0 0,0-1,-1-1,0 1,0-1,-1-1,-1 0,0 1,0-2,-1 1,0-1,-1 1,0-2,-3 3,0 1,-1 0,0 0,0-1,-1 1,0 0,-1 0,0 0,0 0,-1 0,0 0,0 0,-1 1,-1 0,1 0,-1 0,-1 0,1 1,-4-4,-1 0,-1-1,0 2,-1-1,0 2,0-1,-1 2,0 0,-1 0,0 1,0 1,-6-1,6 3,0 1,1 0,-2 1,1 1,0 1,0 0,0 0,0 1,0 1,0 1,0 0,0 0,1 2,-1-1,1 2,0 0,1 0,-1 1,1 1,1 0,0 1,0 0,0 0,1 1,1 1,-1 0,2 0,0 1,0 0,1 0,0 0,1 1,1 0,0 1,1-1,0 1,1 0,1 0,0 0,0 0,2 0,0 8,1-12,1 0,0 0,1 0,0-1,0 1,1 0,0-1,1 0,0 0,1 0,-1-1,2 0,-1 0,1 0,0-1,1 0,0-1,0 1,0-1,1-1,-1 0,1 0,1-1,-1 0,2 0,4 2,0-1,1-1,-1-1,1 0,-1-1,1-1,0 0,0-1,0-1,0 0,-1-1,1-1,-1 0,1-1,-1-1,0-1,-4 2,-1 0,0-1,-1 0,1 0,-1-1,0-1,0 1,-1-2,0 1,0-1,-1 0,0-1,0 1,-1-1,0-1,-1 1,0-1,0 0,-1 0,0-1,-1 1,-1-1,1 0,-1 1,-1-1,0 0,-1 0,0-1,-3-3,0 0,-2 0,0 0,0 0,-1 1,-1 0,-1 0,0 0,0 1,-1 0,-1 1,0 0,-1 1,0 0,-1 1,0 0,-1 0,0 1,0 1,-1 1,0-1,0 2,-1 0,1 1,-1 1,-13-3,19 6,0 0,0 0,-1 1,1 0,0 1,0 0,-1 1,1-1,0 2,1-1,-1 1,0 1,1 0,-1 0,1 0,0 1,1 0,-1 1,1 0,0 0,1 0,-1 1,1 0,0 0,1 1,0-1,0 1,-3 9,1-3,1 1,1 1,0-1,1 1,0 0,2 0,0 0,1 0,0 1,1-1,1 0,1 0,2 11,-2-16,0-1,1 0,0-1,1 1,0 0,1-1,0 0,0 0,1 0,0-1,0 0,1 0,0 0,1-1,0 0,0-1,0 1,1-2,-1 1,2-1,6 3,-4-4,-1 0,1-1,0-1,0 0,0 0,0-1,1-1,-1 0,0-1,0 0,0 0,0-2,0 1,0-2,0 1,-1-2,0 1,0-2,0 1,5-5,-8 5,0 0,0-1,-1 0,1 0,-2-1,1 1,-1-1,0-1,0 0,-1 1,0-2,0 1,-1 0,0-1,0 0,-1 0,-1 0,1 0,-1-1,-1 1,0 0,0-1,-1 1,0-1,-1 1,0-7,-3 2,1 1,-2-1,0 1,0-1,-1 2,-1-1,0 1,-1 0,0 0,-1 1,0 0,0 0,-2 1,1 0,-1 1,0 1,-1-1,0 2,-7-4,10 6,0 1,0 0,0 0,-1 1,1 0,-1 0,1 1,-1 0,0 1,0 1,0-1,0 1,0 1,0 0,0 0,1 1,-1 0,0 1,1 0,0 0,-1 1,1 1,1-1,-1 1,1 1,0 0,0 0,-1 1,-2 6,0 1,0 0,2 0,-1 1,2 0,0 1,1 0,1 0,0 0,1 1,1 0,0 0,1 0,1 0,1 1,1-1,1 15,-2-22,2 1,0-1,0 0,0 1,2-1,-1 0,1 0,1 0,-1 0,2-1,-1 0,2 1,-1-2,1 1,0-1,1 1,0-2,0 1,1-1,0 0,0-1,0 0,1 0,0-1,0 0,1 0,-1-1,10 3,0-4,0 0,1-2,0 0,-1-1,1 0,-1-2,1-1,-1 0,0-1,0-1,0-1,-1-1,0 0,0-1,-1-1,0-1,0-1,-1 0,0-1,13-13,-22 20,0-1,0-1,-1 1,0-1,0 0,0 0,-1-1,0 1,0-1,-1 0,0-1,-1 1,0-1,0 1,-1-1,0 0,0 0,-1 0,0-1,-1 1,0 0,0 0,-1 0,0 0,-1 0,0 0,0 0,-1 0,-6-11,-1 0,0 1,-2 1,0 0,-1 0,-1 1,0 1,-2 0,0 1,0 1,-1 0,-1 1,-15-8,26 17,0 0,0 0,0 1,0 0,0 0,-1 0,1 1,-1 0,0 1,0 0,1 0,-1 0,0 1,0 1,0-1,0 1,0 0,1 1,-1 0,1 0,-1 1,1 0,0 0,0 0,0 1,0 0,0 1,1 0,0-1,0 2,-2 1,0 4,-1 1,1 0,1 0,0 1,1 0,0 0,1 0,1 1,0-1,1 1,0 0,1 0,0 0,2 1,-1-1,2 0,0 0,0 1,2-1,0 0,0-1,1 1,1 0,3 5,-1-7,0-1,1 0,1-1,0 1,0-2,1 1,0-1,1-1,0 0,0 0,0-1,1-1,0 0,1-1,-1 0,1 0,0-2,0 1,1-2,-1 0,1 0,-1-1,1-1,-1 0,1-1,-1-1,0 0,1 0,-1-2,0 1,0-2,-1 0,1 0,-1-1,0-1,-1 0,0 0,0-1,0-1,-1 0,0 0,-1-1,1-2,-4 4,-1-2,0 1,0 0,-1-1,-1 0,1 0,-2 0,1 0,-2-1,1 1,-1-1,-1 1,0-1,0 1,-1-1,0 1,-1 0,0-1,-1 1,0 0,-4-8,-3-7,-1 1,-1 1,-1 0,-1 1,-1 0,-1 1,-1 0,-4-2,17 17,-1 0,0 0,0 0,-1 1,0 0,1 0,-2 0,1 1,0 0,-1 0,0 0,0 1,0 0,0 0,-1 1,1 0,-1 1,1-1,-1 1,0 1,1-1,-1 1,0 1,0-1,-2 2,-3 5,-1 0,1 1,1 1,0 0,0 0,0 1,1 1,1 0,0 1,1 0,0 0,0 1,2 0,-1 0,2 1,-8 12,1 0,1 1,1 1,2 0,-3 14,11-38,-1-1,1 1,0 0,0 0,1 0,-1 0,1 0,0 0,0 0,0 0,0-1,1 1,0 0,0 0,0 0,0 0,0-1,1 1,-1 0,1-1,0 0,0 1,1-1,-1 0,1 0,-1 0,4 2,0-2,0 0,0-1,0 1,1-2,-1 1,1-1,-1 0,1 0,-1 0,7-1,29-1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24.99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1 300,'122'-91,"109"-92,-183 157,-48 27,1-1,0 0,0 1,-1-1,1 0,0 1,-1-1,1 1,0-1,-1 1,1-1,-1 1,1 0,-1-1,1 1,-1 0,1-1,-1 1,0 0,0 0,1-1,-1 1,0 0,0 0,0 0,1-1,-1 1,0 0,0 0,0 0,-1 0,1-1,0 1,0 0,0 0,-1 0,1-1,0 1,-1 0,-32 195,18-80,4 1,5 58,14-136,6-54,-8-12,-1 1,-1-1,-2 0,0 0,-2-19,0 36,-1-73,-3 0,-3 1,-5-5,-4 25,10 65,-1 69,20 433,-10-431,-2-74,-1 0,0-1,0 1,0 0,1 0,-1 0,0 0,0 0,1 0,-1 0,0 0,0 0,1 0,-1 0,0 0,0 0,0 0,1 0,-1 0,0 0,0 0,1 0,-1 0,0 0,0 1,0-1,1 0,-1 0,0 0,0 0,0 0,1 1,-1-1,0 0,0 0,0 0,0 1,0-1,0 0,1 0,-1 0,0 1,0-1,0 0,7-25,3-41,-3-1,-2 1,-4-1,-7-60,-8-24,14 152,-1-1,1 0,0 0,0 0,-1 0,1 0,0 0,-1 0,1 0,0 0,0 0,-1 0,1 0,0 0,0 0,-1 0,1-1,0 1,0 0,-1 0,1 0,0 0,-4 75,4 0,2 0,5 0,7 32,13 1,-27-109,0 1,-1-1,1 1,0-1,0 1,0-1,0 0,0 1,0-1,0 1,0-1,0 1,1-1,-1 1,0-1,0 1,0-1,1 1,-1-1,0 1,0-1,1 1,-1-1,1 1,-1-1,0 1,1 0,-1-1,1 1,-1 0,1-1,-1 1,1 0,-1 0,1-1,-1 1,1 0,-1 0,1 0,-1 0,1 0,-1 0,1 0,0 0,-1 0,1 0,-1 0,1 0,-1 0,1 0,-1 1,1-1,-1 0,1 0,-1 0,1 1,-1-1,1 0,-1 1,1-1,-1 1,0-1,1 0,-1 1,0-1,1 1,7-42,-2 0,-1 0,-2 0,-3-29,1 38,-9-182,6 205,0 22,23 203,-11-144,19 140,-14-180,-10-55,-1 1,-1-1,-1 0,-1 0,-1-18,0 13,0-76,-5 1,-10-53,9 122,0 25,3 24,-1 300,20-78,-11-208,-5-29,0 0,1 0,-1-1,0 1,0 0,0 0,1 0,-1-1,0 1,0 0,1 0,-1 0,0 0,0 0,1 0,-1 0,0 0,1 0,-1 0,0 0,0 0,1 0,-1 0,0 0,1 0,-1 0,0 0,0 0,1 0,-1 0,0 0,1 0,-1 1,0-1,0 0,0 0,1 0,-1 1,0-1,0 0,0 0,1 0,-1 1,0-1,0 0,7-32,-2 0,-1-1,-2 0,-1 0,-3-17,-1-29,-3 1,-4-1,-14-52,4 69,19 62,0 0,1 0,-1 0,0 0,1 0,-1 0,0 1,1-1,-1 0,1 0,-1 0,0 1,1-1,-1 0,1 1,-1-1,1 1,-1-1,1 0,-1 1,1-1,-1 1,1-1,-1 1,1 0,0-1,-1 1,1-1,0 1,0 0,-1-1,1 1,0-1,0 1,0 0,0-1,0 1,0 0,0-1,0 1,0 0,0-1,0 1,0 0,1-1,-1 1,-6 51,3 0,2-1,2 1,3 0,6 25,-7-48,-2-5,2-1,1 1,0-1,2 1,1-2,5 13,-12-34,0 0,0 0,0-1,1 1,-1 0,0 0,0-1,0 1,1 0,-1-1,0 1,1 0,-1-1,1 1,-1-1,1 1,-1-1,1 1,-1-1,1 1,-1-1,1 1,0-1,-1 1,1-1,0 0,-1 0,1 1,0-1,0 0,-1 0,1 0,0 0,-1 0,1 0,0 0,0 0,-1 0,1 0,0 0,0 0,-1 0,1-1,0 1,-1 0,1-1,0 1,-1 0,1-1,0 1,-1-1,1 1,-1-1,1 1,-1-1,1 1,-1-1,21-42,-13 11,-1 0,-2-1,-2 0,-1 0,-1 0,-2 0,-1 0,-1 1,-2-1,-4-9,-18-35,26 77,0-1,0 1,0 0,0 0,1-1,-1 1,0 0,0 0,0 0,0 0,0 0,1 1,-1-1,0 0,0 0,0 0,0 1,1-1,-1 0,0 1,0-1,1 1,-1-1,0 1,1-1,-1 1,0 0,1-1,-1 1,1 0,-1-1,1 1,-1 0,1 0,0-1,-1 1,1 0,0 0,0 0,-1 0,1-1,0 1,0 0,0 0,0 0,0 0,0 0,0-1,0 1,1 0,-7 28,1 1,1-1,2 1,1 26,0-26,-1 154,2-102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27.5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148 237,'-7'2,"0"1,0 1,0-1,1 1,-1 0,1 1,0-1,0 1,-5 5,12 0,18-17,19-20,-1-2,-2-1,0-1,7-12,-20 20,79-75,-101 98,1 0,-1-1,1 1,-1 0,1 0,-1-1,1 1,-1 0,1 0,-1 0,1 0,-1 0,1 0,0 0,-1 0,1 0,-1 0,1 0,-1 0,1 0,-1 0,1 1,-1-1,1 0,-1 0,1 1,-1-1,1 0,-1 0,0 1,1-1,-1 1,1-1,-1 0,0 1,1-1,-1 1,0-1,0 1,1-1,-1 1,0-1,0 1,0-1,0 1,0-1,1 1,-1-1,0 1,0-1,0 1,0-1,0 1,-1-1,1 1,0-1,0 1,0-1,0 1,-1-1,1 1,0-1,0 1,-1-1,1 1,-25 150,11-80,4 0,2 1,4 0,2 0,5 16,10-34,-12-54,-1 1,0-1,0 0,1 0,-1 1,0-1,1 0,-1 0,0 1,1-1,-1 0,0 0,1 0,-1 0,0 0,1 0,-1 0,0 0,1 1,-1-1,1 0,-1 0,0-1,1 1,-1 0,0 0,1 0,-1 0,1 0,-1 0,0 0,1-1,-1 1,0 0,1 0,-1 0,0-1,0 1,1 0,-1-1,0 1,0 0,1 0,-1-1,0 1,0 0,0-1,0 1,1-1,-1 1,0 0,0-1,0 1,0 0,0-1,0 1,0 0,0-1,0 1,0-1,0 1,0 0,0-1,-1 1,1 0,0-1,0 1,4-27,0 1,-2-1,0 0,-3-22,0 7,2-75,-5 0,-11-47,9 152,3 41,5 429,-2-431,15 87,-15-115,0 1,1-1,-1 1,0 0,0-1,0 1,0 0,0-1,0 1,1 0,-1-1,0 1,0 0,0 0,1-1,-1 1,0 0,1 0,-1-1,0 1,0 0,1 0,-1 0,0-1,1 1,-1 0,0 0,1 0,-1 0,0 0,1 0,-1 0,1 0,-1 0,0 0,1 0,-1 0,0 0,1 0,-1 0,0 0,1 0,-1 1,0-1,1 0,-1 0,0 0,1 0,-1 1,0-1,0 0,1 0,-1 1,0-1,0 0,1 1,-1-1,0 0,0 1,17-121,-16 96,0-44,-2 1,-4-1,-2 1,-3 0,-9-21,9 51,3 24,2 20,2 27,2 156,11 37,-8-178,13 96,-15-146,0 1,1 0,-1-1,0 1,1 0,-1-1,1 1,-1 0,0 0,1-1,-1 1,1 0,-1 0,1 0,-1 0,1-1,-1 1,1 0,-1 0,1 0,-1 0,1 0,-1 0,1 0,-1 1,1-1,-1 0,0 0,1 0,-1 0,1 1,-1-1,1 0,-1 0,0 1,1-1,-1 0,1 1,-1-1,0 0,0 1,1-1,-1 1,0-1,1 0,-1 1,0-1,0 1,0-1,0 1,0-1,1 1,-1-1,0 1,0-1,0 1,0-1,0 1,0-1,0 1,-1-1,1 0,0 1,0-1,0 1,0 0,14-41,2-31,-4-1,-2-1,-4 1,-2-1,-4 0,-7-50,-3 50,9 73,1 0,0 1,0-1,0 0,0 0,-1 0,1 1,0-1,0 0,0 0,-1 0,1 0,0 1,0-1,-1 0,1 0,0 0,0 0,-1 0,1 0,0 0,0 0,-1 0,1 0,0 0,-1 0,1 0,0 0,0 0,-1 0,1 0,0 0,0 0,-1 0,1 0,0 0,-12 183,12-136,-1 304,7-300,-2-55,15-115,-13 62,-3 1,-2-1,-2 1,-3 0,-5-19,9 75,-7-26,7 26,0-1,0 1,0 0,0-1,0 1,0 0,0-1,0 1,0 0,0-1,0 1,0 0,0-1,0 1,-1 0,1 0,0-1,0 1,0 0,-1 0,1-1,0 1,0 0,-1 0,1 0,0-1,0 1,-1 0,1 0,0 0,-1 0,1 0,0-1,-1 1,1 0,0 0,0 0,-1 0,1 0,0 0,-1 0,1 0,0 0,-1 0,1 0,0 1,-1-1,1 0,0 0,-1 0,1 0,0 0,0 1,-1-1,1 0,0 0,0 0,-1 1,1-1,0 0,0 0,0 1,-1-1,1 0,0 1,-23 83,20-66,-5 39,2 0,2 1,5 58,-1-114,0 2,0 0,0 0,0 0,1 0,-1 0,1 0,0 0,0 0,1 0,-1-1,1 1,0 0,0-1,0 1,0-1,0 0,3 3,-4-6,0 1,-1-1,1 0,0 1,0-1,0 0,-1 0,1 0,0 1,0-1,0 0,0 0,0 0,-1 0,1 0,0-1,0 1,0 0,0 0,-1-1,1 1,0 0,0-1,-1 1,1 0,0-1,0 1,-1-1,1 0,0 1,-1-1,1 1,-1-1,1 0,-1 0,1 1,-1-1,0 0,1 0,-1 1,0-1,0 0,1 0,12-39,-8-2,-1 0,-2-1,-2 1,-2 0,-2 0,-2 0,-1 0,-2 0,-8-16,-5-9,13 67,-4 80,-4 337,17-403,-1 6,1-1,1 0,0 1,2-1,0 0,1 0,5 13,-9-32,0-1,0 1,0-1,1 1,-1 0,0-1,0 1,0 0,1 0,-1-1,0 1,0 0,1-1,-1 1,0 0,0 0,1-1,-1 1,0 0,1 0,-1 0,0 0,1-1,-1 1,1 0,-1 0,0 0,1 0,-1 0,0 0,1 0,-1 0,1 0,-1 0,0 0,1 0,-1 0,0 0,1 1,-1-1,0 0,1 0,-1 0,0 0,1 1,-1-1,0 0,1 0,-1 1,0-1,0 0,1 1,-1-1,0 0,0 0,0 1,1-1,-1 1,0-1,0 0,0 1,8-35,-2-49,-3 0,-3 0,-5 0,-9-51,13 126,-12-61,8 84,2 299,11-174,7-124,1-38,-7-10,-1-1,-1 0,-2 0,-1-1,-1-28,-6-126,-5 154,8 34,0 1,0-1,0 1,0-1,0 1,-1-1,1 0,0 1,0-1,0 1,-1-1,1 1,0-1,-1 0,1 1,0-1,-1 0,1 1,0-1,-1 0,1 0,-1 1,1-1,-1 0,1 0,0 0,-1 0,1 1,-1-1,1 0,-1 0,1 0,-1 0,1 0,-1 0,1 0,-1 0,1-1,-1 1,1 0,-1 0,1 0,0 0,-1-1,1 1,-1 0,1 0,0-1,-1 1,1 0,-1-1,1 1,0 0,0-1,-1 1,1 0,0-1,-1 1,1-1,0 1,0-1,0 1,-6 19,1 0,0 1,2-1,0 1,2 0,0 17,0-8,-2 84,4-1,6 0,8 27,-4-67</inkml:trace>
  <inkml:trace contextRef="#ctx0" brushRef="#br0" timeOffset="1635.928">1 1252,'3'2,"0"0,0 0,1-1,-1 0,1 1,-1-1,1-1,-1 1,1 0,0-1,-1 0,1 0,0 0,-1 0,1 0,0-1,-1 0,1 0,-1 0,1 0,-1 0,1-1,-1 1,0-1,3-2,40-21,-1-1,-2-2,0-3,-2-1,7-9,-23 20,-25 22,0-1,0 1,-1 0,1 0,0-1,0 1,1 0,-1 0,0-1,0 1,0 0,0-1,1 1,-1 0,0 0,1-1,-1 1,0-1,1 1,-1 0,1-1,-1 1,1-1,-1 1,1-1,0 1,-1-1,1 1,0-1,-1 0,1 1,0-1,-1 0,1 0,0 0,0 1,-1-1,1 0,0 0,-1 0,1 0,0 0,0 0,-1 0,1-1,0 1,0 0,-1 0,1 0,0-1,-1 1,1 0,0-1,-1 1,1-1,0 1,-1-1,1 1,-1-1,1 1,-1-1,1 1,-1-1,0 0,1 1,-1-1,0 0,1 1,-22 230,-29 221,48-570,-5 0,-5 0,-8-18,4 51,10 77,4 25,1 331,2-66,1-247,-1-35,-1 1,0 0,0 0,1-1,-1 1,0 0,0 0,1 0,-1-1,0 1,1 0,-1 0,0 0,1 0,-1 0,0 0,0 0,1 0,-1 0,0-1,1 1,-1 1,0-1,1 0,-1 0,0 0,1 0,-1 0,0 0,1 0,-1 0,0 0,1 1,-1-1,0 0,0 0,1 0,-1 1,0-1,0 0,1 0,-1 1,0-1,0 0,0 0,0 1,1-1,-1 0,0 1,0-1,9-25,-2 0,-1-1,-1 0,-1 0,-1 0,-1 0,0 4,5-56,-3 0,-4 1,-7-48,4 117,1 31,3 428,6-402,-6-49,1 0,-1 0,0 0,0 0,0 0,0 0,1 0,-1-1,0 1,0 0,0-1,0 1,0-1,0 1,0-1,0 0,0 1,0-1,0 0,0 0,0 1,0-1,-1 0,1 0,0 0,-1 0,1 0,-1 0,1 0,-1 0,1 0,-1-1,0 1,1 0,-1 0,0 0,0 0,0-1,0 1,0 0,20-55,-3-1,-3-1,-2-1,-3 0,-2 0,-3-1,-3-53,-1 89,-1 30,-1 481,5-430,-3-58,0 1,0 0,0 0,0 0,1 0,-1-1,0 1,0 0,0 0,0 0,1 0,-1 0,0 0,0 0,0 0,1 0,-1-1,0 1,0 0,0 0,1 0,-1 0,0 0,0 0,1 0,-1 0,0 0,0 0,0 1,1-1,-1 0,0 0,0 0,0 0,1 0,-1 0,0 0,0 0,0 1,0-1,0 0,1 0,-1 0,0 0,0 1,0-1,0 0,8-24,7-63,-3-1,-5 0,-3 0,-5-50,0 130,1 22,1 374,7-313,3-63,-3-34,-2-25,-1 0,-3 0,-2-26,0 30,-6-63,2 107,-10 162,9-108,1-8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18.53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35 1217,'15'-6,"42"-47,-2-3,33-44,-78 88,31-25,-40 37,-1 0,1 0,0 1,0-1,0 0,0 1,0-1,-1 1,1-1,0 1,0-1,-1 1,1-1,0 1,-1 0,1-1,-1 1,1 0,-1 0,1-1,-1 1,1 0,-1 0,0 0,1 0,-1 0,0-1,0 1,0 0,1 0,-1 0,0 0,0 0,0 0,-1 0,1 0,0 0,-9 205,2 260,9-430,7-54,22-271,-21 162,6-66,-17 210,-17 190,9 119,20-245,-12-81,1-1,0 1,0 0,0-1,0 1,0 0,-1-1,1 1,0-1,0 1,0 0,0-1,0 1,0-1,0 1,0 0,0-1,1 1,-1-1,0 1,0 0,0-1,0 1,0-1,1 1,-1 0,0-1,0 1,1 0,-1 0,0-1,1 1,-1 0,0-1,1 1,-1 0,0 0,1 0,-1 0,0-1,1 1,-1 0,1 0,-1 0,0 0,1 0,-1 0,1 0,-1 0,0 0,1 0,-1 0,1 0,-1 0,0 0,1 0,-1 1,1-1,-1 0,0 0,1 0,-1 1,0-1,1 0,-1 0,26-279,-8-60,-26 371,-5 96,5 0,8 90,1-203,-2-4,0 0,1-1,1 1,0 0,1-1,0 1,0-1,1 0,0 1,1-1,0-1,2 3,-5-12,0 0,-1 1,1-1,0 0,0 0,0 0,0 0,0 0,0 0,0 0,0 0,0 0,0 0,0 0,0-1,0 1,0 0,0-1,0 1,0-1,0 1,0-1,-1 0,1 1,0-1,0 0,-1 1,1-1,0 0,-1 0,1 1,-1-1,1 0,-1 0,1 0,-1 0,0 0,1 0,-1 0,0 0,0 0,0 0,0 0,0 0,0 0,0 0,0 0,0-1,11-42,-3-2,-1 1,-2-1,-2 0,-3-6,1 37,1-339,3 539,4 234,-4-343,-4-76,-1 0,0-1,0 1,1 0,-1 0,0 0,0 0,1 0,-1 0,0 0,0 0,1 0,-1 0,0 0,0 0,1 0,-1 1,0-1,0 0,1 0,-1 0,0 0,0 0,0 0,1 1,-1-1,0 0,0 0,0 0,0 1,1-1,-1 0,0 0,0 0,0 1,0-1,0 0,0 0,0 1,1-1,-1 0,0 0,0 1,0-1,0 0,0 0,5-26,3-274,-9 211,0-118,-1 183,2 25,0-1,0 0,0 0,0 0,-1 0,1 0,0 0,0 1,0-1,0 0,-1 0,1 0,0 0,0 0,0 0,0 0,-1 0,1 0,0 0,0 0,0 0,-1 0,1 0,0 0,0 0,0 0,-1 0,1 0,0 0,-3 26,-2 144,12 90,5-161,-5-111,-4-265,-14 12,-6 209,16 56,0 0,-1 0,1 0,0 1,0-1,0 0,0 1,0-1,0 1,0-1,0 1,1-1,-1 1,0 0,0-1,0 1,0 0,1 0,-1 0,0 0,1-1,-1 1,1 0,-1 0,1 0,-1 0,1 0,0 0,0 1,-1-1,1 0,0 0,0 1,0-1,-13 41,1 1,3 0,1 1,3 0,1 0,2 4,0-17,2-1,0 1,2-1,1 0,2 1,1-1,1-1,8 21,1-27,-5-42,-6-45,-4 0,-5-51,3 98,0-5,-20-163,21 186,0-1,-1 0,1 0,0 1,0-1,-1 0,1 0,0 0,-1 0,1 0,0 0,-1 1,1-1,0 0,-1 0,1 0,0 0,-1 0,1 0,-1 0,1 0,0 0,-1-1,1 1,0 0,-1 0,1 0,0 0,0 0,-1-1,1 1,0 0,-1 0,1 0,0-1,0 1,-1 0,1 0,0-1,0 1,0 0,-1-1,1 1,0 0,0-1,0 1,0 0,0-1,0 1,0 0,0-1,-14 80,7-28</inkml:trace>
  <inkml:trace contextRef="#ctx0" brushRef="#br0" timeOffset="14669.249">637 1,'-30'3,"0"2,0 1,0 2,1 0,1 2,-1 1,2 2,0 0,0 2,1 1,1 1,-6 7,13-14,2 0,-1 2,1 0,1 1,0 0,1 2,1-1,0 2,1-1,0 2,2 0,0 0,1 1,0 0,-2 10,1 21,3-1,2 1,2 0,2 0,3 12,-2-56,-1 1,1-1,-1 0,1 0,1 0,-1 0,1 0,0 0,0 0,1 0,-1 0,1 0,0-1,0 1,1 0,-1-1,1 0,0 0,0 0,1 0,-1 0,1 0,0-1,0 0,0 0,0 0,0 0,1-1,-1 1,1-1,0 0,0-1,-1 1,6 0,8-4,1 0,0-2,-1 0,0-1,0-1,0 0,-1-2,0 0,0 0,-1-2,3-2,-1 1,156-92,-172 103,1-1,-1 0,0 1,0-1,0 0,0-1,0 1,0 0,0-1,-1 1,1 0,0-1,-1 0,1 0,-1 1,0-1,1 0,-1 0,0 0,0 0,0 0,0 0,-1-1,1 1,-1 0,1 0,-1 0,0-1,0 1,0 0,0-1,0 1,0 0,-1 0,1-1,-1 1,1 0,-1 0,0 0,0-1,-10-8,0 1,0 0,-1 1,0 0,-1 1,0 0,0 1,0 1,-1 0,-14-4,9 2,0 1,0 1,-1 1,1 1,-1 1,0 0,0 1,-1 2,1 0,-3 1,22-1,-1-1,0 1,0 0,0 1,0-1,0 0,0 0,1 1,-1-1,0 1,0 0,0 0,1-1,-1 1,0 0,1 0,-1 0,1 1,0-1,-1 0,1 1,0-1,-1 1,1-1,0 1,0-1,0 1,1 0,-1-1,0 1,1 0,-1 0,4 1,1-1,-1 0,1 0,-1 0,1 0,0-1,0 0,0 1,0-1,0-1,0 1,0-1,0 1,0-1,0-1,1 1,-1 0,0-1,0 0,-4 1,36-4,-1-2,0-1,-1-2,33-13,40-10,-106 31,-1 0,1 1,0-1,0 0,0 1,0-1,0 1,0-1,0 1,0 0,0-1,0 1,1 0,-1 0,0 0,0-1,0 1,0 1,0-1,0 0,1 0,-1 0,0 0,0 1,0-1,0 1,0-1,0 1,0-1,0 1,0-1,0 1,0 0,-1 0,1-1,0 1,0 0,-1 0,1 0,0 0,-1 0,1 0,-1 0,1 0,-1 0,0 0,1 0,-1 0,0 0,0 0,0 1,1-1,-1 0,-1 0,1 0,-37 192,35-172,2-17,1 1,-1 0,0-1,0 1,0 0,-1-1,0 1,0 0,0-1,0 1,-1-1,0 1,0-1,0 0,0 0,-1 0,1 0,-1 0,0-1,0 1,-1-1,1 1,-1-1,1 0,-1-1,0 1,0-1,0 0,-2 1,-20 0,0-2,0-1,0 0,0-3,-18-3,-60-3,97 10,1 0,-1-1,1 0,-1 0,1-1,0 0,-1 0,1 0,0-1,-1 0,1 0,0 0,0-1,1 0,-1 0,0-1,1 1,0-1,0 0,0-1,0 1,1-1,0 0,0 0,0 0,1-1,-3-5,-1-8,2-2,0 1,1 0,2-1,0 0,1 0,1-8,-1 17,0-52,2-1,3 1,3-5,-4 61,1-1,1 1,-1 0,1 0,1 0,-1 0,1 1,1 0,-1 0,1 1,1 0,-1 0,1 0,0 1,0 1,0-1,1 1,-1 0,1 1,0 0,3 0,-2-1,21-10,0 2,1 1,0 1,0 2,1 2,0 0,0 2,1 2,29 2,-20-7,-78 19,-14 2,2 2,0 2,1 3,0 1,2 2,-5 6,38-21,1 0,1 0,-1 0,1 2,1-1,0 1,1 0,0 0,0 1,1 0,1 0,0 1,0 0,2 0,-3 9,0 13,2 1,1-1,1 1,2 0,3 11,-3-40,0-1,1 0,0 0,0 1,0-1,1 0,0 0,0 0,1-1,-1 1,1 0,0-1,1 0,-1 1,1-2,0 1,1 0,-1-1,1 1,0-1,0-1,0 1,0-1,1 0,-1 0,1 0,0-1,0 0,0 0,0 0,0-1,1 0,22 2,1-1,-1-2,1-1,-1-1,0-1,0-2,0-1,0-1,11-6,-35 12,1 0,0-1,0 0,-1 0,1 0,-1-1,0 0,1 0,-1 0,-1-1,1 1,0-1,-1 0,0-1,0 1,0-1,0 0,-1 0,0 0,0 0,0 0,-1-1,0 1,0-1,1-3,-2 5,1 0,-1 0,0 0,0 0,-1 0,1-1,-1 1,0 0,0 0,-1-1,1 1,-1 0,0 0,0 0,0 0,0 0,-1 0,0 0,0 0,0 0,0 1,0-1,-1 1,1 0,-1 0,0-1,0 2,-1-1,1 0,0 1,-1-1,1 1,-1 0,0 0,0 1,0-1,-2 0,-35 0,0 1,0 3,1 1,-1 1,1 3,0 1,-6 4,-26 11,83-15,6-7,0-1,1 0,-1-2,0 0,0-1,0 0,0-2,9-3,-3 1,203-53,-219 58,-25 6,-31 10,-1-2,0-2,-1-3,-24 0,120-10,-1-3,1-2,27-9,18-3,-92 20,-7 1,0 1,0 0,0 0,1 1,-1 1,1-1,0 1,0 0,0 1,-4 3,12-7,1 0,-1 0,1 0,-1 0,1 0,-1 0,1 0,0-1,-1 1,1 0,0 0,0 0,0-1,-1 1,1 0,0-1,0 1,0-1,0 1,0-1,0 0,0 1,0-1,0 0,0 0,0 0,1 1,-1-1,0 0,0 0,0-1,0 1,0 0,0 0,0 0,0-1,0 1,0 0,13 0,-12-1,0 1,0-1,0 1,0 0,0 0,0 0,0 0,0 0,-1 0,1 0,0 0,0 1,0-1,0 1,0-1,0 1,-1 0,1 0,0 0,-1 0,1 0,0 0,-1 0,1 1,-1-1,0 0,1 1,-1-1,0 1,0 0,0-1,0 1,0 0,-1 0,1 1,-1 4,-1 0,0 0,0 0,-1 0,0 0,0 0,-1-1,0 1,0-1,-1 1,1-1,-1 0,-1-1,1 1,-1-1,0 1,0-2,0 1,-1 0,0-1,0 0,0 0,0-1,-1 0,1 0,-1 0,-26 5,1-1,-1-2,0-1,-1-1,1-2,-1-1,-3-3,-9 3,42 0,-1 0,0 0,0 0,0-1,1 1,-1-1,0 0,1-1,-1 1,1-1,-1 0,1 0,0 0,0 0,-1-1,2 0,-1 0,0 0,1 0,-2-2,-10-12,2 0,0-1,1 0,1-1,0 0,2-1,-1-3,9 17,1-1,-1 0,1 0,1 0,-1 1,1-1,1 0,-1 1,1-1,0 1,0-1,1 1,0 0,0 0,1 0,-1 0,1 1,0 0,1-1,-1 2,1-1,0 0,4-5,29-37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35.7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618 3,'-67'0,"17"-2,0 2,0 2,0 3,0 2,-41 11,80-15,0 0,0 1,0 1,0-1,1 2,0-1,0 1,1 1,0 0,0 0,0 1,1 0,0 1,1-1,0 2,0-1,1 1,0 0,1 0,0 0,0 1,-1 7,1 0,0 0,2 1,0-1,2 1,0 0,0-1,2 1,0 0,2-1,0 1,1-1,0 0,2 0,0 0,1-1,1 0,0 0,1-1,1 0,1-1,0 0,1 0,0-2,1 1,1-1,0-1,1-1,0 0,1-1,0 0,1-1,-1-1,2-1,-1 0,16 3,88-8,-70-10</inkml:trace>
  <inkml:trace contextRef="#ctx0" brushRef="#br0" timeOffset="353.056">231 351,'0'0,"0"0,1 0,-1 0,0 1,0-1,0 0,0 0,0 0,0 0,1 1,-1-1,0 0,0 0,0 0,0 0,0 1,0-1,0 0,0 0,0 0,0 1,0-1,0 0,0 0,0 0,0 1,0-1,0 0,0 0,0 0,0 0,0 1,-1-1,1 0,0 0,0 0,0 0,0 1,0-1,0 0,-1 0,1 0,0 0,0 0,0 0,23 3,16-4,0-2,-1-2,31-7,43-6,-109 17,-1 0,1 0,0 0,-1 1,1-1,0 1,-1 0,1 0,0 0,-1 0,1 0,0 0,-1 1,1-1,-1 1,1 0,-1 0,1 0,-1 0,1 0,-1 0,0 1,1-1,-1 1,0 0,0 0,0 0,-1 0,1 0,0 0,-1 0,1 0,-1 0,0 1,0-1,0 1,0-1,0 1,0 1,-22 110,11-75,5-21,0 0,2 1,0 0,2 0,0 0,0 2,2-16,-1 0,1 0,-1-1,1 1,1 0,-1-1,1 1,0 0,0-1,0 0,0 1,1-1,0 0,-1 0,2-1,-1 1,0 0,1-1,0 0,-1 0,1 0,0 0,1-1,-1 0,0 0,2 1,28 7,0-3</inkml:trace>
  <inkml:trace contextRef="#ctx0" brushRef="#br0" timeOffset="603.904">979 351,'18'0,"18"-2,13-1,11 0,4 1,-5 0,-12 1</inkml:trace>
  <inkml:trace contextRef="#ctx0" brushRef="#br0" timeOffset="766.485">1033 632,'15'11,"20"4,20-2,18-10,10-8,-8-4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38.3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52 121,'-10'530,"7"-429,8-163,-2 1,-3 0,-3-1,-3 1,-10-46,-5-65,20 118,2 54,-1-1,1 1,-1-1,1 1,-1 0,1-1,0 1,-1 0,1 0,-1 0,1-1,0 1,-1 0,1 0,0 0,-1 0,1 0,0 0,-1 0,1 0,0 0,-1 0,1 1,0-1,-1 0,1 0,-1 1,1-1,0 0,-1 1,1-1,-1 0,1 1,-1-1,1 1,-1-1,0 1,1-1,-1 1,1-1,-1 1,0-1,0 1,1 0,-1-1,0 1,0 0,0-1,1 1,-1 0,0 0,9 9,-4-2,1 0,-1 0,1-1,0 0,1 0,-1 0,1-1,1 0,-1-1,1 0,0 0,0 0,1-1,-1 0,1-1,0 0,0 0,0-1,0 0,1 0,7-1,-5-2,-1-1,0-1,0 0,0 0,0-1,-1 0,1-1,-1 0,0-1,0 0,-1-1,0 0,0 0,-1-1,0 0,0 0,-1-1,0 0,0 0,-1-1,0 0,-1 0,0 0,0-1,-2 1,1-1,-1 0,-1-1,0 1,1-9,-6 200,8 1,10 22,-4-31,-7-108</inkml:trace>
  <inkml:trace contextRef="#ctx0" brushRef="#br0" timeOffset="2837.793">600 830,'108'-175,"-106"173,-2 0,1 1,-1 0,0 0,1 0,-1-1,1 1,0 0,-1 0,1 0,0 0,0 0,-1 0,1 0,0 0,0 0,0 1,0-1,0 0,0 1,0-1,1 0,-1 1,0-1,0 1,0 0,1-1,-1 1,0 0,0 0,1 0,-1 0,0 0,0 0,1 0,-1 0,1 1,4 84,-25 242,18-317,1-5,0 1,0-1,0 0,-1 0,0 0,0 1,0-1,-1 0,1 0,-1 0,-1-1,1 1,-1 0,1-1,-1 1,0-1,-1 0,1 0,-3 1,5-4,0-1,0 1,1-1,-1 0,0 1,0-1,0 0,0 0,0 0,0 0,1 0,-1 0,0 0,0 0,0 0,0 0,0 0,0 0,0-1,0 1,1 0,-1-1,0 1,0-1,0 1,1-1,-1 1,0-1,1 1,-1-1,0 0,1 1,-1-1,1 0,-1 0,1 1,-1-1,1 0,0 0,-1 0,1 0,0 0,0 1,-1-1,1 0,0 0,0 0,0 0,0 0,0 0,0 0,1 0,-1 1,0-1,0 0,1 0,-1 0,0 0,1 0,53-20,-40 18,151-37,-130 29</inkml:trace>
  <inkml:trace contextRef="#ctx0" brushRef="#br0" timeOffset="3304.267">1082 336,'0'2,"0"3,0 3,0 2,2 0,3-2,4-5,-1-5,-2-4,-1-4,-4 1,-2 3,-1 5,0 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57.55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390 11,'-8'-2,"-1"-1,0 1,0 1,0 0,0 0,0 1,0 0,0 0,0 1,0 0,0 1,0 0,0 0,1 1,-1 0,1 0,0 1,0 0,0 1,0 0,1 0,-1 1,2 0,-1 0,0 0,-4 15,0 0,1 1,1 0,2 1,0 0,1 0,1 0,1 1,1-1,2 1,0 18,0-25,-2 19,1 0,2 0,2 0,4 21,-5-51,0 1,1-1,-1 0,2 0,-1 0,1 0,0 0,0-1,0 1,1-1,0 0,0 0,0 0,0 0,1-1,0 0,0 0,0 0,1-1,-1 1,1-1,0 0,0-1,0 0,0 0,0 0,0-1,1 1,3-1,4 2,-1-1,1-1,0 0,0-1,-1 0,1-1,0-1,0 0,-1-1,1 0,-1-1,0-1,0 0,-1 0,1-2,-1 1,0-1,-1-1,0 0,0-1,-1 0,0-1,0 0,-1 0,-1-1,0 0,0-1,-1 0,0 0,-1 0,-1-1,3-9,-6 3,-1 1,0-1,-2 0,0 0,-1 0,-1 1,0-1,-2 1,0 0,-1 0,-1 0,-1 1,0 0,-1 0,-1 1,0 0,-2 1,1 0,-2 1,0 1,-2-2,3 3,1 1,-2 0,0 1,0 1,-1 0,0 0,0 1,-1 1,-4-1,14 6,-1 0,0 0,1 0,-1 1,0 0,0 0,0 1,-1-1,1 1,0 0,0 1,0 0,0 0,0 0,0 0,0 1,1 0,-1 1,1-1,-1 1,1 0,0 0,0 1,0-1,0 1,0 1,-9 13,1 0,1 1,1 0,1 1,0 1,2 0,0 0,1 0,1 1,1 0,1 0,-5 11,2 1,1-1,2 1,1 0,1 0,2 1,1-1,2 0,2 0,3 12,-6-38,1-1,-1 1,1 0,1-1,0 0,0 1,0-2,1 1,-1 0,2-1,-1 0,1 0,0-1,0 1,0-1,1 0,0-1,0 0,0 0,1 0,-1-1,1 0,0-1,5 2,3-2,0 0,1-2,-1 1,0-2,1 0,-1-1,0-1,0 0,0-1,0-1,0 0,-1-1,0-1,0 0,-1-1,0-1,0 0,-1-1,-1-1,1 1,-2-2,1 0,-2 0,1-1,-2-1,0 1,0-1,-2-1,1 0,-2 0,0 0,-1-1,3-14,-4 10,-1-1,0 0,-2-1,-1 1,0 0,-1 0,-2 0,0 0,-1 0,-1 1,-1-1,-1 1,0 1,-2-1,0 1,-1 1,-1 0,-1 0,-4-3,11 13,-1 0,0 1,0 0,-1 1,0-1,0 1,0 0,-1 1,0 0,0 0,-1 1,1 0,-1 0,0 1,0 0,0 1,0 0,0 0,0 1,-1 0,1 0,-1 1,1 1,0 0,-1 0,1 0,0 2,0-1,0 1,0 0,-4 2,-5 8,1 0,0 1,1 1,0 0,1 1,1 1,1 1,0-1,1 2,1 0,1 0,1 1,1 0,0 1,1 0,2 0,0 0,1 1,0 13,0-22,2 1,-1-1,2 1,0-1,0 1,2 0,-1-1,2 1,0-1,0 1,1-1,1 0,0 0,1 0,1-1,0 1,0-1,1-1,1 1,0-1,0 0,1-1,0 0,1-1,0 0,5 4,-4-8,-1 1,1-1,0-1,0 0,1-1,-1 0,1 0,0-1,-1-1,1 0,0-1,0 0,0-1,-1 0,1 0,0-2,-1 1,1-1,-1-1,0 0,0-1,0 0,-1-1,0 0,0 0,0-1,-1-1,0 1,0-1,-1-1,0 0,-1 0,0 0,0-1,0 0,0-8,0 0,-1 0,-1 0,-1-1,0 0,-2 0,0 0,-1 0,0 0,-2 0,0 0,-2 0,0 0,-1 1,0-1,-2 1,0 0,-1 0,-1 1,-1 0,0 0,-1 1,-1 0,-1 1,0 0,0 1,-16-13,22 21,-1-1,0 2,0-1,-1 1,0 0,0 0,0 1,-1 0,1 1,-1-1,0 2,0-1,0 1,0 1,0 0,0 0,0 1,-1 0,1 0,0 1,0 0,0 1,0 0,0 0,0 1,0 0,1 1,-1 0,1 0,0 1,0 0,-6 8,1 1,1 0,0 1,1 0,0 1,1 0,1 1,1 0,0 0,1 1,1 0,1 0,1 1,0-1,1 1,1 0,1 4,-1-11,0 0,1-1,1 1,0 0,1 0,0 0,1-1,0 1,0 0,2-1,-1 0,2 0,-1 0,1 0,1 0,0-1,0 0,1-1,1 1,-1-1,1-1,1 1,0-1,0-1,3 2,-1-3,1-1,0 0,0-1,1 0,-1-1,1 0,-1-1,1-1,0 0,0 0,0-1,0-1,0 0,-1-1,1-1,0 0,-1 0,0-1,0-1,0 0,0 0,-1-2,0 1,0-1,-1-1,1 0,-2 0,1-1,-1 0,-1-1,0 0,0 0,-1-1,1-2,0-2,0-1,-2 1,0-2,-1 1,0 0,-2-1,0 0,0 0,-2 0,0 0,-1-1,-1 1,-1 0,0 0,-1 0,-1 0,0 1,-1-1,-1 1,-1 0,0 1,-1 0,0 0,-2 0,0 1,0 1,-1 0,-1 0,-2-2,8 9,-1 1,1-1,-1 1,0 0,0 1,0-1,-1 1,0 1,0 0,0 0,0 0,0 1,0 0,-1 1,1-1,-1 2,1-1,-1 1,1 1,-1-1,1 2,-1-1,1 1,0 0,0 1,0 0,-3 1,-4 7,1 0,1 1,0 0,0 1,1 0,1 1,0 0,1 1,1 0,0 1,1 0,1 0,0 1,1 0,1 0,1 0,0 1,1-1,1 1,1 1,-1-1,0 1,1-1,1 1,1-1,1 1,0-1,2 1,0-1,5 15,-6-25,0 0,1-1,0 1,0-1,1 1,-1-1,2 0,-1-1,1 0,0 1,0-2,1 1,-1-1,1 0,1 0,-1-1,0 0,1 0,0-1,0 0,0 0,3-1,-1 0,0 0,0-1,0 0,1-1,-1-1,0 1,0-1,1-1,-1 0,0-1,0 0,-1 0,1-1,-1 0,1-1,-1 0,-1 0,1-1,-1 0,0 0,0-1,-1 0,0-1,0 0,-1 0,1 0,-2-1,0 1,0-2,0 1,-1 0,0-1,-1 0,0 0,-1 0,0 0,0 0,-1 0,-1 0,0-1,0 1,-2-10,-14-32,-7 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58.77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0 375,'58'-38,"-6"4,-2-1,-2-3,-1-2,-2-2,-2-2,12-18,-29 21,-40 50,-4 22,0 0,2 1,2 1,0 0,3 1,1 1,-4 23,6-28,2 0,0 0,2 1,2 0,1 0,1 0,1 0,2 0,2 0,0-1,2 1,1-1,5 9,10-2,-22-37,0 0,-1 0,1 0,0-1,-1 1,1 0,-1 0,1-1,-1 1,1 0,0-1,-1 1,1-1,-1 1,0 0,1-1,-1 1,1-1,-1 1,0-1,1 0,-1 1,0-1,1 1,-1-1,0 1,0-1,0 0,0 1,0-1,0 0,1 1,-1-1,-1 0,1 1,0-1,0 1,0-1,0 0,4-184,-6-306,0 626,0-32,4 0,5 0,6 16,-1-80,-8-41,2-92,12-356,-14 417,-3 23,-1 22,-38 491,38-437,-4-108,-2 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02.45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53 298,'65'-55,"-16"9,111-92,-160 138,1-1,0 0,-1 0,1 0,0 0,-1 0,1 0,0 0,0 0,0 0,0 0,0 0,0 1,0-1,0 0,0 1,0-1,0 1,0-1,0 1,1 0,-1-1,0 1,0 0,1 0,-1 0,0 0,0 0,1 0,-1 0,0 0,0 1,0-1,1 0,-1 1,0-1,0 1,0-1,0 1,0 0,0-1,0 1,0 0,0 0,0-1,0 1,0 0,0 0,-1 0,1 0,0 0,-1 1,1-1,-1 0,-3 174,1 166,29-861,-41 1017,24-628,-7-228,-9 302,6 57,-1-1,0 1,1-1,-1 1,0-1,1 1,-1 0,0-1,0 1,1 0,-1-1,0 1,0 0,0 0,0 0,1 0,-1 0,0 0,0 0,0 0,0 0,1 0,-1 1,0-1,0 0,0 0,1 1,-1-1,0 1,0-1,1 0,-1 1,0-1,1 1,-1 0,1-1,-1 1,1 0,-1-1,1 1,-1 0,1-1,-1 1,1 0,-2 1,-152 154,-18 15,137-148,36-40,19-13,2 1,0 0,2 2,1 1,9-7,-28 28,11-13,1 0,0 1,2 1,0 1,0 0,1 2,1 1,19-8,-41 19,1 1,-1 0,1-1,-1 1,1 0,-1-1,0 1,1 0,-1 0,1 0,-1 0,1-1,-1 1,1 0,0 0,-1 0,1 0,-1 0,1 0,-1 0,1 0,-1 0,1 1,-1-1,1 0,-1 0,1 0,-1 1,1-1,-1 0,0 0,1 1,-1-1,1 0,-1 1,0-1,1 1,-1-1,0 0,1 1,-1-1,0 1,0-1,1 1,-1-1,0 1,0-1,0 1,-5 27,3-22,-14 65,3 1,3 1,4 0,2 0,4 0,4 17,-1-162,3 0,12-59,-3 28,-2-12,-37 229,15-49,3 1,2-1,5 55,-1-119,-1-1,1 0,0 1,0-1,-1 0,1 1,0-1,0 1,-1-1,1 0,0 1,0-1,0 1,0-1,0 1,0-1,0 1,0-1,0 1,0-1,0 1,0-1,0 0,0 1,0-1,0 1,0-1,1 1,-1-1,0 1,0-1,0 0,1 1,-1-1,0 0,1 1,-1-1,0 0,1 1,-1-1,1 0,-1 1,0-1,1 0,-1 0,1 0,-1 0,0 1,1-1,-1 0,1 0,-1 0,1 0,-1 0,1 0,-1 0,1 0,-1 0,1 0,-1 0,1 0,-1-1,0 1,1 0,-1 0,1 0,-1-1,0 1,1 0,16-31,-3-17,-3 1,-2-2,-2 0,0-30,1-2,-1 27,-8 86,-49 392,36-310,14-114,0-1,0 1,0 0,0-1,-1 1,1 0,0-1,0 1,-1 0,1 0,0-1,0 1,-1 0,1 0,0-1,-1 1,1 0,0 0,-1 0,1-1,0 1,-1 0,1 0,0 0,-1 0,1 0,0 0,-1 0,1 0,-1 0,1 0,0 0,-1 0,1 0,0 0,-1 0,1 0,-1 1,1-1,0 0,-1 0,1 0,0 0,0 1,-1-1,1 0,0 0,-1 1,1-1,0 0,0 1,-5-9,2 4,-1 1,1 0,0-1,-1 2,0-1,0 0,0 1,0-1,0 1,0 0,0 1,-1-1,1 1,-1 0,1 0,-1 0,1 1,-1-1,0 1,1 0,-1 0,0 1,1 0,-1-1,0 2,18 7,7-8,0 0,-1-2,1 0,0-1,0-1,-1-1,0 0,9-5,38-6,8 4,-92 20,-26-2,0-1,-1-2,1-3,-14-1,-39 1,97-2,-1 1,0 0,0-1,0 1,0 0,0 0,0 0,0 0,0 0,0 0,0 0,0 0,0 0,0 0,1 0,-1 0,0 1,0-1,0 0,0 1,0-1,0 1,1-1,-1 1,0-1,0 1,1 0,-1-1,0 1,1 0,-1 0,1-1,-1 1,1 0,-1 0,1 0,-1 0,1-1,0 1,0 0,-1 0,1 0,0 0,0 0,0 0,0 0,0 0,0 1,5 0,-1 1,1-1,-1 0,1 0,0-1,0 1,0-1,0 0,0-1,0 1,0-1,0 0,0 0,4-1,-4 1,180-25,-178 19,-13 3</inkml:trace>
  <inkml:trace contextRef="#ctx0" brushRef="#br0" timeOffset="873.216">401 311,'-1'0,"1"-1,-1 0,1 0,-1 0,0 1,1-1,-1 0,0 0,0 1,0-1,1 1,-1-1,0 1,0-1,0 1,0 0,0-1,0 1,0 0,0 0,0-1,0 1,0 0,0 0,0 0,0 0,0 1,0-1,0 0,0 0,0 1,0-1,0 0,0 1,0-1,0 1,0-1,1 1,-1-1,0 1,0 0,1 0,-1-1,0 1,1 0,-1 0,0 0,1-1,-1 2,-3 12,1 1,0-1,1 1,0 0,1 0,1 0,0 0,1 1,0 2,11 211,-14-191,-6-62,7 22,1 0,0 0,-1 0,0 1,1-1,-1 0,0 0,0 1,0-1,0 0,0 1,-1-1,1 1,0-1,-1 1,1 0,-1 0,1-1,-1 1,1 0,-1 0,0 1,0-1,0 0,1 1,-1-1,0 1,0-1,0 1,0 0,0 0,0 0,0 0,0 0,-1 0,-4 4,18 1,118-6,-80-3,-40 4,14-2,-38 2,-87-5,102 5,0 0,1 0,-1 0,0 0,0 0,0 0,1 0,-1 0,0 0,0 0,0-1,0 1,1 0,-1 0,0 0,0 0,0 0,0 0,0-1,0 1,1 0,-1 0,0 0,0 0,0 0,0-1,0 1,0 0,0 0,0 0,0-1,0 1,0 0,0 0,0 0,0 0,0-1,0 1,0 0,0 0,0 0,0-1,0 1,0 0,0 0,0 0,0 0,0-1,0 1,-1 0,1 0,27-6,-19 5,42-13,-96 24,-15 14,60-17,10-7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09.7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41 299,'0'65,"2"51,-6 1,-17 97,29-408,-34-289,27 461,-1 21,0 1,0 0,0 0,1 0,-1-1,0 1,1 0,-1 0,0 0,0 0,1-1,-1 1,0 0,1 0,-1 0,0 0,1 0,-1 0,0 0,1 0,-1 0,0 0,1 0,-1 0,0 0,1 0,-1 0,0 0,1 1,-1-1,0 0,1 0,-1 0,0 0,0 1,1-1,-1 0,0 0,0 1,1-1,-1 0,0 0,0 1,0-1,0 0,1 1,-1-1,0 0,0 1,0-1,0 0,0 1,0-1,0 0,0 1,0-1,0 0,0 1,0-1,0 0,0 1,0-1,0 0,0 1,-1-1,34 86,-28-68,1 0,1-1,0 0,1 0,1-1,0 0,11 12,-19-25,1-1,0 0,0 0,0 0,0 0,1-1,-1 1,0-1,1 1,-1-1,1 0,-1 0,1 0,0 0,0 0,-1 0,1-1,0 0,0 1,-1-1,1 0,0 0,0-1,0 1,-1-1,1 1,0-1,0 0,-1 0,1 0,-1 0,1 0,-1-1,1 1,-1-1,0 0,0 1,1-1,0-1,13-14,-1-1,-1-1,0 0,-1 0,-1-1,-1-1,-1 0,0 0,-2-1,-1-1,0 1,0-8,21-57,-23 99,54 662,-55-635,2-1,2 0,11 33,-11-50</inkml:trace>
  <inkml:trace contextRef="#ctx0" brushRef="#br0" timeOffset="495.824">657 661,'60'-9,"-39"5,1 0,-1 2,1 0,-1 2,1 0,0 2,11 2,-29-4,-1 1,0-1,0 1,0 0,0 0,0 1,0-1,0 0,-1 1,1 0,0 0,-1 0,1 0,-1 0,0 0,0 0,0 1,0-1,0 1,0 0,0 0,-1-1,0 1,1 0,-1 0,0 0,-1 0,1 0,0 1,-1-1,0 0,0 0,0 0,0 1,0-1,0 0,-1 0,0 0,0 0,1 0,-2 0,1 0,0 0,-1 1,-6 8,0 0,-1-1,0 0,0-1,-1 0,-1 0,0-1,0 0,0-1,-1 0,-13 5,-6 7,31-20,0 0,-1 0,1 0,-1 0,1 0,-1 0,1 0,0 0,-1 0,1 0,-1 1,1-1,0 0,-1 0,1 1,0-1,-1 0,1 0,0 1,0-1,-1 0,1 1,0-1,0 0,-1 1,1-1,0 1,0-1,0 0,0 1,0-1,-1 1,1-1,0 0,0 1,0-1,0 1,0-1,0 1,0-1,1 0,-1 1,0-1,0 1,0-1,0 0,0 1,1-1,-1 0,0 1,0-1,1 1,-1-1,0 0,0 0,1 1,-1-1,0 0,1 0,-1 1,1-1,-1 0,32 8,-23-6,12 1,0 1,-1 1,0 1,0 1,0 0,-1 2,0 0,-1 1,0 1,-1 1,0 1,7 6,-22-18,0 1,1 0,-1 0,0 0,0 1,0-1,0 0,-1 1,1-1,0 1,-1 0,0-1,0 1,0 0,0 0,0 0,0 0,-1 0,0 0,1 0,-1 0,0 0,0 0,-1 0,1 0,-1-1,1 1,-1 0,0 0,0 0,0 0,0-1,-1 1,1 0,-1-1,0 1,0-1,0 0,0 1,0-1,0 0,-16 9,-1 0,-1-1,0-1,0-1,0-1,-1-1,0 0,0-2,-1 0,1-2,-2 0,-49 6,55-7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0.0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86 196,'9'2,"-4"1,-1-1,1 0,0 0,-1-1,1 1,0-1,0 0,0 0,0-1,0 0,0 0,0 0,0 0,0-1,0 0,0 0,0 0,0 0,0-1,0 0,-1 0,1 0,-1-1,1 1,-1-1,0 0,3-3,-4 2,0 1,0-1,0 0,-1 0,0 1,0-2,0 1,0 0,0 0,-1-1,0 1,0-1,0 1,0-1,-1 1,0-1,0 1,0-1,0 0,-1 1,0-1,0 1,0-1,0 1,-1 0,1-1,-1 1,0 0,-1 0,1 0,-1 1,0-1,0 0,0 1,-1-1,0 0,0 1,-1 0,1 0,-1 0,0 0,0 1,0 0,0 0,0 0,-1 1,1-1,0 1,-1 1,1-1,-1 1,1 0,-1 0,1 0,0 1,-1 0,1 0,-1 0,1 1,0 0,0 0,0 0,0 0,0 1,-1 1,-46 60,32-26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1.3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64,'51'-37,"-44"33,1 0,-1 1,1 0,0 0,0 0,0 1,0 1,1-1,-1 1,0 1,4-1,-10 1,-1 1,1-1,-1 0,1 1,-1-1,0 1,1 0,-1-1,1 1,-1 0,0 0,0 0,1 0,-1 0,0 0,0 0,0 0,0 0,0 1,0-1,-1 0,1 1,0-1,-1 1,1-1,-1 0,1 1,-1-1,0 1,1 0,-1-1,0 1,0-1,0 1,-8 55,-3-24,-2 0,-1 0,-2-2,-14 22,-2 5,21-26,11-31,0-1,0 1,0 0,0-1,1 1,-1-1,0 1,0 0,1-1,-1 1,1-1,-1 1,0-1,1 1,-1-1,1 1,-1-1,1 1,-1-1,1 0,-1 1,1-1,0 0,-1 1,1-1,-1 0,1 0,0 0,-1 0,1 0,0 1,-1-1,1 0,0 0,-1 0,1-1,0 1,-1 0,1 0,-1 0,1 0,0-1,-1 1,1 0,-1 0,1-1,114-45,-89 32,31-14,-6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2.8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63 1,'-2'1,"0"0,0 1,0-1,0 0,0 1,0 0,1-1,-1 1,1 0,0 0,-1 0,1 0,0 0,0 0,0 0,0 0,0 1,1-1,-1 0,1 0,-1 1,1-1,0 0,0 1,0 0,-2 5,-29 165,32-144,-1-28,0-1,0 0,1 1,-1-1,0 0,0 1,0-1,1 0,-1 1,0-1,1 0,-1 1,0-1,0 0,1 0,-1 1,1-1,-1 0,0 0,1 0,-1 0,0 1,1-1,-1 0,1 0,-1 0,0 0,1 0,-1 0,1 0,-1 0,0 0,1 0,-1 0,1 0,-1-1,0 1,1 0,-1 0,1 0,-1 0,0-1,1 1,-1 0,0 0,1-1,-1 1,0 0,0-1,1 1,-1 0,0-1,0 1,0 0,1-1,-1 1,0 0,0-1,0 1,0-1,0 1,0 0,0-1,46-70,-45 71,-1 0,1 0,-1 0,1 0,0 0,-1 0,1 0,-1 0,1 0,-1 1,1-1,-1 0,1 0,-1 0,1 1,-1-1,1 0,-1 0,1 1,-1-1,1 0,-1 1,0-1,1 1,-1-1,0 1,1-1,-1 1,0-1,1 1,-1-1,0 1,0-1,0 1,0-1,1 1,-1-1,0 1,0-1,0 1,0-1,0 1,0 0,0-1,-1 1,1-1,0 1,0-1,0 1,0-1,-1 1,1-1,0 1,-1-1,1 1,0-1,-1 1,1-1,0 2,18 327,-15-265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4.03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104 0,'-14'21,"1"0,1 1,1 1,1-1,1 2,1-1,1 1,2 0,0 0,1 1,2 0,0 9,1-30,1-1,0 1,0-1,0 1,1 0,-1-1,1 1,0-1,0 1,0-1,0 1,1-1,-1 0,1 0,0 0,0 0,0 0,0 0,1 0,-1-1,1 1,-1-1,1 1,0-1,0 0,0 0,0-1,1 1,-1-1,0 1,1-1,-1 0,1 0,-1 0,1-1,-1 1,1-1,0 0,-1 0,1 0,2-1,1-2,-1 0,1 0,-1-1,0 0,-1 0,1 0,-1-1,1 0,-1 0,-1 0,1 0,-1-1,0 0,0 0,0 0,-1 0,0-1,-1 1,1-1,0-2,-3 7,1 1,-1 0,1-1,-1 1,1 0,-1-1,0 1,0 0,0-1,1 1,-1-1,-1 1,1-1,0 1,0 0,0-1,-1 1,1 0,-1-1,1 1,-1 0,0-1,1 1,-1 0,0 0,0 0,0 0,0 0,0 0,0 0,0 0,0 0,0 0,0 0,-1 1,1-1,0 0,0 1,-1-1,1 1,-1 0,1-1,0 1,-1 0,1 0,-1 0,1 0,0 0,-1 0,1 0,-1 1,1-1,0 0,-1 1,1-1,0 1,-1-1,1 1,0 0,0-1,-1 2,-4 3,1 1,1 0,-1 0,1 0,0 0,0 1,1-1,0 1,0 0,0 0,1 0,0 0,-1 7,3-12,-11 43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4.5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1 163,'1'-7,"1"0,0-1,0 1,1 0,0 0,0 1,0-1,1 1,0 0,1-1,-1 2,1-1,0 1,0-1,1 1,0 1,0-1,0 1,0 0,1 0,-1 1,1 0,0 0,0 1,0-1,0 2,1-1,-1 1,0 0,5 0,-8 2,0 0,0 0,0 0,0 1,-1 0,1-1,0 1,-1 1,1-1,-1 0,0 1,0 0,0 0,0 0,0 0,0 0,-1 0,0 1,1-1,-1 1,-1 0,1-1,0 1,-1 0,0 0,0 0,0 0,12 115,-14-90,-1 0,-1 0,-2 0,-1 0,-1-1,-1 0,-4 6,12-33,0 0,0 1,-1-1,1 0,0 0,0 0,-1 0,1 0,-1 0,1 0,-1 0,1 0,-1 0,0 0,1 0,-1 0,0 0,0 0,0-1,1 1,-1 0,0-1,0 1,0 0,0-1,0 1,0-1,0 0,-1 1,1-1,0 0,0 1,0-1,0 0,0 0,-1 0,1 0,0 0,0-1,0 1,0 0,0 0,0-1,-1 1,-61-88,57 81,1 0,-1 0,0 0,-1 1,1 0,-1 0,0 0,-1 1,-2-1,9 6,1-1,0 1,-1 0,1-1,0 1,0 0,-1-1,1 1,0 0,0-1,0 1,0-1,-1 1,1 0,0-1,0 1,0-1,0 1,0 0,0-1,0 1,0-1,0 1,0 0,0-1,0 1,0-1,0 1,1 0,-1-1,0 1,0-1,0 1,1 0,-1-1,0 1,0 0,1-1,-1 1,0 0,1 0,-1-1,0 1,1 0,-1 0,0 0,1-1,-1 1,0 0,1 0,-1 0,1 0,-1 0,0 0,1 0,-1 0,1 0,-1 0,1 0,-1 0,0 0,1 0,-1 0,1 0,-1 0,0 0,1 1,-1-1,9-4,269-159,-159 89,-7 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2:23.2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2 151,'-2'2,"3"4,7 2,6 5,5 2,2 3,0 1,-2 0,-4 0,-4 5,-7 4,-8 5,-11 1,-11 0,-2-7</inkml:trace>
  <inkml:trace contextRef="#ctx0" brushRef="#br0" timeOffset="256.314">16 98,'16'-7,"12"-5,5-4,5-2,2 0,-1 2,-7 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49.6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215 587,'24'-10,"3"8,0 1,0 2,0 1,0 1,0 1,0 1,-1 1,0 2,0 1,9 5,-33-14,1 0,-1 0,0 1,0-1,0 1,1 0,-1 0,0 0,0 0,0 0,-1 0,1 0,0 1,0-1,-1 1,1-1,0 1,-1 0,0-1,1 1,-1 0,0 0,0 0,0 0,0 0,0 0,-1 0,1 1,-1-1,1 0,-1 0,0 0,0 1,0-1,0 0,0 0,0 1,-1-1,1 0,-1 1,-7 7,-1-1,-1 0,0 0,0-1,0 0,-1-1,0 0,-1-1,-1 1,-14 9,-123 73,147-87,2-2,0 0,0 0,0 0,0 1,0-1,0 0,0 0,1 1,-1-1,0 0,0 1,0-1,0 1,1-1,-1 1,0-1,1 1,-1 0,0-1,1 1,-1 0,1 0,-1-1,1 1,-1 0,1 0,0 0,-1-1,1 1,0 0,0 0,-1 0,1 0,0 0,0 0,0 0,0 0,0 0,0-1,1 1,-1 0,0 0,0 0,1 0,-1 0,8 2,0-1,0 1,1-2,-1 1,0-1,1-1,-1 1,0-2,1 1,2-1,2 0,53-5,1-3,-1-2,23-10,-18 4,0 3,54-2,-113 15</inkml:trace>
  <inkml:trace contextRef="#ctx0" brushRef="#br0" timeOffset="420.414">241 574,'14'-8,"206"-6,30-9,-15 0,42 9,-263 14,-20 1,-23-1,13-2,1 0</inkml:trace>
  <inkml:trace contextRef="#ctx0" brushRef="#br0" timeOffset="759.707">949 254,'1'0,"-1"0,0 0,0 1,0-1,0 0,0 1,0-1,0 0,1 0,-1 1,0-1,0 0,0 1,0-1,0 0,0 0,0 1,0-1,0 0,-1 1,1-1,0 0,0 0,0 1,0-1,0 0,0 0,-1 1,1-1,0 0,0 0,0 1,-1-1,1 0,0 0,0 0,-1 1,1-1,0 0,0 0,-1 0,1 0,0 0,0 0,-1 0,1 0,0 1,-1-1,1 0,0 0,29 15,427 133,-450-146,1 0,-1 0,0 0,0 1,0 0,0 1,0-1,-1 1,0 0,1 0,-1 1,-1-1,1 1,-1 0,0 1,0-1,0 1,-1-1,1 1,-2 0,1 0,-1 1,0-1,0 0,0 1,-1 0,0 4,-4-1,0 0,-1 0,0-1,-1 1,0-1,0 0,-1 0,-1-1,1 0,-1 0,-1 0,1-1,-1 0,0 0,-6 2,-58 45,-3-4,-1-2,-52 21,60-33,24-12</inkml:trace>
  <inkml:trace contextRef="#ctx0" brushRef="#br0" timeOffset="6083.114">4840 293,'-262'-21,"-99"13,326 4,0-2,0-1,0-2,1-1,-18-8,7 3,1 1,-1 3,-1 2,0 2,0 2,-36 1,-582 0,447-5,-177 16,297 3,1 4,1 5,-70 23,145-37,2 1,-1 1,1 1,0 0,0 1,1 1,0 0,1 2,1 0,-1 0,2 2,0 0,0 0,2 1,-8 12,12-11,0 1,2 0,0 0,0 0,2 1,0 0,1 0,0 11,-1 167,4-193,1 1,0 0,0 0,0-1,0 1,1-1,-1 1,1-1,0 0,0 1,0-1,0 0,0 0,1-1,0 1,-1 0,1-1,0 1,0-1,0 0,1 0,-1 0,0-1,1 1,-1-1,1 0,0 0,104 18,-105-19,382 7,-248-9,18 2,154-1,-1-12,13-16,774-156,-773 140,-313 44,0-1,0-1,0 1,0-2,0 1,-1-1,0 0,1-1,-2 0,8-5,-14 6,1 0,-1 0,0 0,0 0,-1-1,1 1,-1 0,0 0,0 0,0 0,0-1,-1 1,0 0,0 0,0 0,0 0,0 0,-1 0,0 0,0 1,0-1,0 0,-1 1,1 0,-1 0,0-1,0 2,-3-4,4 4,-41-52,-2 2,-3 2,-13-9,-5 4,-2 3,-61-35,87 60</inkml:trace>
  <inkml:trace contextRef="#ctx0" brushRef="#br0" timeOffset="32556.518">0 387,'25'-24,"-24"23,0 0,0-1,0 1,1 0,-1 0,0 0,1 0,-1 0,1 0,-1 1,1-1,0 0,-1 1,1-1,0 1,-1 0,1-1,0 1,-1 0,1 0,0 0,0 0,-1 0,1 1,0-1,-1 0,1 1,0-1,-1 1,1 0,-1 0,1-1,-1 1,1 0,-1 0,0 0,1 1,-1-1,0 0,0 0,0 1,0-1,0 1,0-1,0 1,2 108,-5-48,2-61,0 1,0-1,1 0,-1 0,1 1,-1-1,1 0,-1 0,1 1,0-1,0 0,-1 0,1 0,0 0,0 0,0 0,0 0,0-1,0 1,1 0,-1-1,0 1,0 0,0-1,1 1,-1-1,0 0,1 1,-1-1,0 0,1 0,-1 0,0 0,1 0,-1 0,29 11,-27-6,0 0,0 0,-1 0,0 1,0-1,0 1,-1-1,0 1,0 0,0-1,-1 1,0 0,0 0,0-1,-1 1,0 0,0-1,-1 3,1-1,-48 210,42-188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1:46.44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334 256,'0'0,"0"0,0 0,0 0,1 0,-1 0,0 0,0 1,0-1,1 0,-1 0,0 0,0 0,0 0,0 0,1 0,-1 1,0-1,0 0,0 0,0 0,0 0,1 0,-1 1,0-1,0 0,0 0,0 0,0 1,0-1,0 0,0 0,0 0,0 1,0-1,0 0,0 0,0 0,0 1,0-1,0 0,0 0,0 0,0 1,0-1,0 0,0 0,0 0,0 0,-1 1,1-1,0 0,0 0,141 13,-116-13,1 1,-1 2,0 0,0 1,0 2,-1 0,6 4,-27-9,-1-1,0 1,0 0,0 0,0 0,0 0,0 0,0 0,0 1,0-1,0 1,0-1,-1 1,1 0,-1-1,1 1,-1 0,0 0,0 0,0 0,0 0,0 1,0-1,0 0,-1 0,1 0,-1 1,0-1,0 0,1 1,-2-1,1 0,0 1,0-1,-1 0,1 1,-1-1,0 0,1 0,-1 0,0 0,0 0,-2 2,-9 11,-2 0,0-1,0 0,-1-2,-1 0,0 0,-1-1,0-1,0-1,-1-1,0 0,-4 0,-16 9,-142 66,170-67,37-13,16-6,-1-2,0-2,25-7,-30 5,72-15,1 4,1 5,100 0,-195 15,-27-1,-6-1,-7 0</inkml:trace>
  <inkml:trace contextRef="#ctx0" brushRef="#br0" timeOffset="450.794">441 190,'58'8,"249"-1,-133-5,72 14,-200-11,-43-3,-12-2,-2 0</inkml:trace>
  <inkml:trace contextRef="#ctx0" brushRef="#br0" timeOffset="818.121">1003 2,'-8'-2,"30"12,-17-8,55 21,-1 3,-1 2,-1 3,-2 3,48 37,-90-59,0-1,-1 2,0 0,-1 0,-1 1,0 0,-1 1,0 0,4 12,-11-21,1 0,-1 0,0 0,0 1,-1-1,0 1,0-1,-1 1,1-1,-1 1,-1 0,1-1,-1 1,0-1,-1 1,0-1,0 0,0 0,-1 1,1-1,-2-1,1 1,-1 0,1-1,-1 0,-4 4,-11 7,0-1,-1-1,0 0,-1-2,-1 0,0-2,0 0,-13 3,12-4,-234 96,201-73,56-23,11-3</inkml:trace>
  <inkml:trace contextRef="#ctx0" brushRef="#br0" timeOffset="6941.301">4772 203,'-5'-6,"0"0,0 0,0 1,-1 0,1 0,-1 1,0-1,-1 1,1 0,-1 1,0 0,0 0,0 0,0 1,0 0,-1 0,1 1,0 0,-8 0,-118-19,-88 0,-1 0,-163-23,185 45,-150 21,286-17,-487 9,183 42,321-51,29-5,0 0,-1 2,1 0,0 1,0 1,1 0,-1 1,1 1,0 1,1 1,0 0,-14 11,24-13,0 1,0 0,0 0,1 1,1-1,0 1,0 0,0 0,1 1,1-1,0 1,0-1,0 1,1 0,1 0,0 0,0-1,1 1,0 0,2 6,0-6,0-1,1 1,0-1,0 0,1 0,0-1,0 0,1 1,1-2,-1 1,1-1,0 0,1 0,3 2,3 5,9 5,1-1,1-1,0-1,2-1,-1-1,4 0,4 3,24 10,1-3,1-3,1-2,0-3,1-3,1-2,0-3,1-3,32-2,106-9,-1-9,69-19,33-2,367-7,-515 33,-43 6,0-6,-1-5,15-7,-121 20,1 2,-1 0,0-1,0 0,0 0,0 0,0 0,0-1,0 0,-1 0,1 0,0-1,-1 1,0-1,0 0,0 0,0-1,0 1,0-1,-1 0,0 0,0 0,0 0,0-1,-1 1,1-1,-1 0,0 1,0-2,-1-3,0 1,-1 0,0-1,0 1,-1 0,0 0,0-1,-1 1,0 0,0 0,-1 0,0 0,0 1,-1-1,0 1,-1 0,-1-2,-7-8,0 0,-1 1,-1 0,-1 1,0 1,-5-2,-3-1,-2 0,0 2,0 1,-2 1,0 1,0 2,-1 1,0 1,0 1,-1 2,0 1,0 1,0 1,-17 3,-125 12,4 11</inkml:trace>
  <inkml:trace contextRef="#ctx0" brushRef="#br0" timeOffset="34220.952">0 390,'2'-16,"4"-10,2-7,2 0,2 0,-1 9,-3 13,-2 15,-2 13,-2 14,0 12,3 8,5 7,3 5,0-8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254 200,'-5'19,"-3"14,-1 13,2 9,1 5,2 0,2-3,3-8,2-9,0-12</inkml:trace>
  <inkml:trace contextRef="#ctx0" brushRef="#br0" timeOffset="1">93 0,'255'286,"-134"-129,-113-144,-1 0,0 1,0 0,-1 0,-1 0,-1 1,0-1,-1 1,0 0,-1 0,0 14,-3-20,0 0,0 0,-1 0,0-1,0 1,-1 0,0-1,-1 0,0 0,0 0,-1 0,0-1,0 1,0-1,-1 0,0-1,-1 0,0 0,0 0,0-1,0 0,-1 0,-5 2,-4 2,-1-1,0 0,-1-2,0 0,0-1,-1-1,1 0,-1-2,0 0,-5-2,13 1,0 0,0-1,0-1,0 0,0 0,0-1,0-1,0 0,0-1,1 0,0-1,0 0,0 0,-6-6,4-8,10 0</inkml:trace>
  <inkml:trace contextRef="#ctx0" brushRef="#br0" timeOffset="2">1136 335,'-6'-8,"0"1,-1 0,0 0,-1 1,1 0,-1 0,0 0,-1 1,1 1,-1-1,0 1,0 1,0 0,-1 0,1 1,-1 0,1 0,-1 1,0 1,1 0,-1 0,0 0,0 1,1 1,-1 0,1 0,-1 1,1 0,0 1,0 0,0 0,1 1,-1 0,1 0,0 1,-3 4,2 0,1 0,0 0,1 1,0 1,0-1,1 1,1 0,0 0,1 1,0-1,1 1,0 0,1 0,1 0,0 0,1 0,0 1,1-1,0 0,1 0,0 0,2 0,-1-1,1 1,1-1,0 0,1 0,0 0,1-1,0 0,1-1,0 1,1-1,0-1,1 0,9 8,0-5,1 0,0-1,1-1,1 0,-1-2,1-1,1 0,-1-2,1-1,0 0,0-2,0-1,0 0,7-2,48-4</inkml:trace>
  <inkml:trace contextRef="#ctx0" brushRef="#br0" timeOffset="3">1564 281,'-3'23,"0"18,3 15,5 10,7 6,4 2,0-3,1-6,-2-12,-5-13,-3-13</inkml:trace>
  <inkml:trace contextRef="#ctx0" brushRef="#br0" timeOffset="4">1564 281,'13'-7,"17"5,16 9,14 15,9 15,3 13,-1 9,-6 8,-7 4,-12-1,-13-3,-21-4,-29-4,-38-2,-50 0,-5-10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2992 498,'8'619,"-3"185,-33-215,15-309,-27 119,38-375,-13 318,7-56,-21 85,16 107,16 41,13-348,37 158,-18-126,-10-41,-8 0,-4 44,8 354,-17 20,-17-140,0 481,11-838,5 0,2 0,5 0,3-1,3 0,10 18,-11-56</inkml:trace>
  <inkml:trace contextRef="#ctx0" brushRef="#br0" timeOffset="1">3005 551,'-2'-519,"2"515,0 3,-1 0,1 1,-1-1,1 0,0 1,0-1,-1 0,1 0,0 1,0-1,0 0,0 0,0 1,0-1,0 0,0 0,0 1,0-1,1 0,-1 0,0 1,0-1,1 0,-1 0,1 1,-1-1,0 1,1-1,-1 0,1 1,-1-1,1 1,0-1,-1 1,1-1,-1 1,1 0,0-1,-1 1,1 0,0-1,0 1,-1 0,1 0,0 0,0-1,-1 1,1 0,0 0,0 0,117 55,-61-34,0-2,1-3,0-2,2-3,-1-3,1-2,0-3,30-3,773-17,208-14,-278 8,-629 23,132-19,-207 7,-16 2,2 3,42 2,5 6,-121-1,0 0,1 1,-1-1,0 0,0 0,1 1,-1-1,0 1,0-1,1 1,-1 0,0-1,0 1,0 0,0 0,0 0,0 0,0 0,0 0,-1 0,1 0,0 0,-1 0,1 0,0 0,-1 1,1-1,-1 0,0 0,1 1,-1-1,0 0,0 1,0-1,0 0,0 1,0-1,0 0,0 1,-1-1,1 0,-18 62,13-50,-8 28,1 0,2 1,2 1,-2 37,-21 471,8 661,13-993,13 116,17 570,-12-220,-2 226,-7-568,-7-67,-22 101,-41 640,65-892,-55 689,-1 17,35-433,27-305,5 0,9 42,-7-75,-3-13,22 114</inkml:trace>
  <inkml:trace contextRef="#ctx0" brushRef="#br0" timeOffset="2">3139 9562,'-1'0,"0"-1,0 1,1-1,-1 1,0-1,0 1,1-1,-1 1,0 0,0-1,0 1,0 0,0 0,0 0,0 0,1 0,-1 0,0 0,0 0,0 0,0 0,0 0,0 0,0 1,1-1,-1 0,0 1,0-1,0 1,1-1,-1 1,0-1,0 1,1 0,-1-1,0 1,1 0,-1-1,1 1,-1 0,1 0,-1-1,1 1,0 0,-1 0,1 0,-6 48,6-40,0 421</inkml:trace>
  <inkml:trace contextRef="#ctx0" brushRef="#br0" timeOffset="3">134 2600,'-19'11,"-7"7,0 1,5 1,7-1,14-4,14-4,4-5</inkml:trace>
  <inkml:trace contextRef="#ctx0" brushRef="#br0" timeOffset="4">415 1263,'446'38,"152"-35,-237 23,-269-24,0 4,-1 3,29 11,-66-12,-1-2,2-3,-1-2,20-3,99 3,-52 23,17-4,-123-12,-19-7</inkml:trace>
  <inkml:trace contextRef="#ctx0" brushRef="#br0" timeOffset="5">134 2546,'-1'1,"1"-1,0 0,-1 0,1 0,0 0,0 1,-1-1,1 0,0 0,-1 1,1-1,0 0,0 0,0 1,-1-1,1 0,0 1,0-1,0 0,0 1,0-1,0 0,-1 1,1-1,0 0,0 1,0-1,0 1,0-1,0 0,1 1,-1-1,0 0,0 1,0-1,0 0,0 1,0-1,1 0,-1 1,0-1,0 0,0 0,1 1,-1-1,0 0,0 0,1 1,-1-1,0 0,1 0,-1 0,0 1,1-1,-1 0,0 0,1 0,-1 0,0 0,84 12,317 0,-119-12,-21 1,11 11,-73 7,51 3,97-8,-149-15,-86-12,-93 14,0 1,-1 1,0 1,1 0,-1 1,5 3,98 20,-59-17,-57-10</inkml:trace>
  <inkml:trace contextRef="#ctx0" brushRef="#br0" timeOffset="6">0 4044,'352'-24,"-224"22,-1 5,6 6,680 49,-333-34,-216-12,-175-4,51-1,-90-9,44 2,-78 0</inkml:trace>
  <inkml:trace contextRef="#ctx0" brushRef="#br0" timeOffset="7">3756 876,'-16'-6,"0"1,0 1,-1 0,0 1,0 1,1 0,-1 2,-1 0,1 0,0 2,1 0,-1 1,0 1,1 0,0 1,0 1,0 1,0 0,1 1,0 0,1 1,0 1,-7 6,16-12,0-1,0 1,1-1,-1 1,1 1,-1-1,1 0,1 1,-1 0,1 0,0 0,0 1,0-1,1 1,-1-1,2 1,-1 0,0 0,1 0,0 0,1 0,-1 0,1 0,0 0,1 0,-1 0,1 0,1 0,-1 0,1 0,0-1,0 1,0-1,1 1,0-1,0 0,0 0,3 2,13 9,1 0,0-2,2 0,-1-1,2-1,-1-2,2 0,-1-1,1-1,3-1,-8-1,26 9,-22-9,-1 1,1 1,-2 0,1 2,-1 1,-1 1,0 0,0 2,-18-13,-1 0,1 1,0-1,0 0,-1 1,1 0,-1-1,1 1,-1 0,0 0,0 0,0 0,0 0,0 0,0 0,-1 0,1 0,0 0,-1 1,0-1,0 0,1 0,-1 1,-1-1,1 0,0 0,0 0,-1 1,1-1,-1 0,0 0,0 0,0 0,0 0,0 0,0 0,0 0,-1 0,1-1,0 1,-1 0,0-1,-14 10,0-1,-1-1,0 0,0-1,-1-1,0-1,-1 0,1-2,-1 0,0-1,0-1,0 0,0-2,0 0,-5-1,-5 0,29 1,0 0,0 0,0 0,0-1,0 1,0 0,0 0,0-1,0 1,0 0,0 0,0-1,0 1,0 0,0 0,0-1,0 1,0 0,0 0,0-1,0 1,0 0,-1 0,1-1,0 1,0 0,0 0,0 0,0-1,-1 1,1 0,0 0,0 0,0 0,-1-1,1 1,0 0,0 0,-1 0,1 0,0 0,16-7</inkml:trace>
  <inkml:trace contextRef="#ctx0" brushRef="#br0" timeOffset="8">4037 1344,'14'-9,"-1"0,2 1,-1 1,1 0,0 1,0 1,0 0,1 1,0 1,0 0,0 1,0 1,0 1,12 0,-24 1,0-1,-1 1,1 0,0 0,-1 0,1 0,-1 1,0 0,1-1,-1 1,0 0,0 0,0 1,0-1,0 1,-1-1,1 1,-1 0,0 0,0 0,0 0,0 0,0 1,-1-1,1 1,-1-1,0 1,0-1,0 1,-1 0,1-1,-1 1,0 0,0-1,0 3,-4 8,-1 1,0-2,0 1,-2 0,0-1,0-1,-1 1,-1-1,0 0,0-1,-1 0,-11 9,16-14,-28 28,15-17,2 1,0 0,1 1,1 1,-2 4,15-23,0 1,0-1,0 0,0 1,0-1,1 1,-1-1,0 1,1-1,-1 1,1-1,0 1,0-1,-1 1,1 0,0-1,0 1,0 0,1-1,-1 1,0-1,1 1,-1-1,1 1,-1-1,1 1,0-1,-1 1,1-1,0 1,0-1,0 0,0 0,0 0,1 1,-1-1,0 0,0 0,1-1,-1 1,1 0,-1 0,2 0,12 3,-1 0,1-1,0 0,1-1,-1-1,0 0,0-2,2 1,4-1,235-15,-177 6</inkml:trace>
  <inkml:trace contextRef="#ctx0" brushRef="#br0" timeOffset="9">3623 2092,'-14'-2,"0"1,-1 0,1 1,0 1,-1 1,1 0,0 0,0 1,0 1,1 1,-1 0,1 0,0 1,1 1,-1 0,1 1,1 1,-10 7,16-12,0-1,0 1,0 0,1 1,-1-1,1 1,0-1,1 1,-1 1,1-1,0 0,0 1,0-1,1 1,0 0,0 0,1 0,0 0,0 0,0 0,0 1,1-1,0 0,1 0,-1 0,1 0,0 0,1 1,-1-2,1 1,1 0,-1 0,1-1,0 1,2 3,11 6,1 0,1-1,0-1,1 0,0-2,1 0,0-1,0-1,1-1,19 4,-16-3,5 1,-11-4,1 1,-1 0,0 2,0 0,-1 0,0 2,-1 0,3 3,-17-12,0 0,0 0,0 0,-1 0,1 0,0 0,-1 0,1 0,-1 1,0-1,0 1,0-1,0 1,0-1,-1 1,1 0,-1-1,1 1,-1 0,0-1,0 1,0 0,-1-1,1 1,-1 0,1-1,-1 1,0-1,0 1,0-1,0 1,0-1,-1 0,1 1,-1-1,1 0,-1 0,0 0,0 0,0 0,0-1,0 1,-2 0,-18 12,0-2,-1 0,0-1,0-2,-1 0,-1-2,1 0,-1-2,0-1,-1-1,-17 0,-34 1,64-7,25-1</inkml:trace>
  <inkml:trace contextRef="#ctx0" brushRef="#br0" timeOffset="10">3958 2733,'17'-25,"-1"0,0-2,-2 0,-2-1,0 0,-2-1,-1 0,-1 0,-1-1,2-29,-6 35,-3 24,0 0,0 0,0 0,-1 0,1 0,0 0,0 0,0 1,-1-1,1 0,0 0,0 0,0 0,0 0,-1 0,1 0,0 0,0 0,0 0,0-1,-1 1,1 0,0 0,0 0,0 0,0 0,-1 0,1 0,-9 25,-1 17,1 0,2 0,2 1,2 0,2 0,2 0,1 0,3 0,1-1,8 24,29 88,-24-92</inkml:trace>
  <inkml:trace contextRef="#ctx0" brushRef="#br0" timeOffset="11">3449 3416,'-16'-1,"0"1,0 0,0 1,1 1,-1 1,0 0,1 1,0 1,-1 0,2 1,-1 1,1 0,0 1,0 1,1 0,1 0,-1 1,1 1,-2 4,10-12,1 1,0 1,0-1,0 0,0 1,1-1,-1 1,1 0,1 0,-1-1,1 1,-1 1,1-1,1 0,-1 0,1 0,0 0,0 1,0-1,1 0,0 0,0 0,0 0,1 0,0 0,0 0,0 0,0-1,1 2,10 10,1 0,0-1,1 0,1-1,0-1,1-1,0 0,1-1,11 5,-7-4,6 6,9 2,-2 2,-1 1,0 2,-2 2,27 28,-55-52,0 0,-1 0,0 0,0 1,0-1,0 1,0-1,-1 1,0 0,0 0,0 0,0 0,0 1,-1-1,0 0,0 1,0-1,0 1,-1-1,0 1,0 0,0-1,0 1,-1-1,1 1,-1-1,-1 0,1 1,0-1,-1 0,0 0,0 0,0 0,-1 0,1 0,-1 0,0-1,0 1,-12 5,-1-1,0 0,0-1,-1-1,0-1,0 0,0-1,-1 0,1-2,-1 0,0-1,0-1,0-1,8 2,-5 0,0 0,0-1,0-1,0 0,0-1,-13-3,27 4,0 1,0 0,1 0,-1 0,0-1,1 1,-1 0,0-1,1 1,-1-1,0 1,1-1,-1 1,1-1,-1 1,1-1,-1 1,1-1,-1 0,1 1,-1-1,1 0,0 1,0-1,-1 0,1 0,0 1,0-1,0 0,0 0,0 1,-1-1,2 0,-1 0,0 1,0-1,0 0,0 0,0 1,1-1,-1 0,0 0,1 1,-1-1,0 0,1 1,-1-1,1 1,-1-1,1 0,-1 1,1-1,0 1,-1-1,1 1,-1 0,1-1,0 1,0 0,-1-1,1 1,0 0,0 0,-1 0,1-1,0 1,0 0,-1 0,1 0,0 0,26-14</inkml:trace>
  <inkml:trace contextRef="#ctx0" brushRef="#br0" timeOffset="12">3850 4070,'1'5,"-1"0,1 0,0 0,0 0,0 0,0 0,1-1,0 1,0-1,0 1,1-1,-1 0,1 1,0-1,0-1,1 1,-1 0,1-1,0 0,0 0,0 0,0 0,0-1,1 1,-1-1,1 0,0-1,-1 1,1-1,0 0,0 0,2 0,6 2,0 0,0-2,-1 1,1-2,0 0,0 0,0-1,0-1,0 0,0-1,-1 0,1-1,-1 0,0-1,0 0,-1-1,0-1,0 1,0-2,7-6,-15 11,-1 0,1-1,-1 1,0-1,0 1,0-1,-1 0,1 0,-1 0,0 0,0 0,0 0,0 0,-1 0,0-1,0 1,0 0,0 0,-1 0,1 0,-1 0,0-1,-1 1,1 1,-1-1,1 0,-1 0,0 1,0-1,-1 1,1-1,-1 1,0 0,0 0,0 0,-1-1,-5-4,0 1,0 0,-1 0,0 1,0 0,-1 1,1 0,-1 1,0 0,0 1,-1 0,1 0,-1 1,1 1,-1 0,0 1,0 0,1 1,-1 0,1 0,-1 2,1-1,-1 1,1 1,0 0,1 1,-1 0,1 0,0 1,-4 3,1 1,0 1,1 1,1 0,-1 1,2 0,-7 10,-13 25</inkml:trace>
  <inkml:trace contextRef="#ctx0" brushRef="#br0" timeOffset="13">7407 849,'-5'6,"1"1,0-1,1 1,-1 0,2 1,-1-1,1 0,0 1,0-1,1 1,0 0,0-1,1 1,0 0,0 0,1-1,0 1,1 0,-1-1,1 1,1-1,-1 0,1 0,1 0,-1 0,1 0,1-1,-1 1,1-1,0 0,0-1,1 1,4 3,-3-2,0-1,0 0,0-1,0 0,1 0,0 0,0-1,0 0,0-1,1 0,0 0,-1 0,1-2,0 1,0-1,0 0,0-1,0 0,0 0,0-1,0 0,0-1,0 0,0 0,0-1,-1 0,1 0,-1-1,0 0,0-1,-1 0,1 0,5-6,-7 5,0 0,0-1,-1 0,1-1,-2 1,1-1,-1 0,-1 0,1 0,-1-1,-1 1,1-1,-2 1,1-1,-1 0,0 0,-1 0,0 0,0 1,-1-1,0 0,-1 0,0 0,0 1,-1-1,0 1,-1 0,1 0,-2 0,1 0,-1 1,0 0,0 0,-1 0,0 0,-1 1,1 0,-1 0,0 1,-5-3,-1 3,0 1,-1 0,0 1,1 0,-1 1,0 1,0 0,-1 1,1 0,0 1,0 1,0 0,1 1,-1 0,0 1,1 1,0 0,0 1,1 0,-1 1,1 0,1 1,-1 1,1 0,1 0,0 1,0 0,6-7,1 0,-1 0,1 1,0-1,0 1,0-1,0 1,1 0,0 0,-1 1,1-1,1 0,-1 1,1-1,-1 1,1-1,1 1,-1 0,1-1,0 1,0 0,0-1,0 1,1 0,0-1,0 1,0-1,0 1,1-1,0 1,0-1,0 0,0 0,1 0,0 0,2 3,35 22,3-8</inkml:trace>
  <inkml:trace contextRef="#ctx0" brushRef="#br0" timeOffset="14">7821 943,'1328'-25,"-1200"23,960-36,-1027 29,-60 9,-1 0,0 0,0 0,0 0,1-1,-1 1,0 0,0 0,0 0,0-1,1 1,-1 0,0 0,0 0,0-1,0 1,0 0,0 0,0-1,0 1,0 0,0 0,0-1,0 1,0 0,0 0,0-1,0 1,0 0,0 0,0-1,0 1,0 0,0 0,0 0,0-1,-1 1,1 0,0 0,0-1,0 1,0 0,0 0,-1 0,1 0,0-1,0 1,-1 0,1 0,0 0,0 0,0 0,-1 0,1 0,0 0,0 0,-1 0,1 0,0-1,0 1,-1 1,1-1,0 0,-1 0,-10-5</inkml:trace>
  <inkml:trace contextRef="#ctx0" brushRef="#br0" timeOffset="15">6417 929,'-3'12,"1"0,0 1,0-1,1 1,1 0,0-1,1 1,0 0,1-1,1 1,0-1,0 0,1 0,1 0,0-1,0 1,1-1,1 0,0-1,0 1,1-1,0-1,1 0,0 0,6 4,-12-11,1 0,0 0,0 0,0 0,0-1,1 1,-1-1,0 0,1 0,-1-1,0 1,1-1,-1 0,1 0,-1 0,1-1,-1 0,0 0,1 0,-1 0,0 0,0-1,0 0,0 0,0 0,0-1,-1 1,1-1,-1 0,1 0,-1 0,1-1,4-4,-1-1,1-1,-1 0,-1 0,0 0,0 0,-1-1,-1 0,1 0,-2-1,2-6,-3 11,0 0,-1-1,0 1,0 0,-1-1,0 1,0 0,-1-1,0 1,0 0,0 0,-1 0,0 0,-1 0,0 0,0 0,0 1,-1-1,0 1,0 0,0 0,-1 1,0-1,0 1,0 0,-1 0,0 1,0-1,0 1,0 1,-3-2,0 2,0 0,0 0,0 0,-1 1,1 1,-1-1,1 2,-1-1,1 1,-1 1,0 0,1 0,-1 1,1 0,0 0,-2 2,5-2,0 0,0 0,0 1,0 0,1 0,-1 1,1 0,0 0,0 0,0 0,0 1,1 0,0 0,0 0,0 0,1 1,-1 0,1-1,1 1,-1 0,1 0,0 1,0-1,1 1,0-3,1 0,0 0,0 0,0-1,0 1,1 0,-1 0,1 0,0 0,0-1,1 1,-1 0,1-1,1 3,11 15</inkml:trace>
  <inkml:trace contextRef="#ctx0" brushRef="#br0" timeOffset="16">6351 582,'2'-2,"12"1,18 3,23 4,23 0,19 0,13-1,4 0,-18 0</inkml:trace>
  <inkml:trace contextRef="#ctx0" brushRef="#br0" timeOffset="17">6578 2400,'58'-167,"-9"-64,-48 321,-1 278,3-325</inkml:trace>
  <inkml:trace contextRef="#ctx0" brushRef="#br0" timeOffset="18">6351 1878,'11'3,"22"2,26 1,30-1,27-3,22-3,11-2,-19-2</inkml:trace>
  <inkml:trace contextRef="#ctx0" brushRef="#br0" timeOffset="19">7420 2186,'-9'2,"0"0,0 1,0 1,1 0,-1 0,1 0,0 1,1 0,-1 1,1-1,0 2,0-1,1 1,-1 0,2 0,-1 1,1-1,0 1,1 0,0 1,0-1,0 1,1 0,1 0,0 0,0 0,0 0,1 0,1 0,0 1,0-1,0 0,1 1,1-1,0 0,0 0,0 0,1 0,1-1,0 1,0-1,0 0,1 0,0 0,1 0,-1-1,2 0,-1 0,4 2,-2-3,1 0,0-1,0 0,0-1,0 0,0 0,1-1,0 0,0-1,-1 0,1-1,1 0,-1 0,0-1,0 0,0-1,0 0,0-1,0 0,0 0,-1-1,1 0,-1-1,1 0,-1-1,-1 0,1 0,-1-1,1 0,-2 0,1-1,-1 0,0 0,0-1,-1 0,0 0,3-7,-5 8,0-1,-1 0,-1 0,1 0,-1-1,-1 1,1 0,-1-1,-1 1,0-1,0 1,0-1,-1 1,-1 0,1-1,-1 1,-1 0,1 0,-1 0,-1 0,0 1,0-1,0 1,-1 0,0 0,0 0,-1 1,0 0,0 0,0 0,-1 1,0 0,-5-3,3 3,-1 0,1 1,-1 0,0 0,-1 1,1 0,-1 1,1 0,-1 1,0 0,1 1,-1 0,0 1,0 0,1 0,-1 1,1 1,-1 0,1 0,0 1,0 0,0 1,1 0,0 0,0 1,0 0,0 1,-3 4,9-7,0-1,1 1,-1 0,1 0,0 0,0 0,1 0,-1 0,1 1,0-1,0 0,0 1,1-1,0 1,-1-1,2 1,-1-1,0 1,1-1,0 0,0 1,0-1,1 0,-1 1,1-1,0 0,0 0,0-1,1 1,0 0,-1-1,1 1,0-1,1 0,-1 0,1 0,1 1,33 23</inkml:trace>
  <inkml:trace contextRef="#ctx0" brushRef="#br0" timeOffset="20">7847 2333,'393'10,"1056"7,-1018-5,-426-11,-17-1,-12 0</inkml:trace>
  <inkml:trace contextRef="#ctx0" brushRef="#br0" timeOffset="21">6377 3482,'182'3,"-179"-3,0 1,-1-1,1 0,0 1,-1-1,1 1,0 0,-1 0,1 0,-1 0,0 0,1 1,-1-1,0 1,0 0,0-1,0 1,0 0,0 0,0 0,-1 1,1-1,-1 0,1 0,-1 1,0-1,0 1,0-1,0 1,-1 0,1-1,-1 1,1 0,-1-1,0 1,0 0,0-1,-1 1,1 0,-1-1,1 1,-1 1,-6 13,-1-1,0 1,-1-2,0 1,-2-1,0 0,0-1,-8 6,11-11,-245 266,250-271,1-3,0 0,1 1,-1-1,1 0,-1 0,1 1,0-1,-1 1,1-1,0 1,0 0,0-1,0 1,0 0,1 0,-1-1,0 1,1 0,-1 0,1 0,0 0,0 0,0 0,0 0,0 0,0 0,0 0,0 0,1 0,-1 0,1-1,0 1,-1 0,1 0,0 0,0-1,0 1,1 1,6-1,0 0,0 0,-1-1,1 0,0 0,0-1,0 0,0 0,5-1,66-9,-1-3,0-4,58-21,-39 5,-70 20</inkml:trace>
  <inkml:trace contextRef="#ctx0" brushRef="#br0" timeOffset="22">6203 3229,'-4'-5,"11"-1,24 0,28-1,32-2,26-1,17 1,7 2,-21 2</inkml:trace>
  <inkml:trace contextRef="#ctx0" brushRef="#br0" timeOffset="23">7299 3857,'-6'5,"0"1,0 0,0 0,1 0,-1 1,2-1,-1 1,1 1,0-1,0 1,1-1,0 1,0 0,1 0,0 0,1 0,-1 0,2 1,-1-1,1 0,0 1,1-1,0 0,0 1,1-1,0 0,0 0,1 0,0-1,1 1,0 1,5-1,0 0,0 0,1-1,0 0,0 0,1-2,0 1,0-1,0-1,0 0,1 0,0-1,-1-1,1 0,0 0,1-1,-1-1,0 0,0-1,0 0,0-1,0 0,-1-1,6-2,-10 4,-1 0,1-1,0-1,-1 1,1-1,-1 0,0 0,0-1,0 1,0-1,0-1,-1 1,0-1,0 0,0 0,-1-1,0 1,0-1,0 0,-1 0,1 0,-1-1,-1 1,0-1,1 0,-2 1,1-1,-1 0,0 0,-1 0,1 0,-2 0,1 0,-1 0,0 0,0 0,0 0,-1 0,-4-4,0 0,-1 1,0 0,0 0,-1 1,-1 0,1 0,-1 1,-1 1,1-1,-2 1,1 1,0 0,-1 0,0 1,-1 0,1 1,-1 1,0 0,0 0,0 1,0 0,0 1,0 1,0 0,-10 1,15 0,1 1,-1-1,1 1,0 0,0 1,0-1,0 1,0 0,1 1,-1-1,1 1,0 0,0 1,-3 2,6-5,0 0,0 1,0-1,1 1,-1-1,1 1,-1 0,1 0,0-1,0 1,0 0,1 0,-1 0,1 0,-1 0,1 0,0 0,0 0,1 0,-1 0,0 0,1 0,0 0,0 0,0 0,0 0,0 0,0-1,1 1,-1-1,1 1,0 0,29 28,4-5</inkml:trace>
  <inkml:trace contextRef="#ctx0" brushRef="#br0" timeOffset="24">7928 4004,'679'-50,"288"32,-922 17,711 18,-662-6,-80-2,-26-6</inkml:trace>
  <inkml:trace contextRef="#ctx0" brushRef="#br0" timeOffset="25">6323 5033,'28'-7,"0"1,0 1,1 1,-1 1,1 2,15 1,-41 0,0-1,0 1,1-1,-1 1,0 0,0 0,1 0,-1 1,0-1,0 1,0-1,0 1,0 0,0 1,0-1,0 0,0 1,0 0,0-1,-1 1,1 0,-1 0,0 1,1-1,-1 0,0 1,0 0,0-1,-1 1,1 0,-1 0,0 0,1 2,-4 4,-2 0,1 0,-1 0,-1-1,0 0,0 0,0 0,-1 0,0-1,-1 0,1 0,-1-1,-1 0,1 0,-1-1,-2 1,-99 71,108-77,0 0,1 1,-1-1,0 0,0 1,0-1,1 1,-1-1,0 1,0-1,1 1,-1 0,0-1,1 1,-1 0,1 0,-1-1,1 1,-1 0,1 0,0 0,-1-1,1 1,0 0,0 0,0 0,-1 0,1 0,0 0,0 0,0 0,0-1,1 1,-1 0,0 0,0 0,0 0,1 0,-1 0,1-1,-1 1,0 0,1 0,-1-1,1 1,0 0,-1 0,1-1,0 1,-1-1,1 1,0-1,-1 1,1-1,0 1,0-1,0 1,0-1,-1 0,1 0,0 1,0-1,0 0,0 0,0 0,173 53,-162-47,0 0,0 0,0 2,-1-1,-1 1,1 1,-1 0,6 7,-13-13,-1 0,1 0,-1 0,1 0,-1 0,0 1,0-1,-1 1,1 0,-1-1,0 1,0 0,0 0,0 0,-1 0,1 0,-1 0,0 0,0 0,-1 0,1-1,-1 1,0 0,0 0,0 0,-1 0,1-1,-1 1,0-1,0 1,0 0,-11 10,-1 0,-1-1,1-1,-2 0,0-1,0 0,-1-1,0-1,-1-1,0-1,0 0,-1-1,0-1,-4 3,-1-1,0-1,0-2,-1 0,1-1,-1-2,1 0,-3-2,-26-5</inkml:trace>
  <inkml:trace contextRef="#ctx0" brushRef="#br0" timeOffset="26">6270 4846,'-16'0,"-8"0,6 0,12 3,18 2,26 1,26-1,28-4,23-3,19-5,15 0,3-2,-23 1</inkml:trace>
  <inkml:trace contextRef="#ctx0" brushRef="#br0" timeOffset="27">7407 5354,'-9'13,"1"1,1 0,0 1,1-1,0 1,2 0,0 1,0-1,1 1,1 0,0 13,2-22,0 0,0-1,1 1,-1 0,2-1,-1 1,1-1,0 1,0-1,0 0,1 0,0 0,0 0,1-1,0 1,0-1,0 0,0 0,1 0,0 0,0-1,0 0,1 0,-1 0,1-1,0 0,0 0,0 0,0-1,3 1,1-1,-1 0,0 0,1-1,-1 0,1-1,-1 0,1 0,-1-1,0 0,1-1,-1 0,0 0,0-1,0-1,0 1,0-1,-1-1,0 0,0 0,0 0,-1-1,1 0,-1-1,-1 1,1-1,-1-1,0 1,-1-1,0 0,0 0,-1-1,0 1,0-1,-1 0,0 0,-1 0,0-1,0 1,-1 0,0-1,-1 1,0-1,0 1,-1-1,0 1,-1-2,-1 3,0 1,0-1,0 1,-1 0,0 1,-1-1,1 1,-1-1,-1 1,1 1,-1-1,0 1,0 0,0 0,-1 1,1 0,-1 0,0 1,-1-1,1 1,-1 1,1 0,-1 0,0 0,1 1,-1 0,0 1,0-1,0 2,0-1,0 1,0 0,1 1,-1 0,0 0,1 0,0 1,-1 0,1 1,0 0,0 0,1 0,0 1,-1 0,1 0,1 0,-1 1,-1 2,5-4,-1-1,1 1,0 0,0 0,0 1,0-1,1 0,0 1,0-1,0 0,0 1,1 0,-1-1,1 1,1-1,-1 1,0-1,1 1,0-1,0 1,1-1,-1 0,1 0,0 1,0-1,0 0,2 2,22 27</inkml:trace>
  <inkml:trace contextRef="#ctx0" brushRef="#br0" timeOffset="28">7982 5474,'24'0,"30"0,32 0,38 0,41-2,39-3,35-3,31-3,23-1,15 1,0 0,-12 2,-21 3,-31 4,-41 8,-48 4,-50 1</inkml:trace>
  <inkml:trace contextRef="#ctx0" brushRef="#br0" timeOffset="29">6377 6236,'2'14,"0"0,0 0,-1 0,-1 0,-1 1,0-1,0 0,-2 0,0 3,0-2,-67 293,68-299,-8 46,10-54,0 0,0 1,0-1,0 0,0 0,0 1,0-1,0 0,0 0,1 1,-1-1,0 0,1 0,-1 0,1 0,0 0,-1 0,1 1,0-1,0-1,-1 1,1 0,0 0,0 0,0 0,0-1,0 1,0 0,0-1,1 1,-1-1,0 1,0-1,0 0,1 1,-1-1,1 0,6-1,0 0,0 0,0-1,-1 0,1 0,0-1,-1 0,0-1,0 1,0-1,0-1,0 0,4-1,16-9,-2-2,0 0,-1-2,-1 0,0-2,6-9,-17 19,-18 27,-8 27,1 0,3 1,2 0,1 1,3 0,1 0,2 0,3 5,-2-15</inkml:trace>
  <inkml:trace contextRef="#ctx0" brushRef="#br0" timeOffset="30">6003 6156,'27'-4,"32"-2,31-5,25 1,18-2,11 3,4 1,-5 3,-26 3</inkml:trace>
  <inkml:trace contextRef="#ctx0" brushRef="#br0" timeOffset="31">7220 6704,'-6'1,"1"0,0 0,0 0,0 1,0-1,1 2,-1-1,0 0,1 1,0 0,-1 0,1 0,0 0,0 1,1-1,-1 1,1 0,0 1,0-1,0 0,1 1,-1-1,1 1,0 0,0 0,1 0,0 0,0 0,0 0,0 0,1 0,-1 1,1-1,1 0,-1 0,1 0,0 0,0 0,2 4,5 3,0 0,1-1,1 0,0 0,0-1,1 0,0-1,1 0,0-1,0 0,1-1,0-1,0 0,1 0,-1-2,1 1,0-2,1 0,-1 0,3-2,4 3,0-2,0 0,0-2,0 0,0-1,0-2,16-3,-29 5,1-1,-1-1,0 1,0-1,-1 0,1-1,0 0,-1 0,0-1,0 0,0 0,-1 0,0-1,0 0,0 0,-1-1,0 1,0-1,0-1,1-3,-4 6,0 0,0-1,0 1,-1 0,0 0,0-1,-1 1,1-1,-1 1,-1-1,1 1,-1-1,1 1,-2 0,1-1,0 1,-1 0,0 0,0 0,-1 0,0 0,1 1,-2-1,1 1,0-1,-1 1,0 0,-2-2,-5-3,1 0,-1 1,-1 0,0 1,0 0,0 0,-1 2,0-1,0 2,-11-3,12 4,0 0,0 1,0 0,-1 1,1 0,0 1,-1 1,1 0,0 0,0 1,0 1,0 0,0 1,0 0,1 1,0 0,0 0,0 2,1-1,-1 1,2 1,-1 0,1 0,-2 2,9-6,0-1,-1 1,1-1,0 1,1 0,-1 0,1 0,-1-1,1 2,1-1,-1 0,0 0,1 0,0 0,0 0,0 1,1-1,0 4,10 26</inkml:trace>
  <inkml:trace contextRef="#ctx0" brushRef="#br0" timeOffset="32">7780 6811,'25'-2,"29"-3,35-4,36-1,40-2,37-4,35 0,29-4,22 1,14 1,1 3,-8 5,-20 3,-27 4,-33 4,-53 2</inkml:trace>
  <inkml:trace contextRef="#ctx0" brushRef="#br0" timeOffset="33">6110 7813,'7'19,"6"12,6 10,5 5,2 2,-1-3,0-5,-2-4,-5-6,-4-7,-8-6,-9-6,-12-6,-10-7,-10-9,-3-8,5-2</inkml:trace>
  <inkml:trace contextRef="#ctx0" brushRef="#br0" timeOffset="34">6123 7761,'16'-5,"14"-3,16-6,14-4,9-2,8 1,2 1,-6 1,-11 4,-16 3</inkml:trace>
  <inkml:trace contextRef="#ctx0" brushRef="#br0" timeOffset="35">5962 7413,'-22'0,"-15"0,-6 0,3 0,15 0,22 0,31-2,33-4,31-4,27-6,23-2,13 0,2 0,-26 4</inkml:trace>
  <inkml:trace contextRef="#ctx0" brushRef="#br0" timeOffset="36">7340 7974,'-20'7,"0"1,1 0,1 2,-1 0,-12 9,25-14,0-1,0 1,0 0,0 0,1 1,0 0,0 0,0 0,1 1,0-1,0 1,1 0,0 0,0 0,0 1,0 6,2-10,1 0,0 1,0-1,0 1,0-1,1 0,0 1,0-1,0 0,0 0,1 1,-1-1,1 0,0 0,0-1,1 1,-1 0,1-1,0 1,0-1,0 0,0 0,1 0,-1-1,1 1,2 1,6 3,1 0,0-1,0 0,0 0,1-2,0 0,7 1,1 0,-1 0,0-2,1-1,0-1,0 0,-1-2,1 0,0-2,-1 0,0-1,1-2,-2 0,1-1,4-3,-21 8,0 1,-1-1,0 0,1 0,-1 0,0 0,0-1,0 0,0 1,-1-1,1 0,-1 0,0 0,1-1,-1 1,-1 0,1-1,0 1,-1-1,0 0,0 1,0-1,0 0,-1 0,1 0,-1 0,0 0,0 1,-1-1,1 0,-1 0,0 0,0 0,0 1,0-1,0 0,-2-1,-6-7,0 1,-1 0,0 1,0 0,-1 0,0 1,-1 1,0 0,0 1,-1 0,0 0,0 2,-1-1,0 2,0 0,0 1,-12-2,20 3,1 0,-1 1,0-1,0 1,0 0,0 1,0 0,0 0,0 0,0 0,0 1,1 0,-1 0,0 1,0 0,1 0,-1 0,1 1,-1-1,1 1,0 0,0 1,0 0,1-1,-1 1,0 1,4-2,0-1,0 0,0 0,1 1,-1-1,1 1,-1-1,1 1,0-1,0 0,0 1,0-1,0 1,1-1,-1 1,1-1,-1 0,1 1,0-1,0 0,0 1,0-1,0 0,1 0,-1 0,1 0,-1 0,1 0,0-1,0 1,0-1,66 42,-19-24</inkml:trace>
  <inkml:trace contextRef="#ctx0" brushRef="#br0" timeOffset="37">7982 8135,'20'-7,"21"-2,23-2,31-1,33-1,36 1,33 4,31 0,26 2,21 1,13 2,3 2,-7 0,-15 4,-22 0,-30 0,-52 0</inkml:trace>
  <inkml:trace contextRef="#ctx0" brushRef="#br0" timeOffset="38">6364 8963,'-12'-1,"0"0,0 0,0 1,0 1,0 0,0 0,0 1,0 1,0 0,1 1,0 0,-1 0,2 1,-1 1,0 0,1 1,0-1,1 2,0-1,0 2,0-1,1 1,0 0,1 1,0 0,1 0,0 0,0 1,1 0,0 0,0 4,0 2,1-1,0 1,2 0,0 0,1 0,0 0,2 0,0 1,1-1,2 11,-1-18,-1 0,1 0,0-1,1 1,0-1,1 0,0 0,0-1,1 1,0-1,1 0,-1-1,2 0,-1 0,1 0,0-1,0 0,6 3,-11-7,1 0,-1 1,1-1,0-1,-1 1,1 0,0-1,0 0,0 0,0 0,0-1,0 1,0-1,0 0,1 0,-1 0,0-1,0 1,0-1,0 0,0 0,0 0,0-1,-1 0,1 1,0-1,-1 0,1-1,-1 1,0-1,0 0,0 1,0-1,0 0,-1-1,1 1,-1 0,0-1,0 0,0 1,0-2,-1 2,0-1,0 1,0-1,0 1,-1-1,1 0,-1 0,0 1,0-1,-1 0,1 1,-1-1,0 0,0 1,0-1,0 1,0-1,-1 1,0 0,0-1,0 1,0 0,0 0,0 0,-1 1,0-1,1 1,-1-1,0 1,0 0,0 0,0 0,-1 0,1 1,-1-1,1 1,-1 0,1 0,-1 0,1 0,-1 1,0 0,0-1,1 1,-1 1,0-1,1 0,-1 1,0 0,1 0,-1 0,-1 1,0 0,0 1,-1 0,1 0,0 0,0 1,1-1,-1 1,1 0,0 1,0-1,0 1,0 0,1 0,0 0,0 0,0 1,-1 3,-4 12</inkml:trace>
  <inkml:trace contextRef="#ctx0" brushRef="#br0" timeOffset="39">6042 8697,'7'-3,"16"0,20 0,20 1,21 0,14 1,8 0,3 1,-18 0</inkml:trace>
  <inkml:trace contextRef="#ctx0" brushRef="#br0" timeOffset="40">7205 9137,'-8'0,"0"-1,-1 1,1 1,0 0,-1 0,1 0,0 1,0 0,0 1,0 0,1 0,-1 1,1 0,-1 0,1 1,1-1,-1 2,1-1,0 1,0 0,0 0,1 0,0 1,0 0,1 0,-1 0,2 1,-1-1,1 1,0 0,1 0,0 0,0 0,0 8,2-9,0-1,0 1,1-1,0 1,0-1,1 1,0-1,0 0,0 0,1 0,0 0,0 0,1-1,-1 1,1-1,0 0,1 0,-1 0,1-1,0 1,0-1,1 0,-1-1,1 1,0-1,-1 0,1-1,1 1,8 2,1 1,0-2,0 0,1-1,-1 0,1-2,-1 0,1 0,0-2,10-1,-11 0,0-1,0-1,-1 0,1-1,-1-1,0 0,-1-1,12-7,-21 11,0 0,0-1,0 1,0-1,0 0,-1-1,1 1,-1-1,0 0,-1 0,1 0,-1 0,0-1,-1 1,1-1,-1 0,0 0,0 0,-1 0,0 0,0 0,0 0,-1 0,0-1,-2-2,0 1,-1-1,0 1,0-1,-1 1,0 0,-1 0,0 1,0-1,0 1,-1 0,0 1,-1-1,1 1,-1 1,-1-1,1 1,-1 0,1 1,-1 0,-1 0,1 0,-1 1,1 1,-1-1,0 1,0 1,1 0,-1 0,0 1,-1 0,1 0,1 1,-1 0,-2 1,5 0,1-1,-1 1,1 0,0 0,0 1,0 0,0 0,0 0,1 0,-1 1,1-1,0 1,0 0,-3 5,5-7,0 0,1 1,0-1,-1 0,1 0,0 1,0-1,0 1,1-1,-1 1,1 0,-1-1,1 1,0-1,0 1,0 0,0-1,0 1,1-1,-1 1,1 0,0-1,0 1,0-1,0 0,0 1,0-1,0 0,1 0,0 1,-1-1,1 0,0 0,31 24,6-5</inkml:trace>
  <inkml:trace contextRef="#ctx0" brushRef="#br0" timeOffset="41">7767 9285,'28'-7,"28"-7,36-3,42-3,46-1,47 1,47 2,40 1,32 2,24 3,8 4,-4 3,-15 5,-28 4,-38 2,-69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391 2,'-20'0,"-42"-1,0 3,0 3,-35 7,16 10,74-17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1,'-1'1,"0"1,0-1,0 0,-1 0,1 0,-1 0,1 0,-1 0,1 0,-1-1,1 1,-1 0,0-1,1 0,-1 1,0-1,0 0,1 0,-1 0,0 0,0 0,1 0,-2 0,0 0,-176 32,98-13,59-11,32 5,0-7,-1-1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262 1,'-24'0,"-12"-1,0 2,1 1,-1 1,1 3,-18 4,47-2,8-4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54,'20'19,"276"397,-214-295,-42-65,2-1,2-2,3-2,18 14,-50-54,-14-28,-13-8,-3-2</inkml:trace>
  <inkml:trace contextRef="#ctx0" brushRef="#br0" timeOffset="1">495 0,'-7'0,"-4"10,-3 13,-6 20,-6 20,-8 20,-9 19,-9 14,-7 9,-3 0,5-9,10-17,13-24,19-24,12-21</inkml:trace>
  <inkml:trace contextRef="#ctx0" brushRef="#br0" timeOffset="2">508 590,'19'-17,"0"1,0 0,2 2,0 0,0 2,1 0,1 2,0 0,0 1,1 2,14-3,-34 8,-1 1,1 0,0 0,-1 0,1 0,0 0,0 1,-1 0,1 0,0 0,0 0,0 1,-1-1,1 1,0 0,0 0,-1 0,1 1,-1-1,1 1,-1 0,0 0,0 0,0 0,0 1,0-1,0 1,2 3,-4 1,1 1,-1 0,-1 0,0 0,0-1,0 1,-1 0,0 0,-1 0,1-1,-2 1,1-1,-1 1,0-1,0 0,-1 0,0 0,-3 2,-18 35,-3-2,-1-1,-32 34,-51 72,112-146,-2 0,1 0,-1 1,1-1,-1 0,1 1,0-1,0 1,0 0,-1-1,2 1,-1 0,0 0,0-1,1 1,-1 0,0 0,1 0,0 0,0 0,-1 0,1 0,0 0,1 0,-1 0,0 0,0 0,1 0,-1-1,1 1,0 0,0 0,-1 0,1 0,0-1,0 1,1-1,-1 1,0-1,1 1,-1-1,1 1,7 1,0 0,1-1,-1 0,1-1,-1 0,1 0,0-1,-1 0,1-1,-9 1,108-7,-1-5,62-16,-96 16,-5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1,'0'16,"4"14,9 11,9 10,7 8,8 3,7-1,2 0,3-5,0-4,-2-3,-4-4,-7-4,-8-4,-8-6,-8-8</inkml:trace>
  <inkml:trace contextRef="#ctx0" brushRef="#br0" timeOffset="1">456 54,'-4'0,"-7"7,-5 16,-8 19,-8 20,-10 18,-7 15,-4 7,-3 1,5-4,5-11,11-18,12-18,9-18</inkml:trace>
  <inkml:trace contextRef="#ctx0" brushRef="#br0" timeOffset="2">670 682,'-11'21,"2"0,0 0,1 1,2 0,0 0,0 10,4-25,1 0,1-1,-1 1,1 0,0 0,1 0,0 0,0-1,0 1,1 0,0-1,0 1,1-1,0 0,0 1,0-1,1-1,0 1,0 0,0-1,1 0,0 0,2 2,0-3,0 1,0-1,0 0,0-1,1 1,0-1,0-1,0 0,0 0,0 0,0-1,0-1,1 1,-1-1,0 0,0-1,1 0,-1-1,0 1,0-1,0-1,0 0,-1 0,1 0,-1-1,0 0,0 0,0-1,0 0,-1 0,0-1,0 0,0 0,-1 0,0-1,0 1,1-4,-1 0,0 1,0-1,-1 0,0 0,-1 0,0-1,-1 1,0-1,-1 1,0-1,0 0,-1 0,-1 1,0-1,0 0,-1 1,-1-1,1 1,-2-1,1 1,-2 0,1 1,-1-1,-1 1,1 0,-2 0,1 0,-1 1,-4-3,7 8,0 0,0 0,-1 1,0 0,1-1,-1 2,0-1,0 1,0-1,0 1,0 1,0-1,0 1,-1 0,1 0,0 0,0 1,0-1,0 1,0 1,0-1,0 1,0 0,1 0,-1 0,0 0,1 1,0 0,0 0,0 0,0 1,0-1,-2 3,-89 103,50-47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 1,'9'4,"8"7,5 7,6 8,2 11,2 11,-1 8,-1 6,-1 1,-4 2,-3-1,-3-5,-3-5,-1-8,-4-9,-3-11</inkml:trace>
  <inkml:trace contextRef="#ctx0" brushRef="#br0" timeOffset="1">405 14,'-4'0,"-4"9,-8 14,-7 18,-8 16,-6 16,-7 10,-5 8,0 2,0-4,7-10,11-16,10-19</inkml:trace>
  <inkml:trace contextRef="#ctx0" brushRef="#br0" timeOffset="2">606 575,'2'-75,"2"1,4 0,7-24,-8 84,-4 42,-11 480,9-420,2-15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5,'30'-5,"567"38,-409-32,-164 1,-24-2,-1 0,1 0,0 0,0 0,-1 0,1 0,0 0,-1 0,1 0,0 0,0 0,-1 0,1 1,0-1,0 0,0 0,-1 0,1 0,0 1,0-1,0 0,-1 0,1 0,0 1,0-1,0 0,0 0,-1 0,1 1,0-1,0 0,0 0,0 1,0-1,0 0,0 1,0-1,0 0,0 0,0 1,0-1,0 0,0 0,0 1,0-1,0 0,0 0,1 1,-1-1,0 0,0 0,0 1,0-1,0 0,1 0,-1 0,0 1,0-1,0 0,1 0,-1 0,0 0,0 1,1-1,-1 0,0 0,0 0,1 0,-1 0,-15 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29,'5'-5,"7"-1,17 0,18 1,20 2,21 1,19 1,13 3,7 3,2 6,-6 5,-14 4,-18 2,-25-4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13,'16'0,"21"0,23-2,23-1,21 0,20 1,13 0,5 1,-7 3,-25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0,'23'0,"28"0,30 2,30 1,30 2,19 3,5 2,-6 1,-32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134 200,'5'0,"0"-1,1 1,-1 0,0 0,0 1,0-1,0 1,1 0,-1 1,0-1,-1 1,1 0,0 0,0 1,-1-1,0 1,1 0,-1 0,0 1,0-1,-1 1,1 0,-1 0,0 0,0 0,0 0,0 1,-1-1,0 1,1 1,4 12,-1-1,0 1,-1 1,-1-1,-1 1,0 0,-1 13,3-3,-5-29,0 1,1-1,-1 1,0-1,1 0,-1 1,0-1,1 0,-1 1,0-1,1 0,-1 0,1 1,-1-1,0 0,1 0,-1 0,1 1,-1-1,1 0,-1 0,1 0,-1 0,1 0,-1 0,0 0,1 0,-1 0,1 0,-1 0,1 0,-1-1,1 1,-1 0,0 0,1 0,-1-1,1 1,-1 0,0 0,1-1,-1 1,0 0,1-1,-1 1,0 0,1-1,-1 1,0-1,0 1,1-1,-1 1,0 0,0-1,0 1,11-14,-1 0,0 0,-1-1,-1 0,-1-1,0 0,0 0,1-8,-13 40,2 1,1 0,0 0,1 1,0-1,2 0,1 10,-2-25,1 0,0 1,1-1,-1 0,0 0,0 0,1 0,0 0,-1 0,1 0,0 0,0-1,0 1,0-1,0 1,0-1,0 0,0 0,1 0,-1 0,0 0,1 0,-1-1,1 1,-1-1,1 0,-1 1,1-1,-1-1,1 1,-1 0,1 0,-1-1,0 1,1-1,-1 0,1 0,-1 0,0 0,0 0,0-1,1 1,-1-1,-1 1,1-1,0 1,0-1,-1 0,3-2,4-3,1-1,-1 0,0-1,-1 1,0-2,0 1,-1-1,0 1,-1-2,0 1,0-1,-1 1,-1-1,2-8,-7 4,-9 36,7-12,0 0,1 1,0 0,1 0,0 0,0 0,1 0,0 0,1 1,0-1,1 0,0 0,0 0,1 1,1-2,-1 1,2 0,-1 0,2-1,-1 0,1 0,2 2,11 7</inkml:trace>
  <inkml:trace contextRef="#ctx0" brushRef="#br0" timeOffset="1">816 468,'-2'9,"1"8,6 5,6 3,6 3,4 0,2-1,-2-4,-1-4,-5-2,-5-2,-1-3,-1-4,2-4,-4-1,-6-3,-6 0,-3-1</inkml:trace>
  <inkml:trace contextRef="#ctx0" brushRef="#br0" timeOffset="2">990 374,'-7'0,"-1"0,1 0,0 1,0 0,0 1,0-1,0 1,0 1,0-1,0 1,1 0,-1 1,1-1,0 1,0 0,0 1,-2 0,0 0,0 1,0 0,1 0,0 1,0-1,1 2,0-1,0 1,0-1,1 2,1-1,-1 0,1 1,1 0,-1 0,2 0,-1 1,1-1,1 0,-1 1,2-1,-1 1,1 0,1-1,0 1,0-1,1 3,1-5,0 0,1 0,-1 0,1 0,1-1,-1 0,1 1,0-2,0 1,1-1,0 1,0-2,0 1,0-1,1 0,0 0,0 0,6 1,2 2,1-2,-1 0,1-1,0 0,1-2,-1 0,0 0,8-2,62-14,-84 14,1-1,-1 0,0 0,1 0,-1 0,0-1,1 1,-1-1,0 1,0-1,0 0,0 0,-1 0,1 0,-1 0,1 0,-1 0,1 0,-1-1,0 1,0 0,0-1,0 1,-1-1,1 1,-1-1,1 0,-1 1,0-1,0 1,0-2,-1 0,0 1,0-1,0 1,0-1,0 1,-1-1,1 1,-1 0,0 0,0 0,0 0,0 0,-1 0,1 1,-1-1,0 1,0-1,1 1,-2 0,1 0,0 1,0-1,0 1,-1-1,1 1,-1 0,1 0,-1 1,0-1,-6-1,1 1,0 0,0 1,0 0,-1 0,1 1,0 0,0 1,0 0,0 0,-1 1,1 0,1 1,0 0,0 0,1 0,-1 1,1 0,0 1,0 0,1 0,-1 0,1 1,1-1,-1 1,-1 5,-3 8</inkml:trace>
  <inkml:trace contextRef="#ctx0" brushRef="#br0" timeOffset="3">1 0,'16'7,"1"-1,1 0,-1-2,1 0,0-1,10 0,5 2,196 20,-1-10,116-12,-162-2,-142 1,-25 0,-24 3,-21 0,-9-1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202 104,'17'36,"-2"1,-1 0,-1 1,-3 0,-1 1,1 18,28 165,-23-179,-14-43,-1 0,1 0,-1 0,1 0,0 1,-1-1,1 0,0 0,-1 0,1 0,0 0,-1-1,1 1,0 0,-1 0,1 0,-1 0,1-1,0 1,-1 0,1-1,-1 1,1 0,-1-1,1 1,-1-1,1 1,-1-1,1 1,-1-1,0 1,1-1,-1 1,0-1,1 0,-1 1,0-1,0 1,0-1,1 0,10-23,-1 1,-1-1,-1-1,-2 0,5-24,-7 28,17-85,-27 161,0 87,6-140,0 0,0 0,0 0,0 0,0 0,1-1,-1 1,1 0,-1 0,1 0,0-1,0 1,0 0,0-1,0 1,0-1,0 1,0-1,1 1,-1-1,1 0,-1 0,1 0,-1 0,1 0,-1 0,1 0,0 0,0 0,-1-1,1 1,0-1,0 0,0 1,0-1,0 0,0 0,-1 0,1 0,0 0,0-1,0 1,0-1,0 1,-1-1,1 1,0-1,0 0,8-7,-1 0,0 0,0 0,-1-1,0 0,0-1,-1 0,-1 0,0 0,0-1,-1 0,0 0,-1-1,0 1,0-3,8-58,-12 72,-1 0,0 0,1-1,-1 1,0 0,1 0,-1 0,0-1,1 1,-1 0,0 0,0 0,1 0,-1 0,0 0,1 1,-1-1,0 0,1 0,-1 0,0 1,1-1,-1 0,0 1,1-1,-1 1,1-1,-1 0,1 1,-1-1,1 1,-1 0,1-1,-1 1,1-1,0 1,-1 0,1-1,0 1,0 0,-1-1,1 1,0 0,0-1,0 1,0 0,0-1,0 1,0 0,0 0,0 0,-9 19,1 0,1 0,0 1,2 0,0 1,2-1,0 1,1-1,1 7,1-22,1-1,-1 1,1 0,0 0,1-1,-1 1,1-1,0 1,1-1,-1 0,1 0,0 0,0 0,1 0,-1-1,1 0,0 1,0-1,0-1,1 1,0-1,-1 1,1-1,0 0,1-1,1 1,28 10</inkml:trace>
  <inkml:trace contextRef="#ctx0" brushRef="#br0" timeOffset="1">883 504,'0'19,"0"9,2 8,4 2,4 0,6-4,2-3,1-6,-2-5,-2-3,-8-5,-8-4,-11-4,-10-2,-7-4,3-2</inkml:trace>
  <inkml:trace contextRef="#ctx0" brushRef="#br0" timeOffset="2">883 452,'23'-5,"16"-3,11-3,4-2,-3 1,-8 1,-11 2</inkml:trace>
  <inkml:trace contextRef="#ctx0" brushRef="#br0" timeOffset="3">1 10,'25'2,"33"1,34 0,32-3,21-1,11-3,-1-1,-14 1,-33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5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0,'-2'37,"0"0,3 0,1 0,2 0,1 0,2-1,1 1,6 8,6 2,-20-46,1 0,-1 0,1 0,0 0,-1 0,1 0,0 0,0-1,0 1,-1 0,1-1,0 1,0 0,0-1,0 1,0-1,0 1,0-1,0 0,1 1,-1-1,0 0,0 0,0 0,0 0,0 0,0 0,1 0,-1 0,0 0,0-1,0 1,0 0,0-1,0 1,0-1,0 1,0-1,0 1,0-1,1 0,9-11,-1 0,0 0,0-1,-1 0,-1 0,0-1,-1 0,0-1,-1 0,-1 0,2-11,12-42,-33 88,10-9,0-1,0 1,1-1,0 1,1 0,0 1,1-1,0 0,0 0,2 0,-1 1,1-1,2 5,-2-14,-1-1,1 1,-1-1,1 1,0-1,0 1,0-1,0 0,0 0,0 1,0-1,0 0,1 0,-1 0,0 0,1 0,-1-1,1 1,-1 0,1-1,-1 1,1-1,-1 1,1-1,-1 0,1 0,0 1,-1-1,1 0,-1 0,1-1,0 1,-1 0,1-1,-1 1,1 0,-1-1,1 0,-1 1,1-1,0-1,58-39,-51 33,-1-1,-1 0,0 0,0-1,-1 0,0 0,0-1,-1 0,-1 1,0-2,0 1,-1 0,-1-1,0 1,0-1,-1-6,-18 63,13-25,0-1,1 0,1 1,0 0,2-1,0 1,2 0,0 0,1-1,1 0,3 9,-5-24,0 0,0-1,0 1,1-1,0 0,-1 1,1-1,0-1,1 1,-1 0,0-1,1 1,0-1,-1 0,1 0,0-1,0 1,0-1,0 0,0 0,0 0,0-1,1 1,-1-1,0 0,0 0,0 0,1-1,-1 1,0-1,0 0,0-1,0 1,0 0,2-2,22-9</inkml:trace>
  <inkml:trace contextRef="#ctx0" brushRef="#br0" timeOffset="1">633 308,'-18'24,"14"-13,0 1,0-1,2 0,-1 1,1 0,1-1,0 1,1 0,0 0,1 2,0-11,-1-1,0 0,1 1,0-1,0 0,0 0,0 1,0-1,0 0,0 0,1 0,-1 0,1-1,-1 1,1 0,0-1,-1 1,1-1,0 1,0-1,0 0,0 0,1 0,-1 0,0 0,0 0,1-1,-1 1,0-1,1 1,-1-1,0 0,1 0,1 0,3-1,0 0,0 0,0 0,0 0,0-1,0-1,0 1,0-1,-1 0,1 0,-1-1,73-71,-79 74,0 1,0-1,0 1,0 0,0-1,0 1,0 0,0-1,0 1,1 0,-1-1,0 1,0 0,0-1,1 1,-1 0,0 0,0-1,1 1,-1 0,0 0,0-1,1 1,-1 0,0 0,1 0,-1-1,0 1,1 0,-1 0,0 0,1 0,-1 0,0 0,1 0,-1 0,1 0,-1 0,0 0,1 0,-1 0,0 0,1 0,-1 0,0 0,1 1,-1-1,0 0,1 0,-1 0,0 0,1 1,-1-1,0 0,0 0,1 1,-1-1,0 0,0 1,1-1,-1 0,0 1,0 25,0-24,-27 181,23-167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5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8,'4'-2,"0"1,0-1,0 1,1 1,-1-1,0 0,0 1,1 0,-1 0,0 0,0 1,1 0,-1-1,0 1,0 1,0-1,0 1,0-1,0 1,0 0,-1 1,1-1,-1 0,1 1,-1 0,0 0,0 0,0 0,-1 1,1-1,-1 1,0-1,0 1,0 0,0 0,0 0,-1 0,0 0,5 23,-1-1,-1 1,-1-1,-2 1,0 0,-2 0,-1 0,-5 21,2 2,5-46,-1-4,1 1,-1 0,1 0,-1 0,1 0,0 0,-1 0,1 0,0 0,0 0,0 0,0 0,0 0,0 0,0 0,0 0,0 0,1 0,-1 0,0 0,1 0,-1 0,0 0,1 0,-1 0,1 0,0-1,-1 1,1 0,-1 0,1-1,0 1,0 0,0-1,-1 1,1 0,0-1,0 0,0 1,0-1,1 1,6-6,0-1,0 0,0 0,-1-1,0 0,0 0,-1 0,0-1,0 0,-1 0,0-1,2-4,-6 12,7-13,0 0,-1-1,0 1,-1-1,-1 0,0-1,-1 0,-1 1,2-17,-6 32,1 1,0-1,-1 1,1-1,-1 0,0 1,1-1,-1 0,1 0,-1 1,1-1,-1 0,0 0,1 0,-1 0,1 0,-1 1,0-1,1 0,-1-1,0 1,1 0,-1 0,1 0,-1 0,0 0,1-1,-1 1,1 0,-1 0,1-1,-1 1,0 0,1-1,0 1,-1-1,1 1,-1-1,1 1,-1-1,1 1,0-1,-1 1,1-1,0 1,0-1,-1 0,1 1,0-1,0 1,0-1,0 0,0 1,0-1,0 1,0-1,0 0,0 1,0-1,-4 9,-1 0,2 1,-1 0,1-1,0 1,1 0,0 1,1-1,0 0,0 1,1-1,0 0,1 1,-1-1,2 0,0 0,0 1,-1-7,1 0,0 0,0 0,0 0,0 0,1 0,-1 0,1-1,-1 1,1-1,0 0,0 0,0 0,0 0,1 0,-1-1,0 0,1 1,-1-1,1 0,-1-1,1 1,0 0,-1-1,1 0,-1 0,3 0,2-1,0 1,0-1,-1-1,1 1,0-1,-1 0,0-1,1 0,-1 0,0-1,0 0,2-2,-1 0,-2 0,1-1,-1 0,0 0,0 0,-1-1,0 0,0 0,-1 0,0-1,-1 1,0-1,0 0,-1 0,0 0,0 0,-1 0,0-1,-1-5,1 15,-1-1,0 1,1-1,-1 0,0 1,0-1,1 0,-1 1,0-1,0 0,0 0,0 1,0-1,0 0,0 1,0-1,0 0,0 0,0 1,0-1,-1 0,1 1,0-1,-1 0,1 1,0-1,-1 1,1-1,-1 0,1 1,0-1,-1 1,0-1,1 1,-1-1,1 1,-1 0,1-1,-1 1,0 0,1-1,-1 1,0 0,0 0,1 0,-1-1,0 1,1 0,-1 0,0 0,0 0,1 0,-1 1,0-1,-5 9,0 1,1 1,0-1,0 1,2-1,-1 1,1 1,0-1,1 0,1 1,0 3,1-14,-3 11,1 0,0 0,1 0,1 0,0 0,1 0,0 0,0 0,2 0,-1 0,2 0,-1 0,1-1,1 0,0 0,1 0,0-1,1 1,13 10</inkml:trace>
  <inkml:trace contextRef="#ctx0" brushRef="#br0" timeOffset="1">722 261,'101'34,"-99"-34,1 0,-1 0,0 0,0 0,0 0,0 1,0-1,0 1,0-1,0 1,0 0,0 0,0 0,0 0,0 0,-1 0,1 1,0-1,-1 0,1 1,-1-1,0 1,1 0,-1 0,0-1,0 1,0 0,0 0,0 0,-1 0,1 0,0 0,-1 0,0 0,1 0,-1 0,0 0,0 0,0 1,0-1,-1 0,1 1,-6 5,6-7,-1-1,1 0,0 0,-1 0,1 1,0-1,-1 0,1 1,0-1,-1 0,1 1,0-1,-1 0,1 1,0-1,0 1,0-1,-1 0,1 1,0-1,0 1,0-1,0 1,0-1,0 0,0 1,0-1,0 1,0-1,0 1,0-1,0 1,0-1,0 0,1 1,-1-1,0 1,0-1,0 0,1 1,-1-1,0 1,0-1,1 0,-1 1,0-1,1 0,-1 0,1 1,-1-1,0 0,1 0,-1 0,1 1,-1-1,0 0,1 0,-1 0,1 0,-1 0,1 0,0 0,52 9,-40-7,0-1,0 2,0 0,0 0,-1 1,1 1,-1 0,0 0,11 8,-22-12,1 0,0 0,-1 0,1 0,-1 1,1-1,-1 1,0-1,0 1,1 0,-1-1,0 1,0 0,-1 0,1 0,0-1,-1 1,1 0,-1 0,1 0,-1 0,0 0,0 0,0 0,0 0,0 0,0 0,-1 0,1 0,-1 0,1 0,-1 0,0 0,0 0,0-1,0 1,0 0,0 0,0-1,-1 1,1-1,0 1,-1-1,-72 56,50-44,-1-2,-1 0,0-2,0-1,-1-1,0-1,-23 2,-4-3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5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0,'29'78,"-5"1,15 77,-34-135,-3-7,22 45,-22-59,-1 0,1 0,0-1,-1 1,1-1,-1 1,1-1,0 1,-1-1,1 0,-1 0,0 1,1-1,-1 0,0-1,1 1,-1 0,0 0,0 0,0-1,0 1,0-1,0 1,0-1,-1 1,1-1,0 1,-1-1,1 0,0 0,16-31,-2-1,-1 0,-2-1,-1-1,-1 0,-3-1,2-16,-38 196,28-136,-6 93,7-96,1 0,-1 0,1 0,-1 0,1-1,0 1,1 0,-1 0,1 0,-1-1,1 1,0-1,1 1,-1-1,0 0,1 0,0 0,0 0,0 0,0-1,0 1,0-1,1 0,1-1,1 0,-1-1,1 1,-1-1,1 0,-1-1,1 1,-1-1,1 0,-1-1,0 1,1-1,-1 0,0 0,0-1,-1 0,1 0,0 0,-1 0,0 0,1-1,-1 0,-1 0,1 0,-1 0,1-1,-1 0,0 1,-1-1,1-2,2 0,-1 0,0 0,-1-1,0 0,0 1,-1-1,0 0,0-1,-1 1,0 0,0 0,-1-1,0 1,0 0,-1 0,0-1,-1 1,1 0,-2 0,1 0,-1 0,-3-4,7 13,-1 0,0-1,0 1,1 0,-1 0,0 0,0 0,0 0,0 0,0 0,0 0,-1-1,1 1,0 0,0 0,-1 0,1 0,0-1,-1 1,1 0,-1 0,1 0,-1-1,1 1,-1 0,0-1,1 1,-1-1,0 1,1 0,-1-1,0 0,0 1,1-1,-1 1,0-1,0 0,0 0,0 1,0-1,0 0,1 0,-1 0,0 0,0 0,0 0,0 0,0 0,0-1,0 1,1 0,-1 0,0-1,0 1,0 0,1-1,-1 1,0-1,0 1,1-1,-1 0,0 1,1-1,-1 0,1 1,-1-1,1 0,-1 0,1 1,-1-2,-2 13,1 0,1 1,0-1,0 0,1 1,0-1,1 0,0 1,1-1,1 0,0 0,0 0,1 0,0-1,1 1,0-1,0 0,1-1,1 1,0-1,0 0,0-1,3 2,17 13</inkml:trace>
  <inkml:trace contextRef="#ctx0" brushRef="#br0" timeOffset="1">668 335,'11'-5,"0"2,1-1,-1 1,1 1,0 0,-1 0,1 1,0 1,0 0,0 0,0 2,-1-1,1 1,0 1,-1 0,4 2,-13-4,0 1,0 0,0-1,0 1,0 0,0 0,-1 0,1 0,-1 0,1 0,-1 1,0-1,0 0,0 1,0-1,0 1,0-1,-1 1,0-1,1 1,-1 0,0-1,0 1,0-1,0 1,-1 0,1-1,-1 1,1-1,-1 1,0-1,-38 74,27-60,8-12,0 1,1-1,0 1,0-1,0 1,0 0,1 0,0 0,0 1,0-1,0 1,0 5,2-10,1 0,-1 0,1 0,-1 0,1 0,0 0,-1 0,1 0,0 0,0 0,0 0,0 0,0 0,0 0,0-1,0 1,0 0,0-1,0 1,0-1,0 1,0-1,1 0,-1 1,0-1,0 0,1 0,-1 0,1 0,23 2,-1-1,1-2,0 0,-1-2,1 0,23-8,-34 9,96-22,-70 14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5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29,'5'1,"1"0,-1 1,1 0,-1 0,0 1,1 0,-1 0,-1 0,1 0,0 1,-1-1,1 1,-1 0,0 1,-1-1,1 1,-1 0,0-1,0 1,0 1,-1-1,1 3,28 104,-22-65,-9-46,0-1,0 0,0 1,-1-1,1 1,0-1,0 1,0-1,0 1,0-1,0 1,0-1,0 0,0 1,0-1,0 1,0-1,0 1,1-1,-1 1,0-1,0 0,0 1,1-1,-1 1,0-1,0 0,1 1,-1-1,0 0,1 1,-1-1,1 0,-1 0,0 1,1-1,-1 0,1 0,-1 0,0 1,1-1,-1 0,1 0,-1 0,1 0,-1 0,1 0,-1 0,1 0,-1 0,1 0,-1 0,0 0,1 0,-1-1,1 1,-1 0,1 0,-1 0,0-1,1 1,-1 0,1 0,-1-1,16-29,52-193,-51 190,-10 50,-26 160,18-163,1 62,1-74,-1 0,1 0,-1 0,1 0,0 0,0 0,0 0,0 0,0-1,0 1,1 0,-1-1,1 1,-1-1,1 1,-1-1,1 1,0-1,0 0,-1 0,1 0,0 0,0 0,0-1,0 1,0-1,0 1,0-1,1 0,-1 1,0-1,1 0,6-2,-1 0,1 0,-1-1,0 0,0 0,0-1,0 0,-1 0,1 0,-1-1,0-1,-1 1,1-1,-1 0,0-1,-1 1,1-1,-1 0,-1-1,1 1,-1-1,0 0,-1 0,0-1,0 2,0 0,0 1,-1-1,0 0,-1 0,0-1,0 1,0 0,-1 0,0-1,-1-3,-14 30,12-10,1 0,0 0,1 0,0 0,0 0,1 0,0 0,1 0,0 0,0 0,1 0,0 0,0-1,1 1,0-1,1 1,0-1,0 0,1 0,0-1,0 1,1-1,0-1,0 1,7 5,9 6</inkml:trace>
  <inkml:trace contextRef="#ctx0" brushRef="#br0" timeOffset="1">709 389,'15'-43,"2"1,1 0,3 1,6-7,-27 48,0 1,0-1,0 1,1-1,-1 1,0-1,0 1,0-1,1 1,-1-1,0 1,1-1,-1 1,1-1,-1 0,0 1,1-1,-1 0,1 1,-1-1,1 0,-1 0,1 1,-1-1,1 0,-1 0,1 0,-1 0,1 0,-1 0,1 1,0-1,-1 0,1-1,-1 1,1 0,-1 0,1 0,-1 0,1 0,-1-1,1 1,-1 0,1 0,-1-1,1 1,-1 0,1-1,-1 1,1 0,-1-1,0 1,1-1,-1 1,0-1,1 1,-1 0,0-1,0 1,0-1,1 0,-1 1,0-1,0 1,0-1,0 1,0-1,0 1,0-1,8 46,-8-42,13 193,-11-174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03.5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148 217,'16'24,"-2"1,-1 1,-1 0,-1 0,-1 2,-1-1,-2 1,-1 0,-1 1,-1-1,-2 1,0 0,-3 15,5 18,2-79,14-229,0 100,-20 146,0 0,0-1,0 1,0-1,0 1,0-1,0 1,0-1,0 1,0-1,0 1,0 0,0-1,1 1,-1-1,0 1,0 0,1-1,-1 1,0-1,0 1,1 0,-1-1,0 1,1 0,-1 0,0-1,1 1,-1 0,1 0,-1 0,0-1,1 1,-1 0,1 0,-1 0,1 0,-1 0,1 0,-1 0,0 0,1 0,-1 0,1 0,-1 0,1 0,-1 0,1 0,-1 0,0 1,1-1,-1 0,1 0,-1 1,0-1,1 0,-1 0,0 1,1-1,-1 0,0 1,1-1,-1 0,0 1,0-1,1 1,13 28,47 213,-61-239,0-2,0 0,0 0,-1 0,1 0,0 0,0 0,0 0,0 0,0 0,0 0,1 0,-1 0,0 0,0 0,1 0,-1 0,1 0,-1 0,0 0,1-1,0 1,-1 0,1 0,0 0,-1-1,1 1,0 0,0-1,-1 1,1-1,0 1,0-1,0 1,0-1,0 1,0-1,0 0,0 0,0 1,0-1,0 0,0 0,0 0,0 0,0 0,0 0,0-1,0 1,6-9,-1 0,0 0,-1-1,0 0,0 0,-1-1,3-10,4-9,86-228,-88 241,-2 34,-27 204,20-218,-2 20,1 0,1 1,1-1,1 0,3 12,-4-30,0 1,0-1,1 1,0-1,0 0,1 0,-1 0,1 0,0 0,1 0,-1-1,1 0,-1 0,1 0,1 0,-1 0,1-1,-1 0,1 0,0 0,0 0,0-1,0 0,1 0,1 0,6 1,1 0,0-1,-1-1,1-1,0 0,-1 0,1-1,0-1,-1-1,11-2,-1-2</inkml:trace>
  <inkml:trace contextRef="#ctx0" brushRef="#br0" timeOffset="1">910 605,'0'17,"-2"-11,1 1,0-1,1 0,-1 1,1-1,0 0,1 1,-1-1,1 0,1 1,-1-1,1 0,0 0,1 0,-1 0,1-1,0 1,0-1,1 1,0-1,0 0,0 0,0-1,1 1,0-1,0 0,0-1,5 4,-6-5,1 0,0 0,0 0,0-1,0 0,0 0,0 0,0 0,0-1,1 0,-1 0,0 0,0-1,0 1,0-1,1-1,-1 1,-1-1,1 0,0 0,0 0,-1 0,1-1,-1 0,0 0,0 0,0-1,0 1,0-1,-1 0,1 0,-1 0,0 0,-1-1,1 1,-1-1,1-2,-2 1,-1-1,0 0,0 0,0 0,-1 1,0-1,-1 0,1 0,-1 1,0 0,-1-1,0 1,0 0,0 0,-1 0,1 0,-2 1,1 0,0 0,-1 0,0 0,0 0,-1 1,1 0,-1 0,0 1,0 0,0 0,0 0,0 1,-1-1,1 2,-1-1,0 1,1 0,-1 0,0 0,0 1,0 1,1-1,-1 1,0 0,0 0,1 1,-1 0,1 0,-1 1,0 0,1 2,-1 1,1 0,1 0,-1 0,1 1,0-1,1 1,-1 0,1 1,1-1,-1 1,1 0,1 0,0 0,-1 2,-7 33</inkml:trace>
  <inkml:trace contextRef="#ctx0" brushRef="#br0" timeOffset="2">1 83,'4'0,"7"0,8 0,11 0,16 0,17 0,16 0,16-2,11-4,7-2,-3 0,-7-1,-10-2,-16 2,-16 3,-18-2,-18 0,-15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11.7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15.0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2974 562,'5'0,"1"-1,0 0,0 1,0-1,-1 1,1 1,0-1,0 1,-1 0,1 0,0 1,-1 0,1 0,-1 0,0 1,1-1,-1 1,-1 0,1 1,0-1,-1 1,0 0,0 0,1 2,2 8,-1 0,-1 1,-1-1,0 1,-1 0,0 1,-1-1,-1 0,0 1,-1-1,-1 0,-1 1,0-1,-1 5,2-16,-25 248,26-255</inkml:trace>
  <inkml:trace contextRef="#ctx0" brushRef="#br0" timeOffset="262.335">2947 937,'5'0,"5"0,7 0,8 0,8 0,7-3,3 0,1 0,-1 0,-7 2,-7 0,-8 0</inkml:trace>
  <inkml:trace contextRef="#ctx0" brushRef="#br0" timeOffset="666.389">2920 441,'-4'0,"0"0,8-2,10-3,14-1,14-1,9 0,6 1,4 2,0 4,-4 2,-11 0</inkml:trace>
  <inkml:trace contextRef="#ctx0" brushRef="#br0" timeOffset="1325.88">3937 214,'-11'193,"-16"337,-7-222,32-285,3-17,2-13,1-8</inkml:trace>
  <inkml:trace contextRef="#ctx0" brushRef="#br0" timeOffset="1788.649">4097 763,'-1'9,"-7"118,9-122,-1-1,1 1,0 0,0 0,1-1,-1 1,1-1,0 1,0-1,1 0,-1 0,1 0,0 0,0 0,0-1,1 1,-1-1,1 0,0 0,0 0,0 0,0-1,0 0,4 2,-1-2,0 0,1-1,-1 0,1 0,0 0,-1-1,1 0,0-1,-1 1,1-1,-1-1,1 0,-1 0,1 0,-1-1,0 0,0 0,-1-1,1 0,-1 0,1-1,-1 1,-1-1,1-1,-1 1,0-1,0 0,0 0,-1 0,0-1,0 1,-1-1,0 0,0 0,0-1,-1 1,0 0,-1-1,1 1,-1-1,-1 0,0 1,0-1,0 0,-1-3,-2 2,-1 0,1 0,-1 0,-1 0,0 1,0-1,-1 1,0 1,0-1,-1 1,1 0,-2 0,1 1,-1 0,0 0,-2 0,4 2,1 1,-1-1,0 1,0 1,0-1,0 1,0 0,-1 1,1-1,-1 1,1 0,-1 1,1 0,-1 0,1 0,-1 1,1 0,-1 0,1 1,-1-1,1 1,0 1,0-1,-3 3,5-3,0 1,1 0,-1 0,1 0,-1 0,1 1,0 0,0-1,0 1,1 0,-1 0,1 1,0-1,1 0,-1 1,0-1,1 1,0 0,0-1,1 1,-1 0,1-1,0 1,1 0,-1 0,1-1,-1 1,1 0,1-1,-1 1,1-1,0 1,0-1,0 0,2 3,16 20</inkml:trace>
  <inkml:trace contextRef="#ctx0" brushRef="#br0" timeOffset="2036.982">4458 829,'18'5,"22"1,25 0,28-2,28-1,30-1,26-1,18 0,11-1,3 0,-9 2,-16 3,-26 5,-34 4,-35 1,-35-2,-38-3,-22-3</inkml:trace>
  <inkml:trace contextRef="#ctx0" brushRef="#br0" timeOffset="3694.38">3883 1177,'-18'102,"-4"29,6-30,-4-2,-4 0,-15 29,38-122,0-1,0 1,-1-1,0 1,0-1,0 0,-1 0,0 0,0 0,0 0,0-1,-1 1,0-1,0 0,0 0,0-1,-1 1,1-1,-1 0,0 0,0 0,0-1,0 0,-1 0,1 0,0 0,-1-1,0 0,-14-2,0-2,0 0,1-1,-1-1,1-1,-10-5,-18-4,-136-33,-2 9,-1 7,-1 9,-1 8,-101 8,18 9,-127 23,-275 53,355-65,225 5,89-17,0-1,0-1,0 1,0-1,0 1,0-1,0 0,0 0,0-1,1 1,-1-1,1 0,-1 0,1 0,-1 0,1-1,0 0,0 1,0-1,1 0,-1 0,-1-3,-45-78,48 81,-17-37,3 0,1 0,2-2,2 0,-4-33,-75-444,42 218,-48-243,78 498,10 42</inkml:trace>
  <inkml:trace contextRef="#ctx0" brushRef="#br0" timeOffset="5060.511">5647 254,'20'10,"-1"1,-1 0,0 1,-1 1,0 0,4 6,-15-13,0 0,0 1,-1 0,0 0,0 0,-1 1,1-1,-2 1,1 0,-1 0,0 0,-1 1,0-1,0 1,-1-1,1 7,1-5,5-24,-5 6,93-184,-79 171,-34 108,11-63,2 0,0 0,1 1,1-1,2 3,-1-25,1 0,0 0,-1 0,1 0,0 0,0 0,0 0,0 0,0 0,1 0,-1-1,0 1,1 0,0 0,-1 0,1 0,0-1,0 1,0 0,0-1,0 1,0-1,1 1,-1-1,1 1,-1-1,1 0,-1 0,1 0,-1 0,1 0,0 0,0 0,-1 0,1-1,0 1,0-1,0 1,0-1,0 0,0 0,0 0,0 0,0 0,0 0,-1-1,1 1,0 0,1-1,6-6,0 1,-1-1,0-1,0 1,-1-1,0-1,0 1,-1-1,0-1,-1 1,0-1,0 0,-1 0,0 0,-1 0,1-8,4-29,-5 29,-3 44,-1-11,-1-8,1 1,0 0,0 0,1 0,0 0,0 0,1 0,0-1,0 1,1 0,0 0,0-1,1 1,0-1,1 0,-1 0,1 0,0 0,1-1,0 1,0-1,0-1,4 4,10 0</inkml:trace>
  <inkml:trace contextRef="#ctx0" brushRef="#br0" timeOffset="5353.972">6289 441,'10'-3,"1"0,-1 1,1 0,0 0,-1 1,1 1,0 0,-1 0,1 1,0 0,0 1,-1 0,0 1,1 0,-1 1,0 0,2 1,-7 1,0-1,-1 1,0 0,0 0,0 0,-1 1,0-1,0 1,-1 0,1-1,-1 1,-1 1,0-1,0 0,0 0,-1 0,0 1,0-1,-1 0,1 0,-2 0,1 0,-1 0,-1 3,1 1,-1 13,1-15,0 0,1 1,0-1,0 0,1 1,0-1,1 1,0-1,1 0,0 1,-2-9,1 1,-1-1,1 1,0-1,0 1,-1-1,1 0,0 0,0 1,0-1,0 0,0 0,1 0,-1 0,0 0,0 0,1 0,-1-1,0 1,1 0,-1-1,1 1,-1-1,1 0,1 1,8-1</inkml:trace>
  <inkml:trace contextRef="#ctx0" brushRef="#br0" timeOffset="5599.837">6369 562,'14'2,"15"1,17 0,15-3,7-4,4-3,-1-3,-13 1</inkml:trace>
  <inkml:trace contextRef="#ctx0" brushRef="#br0" timeOffset="5930.465">5501 27,'23'0,"20"0,22 0,23 0,18 0,17-4,8-7,-19-1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34.39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15,'5'0,"10"0,10 0,9 0,11 0,8 0,8-3,4 0,0 0,-2 1,-7 0,-11 1,-13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34.64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1,'18'2,"15"1,14 0,9-1,10 0,7-1,4-1,-10 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36.3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 8,'-17'-8,"272"46,3-30,120-17,-367 9,59 1,-51 16,-21-6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35.3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0,'10'10,"0"-1,0 2,-1-1,-1 1,0 1,0-1,-1 2,-1-1,0 0,-1 1,0 0,-1 1,1 2,3 22,-1 1,-2 0,-1 39,-1-55,-3-23,0 0,-1-1,1 1,0 0,0-1,0 1,0 0,0-1,0 1,1 0,-1 0,0-1,0 1,0 0,0-1,0 1,0 0,0 0,1-1,-1 1,0 0,0 0,0 0,1-1,-1 1,0 0,0 0,1 0,-1-1,0 1,0 0,1 0,-1 0,0 0,0 0,1 0,-1 0,0 0,1 0,-1-1,0 1,1 0,-1 1,0-1,0 0,1 0,-1 0,0 0,1 0,-1 0,0 0,0 0,1 0,-1 1,0-1,0 0,1 0,-1 0,0 0,0 1,0-1,1 0,-1 0,0 1,0-1,0 0,0 0,1 1,-1-1,1-2,128-242,-83 146,-46 98,0 1,1-1,-1 0,0 0,0 1,1-1,-1 0,0 0,0 1,1-1,-1 0,0 0,1 1,-1-1,0 0,1 0,-1 0,0 0,1 0,-1 0,0 1,1-1,-1 0,1 0,-1 0,0 0,1 0,-1 0,0-1,1 1,-1 0,0 0,1 0,-1 0,1 0,-1 0,0-1,0 1,1 0,-1 0,0-1,1 1,-1 0,0 0,0-1,1 1,-1 0,0 0,0-1,0 1,1 0,-1-1,0 1,0-1,0 1,0 0,0-1,0 1,0 0,0-1,0 1,0 0,0-1,3 35,-3-32,2 200,-3-198,1 0,1 0,-1-1,1 1,-1 0,1 0,0 0,0-1,1 1,-1-1,1 1,-1-1,1 1,1-1,-1 0,0 0,1 0,-1 0,1-1,0 1,0 0,0-1,0 0,0 0,1 0,-1 0,0-1,1 1,0-1,-1 0,1 0,0 0,0 0,-1-1,1 1,0-1,0 0,0-1,3 1,4-5,0 0,0 0,0-1,-1-1,0 1,0-2,-1 1,0-1,0-1,-1 0,0 0,-1 0,1-1,-2 0,0-1,0 1,-1-1,3-8,-3 9,-1-1,1-1,-2 1,0-1,0 1,-1-1,0 0,-1 0,-1 0,0-6,0 17,0 1,0-1,0 0,1 1,-1-1,0 1,0-1,0 0,-1 1,1-1,0 1,0-1,0 0,0 1,0-1,-1 1,1-1,0 1,0-1,-1 1,1-1,0 1,-1-1,1 1,-1-1,1 1,-1 0,1-1,-1 1,1 0,-1-1,1 1,-1 0,1 0,-1-1,1 1,-1 0,1 0,-1 0,0 0,1 0,-1 0,1 0,-1 0,0 0,1 0,-1 0,1 0,-1 0,0 1,1-1,-1 0,1 0,-24 26,16-13,1 1,1 1,0-1,1 1,1 0,0 0,1 0,1 1,0-1,1 1,1-1,0 1,1-1,3 14,-2-22,0 0,1 0,0 0,1-1,-1 1,1-1,1 0,-1 0,1 0,0 0,0-1,0 0,1 0,0-1,0 1,0-1,1 0,-1-1,1 0,0 0,0 0,0-1,0 0,6 1,21 5</inkml:trace>
  <inkml:trace contextRef="#ctx0" brushRef="#br0" timeOffset="1864.078">975 388,'-22'236,"21"-233,0 0,1 0,0 0,0-1,0 1,0 0,0 0,0 0,1 0,0 0,-1 0,1 0,0-1,0 1,1 0,-1-1,1 1,-1-1,1 1,0-1,0 0,0 1,0-1,0 0,0 0,0-1,1 1,-1 0,1-1,0 0,-1 1,3 0,8-1,0 0,0 0,1-1,-1-1,0 0,0-1,0 0,-1-1,1-1,0 0,-1 0,0-1,0-1,0 0,1-2,20-12</inkml:trace>
  <inkml:trace contextRef="#ctx0" brushRef="#br0" timeOffset="2329.384">975 161,'0'0,"-1"1,0 0,1-1,-1 1,1 0,-1-1,1 1,-1 0,1 0,0-1,-1 1,1 0,0 0,0 0,-1-1,1 1,0 0,0 0,0 0,0 0,0 0,0-1,0 1,1 0,-1 0,0 0,0 0,1-1,-1 1,0 0,1 0,-1-1,1 1,-1 0,1 0,-1-1,1 1,-1-1,1 1,0-1,-1 1,1-1,0 1,0-1,-1 1,1-1,1 1,1 0,-1 0,0 0,0 0,1 0,-1-1,0 1,1-1,-1 1,0-1,1 0,-1 0,1 0,-1 0,0-1,1 1,-1-1,1 1,-1-1,0 0,0 0,0 0,1 0,-1 0,0-1,0 1,0-1,-1 1,1-1,0 1,-1-1,1 0,-1 0,1 0,-1 0,0 0,0 0,0-1,0 1,1-1,-1 0,1 0,-1 0,0 1,0-1,-1 0,1 0,0 0,-1 0,0-1,0 1,0 0,0 0,0 0,-1 0,1 0,-1 0,0 0,0 0,0 0,0 1,-1-1,1 0,-1 0,1 1,-1-1,0 1,0 0,0-1,0 1,-1 0,2 1,0 1,0-1,-1 0,1 1,0 0,0-1,0 1,-1 0,1-1,0 1,0 0,-1 0,1 0,0 0,-1 0,1 1,0-1,0 0,-1 0,1 1,0-1,0 1,0-1,0 1,0 0,-1-1,1 1,0 0,0 0,1 0,-1-1,0 1,0 0,0 0,0 0,1 1,-1-1,1 0,-1 0,0 1,-21 50,12-22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31.7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78 106,'1'112,"1"5,-13 97,9-191,-1 1,-1-1,-1 1,-1-1,-1-1,-4 6,12-28,-1 0,0 1,0-1,0 1,0-1,0 1,0-1,0 0,0 1,0-1,0 1,0-1,-1 0,1 1,0-1,0 1,0-1,0 0,-1 1,1-1,0 0,0 1,-1-1,1 0,0 1,0-1,-1 0,1 1,0-1,-1 0,1 0,-1 0,1 1,0-1,-1 0,1 0,-1 0,1 0,0 0,-1 0,1 0,-1 0,1 0,0 0,-1 0,1 0,-1 0,1 0,-1 0,1 0,0 0,-1 0,1-1,0 1,-1 0,1 0,-1 0,1-1,0 1,-1 0,1-1,0 1,0 0,-1-1,1 1,0 0,0-1,0 1,-1-1,-7-31,4-29,3-1,2 1,3 0,3 0,7-21,-10 54,35-168,-39 196,1 0,-1 0,0 0,0 1,0-1,1 0,-1 0,0 0,0 0,1 0,-1 0,0 0,0 0,1 0,-1 1,0-1,1 0,-1 0,0 0,0-1,1 1,-1 0,0 0,0 0,1 0,-1 0,0 0,0 0,1 0,-1 0,0-1,0 1,0 0,1 0,-1 0,0 0,0-1,0 1,1 0,-1 0,0 0,0-1,0 1,0 0,0 0,0-1,0 1,0 0,1 0,-1-1,0 1,0 0,0 0,0-1,0 1,0 0,0-1,0 1,-1 0,1 0,0-1,0 1,6 22,-6-21,8 49,-6-27,1 0,2-1,0 0,1 0,2 0,9 20,-17-40,1 0,0 0,0 0,0 0,1 0,-1 0,0 0,1 0,-1 0,1 0,0-1,0 1,-1-1,1 1,0-1,0 0,0 0,1 0,-1 0,0 0,0 0,1 0,-1-1,0 1,1-1,-1 0,0 1,1-1,-1-1,0 1,1 0,-1 0,0-1,1 1,-1-1,0 0,2-1,9-8,0 0,-1-1,-1-1,0 0,-1 0,0-1,-1-1,0 0,-1 0,-1 0,4-10,-9 19,69-182,-66 203,-36 266,26-247,-8 61,4 0,4 0,5 14,4-58</inkml:trace>
  <inkml:trace contextRef="#ctx0" brushRef="#br0" timeOffset="1549.703">680 760,'-3'10,"0"6,-2 6,0 6,-2 5,1 6,1 3,2 2,1-1,3-2,3-5,7-5,7-8,8-8,8-9,11-12,5-12,-5-3</inkml:trace>
  <inkml:trace contextRef="#ctx0" brushRef="#br0" timeOffset="2014.463">653 533,'1'4,"-1"-1,0 0,1 1,0-1,0 1,0-1,0 0,0 0,1 1,-1-1,1 0,0 0,0-1,0 1,0 0,0-1,1 1,0-1,-1 0,1 0,0 0,0 0,0 0,0 0,0-1,0 0,0 1,1-1,-1 0,0-1,1 1,-1-1,1 1,-1-1,1 0,-1 0,1-1,-1 1,0-1,1 1,-1-1,1 0,-1-1,0 1,0 0,3-3,-4 2,-1 0,0-1,1 0,-1 1,0-1,0 1,-1-1,1 0,0 0,-1 0,0 1,1-1,-1 0,-1 0,1 0,0 0,-1 1,1-1,-1 0,0 0,0 1,0-1,0 1,0-1,0 1,-1-1,0 1,1 0,-1-1,0 1,0 0,0 0,0 0,0 1,-1-1,1 0,-1 1,1 0,-1-1,1 1,-1 0,0 0,1 1,-1-1,0 0,0 1,-1 0,3-1,0 0,-1 0,1 0,-1 0,1 0,-1 0,1 1,-1-1,0 1,1-1,-1 1,0-1,1 1,-1 0,0 0,1 0,-1 0,0 0,1 0,-1 1,0-1,1 1,-1-1,0 1,1-1,-1 1,1 0,-1 0,1 0,-1 0,1 0,0 0,-1 0,1 0,0 0,0 1,0-1,0 0,0 1,0-1,0 1,1-1,-1 1,0-1,1 1,0 0,-1 0,7 17,4-1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43.6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2284 1045,'18'3,"15"0,12 0,6-1,2 0,-2-1,-6 2,-12 0</inkml:trace>
  <inkml:trace contextRef="#ctx0" brushRef="#br0" timeOffset="250.112">2378 1300,'13'4,"14"2,16 0,14-4,-2-2</inkml:trace>
  <inkml:trace contextRef="#ctx0" brushRef="#br0" timeOffset="-1628.091">1027 765,'-9'216,"-33"199,38-402,2-18,-2-24,-3-365,7 280,0 78,9-95,-9 130,-1 1,1-1,0 1,0-1,0 1,0-1,0 1,0-1,0 1,0 0,0-1,0 1,0-1,0 1,0-1,0 1,0-1,1 1,-1-1,0 1,0-1,1 1,-1 0,0-1,0 1,1 0,-1-1,0 1,1 0,-1-1,1 1,-1 0,0-1,1 1,-1 0,1 0,-1 0,1-1,-1 1,1 0,-1 0,1 0,-1 0,0 0,1 0,-1 0,1 0,-1 0,1 0,-1 0,1 0,-1 1,1-1,-1 0,1 0,-1 0,1 1,-1-1,1 0,15 27,89 206,-97-219,-5-7,0-1,0 0,1 0,0 0,0 0,0-1,1 0,0 0,0 0,0 0,0-1,1 0,2 2,-5-7,0 1,0-1,0 0,1 0,-1 0,0 0,0 0,0-1,-1 1,1-1,0 0,-1 0,1 0,-1 0,1 0,-1-1,0 1,0-1,0 1,0-1,0 0,-1 0,1 0,-1 0,0-1,4-3,13-22,-1-1,-1-1,-2-1,-1-1,-1 1,-2-2,5-28,-11 50,-4 31,-15 214,6-142,5 0,3 1,6 31,1-79</inkml:trace>
  <inkml:trace contextRef="#ctx0" brushRef="#br0" timeOffset="-1298.247">1615 1300,'0'4,"0"7,0 7,0 9,0 5,0 7,0 4,0 1,2 0,4-3,4-6,8-10,8-8,8-14,8-12,3-12,-6-2</inkml:trace>
  <inkml:trace contextRef="#ctx0" brushRef="#br0" timeOffset="-617.349">1668 1059,'-1'0,"1"0,-1 1,0-1,0 0,1 0,-1 1,0-1,1 0,-1 1,0-1,1 0,-1 1,0-1,1 1,-1-1,1 1,-1-1,1 1,-1 0,1-1,-1 1,1 0,0-1,-1 1,1 0,0 0,0-1,-1 1,1 0,0 0,0-1,0 1,0 0,0 0,0-1,0 1,0 0,0 0,1-1,-1 1,0 0,0 0,1-1,-1 1,0 0,1-1,-1 1,1 0,-1-1,1 1,-1-1,1 1,-1 0,1-1,-1 0,1 1,0-1,-1 1,1-1,0 0,0 1,-1-1,1 0,0 0,0 0,-1 1,1-1,3-2,0 1,0-1,-1 0,1 0,-1 0,0 0,1-1,-1 0,0 1,0-1,0 0,-1 0,1-1,-1 1,0 0,0-1,0 0,0 1,-1-1,1 0,-1 0,1-3,-3 4,0 0,0 1,0-1,-1 0,1 1,-1-1,0 1,1 0,-1 0,0-1,0 1,-1 0,1 1,0-1,-1 0,1 1,-1-1,1 1,-1 0,0 0,1 0,-1 0,0 0,0 1,0-1,0 1,0 0,1 0,-1 0,0 0,0 0,0 0,0 1,0 0,0-1,1 1,-1 0,0 1,1-1,-1 0,1 1,-1-1,-1 2,2-1,1 0,-1 0,0 0,1 0,0 0,-1 0,1 0,0 1,0-1,0 0,1 1,-1-1,0 1,1-1,0 1,-1-1,1 1,0-1,0 1,1-1,-1 1,0-1,1 1,0-1,-1 0,1 1,0-1,0 0,0 1,1-1,-1 0,0 0,1 0,0 1,15 15</inkml:trace>
  <inkml:trace contextRef="#ctx0" brushRef="#br0" timeOffset="2101.94">3125 658,'5'0,"10"2,15 4,19-1,21 0,20-3,16-2,8-2,0 1,-8 0,-15-1,-18 2,-19-1,-22 1,-20 0,-19 0,-9 0</inkml:trace>
  <inkml:trace contextRef="#ctx0" brushRef="#br0" timeOffset="850.246">3112 1032,'5'0,"0"1,-1 0,1-1,0 2,-1-1,1 0,-1 1,0 0,1 0,-1 0,0 1,0 0,0-1,-1 1,1 0,-1 1,1-1,-1 1,0-1,0 1,-1 0,1 0,-1 0,0 1,1 1,4 10,-1 0,0 0,-1 1,-1 0,-1 0,0 5,8 90,-11-111,0-1,0 1,0 0,0 0,0-1,0 1,0 0,1-1,-1 1,0 0,1-1,-1 1,0 0,1-1,-1 1,1-1,-1 1,1 0,-1-1,1 1,-1-1,1 0,-1 1,1-1,0 1,-1-1,1 0,0 1,-1-1,1 0,0 0,0 0,-1 0,1 1,0-1,-1 0,1 0,0 0,0-1,-1 1,1 0,0 0,0 0,-1 0,1-1,0 1,-1 0,1-1,0 1,-1 0,1-1,-1 1,1-1,-1 1,1-1,-1 1,1-1,32-33,-21 18,-1-1,-1 0,0 0,-2-1,0 0,-1 0,-1-1,0 0,-1-1,-2 1,0-1,0-9,-9-5,0 38,0 9,2 0,-1 0,2 1,0 0,1-1,0 1,1 0,0 9,0-12,1 0,0 0,1 0,1 0,-1-1,2 1,-1-1,1 1,4 6,-6-14,0 0,1 0,0 0,-1 0,1 0,0 0,1 0,-1-1,0 1,1-1,0 0,-1 1,1-1,0-1,0 1,0 0,0-1,0 1,1-1,-1 0,0 0,1 0,-1 0,1-1,-1 0,0 1,1-1,-1 0,1-1,-1 1,4-1,-1-1,-1 1,1-1,-1 0,1-1,-1 1,0-1,0 0,0 0,-1-1,1 0,-1 1,1-2,-1 1,0 0,-1-1,1 1,-1-1,0 0,0 0,1-5,3-4,-1-1,-1 1,-1-1,0 0,-1 0,0-1,-1-4,1-33,-14 109,10-44,0-1,1 1,1-1,-1 1,2-1,-1 1,2-1,0 0,0 0,1 0,0 0,1-1,0 1,0-1,1-1,1 1,0-1,0 0,0 0,1-1,1 0,0 0,0-1,1 0,16 8</inkml:trace>
  <inkml:trace contextRef="#ctx0" brushRef="#br0" timeOffset="1105.562">4035 1366,'-5'19,"-1"9,0 6,1 3,2 0,3-1,5-3,3-5,4-4,6-4,4-6,5-6,4-3,5-7,4-8,3-7,1-6,-8 3</inkml:trace>
  <inkml:trace contextRef="#ctx0" brushRef="#br0" timeOffset="1575.781">4008 1099,'1'2,"0"0,0 0,0 1,1-1,-1 0,1 0,0 0,-1-1,1 1,0 0,0-1,0 1,0-1,0 1,1-1,-1 0,0 0,1 0,-1-1,1 1,-1 0,0 0,0 0,1-1,-1 1,0-1,1 1,-1-1,0 0,1 0,-1 0,0 0,1-1,-1 1,1-1,-1 1,0-1,0 0,0 0,1 0,-1 0,0 0,0 0,0-1,0 1,-1-1,1 1,0-1,-1 0,1 0,-1 1,1-1,-1 0,0 0,0-1,0 1,0 0,0 0,0 0,-1-1,1 1,-1 0,1-1,-1 1,0 0,0-1,0 1,0-1,-1 1,1 0,-1-1,1 1,-1 0,0 0,0-1,0 1,0 0,0 0,0 0,-1 0,-2-2,-1 1,0 0,0 0,0 0,-1 0,1 1,-1 0,1 0,-1 1,0-1,1 1,-1 0,0 1,0 0,0-1,0 2,0-1,0 1,1 0,-1 0,0 0,0 1,1 0,-1 0,1 1,0-1,0 1,-5 4,-11 6</inkml:trace>
  <inkml:trace contextRef="#ctx0" brushRef="#br0" timeOffset="9434.516">4436 203,'-52'-27,"-1"3,-1 1,-2 3,0 3,0 2,-2 2,-30-1,-95-6,-135 5,159 10,-760-4,586 10,160 7,-122 21,178-15,-73 4,36-4,-132 29,245-32,0 1,1 1,1 3,0 1,1 2,-24 17,-204 127,242-149,2-3,1 2,1 0,0 2,1 0,0 1,-15 17,26-19,0 1,1-1,0 1,1 0,1 1,1-1,0 1,1 0,0 0,0 16,1-12,-13 93,4 2,6 0,5 19,3-101,1-1,1 1,1-1,2 0,2-1,0 0,2-1,2 0,0-1,2 0,2-1,15 20,46 53,4-4,32 25,-68-76,1-1,3-3,1-2,2-3,1-2,2-2,2-3,0-2,2-3,25 5,67 12,2-7,0-7,3-7,-1-6,118-7,91-9,0-17,132-33,147-50,-111 18,-433 63,-1-5,-2-4,-1-4,14-10,-81 27,-1-2,0-1,-1-1,-1-1,-1-2,-1 0,-1-2,-1-1,-2 0,0-2,-2 0,10-21,-18 30,-2-1,0 0,-2 0,0-1,-1 0,-1 0,-1 0,-1-1,-1 1,0-10,-3-27,-2 1,-3 0,-6-19,1-4,4 21,-2 0,-3 0,-3 1,-2 1,-2 0,-7-8,-5 6,-2 1,-3 2,-3 2,-30-33,33 47,-2 2,-1 2,-2 1,-1 2,-21-10,13 16,-1 3,-1 2,-1 2,0 3,-2 2,0 2,0 3,-43-2,-183-44,215 37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54.67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 0,'-2'0,"1"0,6 0,6 3,9 0,9 2,9 3,7 0,3 0,3-1,-2 1,-3-1,-8-2,-11-1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54.9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1,'21'4,"20"2,17 0,12-4,3-4,-11-2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58.3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1,'2'0,"3"2,8 1,10 0,16 0,11-1,14-1,10-1,6 1,0-1,-2-3,-7 0,-9 0,-13 0,-12 4,-13 3,-10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56.2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35,'0'-2,"1"1,-1-1,0 0,1 1,0-1,-1 1,1-1,0 1,-1-1,1 1,0-1,0 1,0 0,1-1,-1 1,0 0,0 0,1 0,-1 0,0 0,1 0,-1 0,1 1,-1-1,1 0,0 1,-1-1,1 1,-1 0,1-1,0 1,-1 0,1 0,0 0,0 0,-1 1,1-1,0 0,-1 1,1-1,-1 1,1-1,-1 1,1 0,-1 0,1 0,-1-1,1 2,-1-1,7 8,-1 1,0-1,0 1,-1 1,-1-1,0 1,0 0,-1 0,0 0,-1 1,0 0,-1-1,-1 1,1 0,-2 2,10 104,5-149,49-196,-65 227,1-1,0 0,0 0,0 0,0 0,0 1,-1-1,2 0,-1 0,0 0,0 0,0 1,0-1,0 0,1 0,-1 0,0 1,1-1,-1 0,1 0,-1 1,1-1,-1 0,1 1,-1-1,1 0,-1 1,1-1,0 1,-1-1,1 1,0-1,0 1,0 0,-1-1,1 1,0 0,0 0,0 0,-1-1,1 1,0 0,0 0,0 0,0 0,-1 0,1 1,0-1,0 0,0 0,0 0,-1 1,1-1,0 1,0-1,0 1,48 152,-48-149,-1-1,1 1,1-1,-1 1,0-1,1 0,0 0,-1 1,1-1,1 0,-1 0,0-1,1 1,-1 0,1-1,0 0,0 0,0 1,0-2,0 1,0 0,1-1,-1 1,1-1,-1 0,1 0,-1 0,1-1,-1 1,1-1,0 0,-1 0,1 0,0-1,-1 1,1-1,1 0,4-7,0-1,-1 0,0-1,0 0,-1 0,0 0,-1-1,0 0,-1 0,0-1,-1 1,0-1,0 0,-2-1,1 1,-2 0,1-8,2-9,-4 23,-2 20,-1 8,1-1,1 1,0 0,2 0,0 0,3 5,-3-20,0 0,1-1,-1 0,2 1,-1-1,1 0,0 0,0 0,0-1,1 1,0-1,0 0,1 0,-1 0,1 0,0-1,0 0,1 0,-1 0,1-1,0 0,5 3,32 7,-1-5</inkml:trace>
  <inkml:trace contextRef="#ctx0" brushRef="#br0" timeOffset="1517.942">869 530,'43'-151,"-22"90,-14 43,-7 18,0 0,0 1,0-1,0 0,0 0,0 1,0-1,0 0,0 0,1 0,-1 1,0-1,0 0,0 0,0 0,0 0,0 1,0-1,0 0,1 0,-1 0,0 0,0 1,0-1,0 0,1 0,-1 0,0 0,0 0,0 0,1 0,-1 0,0 0,0 1,0-1,1 0,-1 0,0 0,0 0,0 0,1 0,-1 0,0 0,0-1,0 1,1 0,-1 0,0 0,0 0,0 0,1 0,-1 0,0 0,0 0,0-1,10 168,-5 92,-5-257,0 0,-1 1,1-1,-1 0,1 0,-1 0,0 0,0 0,0 0,0 0,0 0,-1 0,1 0,-1 0,1-1,-1 1,1-1,-1 1,0-1,0 0,0 1,0-1,0 0,0 0,0 0,0-1,0 1,0 0,0-1,-1 0,1 1,0-1,0 0,-1 0,1 0,0 0,0-1,-1 1,1-1,0 1,0-1,0 0,88-2,179 5,-245 1</inkml:trace>
  <inkml:trace contextRef="#ctx0" brushRef="#br0" timeOffset="2766.758">1551 75,'0'9,"3"4,2-2,1-6,-1-7,-1-5,-2-3,-2-1,-7 0,-4 1,-3 3,2 5,2 7,6 5,9 3,5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4:01.2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1,'16'4,"16"4,17 3,16 0,12-3,12-2,6-2,2-2,-4-2,-9 0,-18 0,-19 2,-19 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3:59.7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14,'1'-1,"-1"0,1 0,0 0,0 0,-1 0,1 0,0 0,0 1,0-1,0 0,0 1,0-1,0 1,0-1,0 1,1-1,-1 1,0 0,0 0,0-1,0 1,1 0,-1 0,0 0,0 0,0 1,0-1,1 0,-1 0,0 1,0-1,0 0,0 1,0-1,0 1,0 0,0-1,0 1,0 0,0 0,0-1,0 1,0 0,-1 0,1 0,0 0,-1 0,1 0,-1 0,1 0,-1 0,1 1,-1-1,0 0,0 0,1 0,-1 0,0 1,0-1,0 1,10 23,-1 2,-2-1,0 1,2 22,17 64,-26-111,0-1,0 1,0-1,0 0,0 1,1-1,-1 1,0-1,1 0,-1 1,1-1,0 0,-1 0,1 1,0-1,0 0,0 0,0 0,0 0,0 0,0 0,0 0,0 0,0 0,0-1,1 1,-1 0,0-1,1 1,-1-1,0 0,1 1,-1-1,0 0,1 0,-1 0,1 0,-1 0,1 0,-1 0,0 0,1 0,0-1,5-7,-1 1,0-1,0-1,0 1,-1-1,-1 0,1 0,-1 0,-1-1,0 1,0-1,0-7,17-105,-21 277,1-153,-1 1,1-1,0 1,0 0,1-1,-1 1,0 0,1-1,-1 1,1-1,0 1,0-1,0 1,0-1,1 1,-1-1,1 0,-1 0,1 0,0 0,-1 0,1 0,0 0,0-1,1 1,-1-1,0 1,0-1,1 0,-1 0,1 0,-1 0,1 0,-1-1,1 1,0-1,-1 0,3 1,2-1,0-1,-1 1,1-1,0 0,0 0,-1-1,1 0,-1 0,1-1,-1 0,0 0,0 0,0-1,-1 0,1 0,-1 0,0-1,0 1,0-1,-1-1,0 1,0-1,1-1,1-3,0-1,0 0,-1-1,0 1,-1-1,-1 0,0 0,0 0,-2-1,1 1,-1 0,-1-6,-5-11,-5 42,7-2,1 1,0 0,1-1,1 1,-1 0,2 0,-1-1,2 1,0 0,0-1,1 1,0-1,1 0,0 0,1 0,0-1,1 1,0-1,1 0,0-1,0 0,1 0,0 0,1-1,0-1,0 1,1-1,-1-1,1 0,1 0,-1-1,1 0,7 1,23 7</inkml:trace>
  <inkml:trace contextRef="#ctx0" brushRef="#br0" timeOffset="1001.246">937 335,'11'-8,"18"5,-24 1,0 2,1-1,-1 1,1 0,-1 0,1 0,-1 1,1 0,-1 0,1 0,-1 1,0-1,0 1,0 1,0-1,0 1,0 0,0 0,-1 0,0 1,0-1,0 1,0 0,0 0,-1 1,0-1,1 1,-2-1,1 1,-1 0,1 0,-1 0,-1 1,1-1,-1 0,0 1,1 3,-3-3,-1-1,1 0,-1 0,1 1,-2-1,1 0,0-1,-1 1,0 0,0-1,0 1,-1-1,0 0,1 0,-6 3,-11 16,19-23,1 1,-1 0,0-1,1 1,-1 0,1 0,-1 0,1 0,-1-1,1 1,0 0,-1 0,1 0,0 0,0 0,0 0,0 0,0 0,0 0,0 0,0 0,0 0,0 0,0-1,0 1,1 0,-1 0,0 0,1 0,-1 0,1 0,-1-1,1 1,-1 0,1 0,0-1,-1 1,1 0,0-1,0 1,-1-1,1 1,0 0,45 18,-30-13,-7-4,1 1,-1 1,0 0,-1 0,1 1,-1 0,1 0,-2 1,1 0,-1 0,0 1,0 0,0 0,-1 1,0 0,-1 0,0 0,0 0,-1 1,0 0,2 6,-5-11,-1 0,0-1,0 1,0-1,0 1,-1-1,1 1,-1-1,0 1,0-1,0 1,0-1,-1 0,0 0,1 1,-1-1,0 0,0-1,-1 1,1 0,-1-1,1 1,-1-1,0 0,0 0,0 0,0 0,0 0,0-1,-1 1,-1 0,-9 3,0 0,0-1,0-1,-1 0,1 0,-1-2,-1 0,9 0,0-1,0 0,1 0,-1 0,0-1,1 0,-1 0,0-1,1 0,-1 0,1-1,0 1,0-1,0-1,0 1,1-1,-2-1,-11-13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4:11.5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1018,'27'-11,"147"7,-49-1,121-21,-181 17,39-4,1142-111,-847 108,435-31,186-23,-337 60,-636 8,-47-1,-8 0</inkml:trace>
  <inkml:trace contextRef="#ctx0" brushRef="#br0" timeOffset="5100.357">1110 6673,'102'-25,"219"-2,-217 21,723-31,79-5,-347 30,-548 12,-9 1,0 0,0 0,0-1,-1 1,1-1,0 0,0 1,0-1,0 0,0 0,0 0,0-1,0 1,0 0,0-1,0 1,0-1,0 0,0 0,0 1,-1-1,1 0,0-1,-1 1,1 0,-1 0,1-1,-1 1,1-1,-1 1,0-1,0 1,0-1,0 0,0 0,0 0,0 1,-1-1,1 0,-1 0,1 0,-1 0,0 0,-36-432,-128-496,133 745,8-1,8-1,8-5,2 99,-4 0,-4 1,-3 0,-13-30,10 52,3 0,4 0,0-24,8-119,6 147,-3 0,-2 0,-4 0,-8-30,-88-276,20 117,72 220,2 0,1-1,2 1,1-1,2-1,1 1,3-16,0-499,-1 549,-1-1,1 1,0 0,-1 0,1 0,0-1,0 1,1 0,-1 0,0 0,1-1,-1 1,1 0,0 0,-1 0,1 0,0 0,0 0,1 0,-1 0,0 1,1-1,-1 0,1 1,-1-1,1 1,0 0,-1-1,1 1,0 0,0 0,0 0,0 0,0 0,0 1,0-1,2 0,93 19,5-10,1-4,16-6,-27 1,1143 0,-987 9,-217-8,-11-1</inkml:trace>
  <inkml:trace contextRef="#ctx0" brushRef="#br0" timeOffset="5849.239">4813 643,'150'10,"61"0,65 18,-188-4,-81-20</inkml:trace>
  <inkml:trace contextRef="#ctx0" brushRef="#br0" timeOffset="6366.881">5562 1,'-1'0,"1"0,0 0,0 1,0-1,0 0,0 0,0 0,-1 0,1 1,0-1,0 0,0 0,0 0,-1 0,1 0,0 0,0 0,0 0,0 0,-1 1,1-1,0 0,0 0,-1 0,1 0,0 0,0 0,0 0,-1 0,1 0,0-1,0 1,0 0,0 0,-1 0,1 0,0 0,0 0,3 25,44 245,-35-17,-11 51,-2-172,-1 895,2-1056,0 12</inkml:trace>
  <inkml:trace contextRef="#ctx0" brushRef="#br0" timeOffset="7176.717">5575 108,'296'-12,"-242"15,1 3,-2 3,1 1,-1 3,-1 2,-1 3,0 1,-1 3,-1 2,-2 3,0 1,13 13,-36-25,0 1,-2 1,0 2,-1 0,-1 1,-1 1,-1 1,-1 0,-1 1,-1 1,-1 1,-1 0,-2 1,0 0,-2 0,2 13,1 32,-3 0,-3 1,-3 0,-4 0,-3 0,-10 58,10-95,-2-1,-1 0,-2-1,-1 0,-2 0,-1-1,-1 0,-2-2,-1 0,-2 0,-1-2,-1 0,-1-2,-2 0,-25 21,8-16,-2-3,0-2,-2-1,-1-3,-1-1,-1-3,-1-2,0-1,-1-3,-17 0,45-8,0-2,0 0,0-1,-1-2,-17-1,40 1,-1 0,1-1,0 1,-1 0,1 0,0 0,-1-1,1 1,0 0,0 0,-1-1,1 1,0 0,0-1,0 1,-1 0,1-1,0 1,0 0,0-1,0 1,0 0,0-1,-1 1,1 0,0-1,0 1,0-1,0 1,0 0,1-1,-1 1,0 0,0-1,0 1,0 0,0-1,0 1,1 0,-1-1,0 1,0 0,0-1,1 1,-1 0,0-1,0 1,1 0,-1 0,0 0,1-1,-1 1,0 0,1 0,-1 0,0 0,1-1,-1 1,0 0,1 0,-1 0,1 0,-1 0,0 0,1 0,-1 0,1 0,11-9</inkml:trace>
  <inkml:trace contextRef="#ctx0" brushRef="#br0" timeOffset="8226.283">6898 1044,'133'10,"0"-7,89-9,-34 0,852-4,414-24,-601 9,-830 26,-19 1,-10 1</inkml:trace>
  <inkml:trace contextRef="#ctx0" brushRef="#br0" timeOffset="8617.238">10427 1512,'-26'-1,"1"1,-1 2,0 1,0 1,1 1,0 1,0 1,0 1,1 1,0 1,1 2,0 0,-17 14,19-11,0 1,2 0,0 2,1 0,1 1,0 1,2 1,0 0,2 0,0 2,1 0,2 0,0 1,1 0,2 1,0 0,2 0,1 0,0 1,2-1,1 1,2 0,2 19,0-32,0 0,1 0,1 0,0 0,1-1,0 0,1 0,0-1,1 0,0 0,1 0,0-1,1 0,0-1,0 0,1-1,0 0,0-1,1 0,0-1,1 0,-1-1,1 0,0-1,0 0,6 0,0-1,0 1,0-2,0-1,1 0,-1-2,3 0,35-6</inkml:trace>
  <inkml:trace contextRef="#ctx0" brushRef="#br0" timeOffset="8929.41">10027 1980,'-78'0,"434"-12,-292 16,-63-3,1 1,-1-1,0 1,0-1,0 1,0-1,0 1,-1 0,1-1,0 1,-1 0,1 0,-1 0,0-1,0 1,1 0,-1 0,0 0,-1 0,1-1,0 1,0 0,-1 0,1 0,-1-1,0 1,1 0,-1-1,0 1,0 0,0-1,0 1,0-1,-1 1,0 2,-25 52,17-38,0 1,1 0,1 1,1 0,1 0,0 1,2 0,0 0,1 6,3-21,1 0,0 1,0-1,1 0,-1 1,1-1,0 0,1 0,0-1,0 1,0 0,0-1,1 0,0 0,0 0,0 0,1-1,0 1,0-1,0 0,0-1,1 1,-1-1,1 0,4 1,31 15</inkml:trace>
  <inkml:trace contextRef="#ctx0" brushRef="#br0" timeOffset="9110.926">10828 2621,'5'-20,"1"-7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4:53.91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26485 2192,'23'-49,"-16"30,0 2,1-1,1 1,1 0,0 1,1 0,1 1,1 0,0 0,0 2,2 0,-1 0,4-1,-15 13,-1-1,0 1,1 0,-1-1,1 1,-1 0,1 0,0 0,-1 1,1-1,0 1,0 0,-1-1,1 1,0 0,0 1,0-1,-1 0,1 1,0-1,-1 1,1 0,0 0,-1 0,1 0,-1 1,1-1,-1 1,0-1,0 1,0 0,0 0,0 0,0 0,0 0,0 0,-1 1,2 1,6 11,0 1,0 0,-2 1,0 0,-1 0,0 0,-2 0,1 6,-5-20,1 0,-1 0,0 1,0-1,0 0,0 0,0 1,-1-1,1 0,-1 0,0 0,0 0,0 0,-1 0,1 0,-1 0,0 0,1-1,-1 1,0 0,-1-1,1 0,0 1,-1-1,1 0,-1 0,0-1,1 1,-1 0,0-1,0 0,0 0,0 0,0 0,-1 0,1 0,-2-1,-46 3,50-3,0 0,-1 0,1 0,0 0,0 0,0 0,0-1,-1 1,1 0,0-1,0 1,0-1,0 1,0-1,0 1,0-1,0 0,0 0,0 1,0-1,0 0,1 0,-1 0,0 0,1 0,-1 0,0 0,1 0,0 0,-1 0,1-1,-1 1,1 0,0 0,0 0,0 0,0-1,0 1,0 0,0-1,2-2,0 0,0-1,1 1,0 0,-1 1,2-1,-1 0,0 1,1-1,-1 1,1 0,0 1,0-1,0 0,0 1,3-1,-2 0,242-119,-220 92,-27 30,1-1,-1 0,0 0,0 0,0 0,0 1,0-1,0 0,0 0,0 0,0 1,-1-1,1 0,0 0,0 0,-1 1,1-1,-1 0,1 0,0 1,-1-1,1 0,-1 1,0-1,1 1,-1-1,0 1,1-1,-1 1,0-1,1 1,-1-1,0 1,0 0,1 0,-1-1,0 1,0 0,0 0,1 0,-1 0,0 0,0 0,-1 0,-2 0,0-1,0 1,0 0,0 1,0-1,0 1,1 0,-1 0,0 0,0 0,0 0,1 1,-1 0,1 0,-1 0,1 0,0 1,0-1,0 1,0 0,0 0,0 0,1 0,0 0,-1 0,1 1,0-1,1 1,-1 0,1-1,-1 1,1 0,0 0,1 0,-1 0,1 0,-1 0,1 0,0 0,1 0,-1 0,1 0,0 0,0-1,0 1,0 0,1 0,-1-1,1 1,0 0,8 8,1 1,0-2,1 0,0 0,0-1,1 0,1-1,0-1,0 0,0-1,1-1,0 0,0-1,1 0,-1-1,1-1,15 1,40 7,-8-5</inkml:trace>
  <inkml:trace contextRef="#ctx0" brushRef="#br0" timeOffset="687.67">27541 2031,'-7'-2,"-1"0,1 1,-1 0,1 0,-1 1,1 0,-1 0,0 1,1 0,0 0,-1 0,1 1,0 1,-1-1,1 1,1 0,-1 1,0-1,1 1,0 1,-1-1,2 1,-1 0,1 0,-1 1,2 0,-1 0,0 0,1 0,1 1,-2 1,4-5,0 0,1 1,-1-1,1 0,0 0,-1 0,2 0,-1 0,0 1,1-1,-1 0,1 0,0 0,0 0,0 0,0 0,0 0,1-1,0 1,-1 0,1-1,0 1,0-1,0 0,1 1,-1-1,0 0,1 0,0-1,0 1,90 35,-74-32,1-2,0 0,0-1,0-1,0-1,0 0,0-2,0 0,-1-2,1 0,-1-1,1-1,-2 0,1-2,-1 0,0-1,0-1,-1-1,-1 0,0-1,0-1,12-13,-7-6,0-1,-3-1,-1-1,-1-1,-2 0,-1 0,-3-1,0-1,-3 0,3-36,8-33,-6-2,-4 1,-4-25,-4 125,1-8,-1 1,0 0,-1 0,-1 0,0 0,-1 0,-1 0,0 0,-1 1,0-1,-1 1,-3-3,8 15,-1 0,1 0,-1 0,1 0,-1 0,1 0,-1 1,0-1,0 1,0-1,0 1,0 0,-1 0,1 0,0 0,0 0,-1 0,1 1,0-1,-1 1,1-1,-1 1,1 0,-1 0,1 0,0 1,-1-1,1 0,-1 1,1-1,0 1,-2 1,-2 1,0 0,0 1,0-1,0 1,1 1,-1-1,1 1,0 0,1 0,-1 1,1 0,-11 20,2 0,1 1,1 1,1 0,1 0,2 1,1 0,1 0,1 0,2 1,1 0,1-1,2 8,-1 9,1-1,2 1,2-1,2 0,2 0,2-1,2-1,2 0,2 0,1-2,21 30,-31-57,0-1,2 0,-1-1,2 0,0-1,0 0,1-1,0 0,7 3,-16-10,1 0,0-1,0 1,0-1,0 0,1-1,-1 1,0-1,1 0,-1-1,1 1,-1-1,1 0,-1 0,1-1,-1 1,1-1,-1-1,0 1,0-1,1 0,-1 0,0 0,0-1,-1 1,1-1,-1 0,1-1,0 0,5-6,-1 0,-1 0,0-1,0 0,-1-1,0 0,3-7,13-23,-23 42,0 0,0 1,0-1,0 0,0 0,0 1,0-1,0 0,0 0,0 0,1 1,-1-1,0 0,0 0,0 0,0 1,0-1,1 0,-1 0,0 0,0 0,0 1,1-1,-1 0,0 0,0 0,1 0,-1 0,0 0,0 0,0 0,1 1,-1-1,0 0,0 0,1 0,-1 0,0 0,0 0,1-1,-1 1,0 0,0 0,1 0,-1 0,0 0,0 0,1 0,-1 0,0-1,0 1,0 0,1 0,-1 0,0 0,0-1,0 1,0 0,1 0,0 29,-1-24,15 112,-14-113,1 1,-1 0,1-1,0 1,1-1,-1 1,1-1,0 0,0 0,0-1,0 1,1 0,-1-1,1 0,0 0,0 0,0 0,0-1,1 0,-1 0,1 0,2 1,50 3,-30-8</inkml:trace>
  <inkml:trace contextRef="#ctx0" brushRef="#br0" timeOffset="936.003">28571 1871,'-16'-10,"-10"-4,-7-3,-5 0,4 2</inkml:trace>
  <inkml:trace contextRef="#ctx0" brushRef="#br0" timeOffset="1187.331">27888 1576,'26'-9,"25"-5,28-1,22 6,15 5,6 9,-4 10,-22 2</inkml:trace>
  <inkml:trace contextRef="#ctx0" brushRef="#br0" timeOffset="1355.897">28691 2151,'9'1,"0"-1,0-1,0 1,0-1,0-1,0 0,-1 0,1-1,-1 0,1 0,-1-1,0 0,0-1,-1 0,1 0,-1 0,0-1,0 0,-1-1,0 1,0-1,0 0,-1-1,0 1,-1-1,0 0,0 0,0-1,-1 1,1-7,-4 13,0 0,1 0,-2 0,1-1,0 1,0 0,-1 0,1 0,-1 0,0 0,1 0,-1 0,0 0,0 1,0-1,0 0,-1 0,1 1,0-1,-1 1,1-1,-1 1,0 0,1-1,-1 1,0 0,0 0,0 0,0 1,0-1,0 0,0 1,-1-1,-71 0,67 3,-1 1,1-1,0 1,0 1,0-1,0 1,0 1,1-1,0 1,0 0,0 0,0 1,1 0,-1 2,3-5,0 1,1-1,0 1,0 0,0-1,0 1,1 0,-1 0,1 1,0-1,0 0,0 0,1 1,0-1,0 0,0 0,0 1,0-1,1 0,0 0,0 1,0-1,1 0,-1 0,1 0,1 3,5 2,-1 0,2 0,-1 0,1-1,0-1,1 1,0-1,0-1,0 0,1 0,0-1,0-1,0 0,0 0,8 1,165 33,-98-28</inkml:trace>
  <inkml:trace contextRef="#ctx0" brushRef="#br0" timeOffset="-2801.394">19346 2218,'36'-21,"-1"-2,-1-1,-1-1,-1-2,-1-2,-2-1,13-17,-23 24,-2-1,-1-1,0-1,-2 0,-1 0,-1-2,-2 1,0-2,-2 1,-1-1,-2 0,2-26,-16-36,8 89,0-1,0 1,0-1,0 1,0-1,0 1,-1 0,1 0,-1 0,0-1,1 1,-1 1,0-1,0 0,0 0,0 1,-1-1,1 1,0 0,-1 0,1 0,-1 0,1 0,-1 0,1 0,-1 1,0 0,1-1,-1 1,0 0,1 0,-1 1,-8 2,1 1,-1 1,1 0,1 0,-1 1,1 1,0-1,0 1,1 1,0 0,0 0,1 0,0 1,0 0,1 0,0 1,1 0,0 0,0 0,1 1,-1 6,-3 0,1-1,1 1,1 1,0-1,1 1,1-1,1 1,1 0,0 0,1 0,1 0,0 0,2 0,0 0,1-1,1 1,0-1,1 0,1 0,1-1,0 0,2-1,-1 1,2-2,0 1,1 0,3-2,1 0,-1-2,2 1,0-2,0 0,1-1,0-1,0 0,1-2,0 0,0-1,1-1,-1-1,1 0,0-2,0 0,-1-1,1-1,0-1,18-4,-31 4,1 0,-1 0,0 0,0-1,0 0,0-1,0 0,-1 0,1 0,-1 0,0-1,0 0,-1-1,0 1,0-1,0 0,0 0,-1-1,0 1,-1-1,1 0,-1 0,-1 0,1-1,-1 1,0-1,-1 1,0-1,0 1,-1-1,0 0,0 1,0-1,-1 0,-1 0,1 4,0 0,0-1,-1 1,0 0,0 0,0 0,0 0,0 1,-1-1,0 1,0-1,0 1,0 0,0 0,-1 0,1 1,-1-1,0 1,1 0,-1 0,-1 0,1 0,0 1,0-1,0 1,-1 0,1 1,0-1,-1 1,-3 0,0 0,1 0,-1 1,1 0,-1 1,1-1,0 2,0-1,0 1,0 0,0 0,0 1,1-1,0 2,0-1,0 1,0 0,1 0,-1 1,1 0,0 0,1 0,0 1,0 0,1 0,0 0,0 0,0 0,1 1,0 1,1-6,1-1,-1 1,1-1,-1 1,1-1,0 1,0-1,0 1,0-1,1 1,-1-1,1 1,0-1,-1 1,1-1,0 0,0 1,1-1,-1 0,0 0,1 0,-1 0,1 0,0 0,-1 0,1 0,0-1,0 1,0-1,1 1,-1-1,1 0,3 1,0 0,0-1,0 0,0 0,0 0,0-1,0 0,0 0,0-1,0 1,0-1,0-1,0 1,0-1,-1 0,1 0,0-1,-1 1,0-1,5-4,-1 2,0-1,0-1,-1 0,0 0,0-1,-1 0,0 0,0-1,-1 0,0 0,1-3,-1 1,-8 17,-6 17,7-18,0 0,-1 0,2 0,-1 0,1 0,0 0,0 0,0 0,0 0,1 0,0 0,0 0,1 0,-1 0,1-1,0 1,0 0,1-1,-1 1,1-1,0 0,0 0,1 0,-1-1,1 1,0-1,0 1,0-1,10 5,0 0,0 0,0-1,1-1,0-1,1 0,9 1,49 11</inkml:trace>
  <inkml:trace contextRef="#ctx0" brushRef="#br0" timeOffset="-662.659">24707 1991,'-16'-5,"-1"0,0 1,-1 2,1-1,0 2,-1 0,1 1,-1 1,1 1,-1 0,-11 4,25-5,1-1,-1 1,1 1,0-1,-1 0,1 1,0-1,0 1,0 0,0 0,0 0,1 1,-1-1,1 1,-1-1,1 1,0 0,0 0,0 0,0 0,1 0,-1 0,1 1,0-1,-1 0,2 1,-1-1,0 1,1-1,0 1,-1-1,1 1,1-1,-1 1,0 0,1-1,0 0,0 1,0-1,0 1,1-1,-1 0,1 1,6 3,0-1,1 0,-1 0,1-1,0 0,0 0,1-1,0 0,-1-1,1 0,1-1,-1 0,0 0,0-1,1-1,-1 1,0-2,1 1,-1-2,0 1,0-1,1-1,1 0,0-1,0-1,0 0,-1 0,1-1,-1-1,-1 0,1 0,-1-1,-1 0,1-1,-1 0,-1-1,0 1,0-2,-1 1,0-1,-1 0,0 0,-1-1,0 0,-1 0,0 0,-1 0,-1-1,1 0,7-41,-2-1,-2 0,-2-1,-3 1,-4-26,-15 2,17 78,0 0,0 0,0 1,0-1,0 0,0 1,-1-1,1 1,0-1,-1 1,1 0,0-1,-1 1,1 0,0 0,-1 0,1 0,0 0,-1 0,1 1,0-1,-1 0,1 1,0-1,0 1,-1-1,1 1,0 0,0-1,0 1,0 0,0 0,0 0,0 0,0 0,0 0,0 0,0 0,1 0,-1 0,0 0,1 0,-1 1,1-1,-1 0,1 1,0-1,0 0,-1 0,1 1,0-1,0 1,0 0,-10 25,1 2,1-1,1 2,2-1,1 0,1 1,1 0,2 12,-1-19,1 1,1 0,1 0,1-1,1 1,2-1,0 0,1-1,1 1,1-1,1-1,1 0,1 0,1-1,-10-15,1 0,0-1,0 1,0-1,0 0,1 0,0 0,0-1,0 0,0 0,0 0,1 0,-1-1,1 0,0 0,0-1,0 1,0-1,-1-1,1 1,0-1,0 0,1 0,-1-1,-1 0,1 0,0 0,0 0,0-1,-1 0,1-1,-1 1,1-1,2-2,1-2,0-1,0-1,-1 1,0-1,0-1,-1 0,-1 0,1 0,-2 0,1-1,-2 0,1-1,-1 1,-1 0,0-1,-1 0,0 0,-1 0,0-6,-2 0,-6 29,5-4,2-1,-1 1,1-1,0 1,0-1,1 1,0-1,0 1,0-1,1 1,0-1,0 0,1 0,-1 0,1 0,1 0,-1-1,1 0,0 1,0-1,4 3,4 3,0 0,1-1,0 0,1-1,0 0,1-1,-1-1,2 0,50 20</inkml:trace>
  <inkml:trace contextRef="#ctx0" brushRef="#br0" timeOffset="-2551.068">21405 1964,'-7'14,"-2"13,0 9,2 6,4 2,6-2,3-6,4-9,0-9</inkml:trace>
  <inkml:trace contextRef="#ctx0" brushRef="#br0" timeOffset="-1547.846">21231 1684,'22'5,"36"6,-1 3,0 2,-1 3,-1 3,30 16,-75-33,0 1,-1 0,1 0,-1 1,-1 0,0 1,0 0,0 0,-1 1,0 0,-1 0,1 0,-2 1,0 0,0 0,-1 0,0 1,0 0,-1-1,-1 1,0 0,-1 0,-5 104,4-114,0 0,0 0,0 1,0-1,0 0,1 0,-1 0,0 0,1 0,-1 0,0 0,1 0,0 0,-1 0,1 0,-1 0,1 0,0 0,0 0,0 0,-1-1,1 1,0 0,0 0,0-1,0 1,0-1,0 1,0-1,0 0,1 1,-1-1,0 0,0 0,0 1,0-1,0 0,1 0,0-1,46-7,-30 0,-1 0,-1-2,1 0,-2 0,1-1,-1-1,-1-1,0 0,3-6,0 3,-17 16,0-1,0 1,0 0,0-1,0 1,0 0,1-1,-1 1,0 0,0-1,0 1,1 0,-1-1,0 1,0 0,1-1,-1 1,0 0,1 0,-1 0,0-1,1 1,-1 0,0 0,1 0,-1 0,1-1,-1 1,0 0,1 0,-1 0,1 0,-1 0,0 0,1 0,-1 0,1 0,-1 1,0-1,1 0,-1 0,0 0,1 0,-1 0,0 1,1-1,-1 0,0 0,1 1,-1-1,0 0,1 0,-1 1,0-1,0 0,0 1,1-1,-1 0,0 1,0-1,0 1,0-1,0 29,0-23,-2-1,1-1,0 1,0 0,1 0,0 0,0 0,0 0,0 0,1 0,-1 0,1 0,1 0,-1 0,1 0,0-1,0 1,0 0,0-1,1 0,0 0,0 0,0 0,0 0,1 0,-1-1,1 1,0-1,0 0,0-1,1 1,-1-1,4 2,-3-3,1 0,-1 0,1-1,-1 1,1-1,-1 0,1-1,0 1,-1-1,0-1,1 1,-1-1,0 1,1-2,-1 1,0 0,0-1,-1 0,1 0,-1-1,1 1,-1-1,0 0,0-1,8-7,-1-1,-1-1,0 0,0 0,-2-1,0 0,3-7,13-42,-2-1,-3-1,-2-1,-4-1,-3 0,-2 0,-3-31,-5 91,2-10,-1 0,-1 0,-1-1,-1 1,0 0,-1 0,-4-8,8 25,-1 0,0 0,0 0,-1 0,1 0,0 0,0 0,0 0,-1 0,1 0,0 0,-1 0,1 1,-1-1,1 0,-1 0,1 0,-1 1,0-1,1 0,-1 1,0-1,0 0,0 1,1-1,-1 1,0-1,0 1,0 0,0-1,0 1,0 0,0 0,0 0,1-1,-1 1,0 0,0 0,0 0,0 0,0 1,0-1,0 0,0 0,0 1,0-1,0 0,0 1,0-1,1 1,-1-1,0 1,0-1,1 1,-1 0,0-1,0 1,1 0,-1 0,1-1,-1 1,1 0,-1 0,1 0,-1 0,-5 13,-1-1,2 1,0 1,0-1,2 0,-1 1,2 0,0 0,1 0,0 1,-1 42,3 1,1-1,4 1,2-1,2-1,3 1,3-2,2 0,2-1,25 46,-26-65,-19-36,1-1,-1 1,0 0,0-1,0 1,1 0,-1-1,0 1,1 0,-1 0,0-1,1 1,-1 0,0 0,1-1,-1 1,0 0,1 0,-1 0,0 0,1 0,-1 0,1-1,-1 1,0 0,1 0,-1 0,1 0,-1 1,0-1,1 0,-1 0,1 0,-1 0,0 0,1 0,-1 0,1 1,-1-1,0 0,1 0,-1 1,0-1,0 0,1 0,-1 1,0-1,0 0,1 1,-1-1,0 0,0 1,0-1,1 1,-1-1,0 0,0 1,0-1,0 1,0-1,-1-12,0 0,-1 0,-1 0,0 0,0 0,-1 1,-5-11,1 1,-153-350,150 337,11 34,0-1,0 1,0-1,-1 0,1 1,0-1,0 1,0-1,0 1,0-1,0 1,0-1,0 1,0-1,0 0,1 1,-1-1,0 1,0-1,0 1,1-1,-1 1,0-1,1 1,-1 0,0-1,1 1,-1-1,0 1,1 0,-1-1,1 1,-1 0,1-1,-1 1,1 0,-1 0,1-1,-1 1,1 0,-1 0,1 0,-1 0,1 0,-1 0,1 0,-1 0,1 0,0 0,-1 0,1 0,-1 0,1 0,-1 1,1-1,-1 0,1 0,-1 1,1-1,-1 0,1 1,-1-1,0 0,1 1,-1-1,1 0,-1 1,0 0,108 72,-74-46,-16-13,58 41,-4 4,-2 3,-2 2,23 34,-89-95,5 4,0 1,-1 0,0 0,0 1,-1 0,0 0,0 0,-1 1,0-1,-1 1,0 0,0 4,-3-12,1-1,-1 0,0 0,0 0,0 1,0-1,0 0,0 0,-1 1,1-1,0 0,-1 0,1 0,0 0,-1 1,0-1,1 0,-1 0,1 0,-1 0,0 0,0 0,0-1,0 1,0 0,1 0,-1-1,-1 1,1 0,0-1,0 1,0-1,0 1,0-1,0 0,-1 1,1-1,0 0,0 0,0 0,-1 0,1 0,0 0,-1 0,-50-20,46 14,0 0,1 0,-1 0,2 0,-1-1,1 0,0 0,0 0,1 0,0-1,0 1,0-1,1 0,1 0,-1 1,1-1,1 0,-1-1,1 1,1 0,-1 0,2 0,-1 0,1 1,0-1,0 0,2-1,1 4,0-1,0 1,0 1,1-1,0 1,0-1,0 2,1-1,-1 1,1 0,0 0,0 1,0 0,0 0,0 1,0-1,0 2,1-1,-1 1,0 0,1 0,-1 1,6 1,27 3</inkml:trace>
  <inkml:trace contextRef="#ctx0" brushRef="#br0" timeOffset="-1293.974">23370 2259,'5'-3,"3"-2,1-1</inkml:trace>
  <inkml:trace contextRef="#ctx0" brushRef="#br0" timeOffset="-16952.13">349 387,'1'5,"-1"15,-3-24,-35-112,36 111,-1-1,0 1,0 0,-1 0,0 0,0 1,0-1,0 1,-1 0,0 0,1 0,-1 1,-1-1,1 1,0 1,-1-1,0 1,1 0,-2 0,0 2,0 0,0 1,1 0,-1 0,0 1,1 0,-1 0,1 1,0-1,-1 1,1 1,1-1,-1 1,0 0,1 0,0 1,0 0,0 0,1 0,0 0,-1 1,2-1,-1 1,1 0,0 0,0 0,1 1,-2 3,-9 22,1 1,2 0,0 1,3 0,1 1,1 0,2 0,2 0,1 0,1 0,4 8,-5-30,0 0,1 0,1 0,1 0,-1 0,2-1,0 0,0 1,1-1,1-1,0 1,1-1,0 0,0 0,1-1,0 0,1-1,1 0,-1 0,1-1,0 0,1 0,0-1,6 2,-4-6,-1 0,1-1,0 0,0-1,1-1,-1 0,0-1,0 0,0-1,0 0,0-1,-1 0,1-1,-1-1,0 0,0-1,0 0,-1-1,0 0,0 0,-1-1,0-1,0 0,-1 0,0-1,-1 0,0-1,6-11,-6 6,-11 22,1 0,0 0,1 0,-1 0,1 0,0 0,1 0,-1 0,1 0,1 1,-1-1,1 0,0 0,0 0,1 0,0 0,0 0,0 0,1-1,0 1,0-1,0 0,0 0,1 0,0 0,0 0,1-1,-1 0,3 2,1-2,0 0,0-1,0 0,0 0,0-1,1 0,-1-1,1 0,-1 0,1 0,-1-1,1-1,-1 0,1 0,-1 0,1-1,7-3,-14 4,0 0,0 0,0 0,0 0,0 0,0-1,-1 1,1-1,0 1,-1-1,1 0,-1 0,0 0,0 1,1-1,-1 0,0-1,-1 1,1 0,0 0,-1 0,1 0,-1-1,1 1,-1 0,0 0,0-1,0 1,-1 0,1-1,0 1,-1 0,1 0,-2-2,0-3,-1 1,0-1,0 0,-1 1,0 0,0 0,-1 0,1 0,-1 1,-2-2,-6-4,-1 0,0 1,0 1,-1 0,0 1,0 0,-1 1,0 1,-8-2,59 1,36-1,-49 3,0 1,0 1,1 2,-1 0,0 1,1 1,-1 1,1 1,-1 1,0 1,-1 1,20 9,-32-10,-1 2,0-1,0 1,-1 0,0 1,0 0,0 0,-1 0,-1 1,1 0,-1 0,-1 0,0 1,0-1,-1 1,0 0,-1 0,0 0,0 6,8 20,-10-35,0 1,1 0,-1 0,1 0,-1 0,1-1,0 1,0 0,0-1,0 1,0 0,0-1,0 1,1-1,-1 0,0 1,1-1,-1 0,1 0,-1 0,1 0,0 0,0 0,-1 0,1-1,0 1,0-1,0 1,-1-1,1 0,0 1,0-1,0 0,0 0,0-1,0 1,0 0,0-1,0 1,10-5,0-1,0 0,0-1,-1 0,0-1,0 0,-1-1,0 0,0 0,-1-1,-1-1,0 1,0-1,0-2,1-1,-1 0,0-1,-1 0,-1 0,0-1,-1 0,-1 0,0 0,0-3,-6 27,1 1,0-1,0 1,1-1,1 1,-1-1,1 1,1-1,-1 0,2 1,-1-1,1 0,0 0,1 0,0-1,0 1,0-1,1 0,3 4,2-5,1 1,-1-1,1-1,0 0,1-1,-1 0,1 0,0-1,0-1,0 0,4 0,40 5</inkml:trace>
  <inkml:trace contextRef="#ctx0" brushRef="#br0" timeOffset="-16113.601">2021 774,'-17'-1,"1"1,-1 1,1 1,-1 0,1 1,0 1,0 0,0 1,0 1,1 0,0 1,0 1,11-5,1-1,0 1,-1-1,1 1,1 0,-1 0,0 0,1 1,-1-1,1 1,0-1,0 1,1 0,-1 0,1-1,0 1,0 0,0 1,0-1,1 0,-1 0,1 0,0 0,1 0,-1 0,1 0,0 0,-1 0,2 0,-1 0,0 0,1 0,0 0,0-1,0 1,0-1,1 1,-1-1,1 0,0 0,0 0,0 0,0-1,0 1,2 0,5 3,-1 0,1-1,0 0,0 0,1-1,-1 0,1-1,0 0,0-1,0 0,0-1,0 0,0-1,0 0,1-1,-1 0,5-2,6-1,0-1,0-1,-1-1,1-1,-1-1,-1-1,0-1,3-3,2-4,-1-2,0 0,-2-2,0-1,-1 0,-2-2,0 0,-2-1,-1 0,-1-2,-1 0,-2-1,0 0,-2 0,-2-1,0-1,-2 1,-2-1,0 0,-2 0,-2-1,0 1,-2 0,-4-14,6 31,-1 1,-1-1,0 0,-1 1,-1-1,0 1,0 0,-1 0,-1 0,-1 1,1 0,-2 0,0 1,0 0,-1 0,0 1,-1 0,-7-6,14 14,-1 0,0 0,0 0,0 0,0 1,0-1,-1 1,1 0,0 1,-1-1,1 1,0 0,-1 0,1 0,0 0,-1 1,1 0,0 0,0 0,-1 0,1 1,0-1,0 1,0 0,1 0,-1 1,0-1,-1 3,-4 2,2 1,-1 0,1 0,0 0,1 1,0 0,0 1,1-1,0 1,1 0,0 1,-4 13,1 1,1 0,2 0,0 0,2 0,0 1,2-1,1 1,1-1,1 0,1 0,1 0,2 0,0-1,6 11,0-3,1-1,1-1,2 0,1-1,1-1,1-1,2 0,1-2,1-1,0 0,12 5,-27-20,1 0,1-1,-1-1,1 0,0 0,1-1,-1-1,1 0,1 0,-1-1,0-1,1 0,0-1,0 0,0-1,-1 0,1-1,0 0,2-2,-9 0,0 0,-1-1,1 0,-1 0,1-1,-1 0,0 0,0 0,-1 0,1-1,-1 0,0 0,0 0,-1 0,1-1,-1 1,1-4,38-108,-34 90,-12 149,3-118,1 1,0 0,0-1,1 1,-1 0,1-1,0 1,0-1,0 1,1-1,0 1,0-1,0 0,0 0,0 0,1 0,0 0,0-1,0 1,0-1,1 0,-1 0,1 0,0 0,0-1,0 1,0-1,0 0,0 0,1-1,2 2,1-3,0 1,0-1,0-1,0 0,-1 0,1 0,0-1,0 0,-1 0,1-1,-1 0,1-1,-1 1,0-1,-1-1,1 1,-1-1,0-1,0 1,0-1,-1 0,0 0,0 0,0-1,-1 1,0-1,0-1,-1 1,0 0,0-1,-1 1,0-1,0 0,0-7,-7-1,-6 38,9-16,0 0,1 0,0 0,0 0,1 0,-1 0,1 0,1 0,-1 0,1 0,0 0,0 0,1 0,0 0,0-1,0 1,1-1,0 1,0-1,0 0,1 0,-1 0,1 0,0-1,1 1,-1-1,1 0,0-1,0 1,0-1,0 0,3 1,32 12,-2-6</inkml:trace>
  <inkml:trace contextRef="#ctx0" brushRef="#br0" timeOffset="-15479.976">3438 668,'19'6,"0"1,-1 0,0 1,0 2,0 0,-1 0,-1 2,0 0,0 0,-2 2,1 0,-2 1,0 0,0 1,4 9,0 2,-2 0,-1 2,-1-1,-2 2,0 0,-3 0,0 1,-2-1,1 17,1 44,-5 1,-4 28,1 65,-1-177,1 1,0-1,1 1,0-1,0 0,1 1,0-1,0 0,1 0,0 0,0 0,1-1,0 0,0 1,1-1,2 2,-5-8,0 0,0-1,1 1,-1-1,0 0,0 0,1 0,-1 0,0 0,1 0,-1 0,0-1,0 1,0-1,1 0,-1 1,0-1,0 0,0-1,0 1,0 0,0 0,-1-1,1 1,0-1,-1 1,1-1,-1 0,1 0,-1 0,0 0,0 0,0 0,0 0,0 0,0 0,-1 0,1 0,-1-1,1 1,-1-1,8-16,-1-1,-1 0,0 0,-2-1,0 0,-2 0,0 0,-1 0,-1 0,-1 0,-1 0,-1 0,-1 1,0-1,-7-15,1 6,-1 0,-2 1,-1 1,-1 0,-1 1,-2 0,0 2,-2 0,-1 1,-5-3,-17-12,-2 1,-1 3,-19-9,44 28,21 16,-1-1,1 1,0-1,0 1,0-1,-1 1,1-1,0 1,0-1,0 1,0-1,0 1,0-1,0 1,0-1,0 1,0-1,0 1,0-1,0 1,0-1,1 1,-1-1,0 1,0-1,0 1,1-1,-1 1,0 0,1-1,-1 1,0-1,1 1,-1 0,1-1,-1 1,0 0,1 0,-1-1,1 1,-1 0,1 0,-1 0,1-1,-1 1,1 0,-1 0,1 0,-1 0,1 0,-1 0,1 0,-1 0,1 0,0 0,-1 1,0-1,1 0,0 0,0 0,255-35,-197 27,35-5,1 4,55 3,-147 5,0 1,0-1,0 1,1-1,-1 1,0 0,0 0,0 1,1-1,-1 1,0-1,0 1,0 0,0 0,0 0,0 1,0-1,0 1,0-1,-1 1,1 0,-1 0,1 0,-1 1,0-1,0 1,0-1,0 1,0-1,-1 1,1 0,-1 0,1 0,-1 0,0 1,-18 71,1 16,16-89,1 0,0 0,-1 1,1-1,0 0,0 0,0 0,0 0,0 0,1 0,-1 0,1 0,-1 0,1-1,0 1,-1-1,1 1,0-1,0 0,0 1,0-1,0 0,0 0,1-1,-1 1,0 0,0-1,1 1,-1-1,0 0,1 0,-1 0,0 0,1 0,-1 0,0-1,23-2</inkml:trace>
  <inkml:trace contextRef="#ctx0" brushRef="#br0" timeOffset="-15251.045">4146 548,'7'4,"13"4,18 3,1 0</inkml:trace>
  <inkml:trace contextRef="#ctx0" brushRef="#br0" timeOffset="-15084.971">4694 828,'-5'16,"-1"7,1 5,2 2,5 0,4-2,6-4,1-4,-3-5</inkml:trace>
  <inkml:trace contextRef="#ctx0" brushRef="#br0" timeOffset="-14876.517">4747 293,'0'0</inkml:trace>
  <inkml:trace contextRef="#ctx0" brushRef="#br0" timeOffset="-13966.863">323 1550,'-1'0,"0"0,0 0,0 0,0 1,0-1,0 0,0 0,1 1,-1-1,0 0,0 1,0-1,0 1,0-1,1 1,-1 0,0-1,1 1,-1 0,0-1,1 1,-1 0,1 0,-1 0,1-1,-1 1,1 0,-1 0,1 0,0 0,0 0,-1 0,1 0,0 0,0 0,0 0,0 0,0 0,0 0,1 0,-1 0,0-1,0 1,1 0,-1 0,0 0,1 0,0 0,73 19,27-13,0-5,0-4,38-8,-122 9,1315-86,823 9,-1389 49,-672 18,-76 4</inkml:trace>
  <inkml:trace contextRef="#ctx0" brushRef="#br0" timeOffset="-13023.253">617 2660,'5'2,"12"1,15 0,18-1,16-3,14 0,5-2,4 1,-6 1,-7-1,-12 2,-17 2,-15 1,-16-1,-12 1</inkml:trace>
  <inkml:trace contextRef="#ctx0" brushRef="#br0" timeOffset="-12147.313">2261 2379,'1'20,"1"-1,1 1,1 0,0-1,1 0,1 0,1 0,1-1,1 0,0-1,1 1,1-2,0 0,1 0,1-1,1 0,0-1,1-1,0 0,1-1,11 6,-24-15,-1-1,1 0,0 1,0-1,0 0,0-1,0 1,1 0,-1-1,0 0,1 0,-1 0,1 0,-1 0,1-1,0 1,-1-1,1 0,-1 0,1-1,0 1,-1-1,1 0,-1 0,1 0,-1 0,0 0,1-1,-1 1,0-1,0 0,0 0,0 0,0-1,-1 1,3-3,1-8,-1-1,-1 0,0 0,-1-1,0 1,-1 0,-1-1,0 0,-1 1,-1-1,0 0,1-8,0-145,1 167,-1-1,1 0,0 0,0 0,0 1,0-1,0 0,0 1,0-1,1 1,-1-1,0 1,1 0,-1 0,1-1,0 1,-1 0,1 0,0 1,0-1,-1 0,1 0,0 1,0-1,0 1,0 0,0 0,0-1,0 1,0 1,0-1,0 0,-1 0,1 1,0-1,0 1,0-1,0 1,0 0,-1 0,1 0,0 0,-1 0,1 0,-1 0,1 0,-1 1,1-1,-1 1,32 15</inkml:trace>
  <inkml:trace contextRef="#ctx0" brushRef="#br0" timeOffset="-11274.578">3116 2619,'1'-4,"0"0,-1-1,0 1,0-1,0 1,0 0,-1-1,0 1,0 0,0-1,0 1,-1 0,1 0,-1 0,0 0,0 0,-1 1,1-1,-1 1,0-1,0 1,0 0,0 0,-1 0,1 0,-1 1,1 0,-1-1,0 1,0 0,0 1,0-1,0 1,-1 0,1 0,0 0,-1 1,1-1,-2 1,-4 2,1 1,-1 0,0 1,1 0,0 1,0 0,0 0,1 1,-1 0,1 0,1 1,-1 0,1 0,1 1,-1 0,1 0,0 1,1-1,0 1,1 0,0 1,-3 8,6-15,0 1,1-1,-1 1,1 0,0-1,0 1,0-1,0 1,1 0,-1-1,1 1,0-1,0 1,0-1,1 1,-1-1,1 0,0 0,0 1,0-1,0-1,0 1,1 0,-1-1,1 1,0-1,0 1,0-1,0 0,0-1,0 1,1 0,-1-1,0 0,1 0,-1 0,1 0,-1 0,1-1,0 1,-1-1,6 1,0-1,0 0,-1 0,1-1,0 0,0 0,-1-1,1 0,-1 0,0-1,0 0,0-1,0 0,0 0,-1-1,1 0,-1 0,0-1,-1 1,0-1,0-1,0 1,0-1,-1 0,0-1,-1 1,0-1,0 0,0 0,-1 0,-1 0,1-1,-1 1,-1-1,1 0,-1-5,-1 78,1-60,1 0,0 1,0-1,0 0,0 0,0 0,1 0,0-1,0 1,0-1,0 1,0-1,1 0,0 0,-1-1,1 1,0-1,0 0,0 0,1 0,-1 0,0-1,1 0,-1 0,1 0,-1 0,1-1,0 0,-1 0,1 0,2 0,1 0,-1 0,1-1,-1 0,0-1,0 0,0 0,0 0,0-1,0 0,0 0,-1-1,1 0,-1 0,0 0,-1-1,1 0,2-3,-2-1,-1 0,0 0,-1 0,0-1,0 1,-1-1,-1 0,1 0,-1-1,-1 1,0 0,-1-1,0 1,0 0,-1-1,0 1,-1 0,0 0,-1 0,0 0,-3-5,6 14,-1 0,0 1,1-1,-1 0,1 1,-1-1,1 0,-1 0,1 0,-1 1,1-1,0 0,-1 0,1 0,0 0,0 0,0 0,0 1,0-1,0 0,0 0,0 0,0 0,0 0,0 0,0 0,1 0,-1 1,0-1,1 0,-1 0,1 0,-1 1,1-1,-1 0,1 0,-1 1,1-1,0 0,-1 1,1-1,0 1,0-1,-1 1,1-1,0 1,0 0,0-1,0 1,0 0,-1 0,1 0,0-1,0 1,0 0,0 0,0 0,0 0,0 1,0-1,-1 0,1 0,0 0,0 1,31 4,0 2,-1 1,0 2,0 1,18 10,-40-19,-1 2,0-1,1 1,-2 0,1 1,0-1,-1 2,0-1,0 1,-1 0,1 0,-1 1,-1 0,1 0,-1 0,0 1,-1 0,0 0,0 0,-1 0,0 1,0-1,1 8,-3 17,-2-30,0 0,0 0,1 1,-1-1,1 0,0 1,0-1,0 0,0 0,1 1,-1-1,1 0,0 0,0 1,0-1,1 0,-1 0,1 0,-1 0,1-1,0 1,0 0,0-1,1 1,-1-1,0 0,1 0,0 0,-1 0,1 0,0-1,0 1,0-1,0 1,0-1,0 0,1 0,0-1,11 0,0-2,0 0,-1-1,1 0,-1-1,0-1,0 0,0-1,-1-1,0 0,0-1,-1 0,0 0,3-4,-4 5,-1-1,0 0,0-1,-1 1,0-2,-1 1,0-1,0-1,-1 1,0-1,-1-1,0-1,-5 12,0 0,0 0,-1 0,1 0,-1 0,1 0,-1 0,1 0,-1 0,1 0,-1 0,0 0,0 0,1-1,-1 1,0 0,0 0,0 0,0 0,-1 0,1-1,0 1,0 0,-1 0,1 0,-1 0,1 0,-1 0,1 0,-1 0,1 0,-1 0,0 0,0 0,1 1,-1-1,0 0,0 0,0 1,0-1,0 1,0-1,0 1,0-1,0 1,0-1,0 1,0 0,-1 0,1-1,0 1,-4 5,1 0,-1-1,1 2,0-1,1 0,0 1,-1-1,2 1,-1 0,1 0,0 0,0 1,0-1,1 0,0 1,0 4,-1-4,1 0,0 1,0-1,1 1,0-1,0 0,1 1,0-1,0 1,0-1,1 0,0 0,1 0,0 0,0 0,0-1,1 1,0-1,0 0,0 0,1 0,0-1,0 1,1-1,-1 0,1-1,0 1,2 0,34 11,-1-6</inkml:trace>
  <inkml:trace contextRef="#ctx0" brushRef="#br0" timeOffset="-11117.013">4159 2179,'0'18,"11"13,18 8,20 1,1-5</inkml:trace>
  <inkml:trace contextRef="#ctx0" brushRef="#br0" timeOffset="-10712.835">4895 2525,'-6'-3,"-18"-10,-1 0,0 2,-1 1,0 1,0 1,-1 1,0 2,0 0,-3 2,26 3,-1 0,0 0,0 1,1 0,-1 0,0 0,1 0,-1 1,1 0,0 0,0 0,-1 0,1 1,0 0,1 0,-1 0,1 0,-1 0,1 1,0-1,0 1,0 0,1 0,-1 0,1 0,0 0,0 1,1-1,-1 1,1-1,0 1,0 0,0 0,0 1,1 0,-1 0,1 0,0 0,0 0,1 0,0 0,0 0,0 0,1-1,0 1,0 0,0-1,1 1,0-1,0 1,0-1,0 0,1-1,0 1,0-1,1 1,-1-1,1-1,4 4,-4-4,0 0,0-1,1 1,-1-1,0 0,1-1,-1 0,1 1,0-2,-1 1,1-1,0 0,0 0,-1 0,1-1,0 0,-1 0,1 0,-1-1,1 0,-1 0,0 0,0-1,0 0,0 0,0 0,3-3,2-3,0 1,0-2,-1 1,-1-1,1-1,-2 0,1 0,-2 0,1-1,-2 0,3-7,20-78,-23 131,-5-25,0 0,1 0,0 0,1 0,0-1,1 1,0 0,0-1,0 1,1-1,1 0,-1-1,1 1,1-1,-1 1,1-2,0 1,1-1,0 0,0 0,0-1,0 1,1-2,0 1,3-1,0 0,0 0,0-1,0 0,1-1,-1-1,1 0,-1 0,1-1,-1-1,1 0,-1 0,1-1,4-2,37-11</inkml:trace>
  <inkml:trace contextRef="#ctx0" brushRef="#br0" timeOffset="-10052.558">5363 1911,'-11'-61,"11"61,0 0,0 1,-1-1,1 0,0 0,0 0,0 0,-1 0,1 0,0 0,0 0,-1 0,1 0,0 0,0 0,-1 0,1 0,0 0,0 0,-1 0,1 0,0 0,0 0,-1 0,1 0,0 0,0 0,0 0,-1 0,1-1,0 1,0 0,0 0,-1 0,1 0,0-1,0 1,0 0,0 0,-1 0,1-1,0 1,0 0,0 0,0-1,0 1,0 0,-4 28,6 60,3 1,15 76,-13-107,6 43,31 193,-35-266,-8-27,-1-1,1 1,-1-1,0 0,1 0,-1 1,1-1,-1 0,1 0,-1 0,1 1,-1-1,1 0,-1 0,1 0,-1 0,1 0,0 0,-1 0,1 0,-1 0,1 0,-1 0,1-1,-1 1,1 0,-1 0,1 0,-1-1,1 1,-1 0,0-1,1 1,-1 0,1-1,-1 1,0 0,1-1,-1 1,0-1,1 1,-1-1,0 1,0-1,0 1,1-1,-1 1,0-1,0 1,0-1,0 1,0-1,0 1,0-1,0 1,0-1,0 1,0-1,0 1,0-1,0 0,26-70,-23 56,2 0,-1 1,2-1,0 1,1 1,0-1,1 1,0 0,1 1,1 0,0 1,8-8,-16 17,1 0,0 0,0 0,0 1,0-1,0 1,0-1,0 1,1 0,-1 0,0 0,1 1,-1-1,1 1,-1 0,1 0,-1 0,0 0,1 1,-1 0,1-1,-1 1,0 0,0 0,1 1,-1-1,0 1,0 0,0-1,-1 1,1 1,0-1,-1 0,1 1,-1-1,0 1,2 2,5 8,0 0,-1 1,0 1,-1-1,0 1,-2 0,0 1,0-1,-1 1,-1 0,1 16,-4-31,1 1,0 0,-1 0,0-1,1 1,-1 0,0 0,1-1,-1 1,0 0,-1 0,1 0,0-1,0 1,-1 0,1 0,-1-1,1 1,-1 0,0-1,0 1,0-1,0 1,0-1,0 1,0-1,0 0,0 1,-1-1,1 0,-1 0,1 0,-1 0,1 0,-1 0,1 0,-1-1,0 1,0-1,1 1,-1-1,0 0,-3-1,1 0,0 0,0-1,0 0,0 0,0 0,0 0,0 0,1-1,-1 0,1 0,-1 0,1 0,0 0,1-1,-1 1,0-1,1 0,0 0,0 0,0 0,0 0,1 0,0-1,0 1,0 0,0-1,1 1,-1-1,1 1,0 0,0-1,1 1,0-1,-1 1,2-4,5-6,0 0,0 1,1 0,1 0,0 0,1 1,0 1,1 0,1 0,-1 1,2 0,-1 1,5-2,10-8,0 1,1 1,1 1,10-3,-38 19,0-2,1 1,-1 0,1 0,-1 0,1 0,-1 0,1 0,0 0,0 0,0 1,-1-1,1 1,0-1,0 1,0 0,0 0,0 0,0 0,0 0,0 0,-1 1,1-1,0 0,0 1,0-1,0 1,-1 0,1 0,0 0,-1 0,1 0,0 0,-1 0,0 0,1 1,-1-1,0 1,1-1,-1 1,-5 80,0-59,3-19,-3 95,4-96,1 1,-1-1,1 1,0-1,0 0,0 0,1 0,-1 0,1 0,0 0,0 0,0 0,0 0,0-1,1 1,-1-1,1 0,-1 0,1 0,0 0,0 0,0 0,0-1,0 1,0-1,1 0,0 0,63-1,-36-8</inkml:trace>
  <inkml:trace contextRef="#ctx0" brushRef="#br0" timeOffset="-9796.244">6071 1937,'-18'-6,"-9"-3,1 7,12 11,16 13,21 11,19 8,2-3</inkml:trace>
  <inkml:trace contextRef="#ctx0" brushRef="#br0" timeOffset="-9393.32">6606 2259,'11'-21,"-1"0,-1-1,-1 1,0-2,-2 1,-1-1,0 0,-2 0,-1 0,0 0,-2-1,-2-10,3 8,-1 0,-1 1,-1-1,-2 1,0 0,-2 0,-5-15,11 39,-1-1,1 0,0 1,0-1,-1 0,1 1,0-1,-1 1,0-1,1 1,-1-1,0 1,0 0,0-1,0 1,0 0,0 0,0-1,0 1,-1 0,1 0,0 0,-1 0,1 1,0-1,-1 0,1 1,-1-1,1 1,-1-1,0 1,1 0,-1-1,1 1,-1 0,0 0,1 0,-1 0,0 1,1-1,-1 0,1 1,-1-1,1 1,-1-1,1 1,-2 0,-5 9,-1-1,2 2,-1-1,1 1,1 0,0 0,1 1,0 0,0 0,1 0,1 1,1-8,-13 44,2 0,1 1,4 0,1 1,2 0,3 0,3 26,0-56,1 0,1-1,1 1,0-1,2 0,0 0,9 17,-11-28,1-1,0 1,0-1,0 0,1 0,1-1,-1 1,1-2,0 1,1-1,-1 0,1 0,1-1,-1 0,1-1,0 1,7 1,-4-3,0 0,0-1,0 0,1-1,-1-1,1 0,-1 0,0-1,1-1,-1 0,0-1,0 0,0-1,0 0,-1-1,1 0,-1-1,2-1,1-2,1 0,-1-1,-1 0,0-1,0-1,-1 0,-1-1,0 0,-1 0,0-1,-1-1,-1 0,1-1,8-54,-17 69,0-1,0 1,0-1,0 1,0-1,0 1,0-1,-1 1,1-1,-1 1,1-1,-1 1,0-1,1 1,-1 0,0-1,0 1,0 0,0 0,0 0,0 0,0 0,0 0,-1 0,1 0,0 0,-1 0,1 1,0-1,-1 1,1-1,-1 1,1-1,-1 1,1 0,-1 0,0-1,1 1,-1 0,1 1,-1-1,1 0,-1 0,1 1,-8 1,0 1,0 0,1 1,-1-1,1 2,0-1,0 1,1 1,-1-1,1 1,0 1,1-1,0 1,0 0,0 0,1 1,0 0,0 0,1 0,0 0,0 2,2-6,1 1,0-1,0 1,0 0,0-1,0 1,1 0,0-1,0 1,0 0,1 0,0-1,0 1,0 0,0-1,1 1,-1-1,1 0,0 1,1-1,-1 0,1 0,0-1,0 1,0 0,0-1,0 0,1 1,0-2,-1 1,1 0,0-1,1 1,-1-1,1 0,18 7,1-1,0-1,0-1,0-2,1 0,-1-1,1-2,0 0,0-2,0 0,18-5,41-4</inkml:trace>
  <inkml:trace contextRef="#ctx0" brushRef="#br0" timeOffset="14087.308">19066 3235,'19'187,"10"102,-11 31,-18-298,1-3,0 1,-2-1,0 1,-2-1,0 1,-5 15,8-34,0 0,0-1,0 1,0-1,0 1,0-1,0 1,0 0,0-1,0 1,0-1,0 1,0-1,-1 1,1-1,0 1,-1-1,1 1,0-1,-1 1,1-1,0 1,-1-1,1 0,-1 1,1-1,-1 0,1 1,-1-1,1 0,-1 1,1-1,-1 0,1 0,-1 0,1 0,-1 0,1 1,-1-1,0 0,1 0,-1 0,1-1,-1 1,1 0,-1 0,0 0,1 0,-1 0,1-1,-1 1,1 0,-1 0,-16-29,-5-42,3 0,4-1,-6-66,11 70,3 1,3-1,4 0,2 0,5-24,-6 84,-1 0,1 0,0 0,1 0,-1 0,2 0,-1 0,1 1,0-1,1 1,0 0,0 0,0 0,1 1,0-1,0 1,1 0,0 0,0 1,0 0,0 0,1 0,0 1,0 0,0 1,1-1,-1 1,1 1,2-1,-5 2,1 0,-1 1,1-1,-1 2,0-1,1 0,-1 1,1 0,-1 0,0 1,0 0,0-1,0 2,0-1,0 0,0 1,-1 0,0 0,1 1,-1-1,0 1,0 0,-1 0,1 0,-1 0,0 1,0-1,-1 1,1 0,-1 0,0 0,0 0,0 0,-1 0,0 1,0-1,-1 0,1 1,-1-1,0 1,0 1,-3 1,1 0,-1 0,-1 0,1-1,-1 1,-1-1,1 0,-1 0,0-1,-1 1,0-1,0 0,0-1,0 0,-1 0,0 0,0-1,0 1,-1-2,0 1,1-1,-1 0,0-1,0 0,-1 0,1-1,0 0,-4 0,-19-1,31 0,-1 0,1 0,-1-1,1 1,-1 0,1 0,-1 0,1 0,0 0,-1 0,1-1,-1 1,1 0,-1 0,1-1,0 1,-1 0,1-1,0 1,-1 0,1-1,0 1,0-1,-1 1,1 0,0-1,0 1,0-1,-1 1,1-1,0 1,0-1,0 1,0-1,0 1,0 0,0-1,0 1,0-1,0 1,0-1,0 1,0-1,1 1,-1-1,0 1,0-1,0 1,1 0,-1-1,0 1,1-1,-1 1,0 0,1-1,-1 1,0 0,1 0,6-7,0 0,0 1,1 1,-1-1,1 1,1 0,-1 1,1 0,0 0,0 1,4-1,-6 1,36-13,1 2,0 1,1 3,24-2,-67 11,-1 1,1-1,-1 1,1 0,-1-1,1 1,-1 0,1 0,-1 0,1 0,-1 0,1 1,-1-1,1 0,-1 1,1-1,-1 1,1-1,-1 1,0 0,1 0,-1 0,0 0,1-1,-1 2,0-1,0 0,0 0,0 0,0 0,0 1,-1-1,1 0,0 1,-1-1,1 1,-1-1,1 1,-1-1,1 1,-1-1,0 1,0-1,0 1,0-1,0 1,0-1,-1 1,1-1,0 1,-1-1,1 2,-1 0,1 0,-1-1,0 1,1 0,0-1,0 1,0 0,0 0,0-1,0 1,1 0,-1 0,1-1,0 1,0-1,0 1,0 0,0-1,0 0,1 1,-1-1,1 0,0 0,0 0,0 0,0 0,0 0,0 0,0-1,0 1,1-1,1 1,3 2,0-1,0 0,1-1,-1 1,0-1,1-1,0 0,-1 0,1 0,0-1,-1 0,1-1,0 1,-1-1,1-1,-1 0,1 0,-1 0,0-1,0 0,0 0,0-1,0 0,-1 0,-4 2,0-1,-1 1,1 0,-1-1,0 1,0-1,0 1,0-1,0 1,0-1,-1 0,1 0,-1 1,0-1,0 0,0 0,0 1,0-1,-1 0,1 0,-1 1,1-1,-1 1,0-1,0 0,-1 1,1-1,-1 0,-50-61,-82-21,134 85,0 0,0 0,0-1,1 1,-1 0,0 0,0 0,0-1,0 1,0 0,0 0,1-1,-1 1,0 0,0 0,0-1,0 1,0 0,0 0,0-1,0 1,0 0,0 0,0-1,0 1,0 0,0 0,-1-1,1 1,0 0,0 0,0 0,0-1,0 1,0 0,-1 0,1 0,0-1,0 1,0 0,-1 0,1 0,0 0,0-1,0 1,-1 0,1 0,0 0,0 0,-1 0,1 0,0 0,0 0,-1 0,1 0,0 0,27 0,-21 0,389 36,-389-36,0 0,0 0,-1 0,1 0,0 0,0 1,0 0,0 0,-1 1,1 0,0 0,-1 0,0 0,1 1,-1 0,0 0,0 0,-1 1,1 0,-1 0,0 0,0 0,0 1,0-1,-1 1,0 0,0 0,0 0,1 4,-9 109,6-115,1-1,-1 0,1 0,0 0,-1 0,1 0,0 0,0 0,0 0,1-1,-1 1,0-1,1 0,-1 1,0-1,1 0,0 0,-1-1,1 1,-1-1,1 1,0-1,0 0,-1 0,1 0,0 0,-1 0,1-1,0 1,-1-1,1 0,-1 1,1-1,-1-1,1 1,-1 0,1-1,12-4,0-2,0 1,-1-2,-1 0,1 0,-1-2,-1 1,0-2,-1 1,0-2,0 1,-1-2,-1 1,-1-1,6-12,-14 25,1 0,-1 0,0 0,0 0,0 0,0 0,1 1,-1-1,0 0,1 0,-1 0,1 1,-1-1,1 0,-1 0,1 1,0-1,-1 0,1 1,0-1,-1 1,1-1,0 1,0-1,0 1,-1 0,1-1,0 1,0 0,0-1,0 1,0 0,0 0,0 0,0 0,-1 0,1 0,0 0,0 0,0 1,0-1,0 0,0 0,-1 1,1-1,0 0,0 1,0-1,-1 1,1-1,0 1,0 0,0 0,16 19,-6-5,2-1,-1 0,2-1,0 0,15 10,-5-9,0-2,0 0,1-2,1-1,0 0,0-2,1-1,22 1,15 1</inkml:trace>
  <inkml:trace contextRef="#ctx0" brushRef="#br0" timeOffset="15151.389">21178 3274,'-16'0,"0"0,0 1,0 1,0 1,1 0,-1 1,1 0,0 1,0 1,1 1,0 0,-13 9,-13 35,39-49,0 0,1-1,-1 1,1-1,0 1,-1 0,1 0,0-1,0 1,0 0,0-1,0 1,0 0,1-1,-1 1,1 0,-1-1,1 1,-1-1,1 1,0-1,0 1,0-1,0 1,0-1,0 0,0 1,0-1,1 0,-1 0,0 0,1 0,-1 0,1 0,-1-1,2 1,6 2,0 0,0-1,0 0,1-1,-1 0,1 0,-1-1,1-1,-1 1,0-2,1 1,-1-1,0 0,0-1,0 0,0-1,0 0,-1 0,0-1,0 0,0 0,0-1,-1 0,0 0,0-1,-1 0,0 0,5-8,3-11,-1 0,-1-1,-1 0,-2-1,-1 0,-1-1,-1 1,-2-1,-1 0,-1-1,-2 1,0-3,1 2,1 3,-1 1,-1-1,-1 0,-1 1,-2-1,-1 1,-1 0,6 24,0 1,0-1,0 0,0 1,0-1,-1 1,1-1,-1 1,1-1,-1 1,0 0,1-1,-1 1,0 0,0-1,0 1,0 0,0 0,0 0,0 0,-1 0,1 0,0 0,-1 0,1 0,0 1,-1-1,1 1,-1-1,1 1,-1-1,1 1,-1 0,0 0,1-1,-1 1,1 0,-1 1,1-1,-1 0,1 0,-1 1,1-1,-2 1,-3 5,1 0,0 0,0 0,1 1,0 0,0 0,0 0,1 0,0 1,1-1,-1 1,1 0,1-1,-1 8,-5 19,1 1,2-1,2 1,1-1,2 1,4 32,-3-48,2 1,0-1,1-1,1 1,0-1,2 0,0 0,1-1,1 0,0-1,1 0,1 0,2 1,-5-9,0 0,0 0,0-1,1 0,0-1,0 0,0 0,1-1,0-1,0 0,0 0,1-1,-1-1,2 0,-7 0,0-2,0 1,0-1,1 0,-1 0,0-1,0 0,0 0,0 0,0-1,-1 0,1 0,0 0,-1-1,1 0,-1 0,0 0,0-1,0 1,0-1,-1-1,0 1,1-1,-2 1,1-1,0 0,1-4,-1 2,-1 0,1 0,-1 0,-1 0,1-1,-1 1,-1-1,1 1,-1-1,-1 0,1 0,-1 1,-1-1,1 0,-2 0,1 1,-1-1,0 1,0-1,-1 1,0 0,0 0,0 0,-2 0,5 6,-1 0,1 0,-1 0,0 0,1 0,-1 0,0 0,0 1,0-1,1 0,-1 1,0-1,0 0,0 1,0-1,0 1,0 0,0-1,0 1,0 0,0 0,-1-1,1 1,0 0,0 0,0 0,0 0,0 0,0 1,0-1,0 0,0 0,0 1,-1-1,1 1,0-1,1 1,-1-1,0 1,0 0,0-1,0 1,0 0,-21 45,21-36,1 0,0 1,0-1,1 1,0-1,1 0,0 0,1 0,0 0,1 0,0 0,0-1,1 1,0-1,0-1,1 1,1-1,-1 0,1 0,1-1,-1 0,1 0,0 0,1-1,0-1,0 0,0 0,0 0,1-1,-1-1,1 1,0-2,1 1,-1-1,-4-1,0-1,-1 1,1-1,0 0,0 0,0-1,-1 0,1 0,0 0,-1 0,1-1,-1 0,0 0,1-1,-1 0,0 1,0-2,-1 1,1 0,-1-1,1 0,-1 0,0 0,-1-1,1 1,-1-1,0 0,0 0,0 0,-1 0,0-1,0 1,0-2,4-17,-1 1,-1-1,-2 0,0 0,-1 0,-2 0,0 0,-2 0,0 0,-6-16,9 40,1 1,-1-1,1 1,0-1,-1 1,1-1,-1 1,1-1,0 1,-1-1,1 0,0 1,-1-1,1 0,0 0,0 1,-1-1,1 0,0 0,0 0,-1 0,1 0,0 0,0 0,-1 0,1 0,0-1,0 1,-1 0,1 0,0-1,-1 1,1 0,0-1,-1 1,1-1,-1 1,1-1,0 1,-1-1,1 1,-1-1,1 1,-1-1,0 0,1 1,-1-1,0 0,1 1,-1-1,0 0,0 0,0 1,1-1,-1 0,0 0,0 1,0-1,0 0,0 0,-1 1,1-1,0 0,0 0,0 1,-1-1,1 0,-1 0,2 1,258 70,-248-68,-6-1,0-1,0 1,0 0,0 0,0 0,0 0,-1 1,1 0,0 0,-1 1,0-1,1 1,-1 0,0 0,0 0,0 0,-1 1,1 0,-1 0,0 0,0 0,0 0,-1 0,1 1,-1 1,-14 146,13-148,1-1,-1 1,1-1,0 0,-1 0,1 0,0 0,1 0,-1-1,1 1,-1 0,1-1,0 0,0 0,0 0,0 0,0 0,0 0,0-1,1 0,-1 0,1 0,-1 0,1 0,-1 0,1-1,2 0,2 1,1 0,0-1,0 0,0-1,-1 0,1 0,0-1,-1 0,1-1,7-3,-8 1,0 0,0 0,0-1,-1-1,0 1,0-1,-1 0,0-1,0 1,0-1,-1-1,0 1,-1-1,0 1,0-1,-1 0,0-1,-1 1,0 0,0-1,-1 0,0 1,-1-1,0 0,-1 1,0-7,0 16,1 0,0 0,0 0,0 0,0 0,0 0,0 0,-1 0,1 0,0 0,0 0,0 0,0 0,0 0,-1 0,1 0,0 0,0 0,0 0,0 0,0 0,0 0,-1 0,1 0,0 0,0 0,0 0,0 0,0 0,0 0,0 0,-1-1,1 1,0 0,0 0,0 0,0 0,-4 16,1-4,2 0,0 0,0 0,1 1,0-1,1 0,1 0,0 0,1 1,-2-9,0 0,0 0,0 0,1-1,-1 1,1 0,0-1,0 0,1 1,-1-1,1 0,-1 0,1 0,0-1,0 1,0-1,1 1,-1-1,1 0,-1 0,1-1,-1 1,1-1,0 1,0-1,0-1,0 1,0 0,1-1,20 0</inkml:trace>
  <inkml:trace contextRef="#ctx0" brushRef="#br0" timeOffset="15403.76">22648 2686,'-16'-2,"-7"3,-1 7,10 11,11 11,12 12,6-1</inkml:trace>
  <inkml:trace contextRef="#ctx0" brushRef="#br0" timeOffset="15917.384">23116 3087,'16'-73,"-2"-1,-4-1,0-60,-9 120,0 4,0 1,-1 0,0-1,0 1,-1 0,-1-1,0 1,0 0,-1 0,0 0,-1 1,3 7,1 1,-1 0,0-1,0 1,0 0,0 0,0 0,0-1,0 1,0 0,0 1,-1-1,1 0,0 0,-1 0,1 1,-1-1,1 1,0-1,-1 1,1 0,-1-1,1 1,-1 0,1 0,-1 0,0 0,1 0,-1 0,1 1,-1-1,1 1,0-1,-1 1,1-1,-1 1,1 0,0-1,-1 1,1 0,0 0,0 0,0 0,-1 1,-50 54,39-35,1 1,1 0,1 0,0 1,2 1,1-1,0 1,2 1,1-1,1 1,1 0,1-1,1 1,2 0,0 0,2-1,5 22,-4-32,0-1,1 1,0-2,1 1,1-1,0 0,0 0,1-1,1 0,0-1,0 0,1-1,0 0,1 0,2 0,-6-4,0 0,1-1,0 0,0 0,0-1,0 0,0-1,1 1,-1-2,1 0,0 0,-1-1,1 0,-1 0,1-1,0 0,-1-1,1 0,-1-1,0 0,0 0,7-4,-7 2,-1 0,0-1,0 0,0 0,-1-1,0 0,0 0,-1 0,0-1,0 0,-1 0,0-1,0 0,-1 1,0-1,-1-1,2-5,-4-4,-9 22,4 2,1 1,0 0,1-1,-1 1,1 1,0-1,1 0,-1 0,1 1,0-1,1 0,0 1,0-1,0 1,1-1,-1 0,2 1,-1-1,1 0,0 0,0 0,1 0,-1 0,1 0,1-1,-1 1,1-1,0 0,0 0,0 0,1-1,0 1,0-1,0 0,0-1,4 3,-4-3,0 0,0-1,0 0,1 1,-1-2,0 1,1-1,0 1,-1-1,1-1,-1 1,1-1,0 0,-1-1,1 1,0-1,-1 0,1 0,-1-1,1 0,-1 0,0 0,0 0,0-1,0 0,0 0,0-1,-1 1,0-1,1 0,-1 0,-1 0,1 0,-1-1,0 0,0 0,0 1,0-2,1-2,-2 0,-1 1,1-1,-1 0,0 0,-1 1,0-1,0 0,-1 0,0 1,0-1,-1 0,0 1,1 3,1 1,-2 0,1 0,0 0,0 0,-1 0,0 1,0-1,0 0,0 1,0-1,0 1,0 0,-1 0,1 0,-1 0,0 0,1 0,-1 1,0-1,0 1,0 0,0 0,0 0,-1 0,1 0,0 1,0 0,-3-1,2 1,1 1,-1-1,1 1,-1 0,1 0,0 0,-1 0,1 0,0 1,0 0,0-1,0 1,0 0,0 1,0-1,0 0,1 1,0 0,-1-1,1 1,0 0,0 0,0 0,1 0,-1 1,1-1,0 0,0 1,0-1,0 1,1-1,-1 1,1-1,0 1,0-1,0 1,0-1,1 1,-1 0,1-1,0 0,0 1,0-1,1 0,1 3,16 24,4-3</inkml:trace>
  <inkml:trace contextRef="#ctx0" brushRef="#br0" timeOffset="16314.026">23878 3301,'-26'-300,"27"225,-1 74,0 0,1 0,-1 1,0-1,1 0,-1 0,0 0,1 1,-1-1,1 0,-1 1,1-1,0 0,-1 1,1-1,-1 0,1 1,0-1,0 1,-1 0,1-1,0 1,0-1,0 1,-1 0,1 0,0-1,0 1,0 0,0 0,0 0,0 0,-1 0,1 0,0 0,0 0,0 1,0-1,0 0,-1 0,1 1,0-1,0 1,38 22,-35-20,29 21,-1 1,-1 2,-2 1,4 6,-29-29,0 0,-1 0,1 1,-1-1,0 1,-1 0,1 0,-1 0,0 0,-1 0,0 0,0 1,0-1,0 0,-1 1,0-1,-1 0,1 1,-1-1,0 0,-1 1,0-1,0 2,-2 8,2-12,0 0,0 0,0 0,1 1,0-1,0 0,0 1,1-1,-1 1,1 0,0-1,1 1,-1-1,1 1,-1-1,1 1,1-1,-1 0,1 1,-1-1,1 0,1 0,-1 0,0 0,1-1,1 2,7 0,1 0,0-1,1 0,-1-1,0 0,1-1,0-1,-1 0,1 0,12-2,-23 1,17 0,-1 0,0-1,0-1,0-1,0-1,-1 0,1-1,-1-1,0 0,9-6,11-10</inkml:trace>
  <inkml:trace contextRef="#ctx0" brushRef="#br0" timeOffset="16563.357">24573 2473,'5'16,"5"21,11 27,11 27,11 26,7 18,0 14,-6 5,-15 3,-34-4,-58-4,-83-7,-16-29</inkml:trace>
  <inkml:trace contextRef="#ctx0" brushRef="#br0" timeOffset="-5732.63">13263 2419,'6'-47,"3"-1,2 1,1 1,5-6,-16 46,1 1,-1-1,1 0,1 1,-1 0,1-1,0 1,0 0,0 1,1-1,-1 0,1 1,0 0,1 0,-1 0,1 1,0-1,-1 1,2 0,-1 0,0 1,0-1,1 1,-1 1,1-1,0 1,0 0,-1 0,1 0,4 1,1 4,0 0,-1 1,1 1,-1-1,0 2,0-1,-1 1,0 1,0 0,0 0,-1 1,-1 0,0 0,0 1,0 0,-1 0,2 5,-3-7,0-1,0 2,-1-1,0 0,0 1,-1 0,0-1,-1 1,0 0,0 1,-1-1,0 0,0 8,-3-14,-1 0,1-1,0 1,-1 0,0-1,1 1,-1-1,0 0,0 0,0 0,-1-1,1 1,0-1,-1 1,1-1,-1 0,1-1,-1 1,1 0,-1-1,0 0,1 0,-1 0,1 0,-1-1,0 1,1-1,-1 0,1 0,-1 0,-2-2,6 3,-1 0,1 0,-1 0,1 0,-1 0,1 0,-1 0,1 0,-1 0,0 0,1 0,-1 0,1-1,-1 1,1 0,-1 0,1-1,0 1,-1 0,1-1,-1 1,1 0,-1-1,1 1,0-1,-1 1,1 0,0-1,0 1,-1-1,1 1,0-1,0 1,0-1,0 1,-1-1,1 0,0 1,0-1,0 1,0-1,0 1,0-1,0 1,1-1,-1 1,0-1,26-13,46-4,-48 14,-1-2,0 0,-1-2,0 0,0-1,19-12,-38 20,0-1,0 1,-1-1,1 0,0 0,-1 0,1 0,-1 0,0-1,1 1,-1-1,0 0,-1 1,1-1,0 0,-1 0,0 0,1 0,-1-1,-1 1,1 0,0 0,-1 0,1-1,-1 1,0 0,0-1,-1 1,1 0,0-1,-1 1,0 0,0 0,0 0,0 0,-1 0,1 0,-1 0,0-1,-2 0,0 0,0 0,-1 1,0-1,1 1,-1 0,0 1,-1-1,1 1,0 0,-1 0,1 0,-1 1,1 0,-1 0,0 0,0 1,1 0,-6 1,8-1,-1 0,1 0,0 1,0-1,-1 1,1 0,0 0,0 0,0 1,0-1,0 1,0 0,1-1,-1 1,0 0,1 1,0-1,-1 0,1 1,0-1,0 1,0 0,1 0,-1-1,1 1,-1 0,1 0,0 1,0-1,1 0,-1 0,0 0,1 1,0-1,0 0,1 5,1 0,0-1,1 1,0-1,0 0,0 0,1 0,0 0,0 0,1-1,0 0,0 0,0 0,1-1,0 1,0-1,0-1,1 1,-1-1,1 0,0-1,0 0,1 0,-1 0,4 0,23 10,0-2,1-2,0-1,4 0,54 6</inkml:trace>
  <inkml:trace contextRef="#ctx0" brushRef="#br0" timeOffset="-5118.268">14934 2231,'35'-44,"-1"-2,-3-1,-2-2,-3-1,-1-1,-3-1,-2-1,-2-1,-3 0,8-51,-20 91,0 1,-1-1,0 0,-1 0,-1 0,0 0,-1 1,-1-1,0 0,0 0,-2 1,-1-6,3 15,0 1,0 0,0 0,0 0,0 0,-1 1,0-1,1 0,-1 1,0 0,0 0,0 0,0 0,-1 0,1 1,0-1,-1 1,1 0,-1 0,0 0,1 0,-1 1,0 0,1-1,-1 1,0 1,1-1,-1 0,0 1,1 0,-1 0,1 0,-1 0,1 1,-1-1,1 1,0 0,0 0,0 0,0 0,0 0,-2 3,-6 7,0 0,1 1,1 1,0-1,1 2,0-1,1 1,1 0,0 0,1 1,1 0,0-1,1 2,1-1,0 0,1 0,1 1,1-1,0 0,4 15,2 3,2 0,1 0,2-2,1 1,2-1,1-1,1-1,1 0,2-2,1 0,2-1,0-1,2-1,0-1,2-2,0 0,31 17,-40-26,1-1,1-1,0-1,1 0,0-2,11 3,-26-9,1 0,-1 0,1-1,-1 0,1-1,-1 1,1-1,-1 0,1-1,0 0,-1 0,0 0,1-1,-1 0,0 0,0-1,0 1,0-1,0-1,0 1,-1-1,0 0,0 0,1-2,5-7,-2 0,0-1,0-1,-1 1,-1-1,-1-1,0 1,-1-1,0 0,-2 0,0-1,0 1,-2-1,0 1,-1-1,0 1,-2-1,3 14,-1 1,1 0,-1 0,0 0,0-1,0 1,-1 0,1 0,0-1,-1 1,1 0,-1 0,0 0,0 0,0 0,0 0,0 0,0 0,0 0,-1 0,1 1,-1-1,1 1,-1-1,0 1,0-1,1 1,-1 0,0 0,0 0,0 0,0 0,-1 0,1 0,0 1,0-1,0 1,0 0,-1 0,1 0,0 0,0 0,-1 0,1 0,-1 1,-4 2,-1 1,1 0,0 1,0-1,0 1,1 1,0-1,0 1,0 0,1 0,-1 1,2 0,-1 0,1 0,0 0,0 1,1-1,0 1,0 0,1 0,0 0,1 0,0 1,0-1,0 0,1 1,0-1,2 8,2-7,1 0,-1-1,2 0,-1 1,1-2,0 1,1-1,0 0,0 0,0-1,1 1,0-2,0 1,1-1,-1-1,1 1,0-2,0 1,1-1,-1 0,1-1,-1 0,1-1,2 0,47 9,0-3,1-2,58-3,-25-4</inkml:trace>
  <inkml:trace contextRef="#ctx0" brushRef="#br0" timeOffset="-3880.042">16405 2085,'-31'-1,"-93"8,118-6,-1 0,1 1,0-1,0 1,0 1,0-1,0 1,1 0,-1 1,1-1,0 1,0 0,0 0,0 1,1-1,0 1,-2 3,4-6,0 1,1-1,-1 1,1 0,0 0,0-1,0 1,0 0,1 0,-1 0,1 0,-1 0,1 0,0 0,0 0,1 0,-1 0,1 0,-1 0,1 0,0 0,0-1,0 1,0 0,1 0,-1-1,1 1,-1-1,1 0,2 2,1 2,0-1,1 0,0 0,0 0,0-1,0 0,1 0,0-1,0 0,0 0,6 1,-5-1,1 0,-1-1,1-1,0 1,0-2,0 1,-1-1,1 0,0-1,0 0,0 0,-1-1,1 0,-1-1,1 0,-1 0,0-1,0 0,-1 0,1-1,-1 0,0 0,0-1,0 0,-1 0,0 0,0-1,-1 0,1 0,-2 0,1-1,-1 0,0 0,-1 0,1 0,0-7,-6-20,0 35,1 0,0 0,0 0,0 1,0-1,0 1,0-1,0 1,0-1,0 1,0-1,0 1,0 0,0 0,1-1,-1 1,0 0,0 0,1 0,-1 0,1 0,-1 0,1 0,-1 0,1 0,-1 0,1 0,0 0,0 0,-1 0,1 0,0 1,0-1,-1 5,0 0,1-1,0 1,0-1,0 1,0 0,1-1,0 1,0-1,0 1,1-1,0 0,0 1,1-1,-1 0,1 0,0-1,0 1,0-1,1 1,0-1,0 0,0 0,0-1,1 1,-1-1,1 0,0 0,0 0,0-1,0 0,0 0,1 0,-1 0,1-1,4 0,12 4,0-1,0-1,1-1,-1-1,0-1,1-1,-1-1,0-1,0-1,0-1,0-1,-1-1,0-1,0 0,-1-2,0 0,-1-1,0-1,-1-1,0-1,-1 0,6-8,-15 13,-1 0,1-1,-2 0,1-1,-1 1,-1-1,0 0,3-10,-7 18,0 0,0 0,0-1,0 1,0 0,-1 0,0 0,1-1,-1 1,0 0,-1 0,1-1,0 1,-1 0,0 0,0 0,0 0,0 0,0 0,-1 0,1 0,-1 0,0 0,0 1,0-1,0 1,0-1,-1 1,1 0,-1 0,1 0,-1 0,0 1,-1-1,-1-1,-1 0,1 1,-1 0,0 0,1 1,-1 0,0 0,0 0,0 1,0-1,0 2,0-1,0 0,0 1,0 0,0 1,0-1,0 1,1 1,-1-1,1 1,0-1,-1 1,1 1,0-1,1 1,-1 0,1 0,0 0,0 1,0 0,0-1,1 1,0 0,0 1,0-1,1 1,-1-1,1 1,1 0,-1-1,1 1,0 0,0 0,1 5,1-4,0 0,0 0,1 0,0-1,1 1,-1-1,1 0,1 1,-1-1,1-1,0 1,0 0,1-1,-1 0,1 0,0 0,1-1,-1 0,1 0,0 0,0-1,0 0,4 2,6 2,0-1,0 0,1-1,0-1,0-1,0 0,0-1,0-1,0 0,-6-1,-1-1,0 0,0 0,0-1,0 0,-1-1,1 0,-1-1,1 0,7-4,-14 6,1 0,-1 0,0 0,-1 0,1-1,0 1,0-1,-1 0,0 0,0 0,1 0,-2 0,1 0,0-1,-1 1,1 0,-1-1,0 1,0-1,0 0,-1 1,1-1,-1 0,0 1,0-1,0 0,-1 1,1-1,-1 0,-1-2,2 4,0 1,0-1,0 0,0 1,-1-1,1 1,-1-1,1 0,-1 1,1-1,-1 1,0 0,0-1,0 1,0 0,0-1,0 1,0 0,0 0,0 0,-1 0,1 0,0 0,-1 0,1 0,-1 1,1-1,-1 0,1 1,-1-1,0 1,1 0,-1-1,1 1,-1 0,0 0,1 0,-1 0,0 1,1-1,-1 0,1 1,-1-1,0 1,1-1,-1 1,1 0,0 0,-1-1,1 1,0 0,-1 0,1 0,0 1,0-1,0 0,0 0,-1 2,-6 11,1 2,0-1,2 1,-1 0,2 0,0 1,1-1,1 1,0 0,1 0,1 5,0-17,0 375,4-88,-3-274,0 1,-2-1,0 1,-1-1,-1 0,-1 0,0 0,-2 0,0-1,0 0,-2 0,0 0,-1-1,-3 3,10-16,0-1,0 0,0 1,0-1,0 0,0 0,-1 0,1-1,-1 1,1-1,-1 1,0-1,1 0,-1 0,0 0,0 0,0 0,0-1,0 1,0-1,0 0,0 0,0 0,0 0,0-1,0 1,1-1,-1 0,0 0,0 0,0 0,0 0,1 0,-1-1,1 1,-1-1,0 0,-4-7,0 0,0 0,1 0,0-1,0 0,1 0,1 0,-1-1,2 0,0 1,0-1,1 0,0-1,0-10,-2-23,1 1,3-1,1 0,3 1,1-1,3 1,1 1,2-1,2 2,2-1,2 2,1 0,2 1,2 1,2 1,1 2,2 0,2 1,1 2,12-10,-29 31,-8 6,1 0,0 0,0 0,1 1,-1 0,1 0,1 0,-1 1,0 0,1 1,0 0,2-1,-7 5,-1 0,0-1,0 1,0 0,0 0,0 0,0 0,0 1,0-1,0 1,-1-1,1 1,0-1,-1 1,1 0,-1 0,0 0,0 0,0 0,0 0,0 0,0 0,0 0,-1 1,1-1,-1 0,1 0,-1 1,0-1,0 0,0 1,0-1,-1 0,1 2,0-1,2 14,18 80,-19-94,0 0,0-1,1 1,-1-1,1 1,-1-1,1 1,0-1,0 0,0 0,0 0,1 0,-1 0,0 0,1-1,-1 1,1-1,0 1,-1-1,1 0,0 0,0-1,0 1,0 0,0-1,-1 0,1 1,0-1,0-1,0 1,1 0,5-3,1 0,0 0,-1-1,0 0,0-1,0 0,0 0,-1-1,0 0,0-1,0 0,-1 0,0 0,0-1,5-8,-6 9,0-1,-1 1,0-1,0 0,0-1,-1 1,0-1,-1 0,0 0,0 0,-1 0,0 0,-1-1,0 1,-1 0,1-1,-2-5,0 13,1-1,-1 1,0 0,1 0,-1 0,0 0,-1 0,1 0,0 0,0 0,-1 0,1 0,-1 1,0-1,0 1,1-1,-1 1,0 0,0-1,0 1,0 0,0 0,-1 1,1-1,0 0,0 1,-1-1,1 1,0 0,0 0,-1 0,1 0,0 0,-2 0,-2 1,0 0,-1 1,1-1,0 1,0 1,0-1,0 1,0 0,1 0,-1 1,-4 3,0 2,0 0,1 0,0 1,1 0,0 0,1 1,0 0,1 1,0-1,0 1,1 0,1 1,0-1,1 1,0 1,2-11,1 0,-1 0,1 0,0 1,0-1,0 0,0 0,1 0,-1 1,1-1,0 0,-1 0,2 0,-1 0,0 0,0 0,1-1,0 1,0 0,-1-1,1 1,1-1,-1 0,0 1,1-1,-1 0,1 0,-1-1,1 1,0-1,0 1,0-1,0 0,0 0,2 1,5-1,0 0,-1-1,1 0,0 0,-1-1,1 0,0-1,-1 0,0 0,1-1,5-3,25-9</inkml:trace>
  <inkml:trace contextRef="#ctx0" brushRef="#br0" timeOffset="-3629.708">17823 1750,'-16'-4,"-13"-4,-9-1,-8 4,-1 4,3 8,5 9,9 9,9 6,13 6,8-5</inkml:trace>
  <inkml:trace contextRef="#ctx0" brushRef="#br0" timeOffset="-3375.856">17782 2259,'18'11,"13"4,13-1,10-2,9-4,-6-3</inkml:trace>
  <inkml:trace contextRef="#ctx0" brushRef="#br0" timeOffset="-8814.863">8584 1964,'26'4,"0"-1,-1-1,1-2,0-1,0 0,0-2,-1-1,1-2,-1 0,0-1,-1-2,0 0,0-2,-1 0,12-9,-27 14,0 0,0 0,0-1,-1 0,-1 0,1-1,-1 0,0 0,-1 0,0-1,0 0,2-5,-6 9,1 1,-1-1,0 0,0 1,0-1,0 0,-1 0,0 1,0-1,0 0,-1 0,0 0,0 1,0-1,0 0,-1 1,1-1,-1 1,0 0,-1-1,1 1,-1 0,0 0,0 1,0-1,-2-2,2 4,1-1,-1 1,1 0,-1 0,0 0,0 0,0 0,0 1,0-1,0 1,0 0,-1 0,1 0,0 0,-1 1,1-1,0 1,-1 0,1 0,-1 0,1 0,0 1,-1-1,1 1,0 0,-1 0,1 0,0 1,0-1,0 1,0-1,0 1,0 0,0 0,1 0,-1 1,1-1,0 1,-1-1,1 1,0 0,0 0,0 1,-8 15,0 0,2 0,0 1,1-1,1 2,1-1,1 1,0 0,2 0,0 8,-7 125,7 0,6-1,10 33,6 259,-20-431,0 7,0 1,-2-1,0 1,-1-1,-1 0,-6 14,0-12</inkml:trace>
  <inkml:trace contextRef="#ctx0" brushRef="#br0" timeOffset="-8334.15">8678 2353,'41'-25,"20"7,1 2,1 4,0 2,44-1,-98 10,81 2,-87-1,1 1,-1-1,0 1,0 0,0 0,1 1,-1-1,-1 0,1 1,0 0,0 0,0 0,-1 0,1 0,-1 1,0-1,0 1,0-1,0 1,0 0,0 0,-1-1,1 1,-1 1,0-1,17 88,-18-90,1 0,-1 0,1 1,0-1,0 0,-1 0,1 0,0 0,0 0,0 0,0 0,0 0,0 0,1 0,-1-1,0 1,0 0,1-1,-1 1,0-1,0 1,1-1,-1 0,1 1,-1-1,0 0,1 0,-1 0,1 0,-1 0,0-1,1 1,-1 0,0 0,1-1,-1 1,0-1,1 0,-1 1,47-31,-38 21,0-1,-1 0,-1 0,0 0,-1-1,0-1,0 1,-1-1,-1 0,-1 0,1-1,-2 1,1-5,-3 118,-1-93,0 1,1 0,0 0,0 0,1 0,0-1,0 1,1-1,-1 0,2 1,-1-1,1 0,0-1,1 1,-1-1,1 0,1 0,-1 0,1-1,0 0,0 0,0 0,7 3,17 3</inkml:trace>
  <inkml:trace contextRef="#ctx0" brushRef="#br0" timeOffset="-7982.091">9761 2272,'-4'8,"2"1,-1 0,1 0,1 0,0 0,0 0,1 0,0 1,0-1,1 0,0 0,1 0,0 0,0 0,1 0,0-1,1 1,0-1,0 0,1 0,0 0,0-1,0 1,1-1,1-1,-1 1,1-1,7 5,-11-9,1-1,0 0,0 1,-1-2,1 1,0 0,0-1,0 1,0-1,0 0,0-1,0 1,0-1,0 1,0-1,-1 0,1-1,0 1,0-1,-1 1,1-1,-1 0,2-1,66-65,-62 57,-1 0,-1 0,0-1,0 0,-1 0,-1-1,0 1,0-1,-2-1,1 1,-2 0,1-5,-3 18,-1 1,1 0,0-1,-1 1,1 0,0-1,-1 1,1-1,-1 1,1-1,-1 1,1-1,-1 0,0 1,1-1,-1 1,0-1,1 0,-1 0,1 1,-1-1,0 0,0 0,1 0,-1 0,0 0,1 0,-1 0,0 0,1 0,-1 0,0 0,0 0,1 0,-1-1,0 1,1 0,-1 0,1-1,-1 1,0-1,1 1,-1 0,1-1,-1 1,1-1,-1 1,1-1,-1 0,1 1,0-1,-1 1,1-1,0 0,-1 1,1-1,0 0,0 0,-3 6,1-1,0 0,0 1,1 0,-1-1,1 1,0 0,0 0,1 0,-1-1,1 1,0 0,1 0,-1 0,1 0,0 0,0-1,0 1,1 0,-1-1,1 1,1-1,-1 0,0 1,1-1,0 0,0 0,0-1,0 1,1-1,2 3,87 33,-42-27</inkml:trace>
  <inkml:trace contextRef="#ctx0" brushRef="#br0" timeOffset="-7346.653">10496 2205,'-5'0,"-1"1,1-1,-1 1,1 0,0 1,-1-1,1 1,0 0,0 1,0-1,0 1,1 0,-1 0,1 0,0 1,0-1,0 1,0 0,0 0,1 1,0-1,0 1,0 0,0-1,1 1,0 0,0 1,0-1,1 0,0 0,0 1,0-1,0 1,1-1,0 1,0-1,1 1,-1-1,1 1,0-1,1 0,-1 1,1-1,2 4,0-3,0 1,1-1,0 0,0 0,1-1,-1 0,1 1,0-2,1 1,-1-1,1 0,0 0,0-1,0 0,0 0,1-1,5 2,5 0,0-1,0 0,0-1,1-1,-1-1,0-1,3 0,-3-1,0-1,0 0,-1-1,1-1,-1-1,0 0,0-1,-1-1,0-1,0 0,-1-1,-1-1,1 0,-2-1,1 0,-2-1,0-1,0 0,-1 0,3-8,3-15,-1-2,-2 0,-1-1,-2-1,-2 1,-2-2,-2 1,-1-1,-3 1,-1-1,-2-10,2 13,-1 1,-2-1,-1 1,-2 0,-2 0,-1 1,-2 0,-2 0,-1 1,-15-25,29 59,0 0,-1 0,1 0,-1 0,0 1,1-1,-1 0,0 0,0 1,0-1,0 1,0-1,-1 1,1-1,0 1,-1 0,1 0,-1 0,1-1,-1 2,0-1,1 0,-1 0,0 0,0 1,1-1,-1 1,0-1,0 1,0 0,0 0,0 0,0 0,1 0,-1 0,0 0,0 1,0-1,0 1,0-1,1 1,-1 0,0 0,1-1,-1 1,0 0,0 2,-3 5,1 0,0 0,1 0,0 1,0 0,1-1,0 1,0 0,1 7,-3 26,1 0,3 1,1-1,2 0,2 0,2 0,2-1,8 24,8 14,4 0,4-2,36 63,-57-116,-2-4,0-1,2 1,0-2,1 0,1 0,1 0,-14-17,0 0,1 0,-1 0,0 0,0 0,1 0,-1 0,1-1,-1 1,1 0,-1-1,1 1,-1-1,1 0,-1 1,1-1,-1 0,1 0,0 0,-1 0,1 0,-1-1,1 1,-1 0,1-1,-1 1,1-1,-1 1,1-1,-1 0,0 0,1 0,-1 1,1-2,40-44,-29 30,88-90,-77 93,-20 36,-9-2,-9 98,15-115,-1 0,1 1,-1-1,1 0,0 0,1 0,-1 0,1 0,0-1,0 1,0 0,0-1,0 1,1-1,0 0,0 0,0 0,0 0,0 0,0-1,1 1,-1-1,1 0,0 0,0 0,2 0,56 4,-34-12</inkml:trace>
  <inkml:trace contextRef="#ctx0" brushRef="#br0" timeOffset="-7098.313">11486 1924,'-14'-7,"-11"-2,-4-2,-1 1,2 0,4-1,0 0,1-3,4 0</inkml:trace>
  <inkml:trace contextRef="#ctx0" brushRef="#br0" timeOffset="-6864.935">10750 1604,'27'0,"28"0,26 2,26 3,16 3,10 5,4 7,-23 0</inkml:trace>
  <inkml:trace contextRef="#ctx0" brushRef="#br0" timeOffset="-6528.835">11646 2325,'17'-7,"-1"0,0-1,-1-1,0-1,0 0,-1-1,0 0,-1-1,-1-1,0 0,0-1,-1 0,-1 0,0-1,-2-1,1 0,-2 0,3-7,-9 21,0 0,0 0,0 0,0 1,0-1,-1 0,1 0,0 0,-1 0,0 0,1 0,-1 0,0 0,0 0,0 0,0-1,-1 1,1 0,-1 0,1 0,-1 0,1 1,-1-1,0 0,0 0,0 0,0 0,0 1,-1-1,1 1,0-1,-1 1,1-1,-1 1,0 0,1-1,-1 1,0 0,0 0,1 1,-1-1,0 0,0 0,0 1,0 0,0-1,-1 1,-5 3,1 0,-1 0,1 1,0 0,0 1,0-1,1 1,0 1,0-1,0 1,0 0,1 0,0 1,1-1,-1 1,1 0,0 1,1-1,0 1,0-1,1 1,0 0,-1 2,2-5,0 0,0 1,0-1,1 0,0 1,0-1,0 1,1-1,0 0,-1 1,2-1,-1 0,1 0,0 0,0 0,0 0,1 0,-1-1,1 1,1-1,-1 1,0-1,1 0,0-1,0 1,1 0,6 4,0 0,1-1,0-1,0 0,0 0,1-2,0 1,0-1,0-1,1-1,5 3,-1-1,1-2,0 0,-1 0,1-2,0-1,0 0,0-1,-1-1,1-1,-1 0,0-1,0-2,12-5,-23 8,-1-1,-1 0,1 0,-1-1,0 0,0 1,0-2,-1 1,0 0,0-1,-1 0,1 0,-2 0,1 0,-1 0,0-1,0 1,-1-1,0 1,-1-1,1 0,-1 1,-1-1,0 1,-1-8,2 15,0 1,-1-1,1 0,0 1,0-1,0 0,-1 1,1-1,0 0,-1 1,1-1,0 0,-1 1,1-1,0 0,-1 0,1 0,-1 1,1-1,0 0,-1 0,1 0,-1 0,1 0,0 0,-1 0,1 0,-1 0,1 0,-1 0,1 0,0 0,-1 0,1 0,-1 0,1 0,0-1,-1 1,1 0,-1 0,1 0,0-1,-1 1,1 0,0-1,-1 1,1 0,0-1,0 1,-1 0,1-1,0 1,0 0,0-1,-1 1,1-1,0 1,0 0,0-1,0 1,0-1,0 1,0-1,0 1,0 0,0-1,0 0,-16 33,12-22,0 0,1 0,0 0,1 1,0-1,1 1,0-1,0 1,1 0,1-1,0 1,0-1,1 1,0-1,1 0,0 1,1-1,0-1,4 9,41 14,-24-27</inkml:trace>
  <inkml:trace contextRef="#ctx0" brushRef="#br0" timeOffset="-6280.473">12314 1750,'-18'-6,"-11"-3,0 2,5 10,13 11,18 10,7 0</inkml:trace>
  <inkml:trace contextRef="#ctx0" brushRef="#br0" timeOffset="9119.006">9627 3462,'-15'-5,"0"1,0 0,-1 2,1-1,-1 2,0 0,1 1,-1 0,0 2,0 0,10-2,0 1,0 1,0-1,0 1,0 0,0 0,1 1,0 0,-1 0,1 0,0 1,0-1,1 1,-1 0,1 1,0-1,0 1,0-1,0 1,1 1,0-1,0 0,0 1,1-1,0 1,-1 6,1-7,2 0,-1 0,1 0,-1 0,1 0,1 0,-1 0,1 0,0 1,0-1,0-1,1 1,-1 0,1 0,1 0,-1-1,1 0,-1 1,1-1,0 0,1 0,-1 0,1-1,0 1,-1-1,2 0,-1 0,0 0,4 1,7 5,0-2,1 1,0-2,1 0,0-1,0-1,0 0,4-1,4 1,-1-2,1-1,0-2,0 0,0-1,0-2,20-5,-31 6,-1-1,0 0,0-1,0-1,0 0,-1 0,0-2,0 1,-1-1,0-1,0 0,-1-1,0 0,5-8,-11 13,0 0,-1 0,0 0,0 0,-1 0,1 0,-1-1,0 0,0 1,-1-1,0 0,0 0,0 1,-1-1,0 0,0 0,0 0,-1-3,-11 36,11-20,0 0,1 0,0 0,0 0,1 0,0-1,0 1,1 0,0 0,0-1,0 1,1-1,0 0,0 0,1 0,-1 0,1 0,1-1,-1 1,1-1,0 0,0-1,0 1,1-1,0 0,-1-1,1 1,1-1,-1 0,0-1,1 1,0-1,2 0,1-1,0 0,-1-1,1-1,0 1,-1-1,1-1,-1 0,1 0,-1-1,0 0,0-1,0 0,0 0,-1-1,1 0,-1-1,0 0,-1 0,0 0,0-1,0 0,-1-1,0 1,0-1,-1 0,0-1,0 1,-1-1,0 0,-1 0,0 0,0-1,-1 1,0-1,-1 1,0-1,0 0,-1 1,0-1,-1 0,0 0,1 11,0 0,-1 0,1 0,0-1,-1 1,1 0,0 0,-1-1,1 1,-1 0,1-1,-1 1,1 0,-1-1,1 1,-1-1,0 1,1-1,-1 1,0-1,1 1,-1-1,0 0,0 0,0 1,1-1,-1 0,0 0,0 0,0 0,1 0,-1 0,0 0,0 0,0 0,0 0,1 0,-1 0,0-1,0 1,1 0,-1 0,0-1,0 1,1-1,-1 1,0-1,1 1,-1-1,0 1,1-1,-1 0,1 1,-1-1,1 0,0 1,-1-1,1 0,-1 0,1 1,0-1,0 0,-1 0,-1 7,0 0,0 0,0 0,0 1,1-1,0 1,0-1,1 1,0-1,0 1,1-1,-1 1,1-1,1 1,-1-1,1 0,0 0,1 0,0 0,-1 0,2 0,-1 0,1-1,0 0,0 0,0 0,1 0,-1-1,1 0,3 3,12 4,0 0,0-1,1-1,0-1,1-1,0 0,0-2,0-1,0-1,8 0,65 9</inkml:trace>
  <inkml:trace contextRef="#ctx0" brushRef="#br0" timeOffset="9767.722">11793 3688,'4'-33,"32"-298,-34 222,5 104,9 20,-3-3,8 1,1 0,0-2,1 0,0-1,15 3,55 25,-86-35,-1 0,1 1,-1 0,0 1,-1-1,1 1,-1 0,0 1,0-1,0 1,-1 0,0 0,0 1,-1-1,1 1,-1 0,-1-1,1 1,-1 0,-1 1,1-1,-1 3,2 6,-3-6,1 0,0 0,1-1,0 1,0 0,1-1,0 0,1 1,0-1,1-1,-1 1,2 0,-1-1,1 0,1-1,-1 1,1-1,0-1,2 2,1-4,0 1,0-1,1-1,-1 0,1 0,0-1,0 0,0-1,0 0,0-1,1 0,-1-1,0 0,0-1,0 0,-1-1,1 0,0-1,-1 0,0 0,0-1,0-1,-1 1,1-2,-1 1,-1-1,1-1,-1 1,-1-1,0-1,0 1,0-1,-1-1,0 1,-1-1,3-6,-5 9,0 0,0-1,0 1,-1-1,0 0,0 0,-1 0,0 0,-1 0,1 0,-2 0,1 0,-1 1,0-1,-1 0,0 0,0 0,0 1,-1-1,0 1,-2-2,4 8,0-1,-1 1,1 0,0 0,-1 0,1 0,0 0,-1 0,0 0,1 1,-1-1,1 0,-1 1,0 0,1-1,-1 1,0 0,0 0,1 0,-1 0,0 0,1 0,-1 0,0 0,0 1,1-1,-1 1,1-1,-1 1,0 0,1 0,-1 0,1 0,-1 0,1 0,0 0,-41 50,38-47,1 1,0 1,0-1,0 0,1 1,-1-1,1 1,1 0,-1 0,1 0,0 0,0 0,1 0,0 0,0 0,0 0,1 0,0 0,0 0,0 0,1 0,0 0,0-1,0 1,1-1,0 1,0-1,0 0,1 0,0 0,-1-1,2 1,-1-1,1 0,-1 0,1-1,2 2,20 4,1-2,0-1,-1-1,2-2,-1 0,0-2,1-1,-1-2,11-2,43-2</inkml:trace>
  <inkml:trace contextRef="#ctx0" brushRef="#br0" timeOffset="10416.053">13505 3248,'-18'0,"0"2,0 0,0 1,1 1,0 0,-1 1,2 1,-1 1,1 0,0 1,0 1,-1 1,15-8,-1-1,1 0,-1 1,1-1,0 1,-1 0,1-1,0 1,0 0,0 0,1 1,-1-1,0 0,1 1,0-1,-1 1,1-1,0 1,0-1,0 1,1 0,-1 0,1-1,-1 1,1 0,0 0,0 0,0-1,1 1,-1 0,1 0,-1 0,1-1,0 1,0 0,1 0,7 7,1 0,0-1,1 0,0-1,0 0,1-1,0 0,0 0,13 3,-7-1,18 8,70 44,-105-60,0 0,0-1,0 1,0 0,0 0,0 0,0 0,0 0,0 0,-1 0,1 0,0 0,-1 0,1 0,-1 0,1 1,-1-1,0 0,1 0,-1 0,0 1,0-1,0 0,0 1,0-1,0 0,0 0,0 1,-1-1,1 0,0 0,-1 0,1 1,-1-1,1 0,-1 0,0 0,0 0,1 0,-1 0,0 0,0 0,0 0,0 0,0-1,0 1,0 0,-58 27,27-19,0-1,-1-1,0-2,0-1,-22-1,35-10,38-9,9 2</inkml:trace>
  <inkml:trace contextRef="#ctx0" brushRef="#br0" timeOffset="11157.072">13784 3422,'-13'24,"1"2,1-1,2 2,0-1,2 1,0 1,2-1,1 1,2 0,0 0,2 0,1 0,1-1,3 10,56 432,-103-892,38 376,-10-114,6-118,7 274,1 1,-1 0,1 0,0 0,0-1,0 1,1 0,-1 0,1 0,0 0,1-1,-1 1,1 1,-1-1,1 0,0 0,0 1,1-1,-1 1,1-1,0 1,0 0,0 0,0 1,0-1,1 0,-1 1,1 0,0 0,-1 0,1 0,0 1,1 0,7 0,1 1,-1 0,1 1,-1 0,0 1,1 1,-1 0,0 0,0 1,0 1,-1 0,0 0,0 1,0 1,-1 0,0 0,9 9,-14-13,-1 0,0 1,0-1,0 1,-1 0,1 0,-1 0,0 1,0-1,0 1,-1-1,1 1,-1 0,0 0,-1 0,1 0,-1 0,0 1,0-1,-1 0,1 1,-1-1,-1 0,1 1,-1-1,0 0,0 0,0 1,-1-1,1 0,-1 0,0-1,-1 1,0 0,-1 1,-2 0,0 0,-1-1,0 0,0 0,0 0,0-1,-1-1,0 1,1-1,-1 0,-1-1,1 0,0 0,-1-1,1 0,0 0,-1-1,-7 0,15 0,0 0,0 0,0 1,0-1,0 0,1 0,-1 0,0 0,0 0,0 0,0 0,0 0,0-1,0 1,1 0,-1 0,0-1,0 1,0-1,0 1,1 0,-1-1,0 0,1 1,-1-1,0 1,1-1,-1 0,0 1,1-1,-1 0,1 0,0 1,-1-1,1 0,0 0,-1 0,1 0,0 0,0 1,0-1,0 0,-1 0,1 0,1 0,-1 0,0 0,0 0,0 0,0 1,1-1,-1 0,0 0,1 0,-1 0,0 1,1-1,-1 0,1 0,0 1,-1-1,1 0,-1 1,1-1,0 0,10-4,1 0,-1 0,1 2,-1-1,1 1,0 1,0 0,1 1,4-1,4 0,23-2,0-2,0-2,0-2,-1-2,0-1,13-9,10-23,-64 43,0 0,0 0,0 0,0 0,-1 0,1 0,-1-1,1 1,-1 0,0-1,0 1,0-1,0 0,0 1,-1-1,1 1,-1-1,0 0,0 0,0 1,0-1,0 0,0 1,-1-1,1 0,-1 1,0-2,-2 0,0 1,-1 0,1 0,-1 0,1 1,-1-1,0 1,0 0,0 0,0 0,0 0,0 1,0 0,-1 0,1 0,-1 0,1 1,0 0,-1 0,1 0,-1 0,1 1,-1-1,1 1,0 0,-1 0,1 1,0 0,0-1,0 1,-2 2,-1 0,0 0,1 0,-1 1,1 0,0 1,0-1,0 1,1 0,0 1,0-1,0 1,1 0,0 0,1 1,0-1,-1 4,2-7,1 0,0 1,0-1,0 1,0-1,1 1,0-1,0 1,0 0,0-1,1 1,0-1,0 1,0-1,0 1,1-1,0 0,0 0,0 0,0 0,1 0,-1 0,1 0,0-1,0 1,0-1,1 0,-1 0,3 1,7 4,2-1,-1-1,1 0,0 0,0-2,0 0,0 0,1-2,0 0,10 0,40 3</inkml:trace>
  <inkml:trace contextRef="#ctx0" brushRef="#br0" timeOffset="12889.83">14921 3315,'-9'-1,"0"1,0 0,0 1,0 0,0 1,1 0,-1 0,0 1,1 0,0 0,-1 1,1 0,0 1,1 0,-1 0,1 0,0 1,1 0,-1 0,1 1,0 0,1 0,0 0,0 1,0 0,1 0,0 0,1 0,0 1,0-1,1 1,0 0,0 0,1 0,0-4,1 0,1 0,-1 0,1 0,0 0,0 0,0 0,0 0,1-1,0 1,0 0,0-1,1 0,-1 1,1-1,0 0,1 0,-1-1,0 1,1-1,0 0,0 0,0 0,0 0,1 0,-1-1,0 0,1 0,4 1,6 2,0 0,0-2,1 0,-1 0,1-1,0-1,-1-1,1 0,2-1,1-1,-1-1,1-1,-1-1,1 0,-2-1,1-1,-1 0,0-2,0 0,-1-1,0 0,-1-2,0 1,-1-2,0 0,-1-1,-1 0,0-1,-1 0,0-1,-2 0,1 0,-2-1,0-1,-2 1,4-13,3-27,-3 1,-2-1,-3-1,-2 1,-4-39,1 46,-3 1,-1-1,-9-32,12 78,1 2,0-1,0 1,-1-1,1 1,-1-1,1 1,-1-1,0 1,0-1,0 1,0 0,-1 0,1-1,-1 1,1 0,-1 0,0 1,0-1,0 0,0 0,-2-1,2 4,0 0,0 0,0 0,0 0,1 0,-1 1,0-1,0 0,1 1,-1-1,1 1,-1 0,1-1,0 1,0 0,-1 0,1 0,1 0,-1 0,0 0,0 0,1 0,-1 0,1 1,-10 31,3 0,0 1,2 0,2 0,1 0,2 1,1 5,-1-4,1-1,2 0,2 1,1-1,2-1,1 1,1-2,3 1,0-1,2-1,2-1,1 0,1-1,5 3,34 20,-58-54,1 1,0 0,-1-1,1 1,0-1,-1 0,1 1,0-1,-1 1,1-1,0 0,0 0,-1 1,1-1,0 0,0 0,-1 0,1 0,0 0,0 0,0 0,-1 0,1 0,0 0,0 0,0-1,-1 1,1 0,0 0,-1-1,1 1,0-1,0 1,-1-1,1 1,-1-1,1 1,0-1,-1 1,1-1,-1 0,0 1,1-1,-1 0,1 1,-1-1,0 0,0 0,1 1,-1-1,0 0,0 0,0 0,0 1,0-2,-5-46,-8 21,-1 1,-1 0,-1 1,-1 1,-1 0,-1 1,-2 2,0 0,-1 1,0 1,-2 1,-3-1,-2-2,0 1,-2 1,0 2,-19-7,45 21,16 6,111 22,1-6,63 0,100 14,-223-15,-63-17,0-1,1 1,-1 0,1-1,-1 1,0 0,0-1,1 1,-1 0,0 0,0-1,0 1,0 0,0-1,0 1,0 0,0 0,0-1,0 1,0 0,0 0,-1-1,1 1,0 0,-1-1,1 1,0 0,-1-1,1 1,-1 0,1-1,-1 1,1-1,-1 1,1-1,-1 1,0-1,1 1,-1-1,1 0,-1 1,0-1,0 0,-74 49,62-43,1 1,0 0,0 1,0 1,1 0,0 0,1 1,0 0,0 1,1 0,1 0,-7 12,14-21,0 0,0 0,0 1,0-1,0 0,0 1,1-1,-1 1,1-1,0 1,0-1,0 1,0-1,0 1,0-1,1 1,-1-1,1 0,0 1,0-1,0 0,0 1,0-1,0 0,0 0,1 0,-1 0,1 0,0 0,-1 0,1-1,0 1,0-1,0 1,0-1,0 0,1 1,-1-1,0 0,1-1,-1 1,0 0,8 2,0-1,1 0,-1 0,0-1,1-1,-1 1,0-2,1 1,-1-2,0 1,0-1,0-1,0 0,0 0,0-1,-1 0,1-1,-1 0,0 0,-1-1,0 0,1-1,-2 0,1 0,-1 0,0-1,-1 0,0-1,0 1,-1-1,4-9,-6-3,-9 36,4-8,1-1,0 1,0 0,1 0,-1 0,1 0,1 0,0-1,0 1,0 0,1 0,-1-1,2 1,-1-1,1 1,0-1,0 0,1 0,0 0,0-1,0 1,0-1,1 0,0-1,0 1,1-1,-1 1,1-2,0 1,0-1,6 3,-9-5,0 1,1-1,-1 0,1 0,-1 0,1 0,-1 0,1-1,0 0,-1 0,1 0,0 0,-1 0,1-1,-1 0,1 0,0 0,-1 0,0 0,1-1,-1 1,0-1,0 0,0 0,0 0,0 0,0-1,0 1,-1-1,0 0,1 0,-1 0,0 0,0 0,0 0,-1 0,1-1,-1 1,1-2,3-17,-1 0,-1-1,-1 1,-1-1,0 0,-2 1,-1-1,-4-17,0-26,6 65,-1 0,1 0,-1 0,1 0,-1 0,1 0,0 0,-1 0,1 0,0 0,0-1,0 1,0 0,0 0,0 0,0 0,0-1,1 1,-1 0,0 0,1 0,-1 0,1 0,-1 0,1 0,-1 0,1 0,0 0,-1 0,1 0,0 0,0 1,0-1,0 0,0 0,0 1,0-1,0 1,0-1,0 1,0-1,0 1,0 0,0-1,0 1,1 0,-1 0,0 0,0 0,0 0,0 0,1 0,6 6,0 1,0-1,0 1,-1 1,0-1,0 1,-1 0,0 1,-1 0,1 0,-2 0,1 0,-1 3,5 10,-1 0,-1 1,-2-1,0 1,-1 0,-1 1,-2-1,0 1,-1 1,0-22,1 0,0 0,1 0,-1 0,0 0,1 0,0-1,-1 1,1 0,0-1,1 1,-1-1,0 0,1 0,-1 0,1 0,-1 0,1 0,0-1,0 0,0 1,0-1,0 0,0 0,0 0,0-1,1 1,-1-1,0 0,0 0,1 0,-1 0,0-1,0 1,2-1,-1 1,28 4,0-2,0-2,1 0,-1-3,0 0,0-2,0-2,-1 0,0-2,-1-2,1-1,0-2,31-35,-60 47,0 0,0 0,0 0,0-1,-1 1,1-1,-1 1,1-1,-1 1,0-1,0 0,0 0,0 0,-1 0,1 0,-1 0,0 1,0-1,0 0,0 0,0 0,-1 0,1 0,-1 0,0 0,-2 0,0 0,0 0,0 0,0 0,-1 1,1-1,-1 1,0 0,0 0,1 1,-1-1,-1 1,1 0,0 0,0 0,0 0,-1 1,1-1,0 1,0 0,-1 1,1-1,0 1,0 0,0 0,-4 1,3-1,1 0,-1 1,1-1,-1 1,1 0,0 0,0 0,0 1,0-1,0 1,1 0,-1 0,1 0,0 1,0-1,0 1,0 0,1-1,-1 1,1 1,0-1,0 0,1 0,-1 1,1-1,0 1,0-1,0 1,1-1,-1 1,1 0,0-1,1 1,-1 0,1-1,0 1,0-1,0 1,1-1,0 0,0 1,0-1,0 0,0 0,3 2,6 3,0-2,0 1,1-1,0-1,0 0,1-1,0 0,0-1,0 0,0-1,1-1,-1 0,1 0,-1-2,7 0,18 4,0-2,-1-1,1-3,0 0,0-3,-1-1,0-2,20-7,19-27,-73 40,-1 0,1 0,-1 0,1 0,-1-1,0 1,0-1,0 1,-1-1,1 0,-1 0,1 0,-1 0,0 0,0 0,0 0,0 0,-1 0,1-1,-1 1,0 0,0 0,0 0,0-1,-1 0,0 2,1 0,-1 0,0 0,0-1,0 1,-1 0,1 0,0 1,-1-1,1 0,-1 0,0 1,1-1,-1 1,0-1,0 1,0 0,0 0,0-1,0 2,0-1,-1 0,1 0,0 1,-1-1,1 1,0 0,-1-1,1 1,0 0,-1 1,-4-1,1 0,0 1,0 0,-1 0,1 0,0 1,0 0,0 0,1 1,-1 0,-1 0,2 1,0-1,1 1,-1-1,1 1,0 1,0-1,1 0,-1 1,1 0,0 0,0 0,0 0,1 1,0-1,0 1,0-1,1 1,0-1,0 1,0 0,0 0,1 0,0 0,1-1,-1 1,1 0,0 0,2 3,0-5,1-1,0 0,0 0,0-1,0 1,0-1,0 0,1 0,-1 0,1 0,0-1,-1 0,1 0,0 0,0-1,0 0,0 1,-1-2,1 1,0-1,0 1,0-1,-1 0,1-1,0 1,-1-1,1 0,-1 0,0-1,0 1,0-1,2-1,0 0,0-1,0 0,-1 0,1 0,-1-1,0 1,-1-1,0-1,1 1,1-5,-3 5,-2 6,0 0,-1-1,1 1,0 0,-1-1,1 1,0 0,-1 0,1 0,0-1,-1 1,1 0,0 0,0 0,-1 0,1 0,0 1,0-1,-1 0,1 0,0 0,-1 1,1-1,0 0,-1 1,1-1,-1 0,1 1,0-1,-1 1,1-1,-1 1,1-1,-1 1,1-1,-1 1,0 0,1-1,-1 1,1 0,5 5,23 10,0-2,1 0,1-2,0-1,1-2,0-1,1-1,-1-2,1-2,0 0,16-3,43 6</inkml:trace>
  <inkml:trace contextRef="#ctx0" brushRef="#br0" timeOffset="3932.306">2769 3194,'-21'16,"-15"19,-11 17,-6 18,-4 17,4 17,5 14,13 6,17 4,24-3,27-10,26-21,2-27</inkml:trace>
  <inkml:trace contextRef="#ctx0" brushRef="#br0" timeOffset="4599.527">3103 3649,'0'16,"0"19,0 19,0 16,0 15,0 11,0 8,0 3,-2 0,-6-2,-3-8,-2-13,1-21</inkml:trace>
  <inkml:trace contextRef="#ctx0" brushRef="#br0" timeOffset="4868.452">2903 3890,'-3'-23,"2"0,0 0,2 0,0 0,2 1,1-8,-2 23,-1 0,2 0,-1 0,1 0,0 0,0 1,0-1,1 1,0 0,1 0,-1 0,1 1,0 0,0 0,1 0,0 0,0 1,0 0,0 0,0 1,5-2,-6 2,0 1,1 0,-1 0,1 1,-1-1,1 1,-1 1,1-1,0 1,0 0,-1 0,1 0,0 1,-1 0,1 0,0 1,-1-1,1 1,-1 0,0 1,0-1,0 1,0 0,0 1,-1-1,1 1,-1-1,0 2,0-1,0 0,-1 1,1-1,-1 1,0 0,-1 0,1 0,-1 1,0-1,0 0,-1 1,1 0,-1-1,0 1,-1 1,0 0,-1 0,0 0,0 0,0-1,-1 1,0 0,0-1,-1 1,0-1,0 0,-1 0,1 0,-1-1,0 1,-1-1,1 0,-1 0,0 0,-1-1,1 0,-1 0,0 0,0 0,0-1,0 0,0-1,-3 1,-10 2</inkml:trace>
  <inkml:trace contextRef="#ctx0" brushRef="#br0" timeOffset="5442.932">3397 3890,'-1'-52,"-2"0,-2 0,-2 1,-5-9,10 55,2 4,0 1,-1-1,1 1,-1-1,1 1,0-1,-1 1,1-1,0 1,0-1,0 0,-1 1,1-1,0 1,0-1,0 0,0 1,0-1,0 0,0 1,0-1,0 1,0-1,1 0,-1 1,0-1,0 1,0-1,1 0,-1 1,0-1,1 1,-1-1,0 1,1-1,-1 1,1 0,-1-1,1 1,-1-1,1 1,-1 0,1 0,-1-1,1 1,0 0,-1 0,1-1,-1 1,1 0,0 0,-1 0,1 0,133 30,-125-30,0 1,0 1,0-1,-1 1,1 1,-1 0,0 0,0 1,0 0,0 0,0 1,-1-1,0 2,0-1,0 1,-1 0,0 1,0-1,0 1,-1 0,0 1,-1-1,0 1,0 0,0 0,-1 1,-3 91,-5-30,5-68,0 0,1 0,-1 0,0 0,1 0,-1-1,1 1,-1 0,1 0,0 0,0 0,0-1,0 1,0 0,0-1,1 1,-1-1,1 1,-1-1,1 0,-1 0,1 1,-1-1,1 0,0 0,0-1,0 1,0 0,-1-1,1 1,0-1,0 1,0-1,0 0,0 0,0 0,0 0,0 0,0 0,1-1,79-22,-66 16,0-1,0 0,-1-1,-1-1,0 0,0-1,-1-1,0 0,-1 0,0-1,-1-1,0 0,-2-1,1 1,-2-2,-1-37,-7 51,1 1,-2 0,1-1,0 1,0 0,0-1,-1 1,1-1,-1 1,1 0,-1 0,1-1,-1 1,0 0,1 0,-1 0,0 0,0 0,0 0,0 0,0 0,0 0,0 0,0 0,-1 1,1-1,0 0,0 1,-1-1,1 1,0 0,-1-1,1 1,0 0,-1 0,0 0,0 0,0 0,0 1,0 0,1-1,-1 1,0 0,0 0,0 0,1 0,-1 0,1 0,-1 0,1 1,-1-1,1 1,0-1,-1 1,1-1,0 1,0 0,0 0,1-1,-1 1,0 0,1 0,-1 0,1 0,-1 1,-5 57,7-54,0 0,1 0,-1 0,1 0,0-1,1 1,0-1,-1 0,2 0,-1 0,0 0,1 0,0-1,0 1,1-1,-1 0,1-1,0 1,0-1,0 0,0 0,0 0,1-1,0 1,6 1,-1 0,0 0,1-1,0-1,0 0,0-1,0 0,0-1,0 0,0 0,7-3,22-6</inkml:trace>
  <inkml:trace contextRef="#ctx0" brushRef="#br0" timeOffset="5821.913">4213 3462,'13'5,"1"0,1-1,-1 0,0-2,1 0,-1 0,1-1,0-1,0 0,-1-1,1-1,-1 0,1-1,-1-1,0 0,7-4,-1 3,-1 0,1-2,-2 0,1-2,-1 0,0-1,-1 0,0-2,-1 0,0 0,-1-2,-1 0,0-1,6-9,-18 22,0 1,-1-1,1 0,-1 0,1-1,-1 1,0 0,0 0,0-1,0 1,0 0,-1-1,1 1,-1-1,1 1,-1-1,0 1,0-1,0 1,-1-1,1 1,0-1,-1 1,0-1,1 1,-1-1,0 1,0 0,-1 0,1-1,0 1,-1 0,1 0,-1 0,0 1,1-1,-1 0,0 0,0 1,0 0,0-1,-1 1,1 0,0 0,-1 0,1 0,-1 0,-2 0,-1 0,1 0,0 1,0-1,0 1,-1 1,1-1,0 1,0 0,0 0,0 0,0 1,0-1,0 1,0 0,1 1,-1-1,1 1,0 0,-1 0,1 1,1-1,-1 1,0 0,1 0,0 0,-1 2,-5 6,1 1,0 0,1 0,0 1,1 0,1 0,0 1,-2 14,-1 21,1 0,3 0,2 1,2-1,3 1,4 15,59 303,-17-122,-24-56,-19-122</inkml:trace>
  <inkml:trace contextRef="#ctx0" brushRef="#br0" timeOffset="7321.514">4414 4050,'66'-23,"0"-3,-2-3,58-35,-115 59,8-1,-1-1,-1-1,1-1,-1 0,-1 0,1-1,-2-1,1 0,-2-1,1 0,-2 0,2-4,-10 15,0 0,0 0,-1 0,1-1,-1 1,1 0,-1-1,1 1,-1 0,0-1,0 1,0-1,0 1,0-1,0 1,0 0,0-1,0 1,-1-1,1 1,0 0,-1-1,1 1,-1 0,0-1,1 1,-1 0,0 0,0 0,0 0,0 0,0 0,0 0,0 0,0 0,0 0,0 0,-1 1,1-1,0 0,-2 0,-57 0,54 3,1 0,0 0,0 0,0 0,1 1,-1 0,0 0,1 0,0 1,0-1,0 1,0 0,0 0,1 0,0 1,0-1,0 1,0 0,1 0,0 0,0 0,0 0,0 0,1 1,0-1,0 0,1 1,-1-1,1 1,0-1,1 1,-1-1,1 0,0 1,1-1,1 5,3 0,1 1,0-1,1-1,1 1,-1-1,1-1,1 0,-1 0,2-1,-1 0,1 0,0-2,0 1,0-1,1-1,0 0,0 0,0-2,0 1,0-1,1-1,-1 0,7-1,-13 1,0 0,0 0,0 0,0 0,0-1,0 0,0 0,0-1,0 0,0 0,0 0,0-1,-1 0,1 0,0 0,-1-1,1 0,-1 0,0 0,0-1,0 1,-1-1,1 0,-1-1,0 1,0-1,0 0,-1 0,3-4,-3-8,-1 1,-1-1,0 0,-1 0,-1 0,0 0,-1 1,-1-1,-1 0,0 1,-6-14,-2-15,12 45,-1-1,0 0,1 0,-1 1,1-1,-1 0,1 0,0 0,-1 0,1 1,0-1,-1 0,1 0,0 0,0 0,0 0,0 0,0 0,0 0,0 0,0 0,0 0,0 0,1 0,-1 1,0-1,1 0,-1 0,1 0,-1 0,1 1,-1-1,1 0,-1 0,1 1,0-1,-1 0,1 1,0-1,0 1,-1-1,1 1,0-1,0 1,0-1,0 1,0 0,-1 0,1-1,0 1,0 0,0 0,0 0,0 0,0 0,0 0,0 0,0 0,0 1,0-1,0 0,0 1,166 63,-162-62,1-1,-1 1,1 0,-1 1,0-1,0 1,0 0,0 0,0 1,-1-1,0 1,1 0,-1 0,-1 1,1-1,-1 1,1-1,-2 1,1 0,0 1,-1-1,0 0,0 1,0-1,-1 1,0 0,0-1,0 1,-1 0,0 3,-38 94,38-102,0 0,-1 0,1 0,0-1,0 1,-1 0,1 0,0 0,0 0,0 0,0 0,0 0,0 0,0 0,1 0,-1 0,0 0,1-1,-1 1,0 0,1 0,-1 0,1 0,-1-1,1 1,-1 0,1 0,0-1,-1 1,1-1,0 1,0 0,-1-1,1 1,0-1,0 0,0 1,0-1,0 0,-1 1,1-1,0 0,1 0,45 0,37-14,0-4,74-26,-145 40,-7 2,65-18,-1-4,33-17,-54 10,-49 30,1 1,0-1,0 1,-1-1,1 0,0 1,-1-1,1 0,0 0,-1 1,1-1,-1 0,1 0,-1 0,0 0,1 0,-1 0,0 0,0 0,0 0,0 1,1-1,-1 0,-1 0,1 0,0 0,0 0,0 0,0 0,-1 0,1 0,0 0,-1 0,1 0,-1 1,1-1,-1 0,1 0,-1 0,1 1,-1-1,0 0,0 1,1-1,-1 0,0 1,0-1,0 1,1 0,-1-1,0 1,0 0,0-1,0 1,-10-4,0 1,-1 0,1 1,-1 0,1 0,-1 2,1-1,-1 1,0 1,1 0,-1 1,1 0,-2 1,7-1,0 0,0 0,0 0,0 1,1 0,-1 0,1 1,-1-1,1 1,0 0,1 1,-1-1,1 1,0 0,2-3,1 0,-1 0,1 0,0 0,0 0,0 1,0-1,0 0,0 1,0-1,1 1,0-1,-1 1,1-1,0 1,0-1,0 1,0-1,1 1,-1-1,1 1,0-1,-1 1,1-1,0 0,0 0,1 1,-1-1,0 0,1 0,-1 0,1 0,0 0,0-1,-1 1,3 0,4 4,0-1,0 0,1-1,0 0,0 0,0-1,1-1,-1 1,1-1,-1-1,1 0,0 0,-1-1,1 0,0-1,0 0,-1 0,1-1,-1 0,1-1,-1 0,0-1,0 0,0 0,-1 0,0-1,1-1,-2 0,6-4,24-47,-34 115,-3-54,1 0,0 0,0 0,0 0,1 0,-1-1,1 1,0-1,0 1,0-1,0 1,1-1,-1 0,1 0,0 0,0-1,0 1,0-1,0 1,1-1,-1 0,1 0,0-1,-1 1,1-1,0 0,0 0,0 0,0 0,0-1,3 1,0 0,0-1,0-1,0 1,-1-1,1 0,0 0,0-1,-1 0,1 0,-1 0,0-1,0 0,0-1,0 1,0-1,3-3,3-8,0 0,-1-1,-1 0,-1-1,0 0,-1-1,-1 0,0 0,-2 0,0-1,-1 0,0 0,-2 0,-1 0,0 0,-1-2,1 15,13-195,-8-30,-7 215,-1 21,-3 27,5-31,-11 95,4 0,5 0,4 13,-1-93,0 0,1 0,1 0,0 0,1 0,4 8,-7-21,0-1,0 1,0 0,0-1,1 1,-1-1,1 1,0-1,0 0,-1 0,1 1,1-1,-1-1,0 1,0 0,1 0,-1-1,1 0,0 1,-1-1,1 0,0 0,-1 0,1-1,0 1,0-1,0 1,0-1,0 0,0 0,0-1,-1 1,1 0,0-1,0 0,0 0,0 1,-1-2,2 1,82-51,-77 45,0 0,1 0,0 1,0 0,1 0,-1 1,1 1,0 0,0 1,1 0,4-1,-12 4,-1 0,0 0,1 0,-1 1,0-1,1 1,-1 0,0 0,0 0,1 0,-1 1,0-1,0 1,-1 0,1 0,0 0,0 0,-1 0,0 1,1-1,-1 1,0 0,0-1,0 1,-1 0,1 0,0 3,2 1,-1 0,-1 0,0 0,0 1,0-1,-1 1,0-1,0 1,-1-1,0 1,-1 7,0-11,0 0,0 0,0 0,-1 0,0-1,0 1,0-1,0 1,0-1,-1 1,1-1,-1 0,0 0,0-1,0 1,0 0,0-1,-1 0,1 0,-1 0,0 0,1-1,-1 1,0-1,0 0,0 0,-1 0,-2 1,0-1,0 0,0 0,0-1,0 0,1 0,-1-1,0 1,0-1,0-1,0 1,1-1,-1-1,1 1,-6-4,9 3,0 1,0-1,0 0,1 0,-1 0,1 0,0-1,0 1,0-1,1 1,-1-1,1 0,0 1,0-1,0 0,0 0,1 0,0 0,0 1,0-1,0 0,0 0,1 0,-1 0,1 0,0 0,1 1,-1-1,0 0,1 1,0-1,0 1,0 0,0 0,1 0,-1 0,1 0,0 0,0 0,0 1,0-1,0 1,2-1,7-4,-1 0,1 1,0 0,0 1,1 0,0 1,0 0,0 1,0 1,0 0,1 0,-1 2,0 0,1 0,-1 1,0 1,1 0,22 4</inkml:trace>
  <inkml:trace contextRef="#ctx0" brushRef="#br0" timeOffset="7569.885">7114 3688,'14'0,"4"3,-1 5,-6 5,-6 6,-5 4,-1 0,-2 1,0-2,3-4,4-6,3-8,1-6</inkml:trace>
  <inkml:trace contextRef="#ctx0" brushRef="#br0" timeOffset="7735.442">6994 3181,'2'14,"10"11,14 6,3-3</inkml:trace>
  <inkml:trace contextRef="#ctx0" brushRef="#br0" timeOffset="8004.469">7769 3609,'23'-354,"-22"335,1 4,-1 0,0-1,-1 1,-1-1,0 1,-1-1,-1 1,0 0,-1 0,-3-8,6 21,0 0,0 0,-1 0,1-1,0 1,-1 0,1 1,-1-1,0 0,1 0,-1 1,0-1,0 1,0-1,0 1,0 0,-1 0,1 0,0 0,0 0,-1 1,1-1,-1 1,1-1,0 1,-1 0,1 0,-1 0,1 0,-1 1,1-1,0 0,-1 1,1 0,0 0,-1-1,0 2,-5 2,0 0,0 1,1 0,-1 0,1 1,0 0,1 0,-1 1,-2 4,-5 7,1 1,0 1,2 0,0 1,1 0,2 0,0 1,1 0,1 1,1-1,1 1,2 0,0 0,1 1,1-1,1 0,1 0,1 0,2 0,0-1,6 18,-5-26,0-1,1 0,0-1,1 0,0 0,1 0,0-1,1 0,0-1,1 0,0-1,0 0,1-1,0 0,1-1,0 0,0-1,0 0,1-1,0-1,0 0,0-1,0 0,0-1,1-1,-1 0,6-1,131-20,-83 1</inkml:trace>
  <inkml:trace contextRef="#ctx0" brushRef="#br0" timeOffset="25502.308">710 5480,'28'-10,"312"7,-260 2,281 12,-343-8,-17-2</inkml:trace>
  <inkml:trace contextRef="#ctx0" brushRef="#br0" timeOffset="26484.936">2582 4959,'-5'18,"-1"18,3 13,6 10,5 5,3 2,0 1,-2-3,-2-4,-3-10,-2-11,-1-12</inkml:trace>
  <inkml:trace contextRef="#ctx0" brushRef="#br0" timeOffset="26839.675">2368 4892,'425'213,"-406"-202,-1 1,0 1,0 1,-2 1,1 0,-2 1,11 14,-22-24,1-1,-1 1,0 0,-1 1,1-1,-1 1,-1 0,1-1,-1 1,0 0,-1 0,1 1,-2-1,1 0,-1 0,0 0,0 1,-1-1,0 0,0 0,-1 0,0 0,0 0,0 0,-2 2,-1 0,-1 0,0-1,0 0,-1 0,1-1,-2 1,1-1,-1-1,0 0,-1 0,1 0,-1-1,0 0,0-1,-1 0,1-1,-1 0,0 0,0-1,-1 0,-11 2,-1-1,1-1,-1-1,1-2,0 0,-1-1,1-1,-16-4,-57-26,95 33,0 0,-1-1,1 1,0-1,0 1,0 0,0-1,0 1,0 0,0-1,0 1,0-1,0 1,0 0,0-1,0 1,0-1,0 1,0 0,0-1,0 1,0 0,1-1,-1 1,0 0,0-1,1 1,-1 0,0-1,0 1,1 0,-1-1,0 1,1 0,-1 0,0 0,1-1,-1 1,0 0,1 0,-1 0,0 0,1 0,-1 0,1 0,-1-1,0 1,1 0,-1 0,0 0,1 1,-1-1,1 0,-1 0,0 0,1 0,-1 0,2 0,20-6</inkml:trace>
  <inkml:trace contextRef="#ctx0" brushRef="#br0" timeOffset="27152.837">3584 5053,'-13'-7,"0"2,0 0,0 0,-1 1,0 1,0 0,0 1,0 0,0 1,-1 1,1 0,0 1,0 1,0 0,0 1,0 0,0 1,1 1,-1 0,-2 3,2-2,0 1,1 1,0 0,1 0,0 2,0-1,1 2,0-1,0 2,1-1,1 1,0 1,1 0,0 0,1 0,1 1,-3 8,8-16,0 0,0 0,0 0,1 0,0 0,0 0,1 0,0-1,0 1,0 0,1 0,-1 0,1-1,1 1,-1-1,1 0,0 1,0-1,1-1,-1 1,1 0,0-1,0 0,1 0,-1 0,1 0,0-1,0 0,0 0,0 0,1 0,-1-1,6 1,21 8,1-3,0-1,1-1,0-2,-1-1,1-1,0-3,0 0,0-2,7-3,38-4,0-4,74-23,-76 13</inkml:trace>
  <inkml:trace contextRef="#ctx0" brushRef="#br0" timeOffset="27409.152">4120 4932,'0'16,"0"17,0 13,0 11,0 8,0 3,0-1,2-4,1-7,0-10,-1-18,0-13</inkml:trace>
  <inkml:trace contextRef="#ctx0" brushRef="#br0" timeOffset="27680.43">4120 4986,'-3'-28,"4"27,-1 1,0 0,0-1,0 1,0 0,1-1,-1 1,0 0,1-1,-1 1,0 0,0-1,1 1,-1 0,0 0,1-1,-1 1,1 0,-1 0,0 0,1 0,-1-1,1 1,-1 0,0 0,1 0,-1 0,1 0,-1 0,0 0,1 0,-1 0,1 0,-1 0,1 1,-1-1,0 0,1 0,-1 0,0 0,1 1,-1-1,0 0,1 0,-1 1,0-1,1 0,-1 1,0-1,1 0,-1 1,0-1,0 0,0 1,0-1,1 1,-1-1,0 0,0 1,97 112,17 19,74 98,-187-229,36 64,-36-63,0 0,0 0,-1 0,1-1,0 1,-1 0,0 0,1 0,-1 1,0-1,0 0,0 0,0 0,0 0,-1 0,1 0,-1 0,1 0,-1 0,0 0,0-1,0 1,0 0,0 0,0-1,0 1,0 0,-1-1,1 1,-1-1,1 0,-1 1,0-1,-7 3,-1 0,1-1,-1-1,0 0,1 0,-1 0,0-2,0 1,0-1,0 0,-8-2,6 1,-251-26,251 24,12 1</inkml:trace>
  <inkml:trace contextRef="#ctx0" brushRef="#br0" timeOffset="28683.305">6204 5133,'-13'-3,"0"1,0 1,0 0,0 1,-1 1,1 0,0 1,0 0,0 1,0 0,0 1,1 0,0 1,0 1,0 0,0 0,1 2,0-1,0 1,1 1,0-1,-7 10,15-16,0 0,0 0,0 1,0-1,1 0,-1 1,1-1,-1 1,1 0,0 0,0-1,0 1,0 0,1 0,-1 0,1 0,0 0,0 0,0 0,0-1,0 1,1 0,-1 0,1 0,0 0,-1 0,1 0,1-1,-1 1,0-1,1 1,-1 0,1-1,0 0,2 2,3 2,1-2,0 1,1-1,-1 0,1-1,0 0,0 0,0-1,0 0,0 0,6-1,45 4,1-3,-1-3,1-3,-1-2,0-2,14-7,29-5,-1-5,92-36,-106 19,-87 42,-1 0,1 0,0-1,0 1,0 0,-1-1,1 1,0-1,-1 1,1-1,0 1,-1-1,1 0,-1 1,1-1,-1 0,1 1,-1-1,1 0,-1 1,0-1,1 0,-1 0,0 0,0 1,1-1,-1 0,0 0,0 0,0 0,0 1,0-1,0 0,-1 0,1 0,0 0,0 1,0-1,-1 0,1 0,0 1,-1-1,1 0,-1 0,1 1,-1-1,1 0,-1 1,0-1,1 1,-1-1,1 1,-2-1,-44-15,30 14,0 0,0 0,0 2,0 0,-1 1,1 0,0 1,1 1,-1 1,0 0,1 1,0 1,0 0,0 1,1 0,0 1,1 1,0 1,-10 8,21-17,1 0,-1 1,0-1,1 1,-1-1,1 1,-1 0,1 0,0 0,0 0,0 0,0 0,0 0,0 0,0 0,1 0,-1 0,1 1,-1-1,1 0,0 0,0 1,0-1,0 0,1 0,-1 1,1-1,-1 0,1 0,0 0,-1 0,1 0,0 0,1 0,-1 0,0 0,0 0,1 0,-1-1,1 1,0-1,-1 1,1-1,0 1,0-1,11 3,0 0,0 0,0-2,0 1,1-2,-1 0,1 0,-1-1,1-1,-1 0,0-1,1-1,-1 0,0 0,-1-1,11-5,-14 6,-1 0,1-1,-1 0,0 0,0 0,0-1,0 0,-1-1,0 0,0 0,0-1,-1 1,0-1,-1-1,1 1,-1-1,-1 0,1 0,-1 0,-1-1,0 0,2-4,-6 17,0 1,1 0,0 0,0-1,0 1,1 0,0-1,0 1,0-1,0 1,1-1,-1 1,1-1,0 0,1 0,-1 1,1-2,-1 1,1 0,0-1,1 1,-1-1,1 0,-1 0,2 1,3 1,1 0,-1 0,1-1,0 0,0-1,0 1,1-2,-1 1,1-2,-1 1,1-1,0-1,2 1,0 0,0-2,0 0,-1 0,1-1,0 0,0-1,-1 0,0-1,1 0,-2-1,1-1,0 1,-1-2,0 1,-1-1,1-1,-1 0,-1 0,1-1,-1 0,-1 0,0-1,5-8,78-174,-86 183,19-33,-2-2,-2 0,-1-1,-3-1,-2-1,-2 0,-2 0,1-18,-10 61,1 0,-1-1,0 1,0 0,0 0,0 0,-1 0,1 0,-1 0,0 0,-1 0,1 0,-1 0,1 0,-1 1,0-1,0 0,-1 1,1 0,-1 0,0 0,0 0,0 0,0 0,0 1,-1-1,1 1,-1 0,1 0,-1 0,-3 0,-3 1,0 2,1 0,-1 0,0 0,0 1,1 1,0 0,-1 0,1 1,0 0,0 0,1 1,0 0,-1 1,2 0,-1 0,1 1,0-1,0 2,1-1,-1 1,2 0,-3 4,-5 9,1 0,0 1,2 1,1-1,0 2,2-1,1 1,1 0,1 0,1 1,1-1,1 1,1 0,1-1,1 1,2-1,0 0,1 0,2 0,0-1,2 1,1-2,0 1,2-2,0 1,1-2,2 0,5 7,-9-17,0 1,1-1,0-1,0 0,1-1,0 0,1-1,0 0,0-2,0 1,1-2,0 1,-1-2,1 0,1-1,4-1,35 2</inkml:trace>
  <inkml:trace contextRef="#ctx0" brushRef="#br0" timeOffset="30754.305">7970 5012,'-11'0,"1"0,-1 1,0 0,1 1,0 0,-1 1,1 0,0 0,0 1,0 1,1 0,0 0,0 0,0 1,0 1,1-1,0 1,0 1,1 0,0 0,1 0,-1 1,2-1,-1 2,1-1,-2 5,6-11,1 1,-1 0,0 0,1-1,0 1,0 0,0 0,0-1,1 1,-1 0,1 0,0-1,0 1,0-1,1 1,-1-1,1 1,0-1,0 0,0 0,0 0,1 0,-1 0,1 0,0-1,-1 1,1-1,1 0,-1 0,0 0,0 0,1 0,-1-1,1 0,3 1,10 5,1-2,1 0,-1-2,1 0,-1-1,15 0,-6-1,1-1,0-1,0-1,0-2,-1-1,0-1,0-1,0-2,-1-1,0 0,-1-2,0-1,-1-1,1-2,-20 13,0-1,0 1,0-1,-1 0,0-1,1 1,-1-1,-1 0,1 0,-1 0,1-1,-2 1,1-1,-1 1,1-1,-2 0,1 0,-1 0,1-3,-2 9,0 0,0-1,1 1,-1 0,0-1,0 1,0 0,0-1,0 1,0-1,0 1,0 0,0-1,0 1,0-1,0 1,0 0,0-1,0 1,0-1,-1 1,1 0,0-1,0 1,0 0,-1-1,1 1,0 0,0 0,-1-1,1 1,0 0,-1-1,1 1,0 0,-1 0,1 0,0 0,-1-1,1 1,0 0,-1 0,1 0,-1 0,1 0,0 0,-1 0,1 0,-1 0,1 0,0 0,-1 0,1 0,-1 0,1 0,0 0,-1 1,1-1,0 0,-1 0,1 0,0 1,-1-1,1 0,0 0,-1 1,1-1,0 0,0 1,-17 25,14-17,0 0,0 1,1-1,0 1,0 0,1-1,1 1,0 0,0 0,1 0,0-1,0 1,1 0,1-1,-1 1,2-1,-2-5,0-1,1 0,0 0,0 0,0 0,0 0,0 0,0-1,1 0,-1 0,1 0,0 0,-1 0,1-1,0 1,0-1,0 0,0 0,0-1,0 1,0-1,1 0,-1 0,0 0,0-1,1 0,7 0,1-1,-1-1,1 0,-1-1,-1 0,1-1,0-1,-1 0,6-4,0-2,-1 0,0 0,-1-2,0 0,-1 0,-1-2,0 1,-2-2,1 0,-2 0,1-3,-4-1,-7 21,0 0,0 0,0 0,-1 0,1 0,0 0,0 0,0 0,0 0,-1-1,1 1,0 0,0 0,0 0,0 0,0 0,0 0,-1 0,1-1,0 1,0 0,0 0,0 0,0 0,0 0,0-1,0 1,0 0,0 0,0 0,0 0,-1-1,1 1,0 0,0 0,0 0,0 0,1-1,-5 5,1 1,0-1,0 1,0-1,1 1,0 0,0 0,0 0,0 0,1 0,0 0,0 1,0-1,1 0,-1 1,1-1,1 0,-1 1,1-1,0 0,0 0,0 0,1 1,0-1,0 0,0-1,1 1,-1 0,1-1,0 1,1-1,-1 0,9 3,0-1,0 0,0-1,1 0,-1-1,1 0,0-1,0-1,1 0,-1 0,0-2,1 1,-1-2,0 0,1 0,10-4,15 0,0-2,-1-2,0-2,0-1,-1-1,-1-3,30-17,-46 22,-2 0,1-2,-1 0,-1-1,-1-1,0 0,-1-1,0-1,-1 0,-1-1,-1 0,-1-1,0-1,5-16,-7 15,-2-1,0 0,-1-1,-2 0,0 1,-2-1,0 0,-1-1,-2 1,0 0,-2 0,0 0,-1 1,-6-17,9 36,1 0,-1 0,0 1,0-1,0 0,0 1,-1-1,1 1,-1-1,1 1,-1 0,0 0,0 0,0 0,0 0,0 0,0 0,-1 1,1-1,-1 1,1-1,-1 1,1 0,-1 0,0 0,1 1,-1-1,0 1,0-1,0 1,0 0,1 0,-1 0,0 0,0 1,0-1,-4 5,0-1,1 1,0 0,0 1,0-1,1 1,0 0,0 1,0-1,1 1,0 0,0 0,1 0,0 1,0-1,0 1,1 3,-8 15,1 1,2 0,0 0,2 1,1 0,2 0,0 0,2 0,1 0,1 0,2 0,0-1,2 1,4 9,-7-28,1 0,0 0,0-1,0 1,1-1,0 0,1-1,0 1,0-1,1 0,0-1,0 0,0 0,1 0,0-1,0 0,0 0,0-1,1 0,0-1,0 0,0 0,0-1,0 0,1-1,-1 0,1 0,-1-1,1 0,-1 0,2-2,1 1,-1-1,0 0,1-1,-1 0,0-1,-1 0,1 0,-1-1,1-1,-2 0,1 0,-1-1,0 0,0-1,-1 0,0 0,0-1,-1 0,0 0,0-1,-1 0,-1 0,0 0,0-1,-1 0,0 1,-1-2,0 1,-1 0,0-4,-1 13,-1 0,0 0,1 1,-1-1,0 0,0 0,0 1,-1-1,1 0,0 1,-1-1,1 0,-1 0,0 1,1-1,-1 1,0-1,0 1,0-1,0 1,0 0,0-1,0 1,-1 0,1 0,0 0,-1 0,1 0,-1 0,1 0,-1 0,1 0,-1 1,0-1,1 1,-1-1,0 1,0 0,1 0,-1 0,0 0,0 0,1 0,-1 0,0 0,1 1,-1-1,0 1,0-1,1 1,-2 0,-4 3,0 0,-1 1,2-1,-1 1,1 1,-1-1,1 1,1 0,-1 1,1-1,0 1,1 0,0 1,0-1,0 1,1-1,0 1,1 0,-1 0,2 0,-1 1,1-1,0 0,1 1,0-1,0 0,1 6,1-10,0 1,0-1,0 1,1-1,-1 0,1 1,0-1,0-1,1 1,-1 0,1-1,0 0,0 0,0 0,0 0,0 0,0-1,1 0,0 0,2 1,101 21,-59-20,-1-3,1-1,0-2,-1-3,0-2,0-1,0-3,-1-2,39-17,-75 27,0-1,0-1,-1 0,0 0,0-1,0 0,-1-1,1 0,-2 0,1-1,5-6,-14 13,1 0,0 0,0 0,0 0,-1 0,1 0,0-1,-1 1,1 0,-1 0,1 0,-1-1,0 1,1 0,-1-1,0 1,0 0,0 0,0-1,0 1,0 0,-1-1,1 1,0 0,-1 0,1-1,-1 1,1 0,-1 0,1 0,-1-1,0 1,0 0,0 0,1 0,-1 0,0 1,0-1,0 0,0 0,-1 0,1 1,0-1,0 1,0-1,0 1,-1-1,-62-12,57 12,1 1,-1 0,0 0,0 1,0-1,1 1,-1 1,0 0,1-1,-1 2,1-1,0 1,0 0,0 0,0 1,0 0,1 0,0 0,0 1,0-1,0 1,1 0,-1 1,1-1,1 1,-1 0,1 0,0 0,0 0,1 0,0 1,0-1,0 1,1 1,0-5,1 1,0-1,0 1,1 0,-1-1,1 1,0-1,-1 1,2-1,-1 1,0-1,1 0,-1 0,1 1,0-1,0 0,0 0,1-1,-1 1,1 0,-1-1,1 0,0 1,0-1,0 0,0-1,0 1,0 0,1-1,-1 0,1 0,2 1,5 1,0 0,0-1,1-1,-1 1,1-2,0 0,-1 0,1-1,8-2,-12 2,-1 0,1-1,0 0,-1 0,0-1,1 0,-1 0,-1-1,1 0,0 0,-1-1,0 1,0-1,0-1,-1 1,1-1,-1 0,-1 0,2-3,-6 9,0 0,-1 0,1 0,-1 0,1 0,0 0,-1 0,1 0,-1 0,1 0,0 0,-1 0,1 0,0-1,-1 1,1 0,-1 0,1 0,0-1,-1 1,1 0,0 0,0-1,-1 1,1 0,0-1,-1 1,1 0,0-1,0 1,0 0,0-1,-1 1,1 0,0-1,0 1,0-1,0 1,0 0,0-1,0 1,0-1,0 1,0 0,0-1,0 1,0-1,0 1,0 0,1-1,-1 1,0-1,0 1,0 0,1-1,-1 1,0 0,0 0,1-1,-1 1,0 0,1-1,-1 1,0 0,1 0,-1 0,0-1,1 1,-4 5,0 0,0 0,0 0,1 0,0 1,0-1,1 0,-1 1,1 0,0-1,1 1,-1 0,1-1,0 1,0 0,1 0,0-1,0 1,0 0,1-1,1 4,0-4,0 0,0 0,0 0,1-1,-1 1,1-1,0 0,1 0,-1-1,1 1,-1-1,1 0,0 0,0 0,1-1,-1 0,0 0,1 0,-1-1,1 0,0 0,-1 0,1 0,0-1,-1 0,1 0,0-1,0 0,-1 0,1 0,-1-1,1 1,-1-1,0-1,1 1,-1-1,0 0,-1 0,1 0,0-1,-1 1,0-1,2-2,2-5,-1 0,-1 0,0-1,0 0,-1 0,-1 0,0-1,-1 0,0 0,1-7,-2 4,2 1,0-1,1 1,0 0,1 1,7-13,-11 25,-1-1,0 1,1 0,-1 0,1 0,0 0,-1 0,1 0,0 1,0-1,1 1,-1-1,0 1,0 0,1 0,-1 0,0 0,1 0,-1 0,1 1,-1-1,1 1,0-1,-1 1,1 0,-1 0,1 1,0-1,-1 0,1 1,-1 0,1-1,-1 1,1 0,-1 0,0 0,1 1,0 0,9 8,0 1,0 1,-1 0,0 0,-1 1,-1 0,0 1,-1 0,0 1,-1-1,-1 2,0-1,-1 0,-1 1,0 0,-2 0,1 0,-1 8,4 47,-4 0,-2 0,-4 13,0 93,4-160,1 0,1 0,0 0,1 0,1-1,5 13,-8-24,1-1,0 1,0-1,0 1,1-1,-1 0,1 0,0 0,0 0,1-1,-1 1,1-1,0 0,0 0,0 0,0-1,0 1,0-1,1 0,-1 0,1 0,0-1,0 0,-1 0,3 0,-3 0,0-1,0 0,0 0,0-1,0 1,0-1,-1 0,1 1,0-2,0 1,0 0,-1-1,1 0,-1 0,0 0,1 0,-1-1,0 1,0-1,0 0,0 1,-1-1,1-1,-1 1,0 0,0-1,0 1,0-1,-1 1,1-1,-1 0,4-11,-1 1,0-1,-1 0,-1 0,0 0,-1 0,-1-11,-2-17,-3-1,-2 1,-1 1,-3-1,-1 2,-2-1,-2 2,-1 0,-7-7,13 24,-2 0,0 1,-1 0,-1 1,-1 1,-1 1,-1 0,0 1,-1 1,-1 1,-5-3,16 15,17 8,22 6,0 0,0-3,1 0,-1-2,2-1,-1-2,15-1,23-1,0-3,44-8,-112 11,0 0,0 0,0 0,-1 0,1 1,0-1,0 0,-1 0,1 1,0-1,0 0,-1 1,1-1,0 0,-1 1,1-1,-1 1,1-1,-1 1,1 0,-1-1,1 1,-1-1,1 1,-1 0,1 0,-1-1,0 1,0 0,1-1,-1 1,0 0,0 0,0 0,0-1,0 1,0 0,0 0,0-1,0 1,0 0,0 0,-1-1,1 1,0 0,0 0,-1-1,1 1,-1 0,1-1,0 1,-1 0,1-1,-1 1,0-1,1 1,-1 0,-3 15,4-14,0 0,0 0,0 0,0 0,1 0,-1 0,1 0,0 0,0 0,0 0,0 0,0 0,0 0,0-1,0 1,1 0,-1-1,1 1,-1-1,1 1,-1-1,1 0,0 0,0 0,0 0,0 0,0 0,0 0,0-1,0 1,0-1,0 1,0-1,2 1,0 0,0 0,0-1,-1 0,1 0,0 0,0 0,0 0,0-1,0 1,-1-1,1 0,0-1,-1 1,1 0,-1-1,1 0,1-1,-2-1,0-1,0 0,0 1,-1-1,1 0,-1 0,0-1,-1 1,1 0,-1-1,0 1,-1 0,1-1,-1 1,0-1,0 1,-1-1,0 1,0-1,0 1,0 0,-1-1,0 1,0 0,-1 0,1 0,-1 1,0-1,0 0,0 1,-1 0,0 0,0 0,0 0,0 1,0 0,-1-1,0 2,1-1,-1 0,-4 0,5 2,0 0,-1 1,1-1,0 1,-1 0,1 1,0-1,0 1,0 0,-1 0,1 0,0 0,0 1,0 0,1 0,-1 0,0 0,1 0,-1 1,1-1,0 1,0 0,0 0,0 1,0-1,1 0,-1 2,-3 3,0 1,1-1,0 1,1 0,0 1,0-1,1 1,0-1,1 1,0 0,0 2,1-8,1 1,0-1,0 1,1-1,-1 1,1-1,0 0,0 1,0-1,1 0,0 0,-1 0,2 0,-1 0,0 0,1-1,-1 1,1-1,0 1,0-1,1 0,-1 0,0 0,1-1,0 1,0-1,0 0,0 0,0 0,0-1,0 0,0 1,1-1,-1-1,1 1,-1-1,5 1,32-4,-2-4</inkml:trace>
  <inkml:trace contextRef="#ctx0" brushRef="#br0" timeOffset="31005.636">11806 4718,'-21'-7,"-12"-2,-7 3,0 9,4 8,9 10,8 8,12 5,17 5,6-5</inkml:trace>
  <inkml:trace contextRef="#ctx0" brushRef="#br0" timeOffset="31252.976">12020 5213,'16'12,"12"7,10 4,8-1,6-3,4-5,7-8,9-11,5-11,6-13,-11-1</inkml:trace>
  <inkml:trace contextRef="#ctx0" brushRef="#br0" timeOffset="31421.737">13130 4398,'-6'2,"0"1,0 0,0 0,0 1,1 0,0 0,0 0,0 0,0 1,0 0,1 0,0 0,0 1,1-1,-1 1,1 0,1 0,-2 3,-29 115,25-51,4 0,3 1,3-1,3 1,10 44,-12-100,-2-2,1 0,1 1,0-2,1 1,1 0,0-1,1 0,7 13,-13-27,1 0,-1 0,1 0,-1 0,1 0,-1 0,1-1,0 1,0 0,-1 0,1-1,0 1,0 0,0-1,0 1,-1 0,1-1,0 0,0 1,0-1,0 1,0-1,0 0,1 0,-1 0,0 1,0-1,0 0,0 0,0-1,0 1,0 0,0 0,0 0,0-1,0 1,0 0,0-1,0 1,0-1,0 0,0 1,0-1,0 0,10-11</inkml:trace>
  <inkml:trace contextRef="#ctx0" brushRef="#br0" timeOffset="32184.894">12769 4798,'-13'0,"-41"8,54-7,0 0,-1-1,1 1,0-1,0 1,0-1,0 1,0 0,0-1,0 1,0 0,0-1,1 1,-1-1,0 1,0-1,0 1,1-1,-1 1,0 0,1-1,-1 1,0-1,1 0,-1 1,0-1,1 1,-1-1,1 0,-1 1,1-1,-1 0,1 1,0-1,-1 0,1 0,-1 1,1-1,-1 0,1 0,0 0,-1 0,1 0,-1 0,1 0,30 11,0-2,0 0,1-3,20 3,4 0,-48-7,31 4,1 2,-2 1,1 3,-1 1,-1 1,1 3,-32-14,-1 1,0-1,1 1,-2 0,1 0,0 0,-1 0,0 1,0 0,0 0,-1 0,1 0,-1 1,-1-1,1 1,-1 0,0 0,0 0,0 0,-1 0,0 0,0 0,-1 0,0 0,0 1,0-1,-1 0,-1 4,-4 30,-2 50,8-87,1 1,-1-1,1 0,0 0,0 1,0-1,1 0,-1 0,1 0,-1 0,1-1,0 1,0 0,0-1,1 1,-1-1,0 0,1 0,0 0,-1 0,1 0,0 0,0-1,0 1,1-1,0 1,1 0,0 0,0 0,0-1,0 0,0 0,0 0,0 0,0-1,0 0,1 0,-1 0,0-1,0 0,0 0,0 0,0 0,0-1,0 0,-1 0,1 0,0-1,-1 1,0-1,0 0,0 0,0-1,0 1,0-1,-1 0,0 0,0 0,0-1,2-3,-3 2,0-1,0 1,-1-1,0 0,0 0,0 1,-1-1,0 0,0 0,-1 0,0 1,0-1,-1 0,0 1,0-1,0 1,-1-1,0 1,0 0,0 0,-1 1,0-1,0 1,-1 0,1 0,-1 0,0 0,-6-3,9 7,0 0,0 0,0 0,0 0,0 1,-1-1,1 1,0-1,0 1,0 0,-1 0,1 0,0 0,0 0,0 0,-1 1,1-1,0 1,0 0,0-1,0 1,0 0,0 0,0 0,0 1,0-1,1 0,-1 1,0-1,1 1,-1-1,1 1,-1 0,1 0,0 0,0 0,0 0,-1 1,0 2,0 0,0 1,0-1,0 0,1 1,0-1,0 1,0-1,1 1,0-1,0 1,0 0,1-1,0 1,0 0,5 5,0-1,0 0,1-1,0 0,0 0,1 0,1-1,-1 0,1-1,0 0,1 0,0-1,0 0,0-1,1 0,0-1,0 0,0 0,0-1,0-1,1 0,8 0,1 2,1-1,0-1,0-1,0-1,0-1,0-1,0-1,0-1,9-3,-19 4,-1-1,1 0,-1 0,0-2,-1 1,1-1,-1-1,0 0,-1 0,0-1,0 0,0-1,-1 1,-1-2,1 1,-2-1,1 0,-1-2,6-17,-3 0,0-1,-2 0,-1 0,-1-1,-2 0,-1 1,-1-1,-2-10,2-46,-4-1,-3 1,-7-19,-17 3,30 101,-1 1,1 0,-1-1,1 1,-1 0,0-1,1 1,-1 0,0 0,0 0,0 0,0 0,0 0,0 0,0 0,0 0,-1 0,1 1,0-1,0 0,-1 1,1-1,0 1,-1-1,1 1,-1 0,1 0,0 0,-1 0,1-1,-1 2,1-1,-1 0,1 0,0 0,-1 1,1-1,0 1,-1-1,1 1,0-1,-1 1,1 0,0 0,0 0,0-1,0 1,0 0,0 0,0 1,0-1,0 0,0 0,1 0,-1 1,0 0,-10 19,0 1,2 0,1 1,0 0,2 1,0 0,2 0,1 0,0 16,2-37,-4 41,2 0,2 1,1-1,3 0,2 4,-3-28,2 0,1 0,0 0,1-1,2 0,0 0,0-1,2 0,0 0,1-1,1 0,4 2,-10-12,0 1,1-1,-1-1,2 0,-1 0,1 0,0-1,0 0,0 0,1-1,0 0,-1 0,1-1,1-1,-1 1,0-2,1 1,-1-1,1 0,-1-1,1 0,-1-1,1 0,-1-1,1 1,-1-2,0 1,0-1,0-1,0 0,-1 0,1-1,6-4,-4-1,0-1,0 0,-2 0,1-1,-1 0,-1-1,0 0,-1 0,0-1,-1 0,-1 0,1-3,-24 117,17-95,0 0,0 0,1 0,-1 0,1 0,0 0,0 0,1-1,0 1,0 0,0 0,0 0,1 0,-1-1,1 1,1-1,-1 1,0-1,1 0,0 0,0 0,0 0,1-1,-1 1,1-1,0 0,0 0,0 0,0-1,1 1,-1-1,1 0,-1 0,1-1,0 1,-1-1,3 0,24-1,-2-4</inkml:trace>
  <inkml:trace contextRef="#ctx0" brushRef="#br0" timeOffset="32429.241">14507 4946,'-14'0,"-11"-3,-8-2,-8-3,-5-3,-5-1,-5-3,7 0</inkml:trace>
  <inkml:trace contextRef="#ctx0" brushRef="#br0" timeOffset="32584.823">13705 4665,'16'-7,"21"-5,22 1,22-1,22 1,21 4,14 2,-16 2</inkml:trace>
  <inkml:trace contextRef="#ctx0" brushRef="#br0" timeOffset="34271.668">15924 4838,'23'107,"31"100,-35-172,-18-35,0 1,-1-1,1 1,0-1,0 0,0 1,-1-1,1 0,0 1,0-1,0 0,0 0,0 0,0 0,0 0,-1 0,1 0,0 0,0 0,0 0,0 0,0-1,0 1,-1 0,1-1,0 1,0 0,0-1,-1 1,1-1,0 0,-1 1,1-1,0 1,-1-1,1 0,-1 0,1 1,-1-1,1 0,12-17,-1 0,-1-1,0 0,-1-1,-1 0,-1-1,-1-2,-3 14,25-104,-30 124,0 0,1 1,0-1,0 0,2 0,-1 0,1 0,1-1,0 1,0 0,1-1,1 0,0 0,-2-6,0 0,1 0,0-1,0 1,0-1,0 0,1 0,-1-1,1 1,-1-1,1 0,0 0,0-1,0 0,0 1,0-2,0 1,1 0,-1-1,0 0,0 0,0-1,4 0,4-1,-1 0,1-1,-1 0,0-1,0 0,0-1,0-1,-1 0,2-1,-9 5,-1 0,1 1,-1-1,0-1,1 1,-1 0,0-1,0 1,-1-1,1 0,-1 0,1 0,-1 0,0-1,0 1,0-1,-1 1,1-1,-1 1,0-1,0 0,0 0,0 0,-1 0,0 4,0-1,0 0,0 1,0-1,-1 1,1-1,0 1,0-1,-1 1,1-1,0 1,-1-1,1 1,-1-1,1 1,-1-1,1 1,-1 0,1-1,-1 1,1 0,-1 0,1-1,-1 1,1 0,-1 0,0 0,1 0,-1-1,1 1,-1 0,0 0,1 0,-1 0,1 0,-1 1,0-1,1 0,-1 0,1 0,-1 0,0 1,-16-4,14 32,2-19,2 0,-1 0,1 0,1 0,0 0,0-1,1 1,0-1,1 1,0-1,0 0,1-1,0 1,1-1,0 0,0 0,1 0,-1-1,2 0,-1-1,1 1,0-1,0-1,1 0,0 0,0-1,0 1,8 1,-6-3,0 0,0-1,0 0,0-1,1 0,-1-1,1 0,0-1,-9 1,1-1,0 1,-1-1,1 0,-1 0,1 0,-1-1,1 1,-1-1,0 0,0 0,0 0,0 0,0-1,0 1,0-1,-1 0,0 1,1-1,-1 0,0-1,0 1,-1 0,1-1,1-2,51-141,-31 97,-17 73,-8-12,2 1,-1-1,1 0,1 0,0 0,1 0,0 0,1 0,0 0,0-1,1 0,1 1,0-1,0-1,1 1,0-1,0 0,2 1,-6-9,0 1,0-1,0 0,0 1,0-1,0 0,0 0,1-1,-1 1,0 0,1-1,-1 1,0-1,1 0,-1 0,1 0,-1 0,0 0,1-1,-1 1,0-1,1 1,-1-1,0 0,0 0,1 0,15-11</inkml:trace>
  <inkml:trace contextRef="#ctx0" brushRef="#br0" timeOffset="35160.598">16752 4665,'7'7,"0"0,0 0,1-1,0 0,0 0,0-1,1 0,0-1,0 0,0 0,0 0,1-2,-1 1,7 0,-5 0,252 76,-257-77,0 0,0 1,0 0,-1 0,1 0,-1 0,0 1,0 0,0 0,-1 0,0 1,1 0,-1 0,-1 0,1 0,-1 0,0 1,0-1,0 1,-1 0,0 0,0 0,0 3,-3 140,3-146,1 1,0 0,-1-1,1 0,0 0,1 0,-1 0,1 0,-1 0,1-1,0 0,0 0,0 0,0 0,0-1,0 1,0-1,1 0,-1 0,0-1,1 1,-1-1,1 0,-1 0,0-1,1 1,-1-1,0 0,1 0,-1 0,4 0,1 0,-1-1,0 0,0 0,-1-1,1 0,0 0,-1-1,0 0,0 0,0-1,0 0,-1 0,0-1,0 1,0-1,-1 0,0-1,0 0,0 1,-1-2,0 1,0 0,-1-1,0 1,1-8,-6 63,4-41,0 0,1-1,0 1,0-1,0 0,1 0,0 0,0 0,0-1,1 1,0-1,0-1,0 1,0-1,1 1,0-1,0-1,0 1,0-1,7 2,5 2,1 0,0-1,0-2,0 0,0 0,20 0,-22-3,1 0,-1-1,1 0,-1-2,1 0,-1 0,0-2,0 0,0-2,-1 1,0-2,0 0,0-1,-1-1,0 0,0-1,-1 0,-1-1,0-1,0 0,-1-1,-1-1,4-5,3-18,-2 0,-2-1,-1 0,-2-1,-2 0,-1-1,-3 0,-1 0,-1-38,-2 67,0-1,6-61,-4 0,-3 0,-6-39,6 108,0 2,0-1,0 1,0 0,0 0,0 0,-1-1,1 1,-1 0,1 0,-1 0,0 0,0 0,0 0,0 0,0 0,0 0,0 1,-1-1,1 0,-1 1,1-1,-1 1,0-1,0 1,0 2,-1 1,1-1,-1 1,1-1,0 1,-1 0,1 0,0 0,0 0,0 0,1 1,-1-1,0 1,1-1,0 1,-1-1,1 1,0 0,0 1,-1 1,-14 31,2 0,2 1,1 1,2 0,1 1,2 0,2 0,1 38,3-53,2 0,0 0,2 0,0 0,2 0,0-1,2 0,0 0,2-1,10 18,-12-27,0 1,1-1,1-1,0 0,1 0,0-1,1 0,0-1,0-1,1 1,0-2,1 0,0-1,0 0,1-1,0-1,0 0,-9-2,0-1,1 0,-1-1,1 1,-1-1,1 0,-1-1,1 0,-1 0,1 0,0-1,-1 0,1 0,-1-1,0 1,1-1,-1-1,0 1,0-1,0 0,-1-1,1 1,-1-1,1 0,-1 0,-1-1,1 0,-1 0,4-4,-4 1,-1 0,1 0,-1 0,-1-1,0 1,0-1,0 1,-1-1,-1 0,1 0,-2 1,1-1,-1 0,0 0,-1 1,0-1,-1-2,3 10,0 1,0-1,0 0,0 0,0 0,-1 1,1-1,0 0,0 0,-1 0,1 1,0-1,-1 0,1 1,-1-1,1 0,-1 1,1-1,-1 0,0 1,1-1,-1 1,0-1,1 1,-1 0,0-1,0 1,1 0,-1-1,0 1,0 0,0 0,1 0,-1 0,0 0,0 0,0 0,0 0,1 0,-1 0,0 0,0 0,0 0,1 1,-1-1,0 0,0 1,1-1,-1 1,0-1,0 0,1 1,-1 0,1-1,-1 1,0-1,1 1,-1 0,1-1,0 1,-1 0,-23 48,20-41,2 0,-1 0,1 1,1-1,-1 1,1-1,1 1,0-1,0 1,0 0,1-1,1 1,-1-1,2 1,-1-1,1 0,0 0,0 0,1 0,0-1,1 1,0-1,0 0,0 0,1-1,0 0,0 0,1 0,1 1,0-2,1-1,-1 1,0-2,1 1,0-1,0 0,0-1,0 0,0 0,0-1,1 0,6-1,15-3</inkml:trace>
  <inkml:trace contextRef="#ctx0" brushRef="#br0" timeOffset="35405.952">18130 4504,'27'2,"30"4,30 4,22 8,14 6,-14-2</inkml:trace>
  <inkml:trace contextRef="#ctx0" brushRef="#br0" timeOffset="36453.288">18892 5079,'6'-4,"1"0,-1-1,1 1,-1-1,-1-1,1 1,-1-1,0 0,0 0,-1-1,1 1,-2-1,1 0,-1 0,0 0,0-1,-1 1,0-1,0-2,2-8,-1 0,-1 0,-1 0,-1 0,0 0,-1 0,-3-14,3 25,1 1,-1 0,0 0,-1-1,1 1,-1 0,0 0,-1 0,1 1,-1-1,0 1,-1-1,1 1,-1 0,0 0,-1 1,-1-3,6 7,0 0,0 0,0 0,0 1,1-1,-1 0,0 0,0 0,0 1,0-1,0 0,0 0,0 0,0 1,1-1,-1 0,0 0,0 0,0 1,0-1,0 0,0 0,0 0,0 1,0-1,0 0,0 0,0 1,-1-1,1 0,0 0,0 0,0 1,0-1,0 0,0 0,0 0,-1 0,1 1,0-1,0 0,0 0,0 0,-1 0,1 0,0 0,0 1,0-1,-1 0,1 0,0 0,0 0,0 0,-1 0,1 0,0 0,8 8,1 1,0-2,1 0,0 0,0 0,0-1,1-1,0 0,0 0,0-1,9 2,234 74,-250-79,0 1,0 0,0 0,-1 0,1 1,-1 0,0-1,1 1,-1 0,0 0,-1 1,1-1,-1 1,1-1,-1 1,0 0,0 0,-1 0,1 0,-1 0,0 0,0 0,0 0,-1 1,1-1,-1 0,0 1,0-1,-1 1,1 11,-1-13,0 0,0 1,0-1,1 0,0 1,-1-1,1 0,0 1,1-1,-1 0,1 0,-1 1,1-1,0 0,0 0,1 0,-1 0,0 0,1 0,0 0,0 0,0 0,0-1,0 1,1-1,-1 0,1 0,-1 1,1-2,0 1,0 0,0 0,0-1,2 1,2-1,-1 0,1-1,-1 0,0 0,1 0,-1-1,0 0,1 0,-1-1,0 0,0 0,0 0,0-1,-1 0,1 0,-1 0,1-1,-1 0,0 0,-1 0,1 0,-1-1,1 0,-1 0,-1 0,1 0,-1-1,0 1,0-1,-1 0,1 0,-1 0,-1 0,1 0,-1-1,1-5,3-55,-12 84,0 89,7-103,1 0,-1 1,1-1,0 0,0 0,0 0,1 0,-1 0,1 0,-1 0,1 0,0-1,0 1,0 0,0-1,1 0,-1 0,1 0,-1 0,1 0,0 0,0 0,0-1,0 0,0 1,0-1,0 0,0 0,1-1,1 1,5 0,0-1,1 0,-1-1,0 0,0 0,1-1,-1-1,-1 0,1 0,0 0,-1-2,1 1,-1-1,-1 0,1-1,-1 0,0 0,0-1,0 0,-1-1,0 1,-1-1,0-1,0 1,-1-1,0 0,0 0,-1 0,0-1,-1 0,0 0,0 0,-1-1,-6-20,4 31,0-1,0 1,0-1,0 1,0-1,0 1,-1 0,1-1,0 1,0-1,0 1,0 0,-1-1,1 1,0 0,0-1,-1 1,1 0,0-1,-1 1,1 0,0-1,-1 1,1 0,0 0,-1 0,1-1,0 1,-1 0,1 0,-1 0,1 0,-1 0,1 0,0 0,-1 0,1 0,-1 0,1 0,-1 0,1 0,0 0,-1 0,1 0,-1 0,1 0,0 1,-1-1,1 0,0 0,-1 1,1-1,0 0,-1 0,1 1,0-1,-1 0,1 1,0-1,0 0,-1 1,1-1,0 0,0 1,0-1,0 1,-3 3,1 1,0 0,0-1,1 1,0 0,-1 0,2 0,-1 0,0 0,1 0,0 0,1 1,-1-1,1 0,0 0,0 0,0 0,0-1,1 1,0 0,0 0,1-1,-1 1,1-1,0 0,0 0,0 0,1 0,-1-1,1 1,0-1,0 0,3 2,9 3,1 0,-1-1,2-1,-1 0,1-1,0-1,0-1,0 0,0-2,0 0,0-1,1 0,6-3,-9 2,0 0,0-2,-1 0,1 0,-1-2,0 0,0 0,7-5,-17 7,1 0,-1 0,0 0,0 0,-1-1,1 0,-1 0,0-1,1 1,-2-1,1 0,-1 1,0-2,0 1,0 0,0-1,-1 1,0-1,0 0,-1 0,0 1,0-1,0-5,-1 12,0-1,-1 0,1 0,0 0,-1 0,1 0,0 1,-1-1,1 0,0 0,-1 0,1 0,0 0,-1 0,1 0,0 0,-1 0,1 0,0 0,-1 0,1 0,0-1,-1 1,1 0,0 0,-1 0,1 0,0-1,-1 1,1 0,0 0,0 0,-1-1,1 1,0 0,0-1,0 1,-1 0,1 0,0-1,0 1,0 0,0-1,0 1,-1 0,1-1,0 1,0-1,0 1,0 0,0-1,0 1,0 0,0-1,0 1,1 0,-1-1,0 1,0 0,0-1,0 1,0 0,1-1,-1 1,0 0,0 0,0-1,1 1,-1 0,0-1,-16 24,14-19,0-1,0 1,0-1,1 1,-1 0,1 0,0-1,0 1,1 0,-1 0,1 0,0 0,0 0,0 0,0 0,1 0,-1 0,1 0,0 0,1-1,-1 1,0 0,1-1,0 1,0-1,0 1,0-1,1 0,-1 0,1 0,0 0,0 0,0-1,0 1,0-1,1 0,1 1,3-1,0 0,-1 0,1-1,0 0,0 0,0-1,1 0,-1-1,0 1,0-2,-1 1,1-1,0 0,0-1,-1 1,1-2,-1 1,0-1,0 0,0 0,-1-1,2-1,3-3,0 0,0 0,-1-1,-1-1,1 0,-2 0,0 0,0-1,-1 0,0-1,-1 0,1-3,-5 3,-11 25,6-6,0 0,0 0,1 0,0 0,0 1,0-1,1 0,-1 1,2-1,-1 1,1 0,0-1,0 1,1-1,0 1,0-1,0 1,1-1,0 1,0-1,1 0,0 0,0 0,0-1,0 1,1-1,0 1,1-1,-1 0,1-1,0 1,0-1,0 0,0 0,1-1,3 2,0 0,0-1,1-1,0 0,-1 0,1-1,0 0,0 0,0-1,0-1,0 0,3 0,25-5</inkml:trace>
  <inkml:trace contextRef="#ctx0" brushRef="#br0" timeOffset="37135.066">20697 4424,'4'11,"2"0,0 0,0-1,1 0,0 0,0-1,1 0,1 0,-1-1,1 0,1 0,5 2,10 12,1 1,-6-8,0 0,-2 2,0 0,-1 1,0 1,-2 0,0 1,-1 1,-2 0,0 1,-1 0,3 12,-7-6,-7-23,1 0,-1 0,1 0,0 0,0 0,1 0,-1-1,1 1,0 0,0-1,1 1,-1-1,1 0,0 0,0 0,1 0,-1-1,1 1,0-1,0 0,0 0,0 0,0 0,0-1,4 2,-2-4,0 1,-1-1,1 0,0 0,-1 0,1-1,0 0,-1 0,1-1,-1 1,1-1,-1-1,0 1,0-1,0 1,0-1,0-1,-1 1,1-1,-1 0,0 0,0 0,-1 0,3-3,7-10,0-1,-2 0,0-1,0 0,5-18,-3 12,-9 39,-8 25,2-26,0 0,1 1,0-1,2 0,-1 1,2-1,1 10,-2-21,1 1,-1 0,0-1,1 1,-1-1,1 0,0 1,0-1,0 0,0 0,0 0,0 0,1-1,-1 1,1 0,-1-1,1 0,0 0,-1 0,1 0,0 0,0 0,0-1,-1 1,1-1,0 0,0 0,0 0,0 0,87-10,9-22,-98 32,0-1,0 0,0 1,0-1,0 1,0-1,0 1,0-1,0 1,1 0,-1 0,0-1,0 1,0 0,0 0,1 0,-1 0,0 0,0 1,0-1,1 0,-1 1,0-1,0 0,0 1,0-1,0 1,0 0,0-1,0 1,0 0,0 0,0 0,0-1,-1 1,1 0,0 0,-1 0,1 1,8 8,1 0,0 0,0-1,1 0,0-1,0 0,1 0,0-2,0 1,1-2,8 4,5-2</inkml:trace>
  <inkml:trace contextRef="#ctx0" brushRef="#br0" timeOffset="37387.39">21659 4465,'-5'9,"6"5,2 1</inkml:trace>
  <inkml:trace contextRef="#ctx0" brushRef="#br0" timeOffset="37632.732">21967 4838,'-5'16,"-1"10,0 5,1 2,7-1,4-2,6-8,3-6,0-7</inkml:trace>
  <inkml:trace contextRef="#ctx0" brushRef="#br0" timeOffset="37633.732">21926 4398,'-9'-18,"-5"-11,-1 0</inkml:trace>
  <inkml:trace contextRef="#ctx0" brushRef="#br0" timeOffset="38867.454">7221 6443,'-15'-2,"1"1,-1 0,0 0,0 2,0 0,0 1,1 0,-1 1,1 1,-1 0,1 1,0 0,1 1,-1 1,1 0,1 1,-8 6,18-13,1-1,0 1,-1 0,1 0,0 0,0 0,0 0,0 0,0 0,0 0,0 0,0 0,0 0,0 1,1-1,-1 0,0 1,1-1,-1 1,1-1,0 0,-1 1,1-1,0 1,0-1,0 1,0-1,0 1,0-1,1 1,-1-1,0 1,1-1,-1 1,1-1,-1 0,1 1,0-1,0 0,0 0,-1 1,1-1,0 0,1 0,6 2,0 0,-1-1,1 0,1-1,-1 1,0-2,0 1,0-1,1-1,-1 1,0-1,0-1,0 1,1-2,8 0,1 0,-1-2,0 0,-1-1,1-1,-1 0,0-1,-1-1,0-1,0 0,-1-1,-1 0,0-1,1-1,-13 12,1 0,-1 0,0 0,1 0,-1-1,0 1,0 0,0-1,1 1,-1-1,-1 1,1-1,0 0,0 1,-1-1,1 0,-1 1,1-1,-1 0,0 0,1 0,-1 1,0-1,0 0,-1 0,1 0,0 1,-1-1,1 0,-1 0,1 1,-1-1,0 0,1 1,-1-1,0 1,0-1,0 1,-1-1,1 1,0 0,0-1,-1 1,1 0,-1 0,0 0,-2 1,0 0,0 1,1 0,-1 0,0 0,0 0,1 1,-1-1,1 1,-1 0,1 0,0 0,0 1,0-1,0 1,0 0,0-1,1 1,-1 1,1-1,0 0,0 0,0 1,0-1,1 1,-1 0,1-1,0 1,0 0,1 0,-1 0,1-1,-1 1,1 0,0 0,1 0,-1 2,0 0,1 0,-1 0,2 0,-1 0,0-1,1 1,0-1,1 1,-1-1,1 0,0 1,0-2,0 1,1 0,0-1,0 1,0-1,0 0,1 0,0-1,-1 1,1-1,1 0,2 1,5 2,1 0,0-1,-1-1,2 0,-1-1,0 0,1-2,-1 1,13-2,35-2</inkml:trace>
  <inkml:trace contextRef="#ctx0" brushRef="#br0" timeOffset="39069.908">7742 6029,'0'13,"5"17,3 18,3 20,4 18,0 18,-3 15,-11 16,-18 9,-26 6,-4-23</inkml:trace>
  <inkml:trace contextRef="#ctx0" brushRef="#br0" timeOffset="40437.776">9146 6523,'-17'3,"0"1,0 1,0 0,0 1,1 1,0 0,1 2,-1-1,1 2,1 0,0 1,1 0,0 1,0 1,-5 7,17-19,-1 1,0-1,1 1,-1 0,1-1,-1 1,1 0,0 0,0 0,0 0,0 0,0 0,0 0,1 1,-1-1,1 0,-1 0,1 0,0 1,0-1,0 0,0 1,0-1,1 0,-1 0,1 0,-1 1,1-1,0 0,0 0,0 0,0 0,0 0,0 0,1 0,-1-1,1 1,0 1,3-3,0 0,0-1,0 1,0-1,0 0,0 0,0-1,0 0,-1 1,1-2,-1 1,1 0,-1-1,0 0,0 0,0 0,-1 0,1-1,0 0,19-18,0 0,-2-2,0-1,-2 0,-1-1,-1-1,-1-1,-1-1,-2 0,-1 0,-1-1,-1-4,-2 11,-2 0,-1-1,-1 0,-1 0,-1-1,-1 1,-1 0,-1-1,-1 1,-2-8,4 31,0 0,0 0,0 0,0 0,0 0,0 0,0 0,0 0,0 0,0 0,0 0,-1 0,1 1,0-1,-1 0,1 0,-1 0,1 0,-1 0,1 0,-1 1,0-1,1 0,-1 0,0 1,1-1,-1 0,0 1,0-1,0 1,0-1,0 1,0 0,0-1,1 1,-1 0,0 0,0-1,0 1,0 0,0 0,0 0,0 0,0 0,0 1,0-1,0 0,0 0,0 1,0-1,0 0,0 1,0-1,0 1,0-1,1 1,-1-1,0 1,0 0,1 0,-2 0,-4 11,-1 0,1 0,1 0,1 1,-1 0,2 0,0 0,0 0,2 1,-1 0,0-3,-2 20,0 0,2 0,1 1,2-1,1 0,3 16,-3-34,0-1,1 1,1-1,0 0,1 0,0-1,0 1,2-1,-1 0,1-1,1 1,0-2,0 1,1-1,0 0,1-1,4 4,-1-4,2-1,-1 0,1 0,0-2,0 0,0-1,1 0,0-1,0-1,0 0,0-1,0-1,0-1,0 0,-1-1,1 0,0-2,-1 0,1 0,-1-1,0-1,-1-1,1 0,-1-1,-1-1,0 0,2-2,-12 10,0-1,-1 0,1 0,-1 0,1 0,-1 0,0 0,0 0,0-1,0 1,-1-1,1 0,0 1,-1-1,0 0,0 0,0 0,0 0,0 0,0 0,-1 0,0 0,0 0,1 0,-2-1,1 1,0 0,-1 0,1 0,-1 0,0 0,0 0,0 0,0 0,-1 0,1 1,-1-1,0 0,1 1,-1 0,0-1,-1 1,1 0,-2-1,-2-1,0 1,0 0,0 0,-1 1,0 0,1 0,-1 0,0 1,0 0,0 0,0 1,1 0,-1 0,0 1,0 0,0 0,0 0,0 1,1 0,-1 1,1-1,0 1,-1 0,1 1,1-1,-1 1,0 0,1 1,0 0,0-1,0 1,1 1,-1-1,1 1,1 0,-1 0,1 0,0 0,0 1,1-1,0 1,-1 2,3-5,1 1,-1 0,1-1,0 1,0-1,0 1,1-1,-1 1,1-1,0 0,0 0,1 0,-1 0,1 0,0 0,0-1,0 1,1-1,-1 0,1 0,0 0,0 0,0-1,0 0,0 0,0 0,0 0,1 0,-1-1,1 0,0 0,-1 0,1-1,0 1,-1-1,1 0,0-1,-1 1,1-1,0 0,-1 0,1 0,-1 0,0-1,1 0,-1 0,0 0,1-1,0 0,0 0,0 0,0-1,0 0,-1 0,1 0,-1 0,0-1,-1 0,1 1,-1-1,0-1,0 1,0 0,-1-1,1 1,-1-1,-1 0,1 0,-1 0,0 0,-1 0,1 0,-1 0,0 0,-1 0,1 0,-9-1,5 27,5-16,-1 0,1 0,0 0,1 0,-1 0,1 0,0 0,0 0,0-1,0 1,0-1,1 0,0 0,0 0,0 0,0 0,0 0,0-1,1 1,-1-1,1 0,0 0,88 30,-29-22,-1-4</inkml:trace>
  <inkml:trace contextRef="#ctx0" brushRef="#br0" timeOffset="40653.2">10282 6497,'-16'0,"-10"2,-2 5,-1 9,4 6,6 3,14 3,14-2,17-2,17-6,16-6,11-9,5-8,-11-3</inkml:trace>
  <inkml:trace contextRef="#ctx0" brushRef="#br0" timeOffset="40956.555">10724 6549,'-3'1,"1"1,0-1,1 0,-1 1,0-1,0 1,1 0,-1-1,0 1,1 0,0 0,-1 0,1 0,0 0,0 0,0 0,1 1,-1-1,0 0,1 0,-1 1,1-1,0 0,0 1,0-1,0 0,0 1,1-1,-1 0,1 1,-1-1,1 0,0 0,0 1,0-1,0 0,0 0,0 0,1 0,-1 0,1-1,-1 1,1 0,0-1,-1 1,1-1,1 1,5 1,0-1,1 0,-1 0,1-1,-1 0,1-1,0 1,-1-2,1 1,0-1,-1-1,1 1,-1-1,0-1,1 0,-1 0,-1 0,1-1,0 0,-1-1,0 0,1-1,-6 5,0 0,-1 0,1 0,0-1,-1 1,0-1,1 1,-1-1,0 1,0-1,0 0,0 0,0 0,0 1,0-1,0 0,-1 0,1 0,-1 0,0 0,1 0,-1 0,0-1,0 1,0 0,-1 0,1 0,0 0,-1 0,0 0,1 0,-1 0,0 1,0-1,0 0,0 0,0 0,0 1,0-1,-1 1,1-1,-1 1,1-1,-1 1,0 0,1 0,-1 0,0 0,0 0,0 0,1 0,-2 1,-6-4,-1 1,1 0,-1 1,0 0,0 0,0 1,0 1,0-1,0 2,0-1,0 2,0-1,1 1,-1 0,0 1,1 1,0-1,-1 1,1 1,1 0,-1 0,1 0,0 1,0 1,1-1,-1 1,1 1,-2 3,8-10,-1 1,1-1,1 0,-1 1,0-1,0 1,0-1,1 1,-1 0,1-1,0 1,-1 0,1-1,0 1,0 0,0-1,0 1,0 0,0-1,0 1,1 0,-1-1,0 1,1-1,0 1,-1-1,1 1,0-1,0 1,0-1,0 1,0-1,0 0,0 0,0 0,1 1,-1-1,0 0,1 0,0 0,25 9,4-4</inkml:trace>
  <inkml:trace contextRef="#ctx0" brushRef="#br0" timeOffset="41240.076">10964 6203,'-9'-5,"0"2,0-1,-1 1,1 0,-1 1,0 0,0 1,1 0,-1 1,0 0,0 0,0 1,0 0,0 1,-3 1,7-2,1 1,-1 0,1 0,0 0,0 1,0 0,0 0,0 0,0 0,1 1,0 0,-1 0,2 0,-1 0,0 1,1 0,0 0,0-1,0 2,1-1,-1 0,1 0,1 1,-1-1,1 1,-1 4,1-3,1 1,0-1,0 0,1 1,0-1,0 0,1 0,-1 0,2 0,-1 0,1 0,0 0,0-1,1 0,0 1,0-1,0-1,1 1,4 4,8 6,1 0,0 0,1-2,0 0,11 4,21 9,0-2,2-2,0-2,1-3,1-2,1-3,0-2,46 2,-26-4</inkml:trace>
  <inkml:trace contextRef="#ctx0" brushRef="#br0" timeOffset="42086.862">12434 6470,'-12'-6,"0"2,0 0,-1 0,0 2,0-1,0 1,0 1,0 1,0 0,0 0,0 1,0 1,0 0,0 1,1 0,-1 1,1 0,0 1,0 1,0 0,1 0,0 1,-5 5,13-11,1 0,0 0,1 0,-1 1,0-1,0 1,0-1,1 1,-1-1,1 1,-1 0,1 0,0 0,0 0,0 0,0 0,0 0,0 0,0 0,1 0,-1 1,1-1,0 0,-1 0,1 1,0-1,0 0,1 1,-1-1,0 0,1 0,-1 1,1-1,0 0,0 0,0 0,0 0,0 0,0 0,0 0,1 0,-1-1,1 1,-1 0,1-1,0 1,1 0,11 3,-1-1,1 0,-1-1,1-1,0 0,0-1,0 0,0-1,0-1,0 0,0-1,0-1,-1 0,1-1,-1 0,3-2,-8 4,-1 0,1-1,0 0,-1 0,0-1,0 0,0 0,0-1,-1 0,1 0,-1-1,0 1,-1-1,0 0,0-1,0 1,0-1,-1 0,-1-1,3-5,-6 14,0-1,0 0,-1 1,1-1,0 0,0 0,-1 1,1-1,0 0,-1 0,1 0,-1 1,1-1,0 0,-1 0,1 0,0 0,-1 0,1 0,-1 0,1 0,0 0,-1 0,1 0,0 0,-1 0,1 0,-1 0,1 0,0-1,-1 1,1 0,0 0,-1 0,1 0,0-1,-1 1,1 0,0 0,0-1,-1 1,1 0,0-1,0 1,-1 0,1-1,0 1,0 0,0-1,0 1,0 0,-1-1,1 1,0-1,0 1,0 0,0-1,-3 6,1-1,-1 1,1 0,0 0,0 0,0 1,1-1,0 0,0 1,0-1,1 0,0 1,0-1,0 1,1 3,-1-6,1-1,-1 1,1 0,-1 0,1-1,0 1,0 0,1-1,-1 1,0-1,1 0,0 1,-1-1,1 0,0 0,0 0,0 0,0 0,1 0,-1-1,0 1,1-1,-1 0,1 0,-1 1,1-2,0 1,-1 0,1 0,2-1,-1 0,0 0,0 0,0 0,-1-1,1 1,0-1,0 0,-1 0,1-1,-1 1,1-1,-1 1,0-1,1 0,-1-1,0 1,0 0,0-1,-1 0,1 0,-1 0,1 0,-1 0,0 0,0-1,36-92,-18-26,-19 120,0 1,0-1,0 0,0 0,0 1,0-1,0 1,1-1,-1 1,1 0,-1-1,1 1,0 0,-1 0,1 0,0 0,0 1,0-1,0 0,-1 1,1-1,0 1,0-1,0 1,0 0,0 0,0 0,0 0,0 1,0-1,0 0,1 1,66 21,-63-20,4 1,0 0,0 0,0 1,0 1,-1 0,0 0,0 1,0 0,-1 0,1 1,-2 0,1 1,-1-1,0 2,0-1,-1 1,-1 0,1 0,-1 0,-1 1,0 0,0 0,-1 0,0 0,-2 23,-1-29,-1 0,1-1,-1 1,1 0,0-1,0 1,1 0,-1-1,1 1,-1 0,1-1,1 1,-1-1,0 1,1-1,-1 0,1 0,0 0,0 0,1 0,-1 0,0 0,1 0,0-1,0 0,0 1,0-1,0 0,1 0,11 1,0-1,0 0,0-2,1 1,-1-2,0 0,0-1,0 0,0-2,0 1,0-2,11-5,-12 6,-1-2,0 0,-1 0,1-1,-2-1,1 0,-1-1,0 0,0 0,-1-1,1-2,-7 6,1 1,-1-1,0 0,0 0,-1 0,0-1,0 1,0-1,-1 0,0 0,0 0,-1 0,0 0,0 0,-1 0,1 0,-2 0,1 0,-1-1,0 1,0 0,-3-5,4 9,-1 1,0-1,0 0,0 1,0-1,-1 1,1 0,-1-1,1 1,-1 0,0 0,0 0,0 0,0 0,0 0,-1 1,1-1,0 1,-1-1,1 1,-1 0,1 0,-1 0,0 0,1 1,-1-1,0 1,0 0,0-1,1 1,-1 0,0 1,0-1,1 0,-1 1,0 0,0-1,1 1,-1 0,1 0,-1 1,1-1,-1 1,1-1,0 1,0 0,0-1,0 1,0 0,0 0,0 1,0-1,1 0,-1 2,-2 1,1 0,-1 1,1-1,1 1,-1-1,1 1,0 0,0 0,0 1,1-1,0 0,1 0,-1 1,1-1,0 0,1 0,-1 1,1-1,1 0,-1 0,1 0,0 0,0 0,1 0,0 0,0-1,0 0,0 1,1-1,0 0,0-1,1 1,-1-1,2 1,11 6,1-2,0 0,0-1,1-1,-1-1,2-1,-1 0,1-1,-1-1,1-1,17-1,31 4</inkml:trace>
  <inkml:trace contextRef="#ctx0" brushRef="#br0" timeOffset="42415.232">14988 6362,'0'19,"0"12,2 8,1 4,2-1,1-4,0-10,1-9</inkml:trace>
  <inkml:trace contextRef="#ctx0" brushRef="#br0" timeOffset="42666.56">14961 6122,'-5'0,"4"5,8 5,3 2</inkml:trace>
  <inkml:trace contextRef="#ctx0" brushRef="#br0" timeOffset="42913.414">15269 6549,'9'-1,"1"0,-1-1,1 0,-1 0,0-1,0 0,0-1,-1 0,1-1,-1 0,0 0,0 0,-1-1,0 0,0-1,0 1,-1-2,1 1,-2 0,1-1,-1 0,-1-1,1 1,-1-1,-1 0,1 0,0-4,-4 10,0 0,0 0,0 0,0-1,-1 1,1 0,-1 0,1 0,-1 0,0 0,-1 0,1 1,0-1,-1 0,1 0,-1 1,0-1,0 1,0 0,0-1,0 1,-1 0,1 0,-1 0,1 1,-1-1,0 1,0-1,1 1,-1 0,0 0,0 0,0 0,0 1,-1-1,1 1,0 0,0 0,0 0,0 0,0 0,0 1,0-1,0 1,0 0,0 0,0 0,0 1,0-1,0 1,1-1,-1 1,1 0,-1 0,1 0,-4 2,1-1,1 1,-1 0,0 0,1 1,0-1,0 1,0 0,1 0,0 0,0 1,0-1,0 1,1 0,0 0,0-1,1 1,0 1,0-1,0 0,0 0,1 0,0 0,1 0,-1 1,1-1,0 0,1 0,0 0,-1 0,2-1,-1 1,1 0,0-1,0 0,1 2,6 1,1-1,0-1,0 1,0-1,0-1,1 0,0-1,0 0,0-1,1 0,-1-1,1-1,-1 0,1 0,0-1,-1-1,48 2</inkml:trace>
  <inkml:trace contextRef="#ctx0" brushRef="#br0" timeOffset="43352.01">15870 6242,'-9'0,"0"0,-1 1,1 0,0 0,0 1,0 0,0 1,0 0,0 0,1 1,-1 0,1 0,0 1,0 0,1 1,0-1,0 2,-5 4,10-9,1 0,0 0,-1 1,1-1,0 0,0 1,1-1,-1 0,0 1,1-1,-1 1,1-1,0 1,0-1,0 1,0-1,1 1,-1-1,0 1,1-1,0 1,0-1,0 0,0 1,0-1,0 0,0 0,1 0,-1 1,1-2,-1 1,1 0,0 0,1 0,72 51,110 38,-184-90,0-1,1 0,-1 0,1 1,-1-1,1 1,-1 0,0-1,1 1,-1 0,0 0,0 0,1 0,-1 0,0 0,0 0,0 0,0 0,0 0,0 1,-1-1,1 0,0 1,-1-1,1 0,0 1,-1-1,0 1,1-1,-1 1,0-1,0 1,0-1,0 1,0-1,0 1,0-1,-1 2,-6 0,1-1,-1 1,0-1,0 0,0-1,0 1,-1-2,1 1,0-1,-1 0,1 0,0-1,-6-1,12 3,-1-1,0 0,1 0,-1 0,1 0,-1 0,0 0,1 0,-1 0,1-1,-1 1,0 0,1-1,-1 0,1 1,-1-1,1 0,0 0,-1 1,1-1,0 0,-1-1,1 1,0 0,0 0,0 0,0-1,0 1,0 0,1-1,-1 1,0-1,1 1,-1-1,1 1,-1-1,1 0,0 1,0-1,0 0,-1 1,2-1,-1 1,0-1,0 0,0 1,1-1,5-7,1 1,0-1,0 1,0 1,1-1,1 1,-1 1,1 0,4-2,3-4,41-28,2 2,1 3,21-7,-78 41,-2 0,0 0,0 0,0 0,0 0,1 1,-1-1,0 0,0 0,1 1,-1-1,1 1,-1 0,0-1,1 1,-1 0,1 0,-1-1,1 1,-1 0,1 1,-1-1,1 0,-1 0,0 1,1-1,-1 1,1-1,-1 1,0-1,1 1,-1 0,0 0,0 0,0-1,1 1,-1 0,0 1,0-1,0 1,5 135,-5-129,1 1,1-1,-1 1,1-1,1 0,-1 0,2 0,-1-1,1 1,0-1,0 0,1 0,2 1,-5-5,0 1,1-1,-1 0,1 0,0-1,0 1,0-1,0 1,0-1,0-1,1 1,-1-1,1 1,-1-1,1-1,-1 1,1 0,0-1,-1 0,1 0,0-1,-1 1,1-1,0 0,1-1,17-8</inkml:trace>
  <inkml:trace contextRef="#ctx0" brushRef="#br0" timeOffset="43503.12">16392 5961,'-9'16,"-1"15,6 10,10 10,5-3</inkml:trace>
  <inkml:trace contextRef="#ctx0" brushRef="#br0" timeOffset="44050.19">16713 6563,'5'-103,"-2"71,-1 0,-2 0,-1 0,-5-29,-3 20,24 50,0-1,0 0,1-1,0 0,0-1,0-1,5 0,-4 0,30 8,101 40,-144-51,0 0,0 1,0-1,-1 1,1 0,-1 0,1 0,-1 0,0 0,-1 1,1 0,0-1,-1 1,0 0,0 0,0 1,-1-1,1 0,-1 0,0 1,0-1,0 1,-1-1,0 1,1-1,-2 1,1-1,-1 4,0 2,0-7,0-1,0 1,0 0,0-1,1 1,0 0,-1 0,1-1,0 1,0 0,1 0,-1-1,0 1,1 0,0 0,0-1,-1 1,2-1,-1 1,0-1,0 1,1-1,-1 0,1 1,0-1,0 0,0 0,0 0,0 0,0-1,0 1,1-1,0 1,9 2,0-1,0-1,0 0,0-1,0 0,1-1,-1 0,0-1,0 0,1-1,-1 0,0-1,-1 0,1-1,3-2,-8 3,-1 0,1 0,0-1,-1 0,0 0,0-1,0 1,0-1,-1-1,1 1,-2-1,1 0,0 0,-1 0,0-1,-1 1,0-1,0 0,0 0,-1 0,0-1,0 1,0 0,-1-1,-1 1,1-1,-1 1,-1-7,1 14,-1 0,1 0,0 0,-1 0,1 0,-1 0,1 0,-1 0,1 0,-1 0,1 0,-1 0,1 0,0 0,-1 0,1 1,-1-1,1 0,-1 0,1 1,0-1,-1 0,1 0,0 1,-1-1,1 0,0 1,-1-1,1 0,0 1,0-1,-1 1,1-1,0 0,0 1,0-1,0 1,0-1,0 1,-1-1,1 1,0-1,0 1,0-1,0 0,1 1,-1-1,0 1,0-1,0 1,0-1,0 1,1-1,-1 0,0 1,0-1,1 1,-3 6,1 0,0 0,1 0,0 1,0-1,0 0,1 0,0 0,1 0,0 0,0 0,0 0,1 0,0 0,0-1,0 0,1 0,0 0,0 0,1 0,0-1,0 1,0-1,0-1,1 1,0-1,0 0,0 0,0-1,1 0,0 0,1 0,16 2</inkml:trace>
  <inkml:trace contextRef="#ctx0" brushRef="#br0" timeOffset="44298.557">17501 6055,'7'18,"16"13,15 8,1-2</inkml:trace>
  <inkml:trace contextRef="#ctx0" brushRef="#br0" timeOffset="45520.855">20322 6175,'22'1,"1"0,0 1,0 1,-1 2,0 0,1 1,11 6,-26-9,1 0,-1 1,1 1,-1-1,0 1,-1 0,0 1,1 0,-2 0,1 1,-1 0,0 0,0 0,-1 1,0-1,0 1,-1 1,0-1,2 7,-4-3,-1 0,0 0,-1 0,-1-1,0 1,0 0,-1 0,-1-1,0 1,0-1,-1 0,-1 0,0 0,0-1,-1 0,0 0,-1 0,0 0,-8 7,-29 53,43-69,-1 1,1-1,0 1,0 0,0-1,0 1,0 0,1 0,-1-1,1 1,-1 0,1 0,-1 0,1 0,0 0,0 0,0 0,0 0,0 0,1 0,-1 0,0 0,1-1,0 1,-1 0,1 0,0 0,0-1,0 1,0 0,0-1,0 1,1-1,-1 1,0-1,1 0,-1 1,1-1,-1 0,1 0,0 0,0 0,-1 0,1-1,0 1,0-1,0 1,1 0,19 2,1 0,0-2,0 0,-1-1,1-2,0 0,-1-1,1-2,-1 0,21-8,-30 10,0 0,0-1,0-1,-1 0,0 0,0-1,0-1,-1 0,0-1,0 0,1-2,-10 8,-1 1,0-1,1 0,-1 1,0-1,0 0,0 0,0 0,-1 0,1 0,0 0,-1 0,1 0,-1 0,0 0,0 0,0 0,0 0,0 0,0 0,0 0,-1-2,-3-7</inkml:trace>
  <inkml:trace contextRef="#ctx0" brushRef="#br0" timeOffset="45771.219">20469 6416,'25'0,"20"0,15-2,12-1,4 0,2-2,-14 1</inkml:trace>
  <inkml:trace contextRef="#ctx0" brushRef="#br0" timeOffset="46652.811">21044 6563,'18'-6,"-1"-2,1 0,-2-1,1 0,-1-2,2-2,-12 9,-1-1,0 1,0-1,0 0,-1 0,0-1,0 1,0-1,-1 0,0 0,0 0,0-1,-1 1,0-1,0 1,0-1,-1 0,0-4,-1 8,0-1,0 1,0 0,0 0,0 0,-1 0,0 0,0 0,1 0,-2 0,1 0,0 0,-1 1,1-1,-1 0,0 1,0-1,0 1,0 0,0 0,0-1,-1 2,1-1,-1 0,1 0,-1 1,0-1,0 1,0 0,1 0,-1 0,0 0,0 0,-1 1,1 0,-4-1,1 0,0 0,-1 1,1 0,-1 1,1 0,0 0,-1 0,1 0,0 1,0 0,0 1,0-1,0 1,1 0,-5 4,5-3,0 0,1 1,0 0,0-1,0 2,1-1,-1 0,1 1,0 0,1-1,0 1,0 0,0 0,0 1,1-1,0 0,0 0,1 1,0-1,0 1,0-1,1 0,0 0,0 1,1-1,0 0,0 0,0 0,0 0,1-1,0 1,1-1,-1 1,1-1,0 0,0 0,1-1,-1 1,2 0,10 9,1-1,0 0,1-1,0-1,1-1,0 0,1-2,0 0,0-1,0-1,1-1,0-1,3 0,-19-3,0 0,0 0,0 0,0-1,0 0,0 0,0 0,0 0,0-1,0 0,0 0,0 0,0-1,0 1,0-1,-1-1,1 1,-1 0,0-1,0 0,0 0,0 0,0-1,0 1,-1-1,0 0,0 0,0 0,0 0,-1-1,1 1,-1-1,0 0,0-1,1-13,-1 0,0 0,-2 0,0 0,-1 0,-1 0,-1 0,0 0,-2 0,0 1,-1-1,5 16,0 2,0-1,1 1,-1-1,1 1,-1-1,1 0,-1 1,1-1,0 0,-1 1,1-1,0 0,0 1,1-1,-1 0,0 1,0-1,1 1,-1-1,1 0,-1 1,1-1,0 1,0-1,0 1,0 0,0-1,0 1,0 0,0 0,0-1,0 1,1 0,9-2,0 1,-1 0,1 1,1 0,-1 1,0 0,0 1,0 0,0 0,1 2,-8-3,112 27,-112-25,1 0,0 0,-1 1,1-1,-1 1,0 0,0 0,0 0,0 1,0-1,-1 1,0 0,1 0,-1 0,-1 1,1-1,-1 1,0-1,0 1,0 0,0 0,-1 0,0 6,0-1,-1 1,0 0,-1 0,0-1,0 1,-1 0,-3 8,-2 14,6-30,1-1,0 1,0-1,0 1,0-1,0 1,0 0,1-1,-1 1,1-1,0 1,-1-1,1 1,1-1,-1 0,0 0,0 1,1-1,-1 0,1 0,0 0,0 0,0-1,-1 1,2 0,-1-1,0 0,0 1,0-1,1 0,-1 0,1 0,-1 0,0 0,1-1,0 1,-1-1,1 0,-1 0,1 0,0 0,11 1,0 0,0-1,0-1,0-1,0 0,0 0,0-2,0 1,-1-2,0 0,0 0,0-1,0-1,-1 0,0-1,-1 0,10-10,-17 14,-4 4,1-1,-1 1,0-1,0 1,0-1,1 1,-1-1,0 1,0 0,1-1,-1 1,0-1,1 1,-1 0,1-1,-1 1,0 0,1-1,-1 1,1 0,-1 0,1-1,-1 1,1 0,-1 0,1 0,-1 0,1 0,-1 0,1 0,-1 0,1 0,-1 0,1 0,-1 0,1 0,-1 0,1 0,-1 0,1 1,-1-1,1 0,-1 0,1 1,-1-1,1 0,-1 1,0-1,1 0,-1 1,0-1,1 0,-1 1,0-1,1 1,-1-1,0 1,0-1,0 1,1-1,-1 1,0-1,0 1,0-1,0 1,0-1,0 1,0-1,6 9,1-2,0 1,1-1,0 0,0 0,0-1,1 0,-1 0,2-1,-1-1,0 1,1-1,0-1,0 0,0 0,0-1,0 0,1-1,-1 0,1-1,-1 0,6-1,-9 1,-1 1,1-1,-1 0,1-1,-1 1,1-1,-1 0,0-1,1 0,-1 0,0 0,0-1,0 0,0 0,-1 0,1-1,-1 0,0 0,0 0,0-1,-1 0,0 1,0-2,0 1,0 0,-1-1,1 0,-2 1,1-1,-1 0,1-1,-2 1,1 0,-1-1,0 1,0-1,-1-1,-1-7,-2 1,1 1,-2-1,0 0,-1 1,0 0,-1 0,0 0,-1 1,-1 0,0 0,0 0,-1 1,-1 1,1 0,-2 0,0 1,0 0,0 1,-1 0,0 1,-1 0,0 1,-9-3,14 6,-1 1,1 0,-1 0,0 1,0 0,1 1,-1 0,0 0,0 1,1 0,-1 1,0 0,1 0,-1 1,1 0,0 0,0 1,0 0,0 0,1 1,0 0,0 1,0-1,1 1,-1 0,1 1,1 0,-1 0,1 0,1 0,-1 1,1 0,0 0,1 0,0 0,0 1,1-1,0 1,1 0,0-1,0 1,1 29</inkml:trace>
  <inkml:trace contextRef="#ctx0" brushRef="#br0" timeOffset="44583.802">18544 6323,'0'16,"2"21,4 20,-1 19,0 12,-1 9,-1 5,-4-3,-3-5,-4-13,0-17,-2-20,2-20,2-21,1-10</inkml:trace>
  <inkml:trace contextRef="#ctx0" brushRef="#br0" timeOffset="45033.136">18517 6978,'-1'-106,"1"-64,15-110,-15 278,-1-4,1 0,0 0,0 0,0 1,1-1,-1 0,1 0,1 1,-1-1,1 0,0 1,0-1,1 1,-1 0,1 0,1 0,-1 0,1 1,-1-1,1 1,0 0,1 0,-1 0,1 1,0-1,0 1,0 0,0 1,0-1,1 1,7 1,0 1,1 0,-1 0,1 2,-1 0,0 0,0 1,0 1,0 0,-1 1,1 0,-1 1,0 0,1 2,-10-7,0 1,0-1,0 1,-1-1,1 1,0 0,-1 0,1 0,-1 0,0 0,0 1,0-1,0 1,0-1,0 1,-1 0,1 0,-1-1,0 1,0 0,0 0,0 1,0-1,-1 0,1 0,-1 0,0 0,0 1,0-1,0 0,-1 0,1 0,-1 0,0 0,0 0,0 0,0 0,-1 0,1 0,-1 0,1-1,-1 1,0 0,-1 0,-6 5,0-1,-1 0,0 0,0 0,-1-1,0-1,0 0,0-1,0 0,-1 0,0-1,0-1,0 0,-2 0,22-9,180-32,-167 34,19-2,-1-2,-1-1,0-2,0-2,-2-2,24-12,-21-6,-39 33,1 0,0 1,-1-1,1 0,-1 0,1 0,-1 1,1-1,-1 0,0 0,0 0,1 0,-1 0,0 0,0 0,0 0,0 0,0 0,0 0,0 0,0 1,0-1,0 0,-1 0,1 0,0 0,-1 0,1 0,0 0,-1 0,1 1,-1-1,1 0,-1 0,0 1,1-1,-1 0,0 1,0-1,1 1,-1-1,0 1,0-1,0 1,0-1,0 1,1 0,-2-1,-4-1,-1 0,0 0,1 0,-1 1,0 0,0 0,0 1,0 0,0 0,0 1,0-1,0 1,0 1,1 0,-1 0,0 0,1 0,-1 1,1 0,0 1,0 0,0-1,1 2,-1-1,1 1,0 0,0 0,1 0,0 0,-3 5,6-7,0 0,0 0,0 0,1 0,-1 0,1 1,0-1,0 0,0 0,0 1,1-1,-1 0,1 0,0 0,-1 0,2 0,-1 0,0 0,1 0,-1 0,1 0,0-1,0 1,0-1,0 1,0-1,0 0,1 0,-1 0,1 0,91 50,-4-27,4-6</inkml:trace>
  <inkml:trace contextRef="#ctx0" brushRef="#br0" timeOffset="47867.604">24841 6096,'-36'-1,"15"0,0 0,-1 2,1 0,0 2,0 0,0 1,0 1,-19 8,36-12,1 0,-1 1,1 0,0 0,-1 0,1 0,0 0,0 1,0-1,1 1,-1 0,1-1,-1 1,1 1,0-1,0 0,0 0,1 1,-1-1,1 1,0 0,0-1,0 1,0 0,1-1,-1 1,1 0,0 0,0 0,1-1,-1 1,1 0,0 0,0-1,0 1,0-1,0 1,1-1,0 1,0-1,0 0,1 2,2 0,1 1,0-1,0 1,0-2,1 1,0-1,0 0,0 0,0-1,1 0,-1 0,1-1,0 0,0 0,-1 0,1-1,0-1,0 1,1-2,-1 1,0-1,0 0,-1 0,1-1,0 0,0-1,-1 1,1-1,-1-1,0 0,0 0,0 0,-1-1,1 0,-1 0,0 0,-1-1,1 0,-1 0,0-1,-1 1,0-1,0 0,0 0,2-7,-4 10,0-1,-1 0,1 0,-1 0,0 1,-1-1,1-1,-1 1,0 0,0 0,0 0,-1 0,0 0,0 0,0 0,-1 1,0-3,1 6,0 1,0-1,0 1,1 0,-1 0,0-1,0 1,0 0,0 0,0 0,0 0,0 0,0 0,0 0,0 1,0-1,0 0,0 0,1 1,-1-1,0 0,0 1,0-1,0 1,1-1,-1 1,0 0,1-1,-1 1,0 0,1-1,-1 1,1 0,-1 0,1 0,-1-1,1 1,-1 0,1 0,0 0,0 0,-1 0,1 0,0 0,0 0,0 0,0 0,-3 6,1 0,0 1,0-1,1 0,0 1,0-1,1 1,0 0,0-1,1 1,0-1,0 1,1-1,-1 0,2 1,-1-1,1 0,0 0,1-1,-1 1,1-1,1 1,-1-1,1-1,0 1,0 0,1-1,0 0,1 0,22 13</inkml:trace>
  <inkml:trace contextRef="#ctx0" brushRef="#br0" timeOffset="48167.789">25148 6055,'-1'14,"2"1,-1-1,2 0,0 0,1 1,0-2,1 1,0 0,1-1,1 0,0 0,1 0,0-1,1 0,0 0,1-1,1 0,-1-1,2 0,-1 0,1-1,1-1,0 1,0-2,0 0,1 0,2-1,-10-4,-1 0,1 0,0 0,0-1,0 0,0 0,0 0,0-1,0 0,0 0,0 0,0 0,0-1,0 0,0 0,0 0,0-1,0 0,0 1,-1-2,1 1,-1 0,1-1,-1 0,0 0,0 0,-1-1,1 0,2-3,1-5,-1 0,-1 0,-1-1,1 0,-2 0,0 0,0 0,-2-1,1 1,-2 0,0-1,0 1,-2-8,3-58,3 59,0 6</inkml:trace>
  <inkml:trace contextRef="#ctx0" brushRef="#br0" timeOffset="48489.456">25830 6336,'23'-15,"-1"0,-1-2,0-1,-2 0,0-2,-1 0,0-1,-2 0,3-7,-18 26,1 0,0 0,-1 0,1 0,-1 0,0 0,0 0,0-1,0 1,0 0,0-1,-1 1,1-1,-1 1,1-1,-1 1,0-1,0 1,0-1,0 1,-1-1,1 1,-1-1,0 1,1-1,-1 1,0 0,0-1,-1 1,1 0,0 0,-1 0,1 0,-1 0,0 0,-1-1,-3 2,0 1,-1 0,1 0,0 0,0 1,-1 0,1 0,0 0,0 1,0 0,0 0,0 1,1-1,-1 1,1 1,-1-1,1 1,0 0,0 0,1 0,-1 1,1-1,0 1,0 0,0 3,1-5,0 1,1 1,0-1,0 0,0 0,1 1,-1-1,1 1,0 0,0-1,1 1,-1 0,1-1,0 1,1 0,-1 0,1-1,0 1,0 0,0-1,0 1,1-1,0 0,0 1,0-1,1 0,-1 0,1 0,0-1,0 1,0-1,1 1,0 0,13 7,-1 0,1-1,1 0,0-1,0-2,1 0,0 0,0-2,1 0,-1-2,1 0,0-1,0-1,16-1,17-4,-11-4</inkml:trace>
  <inkml:trace contextRef="#ctx0" brushRef="#br0" timeOffset="48989.108">26351 6149,'-3'45,"5"36,-1-76,0-1,1 1,0-1,-1 1,2-1,-1 0,0 1,1-1,0-1,0 1,0 0,0-1,1 1,-1-1,1 0,0 0,0 0,0-1,0 0,0 1,1-1,-1-1,1 1,-1-1,1 0,0 0,-1 0,1 0,0-1,0 0,0 0,-1 0,1-1,0 1,0-1,-1 0,1-1,-1 1,1-1,6-5,0 0,0-1,-1 0,0-1,-1 0,0 0,0-1,-1 0,0-1,-1 0,0 0,-1-1,0 1,-1-1,0-1,-1 1,0-1,0-7,-23 54,16-30,1-1,0 1,1 0,-1 0,1 0,-1-1,1 1,0 0,1 1,-1-1,1 0,-1 0,1 0,1 0,-1 0,0 0,1 0,0 0,0 0,0 0,1 0,-1 0,1 0,0 0,0-1,0 1,0-1,1 0,0 0,-1 1,1-2,0 1,0 0,1 0,10 0,-1 0,1-1,0 0,-1-1,1-1,0 0,0 0,0-2,-1 0,1 0,0-2,-1 1,10-5,-13 5,-1 0,1 0,-1-1,0 0,0-1,0 0,-1 0,1-1,-1 0,-1-1,1 1,-1-2,0 1,-1-1,0 0,0 0,0 0,-1-1,3-8,-6 12,-3 12,0 19,4-17,1 0,0 0,0 0,1-1,0 1,1-1,-1-1,2 1,-1-1,1 0,0 0,0-1,1 0,0 0,0-1,1 0,-1 0,1-1,0 0,0-1,5 2,32 12</inkml:trace>
  <inkml:trace contextRef="#ctx0" brushRef="#br0" timeOffset="49489.998">23343 6510,'16'0,"12"7,6 11,1 16,-4 18,-13 19,-25 18,-37 16,-42 11,-6-15</inkml:trace>
  <inkml:trace contextRef="#ctx0" brushRef="#br0" timeOffset="51867.738">28865 5454,'95'2,"1161"49,-1155-49,-90-3,-8 2,-5 12,3-5</inkml:trace>
  <inkml:trace contextRef="#ctx0" brushRef="#br0" timeOffset="50502.683">28852 5815,'7'-1,"1"2,0-1,-1 1,1 0,0 0,-1 1,1 0,-1 0,0 1,0 0,0 1,0-1,0 1,-1 0,1 1,-1 0,-1 0,1 0,0 1,-1-1,0 1,0 1,7 13,-2 0,0 0,-1 0,-1 1,-1 1,-1-1,0 1,-2 0,-1 1,0-1,-2 0,-1 1,-1 11,-6 17,7-51,0 0,0 0,0 0,0-1,0 1,0 0,0 0,-1 0,1 0,0 0,0 0,0 0,0 0,0 0,0 0,-1 0,1 0,0 0,0 0,0 0,0 0,0 0,-1 0,1 0,0 0,0 0,0 0,0 0,0 0,1-19,14-24,1 1,2 0,2 1,2 1,21-28,-38 59,30-40,-35 49,0 1,0-1,0 0,0 0,0 0,0 0,0 1,0-1,1 0,-1 0,0 0,0 1,0-1,0 0,0 0,0 0,1 0,-1 0,0 1,0-1,0 0,0 0,1 0,-1 0,0 0,0 0,0 0,1 0,-1 0,0 0,0 0,0 0,1 0,-1 0,0 0,0 0,0 0,1 0,-1 0,0 0,0 0,0 0,1 0,-1 0,0 0,0 0,0-1,0 1,1 0,-1 0,0 0,0 0,0 0,0-1,0 1,1 0,-1 0,0 0,0-1,-4 23,3-19,-1 7,-4 11,1 0,2 0,0 0,1 1,1-1,0 1,3 6,-1-24,0 0,0 1,1-1,0 0,-1 0,2 0,-1 0,0-1,1 1,-1 0,1-1,0 0,1 0,-1 0,0 0,1 0,-1-1,1 1,0-1,0 0,0 0,0-1,0 1,1-1,-1 0,0 0,1 0,-1 0,0-1,1 0,-1 0,1 0,-1-1,1 1,-1-1,0 0,1 0,-1-1,0 1,0-1,4-2,6-5,0 0,-1-1,-1-1,1 0,-2-1,1 0,-2-1,0 0,0-1,-1 0,-1 0,0-1,-1 0,-1 0,0-1,-1 0,-1 0,2-12,12-74,-23 143,2 0,2-1,1 1,6 38,-4-65,1 0,0-1,1 1,0-1,1 0,1 0,0 0,0-1,1 1,1-2,0 1,1-1,0 0,0-1,1 0,3 1,17 11</inkml:trace>
  <inkml:trace contextRef="#ctx0" brushRef="#br0" timeOffset="50789.876">29987 6296,'-4'16,"-2"12,-2 8,0 5,6 2,11-2,12-3,15-8,11-9,11-9,3-5,-2-10,-10-3</inkml:trace>
  <inkml:trace contextRef="#ctx0" brushRef="#br0" timeOffset="51282.568">30067 6029,'-1'1,"0"0,0 0,0 0,0 1,0-1,0 0,0 1,1-1,-1 1,0-1,1 1,-1-1,1 1,0-1,-1 1,1-1,0 1,0-1,0 1,0 0,0-1,0 1,1-1,-1 1,0-1,1 1,-1-1,1 1,0-1,-1 1,1-1,0 0,0 1,0-1,0 0,0 0,0 0,0 1,1-1,-1 0,0-1,0 1,1 0,-1 0,1-1,-1 1,1 0,-1-1,1 0,-1 1,1-1,-1 0,1 0,0 0,0 0,2 0,-1-1,1 0,-1 0,1 0,-1 0,1-1,-1 0,0 1,0-1,0 0,0-1,0 1,0 0,-1-1,1 0,-1 1,0-1,1 0,0-3,-2 5,0-1,0 1,-1-1,1 1,0-1,-1 0,1 1,-1-1,0 0,1 1,-1-1,0 0,0 1,0-1,0 0,-1 0,1 1,0-1,-1 1,1-1,-1 0,1 1,-1-1,0 1,0-1,0 1,0-1,0 1,0 0,0-1,0 1,0 0,-1 0,1 0,0 0,-1 0,1 0,-1 0,1 1,-1-1,0 0,0 1,-3-2,1 1,0-1,-1 1,1 1,-1-1,0 0,1 1,-1 0,1 0,-1 1,1-1,-1 1,1 0,-1 0,1 1,-1-1,1 1,0 0,0 0,0 0,0 1,0-1,1 1,-1 0,1 0,-2 2,0 0,0 0,0 0,1 0,0 1,0 0,0 0,1 0,0 0,0 0,0 1,1 0,0-1,1 1,-1 0,1 0,0 0,1 1,2 18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50.6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167 1,'11'18,"9"15,3 12,-1 11,-3 9,-7 9,-16 8,-24 8,-31 0,-32 0,-1-15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51.30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202 240,'-8'-6,"-1"2,0-1,-1 1,1 0,-1 1,1 0,-1 1,0 0,0 1,-6-1,13 2,-1 0,1 0,-1 0,0 0,1 0,-1 1,1 0,0 0,-1 0,1 0,0 0,-1 1,1-1,0 1,0 0,0 0,0 0,1 0,-1 0,0 1,1-1,0 1,0 0,-1 0,1 0,1 0,-1 0,0 0,1 0,0 1,0-1,0 0,0-1,0 0,1 0,-1 1,1-1,0 0,0 1,-1-1,2 1,-1-1,0 0,0 1,1-1,-1 0,1 1,0-1,0 0,0 0,0 0,0 1,0-1,0 0,1-1,-1 1,1 0,-1 0,1 0,0-1,0 1,0-1,0 0,0 1,0-1,0 0,0 0,0 0,2 0,2 1,1 0,0 0,0-1,0 0,-1 0,1-1,0 0,0 0,0 0,0-1,0 0,4-1,-5 0,1-1,-1 1,0-1,0 0,0-1,0 1,0-1,-1 0,0-1,0 1,0-1,0 0,-1-1,0 1,0-1,0 1,-1-1,1 0,-1-1,-1 1,1 0,-1-1,-1 0,1 1,-1-1,0 0,0 0,-1 1,0-4,0 9,1 0,-1-1,0 1,0 0,1-1,-1 1,0-1,0 1,-1 0,1-1,0 1,0-1,-1 1,1 0,-1-1,1 1,-1 0,1 0,-1-1,0 1,0 0,0 0,1 0,-1 0,0 0,0 0,0 0,-1 0,1 0,0 1,0-1,0 0,-1 1,1-1,0 1,-1-1,-1 4,1 0,0 0,1 1,-1-1,0 0,1 1,0-1,0 1,0-1,0 1,1-1,-1 1,1 0,0-1,0 3,0-4,-1 7,0-1,1 1,0 0,1-1,0 1,0-1,1 1,0-1,0 0,1 1,0-1,1-1,-1 1,1 0,1-1,0 0,0 0,0 0,1-1,0 1,0-1,5 3,11 4</inkml:trace>
  <inkml:trace contextRef="#ctx0" brushRef="#br0" timeOffset="328.151">469 79,'-3'7,"0"1,0-1,1 1,-1 0,2 0,-1 0,1 0,1 0,-1 0,1 0,1 0,0 0,0 0,0 0,1 0,0 0,1 0,-1-1,1 1,1-1,0 0,0 0,0 0,1 0,0-1,0 0,1 0,-1 0,1-1,1 1,-1-2,1 1,4 2,-1 0,0-1,1-1,0 1,0-2,0 1,0-1,1-1,-1 0,10 0,-17-2,0-1,0 1,0-1,0-1,0 1,0 0,0-1,0 0,0 0,0 0,0 0,-1-1,1 1,0-1,-1 0,1 0,-1 0,0-1,0 1,0-1,0 0,0 0,-1 0,1 0,-1 0,1 0,-1-1,-1 1,1-1,1-2,1-8,0 1,-1-1,-1-1,0 1,-1 0,-1 0,0-1,0 1,-2 0,0-1,0 1,-1 0,-3-6,6 19,-1 0,0 0,0 0,0 0,1 0,-1-1,0 1,1 0,-1-1,1 1,0-1,-1 1,1 0,0-1,0 1,0-1,0 1,0-1,0 1,0 0,0-1,1 1,-1-1,0 1,1 0,0-1,-1 1,1 0,0 0,-1-1,1 1,0 0,0 0,0 0,0 0,0 0,0 0,0 0,1 0,-1 0,0 1,0-1,1 1,-1-1,0 0,1 1,-1 0,17 0</inkml:trace>
  <inkml:trace contextRef="#ctx0" brushRef="#br0" timeOffset="1171.249">1057 240,'12'-6,"0"0,-1-1,0 0,0 0,-1-1,0-1,-1 0,1 0,-2-1,1 0,-1 0,-1-1,0 0,0 0,-1-1,-1 0,4-11,-9 20,0 1,0-1,0 1,-1-1,1 1,-1-1,1 1,-1 0,0-1,0 1,0 0,0-1,0 1,-1 0,1 0,-1 0,1 0,-1 0,0 1,0-1,0 0,0 1,0-1,0 1,0 0,0 0,-1 0,1 0,0 0,-1 0,1 0,-1 1,1 0,0-1,-1 1,1 0,-1 0,1 0,-1 0,1 1,-1-1,1 1,-1-1,1 1,-1 0,1 0,0 0,0 0,-1 0,1 1,0-1,0 1,0-1,1 1,-1 0,0 0,1 0,-1 0,0 0,-1 2,-1 0,1 0,0 0,0 0,0 1,0-1,1 1,0-1,0 1,0 0,1 0,-1 0,1 0,0 0,1 0,-1 0,1 1,0-1,0 0,1 0,-1 0,1 0,0 0,1 0,-1 0,1 0,0 0,0 0,2 1,1 3,0 1,1-1,0 0,1-1,0 0,0 0,1 0,0-1,0 0,1 0,0-1,0-1,7 4,-11-5,1-1,-1 0,1 0,0-1,-1 0,1 0,0 0,0 0,1-1,-1 0,0-1,0 1,0-1,1 0,-1-1,0 0,0 0,0 0,0 0,0-1,0 0,0-1,0 1,-1-1,1 0,-1 0,0-1,0 1,0-1,0-1,-1 1,3-3,1-6,-1 0,-1-1,0 0,0 0,-2 0,0 0,2-16,17-47,-48 199,24-119,1 1,-1-1,1 1,-1 0,1-1,0 1,1-1,-1 1,0 0,1-1,0 1,0-1,0 1,0-1,1 0,-1 0,1 1,0-1,0 0,0 0,0 0,0-1,1 1,-1-1,1 1,0-1,0 0,0 0,0 0,0 0,0 0,1-1,-1 1,0-1,4 1,2-1,1 0,0-1,-1 0,1 0,0-1,0 0,-1 0,1-1,-1-1,1 0,-1 0,0-1,0 0,0 0,-1-1,0 0,0-1,0 0,0 0,-1 0,0-1,0 0,-1-1,0 1,0-1,-1-1,0 1,0-1,-1 1,0-1,-1-1,0 1,0 0,-1-1,0 1,-1-1,0-3,-2 41,7 63,-5-87,1 0,-1-1,1 1,0-1,0 0,0 0,0 0,1 0,-1 0,1 0,0 0,0-1,0 1,0-1,0 0,0 0,1 0,-1-1,1 1,-1-1,1 0,0 0,0 0,-1 0,1 0,0-1,0 0,0 0,-1 0,1 0,0-1,0 1,0-1,-1 0,1 0,0 0,2-2,3-1,0-1,0 0,-1 0,0-1,0 0,0-1,-1 1,0-1,0-1,-1 1,0-1,0 0,-1-1,0 0,-1 1,0-1,0-1,0 1,-2 0,1-1,-1 0,0 1,-1-1,0-6,-1 14,1 1,-1-1,0 1,0 0,0-1,0 1,0-1,0 1,-1-1,1 1,0 0,-1-1,1 1,-1 0,1-1,-1 1,0 0,1 0,-1-1,0 1,0 0,0 0,0 0,0 0,0 0,0 0,0 1,-1-1,1 0,0 0,0 1,-1-1,1 1,0-1,-1 1,1 0,-1-1,1 1,0 0,-1 0,1 0,-1 0,1 0,-1 0,1 1,0-1,-1 0,1 1,0-1,-1 1,1-1,0 1,-1 0,1-1,0 1,0 0,0 0,0 0,0 0,-1 1,-1 1,-1 0,1 1,0 0,0-1,0 1,1 1,-1-1,1 0,0 0,0 1,1-1,-1 1,1 0,0-1,0 1,1 0,-1 0,1 0,0 0,0-1,1 1,0 0,-1 0,1-1,1 1,-1 0,1-1,0 1,0-1,0 0,1 0,-1 1,1-2,0 1,0 0,0 0,1-1,-1 0,1 0,0 0,0 0,14 6,0 0,1-1,0-1,0-1,1-1,-1 0,1-2,0 0,10-1,48 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49.29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 51,'-8'24,"7"-9,1 0,0 0,1 1,1-1,0-1,1 1,0 0,2 0,-1-1,2 0,2 5,-6-17,-1 1,0-1,1 0,0 0,-1 0,1 0,0 0,0 0,0 0,1 0,-1-1,0 1,1-1,-1 0,0 0,1 0,0 0,-1 0,1 0,-1-1,1 1,0-1,0 0,-1 1,1-1,0-1,-1 1,1 0,0-1,0 1,-1-1,1 0,0 0,6-2,-1-1,0 0,0 0,-1-1,1 1,-1-2,0 1,0-1,3-5,0 1,-2 0,0-1,0 0,-1 0,0-1,-1 0,0 0,-1 0,0-1,-1 0,1-6,-7 24,0 1,0 0,1 0,0 0,0-1,1 1,-1 0,1 0,0 0,1 0,0 0,0 0,0 0,0 0,1 0,0-1,0 1,1-1,0 1,0-1,0 0,0 0,1 0,0-1,0 1,0-1,0 0,1 0,3 2,21 4,-1-3</inkml:trace>
  <inkml:trace contextRef="#ctx0" brushRef="#br0" timeOffset="784.65">557 51,'9'21,"1"1,1-2,0 1,1-2,2 1,0-2,10 11,52 43,-73-69,1 0,0-1,-1 0,1 0,0 0,0 0,0-1,0 1,1-1,-1 0,0-1,0 1,1-1,-1 1,0-1,1-1,-1 1,0 0,1-1,-1 0,0 0,4-2,6-6,-1 0,-1-1,0-1,0 0,-1 0,0-1,-1-1,0 0,-1 0,-1-1,0 0,-1 0,0-1,-1 0,-1 0,1-5,2 64,-7-37,1 0,0-1,0 1,1-1,-1 1,1-1,1 0,-1 0,1 0,0-1,1 1,-1-1,1 0,0 0,0-1,1 0,-1 1,1-2,0 1,0-1,0 0,3 1,9 4,1-2,0 0,0-1,0 0,1-2,0 0,5-1,-8-1,0-1,0 0,0-1,0-1,0-1,0 0,0-1,6-3,-16 5,0-1,0 0,0 0,-1-1,1 0,-1 0,0 0,0-1,0 0,-1 0,0 0,0-1,0 0,0 0,-1 0,0 0,0-1,-1 0,0 0,0-1,16-99,-20 129,-1-15,1 1,0-1,0 1,1-1,0 1,0-1,1 1,0-1,1 1,-1-1,1 0,1 0,-1 0,1 0,0 0,1 0,0-1,0 0,0 1,1-2,0 1,0 0,3 1,-3-4,0 0,0-1,1 0,0 0,-1 0,1 0,0-1,0 0,0 0,0-1,0 0,0 0,0 0,-1-1,1 0,0 0,0 0,0-1,-1 0,1 0,-1 0,1-1,-1 1,0-1,0-1,0 1,2-3,4-3,0 0,-1-1,-1 0,1-1,-2 0,1 0,-2-1,1 1,-2-2,0 1,2-5,-8 15,3-3,-1 0,1 0,-2-1,1 1,0 0,-1-1,0 1,0-1,-1 1,0-1,0 1,0-1,0 0,-1 1,-1-5,2 10,0 0,0-1,-1 1,1-1,0 1,-1 0,1-1,0 1,-1 0,1-1,0 1,-1 0,1 0,-1-1,1 1,-1 0,1 0,-1 0,1-1,0 1,-1 0,1 0,-1 0,1 0,-1 0,1 0,-1 0,1 0,-1 0,1 0,-1 0,1 1,-1-1,1 0,-1 0,1 0,0 1,-1-1,1 0,-1 0,1 1,0-1,-1 0,1 1,0-1,-1 0,1 1,0-1,0 1,-1-1,1 0,0 1,0-1,0 1,-1-1,1 1,-13 27,11-22,1-1,0 1,0-1,0 1,1-1,0 1,0 0,0-1,1 1,0 0,0-1,0 1,1-1,0 0,0 1,0-1,1 0,0 0,0 0,0-1,0 1,1-1,-1 0,1 0,0 0,1 0,-1 0,1-1,-1 0,1 0,2 1,14 5,1 0,-1-1,1-1,0-1,1-1,-1-1,1-1,4 0,49 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47.9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0 455,'297'13,"132"-19,-377 5,2791-126,-809 31,-1120 47,-849 41,-49 5</inkml:trace>
  <inkml:trace contextRef="#ctx0" brushRef="#br0" timeOffset="249.025">6965 1,'0'15,"-2"15,-4 12,-2 9,-2 8,0 5,3 1,1-2,5-4,7-8,6-11,7-11,6-14,4-16,1-16,0-13,-4-1</inkml:trace>
  <inkml:trace contextRef="#ctx0" brushRef="#br0" timeOffset="753.353">7179 267,'52'-114,"-52"114,0 0,0 0,0 1,0-1,0 0,0 0,0 1,0-1,0 0,0 0,1 1,-1-1,0 0,0 0,0 0,0 1,0-1,1 0,-1 0,0 0,0 1,0-1,1 0,-1 0,0 0,0 0,1 0,-1 0,0 0,0 0,1 1,-1-1,0 0,0 0,1 0,-1 0,0 0,0 0,1 0,-1 0,0-1,0 1,1 0,-1 0,0 0,0 0,0 0,1 0,-1 0,0 0,0-1,1 1,-1 0,0 0,0 0,0 0,0-1,1 1,-1 0,0 0,0-1,0 1,0 0,0 0,0-1,1 24,-37 145,32-150,1-9,1 0,0 1,1-1,0 0,0 0,1 1,0-1,1 0,0 0,0 1,1-1,1 4,-2-12,0 1,0 0,0-1,1 1,-1-1,0 1,1-1,-1 0,0 0,1 0,0 0,-1 0,1 0,0 0,-1 0,1 0,0-1,0 1,-1-1,1 1,0-1,0 0,0 0,0 0,0 0,0 0,0 0,-1 0,1-1,0 1,0-1,0 1,0-1,-1 0,1 1,1-2,58-38,-46 24,0-1,-2-1,0-1,-1 0,-1 0,-1-1,-1 0,4-13,3-3,-14 31,0 0,0 1,1-1,-1 0,1 1,0 0,1 0,-1 0,1 0,-1 0,1 1,0-1,1 1,-1 0,0 0,1 1,0 0,0-1,-1 1,1 1,0-1,4 0,25-3,0 1,0 1,0 2,7 2,1-1,911 2,476-5,-773-7,-701 20,27-8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47.1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27,'24'233,"-6"135,-16-357,2-25,-3 6,4-17,1 1,1 0,1 0,1 1,1 0,1 0,1 1,1 1,1-1,-12 20,-1-1,1 1,0 0,0 0,1-1,-1 1,0 0,1 1,-1-1,1 0,0 1,-1 0,1-1,0 1,0 0,0 0,0 1,0-1,0 1,0-1,0 1,0 0,0 0,0 0,0 1,0-1,0 1,0-1,0 1,0 0,0 0,0 1,0-1,-1 0,1 1,0 0,1 1,5 5,-1 1,0 0,0 0,-1 0,0 1,-1 0,0 1,0-1,-1 1,-1 0,0 1,0-1,-1 1,0 0,0 11,-3-17,0 0,0 0,0 0,-1 0,0 0,0 0,-1 0,0 0,0-1,0 1,-1 0,0-1,0 0,0 0,0 0,-1 0,0 0,0-1,0 1,-1-1,1 0,-1 0,-2 0,-2 3,-1-2,1 0,-1 0,0 0,0-1,-1-1,1 0,-1 0,0-1,1 0,-1-1,-6 0,-21-3</inkml:trace>
  <inkml:trace contextRef="#ctx0" brushRef="#br0" timeOffset="249.334">481 0,'5'3,"8"11,11 18,8 21,4 22,-1 21,-5 17,-11 14,-15 9,-17-1,-7-24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5:57.2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0,'85'247,"-47"-72,-38-174,0-1,-1 1,1 0,0-1,0 1,0-1,0 1,0-1,0 1,0-1,0 1,0-1,0 1,0 0,0-1,0 1,0-1,1 1,-1-1,0 1,0-1,1 1,-1-1,0 1,1-1,-1 0,0 1,1-1,-1 1,1-1,-1 0,1 1,-1-1,0 0,1 0,-1 1,1-1,-1 0,1 0,0 0,-1 0,1 1,-1-1,1 0,-1 0,1 0,-1 0,1 0,0-1,13-26,101-298,-97 287,-8 56,-4 66,-6-58,1 0,2-1,1 0,0 0,2 0,1 0,1 0,-8-24,0 1,1 0,-1 0,0-1,1 1,-1 0,1 0,-1-1,1 1,0 0,0-1,0 1,0-1,0 1,0-1,0 0,0 1,1-1,-1 0,0 0,1 0,-1 0,1 0,-1 0,1 0,0 0,-1-1,1 1,0-1,0 1,-1-1,1 0,0 1,0-1,0 0,-1 0,1 0,0-1,0 1,-1 0,1-1,0 1,0-1,10-11,-1 0,-1-1,0 0,-1-1,0 0,-1 0,-1-1,0 0,2-9,-6 17,10-21,-1 0,-2-1,-1 0,-1 0,-1-1,0-16,-20 72,7-5,1 0,0 1,2-1,0 1,2 0,0 0,1-1,2 1,0 0,1 0,1-1,1 0,1 0,6 13,-9-27,1-1,0 0,1 1,-1-2,1 1,0 0,1-1,-1 0,1 0,0-1,1 1,-1-1,1-1,-1 1,3-1,21 8</inkml:trace>
  <inkml:trace contextRef="#ctx0" brushRef="#br0" timeOffset="241.355">949 428,'0'7,"0"8,0 10,0 4,0 5,0 2,2 1,8-4,11-6,12-7,12-7,12-6,6-8,0-9,-11-3</inkml:trace>
  <inkml:trace contextRef="#ctx0" brushRef="#br0" timeOffset="242.355">976 93,'-10'5,"-2"3,1 3,4 0,8-3,8-2,8-2,2-4,-1-5,-4-3,-5-2,-5-3,-9 2,-9 2,-11 3,-8 2,0 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03.5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0,'23'0,"21"0,17 0,11 0,5 0,1 0,-6 0,-8 0,-11 2,-12 1,-11 0,-10 2,-9-1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0.5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279 117,'-8'-4,"-1"1,1 0,-1 0,0 0,1 1,-1 1,0 0,0 0,-1 0,1 1,0 1,0-1,0 2,0-1,0 1,0 0,1 1,-1 0,1 1,0 0,-1 0,2 0,-1 1,0 0,1 1,0 0,0 0,1 0,0 1,-1 0,5-4,0-1,0 1,0 0,0-1,0 1,0 0,1 0,0 0,-1 0,1 1,0-1,0 0,1 0,-1 1,1-1,0 0,0 1,0-1,0 0,0 1,1-1,-1 0,1 1,0-1,0 0,0 0,1 0,-1 0,1 0,-1 0,1 0,0 0,0-1,0 1,1-1,-1 1,1-1,-1 0,1 0,2 1,0-1,1 0,-1-1,1 1,0-1,-1 0,1-1,0 0,0 0,0 0,0 0,-1-1,1 0,0 0,-1-1,1 1,-1-1,1 0,-1-1,0 1,0-1,5-3,0-1,1-1,-1 0,-1 0,1-1,-2 0,1-1,-1 0,0 0,3-8,-4 7,-1-1,-1-1,0 1,-1-1,0 0,-1 0,1-6,-6 33,1 0,0 0,1 0,1 0,0 0,1 0,1-1,0 1,0-1,2 1,-1-1,2 0,0-1,0 1,1-1,8 10,-13-21,-1 1,0-1,1 1,0-1,-1 0,1 0,0 0,-1 0,1 0,0 0,0 0,0-1,0 1,0-1,0 1,0-1,0 0,0 0,0 0,0 0,0 0,0 0,0 0,0-1,0 1,0-1,-1 0,1 1,0-1,0 0,0 0,-1 0,1 0,0 0,-1-1,1 1,-1 0,1-1,-1 1,0-1,0 0,1 0,41-80,-9-100,-35 180,1 1,0 0,-1-1,1 1,0 0,0-1,0 1,0 0,0-1,0 1,0-1,1 1,-1 0,0-1,1 1,-1 0,1 0,0-1,-1 1,1 0,0 0,0 0,-1 0,1 0,0 0,0 0,0 0,0 0,1 0,-1 1,0-1,0 0,0 1,1-1,-1 1,0-1,0 1,1-1,-1 1,0 0,1 0,-1 0,1 0,-1 0,0 0,1 0,0 0,151 80,-146-76,1 0,-1 0,0 0,-1 1,1 0,-1 0,0 1,0-1,0 2,-1-1,0 0,-1 1,1 0,-1 0,0 0,-1 1,0-1,0 1,0 0,0 4,-1 117,-1-127,-1 1,1-1,0 1,0-1,0 1,1-1,-1 0,1 1,-1-1,1 0,0 0,-1 0,1 0,0 0,1-1,-1 1,0-1,0 1,1-1,-1 0,0 0,1 0,0 0,-1 0,1 0,-1-1,1 0,0 1,77 0,-64-2,0-1,0-1,0 0,0-1,-1 0,0-1,0-1,0-1,-1 0,0-1,0 0,-1-1,0 0,0-1,-1-1,-1 0,0-1,0 0,4-7,-13 15,0 1,0 0,0-1,0 0,-1 1,1-1,-1 0,0 0,0 0,-1 0,1 0,-1 0,0 1,0-1,0 0,0 0,-1 0,0 0,0 0,0 0,0 0,0 0,-1 1,0-1,1 1,-1-1,-1 1,1 0,0 0,-1 0,0 0,0 0,1 0,-2 1,1-1,0 1,0 0,-1 0,1 0,-1 0,0 1,1 0,-1-1,0 1,0 1,0-1,0 0,0 1,-1 0,0 1,0 0,0 0,1 0,-1 0,1 1,-1 0,1 0,0 0,-1 1,1 0,0-1,1 1,-1 1,0-1,1 0,0 1,0 0,0 0,0 0,0 0,1 0,0 0,0 1,0-1,1 1,-1-1,1 1,0 0,0-1,1 1,-1 0,1 0,0 0,0 0,1-1,0 1,-1 0,2 0,-1-1,0 1,1 0,0-1,0 0,1 2,5 3,0-1,1 1,0-1,0-1,0 0,1 0,1-1,-1 0,1 0,0-2,0 1,0-1,1-1,-1 0,1 0,4-1,68 16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09.4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132 214,'-13'32,"2"0,2 1,0 0,3 0,0 0,0 29,-3 113,8-291,-5-1,-5 1,-8-14,-7-2,27 130,0-1,0 1,0 0,0 0,0 0,1 0,-1 1,1-1,-1 0,1 1,-1-1,1 1,0-1,0 1,0 0,0-1,0 1,0 0,0 1,0-1,1 0,-1 0,0 1,0 0,1-1,-1 1,0 0,1 0,-1 0,0 0,1 1,-1-1,2 1,2-1,368-1,-347 1,-10-1,0 1,1 1,-1 0,0 1,-1 1,1 1,12 4,-7 7,-11 0</inkml:trace>
  <inkml:trace contextRef="#ctx0" brushRef="#br0" timeOffset="245.345">26 361,'13'4,"17"3,15-2,22-4,20-9,17-4,14-5,8-1,-19 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05.5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271 465,'-17'-5,"0"1,0 0,-1 1,0 1,1 0,-1 1,-2 2,15-1,-1 0,1 1,0 0,-1 0,1 0,0 1,0 0,0 0,0 0,0 1,0-1,1 1,-1 0,1 1,0-1,0 1,0 0,0 0,1 0,-1 0,1 1,0-1,1 1,-3 4,-12 66,17-73,0 0,-1 0,2 1,-1-1,0 0,0 1,1-1,-1 0,1 0,-1 0,1 1,0-1,0 0,0 0,0 0,0 0,1-1,-1 1,1 0,-1 0,1-1,0 1,-1-1,1 1,0-1,0 0,0 0,0 0,0 0,0 0,0 0,1 0,2-2,0 1,0-1,1 0,-1 0,0 0,0-1,0 0,0 0,-1 0,1 0,0-1,-1 0,0 0,0 0,0 0,0-1,0 0,0 1,-1-1,0-1,0 1,0 0,1-4,10-19,-1-1,-2 0,-1-1,-1 0,-1 0,-2-1,-1 0,-1 0,-2 0,-1-1,-1 1,-1-1,-2 1,-4-14,-16-84,23 128,0 0,0 1,0-1,0 1,0-1,0 0,0 1,0-1,0 1,0-1,0 1,0-1,0 0,0 1,-1-1,1 0,0 1,0-1,0 1,0-1,-1 0,1 1,0-1,-1 0,1 0,0 1,0-1,-1 0,1 1,0-1,-1 0,1 0,-1 0,1 0,0 1,-1-1,1 0,-1 0,1 0,0 0,-1 0,1 0,-1 0,1 0,0 0,-1 0,1 0,-1 0,1 0,0 0,-1-1,1 1,-1 0,1 0,0 0,-1-1,1 1,0 0,-1 0,-5 47,2 0,1 0,3 1,3 15,-2-57,-1-2,-1 20,1-1,1 0,1 0,2 0,0 0,1 0,1-1,1 1,2-2,0 1,8 13,-12-29,0 0,0 0,1-1,0 1,0-1,0-1,1 1,-1-1,1 0,0-1,0 0,0 0,1 0,-1-1,1 0,0 0,-1-1,1 0,0 0,0-1,0 0,3-1,10-1,0-1,0 0,-1-2,1 0,-1-2,-1 0,17-8,-18 7,-1 0,1-1,-2-1,1-1,-1 0,-1-1,0-1,-1 0,10-12,-22 24,-1 0,1-1,-1 1,1-1,-1 1,0-1,0 1,0-1,0 1,0-1,0 0,0 0,-1 1,1-1,-1 0,1 0,-1 0,0 0,1 0,-1 0,0 0,0 1,-1-1,1 0,0 0,-1 0,1 0,-1 0,1 0,-1 1,0-1,0 0,0 0,0 1,0-1,0 1,0-1,0 1,-1-1,1 1,-1 0,-1-1,-2 0,-1 0,1 0,-1 1,0 0,0 0,1 0,-1 1,0 0,0 0,0 0,0 1,0 0,1 0,-1 0,0 1,1 0,-1 0,1 1,0-1,-1 1,-6 4,1 0,0 1,0 0,0 0,1 2,0-1,1 1,-1 1,3-4,1 0,0 1,1-1,0 1,0 0,1 0,-1 1,2 0,-1-1,1 1,1 0,0 0,0 1,1-1,0 0,1-6,0-1,1 0,-1 0,1 1,-1-1,1 0,0 0,0 0,0 0,0 0,0 0,1 0,-1 0,1-1,-1 1,1 0,-1-1,1 0,0 1,0-1,0 0,0 0,0 0,0 0,0 0,0 0,0 0,0-1,1 1,-1-1,0 0,0 1,1-1,-1 0,1 0,79-15,-71 11,1-1,-1-1,0 1,-1-2,1 1,-1-2,0 1,-1-1,0-1,0 0,-1 0,0 0,-1-1,0 0,0-1,-1 0,0 0,-1 0,-1 0,0-1,0 0,1-9,-4 20,-1 0,1-1,-1 1,1 0,-1 0,0 0,0-1,1 1,-1 0,0-1,0 1,0 0,-1 0,1-1,0 1,0 0,-1 0,1-1,0 1,-1 0,1 0,-1 0,0 0,1-1,-1 1,0 0,0 0,0 0,0 1,1-1,-1 0,0 0,-1 0,1 1,0-1,0 0,0 1,0-1,0 1,-1 0,1-1,0 1,0 0,-1 0,1-1,0 1,-1 0,1 0,0 1,0-1,-1 0,1 0,0 1,0-1,-1 0,1 1,0 0,0-1,0 1,0-1,0 1,-1 1,-2 2,0 0,1 1,0-1,0 1,0 0,0 0,1 0,0 0,0 1,0-1,1 1,0-1,0 1,0-1,0 1,1 0,0-1,0 1,1 0,0-1,0 1,0-1,0 1,1-1,0 0,0 1,1-1,-1 0,1 0,0-1,3 4,1-3,1 0,0 0,0-1,0 1,1-2,0 0,0 0,-1 0,1-1,1 0,-1-1,0 0,0-1,1 0,2 0,47-1</inkml:trace>
  <inkml:trace contextRef="#ctx0" brushRef="#br0" timeOffset="2827.597">1434 425,'-7'-5,"-2"1,1 0,0 0,-1 1,0 0,0 1,0 0,0 0,0 1,0 0,0 1,0 0,-1 0,1 1,0 0,0 0,0 1,0 1,0-1,1 1,-1 1,1 0,-1 0,1 0,1 1,-1 1,1-1,0 1,0 0,0 1,1-1,0 1,0 1,1-1,-4 8,6-11,1 0,0 0,0 0,0 0,1 0,-1 0,1 1,0-1,1 0,-1 1,1-1,-1 0,1 1,0-1,1 1,-1-1,1 0,0 1,0-1,1 0,-1 0,1 0,0 0,0 0,0 0,0 0,1 0,-1-1,1 0,0 1,0-1,0 0,2 1,9 4,1 0,-1-1,1-1,1 0,-1-1,1-1,-1 0,1-1,0-1,1 0,-1-1,0-1,0-1,7 0,6 0,0-2,0 0,0-2,0-1,-1-2,0 0,0-2,-1-1,0-1,0-2,-21 11,0-1,0 0,-1-1,1 0,-1 1,0-2,0 1,-1 0,1-1,-1 0,0 0,1-5,-6 19,0 1,0-1,1 0,0 0,0 1,1-1,0 0,1 0,0 0,0 0,0 0,3 5,-4-12,0 1,0-1,0 0,0 1,0-1,0 0,0 0,0 0,1 0,-1 0,0 0,1 0,-1 0,1 0,-1-1,1 1,-1 0,1-1,0 0,-1 1,1-1,-1 0,1 0,0 0,-1 0,1 0,0 0,-1 0,1 0,0-1,-1 1,1-1,-1 1,1-1,-1 0,1 0,-1 1,0-1,1 0,-1 0,0 0,51-50,-50 49,0-1,0 1,0-1,0 1,-1-1,1 0,-1 1,1-1,-1 0,0 0,0 0,0 0,0 0,-1-1,1 1,-1 0,0 0,0 0,0 0,0-1,-1 1,1 0,-1 0,0 0,0 0,0 0,0 0,-1 0,1 0,-1 1,1-1,-1 0,0 1,0-1,-2-1,-3 0,1 0,-1 1,-1 0,1 0,0 0,-1 1,1 0,-1 0,0 1,1 0,-1 1,0-1,0 1,0 1,1 0,-1 0,0 0,0 1,1 0,-1 1,1-1,0 1,0 1,0-1,0 1,1 1,-1 0,1 0,0 0,0 1,1 0,0 0,0 0,0 1,1-1,0 1,0 0,1 1,0-1,0 0,1 1,-1 1,2-6,1 1,-1 0,1-1,-1 1,1-1,0 1,1 0,-1-1,0 1,1-1,0 1,0-1,0 1,0-1,1 1,-1-1,1 0,0 0,0 0,0 0,0 0,0 0,1-1,-1 1,1-1,0 1,0-1,0 0,0 0,0 0,0-1,1 1,2 0,36 11,2-6</inkml:trace>
  <inkml:trace contextRef="#ctx0" brushRef="#br0" timeOffset="3078.683">2050 158,'-21'0,"-13"2,-5 6,-1 7,6 9,9 5,9 4,12 3,11 0,4-6</inkml:trace>
  <inkml:trace contextRef="#ctx0" brushRef="#br0" timeOffset="3243.243">2183 665,'18'12,"16"5,10 1,10-4,8-7,9-11,-9-4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1.86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18,'4'-2,"-1"0,1 0,-1 0,1 0,0 0,0 1,-1 0,1 0,0 0,0 0,0 1,0-1,1 1,-1 0,0 0,0 1,0-1,0 1,0 0,0 0,0 0,-1 0,1 1,0 0,-1-1,1 1,-1 1,1-1,-1 0,0 1,3 2,3 6,0-1,0 1,-1 0,0 0,-1 1,0 1,-1-1,-1 1,0 0,19 36,-24-47,0-1,1 1,-1-1,1 0,-1 1,1-1,0 0,-1 0,1 1,0-1,0 0,0 0,0 0,0 0,0 0,0 0,0 0,1 0,-1 0,0-1,0 1,1-1,-1 1,0 0,1-1,-1 0,1 1,-1-1,1 0,-1 0,0 0,1 0,-1 0,1 0,-1 0,1-1,-1 1,1 0,-1-1,0 1,2-1,8-9,-1 0,1 0,-2-1,1-1,-2 1,1-1,-2-1,1 0,-2 0,5-13,19-42,-29 92,-1-23,-4 104,4-101,1 1,0-1,0 0,0 0,0 0,1 0,-1 0,1 0,0 0,0-1,1 1,-1 0,1-1,0 0,0 0,0 0,0 0,0 0,1-1,-1 1,1-1,0 0,1 1,1-1,-1 1,1-2,0 1,-1 0,1-1,0 0,0-1,0 1,0-1,0 0,0-1,0 1,0-1,0-1,-1 1,1-1,0 0,-1 0,1 0,-1-1,0 0,1 0,-1 0,-1-1,1 1,0-1,-1 0,0-1,0 1,0-1,-1 0,0 0,1 0,-2 0,1 0,-1-1,1 1,-1-1,0-4,0 2,-1 1,0 0,0-1,-1 1,0-1,0 1,0-1,-1 1,-1-1,1 1,-1 0,-2-4,4 10,0 1,0 0,0-1,0 1,0-1,0 1,0 0,0-1,0 1,-1-1,1 1,0 0,0-1,0 1,-1 0,1-1,0 1,-1 0,1-1,0 1,-1 0,1 0,0-1,-1 1,1 0,0 0,-1 0,1-1,-1 1,1 0,0 0,-1 0,1 0,-1 0,1 0,-1 0,1 0,0 0,-1 0,1 0,-1 0,1 0,0 0,-1 1,1-1,-1 0,1 0,0 0,-1 1,1-1,0 0,-1 0,1 1,0-1,-1 0,1 1,0-1,0 0,-1 1,1-1,0 0,0 1,0-1,-1 1,1-1,0 0,0 1,0-1,0 1,0-1,-10 32,8-24,1-1,1 0,-1 1,1-1,0 0,1 1,0-1,0 0,0 1,1-1,0 0,1 0,0 0,0-1,0 1,0-1,1 1,0-1,1 0,0-1,-1 1,2-1,-1 0,1 0,-1 0,3 0,12 5,0 0,1-1,0-2,1 0,-1-1,1-1,1-1,-1-1,0-1,1-1,-1-1,1-1,-1 0,10-4,-9 3,-1 0,0-2,0-1,0 0,0-2,-1-1,0 0,-1-1,0-2,17-10,-34 19,0 0,0 0,0 0,-1 0,1 0,-1 0,1-1,-1 1,0-1,0 0,0 0,-1 0,1 1,0-2,-1 1,0 0,0 0,0 0,0 0,-1-1,1 1,-1 0,1-1,-1 1,0-1,-1 1,1 0,-1-1,1 1,-1 0,0 0,0-1,0 1,-1 0,1 0,-1 0,0 0,-1-1,-4-2,-1 0,0 1,0 0,0 1,-1 0,0 0,0 1,0 0,0 0,0 1,0 1,-1-1,1 1,0 1,-1 0,1 0,-1 1,1 0,0 1,-1 0,1 0,0 1,0 0,0 0,1 1,-1 1,1-1,0 1,-3 3,3-2,1 0,0 0,0 1,1-1,-1 1,2 1,-1-1,1 1,0 0,0 1,4-6,-1-1,1 1,-1 0,1 0,0-1,0 1,0 0,1 0,-1 0,1 0,0 0,-1 1,1-1,1 0,-1 0,0 0,1 0,-1 0,1 0,0 0,0 0,0-1,1 1,-1 0,1 0,-1-1,1 1,0-1,0 1,0-1,2 2,4 0,1 0,0 0,0 0,0-1,0-1,1 1,-1-2,1 1,-1-1,1-1,-1 1,1-2,0 1,-1-1,1-1,-1 0,0 0,1-1,7-3,-9 3,1-1,-1 1,-1-1,1-1,0 1,-1-1,0-1,0 1,-1-1,0 0,0-1,0 0,0 0,-1 0,-1 0,1-1,-1 0,0 1,-1-2,0 1,0 0,-1-1,0 1,0-1,-1 0,0 1,-1-3,-4 68,3-52,1 1,-1 0,1 0,0-1,1 1,0 0,0 0,0-1,0 1,1-1,0 1,0-1,0 0,1 0,0 0,0 0,0 0,1 0,-1-1,1 0,0 1,1-1,-1-1,1 1,3 2,0-3,0-1,0 0,0 0,0 0,0-1,0 0,0-1,0 1,0-2,1 1,-1-1,0 0,0-1,0 0,0 0,0-1,-1 0,1 0,5-5,0 1,0-1,0 0,-1-1,0 0,-1-1,0-1,-1 1,0-2,-1 1,4-8,-7 11,0 0,-1 0,0-1,0 0,-1 0,0 0,-1-1,0 1,-1-1,0 0,0 1,-3 9,1-1,-1 1,0 1,1-1,-1 0,0 0,1 0,-1 0,0 0,1 1,-1-1,0 0,1 0,-1 1,1-1,-1 1,1-1,-1 0,1 1,-1-1,1 1,-1-1,1 1,-1 0,1-1,0 1,-1-1,1 1,0 0,0-1,-1 1,1 0,0-1,0 1,0 0,0-1,0 1,0 0,0-1,0 1,0 0,-4 10,0 1,1 0,1 0,-1 0,2 0,0 0,0 1,2 5,-1-13,0-1,1 1,-1 0,1-1,1 1,-1 0,1-1,-1 0,1 1,1-1,-1 0,0 0,1 0,0 0,0-1,0 1,0-1,1 0,-1 1,1-2,0 1,0 0,2 0,67 16,-36-18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2.0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1,'16'16,"24"12,22 6,2-3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6.6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371 632,'-3'-10,"-1"1,0-1,-1 1,0 0,0 1,-1-1,0 1,0 0,-1 1,0-1,0 1,-1 1,0-1,0 1,-1 1,0 0,0 0,0 0,0 1,-1 1,1 0,-1 0,0 1,0 0,0 0,0 1,0 1,-1-1,1 2,0 0,0 0,0 0,-8 3,12-1,0-1,1 1,-1 1,0-1,1 1,0 0,0 0,0 0,0 1,1-1,0 1,0 0,0 1,0-1,1 1,0 0,1-3,1-1,0 1,0 0,0-1,0 1,1 0,-1 0,1 0,-1 0,1 0,0-1,0 1,0 0,1 0,-1 0,1 0,-1 0,1-1,0 1,0 0,0 0,1-1,-1 1,1-1,-1 1,1-1,0 0,0 0,0 1,0-1,0-1,0 1,1 0,-1 0,1-1,0 1,10 3,0-1,1 0,-1 0,1-2,0 0,0 0,0-1,0-1,0 0,0-1,0-1,0 0,-1 0,1-2,-1 0,1 0,-1-1,0-1,8-5,-9 5,0-1,0 0,-1-1,0 0,0-1,-1 0,0-1,0 0,-1-1,-1 0,0 0,0-1,-1 0,0 0,-2 0,1-1,-1 0,-1 0,0-1,-1 1,1-11,3-24,-1 0,-3 0,-2 0,-4-42,-13 5,15 83,0 1,1 0,-1 0,0 0,0 1,0-1,0 0,0 0,0 0,0 1,0-1,0 0,-1 1,1-1,0 1,0 0,0-1,-1 1,1 0,0 0,0-1,-1 1,1 0,0 0,-1 1,1-1,0 0,0 0,-1 1,1-1,0 0,0 1,0-1,0 1,-1 0,1-1,0 1,0 0,0 0,0 0,0-1,1 1,-1 0,0 0,0 0,0 0,1 1,-1-1,1 0,-1 0,1 0,-1 1,1-1,0 0,0 0,-1 1,1-1,-13 23,1 0,0 1,2 0,1 1,1 0,1 1,2 0,0 0,2 0,1 0,1 6,1-14,0-1,1 1,1-1,1 1,0-1,2 0,0 0,1-1,5 11,-8-21,1 1,0-1,0 0,1-1,0 1,0-1,0 0,1 0,0-1,0 1,1-1,0-1,-1 1,1-1,1 0,-1-1,0 0,1 0,0 0,0-1,0 0,6 0,-4-2,0 0,1-1,-1 0,-1-1,1 0,0 0,0-1,-1 0,1-1,-1 0,0-1,0 0,-1 0,1 0,-1-1,0-1,-1 0,0 0,0 0,0-1,-1 1,0-2,0 1,-1-1,0 0,-1 0,0 0,0 0,-1-1,0 0,-1 1,0-1,-1 0,1-7,-15-43,13 59,-1 0,0 0,1 0,-1 0,0 0,0 0,0 0,0 0,0 0,0 1,0-1,0 0,0 1,0-1,0 1,-1-1,1 1,0 0,0-1,0 1,-1 0,1 0,0 0,0 0,-1 0,1 0,0 0,0 0,-1 0,1 1,0-1,0 1,0-1,0 1,-1-1,1 1,0-1,0 1,0 0,0 0,0-1,1 1,-1 0,0 0,0 0,0 1,-3 2,1 1,0-1,0 1,1 0,-1 0,1 0,0 0,1 0,-1 0,1 1,0-1,0 0,0 1,1-1,0 1,0-1,0 1,1-1,0 0,0 1,0-1,1 0,0 0,0 0,0 0,0 0,1 0,0 0,0-1,0 0,1 1,-1-1,1 0,0-1,0 1,0-1,1 1,-1-1,4 1,15 12,0-1,1-2,1 0,0-1,19 5,50 16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22.9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1 834,'31'-13,"0"0,0-2,-2-2,0 0,-1-2,0-1,-2-1,-1-2,0 0,-2-2,-1 0,0-2,-2 0,-2-1,12-22,-20 27,-1-1,-1 0,-1 0,-1-1,-2 0,0 0,-1 0,-2 0,0 0,-2 0,-1-1,-2-8,4 28,-1-1,0 1,0 0,-1 0,1-1,-1 1,-1 0,1 1,-1-1,0 0,0 1,-1-1,0 1,0 0,0 1,0-1,-1 0,1 1,-1 0,-1 0,1 1,0 0,-1-1,0 2,1-1,-1 1,0 0,0 0,-1 0,1 1,0 0,0 0,-7 1,6 1,1 1,-1 1,0-1,1 1,0 0,-1 0,1 1,1 0,-1 0,0 0,1 1,0 0,0 0,0 0,1 1,0-1,-3 6,-3 5,1 1,0 0,1 0,1 1,1 0,0 2,-1 6,0 0,2 0,0 0,2 0,1 1,1-1,2 1,0-1,2 0,1 1,0-1,3 0,0-1,1 0,1 0,2 0,0-1,10 13,-11-24,1-2,0 1,0-2,1 1,0-2,1 1,0-2,0 0,1 0,0-1,0-1,1-1,0 0,0 0,9 0,-14-3,-1 0,1-1,0 0,0 0,0-1,-1 0,1-1,0 0,0-1,-1 0,1-1,-1 1,0-2,0 1,0-2,0 1,0-1,-1 0,0-1,0 0,-1 0,1 0,-1-1,-1 0,2-2,31-68,-34 171,-1-86,1 0,-1 0,1 0,0-1,1 0,0 0,0 0,0-1,1 0,0 0,0-1,1 0,-1 0,1-1,0 1,1-2,-1 1,1-1,-1-1,1 1,0-2,0 1,0-1,0 0,0-1,0 0,0-1,0 0,0 0,0 0,-1-2,3 0,-6 2,0-1,-1 0,1 0,-1 0,1 0,-1-1,0 0,0 0,0 0,0 0,-1-1,1 0,-1 1,0-1,0 0,-1 0,1-1,-1 1,0-1,0 1,0-1,0 0,-1 1,0-1,0 0,0 0,-1 0,1 0,-1 0,-1 0,1 0,-1 0,1 0,-1 0,-1 0,1 1,-1-1,0 0,0 1,0-1,0 1,-2-2,-4-3,1 1,-1 1,-1-1,1 1,-1 0,-1 1,1 0,-1 1,0 0,0 0,-1 1,1 0,-1 1,0 0,0 1,0 0,0 1,0 0,0 1,-1 0,1 1,0 0,0 1,0 0,-8 3,15-5,0 0,1 1,-1 0,1 0,-1 0,1 0,-1 1,1-1,0 1,-1 0,1 0,0 0,0 0,1 1,-1-1,0 1,1 0,0 0,-1-1,1 2,0-1,0 0,1 0,-1 1,1-1,0 0,-1 1,2 0,-1-1,0 1,1-1,-1 1,1 0,0 0,0-1,1 1,-1 0,1-1,0 1,1 3,7 4,1 0,1 0,-1-1,2-1,-1 0,2 0,-1-1,1-1,0 0,0 0,1-2,0 1,0-2,0 0,1-1,11 2,60 12,-6-4</inkml:trace>
  <inkml:trace contextRef="#ctx0" brushRef="#br0" timeOffset="613.863">1445 714,'-6'-7,"0"1,-1 0,1 0,-1 1,0-1,-1 2,1-1,-1 1,0 0,0 1,0 0,-1 0,1 0,-1 1,1 1,-1 0,0 0,0 0,1 1,-1 0,0 1,0 0,1 1,-1-1,0 2,1-1,0 1,0 0,0 1,0 0,0 0,1 1,-1 0,1 0,0 1,1 0,-1 1,5-7,0 1,0 1,0-1,1 0,-1 0,0 1,1-1,-1 1,1 0,-1-1,1 1,0 0,0 0,-1 0,1 0,1-1,-1 2,0-1,0 0,1 0,-1 0,1 0,0 0,0 0,0 1,0-1,0 0,0 0,0 0,1 0,-1 1,1-1,-1 0,1 0,0 0,0 0,0 0,0 0,0-1,1 1,-1 0,0 0,1-1,-1 1,1-1,0 1,12 4,0 0,0-2,1 0,-1 0,1-1,-1-1,1 0,0-1,0-1,0 0,8-2,-3 1,0-1,0-1,0-1,-1 0,1-1,-1-2,0 0,-1-1,6-3,-24 10,1 1,-1-1,1 1,-1-1,1 1,-1 0,1-1,-1 1,1 0,0-1,-1 1,1 0,0-1,-1 1,1 0,0 0,-1 0,1 0,0 0,-1 0,1 0,0 0,-1 0,1 0,0 0,0 0,-1 1,1-1,-1 0,1 0,0 1,-1-1,1 0,-1 1,1-1,0 0,-1 1,1-1,-1 1,1-1,-1 1,0 0,1-1,-1 1,0-1,1 1,-1 0,0-1,1 1,-1 0,0-1,0 1,0 0,0-1,0 1,0 0,0-1,0 1,0 0,0-1,0 1,0 0,-1 0,15 181,22-14,8 65,-49-175,5-57,0 0,0 0,0 0,-1 0,1 0,0 0,-1 0,1 0,0 0,-1 0,1 0,-1 0,0-1,1 1,-1 0,0 0,1-1,-1 1,0 0,0-1,0 1,0-1,0 1,1-1,-1 1,0-1,0 0,0 1,0-1,0 0,0 0,0 0,0 0,0 0,0 0,0 0,0 0,0 0,0 0,0-1,0 1,0 0,0-1,0 1,0-1,0 1,0-1,0 1,1-1,-1 1,0-2,-6-4,0-1,1-1,0 1,0-1,1 0,0 0,0-1,1 0,0 1,1-1,0-1,0 1,1 0,0-1,1 1,0-1,0-7,1 0,1 0,0 0,1 0,1 0,0 1,2-1,-1 1,2 0,0 0,1 1,1 0,7-11,18-24,2 1,38-41,-71 87,184-218,-166 197,-9 22,-13 23,1-16,-1 4,1 0,0 0,0 0,1 0,0 0,0 0,1 0,0 0,1 0,0-1,0 1,1 0,0-1,1 0,-1 0,2 0,-1 0,1 0,0-1,1 0,1 1,0-1,0 0,1 0,0-1,0 0,1-1,0 0,0 0,0 0,0-2,1 1,1 0,17 2</inkml:trace>
  <inkml:trace contextRef="#ctx0" brushRef="#br0" timeOffset="869.696">2180 366,'16'18,"17"15,16 9,-1-3</inkml:trace>
  <inkml:trace contextRef="#ctx0" brushRef="#br0" timeOffset="1121.557">2754 753,'-20'-9,"-16"-5,-14-3,-9 2,-5 3,-3 4,8 5,10 11,13 7,14 9,17 7,20 8,25 0,22 2,22-4,18-7,10-8,-12-7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7.02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 0,'-1'7,"-3"15,1 1,0-1,2 1,1-1,0 1,2-1,0 1,2-1,1 0,5 16,-8-33,0-1,0 1,0-1,1 1,0-1,0 0,0 0,1 0,-1-1,1 1,0-1,0 0,0 0,0 0,0-1,1 1,-1-1,1 0,0 0,0-1,-1 1,1-1,0 0,0 0,0-1,0 0,0 0,1 0,-1 0,0-1,0 0,0 0,-1 0,1 0,0-1,0 0,-1 0,2-1,6-5,-1 0,0-1,0-1,-1 0,0-1,-1 1,0-2,-1 1,0-1,-1-1,0 1,-1-1,0 0,-1-1,-1 1,0-1,-1 0,0 0,-1 0,-1-3,-2 3,-7 40,6-18,0 0,0 1,1-1,0 0,0 0,1 0,0 1,0-1,1 0,0 0,1 1,-1-1,2 0,-1 0,1-1,0 1,1-1,0 1,0-1,0 0,1 0,0-1,1 0,-1 0,1 0,6 4,22 10,-1-7</inkml:trace>
  <inkml:trace contextRef="#ctx0" brushRef="#br0" timeOffset="5072.526">695 13,'171'307,"-157"-259,-18-60,3 3,0 0,1 0,0 1,0-1,1 0,1 0,-1 1,1-1,1 1,-1-1,2 1,-1 0,1 0,0 0,1 1,-1-1,2 1,-1 0,1 1,0-1,0 1,1 0,0 1,0-1,0 1,0 1,1 0,0 0,0 0,0 1,1 0,-1 0,8 0,-12 2,-1 1,0 0,1 0,-1 0,0 0,1 1,-1-1,0 1,0 0,0 0,1 0,-1 0,0 1,-1-1,1 1,0 0,0 0,-1 0,1 0,-1 0,1 1,-1-1,0 1,0-1,0 1,0 0,-1 0,1 0,-1 0,1 1,17 103,-17-84,-2-20,0-1,1 1,-1 0,0-1,1 1,0 0,0-1,0 1,0-1,0 1,0-1,0 1,1-1,-1 0,1 0,0 1,0-1,0 0,0-1,0 1,0 0,0-1,0 1,1-1,-1 0,1 1,-1-1,1 0,-1-1,1 1,0 0,-1-1,1 0,2 1,9 0,0 0,1-1,-1 0,0-1,0-1,0 0,0-1,0-1,-1 0,1 0,-1-2,0 1,0-2,-1 0,0 0,0-1,-1-1,0 0,5-5,15-42,-31 55,0 1,1 0,-1 0,0 0,1 0,-1-1,0 1,1 0,-1 0,0 0,1 0,-1 0,0 0,1 0,-1 0,1 0,-1 0,0 0,1 0,-1 0,0 0,1 0,-1 1,0-1,1 0,-1 0,0 0,1 1,-1-1,0 0,1 0,-1 1,0-1,0 0,1 0,-1 1,0-1,0 0,0 1,1-1,-1 0,0 1,0-1,0 0,0 1,0-1,0 0,0 1,0-1,0 1,0-1,0 0,0 1,0-1,0 0,0 1,0-1,0 1,0-1,-1 0,3 5,2 7,1 1,1-1,0 0,0-1,1 1,1-1,-1 0,2-1,0 0,0 0,1-1,0 0,0-1,4 2,-11-9,0 1,0-1,0 0,1 0,-1-1,0 1,1 0,-1-1,0 0,1 0,-1 0,0 0,1-1,-1 1,0-1,0 0,1 0,-1 0,0 0,0-1,0 1,0-1,0 0,-1 1,1-1,0-1,-1 1,1 0,-1-1,0 1,0-1,0 0,54-99,-51 91,30-81,-36 120,0-18,-1-5,0 1,1 0,-1 0,1-1,1 1,-1 0,1 0,0 0,0 0,1 0,0 0,0 0,0-1,1 1,-1 0,2-1,-1 1,0-1,1 1,0-1,0 0,1 0,-1-1,1 1,0-1,0 0,1 0,2 2,10 1,1 0,0-2,-1 0,2-1,-1-1,0 0,1-2,-1 0,6-1,149-3,-94-3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0.42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1 719,'6'-1,"-1"0,1 0,0-1,0 0,-1 0,1 0,-1-1,1 1,-1-1,0-1,0 1,3-3,0 0,65-49,-3-3,-3-4,34-40,-52 53,-3-3,-1-1,-3-3,3-9,-14 0,-30 63,0 0,-1 0,1 0,-1 0,1-1,-1 1,0 0,0 0,0 0,0 0,0 0,0 0,0 0,-1 0,1 0,-1-1,0 2,1-1,-1 0,0 0,0 0,0 0,-1 0,1 1,0-1,-1 0,1 1,-1-1,1 1,-2-1,-1 1,0 0,1 0,-1 1,0 0,0-1,0 2,1-1,-1 0,0 1,0-1,1 1,-1 0,0 0,1 1,-1-1,1 1,0 0,-1-1,1 1,0 1,0-1,0 0,0 1,1 0,-1 0,1 0,0 0,-1 0,1 0,1 0,-1 1,0-1,1 1,-10 19,1 2,1-1,2 1,0 1,2-1,1 1,0 0,2 0,1 0,2 0,0 4,8 145,25 123,-4-37,-9 15,-12 120,-24-178,3-151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0.9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0 402,'8'-15,"1"0,1 1,0 1,1-1,0 2,1-1,0 2,1-1,0 2,1 0,0 0,1 2,0-1,0 2,24-16,1 2,1 2,0 1,2 2,-1 2,2 2,2 2,-43 9,1-1,0 1,0 0,0 1,0-1,0 1,0-1,0 1,0 0,0 1,-1-1,1 1,0-1,0 1,0 1,0-1,-1 0,1 1,0 0,-1 0,0 0,1 0,-1 0,0 1,0-1,0 1,0 0,-1 0,1 0,1 3,6 25,-10-28,1 1,0 0,-1 0,1-1,0 1,1-1,-1 1,1-1,0 1,-1-1,2 0,-1 0,0 0,0 0,1 0,0 0,-1-1,1 1,0-1,1 0,-1 0,0 0,0 0,1 0,-1-1,1 0,0 0,0 1,3-3,-1 0,1 0,0-1,-1 1,1-1,-1-1,1 1,-1-1,0 0,0-1,0 1,-1-1,1 0,-1-1,0 1,0-1,0 0,-1-1,0 1,0-1,0 1,-1-1,1 0,-1-1,-1 1,1 0,-1-1,-1 1,1-1,-1 0,0 0,0 0,-1-1,0 4,-1 0,1 1,-1-1,0 1,0-1,0 1,0 0,0-1,-1 1,0 0,0 0,0 0,0 0,0 0,0 0,-1 1,1-1,-1 1,0-1,0 1,0 0,0 0,0 1,0-1,0 0,-1 1,1 0,-2-1,-1 1,1-1,-1 1,0 0,0 0,1 0,-1 1,0 0,0 0,0 0,0 1,1 0,-1 0,0 1,1-1,-1 1,1 0,-3 2,4-2,0 0,0 1,0-1,0 1,0 0,0 1,1-1,0 0,0 1,0 0,0 0,0 0,1 0,-1 0,1 0,0 1,1-1,-1 1,1 0,0-1,0 1,0 0,1-1,-1 1,1 0,0 0,1 0,-1-1,1 1,0 0,0 0,1-1,-1 1,1-1,0 1,0-1,0 0,1 0,0 0,-1 0,3 1,20 13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1.5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4 695,'27'-55,"-2"-1,-2-1,-3-1,-3-1,-2 0,-3-1,-2-1,-3 0,-2-18,-4 65,0 9,0-1,-1 1,1 0,-1 0,-1 0,1 0,-1 0,1-1,-2 1,1 0,0 0,-1 1,-1-3,2 7,-1-1,1 1,-1-1,1 1,-1 0,1 0,-1 0,1-1,-1 2,0-1,1 0,-1 0,1 0,-1 1,1-1,-1 0,1 1,-1 0,1-1,0 1,-1 0,1 0,0 0,-1 0,1 0,0 0,0 0,0 0,0 0,0 0,0 1,0-1,1 0,-1 1,0-1,1 1,-1-1,-13 23,1-1,1 2,0 0,3 0,0 1,1 0,1 1,2-1,1 1,-1 23,-1-10,3 1,0 0,3 1,2-1,1 0,2 0,2-1,3 7,-9-41,0 0,1 0,-1-1,1 1,0 0,1-1,-1 0,1 1,0-1,1 0,-1-1,1 1,0-1,0 1,0-1,1 0,0-1,-1 1,1-1,0 0,1 0,-1 0,0-1,1 0,0 0,-1 0,1-1,0 0,0 0,0 0,4-1,0-3,0 0,-1-1,1 0,-1-1,0 0,0-1,-1 1,1-2,-1 1,-1-1,1 0,-1-1,0 0,1-3,-1 4,-6 6,-1 0,0 0,0 1,1-1,-1 0,0 1,0-1,0 1,1-1,-1 0,0 1,1-1,-1 1,1-1,-1 1,1-1,-1 1,0-1,1 1,0 0,-1-1,1 1,-1 0,1-1,-1 1,1 0,0 0,-1-1,1 1,0 0,-1 0,1 0,0 0,-1 0,1 0,0 0,-1 0,1 0,0 0,-1 0,1 1,-1-1,1 0,0 0,-1 1,1-1,-1 0,1 1,-1-1,1 1,-1-1,1 0,-1 1,1-1,-1 1,1-1,-1 1,0 0,1-1,-1 1,10 39,-9-32,0-1,0 0,1 0,0 0,0 0,1 0,0 0,0 0,1-1,0 1,0-1,0 0,1 0,-1-1,1 1,1-1,-1 0,2 0,2-1,1 0,0-1,0-1,0 1,0-1,0-1,0 0,1 0,-1-1,0-1,1 1,-1-2,0 1,0-1,0-1,0 0,0 0,-1-1,1-1,-1 1,0-1,0-1,-1 0,0 0,0 0,0-1,0-1,-1 1,-1-1,1 0,-1 0,4-9,-8 13,0 0,0 0,-1 0,1-1,-1 1,0 0,0-1,0 1,-1-1,0 1,0-1,0 1,0-1,-1 1,1-1,-1 1,0 0,-1-1,1 1,-1 0,0 0,0 0,0 0,0 0,-1 0,0 1,1-1,-1 1,-1-1,1 1,0 0,-1 1,0-1,1 1,-1-1,0 1,0 0,-3-1,0 0,0 0,0 1,0 0,-1 0,1 0,0 1,-1 0,1 1,-1-1,0 2,1-1,-1 1,1 0,0 0,-1 1,1 0,0 0,0 1,0 0,0 0,0 1,1 0,-1 0,1 0,0 1,1 0,-1 0,1 0,0 1,0 0,1 0,-1 0,1 1,1-1,-1 1,1 0,0 1,2-5,0 1,1-1,-1 0,1 0,0 1,0-1,0 0,0 1,0-1,1 0,-1 0,1 1,0-1,0 0,1 0,-1 0,0 0,1 0,0 0,0-1,0 1,0 0,0-1,0 0,1 1,-1-1,1 0,-1 0,4 1,25 14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2.0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247 14,'-16'-4,"-1"0,1 2,-1 0,0 1,0 0,0 2,-2 0,14-1,0 1,0 0,0 0,0 0,0 0,0 1,0 0,0 0,1 0,-1 1,1-1,-1 1,1 0,0 0,0 1,0-1,1 1,-1 0,1 0,0 0,0 0,1 1,-1-1,1 1,0 0,0-1,1 0,0 1,0-1,0 0,1 1,-1-1,1 1,0-1,0 0,1 1,0-1,-1 1,1-1,1 0,-1 1,1-1,-1 0,1 0,0 0,1-1,-1 1,1 0,-1-1,1 1,0-1,2 1,5 5,0 0,1-1,0 0,0-1,1 0,0 0,0-2,3 2,156 42,-133-35,-38-13,0-1,0 1,0-1,0 1,0-1,0 1,0-1,0 1,0-1,0 1,0-1,0 0,0 1,0-1,0 1,0-1,-1 1,1-1,0 1,0-1,-1 0,1 1,0-1,-1 0,1 1,0-1,-1 0,1 1,0-1,-1 0,1 1,-1-1,1 0,0 0,-1 0,1 0,-1 1,1-1,-1 0,1 0,-1 0,1 0,-1 0,1 0,-1 0,-11 4,-1-1,1 0,-1-1,0 0,1-1,-1 0,0-1,0-1,0 0,1 0,-3-2,13 3,1 0,-1 0,1-1,0 1,-1 0,1-1,0 1,-1-1,1 1,0-1,-1 0,1 0,0 1,0-1,0 0,0 0,0 0,0 0,0 0,0 0,0-1,1 1,-1 0,0 0,1 0,-1-1,1 1,-1 0,1-1,0 1,-1-1,1 1,0 0,0-1,0 1,0-1,0 1,0 0,0-1,1 1,-1-1,1 1,-1 0,1-1,-1 1,1 0,0 0,-1-1,1 1,0 0,0 0,0 0,0 0,0 0,0 0,0 0,1 0,19-17,1 0,0 2,1 0,0 2,2 1,7-3,-27 13,23-12,1 1,1 1,-1 1,2 2,0 1,0 1,0 2,17-1,-43 6,-1 1,1-1,-1 1,1 0,-1 1,1-1,-1 1,1 0,-1 0,1 0,-1 1,0-1,0 1,0 0,0 0,0 1,0-1,0 1,-1 0,1 0,-1 0,0 0,0 1,0-1,0 1,-1 0,0 0,1 0,-1 0,0 0,2 16,0 1,-2-1,0 1,-1-1,-1 1,-1-1,0 1,-4 12,3-26,1-8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2.68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1,'20'14,"0"-1,1-1,0-1,1-1,0-1,0 0,1-2,21 4,61 23,-86-26,0 1,-1 0,0 2,0 0,-1 1,-1 1,0 0,-1 1,0 1,-1 1,-1 0,0 0,8 15,-4-3,39 45,-54-71,0-1,1 0,-1 1,0-1,1 0,-1 0,1 0,0-1,-1 1,1 0,0-1,-1 0,1 0,0 0,-1 0,1 0,0 0,0-1,-1 1,1-1,-1 0,1 0,-1 0,1 0,-1 0,1-1,-1 1,0-1,0 1,1-1,0-1,56-67,-19-39,-34 133,-3-10,-1 0,2 0,0-1,0 1,2-1,-1 0,2 0,6 10,-10-18,0 0,1 0,0 0,0 0,0-1,1 1,-1-1,1 0,0-1,1 1,-1-1,0 0,1 0,0-1,-1 1,1-1,0-1,0 1,0-1,1 0,2 0,-4-1,1-1,0 1,-1-1,1-1,-1 1,1-1,-1 0,0 0,1 0,-1-1,0 1,-1-1,1-1,0 1,-1-1,0 0,0 0,0 0,0 0,-1 0,1-1,-1 0,0 0,-1 0,2-2,2-6,0 0,-1 0,-1 0,0-1,0 1,-2-1,1 0,-2 0,0-12,0 26,-1-1,0 1,1-1,-1 0,0 1,1-1,-1 1,0-1,0 0,0 1,0-1,1 1,-1-1,0 0,0 1,0-1,0 0,0 1,-1-1,1 0,0 1,0-1,0 1,0-1,-1 0,1 1,0-1,-1 1,1-1,0 1,-1-1,1 1,-1-1,1 1,-1-1,1 1,-1 0,1-1,-1 1,1 0,-1-1,0 1,1 0,-1 0,1-1,-1 1,0 0,1 0,-1 0,0 0,1 0,-1 0,1 0,-1 0,0 0,1 0,-1 0,0 1,0-1,-2 7,-1 0,0 0,1 0,1 1,-1-1,1 1,0-1,1 1,-1 6,1-5,-2-1,1 0,1 0,-1 1,2-1,-1 0,1 1,0-1,1 0,-1 1,2-1,-1 0,1 0,1 0,-1 0,1 0,1 0,-1-1,1 1,1-1,-1 0,1 0,1-1,-1 1,1-1,0-1,0 1,6 3,5-1,-1-2,1 0,1-1,-1 0,1-2,-1 0,1-1,0-1,0 0,0-2,0 0,8-2,78-8,-1-5,99-29,-65 11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6.22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147 141,'-49'-55,"48"53,-1 1,0 0,1-1,-1 1,0 0,0 0,1 0,-1 0,0 1,0-1,0 1,0-1,0 1,0-1,0 1,0 0,0 0,0 0,0 0,0 0,0 1,-1-1,1 1,1-1,-1 1,0 0,0-1,0 1,0 0,0 0,1 1,-1-1,0 0,1 0,-3 4,1 0,-1 0,1 0,0 0,1 0,-1 1,1-1,0 1,1-1,-1 1,1 0,0 0,0 0,1 0,0-1,0 1,0 0,1 0,0 0,0 0,0 0,1-1,0 1,0-1,2 4,-1-5,0 0,0 0,0 0,0 0,0-1,1 0,0 0,0 0,0 0,0 0,0-1,0 0,1 1,-1-2,1 1,0-1,-1 1,1-1,0 0,0-1,0 1,-1-1,1 0,2-1,3 1,0-1,0 0,0-1,0 0,0-1,0 0,-1 0,1-1,-1-1,0 1,1-2,-5 3,0 0,0 1,0-2,-1 1,0 0,0-1,0 0,0 0,0 0,-1 0,0-1,0 1,0-1,0 0,-1 0,1 0,-1 0,-1 0,1-1,-1 1,0 0,0-1,0 1,-1-1,0 1,0-1,-1 1,1-1,-1 1,0-1,0 1,-1 0,-1-4,-2 2,1 0,-1 1,-1-1,1 1,-1 1,0-1,0 1,-1 0,1 0,-1 1,0 0,-1 0,1 0,-7-1,10 3,1 1,0 0,-1 0,0 0,1 0,-1 0,0 1,1 0,-1-1,0 1,0 1,1-1,-1 1,0-1,1 1,-1 0,1 0,-1 0,1 1,-1 0,1-1,0 1,0 0,0 0,0 1,0-1,0 1,1-1,-1 1,1 0,0 0,-1 0,1 0,0 3,0 0,0 1,1-1,-1 0,1 1,1-1,-1 1,1-1,0 0,1 1,-1-1,1 1,0-1,1 0,0 1,0-1,0 0,1 0,0-1,0 1,0 0,1-1,0 0,0 0,0 0,0 0,1-1,0 0,0 0,39 36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6:13.3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94 734,'32'191,"-15"-47,-6 0,-7 1,-8 57,3-168,-2 0,-1 0,-2-1,-1 0,-8 24,14-56,1 1,-1 1,1-1,-1 1,0-1,0 0,0 1,0-1,0 0,0 0,-1 1,1-1,-1 0,0 0,1-1,-1 1,0 0,0-1,0 1,0-1,0 1,-2-1,2-2,0 0,1-1,-1 1,0-1,0 1,1-1,-1 0,1 0,0 0,0 0,-1 0,1 0,0 0,1 0,-1 0,0 0,0-1,1 1,0 0,-1 0,1-3,-1 3,-12-72,3 0,3 0,3-7,0 7,-3-21,-2-23,7-112,1 225,0-1,1 1,0 0,0 0,0 0,1 0,0 0,0 0,0 0,1 0,-1 1,1-1,0 0,0 1,1-1,-1 1,1 0,0 0,1 0,-1 0,0 0,1 1,0-1,0 1,0 0,0 0,1 1,-1-1,1 1,-1 0,1 0,5-1,4 2,0 1,0 0,0 1,1 1,-1 0,-1 1,1 0,0 1,-1 1,0 0,0 0,0 2,0 0,-1 0,-1 1,1 0,-1 1,0 0,-1 2,-8-10,0 1,0 0,0 0,0 0,-1 0,1 0,-1 0,0 0,1 1,-1-1,0 1,0-1,0 0,-1 1,1 0,-1-1,1 1,-1-1,0 1,0 0,0-1,0 1,0-1,-1 1,1-1,-1 1,0 0,0-1,0 0,0 1,0-1,0 0,-1 1,1-1,-1 0,1 0,-1 0,0 0,0 0,0-1,0 1,-5 3,0-1,-1 0,1 0,-1 0,1-1,-1 0,0-1,-1 0,1 0,0-1,0 0,-1 0,-3-1,10 0,1 0,-1 0,1 0,0 0,-1 0,1-1,0 1,-1 0,1-1,0 1,0-1,-1 1,1-1,0 0,0 1,0-1,0 0,0 0,0 0,0 0,0 0,0 0,0 0,0 0,1 0,-1-1,0 1,1 0,-1 0,1-1,0 1,-1 0,1-1,0 1,0 0,-1-1,1 1,0-1,1 1,-1 0,0-1,0 1,1 0,-1-1,0 1,1 0,-1 0,1-1,0 1,-1 0,1 0,0 0,0 0,0 0,0 0,0 0,0 0,0 0,0 0,1 0,12-13,1 2,0 0,0 1,1 0,1 1,0 1,0 1,1 0,0 1,0 1,0 1,4 0,-17 3,-1 0,0 0,1 0,-1 1,1-1,0 1,-1 1,1-1,0 0,-1 1,1 0,0 0,0 1,0-1,-1 1,1 0,0 0,-1 1,1-1,-1 1,0 0,1 0,-1 1,0-1,0 1,-1 0,1 0,0 0,-1 1,0-1,0 1,12 89,-14-91,0 0,0-1,0 1,0 0,1-1,-1 1,0-1,0 0,1 1,-1-1,1 0,0 0,-1 0,1 0,0 0,-1 0,1 0,0 0,0-1,0 1,0-1,0 0,0 1,0-1,-1 0,1 0,0 0,0 0,0-1,0 1,0 0,0-1,0 1,0-1,65-24,-53 18,1-2,-2 1,1-2,-1 0,-1 0,1-1,-2-1,0 0,0-1,-1 0,-1 0,0-1,-1 0,0-1,-1 0,3-10,-7 91,-2-60,0 0,1 1,-1-1,1 0,1 0,-1 0,1-1,0 1,0-1,0 1,1-1,0 0,0 0,1-1,-1 1,1-1,0 0,0 0,0 0,0-1,1 0,0 0,-1 0,1-1,0 0,0 0,1 0,-1-1,4 1,0 0,0-1,0 0,1 0,-1-1,0 0,0-1,0 0,1-1,-1 0,-1-1,1 0,0 0,-1-1,1 0,-1-1,3-2,-3 0,1-1,-1 0,-1 0,1-1,-2 0,1 0,-1-1,-1 0,1 0,-2-1,1 0,-2 0,4-9,32-156,-23 47,-6 0,-4-72,-17 68,11 132,-1-1,0 1,0-1,0 1,0-1,0 0,0 1,0-1,0 1,-1-1,1 1,0-1,-1 1,0-1,1 1,-1 0,0-1,0 1,1 0,-1-1,0 1,0 0,-1 0,1 0,0 0,0 0,0 0,-1 0,1 1,0-1,-1 0,1 1,-1-1,1 1,-1-1,1 1,-1 0,1-1,-1 1,1 0,-1 0,1 0,-1 0,0 1,1-1,-1 0,1 1,-1-1,1 1,0-1,-1 1,1 0,-1-1,1 1,-1 0,-6 10,0 0,1 0,0 0,0 1,1 0,1 0,0 1,1 0,0 0,1 0,0 0,1 4,-7 20,1 1,2 0,2 0,1 1,2-1,2 1,1-1,3 1,0-1,3 0,1-1,2 0,1 0,2-1,1-1,2 0,3 1,-14-26,1 1,1-1,0 0,0-1,1 0,0 0,0 0,1-2,0 1,0-1,1-1,0 1,0-2,1 0,0 0,0-1,0 0,11 1,-18-5,0 0,0 0,0 0,0-1,0 1,0-1,-1-1,1 1,0 0,-1-1,1 0,-1 0,1-1,-1 1,0-1,0 0,0 0,-1 0,1-1,-1 1,3-4,50-91,-44 72,-2 12,-5 22,-3 29,-2-31,11 108,-10-109,1 0,-1-1,1 1,0 0,1-1,-1 0,1 1,-1-1,1 0,1-1,-1 1,0 0,1-1,0 0,0 0,0 0,0 0,0-1,1 1,-1-1,5 2,61 3,-36-11</inkml:trace>
  <inkml:trace contextRef="#ctx0" brushRef="#br0" timeOffset="250.762">1925 627,'-21'0,"-15"0,-11-2,-5-1,-1-3,-2 1,2-4,-2-3,9 1</inkml:trace>
  <inkml:trace contextRef="#ctx0" brushRef="#br0" timeOffset="764.798">1203 413,'42'-11,"1"3,0 1,0 3,0 1,0 2,8 2,-49-1,88-1,0 5,0 3,0 4,-1 4,48 17,-112-25,0 2,0 0,-1 2,0 1,-1 0,22 17,-36-23,-1 1,1 0,-2 1,1-1,-1 2,0-1,-1 1,0 0,0 0,-1 1,0-1,0 1,-2 0,1 1,-1-1,0 1,-1-1,0 4,-2 56,-1-59,0 0,1 0,0 0,1 0,0 0,0 0,2 0,-1 0,3 4,-2-11,-1-1,1 0,0 0,1 0,-1 0,0 0,1-1,0 1,-1-1,1 0,0 0,0 0,0-1,0 0,1 0,-1 0,0 0,1 0,-1-1,0 0,1 0,-1 0,0 0,1-1,-1 1,0-1,1-1,-1 1,0 0,0-1,0 0,0 0,-1 0,1 0,0-1,-1 1,1-1,-1 0,1-1,9-9,0-1,0 0,-2 0,0-2,0 1,-1-1,-1-1,-1 1,-1-2,0 1,2-11,-6 21,5-12,-7 19,-1 0,1 0,-1 0,1 1,-1-1,1 0,-1 0,1 0,-1 0,1 0,-1 1,1-1,-1 0,1 0,-1 1,1-1,-1 0,0 1,1-1,-1 0,0 1,1-1,-1 1,0-1,1 0,-1 1,0-1,0 1,0-1,1 1,-1-1,0 1,0-1,0 1,0-1,0 1,0-1,0 1,0 0,0-1,0 1,0-1,0 1,0-1,-1 1,1-1,0 1,0-1,0 0,-1 1,1-1,0 1,-1-1,1 1,-1-1,1 1,0 7,-1-1,1 1,0 0,1 0,0 0,0-1,0 1,1-1,1 1,-1-1,1 0,0 1,1-1,-1-1,1 1,1 0,-1-1,1 0,1 0,-1-1,1 1,-1-1,4 1,1-1,-1-1,2 0,-1-1,0 0,1 0,-1-1,1-1,0 1,0-2,-1 0,1 0,0-1,0 0,-1-1,1 0,6-3,-9 3,0 0,-1 0,1-1,-1-1,1 1,-1-1,0 0,-1-1,1 0,-1 0,0 0,0-1,0 0,-1 0,0 0,0-1,-1 1,1-1,-1 0,-1-1,0 1,1-3,-3 6,0 1,0-1,0 0,0 1,-1-1,0 0,1 0,-2 0,1 1,0-1,-1 0,1 0,-1 1,0-1,-1 0,1 1,-1-1,1 1,-1-1,0 1,0 0,0 0,-1 0,1 0,-1 0,0 1,1-1,-1 1,0-1,-1 1,1 0,0 0,-1 1,1-1,-1 1,1 0,-1 0,0 0,1 0,-1 0,0 1,0 0,0-1,1 2,-4-1,3 2,1-1,0 1,0 0,0 1,0-1,0 0,0 1,1 0,-1-1,1 1,-1 0,1 0,0 1,0-1,1 0,-1 1,1-1,0 1,-1-1,2 1,-1 0,0-1,1 1,-1 0,1-1,0 1,0 0,1 0,-1-1,1 1,0 0,0-1,0 1,0-1,1 1,0-1,-1 1,1-1,0 0,0 0,1 0,-1 0,1 0,-1-1,3 2,11 10,0 0,1-2,1 0,0-1,0-1,1 0,0-2,1 0,0-1,0-1,5 0,226 48,-128-37</inkml:trace>
  <inkml:trace contextRef="#ctx0" brushRef="#br0" timeOffset="1100.898">4397 614,'2'17,"0"-1,2 1,-1-1,2 0,0 0,1 0,1 0,0-1,1 0,1-1,0 0,10 12,-13-18,0 1,1 0,0-1,1-1,-1 1,1-1,1-1,0 1,0-1,0-1,0 0,1 0,0-1,0 0,0 0,-7-4,0 0,0 1,0-1,1-1,-1 1,0 0,0-1,-1 0,1 0,0 0,0 0,0 0,0 0,-1-1,1 1,-1-1,1 0,-1 0,1 0,-1 0,0 0,0 0,0 0,0-1,-1 1,1-1,33-74,28-143,-62 217,1 0,-1 0,1 0,0 0,0 0,0 0,0 0,1 0,-1 1,1-1,-1 1,1 0,0 0,0 0,0 0,0 1,0-1,1 1,-1-1,0 1,1 0,-1 1,0-1,1 0,-1 1,1 0,0 0,-1 0,1 0,-1 1,1-1,-1 1,3 0,33 11,0 3</inkml:trace>
  <inkml:trace contextRef="#ctx0" brushRef="#br0" timeOffset="1932.846">5360 721,'-13'-8,"0"0,-1 1,-1 1,1 0,-1 1,0 1,0 0,0 1,-13-1,21 4,1-1,-1 1,0 0,1 0,-1 1,0 0,1 0,-1 1,1 0,0 0,-1 0,1 1,0 0,0 0,1 0,-1 1,1 0,-1 0,1 0,0 1,1 0,-1 0,-2 4,5-7,0 1,0-1,1 1,-1-1,1 1,-1 0,1 0,0-1,0 1,0 0,0 0,1 0,-1 0,1 0,0 1,0-1,0 0,0 0,0 0,1 0,0 0,-1 0,1 0,0 0,0 0,0-1,1 1,-1 0,1 0,0-1,0 1,-1-1,1 0,1 1,-1-1,0 0,1 0,-1-1,1 1,-1 0,1-1,0 1,0-1,8 3,-1-1,1 0,0-1,0 0,0-1,0 0,0-1,0 0,1 0,-1-1,0-1,0 0,0-1,-1 0,1 0,-1-1,1 0,-1-1,0 0,-1-1,1 0,-1-1,-1 1,1-2,-1 1,5-7,7-23,-31 50,10-10,1-1,-1 1,1-1,-1 1,1-1,0 1,0-1,0 1,0-1,1 1,-1 0,1-1,-1 0,1 1,0-1,0 1,0-1,0 0,0 1,1-1,-1 0,1 0,-1 0,1 0,0 0,0-1,0 1,0 0,0-1,0 0,0 1,1-1,-1 0,0 0,1 0,0 0,5 2,0-1,1 0,-1 0,0-1,0 0,1-1,-1 1,1-2,-1 1,7-2,-3-1,0 0,0-1,-1 0,1 0,-1-2,0 1,0-1,-1-1,0 0,0 0,-1-1,0-1,0 1,-1-1,0-1,0 1,-1-1,-1-1,1 1,-2-1,4-8,4-14,-1-1,-1 1,-3-2,0 1,-2-1,-2 0,-1-1,1 2,-1-1,-2 0,-1 0,-2 0,-1 1,-2-1,-1 1,-3-5,9 36,0 1,-1-1,1 1,-1-1,1 1,-1-1,0 1,0 0,0-1,0 1,0 0,-1 0,1 0,-1 0,1 0,-1 0,0 0,0 1,0-1,0 0,0 1,0 0,0-1,0 1,-1 0,1 0,0 0,-1 1,1-1,-1 1,1-1,-1 1,1 0,-1-1,1 1,-1 1,1-1,-1 0,1 1,-1-1,1 1,-1 0,1 0,-1 0,-4 4,1 1,0 0,1 0,-1 0,1 1,0 0,1 0,0 0,0 0,0 1,-2 7,-5 12,2 0,0 0,2 1,1 0,1 1,2-1,1 1,1 0,1 0,2-1,2 16,-1-27,0 0,0 0,2-1,0 1,1-1,0-1,1 1,1-1,1 0,0-1,1 0,0 0,1-1,1-1,0 0,0 0,1-1,1-1,0 0,0-1,-1-2,0 0,1-2,-1 1,1-2,0 0,0 0,0-1,1-1,-1-1,1 0,0-1,-9 0,0 0,0 0,1-1,-1 0,0 0,0-1,0 1,-1-1,1-1,0 1,-1-1,1 0,-1 0,0-1,0 1,0-1,-1 0,1-1,-1 1,0-1,0 0,0 0,-1 0,0 0,0 0,2-5,9-31,-8 102,-5-56,0 0,-1-1,2 1,-1-1,1 1,-1-1,1 0,0 0,1 0,-1 0,1 0,0 0,0 0,0-1,0 0,0 1,1-1,0 0,-1-1,1 1,0-1,1 0,-1 0,0 0,0 0,1-1,-1 1,1-1,0-1,-1 1,1 0,-1-1,1 0,0 0,-1-1,1 1,0-1,-1 0,1 0,-1-1,1 1,-1-1,0 0,0 0,0 0,3-2,-3 1,0 0,-1 0,1 0,0-1,-1 1,0-1,0 0,0 0,0 0,-1 0,0 0,1-1,-1 1,-1-1,1 0,-1 1,0-1,0 0,0 0,-1 0,1 0,-1 1,-1-1,1 0,0 0,-1 0,0 0,-1 0,1 1,-1-1,1 1,-1-1,-1 1,1-1,-1 1,1 0,-1 0,0 1,-1-1,0 0,2 2,0 1,-1 0,1 0,-1 0,0 0,1 0,-1 1,1-1,-1 1,0-1,0 1,1 0,-1 0,0 0,1 1,-1-1,0 1,1-1,-1 1,0 0,1 0,-1 0,1 0,0 0,-1 1,1-1,0 1,0 0,0 0,0-1,0 1,0 0,0 1,1-1,-1 1,-12 18</inkml:trace>
  <inkml:trace contextRef="#ctx0" brushRef="#br0" timeOffset="2520.15">6564 814,'-14'-65,"2"-1,4 0,2 0,4 0,2-15,60 146,-31-45,1 0,1-2,1-1,0-1,1-2,1-2,0-1,1-1,24 3,-48-11,-8-2,0 0,0 0,0 0,0 1,0-1,0 1,0 0,0 0,0 0,-1 0,1 0,0 0,-1 1,1-1,-1 1,1 0,-1 0,0 0,0 0,0 0,0 0,0 0,0 1,-1-1,1 1,-1 0,1-1,-1 1,0 0,0 0,0-1,-1 2,-1 37,0-37,0 0,0 1,0-1,0 1,1-1,0 1,0-1,1 1,-1-1,1 1,0-1,0 1,0-1,1 0,-1 1,1-1,0 0,0 0,1 0,-1-1,1 1,0 0,0-1,0 0,0 0,1 0,-1 0,3 1,2 0,1 0,-1-1,1 0,0-1,-1 0,1 0,0-1,0 0,0-1,0 0,0 0,0-1,0 0,0-1,0 0,0 0,-1-1,1 0,-1 0,0-1,0 0,0-1,0 0,-1 0,0 0,0-1,0 0,-1-1,1 1,-2-1,1 0,-1-1,0 1,-1-1,2-4,-2 6,-1-1,-1 0,1 0,-1-1,-1 1,1 0,-1 0,-1-1,1 1,-1-2,0 9,0 0,0 1,0-1,0 0,0 0,-1 1,1-1,0 0,0 0,0 0,0 0,0 1,-1-1,1 0,0 0,0 0,0 0,0 1,-1-1,1 0,0 0,0 0,-1 0,1 0,0 0,0 0,0 0,-1 0,1 0,0 0,0 0,-1 0,1 0,0 0,0 0,-1 0,1 0,0 0,0 0,0 0,-1 0,1 0,0 0,0-1,0 1,-1 0,1 0,0 0,0 0,0 0,0-1,-1 1,1 0,0 0,0 0,0-1,0 1,0 0,0 0,0 0,-1-1,1 1,0 0,0 0,-10 18,7-13,1-1,0 1,0 0,0 0,1 0,-1 0,1 0,0 0,1 0,-1 0,1 1,0-1,0 0,1 0,0 0,0 1,0-1,0 0,1 0,0 0,0-1,0 1,0 0,1-1,0 1,0-1,0 0,0 0,1 0,0-1,1 2,20 6,-1-6</inkml:trace>
  <inkml:trace contextRef="#ctx0" brushRef="#br0" timeOffset="2769.481">7352 252,'0'14,"14"13,18 12,21 8,3-4</inkml:trace>
  <inkml:trace contextRef="#ctx0" brushRef="#br0" timeOffset="55906.351">1135 1790,'11'25,"-12"13,-2 0,-1 0,-9 32,9-45,-80 385,76-393,5-37,4-121,-7-113,3 233</inkml:trace>
  <inkml:trace contextRef="#ctx0" brushRef="#br0" timeOffset="56901.454">1216 1844,'-2'9,"1"0,0 0,1 1,-1-1,2 0,-1 1,1-1,1 0,0 0,0 0,1 0,0 0,0 0,1-1,0 1,1-1,-1 0,2-1,4 6,6 7,1-1,0 0,2-2,0 0,1-1,13 7,-3-4,0 0,1-3,1 0,19 5,-51-20,1 0,0-1,0 1,-1 0,1 0,0-1,0 1,0-1,0 1,0-1,0 1,0-1,0 0,0 1,0-1,0 0,1 0,-1 0,0 0,0 0,0 0,0 0,0 0,0 0,0 0,0-1,0 1,0 0,0-1,0 1,0-1,0 1,0-1,0 0,0 1,0-1,0 0,-1 1,1-1,0 0,0 0,-1 0,1 0,-1 0,1 0,-1 0,1 0,-1 0,0 0,1 0,-1 0,0 0,0 0,0 0,0 0,0 0,0-1,0 1,0 0,0-1,-23-145,20 95,3-1,2 0,3 1,1-1,3 1,2 1,15-40,-13 57,-13 35,0-1,0 0,0 1,0-1,1 0,-1 1,0-1,0 0,1 0,-1 1,0-1,0 0,1 0,-1 1,0-1,1 0,-1 0,0 0,1 0,-1 1,0-1,1 0,-1 0,0 0,1 0,-1 0,1 0,-1 0,0 0,1 0,-1 0,0 0,1 0,-1 0,1 0,-1-1,0 1,1 0,-1 0,0 0,1 0,-1-1,0 1,0 0,1 0,-1-1,0 1,0 0,1-1,-1 1,0 0,0 0,1-1,-1 1,0 0,0-1,0 1,0-1,0 1,0 0,0-1,0 1,6 36,-5-31,2 21</inkml:trace>
  <inkml:trace contextRef="#ctx0" brushRef="#br0" timeOffset="57418.126">2165 1844,'-2'40,"-1"0,-3 0,-1 0,-2-1,-1 0,-13 27,17-46,-1-1,-1 0,-1 0,0-1,-2 0,0 0,-8 7,19-24,0-1,0 0,0 1,0-1,0 0,-1 1,1-1,0 0,0 1,-1-1,1 0,0 1,0-1,-1 0,1 0,0 1,-1-1,1 0,0 0,-1 0,1 1,0-1,-1 0,1 0,-1 0,1 0,0 0,-1 0,1 0,-1 0,1 0,0 0,-1 0,1 0,-1 0,1 0,0 0,-1 0,1 0,0-1,-1 1,1 0,0 0,-1 0,1-1,0 1,-1 0,1 0,0-1,-1 1,1 0,0-1,0 1,0 0,-1-1,1 1,0 0,0-1,0 1,0-1,-3-25,9-12,2 1,1 0,2 1,2 0,13-28,-5 13,6-19,3-11,3 1,22-32,-17 58,-37 54,-1 0,1-1,0 1,-1 0,1 0,-1 0,1 0,0 0,-1 0,1 0,0 0,-1 0,1 0,-1 0,1 0,0 1,-1-1,1 0,-1 0,1 1,-1-1,1 0,0 0,-1 1,1-1,-1 1,0-1,1 1,-1-1,1 1,-1-1,0 1,1-1,-1 1,0-1,1 1,-1-1,0 1,0 0,0-1,0 1,0-1,1 1,-1 0,0-1,0 1,0 0,-1-1,1 1,0 0,12 128,-12-99,1 75,-3-34,3 1,4-1,2 1,4-2,16 58,-2-72,-17-51,-2-9</inkml:trace>
  <inkml:trace contextRef="#ctx0" brushRef="#br0" timeOffset="58033.508">2004 1990,'282'-20,"197"-38,-466 57,-7-1,1 1,0 0,-1 1,1 0,0 0,0 0,-1 1,1 0,0 0,4 2,-10-3,0 1,0 0,0 0,0 0,0-1,0 1,0 0,-1 0,1 1,0-1,0 0,-1 0,1 0,-1 0,1 1,-1-1,1 0,-1 0,0 1,0-1,1 0,-1 1,0-1,0 0,-1 1,1-1,0 0,0 1,-1-1,1 0,0 0,-1 1,1-1,-1 0,0 0,1 0,-1 1,-82 142,-32 66,101-155,14-55,0 1,0-1,0 0,0 1,0-1,0 0,0 1,0-1,0 0,0 0,0 1,0-1,0 0,0 1,1-1,-1 0,0 0,0 1,0-1,0 0,1 0,-1 1,0-1,0 0,1 0,-1 0,0 0,0 1,1-1,-1 0,0 0,0 0,1 0,-1 0,0 0,1 0,-1 0,0 0,0 1,1-1,-1-1,0 1,1 0,-1 0,0 0,1 0,-1 0,0 0,0 0,1 0,-1 0,0 0,0-1,1 1,-1 0,0 0,0 0,1-1,-1 1,0 0,0 0,0-1,1 1,-1 0,0 0,0-1,0 1,0 0,0 0,0-1,16-18,4-20,-2 0,-2-1,-1-1,-2-1,-2 0,-2-1,-1-5,14-56,1 43,-22 60,-1 1,1 0,0 0,-1-1,1 1,0 0,0 0,-1 0,1 0,0 0,-1 0,1 0,0 0,0 0,-1 0,1 0,0 0,-1 1,1-1,0 0,-1 0,1 1,0-1,-1 1,1-1,-1 0,1 1,0-1,-1 1,1-1,-1 1,0 0,1-1,-1 1,1-1,-1 1,0 0,1-1,-1 1,0 0,0-1,0 1,1 0,-1 0,0-1,0 1,0 0,0 0,60 215,-54-192,1 0,1-1,1 0,1 0,1-1,1 0,1-1,1 0,1-1,0-1,5 3,-18-20,0 1,-1-1,1 0,0 0,1 0,-1 0,0 0,1 0,-1-1,1 1,-1-1,1 0,0 1,0-1,-1-1,1 1,0 0,0-1,0 1,0-1,0 0,0 0,0 0,0 0,0-1,-1 1,1-1,0 0,0 1,0-1,0-1,-1 1,1 0,-1-1,1 1,-1-1,1 0,0-1,4-10,0 0,-1 0,-1 0,0-1,-1 0,-1 0,0 0,-1-1,0 1,-1-1,-1 1,-1-5,2 8,1-60,-4 0,-2 0,-3 0,-7-16,1-4,13 90,1-1,-1 1,0 0,0 0,1 0,-1 0,0-1,1 1,-1 0,1 0,0 0,-1 0,1 0,0 0,-1 0,1 1,0-1,0 0,0 0,0 1,0-1,0 0,0 1,0-1,0 1,0-1,0 1,1 0,-1-1,0 1,0 0,0 0,0 0,1 0,-1 0,0 0,0 0,0 0,1 0,26 3</inkml:trace>
  <inkml:trace contextRef="#ctx0" brushRef="#br0" timeOffset="58281.858">3837 1723,'-7'23,"-2"19,0 11,2 8,4 5,3 2,4 0,0-6,1-9,-1-10,-2-18,0-20,-1-19,-1-20,0-3</inkml:trace>
  <inkml:trace contextRef="#ctx0" brushRef="#br0" timeOffset="58606.042">3863 1550,'0'9,"0"1,0 0,1 0,1-1,-1 1,2 0,-1-1,1 0,1 1,0-1,0-1,1 1,0-1,0 1,1-1,4 4,25 35,2-2,2-2,6 4,101 119,-141-161,0 1,0 0,-1 0,0 0,0 1,0-1,-1 1,0 0,0 0,-1 0,1 1,-2-1,1 0,-1 1,0-1,-1 1,0 0,0-1,0 1,-1-1,0 1,-1-1,0 1,0-1,-1 0,-7 5,0-1,-1 0,0-1,-1-1,0 0,-1 0,0-1,0-1,-1 0,0-1,0 0,0-2,-1 1,0-2,-10 2,-35 10,1-3,-2-3,0-2,-16-2,52-5</inkml:trace>
  <inkml:trace contextRef="#ctx0" brushRef="#br0" timeOffset="59056.852">3809 1670,'-2'7,"-1"15,2 21,2 18,0 13,1 5,-1-11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07.01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107 667,'-2'23,"1"-1,1 0,2 1,0-1,3 14,0 3,23 197,-10 1,-11 172,-8-385,0 9,-1 0,-1 0,-2 0,-1-1,-9 27,15-60,0 0,0 0,-1 0,1 0,-1 0,1 0,-1 0,0 0,1 0,-1 0,0 1,1-1,-1 0,0 0,0 1,0-1,0 0,0 1,0-1,0 1,0-1,0 1,0 0,0-1,0 1,0 0,0 0,0 0,0 0,0 0,0 0,0 0,0 0,0 0,0 0,-1 1,1-1,0 0,0 1,0-1,0 1,0-1,1 1,-1-1,0 1,0 0,0 0,0-1,1 1,-1 0,0 0,1 0,-1 0,0-1,1 1,0 0,-1 0,1 0,-1 0,1 1,0-1,0 0,-1 0,-8-31,2-1,0-1,2 1,-1-33,4 38,-39-582,37 541,-1 17,3 0,2 0,1 1,3-1,5-17,-8 61,0 0,0 0,1 0,0 0,0 0,0 1,1-1,-1 1,1-1,1 1,-1 0,1 0,0 1,0-1,0 1,1 0,-1 0,1 0,0 1,0-1,0 1,1 0,-1 1,1-1,-1 1,1 0,0 1,0-1,5 1,-2 0,0 1,-1 1,1 0,0 0,0 0,0 1,-1 1,1-1,-1 1,0 1,0 0,0 0,0 0,-1 1,1 0,-1 1,0-1,-1 2,0-1,0 0,0 1,0 0,-1 1,1 2,-4-7,-1 0,0 0,1 1,-1-1,0 0,-1 1,1-1,0 0,-1 1,0-1,0 1,0-1,0 1,-1-1,1 1,-1-1,0 1,0-1,0 0,0 0,-1 1,1-1,-1 0,0 0,0 0,0-1,0 1,0 0,-1-1,1 0,-1 1,0-1,0 0,1 0,-1 0,-3 0,-1 2,1 0,-2 0,1-1,0 0,0 0,-1-1,0 0,1-1,-1 1,0-2,0 1,0-1,0 0,0 0,1-1,-2-1,7 2,1 0,-1 0,1 0,-1-1,1 1,-1 0,1-1,-1 1,1-1,0 0,-1 0,1 1,0-1,0 0,-1 0,1 0,0 0,0 0,0-1,0 1,0 0,0 0,1-1,-1 1,0 0,1-1,-1 1,1-1,-1 1,1-1,0 1,0-1,-1 1,1-1,0 1,0-1,0 1,1-1,-1 1,0-1,1 1,-1-1,1 1,-1-1,1 1,0 0,-1-1,1 1,0 0,0-1,8-4,0 0,0 1,0 0,1 0,0 1,-1 0,1 1,1 0,-1 1,0 0,1 1,-1 0,1 0,2 1,4-2,0 1,0 1,0 0,0 1,-1 1,1 0,0 2,-1 0,0 0,0 2,0 0,0 1,-1 0,0 1,-1 1,0 0,7 6,-21-13,1-1,0 0,0 0,0 0,-1 0,1-1,0 1,0 0,1 0,-1 0,0-1,0 1,0-1,0 1,1-1,-1 1,0-1,0 0,1 1,-1-1,0 0,0 0,1 0,-1 0,0 0,1 0,-1 0,0-1,1 1,-1 0,0-1,0 1,0-1,1 1,-1-1,0 0,0 0,0 1,0-1,1-1,4-5,0 0,0-1,0 0,-1 0,-1-1,1 1,-1-1,-1 0,1 0,-2-1,1 1,-1-1,1-8,-4 13,1 0,0 0,-1 1,0-1,0 0,-1 1,1-1,-1 1,0 0,0-1,-1 1,1 0,-1 0,0 0,0 1,0-1,0 1,-1-1,1 1,-1 0,0 1,0-1,0 1,0-1,0 1,-1 0,1 1,-1-1,1 1,-1 0,0 0,1 0,-1 1,0-1,0 1,1 0,-1 1,0-1,0 1,1 0,-1 0,1 1,-1-1,1 1,-1 0,1 0,0 0,0 1,0 0,0-1,-2 3,2-1,0-1,0 0,0 1,1-1,0 1,-1 0,1 0,1 1,-1-1,1 1,-1-1,1 1,1 0,-1 0,1 0,-1 0,1 0,1 0,-1 0,1 0,0 0,0 0,0 0,1 0,0 0,0 0,0 0,0 0,1 0,0 0,0-1,0 1,1-1,0 1,0-1,0 0,0 0,3 3,36 17,4-6</inkml:trace>
  <inkml:trace contextRef="#ctx0" brushRef="#br0" timeOffset="901.175">1137 775,'-7'-9,"0"1,0 0,-1 0,0 1,0 0,0 1,-1 0,0 0,-1 1,1 0,-1 0,0 1,0 0,0 1,-1 0,1 1,-1 0,-9 0,13 1,0 1,-1-1,1 1,-1 1,1-1,0 1,-1 0,1 1,0 0,0 0,0 1,0 0,0 0,0 0,1 1,0 0,0 0,0 1,0-1,1 1,-1 1,1-1,0 1,1 0,0 0,0 0,-1 2,3-5,1 0,-1 1,1-1,-1 0,1 1,0-1,0 1,1-1,-1 1,1-1,0 1,0-1,0 1,0-1,1 1,-1 0,1-1,0 1,0-1,0 0,0 1,1-1,-1 0,1 0,0 0,0 0,0 0,0 0,1 0,-1-1,1 1,0-1,2 2,2 0,0-1,0 0,1 0,-1 0,0-1,1 0,0-1,-1 0,1 0,0 0,0-1,-1-1,1 1,0-1,-1 0,1-1,0 0,-1 0,0 0,1-1,1-2,3 0,0-1,-1-1,0 0,0 0,-1-1,0-1,0 0,-1 0,0-1,-1 0,0 0,2-4,11-21,-9 48,-4 35,-7-39,-1 1,1-1,1 0,0 0,0 0,1 0,0 0,0 0,1-1,0 0,1 1,0-1,0-1,0 1,1-1,0 0,1 0,3 2,-7-7,-1 0,1-1,0 1,0-1,0 0,0 0,0 0,0 0,0 0,0-1,0 1,0-1,0 0,1 0,-1 0,0 0,0-1,0 1,0-1,0 0,0 0,0 0,0 0,0 0,0-1,0 1,-1-1,1 0,-1 0,1 0,-1 0,0 0,2-3,5-4,-1-1,-1 0,0-1,0 1,-1-1,-1-1,5-11,54-184,-63 204,1-1,0 0,0 1,0 0,1 0,-1 0,1 0,0 0,0 0,0 0,0 1,0 0,0-1,1 1,-1 0,1 1,0-1,-1 1,1-1,0 1,0 0,0 1,0-1,0 1,0 0,0 0,0 0,0 0,0 0,0 1,-1 0,1 0,2 1,17 3,-1 1,0 1,0 1,0 0,-1 2,0 1,-1 1,0 0,17 16,-31-23,-1 0,1 0,-1 1,0 0,-1 0,1 1,-1-1,-1 1,1 0,-1 0,0 0,-1 0,1 1,-2-1,1 1,-1-1,0 1,0 0,-1-1,0 1,-1 0,0-1,0 1,0 0,-2 3,-7 55,11-65,0 1,0-1,1 0,-1 0,0 0,1 0,-1 0,0-1,1 1,-1 0,1-1,-1 1,1-1,0 1,-1-1,1 0,-1 0,1 0,0 0,-1 0,1 0,0 0,-1 0,1 0,-1-1,1 1,-1-1,1 1,-1-1,1 0,-1 0,1 1,-1-1,0 0,1 0,16-8,0-1,-1 0,0-1,0 0,-1-2,-1 0,0-1,-1 0,-1-1,0 0,-1-2,0 1,-1-1,-1-1,-1 0,4-12,6-18,-2 0,-2-2,-3 0,-2 0,4-50,-5 21,-4-1,-5-76,-4 119,3 37,1 1,0-1,0 0,0 0,0 1,-1-1,1 0,0 0,0 1,-1-1,1 0,0 0,-1 1,1-1,0 0,-1 0,1 0,0 0,-1 0,1 0,0 1,-1-1,1 0,0 0,-1 0,1 0,0 0,-1 0,1 0,0-1,-1 1,1 0,0 0,-1 0,1 0,0 0,-1 0,1-1,0 1,-1 0,-7 47,1 0,2 0,3 1,2 0,-2-8,-1 48,3-1,4 1,4-1,14 64,-17-129,1-1,1 0,1 0,0-1,6 9,-11-22,1-1,0 0,0 0,1 0,-1 0,1-1,0 1,1-1,0-1,-1 1,1-1,1 0,-1 0,1-1,-1 1,1-2,7 3,-10-4,-1 0,1 0,0-1,0 0,0 1,0-2,0 1,-1 0,1-1,0 1,0-1,0 0,-1 0,1-1,0 1,-1-1,0 0,1 0,-1 0,0 0,0 0,0-1,0 0,0 1,-1-1,2-2,15-22</inkml:trace>
  <inkml:trace contextRef="#ctx0" brushRef="#br0" timeOffset="1363.168">1751 427,'31'8,"1"-1,0-1,0-2,0-1,16-2,-11 1,153 4,-89-5,1 4,-1 5,10 6,-100-16,-1 1,0 1,0 0,0 0,0 1,0 0,0 1,-1 0,0 0,1 1,-2 0,1 1,-1 0,1 0,-2 1,1 0,-1 0,0 1,0 0,-1 0,0 1,-1-1,0 1,0 1,-3 2,0-1,-1 1,-1-1,0 0,-1 1,0-1,0 1,-1-1,-1 0,0 0,0 0,-5 8,-14 74,21-91,1 0,0 0,0 0,0 0,0 0,0 0,0 0,0-1,1 1,-1 0,1 0,0 0,-1 0,1-1,0 1,0 0,0-1,0 1,0-1,0 1,1-1,-1 1,0-1,1 0,-1 0,1 0,0 0,-1 0,1 0,0 0,-1 0,1-1,0 1,1 0,65-7,-58 3,0-2,-1 1,0-2,0 1,0-1,-1 0,0-1,0 0,-1 0,0-1,0 0,0 0,-1 0,-1-1,1 0,1-5,-4 9,0-1,-1-1,0 1,0 0,-1-1,1 1,-1-1,0 1,-1-1,0 1,0-1,0 1,-1-1,0 0,0 1,-1 0,0-1,0 1,0 0,-1 0,0 0,0 0,0 0,-1 1,0 0,-2-3,1 3,0 0,0 0,-1 0,0 0,0 1,0 0,0 1,-1-1,1 1,-1 0,0 1,0 0,0 0,0 0,0 1,0 0,-1 0,1 1,0 0,-1 0,1 1,0 0,0 0,0 0,0 1,0 0,0 1,0 0,0 0,1 0,-1 1,1 0,0 0,0 0,1 1,-1 0,0 1,-1 2,0 0,1 0,0 1,0 0,1 0,0 0,0 1,1-1,1 1,-1 0,0 8,3-14,0 0,0 0,1 1,-1-1,1 0,0 0,1 1,-1-1,1 0,-1 0,1 1,1-1,-1 0,0 0,1 0,0 0,0-1,0 1,0 0,1-1,0 1,-1-1,1 0,0 0,0 0,1-1,-1 1,1-1,2 2,2 0,-1-1,1 0,1 0,-1-1,0 0,0-1,1 1,-1-2,9 1,29-2</inkml:trace>
  <inkml:trace contextRef="#ctx0" brushRef="#br0" timeOffset="1618.043">3062 307,'-18'-9,"-11"-4,-7 4,-2 10,1 11,2 13,5 11,7 9,8 5,9 2,4-9</inkml:trace>
  <inkml:trace contextRef="#ctx0" brushRef="#br0" timeOffset="1866.379">2955 734,'16'9,"14"8,11 5,8 1,7 0,7-3,7-2,8-4,8-5,10-5,9-7,8-4,-16-2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23.6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0,'0'14,"7"9,11 0,17-3,19-6,20-6,18-11,13-8,9-5,9-2,0 0,-1 1,-22 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24.72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370 465,'-21'4,"0"0,0 1,1 2,-1 0,1 1,1 1,0 1,0 0,1 2,0 0,1 1,0 1,1 0,1 1,0 1,1 0,1 1,0 1,-8 16,10 21,11-53,0-1,1 1,-1-1,0 0,1 1,-1-1,1 0,0 1,-1-1,1 0,0 0,0 0,0 1,0-1,0 0,0 0,0-1,0 1,0 0,0 0,1 0,-1-1,0 1,0-1,1 1,-1-1,1 1,-1-1,0 0,1 1,-1-1,1 0,-1 0,0 0,1 0,-1-1,1 1,10-3,-1 0,1-1,-1 0,0-1,-1-1,1 1,-1-2,0 1,0-1,-1-1,0 0,0 0,-1-1,0 0,-1 0,3-5,9-11,-2 0,-1-1,0 0,-2-2,-1 0,-2 0,0-1,-2 0,4-23,-2-9,-2 0,-3 0,-3-1,-3-19,-1 40,-3 25,-4 28,0 16,1-1,2 1,1 1,0 26,1-26,-3 14,2 1,1-1,3 1,1-1,2 1,2-1,2 0,2 0,2-1,11 26,-18-59,0 0,1 0,1-1,-1 0,1 0,1 0,-1-1,1 0,0 0,1 0,0-1,0-1,0 1,1-1,0-1,0 1,0-2,0 1,1-1,-1-1,1 1,0-2,-1 1,1-1,0-1,7 0,0-1,-1-1,1-1,-1 0,0-1,0-1,0-1,-1 0,0-1,0 0,0-1,-1-1,0 0,-1-1,0-1,0 0,-2 0,1-1,-1-1,-1 0,0-1,-1 0,0 0,4-11,-12 21,1 0,-1 1,0-1,0 0,0 0,0 0,0 0,-1 0,0 0,0 0,0 0,0 0,-1 0,0 0,0 0,0 0,0 1,0-1,-1 0,1 0,-1 1,0-1,0 1,-1 0,1 0,-1-1,1 2,-1-1,0 0,0 0,-1 1,1 0,0-1,-1 1,1 1,-1-1,0 0,-3 0,-1 1,-1 0,0 0,1 1,-1 0,0 0,0 1,1 0,-1 1,1 0,-1 1,1-1,0 1,0 1,0 0,0 0,1 0,-1 1,1 0,0 1,1-1,-1 1,1 1,1-1,-1 1,1 0,0 0,0 1,1-1,0 1,1 0,-1 0,1 0,1 1,0-1,0 1,1-1,0 1,0 0,1 4,0-9,0 0,0 0,1-1,0 1,-1 0,1 0,1-1,-1 1,1-1,-1 1,1-1,0 0,0 1,0-1,1 0,-1 0,1 0,-1-1,1 1,0-1,0 1,0-1,1 0,-1 0,0-1,1 1,-1-1,2 1,2 0,1 0,-1-1,0 0,0 0,1-1,-1 0,0 0,1-1,-1 0,0 0,0 0,1-1,-1 0,3-2,3-2,0 0,0 0,-1-2,0 1,0-1,-1-1,0 0,0-1,-1 0,-1-1,0 0,0 0,-1-1,0 0,-1 0,0-1,-1 0,-1 0,2-8,-4-36,-3 56,0 0,0 0,0 0,0 0,0-1,-1 1,1 0,0 0,0 0,-1 0,1 0,-1 0,1 0,-1 0,1 0,-1 0,0 0,1 0,-1 0,0 1,0-1,0 0,0 0,0 1,1-1,-1 0,0 1,-1-1,1 1,0 0,0-1,0 1,0 0,0 0,0-1,0 1,0 0,-1 0,1 0,0 0,0 0,0 1,0-1,0 0,0 1,-1-1,-3 3,1 1,-1 0,0 0,1 0,0 0,0 1,0 0,1-1,-1 1,1 1,1-1,-1 0,0 1,1-1,0 1,1 0,-1 0,1 0,0 0,1 0,-1 0,1 0,1 0,-1 3,1-3,0 0,1 0,-1 0,1-1,0 1,0-1,1 0,0 1,0-1,0 0,0-1,1 1,0 0,0-1,0 0,1 0,-1 0,1-1,0 1,0-1,0 0,0-1,0 1,1-1,-1 0,1 0,0-1,3 1,16 3,1 0,-1-2,1-1,-1-1,23-2,36-4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25.27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311 454,'-18'3,"0"0,0 1,1 1,-1 0,1 2,1 0,-1 1,1 0,1 1,-1 1,2 1,-1 0,1 1,1 0,0 1,1 1,1 0,-1 1,9-10,0 0,1 0,0 0,-1 1,2-1,-1 0,1 1,0 0,0-1,0 1,1 0,0-1,0 1,0 0,1-1,0 1,0 0,0-1,1 1,0-1,0 0,0 1,0-1,1 0,0 0,0-1,1 1,-1-1,1 1,0-1,0 0,1 0,-1-1,1 0,-1 1,1-1,0-1,0 1,2 0,5 1,0 0,1-1,-1 0,1-1,-1 0,1-1,0 0,0-1,0-1,-1 0,1-1,0 0,-1-1,0 0,1-1,-1 0,-1-1,1-1,0 0,5-2,-1-2,1 0,-2-1,0 0,0-2,-1 1,0-2,-1 0,-1 0,0-1,-1-1,4-8,9-28,-20 53,-4 20,0-18,6 98,-5-96,0-1,0 0,1 0,-1 0,1 0,0 0,0 0,1 0,-1-1,1 1,0-1,0 0,0 1,0-1,0-1,1 1,-1 0,1-1,0 0,0 0,0 0,1 0,7 0,1 0,-1-1,1 0,-1-1,1 0,-1-1,1-1,-1 0,0 0,0-2,0 1,0-1,0-1,-1 0,0-1,0 0,0-1,3-3,-8 8,-1-1,1-1,-1 1,1-1,-1 0,0 0,-1 0,1-1,-1 1,0-1,0-1,0 1,-1 0,1-1,-1 0,-1 1,1-1,-1 0,0 0,-1-1,1 1,0-7,-5 8,-1 1,1-1,-1 0,0 1,0 0,0 0,-1 0,1 0,-1 1,0 0,0 0,0 0,0 0,-1 1,1 0,-1 0,1 1,-1-1,0 1,0 0,1 1,-1-1,0 1,0 1,0-1,-6 0,1 0,-1 0,1 2,-1-1,1 1,0 1,0 0,0 1,0 0,0 0,1 1,0 1,0-1,0 2,1-1,0 2,0-1,1 1,0 0,0 1,1 0,0 0,0 0,1 1,0 0,1 1,0-1,1 1,0 0,1 0,0 0,1 0,0 0,0 4,2-11,0 0,1 0,-1 0,1 0,0 0,0 0,0 0,1 0,-1 0,1-1,0 1,0-1,0 1,1-1,-1 0,1 0,0 0,0 0,0 0,0 0,0-1,0 0,1 0,-1 0,1 0,2 1,28 10</inkml:trace>
  <inkml:trace contextRef="#ctx0" brushRef="#br0" timeOffset="252.356">966 0,'-21'0,"-15"5,-9 8,-3 8,1 10,8 12,9 6,10 5,13 2,15 1,15 0,3-11</inkml:trace>
  <inkml:trace contextRef="#ctx0" brushRef="#br0" timeOffset="419.76">1046 709,'18'13,"16"10,10 2,12 0,9-4,11-9,-9-5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0.20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399 45,'-28'0,"1"1,0 2,0 1,1 1,-1 1,-23 9,38-11,0 1,-1 1,2 0,-1 0,1 1,0 1,0-1,1 2,0 0,1 0,0 1,0 0,1 0,0 1,1 0,4-8,0 1,1 0,0-1,0 1,0 0,0 0,0 0,1 0,0 0,0 1,0-1,0 0,1 1,0-1,-1 0,2 1,-1-1,0 0,1 1,0-1,0 0,0 0,1 0,-1 1,1-1,0-1,0 1,0 0,1 0,-1-1,1 1,2 2,1-3,-1 0,1 0,0 0,0-1,0 1,0-1,0-1,1 1,-1-1,0 0,1-1,-1 1,1-1,-1-1,1 1,-1-1,0 0,1 0,4-3,2 0,0 0,0-1,0-1,0 0,-1-1,0 0,-1-1,9-6,-14 9,0 0,0 0,-1 0,0-1,0 0,0 0,0 0,-1-1,0 1,-1-1,1 0,-1 0,-1 0,1-1,0-6,-3 15,0-1,0 0,0 0,-1 0,1 0,0 1,0-1,-1 0,1 0,0 0,0 0,-1 0,1 0,0 0,0 0,-1 0,1 0,0 0,0 0,-1 0,1 0,0 0,0 0,-1 0,1 0,0 0,0 0,-1 0,1 0,0-1,0 1,0 0,-1 0,1 0,0 0,0-1,0 1,-1 0,1 0,0 0,0-1,0 1,0 0,0 0,0-1,-1 1,1 0,0 0,0-1,0 1,0 0,0 0,0-1,0 1,0 0,0 0,0-1,0 1,0 0,0 0,-6 11,1 1,0-1,1 1,0 1,0-1,1 0,1 1,0 0,1 2,0-8,-1-1,1 0,1 1,-1-1,1 1,1-1,-1 1,1-1,0 0,0 1,1-1,0 0,0 0,0 0,1 0,0 0,0 0,-1-5,0-1,0 1,0 0,0-1,-1 1,1-1,0 0,0 0,0 0,0 0,0 0,0 0,0 0,0-1,0 1,0-1,0 1,0-1,0 0,-1 0,1 0,0 0,0 0,-1 0,1 0,-1-1,1 1,-1 0,0-1,1 1,-1-1,0 0,0 1,0-1,0 0,0 0,-1 0,1 1,0-1,-1 0,8-17,0 0,-1 0,-1 0,-1-1,-1 0,-1 0,0 0,-2-1,0 1,-2-11,10-85,-9 114,0 0,0 0,0 0,1 0,-1 0,1 0,-1 0,1 0,0 0,0 0,-1 0,2 0,-1 1,0-1,0 1,0-1,1 0,-1 1,1 0,-1-1,1 1,0 0,-1 0,1 0,0 0,0 0,0 0,0 1,0-1,0 1,0-1,0 1,0 0,0-1,0 1,0 0,0 0,0 1,0-1,2 1,25 7,-1 2,0 0,0 2,17 12,-29-17,-6-3,-1 1,1 0,-1 0,0 0,0 1,-1 1,0 0,0 0,0 0,-1 1,0 0,-1 0,0 1,0 0,-1 0,0 1,0-1,-1 1,0 0,-1 0,0 0,0 105,-3-113,1 1,-1-1,0 1,1-1,-1 1,1-1,-1 1,1-1,0 1,0-1,1 0,-1 1,0-1,1 0,-1 0,1 0,0 0,-1 0,1-1,0 1,0 0,0-1,1 1,-1-1,0 0,0 0,1 0,-1 0,1 0,-1-1,1 1,-1 0,1-1,-1 0,1 0,-1 0,1 0,-1 0,1 0,0-1,105-26,-90 21,0-1,0 0,0-2,-1 0,0-1,-1-1,0 0,-1-1,0-1,0 0,-2-1,0-1,0 0,-2 0,0-1,4-8,-14 20,0-1,1 1,-1-1,-1 1,1-1,-1 1,0-1,0 1,0-1,0 0,-1 1,0-1,0 1,0-1,0 1,-1 0,0-1,0 1,0 0,0 0,-1 0,1 1,-1-1,0 0,0 1,-1 0,1 0,-1 0,1 0,-1 0,0 1,0 0,0 0,0 0,-1 0,1 0,0 1,-1 0,1 0,-1 0,1 1,-1-1,0 1,1 0,-1 0,1 1,0 0,0 0,0 1,0-1,0 1,0 0,0 0,1 0,-1 0,1 1,0 0,-1-1,1 1,0 0,1 0,-1 1,1-1,-1 1,1-1,0 1,0 0,0 0,1 0,0 0,-1 0,1 0,1 0,-1 1,0 2,0 0,0-1,1 1,0-1,1 1,-1-1,1 1,0-1,1 1,0-1,0 0,0 0,0 1,1-2,0 1,1 0,-1-1,2 1,3 3,1 0,1 0,0-1,0-1,0 0,1 0,0-1,1-1,-1 1,1-2,0 0,7 2,149 23,-65-22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7.0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379 688,'-6'-9,"-2"0,1 0,-1 0,-1 1,1 0,-1 1,-1 0,0 0,1 1,-2 0,1 1,-1 0,0 1,0 0,0 1,-8-2,11 4,0-1,1 1,-1 1,0 0,1 0,-1 0,0 1,0 0,1 1,-1-1,1 2,0-1,-1 1,1 0,0 0,0 1,1 0,-1 0,1 1,0-1,0 1,0 1,1-1,0 1,-1 2,3-5,0 0,0 0,1 1,-1-1,1 1,0-1,0 1,0 0,1 0,-1 0,1 0,0 0,0 0,0 0,1 0,-1 0,1 0,0 1,0-1,1 0,-1 0,1 0,0 1,0-1,0 0,1 0,-1-1,1 1,0 0,0 0,1-1,-1 1,1-1,-1 0,1 0,0 0,0 0,0 0,1-1,-1 1,1-1,-1 0,3 1,7 0,0 0,-1-1,1 0,0-1,0-1,0 0,0-1,-1 0,1-1,0 0,-1-1,1 0,-1-1,0-1,0 0,0 0,-1-1,0-1,0 0,-1 0,0-1,0-1,0 1,-1-2,-1 1,7-9,-3 1,-1-1,0 0,-1 0,-1-1,-1-1,0 1,-2-1,0-1,-2 1,1-6,16-211,-21 218,1-185,-7 189,0 34,-9 68,5 0,2 43,4-96,3 0,0 0,2 0,2 0,1-1,2 1,1-1,1 0,2-1,14 31,-21-56,1 0,0-1,0 0,0 0,1 0,0 0,0 0,0-1,1 0,0 0,0-1,0 0,0 0,1 0,-1-1,1 1,0-2,0 1,0-1,1 0,-1-1,0 1,1-1,-1-1,1 0,-1 0,1 0,-1-1,1 0,-1 0,3-1,4-5,0 0,-1 0,0-2,0 1,0-2,-1 1,-1-2,0 0,0 0,-1-1,0 0,-1 0,-1-1,0-1,0 1,-1-1,-1-1,-1 1,0-1,0-3,-4 15,1 0,-1 0,0 0,0-1,1 1,-2 0,1-1,0 1,-1-1,0 1,1-1,-1 1,-1 0,1-1,0 1,-1-1,0 1,0-1,0 1,0 0,0 0,-2-2,1 5,0 0,-1 0,1 0,0 0,-1 1,1-1,0 1,0 0,0-1,-1 1,1 0,0 0,0 0,0 1,0-1,1 0,-1 1,0-1,0 1,1 0,-1 0,1-1,0 1,-1 0,1 0,0 0,0 1,0 1,-3 1,0 1,1 0,0 0,0 0,0 0,1 0,0 1,0-1,1 1,0-1,0 1,1 0,-1-1,1 1,1 0,-1-1,1 1,0 0,1-1,0 1,0-1,0 0,1 1,-1-1,2 0,-1 0,8 4,-1 0,2-1,-1-1,1 0,0 0,1-1,0 0,0-1,0-1,1 0,0-1,0 0,0-1,13 1,63 12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4.96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1 641,'4'22,"2"0,0-1,1 0,2-1,0 0,0 0,2-1,1 0,0-1,1 0,1-1,1 0,0-1,12 8,-20-17,0 0,1 0,0-1,0 0,0 0,1-1,0 0,0-1,0 0,0 0,1-1,0 0,-1-1,1 0,0 0,0-1,8 0,-15-2,0 0,0 0,1 0,-1 0,0 0,0-1,-1 1,1-1,0 0,0 0,-1 0,1 0,-1-1,0 1,0 0,0-1,0 0,0 1,0-1,-1 0,1 0,-1 0,0 0,0 0,0 0,0-2,10-86,-11 57,9-73,-8 103,0 0,1 0,-1 0,1 0,0 0,0 0,0 1,1-1,-1 1,1 0,0 0,0-1,0 2,0-1,0 0,1 1,-1-1,1 1,0 0,0 0,0 1,0-1,2 0,96-8,-48 12</inkml:trace>
  <inkml:trace contextRef="#ctx0" brushRef="#br0" timeOffset="1365.615">1070 708,'-20'-10,"0"1,-1 0,-1 2,1 0,-1 2,0 0,0 1,-1 2,-21-1,38 4,-1 1,0 0,0 0,1 0,-1 1,1 0,0 0,-1 0,2 1,-1 0,0 0,1 1,0-1,0 1,0 0,0 1,1-1,0 1,0 0,1 0,-1 0,1 0,1 1,-1-1,1 1,0 0,1 0,-1 0,1 0,1 0,-1 0,1 0,0 0,1 0,0-1,0 1,2 7,-2-11,0 1,0-1,0 1,0-1,0 0,1 1,-1-1,1 0,0 0,0 0,0 0,1-1,-1 1,1 0,-1-1,1 0,0 0,0 0,0 0,0 0,0 0,1-1,-1 1,0-1,1 0,-1 0,1 0,-1-1,1 1,-1-1,1 0,0 0,-1 0,1 0,-1-1,1 0,-1 1,1-1,-1 0,1-1,-1 1,13-7,0 0,-1-1,-1-1,0 0,0-1,-1 0,0-2,-1 1,0-1,-1-1,-1 0,0 0,-1-1,0-1,-2 1,1-3,4 11,-9 29,-2-13,-1-2,0 0,1-1,0 1,0-1,0 1,1-1,0 0,0 0,1 0,-1 0,1 0,1 0,-1-1,1 1,0-1,0 0,1 0,-1 0,1-1,0 0,0 0,1 0,-1 0,1-1,0 0,0 0,0-1,5 2,0-2,0-1,0 0,-1-1,1 0,0-1,-1 0,1 0,0-1,-1-1,0 0,1 0,-1-1,0 0,-1-1,1 0,-1-1,0 0,0-1,6-4,0-1,-1-1,-1 0,0-1,-1-1,-1 0,0 0,-1-1,-1 0,1-2,8-27,-1 0,-3-1,-1-1,-3-1,-2 1,-1-2,-3 1,-2-9,0 39,-1-1,-1 1,0 0,-2-1,0 1,-1 0,0 0,-2 0,0 1,-4-9,8 24,0 1,0-1,0 0,0 0,0 1,0-1,-1 1,1-1,0 1,-1-1,0 1,1 0,-1 0,0 0,1 0,-1 0,0 0,0 0,0 1,0-1,0 0,0 1,0 0,0-1,0 1,0 0,0 0,0 0,0 1,0-1,0 0,0 1,0-1,0 1,0 0,0 0,0-1,1 1,-1 0,0 1,0-1,1 0,-1 0,1 1,-1-1,1 1,0-1,0 1,-1 0,1-1,0 1,0 0,0 1,-13 18,1 1,1 1,1 0,0 0,2 1,1 1,1-1,-1 13,-1-8,1 0,2 1,0-1,2 1,2 0,1 0,1 0,1 0,2 0,0 0,3 0,0-1,2 0,5 12,-9-32,0-1,1 1,0-1,0 0,0 0,1-1,0 1,1-2,0 1,0 0,0-1,1-1,0 1,0-1,0-1,1 1,-1-1,1-1,0 0,0 0,1 0,-1-1,0-1,1 0,-1 0,1-1,-1 0,1 0,0-1,-1-1,0 1,1-2,-1 1,0-1,0 0,0-1,0-1,-1 0,0-1,-1 1,0-2,0 1,-1-1,0 0,0 0,0 0,-1-1,0 0,2-5,3 54,-7-32,0 0,0-1,1 1,0-1,0 0,1 0,0-1,0 1,1-1,0 0,0 0,0-1,1 0,0 0,1-1,-1 0,1 0,0 0,0-1,0-1,1 1,0-1,-1-1,1 1,0-1,0-1,0 0,0 0,0-1,1 0,-1-1,0 0,7-1,-11 0,0 1,0-1,-1 1,1-2,-1 1,1 0,-1-1,0 0,0 0,0 0,-1 0,1-1,-1 1,1-1,-1 0,0 0,-1 0,1 0,-1-1,0 1,0-1,0 0,0 1,-1-1,0 0,0 0,0 0,-1 0,0 0,0 0,0 0,0-1,-1-3,0 1,0 0,0-1,-1 1,0 0,-1 0,0 1,0-1,-1 0,0 1,0 0,0 0,-1 0,0 1,-1-1,1 1,-1 0,0 1,-3-2,6 4,-1 0,0 1,0-1,-1 1,1 0,-1 0,1 0,-1 1,1-1,-1 1,0 0,0 0,0 1,1 0,-1 0,0 0,0 0,0 1,0-1,1 1,-1 1,0-1,1 1,-1-1,1 1,0 1,-1-1,1 1,0-1,0 1,1 0,-1 0,0 1,1-1,0 1,0 0,0 0,0 0,1 0,0 0,-1 1,1 0,1 0,-1 1,1-1,0 0,0 1,1-1,0 0,0 1,0-1,0 0,1 1,0-1,0 0,0 1,1-1,0 0,0 0,0 0,0 0,1-1,0 1,0-1,2 3,4 4,1 0,0-1,0 0,1 0,0-1,1 0,0-1,4 1,4 2,1-1,0-1,1 0,0-2,0-1,1 0,0-2,0 0,0-2,0-1,0 0,8-2,-28 1,1 0,0 0,0-1,-1 1,1-1,0 0,-1 0,1 0,0-1,-1 1,0-1,1 0,-1 0,0 0,0 0,0 0,0-1,0 1,-1-1,1 0,-1 0,1 0,-1 0,0 0,0-1,-1 1,1 0,-1-1,0 0,0 1,0-1,0 0,0-1,-1-13,-1 1,-1-1,0 1,-2 0,1 0,-2 0,-1 0,-1-1,0-4,-46-125,52 145,1 1,-1 0,1 0,0 0,0-1,0 1,-1 0,1 0,0-1,0 1,1 0,-1 0,0 0,0-1,1 1,-1 0,1 0,-1 0,1 0,-1-1,1 1,-1 0,1 0,0 0,0 0,0 1,0-1,-1 0,1 0,0 0,0 1,1-1,-1 0,0 1,0-1,0 1,0-1,0 1,1 0,-1 0,0-1,0 1,1 0,-1 0,0 0,0 0,0 0,1 1,-1-1,0 0,0 0,0 1,1-1,-1 1,26 2,0 2,0 0,-1 2,0 1,-1 1,0 1,8 5,-19-10,0 0,0 1,-1 0,0 1,0 1,-1 0,0 1,-1 0,1 1,-2 0,1 1,-2 0,1 0,-2 1,1 0,-2 1,6 11,16 85,-28-107,-1 0,1 0,-1 0,1-1,0 1,0 0,0 0,0-1,0 1,1-1,-1 1,0-1,1 1,-1-1,1 0,-1 1,1-1,0 0,-1 0,1 0,0-1,0 1,0 0,0-1,-1 1,1-1,0 1,0-1,0 0,0 0,0 0,0 0,0 0,0-1,0 1,2-1,67-30,89-89,-84 57,-75 62,-1 0,0 0,1 0,-1 0,0 0,1 1,-1-1,1 0,0 0,-1 1,1-1,-1 0,1 1,0-1,0 1,-1-1,1 1,0-1,0 1,0-1,0 1,-1 0,1-1,0 1,0 0,0 0,0 0,0 0,0-1,0 2,0-1,0 0,0 0,0 0,-1 0,1 0,0 1,0-1,0 0,0 1,0-1,0 1,-1-1,1 1,0-1,0 1,-1 0,1-1,-1 1,1 0,0-1,-1 1,1 0,-1 0,1 0,-1 0,-21 130,20-125,1 0,0 0,1 0,-1 0,1 0,0 0,1 0,-1 0,1-1,1 1,-1-1,1 1,0-1,0 0,0 0,1 0,-1 0,1-1,0 0,1 1,-1-1,1-1,0 1,0-1,0 0,0 0,0 0,1-1,0 0,-1 0,1 0,0-1,0 1,0-2,0 1,0-1,2 1,34-6,-5-5</inkml:trace>
  <inkml:trace contextRef="#ctx0" brushRef="#br0" timeOffset="1620.938">3303 267,'-9'16,"6"14,15 11,21 8,5-4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3.8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240 816,'-12'23,"0"0,2 0,1 1,0 0,2 1,1 0,1 0,1 0,1 1,1 7,-12 171,10 132,4-199,-6-23,-2-102,-2-28,-6-34,3-2,1 1,-4-52,11 67,-23-159,0-129,28 313,6-113,-5 120,0-1,0 1,0 0,0 0,1 0,-1 0,1 1,0-1,0 0,1 1,-1-1,1 1,0 0,-1 0,2 0,-1 0,0 0,0 1,1-1,-1 1,1 0,0 0,0 0,0 1,0-1,4 0,6 2,-1 0,1 2,0-1,0 1,-1 1,1 1,-1 0,0 0,0 1,-1 1,1 0,-1 1,0 0,-1 1,0 0,2 2,-8-7,0 0,-1 0,1 0,0 0,-1 1,1 0,-1 0,0 0,-1 0,1 0,-1 1,0 0,0 0,0 0,-1 0,1 0,-1 1,0-1,-1 0,1 5,-3-8,-1 1,0 0,0 0,0-1,0 1,0-1,-1 0,1 0,-1 0,1 0,-1 0,0 0,0-1,0 1,0-1,0 0,0 0,0 0,0 0,-1 0,1-1,0 0,-1 1,-6 1,-1 0,0 0,1-1,-1 0,0-1,1 0,-1-1,0 0,1 0,-1-1,1-1,-7-2,16 5,0 0,0-1,0 1,0 0,0-1,0 1,0-1,0 0,0 1,0-1,0 0,0 1,0-1,0 0,1 0,-1 0,0 0,1 0,-1 0,0 0,1 0,-1 0,1 0,0 0,-1 0,1 0,0 0,0 0,0-1,-1 1,1 0,0 0,0 0,1 0,-1 0,0-1,0 1,1 0,-1 0,0 0,1 0,-1 0,39-36,-15 25,1 1,1 1,-1 1,1 2,1 0,0 2,0 1,0 1,8 0,-29 2,0 1,-1-1,1 1,0 0,-1 0,1 1,0-1,-1 1,1 1,0-1,-1 1,0 0,1 0,-1 0,0 1,0 0,0 0,-1 0,1 1,-1-1,0 1,0 0,0 1,0-1,-1 0,1 1,-1 0,-1 0,2 2,13 71,-15-78,-1 1,1-1,-1 1,1-1,0 1,0-1,-1 0,1 0,0 0,0 0,-1 0,1 0,0-1,-1 1,1 0,0-1,-1 1,1-1,0 0,-1 0,1 1,-1-1,1 0,-1 0,0 0,1-1,-1 1,0 0,1 0,13-11,0-1,-1 0,-1 0,0-2,0 0,-2 0,0-1,-1-1,0 1,1-7,-8 19,6-13,-1 22,-5 12,1-1,1 1,0-1,1 0,1 0,1 0,3 5,-8-16,1 0,-1 0,1 0,0 0,1 0,-1-1,1 0,0 0,0 0,0 0,0-1,0 0,1 0,0 0,0-1,-1 0,1 0,1-1,-1 1,0-1,0-1,1 1,0-1,0 0,-1-1,1 0,0 0,-1 0,1-1,-1 0,1 0,-1-1,0 1,0-1,0-1,0 1,-1-1,1 0,-1-1,0 1,0-1,0 0,-1 0,0 0,0-1,0 1,-1-1,2-4,4-9,0 0,-2-1,0 0,-1 0,-1 0,-1-1,0-15,11-145,-8-1,-10-43,2 185,2 17,-1 0,-2 0,0 0,-2 0,0 1,-3-4,8 26,-1-1,0 0,0 0,0 1,0-1,0 0,0 0,0 1,-1-1,1 0,0 1,0-1,0 0,-1 1,1-1,0 0,-1 1,1-1,-1 1,1-1,-1 1,1-1,-1 1,1-1,-1 1,1-1,-1 1,1-1,-1 1,0 0,1-1,-1 1,0 0,1 0,-1 0,0-1,0 1,1 0,-1 0,0 0,1 0,-1 0,0 0,0 0,1 1,-1-1,0 0,1 0,-1 1,0-1,1 0,-1 0,0 1,1-1,-22 37,5 23,2 1,3 1,3 0,-1 46,9-104,-6 52,3 0,2 1,2-1,3 0,2 0,3 0,13 50,-19-97,0-1,0 1,1 0,0-1,0 0,1 0,0 0,0 0,1-1,0 0,0 0,1 0,0 0,0-1,1 0,0 0,0-1,0 0,0 0,1 0,0-1,0-1,0 1,0-1,1 0,8 1,-10-4,1 0,-1-1,0 0,1 0,-1 0,0-1,0 0,0 0,0-1,0 0,-1 0,1-1,-1 0,0 0,0 0,0-1,-1 0,1-1,80-107,-81 105,-4 7,26-32,-27 33,1-1,-1 1,1-1,0 1,-1 0,1-1,0 1,-1 0,1-1,0 1,-1 0,1 0,0 0,0 0,-1-1,1 1,0 0,0 0,-1 1,1-1,0 0,0 0,-1 0,1 0,0 1,0-1,-1 0,1 1,0-1,-1 0,1 1,-1-1,1 1,0-1,-1 1,1-1,-1 1,0 0,1-1,-1 1,1-1,-1 1,0 0,1 0,-1-1,0 1,0 0,1-1,-1 1,0 0,0 0,0 0,17 77,-17-69,1 1,1 0,-1-1,2 0,-1 1,1-1,1 0,0 0,0 0,0-1,1 0,5 6,-8-12,1 1,1-1,-1 0,0 0,0-1,1 1,-1-1,1 0,0 1,-1-2,1 1,0 0,-1-1,1 1,0-1,0 0,-1-1,1 1,0-1,0 1,-1-1,1 0,-1 0,1-1,-1 1,1-1,-1 0,0 1,2-3,26-13</inkml:trace>
  <inkml:trace contextRef="#ctx0" brushRef="#br0" timeOffset="200.637">1671 629,'-16'-2,"-12"-3,-8-1,-3-2,-1-3,-1-3,0-3,7 1</inkml:trace>
  <inkml:trace contextRef="#ctx0" brushRef="#br0" timeOffset="750.839">962 322,'189'0,"-89"3,0 4,-1 4,0 5,-1 4,-1 4,47 20,-121-36,-2 1,0 1,0 1,0 1,-2 1,1 0,-2 2,0 0,-1 1,0 0,-1 2,-1 0,-1 1,-1 0,0 1,-1 0,-2 1,0 0,4 14,-6-3,-2 1,-1 0,-1-1,-2 2,-1 11,-1-27,9 36,-8-53,-1 0,1 1,-1-1,1 0,0 0,0 0,-1 0,1 0,0-1,0 1,0 0,0 0,0-1,0 1,0 0,0-1,0 1,0-1,1 1,-1-1,0 0,0 1,0-1,1 0,-1 0,0 0,0 0,1 0,-1 0,0 0,0 0,1-1,-1 1,0 0,0-1,0 1,0-1,0 0,1 1,-1-1,0 0,0 1,14-11,1-1,-2 0,0-1,0-1,-1 0,-1-1,0 0,-1 0,-1-2,4-8,61-107,-74 133,0 0,0 0,-1 0,1-1,0 1,-1 0,1 0,-1 0,1 0,-1 0,1 0,-1 0,0 0,1 0,-1 1,0-1,0 0,0 0,0 0,0 0,0 0,0 0,0 0,-1 1,1-1,0 0,-1 0,1 0,0 0,-1 0,0 1,1-1,-2 18,-1-10,1 0,1 1,0-1,0 0,0 1,1-1,1 1,0-1,0 0,0 1,2-1,-1 0,1 0,0 0,1 0,0-1,0 1,1-1,0 0,0-1,1 1,3 2,-1-5,0 0,0-1,0 0,1 0,0-1,0 0,0-1,0 0,0 0,0-1,0 0,1 0,-1-1,1-1,-1 0,0 0,0 0,0-1,0-1,0 1,0-2,0 1,-1-1,1 0,-1-1,0 0,-1 0,1-1,-1 0,0 0,-1-1,1 0,-1 0,0 0,-1-1,0 0,0 0,0-2,-1 1,-1 0,0 0,0 0,-1 0,0-1,-1 1,0-1,-1 1,0-1,0 1,-1-1,0 1,0-1,-1 1,-1-1,1 1,-2-1,3 8,0 0,-1 0,1 0,-1 0,1 0,-1 0,0 0,0 1,0-1,0 1,0-1,0 1,0 0,0-1,0 1,-1 1,1-1,0 0,-1 0,1 1,0-1,-1 1,1 0,-1 0,1 0,-1 0,1 0,-1 1,1-1,-1 1,1-1,0 1,-1 0,1 0,0 0,0 0,0 0,0 1,0-1,0 1,0-1,0 1,0 0,1 0,-1-1,1 1,-1 0,0 2,-3 3,0-1,1 1,0 0,0 0,0 1,1-1,0 1,1-1,0 1,0 0,0 0,1 0,0 0,1 0,0 0,0 0,1 0,0 0,0 0,1 0,0 0,0 0,1 0,0-1,0 0,1 1,0-1,0 0,1-1,0 1,0-1,0 0,4 2,5 5,1-2,1 0,0 0,0-2,1 0,0 0,1-2,4 1,63 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0.5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0 375,'54'-58,"-52"57,0 0,-1 0,1 0,0 0,0 0,0 0,0 1,0-1,0 1,0-1,0 1,1 0,-1-1,0 1,0 0,0 1,0-1,0 0,0 1,0-1,0 1,1-1,-2 1,1 0,0 0,0 0,0 0,0 0,0 1,-1-1,1 0,-1 1,1-1,0 3,5 7,-2 0,1 1,-2-1,1 1,-2 1,1-1,-2 0,0 1,0 0,-1-1,-1 1,0 8,0-13,1 34,9 66,-9-107,0 1,0-1,0 0,0 0,0 0,0 0,1 0,-1 0,0 0,0-1,1 1,-1 0,1-1,-1 1,0-1,1 1,-1-1,1 0,-1 0,1 1,0-1,-1 0,1 0,-1-1,1 1,-1 0,1 0,-1-1,1 1,-1-1,0 1,1-1,-1 0,0 1,1-1,-1 0,0 0,0 0,0 0,1 0,-1 0,0 0,-1-1,1 1,0 0,0 0,0-1,-1 1,1-1,0 0,11-14,0-1,-1 0,-1-1,-1 0,-1-1,0 0,-1 0,-1 0,-1-1,0 0,-2 0,0 0,-1-9,2 83,2-36</inkml:trace>
  <inkml:trace contextRef="#ctx0" brushRef="#br0" timeOffset="1318.233">348 495,'0'-1,"0"-17,5 21,22 184,-15-157,-12-30,1 1,-1-1,0 0,1 1,-1-1,1 0,-1 1,1-1,-1 0,1 0,-1 0,1 1,0-1,-1 0,1 0,-1 0,1 0,-1 0,1 0,0 0,-1 0,1 0,-1 0,1-1,-1 1,1 0,-1 0,1 0,-1-1,1 1,-1 0,1-1,-1 1,1 0,-1-1,0 1,1 0,-1-1,1 1,-1-1,0 1,0-1,1 1,-1-1,0 1,0-1,1 1,-1-1,0 1,0-1,0 0,8-16,-1 0,0 0,-2-1,0 0,-1 0,2-18,2-4,1-10,-6 30,0 0,2 0,0 0,1 1,1 0,2-1,-9 19,0 0,0-1,1 1,-1 0,1 0,-1 0,1-1,-1 1,1 0,0 0,-1 0,1 0,0 0,0 0,0 0,0 1,0-1,0 0,0 0,0 1,0-1,0 0,0 1,0-1,0 1,1 0,-1-1,0 1,0 0,1 0,-1 0,0 0,0 0,1 0,-1 0,0 0,0 0,1 1,-1-1,0 0,0 1,0-1,0 1,1-1,-1 1,0 0,0-1,0 2,3 6,-1 0,0 1,-1 0,0-1,0 1,-1 0,0 0,0 0,-1 0,-1 8,1-1,-1 41,10 76,-8-129,0 0,0-1,1 1,0 0,0-1,0 1,0-1,0 1,1-1,-1 0,1 0,0 0,0-1,0 1,0-1,1 0,-1 1,1-1,-1-1,1 1,0 0,-1-1,1 0,0 0,0 0,0 0,0-1,3 1,8-1,-1 0,1-1,-1 0,1-1,-1-1,0 0,6-3,112-51,-100 38</inkml:trace>
  <inkml:trace contextRef="#ctx0" brushRef="#br0" timeOffset="1902.09">1162 456,'-9'-3,"-1"0,0 1,1 0,-1 1,0 0,0 1,0 0,0 1,0-1,0 2,0 0,1 0,-1 0,1 2,-1-1,1 1,0 0,0 1,1 0,-1 0,1 1,0 0,1 1,0-1,-1 2,-38 58,45-64,1 0,-1 1,0-1,1 0,-1 0,1 0,0 1,0-1,0 0,0 0,0 1,0-1,0 0,1 0,-1 1,1-1,0 0,0 0,0 0,0 0,0 0,0 0,0 0,0 0,1-1,-1 1,1 0,0-1,-1 1,1-1,0 1,0-1,2 1,6 2,1 0,-1-1,1 0,0-1,0 0,0-1,0 0,0-1,0 0,0-1,0 0,0-1,0 0,0 0,0-2,-1 1,1-1,-1 0,4-4,-4 5,-1-1,1 0,-1-1,-1 0,1-1,-1 1,0-2,0 1,0-1,-1 0,0-1,-1 0,0 0,0 0,0-1,-1 1,-1-1,1-1,-1 1,-1-1,0 1,1-5,-4 14,0-1,1 1,-1-1,0 1,0 0,1-1,-1 1,0-1,0 1,0-1,1 1,-1-1,0 1,0-1,0 0,0 1,0-1,0 1,0-1,0 1,-1-1,1 1,0-1,0 1,0-1,0 1,-1-1,1 1,0-1,0 1,-1 0,1-1,0 1,-1-1,1 1,-1 0,1-1,0 1,-1 0,1-1,-1 1,1 0,-1 0,1 0,-1-1,1 1,-1 0,1 0,-1 0,-1 6,0 0,0 0,1 0,0 0,0 0,1 1,0-1,0 0,0 0,1 1,0-1,0 0,0 0,1 0,0 0,0 0,1 0,-1-1,1 1,1-1,-1 0,1 0,-1 0,2 0,-1 0,0-1,1 0,0 0,0 0,0-1,0 1,1-1,-1-1,1 1,0-1,0 0,0 0,3 0,0-1,0-1,0 0,0 0,0-1,0 0,-1 0,1-1,0 0,-1-1,1 0,-1 0,0-1,0 0,0 0,0-1,-1 0,0 0,0-1,0 1,-1-2,0 1,0-1,0 0,-1 0,0-1,0 1,-1-1,0 0,-1 0,0-1,0 1,0-1,0-8,12-40,-9 68,5 39,-10-37,0 0,1-1,1 1,0-1,1 1,0-1,1 0,0-1,1 1,0-1,1 0,0 0,1-1,0 0,9 8,2-5</inkml:trace>
  <inkml:trace contextRef="#ctx0" brushRef="#br0" timeOffset="2151.028">1711 1,'-16'2,"-5"8,3 9,12 10,20 7,21 6,5-3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29.0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188 249,'-23'382,"19"-199,-4-382,-75-349,83 544,-1 2,0 1,0-1,0 0,1 1,-1-1,1 0,0 0,-1 1,1-1,0 0,0 0,0 0,0 1,0-1,0 0,1 0,-1 1,0-1,1 0,0 1,-1-1,1 0,0 1,0-1,0 1,0-1,0 1,0-1,0 1,1 0,-1 0,0-1,1 1,-1 0,1 0,-1 0,1 1,-1-1,1 0,0 1,-1-1,1 1,0-1,0 1,0 0,146 15,312 30,-406-37,-14-1</inkml:trace>
  <inkml:trace contextRef="#ctx0" brushRef="#br0" timeOffset="255.84">1 476,'25'10,"24"2,22-1,19-4,18-5,10-6,3-2,-18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8.5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0,'15'12,"37"26,-2 3,43 45,-80-73,-1 1,-1 0,0 1,0 0,-2 1,0 0,-1 0,0 1,-1 0,-1 0,-1 1,2 11,-7-10,0 1,-1-1,-1 0,-1 0,0 0,-2 0,0-1,-1 0,-1 0,0 0,-2-1,0 0,-1 0,0-1,-12 13,18-22,1-5,1 0,-1 0,1 0,0 1,0-1,0 1,0-1,1 1,-1 0,1 0,-1 0,1 0,0 0,0 0,1 0,-1 0,0 0,1 0,0 1,0-1,0 0,0 0,0 0,1 1,-1-1,1 0,0 0,0 0,0 0,1 0,-1 0,1-1,-1 1,1 0,0-1,0 1,0 0,9 1,1 0,-1 0,1-1,0 0,0-1,0 0,0-1,0-1,0 0,9-1,-5 2,0 0,0-1,-1-1,1-1,0 0,-1-1,0-1,1 0,-2-1,1-1,0 0,-1-1,0 0,-1-1,0-1,0 0,4-5,-14 11,-1 0,1 0,-1 0,0 0,0-1,-1 1,1-1,-1 1,1-1,-1 0,0 0,0 1,-1-1,1 0,-1 0,0 0,0 0,0 0,-1 1,1-1,-1 0,0 0,0 0,0 1,-1-1,1 1,-1-1,0 1,0-2,-5-5,0 1,0 0,-1 0,0 0,-1 1,0 0,0 1,-1 0,-2-1,-42-23,-1 3,-1 1,-1 4,-12-2,-125-54,194 79,-1 0,1 0,-1 0,1 0,-1 0,1 0,-1 1,1-2,-1 1,1 0,-1 0,1 0,-1 0,1 0,-1 0,1 0,-1-1,1 1,-1 0,1 0,-1-1,1 1,-1 0,1-1,0 1,-1 0,1-1,-1 1,1-1,0 1,0-1,-1 1,1 0,0-1,0 1,-1-1,1 1,0-1,0 1,0-1,0 0,0 1,0-1,0 1,0-1,0 1,0-1,0 1,0-1,0 1,1-1,-1 1,0-1,0 1,0-1,1 1,-1-1,34-5,525 4,-509 1,0-2,0-3,0-1,-1-3,36-12,-29-8,-55 29,0 0,0 1,0-1,0 0,0 0,0-1,0 1,0 0,0 0,0 0,-1-1,1 1,0 0,-1-1,1 1,-1 0,0-1,1 1,-1-1,0 1,0-1,0 1,0 0,0-1,0 1,0-1,0 1,-1-1,1 1,-1-1,1 1,-1 0,1-1,-1 1,0 0,0 0,1-1,-2 1,-1-3,-1 1,0 0,0 0,0 0,0 0,0 0,-1 1,1 0,-1 0,0 0,1 0,-1 1,0 0,0 0,0 0,0 1,0 0,0-1,0 2,0-1,0 1,0-1,0 2,0-1,0 0,0 1,1 0,-1 0,1 0,-1 1,1-1,0 1,0 0,0 0,0 1,0 1,1-1,0 1,1 0,-1 0,1 0,0 0,0 0,1 1,-1-1,1 0,0 1,1-1,-1 1,1-1,0 1,1 0,-1-1,1 1,0-1,0 0,1 1,0-1,0 0,0 0,0 0,1 0,0 0,1 1,3 5,0-1,1 0,0-1,1 0,0 0,0-1,1 0,0-1,0 0,1 0,0-1,3 1,-6-2,0-1,0 0,0-1,1 1,0-2,-1 1,1-1,0-1,0 1,0-2,1 1,-1-1,0 0,0-1,0 0,0-1,0 0,0 0,0-1,-1 0,1 0,-1-1,0 0,0-1,0 0,-1 0,0 0,0-1,0 0,1-2,3-12,0-1,-2-1,0 0,-1 0,-2-1,0 0,-1 0,-2 0,0-1,-1 1,-2-1,-1-9,2 21,-1 6,-1 6,1-1,0 0,-1 0,1 0,0 0,0 0,0 0,0 0,0 1,0-1,0 0,0 0,0 0,0 0,0 0,0 0,1 0,-1 0,0 1,1-1,-1 0,1 0,-1 0,1 1,-1-1,1 0,-1 0,1 1,0-1,-1 0,1 1,0-1,0 1,-1-1,1 1,0 0,0-1,0 1,0 0,0-1,-1 1,1 0,0 0,0 0,0 0,0 0,89 37,195 42,-281-77,0 0,1 1,-1-1,0 1,0 0,0 0,-1 0,1 0,-1 0,1 1,-1 0,0 0,-1 0,1 0,-1 0,1 0,-1 1,-1-1,1 1,-1-1,1 1,-1 0,-1-1,1 5,0-2,0 0,0 0,0 0,1 0,0 0,0 0,1 0,0-1,0 1,0-1,1 0,0 0,0 0,1 0,-1-1,1 0,1 0,-1 0,1 0,-1-1,1 0,1 0,-1-1,1 0,5 2,0 0,1-2,0 1,0-2,0 0,0 0,0-1,0-1,0 0,0-1,1 0,-1-1,-1-1,1 0,0-1,-1 0,1 0,-1-2,0 1,-1-2,0 1,0-2,7-5,13-27,-30 40,0 0,0 1,-1-1,1 0,0 1,0-1,0 1,-1-1,1 1,0-1,-1 1,1-1,0 1,-1 0,1-1,-1 1,1 0,-1 0,1-1,-1 1,0 0,1 0,-1 0,0 0,0-1,0 1,1 0,-1 0,0 0,0 0,0 0,0 0,0-1,-1 1,1 0,0 0,0 0,1 8,1-5,0 0,-1 0,2 0,-1 0,0-1,1 1,0 0,-1-1,1 0,1 0,-1 0,0 0,1 0,-1-1,1 0,0 1,0-1,0-1,0 1,0 0,1-1,-1 0,0 0,0 0,1-1,113 0,-113 0,0 0,-1-1,1 1,0-1,0 0,-1 0,1-1,-1 1,1-1,-1 0,0 0,0 0,1-1,-2 0,1 1,0-1,0-1,-1 1,0 0,0-1,0 0,0 0,0 0,-1 0,0 0,0 0,0-1,0 1,0-1,-1 1,0-1,0 0,0 1,-1-1,0 0,0 0,0 1,0-1,-1 0,0-2,-4-4,0-1,-1 1,0 0,-1 1,-1-1,1 1,-2 1,1-1,-1 1,0 1,-1 0,0 0,-1 1,1 0,-1 1,-1 0,1 1,-1 0,0 1,0 0,0 1,0 0,-1 1,1 0,-12 1,16 0,1 1,-1-1,0 2,0-1,0 1,0 0,1 1,-1 0,0 0,1 1,0-1,0 2,0-1,0 1,0 0,0 0,1 1,0 0,0 0,0 1,1-1,0 1,0 1,0-1,1 0,0 1,0 0,-1 4,1 1,0-1,1 1,1 0,0 0,1 0,0 0,0 0,2 10,4 32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45.06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150 298,'-13'174,"9"-99,-2 0,-4-1,-3 0,-14 41,-11-29,37-85,1 0,0 0,0-1,-1 1,1 0,-1-1,1 1,0 0,-1-1,1 1,-1 0,1-1,-1 1,0-1,1 1,-1-1,1 1,-1-1,0 0,1 1,-1-1,0 0,0 0,1 1,-1-1,0 0,0 0,0 0,1 0,-1 0,0 0,0 0,1 0,-1 0,0 0,0 0,1-1,-1 1,0 0,0 0,1-1,-1 1,-11-35,13-1,2 0,1 0,2 1,2-1,0 1,3 1,2-3,23-64,4 1,4 2,5 3,28-38,-5 27,-49 80,-22 26,0-1,-1 1,1-1,-1 1,1 0,-1 0,1-1,0 1,-1 0,1 0,0-1,-1 1,1 0,-1 0,1 0,0 0,-1 0,1 0,0 0,-1 0,1 0,0 1,-1-1,1 0,0 0,-1 1,1-1,-1 0,1 1,0-1,-1 0,1 1,-1-1,1 1,-1-1,0 1,1-1,-1 1,1-1,-1 1,0-1,1 1,-1 0,0-1,0 1,1-1,-1 1,0 0,0-1,0 1,0 0,0-1,0 1,0 0,0-1,0 1,0 0,-1 0,22 169,2-13,35 122,-50-250,6 24,-3 1,-1 1,-3-1,-1 21,-8-44</inkml:trace>
  <inkml:trace contextRef="#ctx0" brushRef="#br0" timeOffset="640.863">43 512,'353'-85,"-253"64,-83 17,365-65,-377 68,7-1,0 1,-1 0,1 1,-1 0,1 1,0 0,8 2,-18-2,0-1,0 1,0 0,0 0,0 0,0 0,0 0,-1 0,1 1,0-1,-1 0,1 1,-1 0,0-1,1 1,-1 0,0-1,0 1,0 0,0 0,0 0,-1 0,1 0,-1 0,1 0,-1 0,0 0,1 0,-1 1,0-1,0 0,-1 0,-15 70,13-62,-15 43,3-10,1 1,3 0,1 1,-3 41,18-31,-5-55,0 0,0 1,0-1,1 1,-1-1,0 0,0 1,1-1,-1 0,0 1,1-1,-1 0,0 0,1 1,-1-1,1 0,-1 0,0 0,1 1,-1-1,1 0,-1 0,0 0,1 0,-1 0,1 0,-1 0,1 0,-1 0,0 0,1 0,-1 0,1 0,-1 0,1 0,-1-1,0 1,1 0,-1 0,0 0,1-1,-1 1,1 0,-1 0,0-1,0 1,1 0,-1-1,0 1,1 0,-1-1,0 1,0-1,0 1,0 0,1-1,-1 1,0-1,0 1,0-1,0 1,0-1,7-14,-1-1,-1 1,0-2,-1 1,-1 0,0-1,-1-16,3-4,4-42,-6 42,2 1,1-1,2 1,1 0,6-11,-15 45,0 1,0 0,0 0,1-1,-1 1,0 0,1 0,-1-1,0 1,1 0,-1 0,1 0,0-1,-1 1,1 0,0 0,0 0,0 0,0 0,0 1,0-1,0 0,0 0,0 1,0-1,0 0,0 1,0-1,1 1,-1 0,0-1,0 1,1 0,-1 0,0-1,1 1,-1 0,0 1,0-1,1 0,-1 0,0 0,1 1,-1-1,0 1,0-1,0 1,0-1,1 1,-1 0,0-1,0 1,0 0,0 0,0 0,0 0,8 11,-1 0,0 1,-1 0,0 0,-1 1,0 0,0 4,7 15,-10-26,13 37,3 0,2-1,1-1,2-1,2-1,25 28,-50-66,0 0,0 0,1 0,-1 0,0 0,1 0,0 0,-1 0,1-1,0 1,0-1,0 1,0-1,0 0,0 0,0 0,0 0,1 0,-1 0,0 0,1-1,-1 1,0-1,1 0,-1 0,1 0,-1 0,0 0,1 0,-1-1,0 1,1-1,-1 0,0 1,1-1,-1 0,0 0,0-1,0 1,0 0,1-1,1-7,1 0,-1 0,-1 0,1 0,-2-1,1 1,-1-1,-1 0,0 0,0-4,0 4,5-80,-5 0,-3 1,-4-1,-4 0,8 79,1 9,0 0,1-1,-1 1,0-1,1 1,-1-1,1 0,0 1,0-1,0 1,0-1,0 1,0-1,1 0,-1 1,1-1,0 1,0 0,0-1,0 1,0 0,1-1,-1 1,0 0,1 0,0 0,-1 0,1 0,0 1,0-1,0 0,0 1,1 0,-1-1,0 1,1 0,29-2,2 3</inkml:trace>
  <inkml:trace contextRef="#ctx0" brushRef="#br0" timeOffset="891.198">2182 205,'-6'13,"-8"14,-3 14,-1 11,0 8,3 7,5 2,3 1,1-3,1-9,2-9,-1-12,-2-16,0-18,-2-18,-1-19,-1-16,0-1</inkml:trace>
  <inkml:trace contextRef="#ctx0" brushRef="#br0" timeOffset="1160.488">1981 351,'1'-59,"3"-1,2 1,5-16,9 13,-18 62,-1-1,1 0,-1 1,1-1,-1 1,1-1,0 1,-1 0,1 0,0 0,-1 0,1 0,0 0,-1 0,1 0,-1 1,1-1,0 1,-1-1,1 1,-1-1,1 1,-1 0,1 0,-1 0,0 0,0 0,1 0,-1 0,0 0,0 1,0-1,0 0,0 1,0-1,-1 1,1-1,0 2,2 0,221 258,-197-231,8 7,-1 3,-2 0,24 41,-52-76,-1 1,1 0,-1-1,0 1,0 1,-1-1,0 0,0 0,0 1,-1-1,0 1,0 0,0-1,-1 1,0 0,-1-1,1 1,-1-1,-1 1,1-1,-1 1,0-1,-1 0,1 0,-1 0,0 0,-1 0,0 1,-16 11,0 0,-2-2,0 0,0-1,-2-1,0-1,0-2,-1 0,0-1,-1-2,0-1,-2 0,14-3,-4 2,0-1,-1 0,0-1,0-1,-1-1,-15-1,7-7,11-5</inkml:trace>
  <inkml:trace contextRef="#ctx0" brushRef="#br0" timeOffset="1404.822">2891 739,'-5'-16,"-1"-5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42.5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91 755,'1'222,"-13"539,9-716,-3-28,-3-24,2-12,1 1,1-1,1 0,0 0,2-1,0-1,-2-7,-8-55,3-1,4 0,3-1,4 1,4-1,3 1,15-51,-19 115,1 0,0 1,2 0,0 0,2 1,0 0,3-4,-10 18,0-1,1 1,-1 0,1 0,0 0,0 0,0 0,0 1,1 0,-1 0,1 0,0 0,0 1,0 0,0 0,0 0,0 1,1 0,-1 0,1 0,-1 0,0 1,1 0,-1 0,1 1,-1-1,1 1,-1 0,1 1,1 1,-1 0,1 1,-1-1,0 2,0-1,0 0,0 1,-1 0,0 1,0-1,0 1,-1 0,1 0,-1 0,-1 1,0 0,0-1,0 1,0 0,-1 0,0 1,-1-1,0 0,0 1,0-1,-1 0,0 1,-1-1,1 1,-2-1,1 0,-1 0,0 1,0-1,-1 0,0-1,0 1,0 0,-1-1,0 0,-4 5,3-4,0 0,-1 0,1-1,-1 0,-1 0,1 0,-1-1,0 0,0 0,-1 0,0-1,1 0,-1-1,-1 0,1 0,0-1,-1 0,1 0,6-2,0 0,1 0,-1 0,1 0,-1 0,0-1,1 1,-1-1,1 1,-1-1,0 1,1-1,0 0,-1 0,1 0,-1 0,1 0,0 0,0 0,0 0,-1 0,1-1,0 1,1 0,-1-1,0 1,0-1,0 1,1-1,-1 1,1-1,-1 1,1-1,0 0,0 1,0-1,0 0,0 1,0-1,0 0,0 1,0-1,1-1,5-25</inkml:trace>
  <inkml:trace contextRef="#ctx0" brushRef="#br0" timeOffset="1218.001">693 875,'-2'11,"1"-8,0 0,0 0,1 0,-1 0,1 0,0 0,-1 0,1 0,1 0,-1 1,0-1,1 0,0 0,-1 0,1 0,0 0,1 2,0-5,0 1,0-1,0 0,-1 1,1-1,0 0,0 0,0 0,0 0,0 0,0-1,-1 1,1 0,0-1,0 0,-1 1,1-1,0 0,-1 0,1 0,0 0,-1 0,1 0,-1 0,0-1,1 1,-1 0,0-1,1-1,5-4,1 0,-1-1,-1 0,0-1,0 0,0 0,-1 0,-1 0,1-1,1-7,-5 14,1-1,-1 0,0 0,-1 0,1 0,-1 0,1 0,-1 0,0 0,-1 0,1 0,-1 0,0 0,0 0,0 1,0-1,-1 0,1 0,-1 1,0-1,0 1,0 0,-1-1,1 1,-1 0,0 0,0 1,0-1,0 0,-5-1,0 0,-1 1,1 0,-1 1,1 0,-1 0,0 1,1 0,-1 0,0 1,0 0,0 1,0 0,1 0,-1 1,0 0,1 1,0 0,-1 0,1 1,0-1,0 2,1-1,0 1,-1 1,2-1,-1 1,1 0,-6 6,9-8,-1-1,1 1,0 0,0 0,0 0,0 0,1 0,-1 1,1-1,1 1,-1-1,0 1,1 0,0 0,0 0,1 0,-1 0,1 0,0 0,0-1,1 1,-1 0,1 0,0 0,1 0,-1 0,1-1,0 1,0-1,0 1,1-1,-1 0,3 3,8 3,0 0,1-1,0-1,0 0,1-1,0-1,0 0,1-1,-1 0,1-1,0-1,0-1,1 0,-1-1,3-1,26 3,1-1,-1-3,0-2,0-2,0-1,0-3,-1-1,-1-3,16-7,-49 16,-1 0,0-1,0 1,0-2,0 0,-1 0,0 0,6-7,-12 11,-1 0,1 0,0 0,-1 0,1 0,-1 0,0 0,0 0,0 0,0-1,0 1,0-1,-1 1,1 0,-1-1,0 1,0-1,1 1,-1-1,-1 1,1-1,0 1,-1-1,1 1,-1-1,0 1,0 0,0 0,0-1,0 1,0 0,-1 0,1 0,-1 0,1 0,-1 0,0 0,0 0,-9-6,1 0,-1 0,0 1,-1 1,0 0,0 0,0 1,0 1,-1 0,0 0,0 2,0-1,0 2,-8-1,15 2,1 0,-1 0,1 0,-1 0,1 1,-1 0,1 0,0 0,-1 1,1 0,0 0,0 0,0 1,0-1,0 1,1 0,0 1,-1-1,1 1,0 0,0 0,1 0,-1 0,1 1,0-1,0 1,1 0,-1 0,1 0,0 0,1 1,-1-1,1 0,0 1,0-1,1 1,-1-1,1 1,1-1,-1 1,2 1,-1-1,1 0,1 0,-1-1,1 1,0 0,1-1,-1 0,1 0,0 0,0 0,1 0,-1-1,1 0,0 0,0 0,1-1,-1 1,1-1,-1-1,1 1,0-1,0 0,0 0,0-1,1 1,-1-1,0-1,1 1,-1-1,0 0,1-1,-1 0,0 0,1 0,-1 0,0-1,2-1,10-4,-1-1,0 0,-1-1,0-1,0-1,-1 0,-1-1,0 0,3-4,4-3,-21 19,0-1,1 1,-1-1,0 1,1-1,-1 1,1-1,-1 1,1 0,-1-1,1 1,-1-1,1 1,0 0,-1 0,1-1,-1 1,1 0,0 0,-1 0,1 0,0 0,-1 0,1 0,-1 0,1 0,0 0,-1 0,1 0,0 0,-1 0,1 1,-1-1,1 0,0 0,-1 1,1-1,-1 0,1 1,-1-1,1 1,-1-1,1 1,-1-1,0 1,1-1,-1 1,0-1,1 1,8 35,-6-22,-2-8,-1-1,1 1,0-1,1 0,0 1,-1-1,2 0,-1 0,0 0,1-1,0 1,0-1,1 1,-1-1,1 0,0 0,0-1,0 1,0-1,1 0,-1 0,1 0,0 0,0-1,0 0,0 0,1-1,-1 1,0-1,1 0,-1 0,0-1,1 0,-1 0,1 0,-1 0,2-1,0-1,-1 0,1-1,-1 0,1 0,-1 0,0 0,0-1,-1 0,1-1,-1 1,0-1,0 0,0 0,0-1,-1 1,0-1,1-3,44-113,-20 39,-27 80,0 0,-1-1,1 1,0 0,1 0,-1 1,1-1,-1 0,1 1,0-1,0 1,0 0,0 0,0 0,0 1,0-1,1 1,-1-1,1 1,-1 0,1 0,0 1,-1-1,1 1,0 0,-1 0,1 0,0 0,0 1,106 28,-108-28,12 3,-1 0,0 1,-1 1,1-1,-1 2,0 0,-1 1,0 0,0 0,0 1,-1 0,-1 1,1 1,-2-1,1 1,-2 1,1-1,-2 1,1 1,-1 8,-2 1,0-1,-1 1,-1 0,-1 0,-1 0,-2 12,1 4,0-37,1 0,0 0,-1 0,1 0,0 0,0 0,0 0,0 0,0 0,0 0,0 0,0 0,0 0,0 0,0 0,1 0,-1 0,0 0,1 0,-1-1,1 1,-1 0,1 0,-1 0,1 0,0-1,-1 1,1 0,0-1,0 1,0 0,-1-1,1 1,0-1,0 0,0 1,0-1,0 1,0-1,0 0,0 0,0 0,0 0,0 0,0 0,0 0,0 0,0 0,-1 0,1 0,0 0,0-1,0 1,0 0,0-1,0 1,0-1,0 1,0-1,-1 1,1-1,0 0,0 1,-1-1,1 0,0 0,23-16,0-2,-1 0,-1-1,0-2,-2 0,11-16,7-13,-1-2,-3-1,-2-2,-3-1,-2-1,-3-2,-3 0,-2-2,-2 0,-4-1,-2 0,-3-1,-3 0,-3-15,-3 30,-3 30,-7 25,-12 89,8 14,5-1,5 2,7 74,-2-157,1 1,1-1,1 1,2-1,1 0,1-1,1 0,1 0,1 0,2-1,0-1,2 0,0 0,13 13,-23-32,0 0,0-1,1 1,0-1,-1 1,2-2,-1 1,0 0,1-1,0 0,0 0,-1-1,2 0,-1 0,0 0,0-1,1 0,-1 0,1 0,-1-1,0 0,1 0,-1-1,1 0,-1 0,6-2,13-14</inkml:trace>
  <inkml:trace contextRef="#ctx0" brushRef="#br0" timeOffset="1684.179">2351 434,'-59'1,"78"6,443 33,-410-36,1 2,-1 2,0 2,-1 3,0 2,-1 2,23 13,-64-26,0 1,0 0,-1 1,0-1,0 2,0-1,-1 1,0 0,0 1,-1-1,0 1,0 1,-1-1,0 1,0 0,-1 0,-1 0,1 1,-1 0,-1-1,0 1,0 0,-1 1,-1 8,-1 0,-1 0,-1 0,0-1,-2 1,-3 8,5-12,2 19,2-34,-1 1,1-1,-1 1,1-1,-1 1,1-1,0 1,0-1,-1 1,1-1,0 0,-1 0,1 1,0-1,0 0,0 0,-1 0,1 0,0 0,0 0,0 0,-1 0,1 0,0 0,0 0,0 0,-1-1,1 1,0 0,0 0,-1-1,1 1,0-1,-1 1,1-1,0 1,-1-1,1 1,-1-1,12-7,-1 0,-1-1,0 0,0-1,0 0,-1 0,-1-1,0 0,-1-1,0 1,0-2,-1 1,-1-1,0 0,-3 9,0-1,0 1,-1-1,1 0,-1 1,0-1,0 0,-1 0,0 0,1 0,-2 1,1-1,0 0,-1 0,0 0,0 0,-1 1,1-1,-1 1,0-1,0 1,0 0,-1-1,0 1,0 0,0 1,0-1,0 0,-1 1,1 0,-1 0,0 0,0 0,0 1,-1-1,1 1,-1 0,-3-1,-3 2,1 0,-1 0,0 1,1 1,-1 0,1 0,-1 1,1 0,-1 1,1 0,0 1,0 0,0 0,1 1,0 0,0 1,0 0,0 1,1 0,0 0,1 0,0 1,0 0,0 1,1 0,0 0,1 0,0 0,0 1,0 2,4-8,-1-1,1 1,0 0,0 0,0 0,1-1,-1 1,1 0,0 0,0 0,0 0,0 0,1 0,0 0,0-1,0 1,0 0,0 0,1-1,0 1,0-1,0 0,0 1,0-1,0 0,1 0,0 0,0 0,0-1,0 1,0-1,0 0,0 0,1 0,-1 0,1-1,1 1,7 2,1-1,0-1,0 0,-1-1,1 0,0-1,0 0,0-1,0-1,0 0,11-3,31-8</inkml:trace>
  <inkml:trace contextRef="#ctx0" brushRef="#br0" timeOffset="1927.531">3580 261,'-18'-5,"-15"-1,-11 4,-8 11,-1 9,2 11,7 8,8 7,11 4,14 1,18 0,15-3,3-8</inkml:trace>
  <inkml:trace contextRef="#ctx0" brushRef="#br0" timeOffset="2083.116">3580 836,'19'18,"12"10,10 6,10-1,9-4,11-7,14-7,15-11,13-13,-13-4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7:39.9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48 456,'-45'8,"45"-7,0-1,-1 0,1 1,0-1,0 1,-1-1,1 0,0 1,0-1,0 1,0-1,0 1,-1-1,1 1,0-1,0 0,0 1,0-1,0 1,1-1,-1 1,0-1,0 1,0-1,0 1,0-1,1 0,-1 1,0-1,0 1,0-1,1 0,-1 1,0-1,1 0,-1 1,0-1,1 0,-1 0,1 1,-1-1,0 0,1 0,-1 1,1-1,-1 0,0 0,1 0,-1 0,1 0,-1 0,1 0,0 0,15 5,0-1,0-1,1 0,-1-1,1-1,-1-1,1 0,0-1,-1-1,1 0,-1-1,13-5,20-5,-1-2,0-2,-2-2,0-2,-1-2,-1-2,-1-2,-2-2,-1-1,17-19,-46 42,-1-2,-1 1,0-1,0 0,0-1,-1 0,-1-1,0 0,0 0,-1 0,-1 0,0-1,0 0,1-9,-6 19,0 0,0-1,0 1,-1 0,1 0,-1-1,0 1,1 0,-1 0,0 0,0 0,-1 0,1 0,0 0,0 0,-1 0,0 1,1-1,-1 1,0-1,1 1,-1-1,0 1,0 0,0 0,0 0,-1 0,1 0,0 1,0-1,0 1,-1-1,1 1,0 0,-1 0,1 0,0 0,0 0,-1 0,1 1,0-1,0 1,-1-1,1 1,0 0,0 0,0 0,0 0,0 1,0-1,0 0,-1 2,-7 6,0 0,1 1,0-1,0 2,1-1,1 2,0-1,0 0,1 1,1 1,0-1,0 1,1-1,1 1,0 0,1 1,0-1,1 2,-11 97,5 1,5-1,4 1,8 28,-3-35,-4-49,7 158,-10 68,-18-135,5-105</inkml:trace>
  <inkml:trace contextRef="#ctx0" brushRef="#br0" timeOffset="749.55">355 924,'60'-35,"1"2,1 4,2 1,42-10,-73 25,0 2,1 1,0 2,0 1,1 1,0 3,21 0,-51 3,0 0,-1 0,1 1,0-1,0 1,-1 1,1-1,0 0,-1 1,0 0,1 0,-1 1,0-1,0 1,0 0,0 0,-1 0,1 1,-1-1,0 1,0 0,0-1,0 2,-1-1,1 0,-1 0,0 1,-1-1,1 1,-1 0,12 103,-13-108,0 1,0 0,0 0,1 0,-1 0,0 0,1 0,-1 0,1 0,-1-1,1 1,-1 0,1 0,-1-1,1 1,0 0,-1 0,1-1,0 1,0-1,0 1,-1-1,1 1,0-1,0 0,0 1,0-1,0 0,0 0,0 1,0-1,0 0,0 0,-1 0,1 0,0 0,0-1,0 1,0 0,0 0,0 0,0-1,0 1,0-1,0 1,-1-1,1 1,0-1,0 1,-1-1,1 0,0 1,-1-1,1 0,0 1,-1-1,1 0,-1 0,1 0,-1 0,0 0,1 1,-1-1,0 0,0 0,1-1,4-6,-1 0,1-1,-1 1,-1-1,0 0,0 0,-1 0,0-1,0 1,-1-1,0 1,-1-1,0 1,-1-4,1 6,0 1,-1 0,0 0,0 0,-1 0,0 0,0 0,0 1,-1-1,0 1,0-1,0 1,0 0,-1 0,0 1,0-1,0 1,-1-1,0 1,1 1,-1-1,-5-2,5 5,-1-1,1 2,0-1,0 0,-1 1,1 0,0 0,-1 0,1 1,0 0,-1 0,1 0,0 1,0 0,0 0,0 0,0 0,1 1,-1 0,1 0,0 0,-1 0,1 1,1 0,-1 0,0 0,1 0,0 0,0 1,0-1,1 1,0 0,-2 4,3-8,0 1,1-1,-1 0,1 0,0 0,-1 1,1-1,0 0,-1 0,1 1,0-1,0 0,0 1,0-1,1 0,-1 0,0 1,0-1,1 0,-1 0,1 1,-1-1,1 0,-1 0,1 0,0 0,0 0,-1 0,1 0,0 0,0 0,0 0,0 0,0 0,0-1,0 1,1-1,-1 1,0 0,1-1,56 5,-29-11,0-1,-1-2,0-1,0-1,-1-1,-1-2,-11 7,87-41,-3-5,-1-5,83-65,-161 109,0 0,-2-2,0 0,0-1,-2-1,0 0,-1-1,-1-1,-1 0,-1-1,6-14,-16 32,-1 0,0-1,0 1,0 0,0-1,0 1,-1 0,0-1,0 1,0-1,0 1,0 0,-1-1,1 1,-1 0,0-1,0 1,0 0,0 0,-1 0,1 0,-1 0,0 0,0 0,0 0,0 1,-1-1,1 1,-1-1,1 1,-1 0,0 0,0 0,0 1,0-1,0 1,0-1,0 1,0 0,-4 0,1 0,0 0,0 0,0 1,0 0,0 0,0 1,0-1,0 1,0 1,0-1,0 1,0 0,1 0,-1 1,1 0,-1 0,1 0,0 0,0 1,0 0,0 1,-5 4,1 1,0 0,1 0,0 1,0 0,1 0,1 1,0 0,-2 5,-4 20,1 2,2 0,1 0,3 1,1-1,2 1,1 0,2 0,2 0,7 30,-7-45,0 0,2 1,1-2,2 1,0-1,1 0,1 0,1-1,2-1,4 7,-15-26,0 0,0 0,0-1,1 1,-1-1,1 1,-1-1,1 0,0 0,0 0,0 0,0 0,0-1,0 0,1 1,-1-1,0 0,1 0,-1-1,1 1,-1-1,1 0,-1 0,1 0,-1 0,1 0,-1-1,0 0,1 0,-1 0,0 0,1 0,-1-1,0 1,0-1,0 0,7-5,-1 0,0-1,0 0,-1 0,0-1,0 0,5-9,4-8</inkml:trace>
  <inkml:trace contextRef="#ctx0" brushRef="#br0" timeOffset="986.925">1986 817,'4'14,"1"-1,0 1,1-1,0-1,1 1,1-1,-1 0,2-1,0 0,0 0,1-1,0 0,1-1,0 0,5 2,-11-9,0-1,0 1,0-1,0-1,0 1,0-1,0 1,0-2,1 1,-1 0,0-1,0 0,0 0,0-1,0 1,-1-1,1 0,0-1,-1 1,0-1,1 1,-1-1,0-1,0 1,-1-1,1 1,-1-1,1 0,-1 0,0-1,0 2,0-1,-1 1,1-1,-1 0,0 1,0-1,0 0,0 0,-1-1,0 1,0 0,0 0,0-1,-1 1,1-1,-1 1,0 0,0-1,-1 1,0 0,1-1,-1 1,-1 0,1 0,-1-1,1 1,-1 0,0 1,-1-1,1 0,-1 1,1-1,-1 1,-3-3,-1 1,1 1,-1 1,0 0,-1 0,1 0,0 1,-1-1,1 2,-1-1,0 1,1 1,-1-1,0 1,0 1,1-1,-1 1,0 1,1-1,-1 1,1 0,-1 1,1 0,0 0,0 1,0 0,1 0,-1 0,1 1,0 0,1 0,-1 1,1-1,0 1,0 0,1 1,-1-1,1 1,1 0,-1 0,0 5,1 19,9-7</inkml:trace>
  <inkml:trace contextRef="#ctx0" brushRef="#br0" timeOffset="1479.026">2775 563,'-17'-1,"-1"1,1 2,-1-1,1 2,-1 0,1 2,0 0,0 0,1 1,0 2,0-1,0 2,1 0,1 1,-1 0,-11 12,23-20,0 1,1 0,-1 0,1 0,0 0,-1 0,1 0,1 1,-1-1,0 0,1 1,0 0,0-1,0 1,0 0,0 0,1-1,0 1,0 0,0 0,0 0,0 0,1-1,0 1,-1 0,2 0,-1-1,0 1,1-1,-1 1,1-1,0 0,0 1,1-1,-1 0,0 0,1-1,1 2,9 6,1 0,0-1,1 0,0-1,0-1,1 0,-1-2,2 1,-1-2,0 0,17 1,86 28,-118-33,-1 0,1 0,0 0,0 0,0 0,0 0,-1 0,1 1,0-1,0 0,0 0,-1 1,1-1,0 0,-1 1,1-1,0 1,-1-1,1 1,0-1,-1 1,1-1,-1 1,1 0,-1-1,1 1,-1 0,1-1,-1 1,0 0,1 0,-1-1,0 1,0 0,0 0,0 0,1-1,-1 1,0 0,0 0,-1 0,1 0,0-1,0 1,0 0,0 0,-1 0,1-1,0 1,-1 0,1-1,0 1,-1 0,1-1,-1 1,1 0,-1-1,0 1,1-1,-1 1,0-1,1 1,-15 7,0-1,-1 0,0-1,0-1,0 0,-1-1,1-1,-1-1,-9 0,25-1,-1 0,1-1,-1 1,1-1,-1 0,1 1,-1-1,0 0,1 0,-1 0,1 0,-1 0,1-1,-1 1,0 0,1-1,-1 1,1-1,-1 1,1-1,-1 0,1 0,0 0,-1 1,1-1,0-1,0 1,0 0,0 0,0 0,0-1,0 1,0 0,0-1,0 1,1-1,1-2,1 0,-1 1,1-1,0 1,0-1,1 1,-1-1,1 1,-1 0,1 0,0 0,0 1,0-1,2 0,29-23,1 2,1 1,1 3,0 0,2 3,0 1,30-8,-50 17,0 0,1 1,0 1,0 1,0 1,0 0,1 2,-1 0,1 1,-1 2,11 1,-26-2,-1 1,0-1,0 1,0 0,0 0,0 1,-1-1,1 1,0-1,-1 1,0 0,0 1,0-1,0 0,0 1,-1 0,0-1,0 1,0 0,0 0,0 1,0 0,11 97,-11-64,7-8,-4-25</inkml:trace>
  <inkml:trace contextRef="#ctx0" brushRef="#br0" timeOffset="2116.61">3123 403,'55'17,"0"3,-2 2,-1 2,7 7,-44-23,-1 2,1 0,-1 1,-1 0,0 1,-1 0,0 1,-1 0,0 1,-1 1,-1-1,0 2,-1-1,-1 1,5 13,21 91,-32-118,0 0,1 0,-1 0,0 0,1 0,-1-1,1 1,0 0,0-1,-1 1,1-1,0 0,0 0,0 0,0 0,1 0,-1 0,0 0,0-1,0 1,1-1,-1 0,0 0,1 1,-1-1,0-1,1 1,-1 0,0 0,0-1,1 0,-1 1,69-32,-45 14,-1-1,-1-2,-1 0,17-22,-32 35,-8 8,0-1,0 0,0 1,1-1,-1 0,0 1,0-1,1 0,-1 1,1-1,-1 1,1-1,-1 1,0-1,1 1,0-1,-1 1,1-1,-1 1,1 0,0-1,-1 1,1 0,0-1,-1 1,1 0,0 0,-1 0,1 0,0 0,-1 0,1 0,0 0,0 0,-1 0,1 0,0 0,-1 0,1 0,0 1,-1-1,1 0,0 1,-1-1,1 0,-1 1,1-1,-1 1,1-1,0 1,-1-1,0 1,1-1,-1 1,1 0,4 66,-6-61,0 1,1-1,0 1,1-1,-1 1,1-1,0 1,1-1,0 0,0 0,0 0,0 0,1 0,0 0,1 0,-1-1,3 4,1-4,0 0,0-1,0 0,1 0,0 0,-1-1,1 0,0 0,0-1,1 0,-1-1,0 0,1 0,-1-1,1 0,-1 0,0-1,1 0,-1 0,0-1,0 0,1-1,-2 0,1 0,0-1,-1 1,1-2,-1 1,0-1,-1 0,1-1,3-4,0 3,-2-2,1 1,-1-1,0-1,-1 1,0-1,-1-1,0 1,-1-1,0 0,0 0,-1-1,-1 1,3-13,-9 39,1-4,0-1,0 0,1 1,1-1,0 1,0-1,1 1,0-1,1 1,2 5,-1-8,1-1,0 1,0-1,1 0,0-1,0 1,1-1,-1 0,1 0,1-1,-1 1,1-1,0-1,0 1,0-1,1-1,0 1,-1-1,4 0,18 6,-1-1,1-2,0-1,27 1,51 1,-4-6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9:16.87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7,'19'21,"0"-1,1 0,1-2,0-1,2 0,0-2,22 12,-34-22,-1 0,1 0,0-1,0 0,1-1,-1 0,1-1,-1 0,1-1,0 0,0-1,-1-1,1 1,0-2,-1 0,1 0,-1-1,1 0,7-4,-13 4,0 0,0 0,0-1,-1 1,1-1,-1 0,0-1,0 1,0-1,0 0,-1-1,0 1,0-1,-1 1,1-1,-1 0,-1 0,1-1,-1 1,0-1,0 1,-1-1,0 1,0-1,0 0,-1 0,0 1,-1-1,1 0,-1 0,-1 0,2 8,0 0,0 0,0 0,0 0,0 0,-1 0,1 0,0 0,-1-1,1 1,0 0,-1 0,1 0,-1-1,0 1,1 0,-1 0,0-1,1 1,-1-1,0 1,0 0,1-1,-1 0,0 1,0-1,0 1,0-1,0 0,1 0,-1 1,0-1,0 0,0 0,0 0,0 0,0 0,0 0,0 0,0-1,0 1,0 0,0 0,1-1,-1 1,0 0,0-1,0 1,0-1,1 1,-1-1,0 0,1 1,-1-1,0 0,1 1,-1-1,1 0,-1 0,1 0,-1 1,1-1,0 0,-1 0,1 0,0 0,0 0,-1 0,-5 24,1 0,2 0,0 1,1 0,1-1,1 1,0-2,4 146,7 0,16 63,3 31,-25-210,-3 1,-1 0,-3 0,-4 11,3-44,0 0,-1-1,-1 1,-1-1,-1-1,-1 1,0-1,-1 0,-1-1,-1 0,0 0,-9 8,17-20,-1 1,0-1,0-1,0 1,-1 0,1-1,-1 0,0 0,0-1,-1 1,1-1,-1 0,0-1,0 1,0-1,0 0,0-1,0 1,0-1,0 0,-1-1,1 0,0 0,-1 0,1-1,0 1,0-2,-1 1,1-1,0 0,0 0,1 0,-1-1,0 0,1 0,-3-2,-4-11,0 0,1-1,1 0,1 0,0-1,2 0,0-1,1 0,0 0,2 0,0-1,2 0,0 1,1-1,0 0,3-10,-3 19,0 0,1 0,0 0,1-1,0 1,1 0,0 0,1 0,0 1,1-1,0 1,1-1,0 1,0 1,1-1,1 1,-1 0,2 0,-1 1,1 0,0 0,1 1,-1 0,1 0,4-1,13-3,1 2,1 0,0 2,0 1,0 1,1 2,0 0,19 2,23-1</inkml:trace>
  <inkml:trace contextRef="#ctx0" brushRef="#br0" timeOffset="491.197">830 1170,'196'1,"-194"-1,1 0,0-1,-1 1,1 1,0-1,0 0,-1 1,1-1,0 1,-1 0,1 0,-1 0,1 0,-1 0,1 0,-1 1,0-1,0 1,0 0,0 0,0 0,0 0,0 0,0 0,-1 0,1 0,-1 1,0-1,0 1,0-1,0 1,0-1,0 1,0 0,-1-1,0 1,-2 7,-1 0,0 0,-1-1,-1 1,1-1,-1 0,-1 0,0-1,0 1,0-1,-1-1,0 1,-8 5,-96 93,111-105,0 0,0 0,-1 0,1-1,0 1,0 0,0 0,0 0,0-1,0 1,0 0,0 0,0 0,0-1,0 1,1 0,-1 0,0 0,0-1,1 1,-1 0,1 0,-1-1,1 1,-1 0,1-1,-1 1,1-1,-1 1,1-1,0 1,-1-1,1 1,0-1,0 1,-1-1,1 0,0 0,0 1,0-1,-1 0,1 0,0 0,0 0,0 0,-1 0,1 0,0 0,0 0,0 0,0 0,-1-1,1 1,0 0,0-1,-1 1,1 0,2 0,43 6,-22-5,0 1,0 1,-1 1,1 1,-1 1,0 1,0 1,-1 1,0 1,-1 1,0 1,10 9,-26-18,-1 0,0 1,0 0,-1 0,1 0,-1 0,0 1,0 0,0-1,0 1,-1 0,0 0,0 0,0 0,-1 1,0-1,0 0,0 1,-1-1,1 1,-1-1,-1 1,1-1,-1 1,0-1,0 0,0 1,-1-1,0 0,0 0,-3 4,-5 6,-1 0,0-1,-2-1,1 0,-2 0,0-2,0 1,-1-2,0 0,-1-1,0 0,0-2,-1 0,0 0,0-2,-2 0,15-3,0 0,0-1,0 1,0-1,0 0,-1 0,1-1,0 1,0-1,-1 0,1 0,0-1,-1 1,1-1,0 0,0 0,0 0,0 0,0-1,0 0,0 0,0 0,1 0,-1-1,1 1,-1-1,1 0,0 0,-2-3,-11-27</inkml:trace>
  <inkml:trace contextRef="#ctx0" brushRef="#br0" timeOffset="744.199">1431 529,'16'7,"14"4,14 3,10-1,8-3,2-3,-3-3,-7-2,-13-1</inkml:trace>
  <inkml:trace contextRef="#ctx0" brushRef="#br0" timeOffset="910.713">1485 917,'15'0,"20"-2,17-4,18-2,15-5,9-2,5 1,-15 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9:10.6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4479 1,'13'120,"-5"91,-2-3,-7-128,1 119,14-59,-6-16,-2 26,30-31,-32 54,-5-97,1 1456,-13-1361,-1 62,14 174,-13-179,13 1972,-14-1954,6 202,2 31,7-295,-1 782,-14-489,15 98,31-326,-10-117,-17-93,26 123,-31-162,0 0,0 0,0 1,0-1,0 0,0 1,0-1,0 0,0 1,0-1,0 0,0 1,0-1,0 0,0 1,0-1,0 0,0 0,0 1,0-1,1 0,-1 1,0-1,0 0,0 0,0 1,1-1,-1 0,0 0,0 1,1-1,-1 0,0 0,0 0,1 1,-1-1,0 0,1 0,-1 0,0 0,1 0,-1 0,0 0,1 0,-1 0,0 0,1 0,-1 0,0 0,0 0,1 0,-1 0,0 0,1 0,-1 0,0 0,1 0,-1-1,0 1,1 0,2-11</inkml:trace>
  <inkml:trace contextRef="#ctx0" brushRef="#br0" timeOffset="404.141">4492 9640,'72'58,"2"-3,3-3,2-4,2-3,12 1,140 58,214 104,-149-36,65 61,-176-110,-179-118,-5-2,0-1,-1 0,1 0,0-1,0 1,0 0,0-1,0 0,1 0,-1 0,0 0,1 0,-1-1,0 1,2-1,1-15,-15-18,-7-7</inkml:trace>
  <inkml:trace contextRef="#ctx0" brushRef="#br0" timeOffset="1146.71">4599 8196,'42'48,"1"-3,2-1,3-2,1-2,2-3,1-1,2-3,12 3,-42-22,244 153,92 82,76 102,-149-117,126 70,-300-239,-111-63,1-1,-1 1,1-1,-1 0,1 0,0 0,-1-1,1 1,0-1,0 1,0-1,0 0,-1 0,1 0,0 0,0-1,0 1,-1-1,1 1,0-1,0-1,12-11</inkml:trace>
  <inkml:trace contextRef="#ctx0" brushRef="#br0" timeOffset="1685.267">4746 6138,'22'59,"13"-2,3-1,2-2,3-2,2-1,2-3,1-2,3-2,29 18,74 52,4-6,6-8,3-6,72 23,-36-24,50 24,89 63,-265-134,-2 3,-2 3,-2 4,-3 3,-2 3,18 25,-44-41,-2 2,-2 1,-2 2,9 23,-14-16</inkml:trace>
  <inkml:trace contextRef="#ctx0" brushRef="#br0" timeOffset="2468.225">4586 4185,'13'31,"1"-1,1 0,2-1,1-1,2-1,0 0,2-1,0-2,2 0,1-2,0 0,11 5,55 35,3-5,2-4,2-3,47 13,-89-38,289 129,-7 16,138 102,-252-119,-8 10,0 16,-131-107,7 10,4-5,91 55,-106-88,-17-16</inkml:trace>
  <inkml:trace contextRef="#ctx0" brushRef="#br0" timeOffset="3118.487">4919 2674,'13'26,"28"20,2-2,2-3,2-1,44 29,79 45,4-7,5-7,4-9,4-8,3-8,17-4,-81-28,-4-6,-1 5,-2 5,-3 6,-1 4,-4 6,28 24,-111-67,-1 2,-1 1,-1 1,-2 1,0 1,19 28,-15-8</inkml:trace>
  <inkml:trace contextRef="#ctx0" brushRef="#br0" timeOffset="3833.214">4625 1151,'5'-2,"0"0,0 0,1 1,-1 0,0 0,0 0,1 1,-1 0,0 0,1 0,-1 1,0-1,1 1,-1 1,0-1,0 1,0-1,0 2,0-1,1 2,38 15,-2 3,0 1,-2 2,0 2,9 10,-41-31,200 148,-7-3,173 96,-199-155,4-7,3-9,156 42,-242-88,-8-4,-1 4,-2 3,-1 4,19 14,-80-35,-23-16,0 0,-1 0,1 0,0 0,-1 0,1 0,0 0,0 0,-1 0,1 0,0 0,-1 0,1 0,0 0,0 0,-1 0,1 1,0-1,0 0,-1 0,1 0,0 0,0 1,-1-1,1 0,0 0,0 0,0 1,-1-1,1 0,0 0,0 1,0-1,0 0,0 0,0 1,-1-1,1 0,0 1,0-1,0 0,0 0,0 1,0-1,0 0,0 1,0-1,0 0,1 0,-1 1,0-1,0 0,0 1,0-1,0 0,1 1,-21-5</inkml:trace>
  <inkml:trace contextRef="#ctx0" brushRef="#br0" timeOffset="4647.785">4732 188,'-8'-2,"13"5,16 8,48 8,0-2,1-3,31 0,-58-7,217 29,357 62,-483-69,-1 6,-2 6,70 34,-124-43,-1 3,-2 4,-1 2,-3 4,-1 3,49 46,-86-62</inkml:trace>
  <inkml:trace contextRef="#ctx0" brushRef="#br0" timeOffset="51542.924">2674 7273,'-14'-10,"0"1,-1-1,0 2,0 0,-1 1,1 1,-2 0,1 1,-1 1,0 1,-12-2,-118 3,96 4,-1-3,1-2,-35-8,-68-23,77 15,-1 3,-73-4,-318 13,431 4,1 2,-1 1,0 1,0 3,-25 5,2 5,1 2,0 2,2 4,0 2,-28 17,77-36,1 0,0 1,0-1,0 2,1-1,0 1,0 0,1 1,0-1,0 1,1 1,0-1,0 1,1-1,0 1,0 1,1-1,1 0,0 1,0-1,0 6,-12 76,4 1,4 1,5 5,1-90,0-1,1 1,0-1,0 1,0-1,1 1,1-1,-1 0,1 0,0 0,1 0,0 0,0-1,0 0,1 1,0-2,0 1,0-1,1 1,0-1,0-1,0 1,7 3,26 13,1-2,0-2,2-1,0-2,1-2,0-2,7 0,91 12,0-6,1-6,0-6,23-7,41-11,0-9,-2-8,195-58,-362 80,0 1,1-2,-1-2,-1-1,0-1,12-9,-42 20,0 1,-1-1,1 0,-1-1,0 1,0-1,0 0,-1-1,1 1,-1-1,0 0,0 0,-1 0,0 0,1-1,-2 1,1-1,-1 0,0 0,0 0,0 0,-1 0,0 0,0 0,-1-1,0 1,0 0,0 0,-1-3,-7-16,-1 0,-1 0,-1 1,-1 0,-2 1,0 1,-1 0,-1 1,-1 0,-1 2,-16-14,-3-3,-1 1,-2 2,-2 2,0 2,-2 2,-2 1,0 3,-1 1,-1 3,-1 2,-18-3,31 11,0 2,-1 2,0 1,0 2,0 1,-1 2,1 2,1 1,-1 2,0 2,-16 6,-70 28</inkml:trace>
  <inkml:trace contextRef="#ctx0" brushRef="#br0" timeOffset="52019.863">2500 8329,'-24'-15,"0"1,-1 1,0 1,-2 1,1 1,-1 2,0 1,-1 0,1 2,-1 2,-26-1,-258-21,-204 13,425 10,0 4,1 3,-1 5,1 4,1 4,1 3,1 5,-33 15,91-28,1 2,0 0,1 2,1 0,1 2,1 1,0 1,1 1,2 1,0 1,2 1,-17 27,10-6,2 0,2 2,3 1,1 0,3 1,1 1,0 19,12-62,0 0,0 0,1 0,0 0,0 0,1 1,0-1,1 0,-1 0,2 1,-1-1,1 0,0 0,1 0,0-1,0 1,1 0,0-1,0 0,1 0,0 0,15 9,0 0,2-2,0 0,0-1,1-2,1 0,0-1,0-2,1 0,12 1,88 22,2-5,0-6,1-6,1-5,-1-6,4-5,96-5,0-11,0-9,-3-10,110-37,-320 70,22-3,-1-1,0-2,0-2,-1-2,-1 0,0-3,-2 0,0-2,0-2,16-15,-41 29,-1 0,0 0,-1-1,0 0,0 0,-1 0,0-1,0 1,-1-1,0 0,0 0,-1 0,0 0,-1-1,0 1,-1 0,0-1,0 1,-1 0,0-1,0 1,-1 0,-3-9,-4-8,0 0,-2 1,0 0,-2 1,-1 1,-1 0,-12-14,-19-19,-3 1,-2 4,-2 1,-3 3,-1 2,-2 2,-2 4,-2 2,-1 3,-41-15,74 34,-2 0,1 3,-2 0,1 2,-1 2,-1 1,1 2,-1 1,0 1,0 3,-1 0,1 3,0 0,1 3,-14 3,18 3,0 1,1 1,0 1,1 2,1 1,1 1,0 1,0 3,-79 75</inkml:trace>
  <inkml:trace contextRef="#ctx0" brushRef="#br0" timeOffset="52893.608">1551 9613,'-41'-12,"-2"2,1 2,-1 2,0 2,0 2,-1 1,1 3,0 1,0 2,0 3,-24 7,-5 11,2 3,0 4,3 2,1 3,2 4,-3 5,17-13,1 3,3 2,-17 19,50-45,0 1,1 0,0 1,1 1,1 0,1 0,0 1,1 0,1 0,0 1,1 0,1 0,1 2,2-6,1 0,1-1,0 1,1 0,0 0,1 0,1 0,0-1,1 1,0-1,1 0,0 0,1-1,1 1,0-1,0-1,8 9,4 3,1-1,0 0,2-2,1 0,0-2,2 0,21 11,9 1,1-2,2-3,0-2,2-3,0-2,1-3,28 2,18-2,1-5,0-4,98-8,-150 1,1-1,0-3,-1-3,0-2,-1-3,0-2,-1-2,0-2,-2-3,0-3,-2-1,-1-3,4-5,-17 6,-2-2,-1-1,-2-1,-1-2,-2-1,-1-1,-2-1,16-32,-30 48,-1 0,-1-1,-1 0,0 0,-2-1,-1 0,-1 0,-1 0,0-1,-2 1,-1-1,-1 1,-1-1,-1 1,-1 0,-1 0,-1 0,-1 1,-1 0,-4-8,-7-1,-1 0,-2 1,-1 1,-1 1,-2 1,0 2,-2 0,-1 2,0 1,-2 1,-1 2,0 1,-1 1,-1 2,0 2,-1 1,-1 1,-27-4,25 8,-1 1,1 2,-1 2,0 1,0 2,0 2,1 2,-1 1,1 1,0 3,1 1,0 2,1 1,0 2,2 1,-7 6,-47 33</inkml:trace>
  <inkml:trace contextRef="#ctx0" brushRef="#br0" timeOffset="53671.115">4104 7381,'-28'-4,"-35"-4,0 2,0 3,-25 3,70 1,0 1,0 0,0 1,0 1,1 1,0 1,0 0,0 1,1 1,0 0,0 1,1 1,0 0,-2 3,8-4,0 0,0 1,1 0,1 0,-1 0,1 1,1 0,0 1,1 0,0-1,1 2,0-1,1 0,0 1,1 0,0-1,1 1,1 0,0 0,1 0,0 2,2 3,0 1,1-1,0-1,2 1,0-1,1 1,0-2,2 1,0-1,1-1,0 0,1 0,1-1,8 7,-6-7,2-1,-1 0,2-2,0 0,0-1,1 0,0-1,0-1,1-1,0-1,1-1,-1 0,1-1,0-2,0 0,9 0,-13-2,0-1,0 0,1-1,-1-1,0 0,0-1,-1-1,1 0,-1-1,0-1,-1 0,1-1,-2-1,1 0,-1-1,0 0,-1-1,-1-1,1 0,2-5,-2-2,0-1,-2 0,0 0,-1-1,-1 0,-1-1,-1 0,-1 0,-1 0,-1 0,-1-1,-1 0,-1 1,-1-1,0 1,-2-1,-1 1,-1 0,-1 0,0 0,-2 1,0 0,-2 0,0 1,-11-15,11 21,0 0,-1 0,-1 1,0 1,-1 0,0 1,0 0,-1 1,-1 0,0 2,-13-7,18 11,1 0,-1 1,1 0,-1 0,0 1,0 0,0 1,0 0,0 1,-1 0,1 0,0 1,0 1,0 0,0 0,0 0,1 2,-1-1,1 1,-7 4,-51 43,13 9</inkml:trace>
  <inkml:trace contextRef="#ctx0" brushRef="#br0" timeOffset="54186.62">4185 8450,'-19'-14,"0"1,0 1,-2 1,1 0,-1 2,-1 0,1 2,-1 0,-1 2,-17-3,29 6,1 1,-1 0,1 0,-1 1,0 1,0 0,1 0,-1 1,1 0,-1 1,1 0,0 1,0 0,1 0,-1 1,1 0,0 1,0 0,0 1,1 0,-7 7,-1 7,1 0,1 1,1 0,1 2,1-1,1 1,1 1,1 0,1 0,1 0,2 1,-1 13,2-14,0 1,2-1,1 1,1-1,1 0,1 1,1-1,5 13,-6-27,1 0,0-1,0 1,1-1,0 0,1 0,0-1,0 0,1 0,1-1,-1 1,1-1,1-1,-1 0,1 0,0-1,1 0,0 0,0-1,5 2,2-1,1-1,0-1,0-1,0 0,0-1,1-1,-1-1,1 0,-1-2,0 0,0-1,0-1,0 0,0-1,-1-2,7-2,7-5,-1-1,0-1,-1-1,-1-2,-1-1,0-1,-2-1,13-15,-21 19,-1-1,-1 0,0-1,-1-1,-2-1,0 0,-1 0,-1-1,-1 0,2-15,-7 22,0 0,-1 0,-1 0,-1 0,-1 0,0-1,-1 1,0 0,-1 0,-1 0,-1 0,0 0,-1 0,-1 1,-1 0,-4-7,3 8,0 1,-1 1,-1 0,0 0,-1 1,0 0,0 1,-1 0,-1 1,0 0,0 1,0 1,-1 0,0 0,-1 2,1 0,-1 0,0 1,0 1,-1 1,1 0,-1 1,1 1,-1 0,1 1,0 0,-1 2,1 0,0 0,0 1,0 1,-6 4,-2 2,0 1,0 1,1 2,1 0,0 1,1 1,1 1,1 1,0 0,2 1,0 1,1 1,1 0,1 1,-46 88</inkml:trace>
  <inkml:trace contextRef="#ctx0" brushRef="#br0" timeOffset="54736.155">3998 9546,'-18'1,"0"1,0 1,0 1,0 0,1 1,0 1,0 1,-9 5,-1 0,0 1,2 1,0 1,0 2,2 0,0 2,1 0,1 2,0 0,2 1,1 1,0 1,2 0,1 2,1-1,1 2,1 0,2 0,0 1,0 9,7-24,1 0,0 1,1-1,0 0,1 1,0-1,2 1,-1-1,1 0,1 0,1 0,0 0,0 0,1-1,1 0,0 0,1 0,0-1,1 0,0 0,7 7,1-4,0 0,1-1,0-1,1-1,1 0,-1-2,2 0,-1-1,1 0,0-2,11 2,13 1,1-1,0-3,0-1,41-2,-40-3,0-1,-1-2,1-2,-1-3,0-1,-1-2,0-2,-1-2,-1-2,-1-1,34-22,-63 33,0-1,-1 0,0-1,0 0,-1-1,-1 0,1 0,3-8,-10 14,0 0,0-1,0 0,-1 1,0-1,0 0,0 0,-1-1,0 1,0 0,0 0,-1 0,0-1,0 1,-1 0,0-1,0 1,0 0,-1 0,-1-4,-4-3,0 1,-1 0,0 1,-1-1,0 2,-1-1,0 1,-1 1,0 0,0 0,-1 1,0 0,-12-5,-83-44</inkml:trace>
  <inkml:trace contextRef="#ctx0" brushRef="#br0" timeOffset="56556.226">4172 9720,'-5'-14,"-1"-6,0-3,1 6,6 11,10 13,10 13,10 10,9 8,7 5,2 5,-5 4,-10 6,-15 7,-11-8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24.81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13,'20'-2,"21"-1,19 0,13 0,4 1,-6 4,-13 5,-18 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25.0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1,'18'4,"20"4,23 1,23-2,19-1,10-2,-14-2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4.21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0,'18'5,"18"3,13 1,13 1,9-2,4 1,-4 1,-10 1,-15-2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4.4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1,'20'2,"21"1,24 0,18-3,14-3,-9-2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6.63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50,'26'-5,"27"-3,29-3,20 0,11 3,-13 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7.5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0,'18'2,"22"1,22 2,19 1,17-2,8 2,-12-1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8.3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4,'19'-3,"28"2,33 2,33 1,25 2,11 0,-19-2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7.3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93 160,'-33'261,"20"-218,12-43,0 0,0 0,0 0,0-1,0 1,0 0,0-1,0 1,0 0,0-1,0 1,0-1,0 0,0 1,1-1,-1 0,0 1,0-1,1 0,-1 0,0 0,1 0,-1 0,1 1,-1-1,1 0,0 0,-1 0,1 0,0 0,0 0,0-1,0 1,-1 0,1 0,1 0,-1 0,0 0,0 0,0 0,-6-21,0-1,2 1,1-1,0-1,2 1,1 0,0 0,2 0,1-1,1 2,0-1,2 0,5-10,-9 27,0 0,1 0,0 0,0 0,1 1,-1-1,1 1,1 0,-1 0,1 0,-1 1,1 0,0 0,1 0,-1 0,1 1,0 0,0 0,0 1,0-1,0 1,0 1,1-1,-1 1,1 0,-1 0,1 1,-1 0,1 0,-1 1,1 0,-1 0,1 0,-1 1,4 1,-5-1,1 0,-1 0,0 1,0 0,0 0,0 0,0 0,-1 1,1 0,-1 0,0 0,0 0,-1 1,1 0,-1-1,0 1,0 0,-1 1,0-1,1 0,-2 1,1-1,-1 1,0 0,0 0,0-1,-1 1,0 0,0 0,0 0,-1-1,0 1,0 0,0-1,-1 1,0-1,0 1,0-1,-1 0,-1 3,-4 2,0-1,0 0,-1-1,0 0,-1 0,0-1,0 0,0-1,-1 0,-2 0,10-4,-11 9,34-9,7-3,-12-1,1 0,-1 1,0 0,1 1,-1 1,1 1,-1 0,0 1,0 0,0 1,0 1,-1 1,0 0,0 0,0 2,12 8,-24-14,0 0,1 0,-1 1,0-1,0 1,0-1,-1 1,1 0,-1 0,1 0,-1 0,0 0,0 0,0 0,-1 0,1 0,-1 0,0 1,0-1,0 0,0 0,0 0,-1 0,1 1,-1-1,0 0,0 0,0 0,0 0,-1 0,1 0,-1-1,1 1,-1 0,0-1,0 1,-1-1,1 0,0 0,-1 0,0 1,-13 8,-1-1,0 0,0-1,-1-1,0-1,-1-1,1 0,-1-1,0-1,0-1,-1-1,1 0,-17-2,-19 1</inkml:trace>
  <inkml:trace contextRef="#ctx0" brushRef="#br0" timeOffset="505.169">948 320,'0'2,"5"2,5-1,9-1,1 0</inkml:trace>
  <inkml:trace contextRef="#ctx0" brushRef="#br0" timeOffset="746.524">1791 120,'-14'-8,"-1"2,0-1,0 2,0 0,-1 1,0 0,1 2,-1 0,0 0,0 1,-1 1,1 1,-15 3,26-4,0 1,-1 1,1-1,0 1,0 0,0 0,0 1,1-1,-1 1,1 0,-1 0,1 1,0-1,0 1,0 0,1 0,-1 0,1 0,0 1,1-1,-1 1,1 0,-1 0,1 0,1 0,-1 0,1 1,0-1,0 0,1 0,-1 1,1-1,0 1,1-1,-1 0,1 1,0-1,0 0,1 0,0 0,1 4,7 6,0 0,1-1,1 0,0-1,1 0,0-1,1-1,0 0,1-1,0 0,1-1,-1-1,2 0,-1-1,1-1,1-1,16 4,22 6,0-2,1-3,0-2,1-3,-1-2,1-3,0-2,-1-2,1-4,-1-1,0-4,12-7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6.1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286 110,'-286'398,"335"-481,-5-2,31-83,-24 54,-19 59,-32 55,1-1,-1 1,1 0,-1 0,1-1,0 1,-1 0,1 0,-1 0,1 0,0 0,-1 0,1 0,-1 0,1 0,0 0,-1 0,1 0,-1 0,1 1,0-1,-1 0,1 0,-1 1,1-1,-1 0,1 1,-1-1,1 0,-1 1,0-1,1 1,-1-1,1 1,-1-1,0 1,1-1,-1 1,0-1,0 1,1 0,-1-1,0 1,0-1,0 1,0 0,0-1,0 1,0-1,0 1,0 0,0 0,8 27,-1 2,-1-1,-2 1,0 15,1 4,2 11,-3-10,3 1,2-1,2 0,2-1,7 13,-12-44,-2-9</inkml:trace>
  <inkml:trace contextRef="#ctx0" brushRef="#br0" timeOffset="244.267">6 391,'16'-2,"16"-1,17-2,13-3,11-2,0 1,-6-1,-13 0,-15 1</inkml:trace>
  <inkml:trace contextRef="#ctx0" brushRef="#br0" timeOffset="658.353">942 324,'0'12,"2"3,3-1,1-2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31.5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389 356,'-14'97,"-3"0,-5 0,-14 34,22-98,5-26,8-25,41-235,6-85,-41 313,-5 24,1 1,-1 0,1 0,-1-1,1 1,-1 0,1 0,0 0,-1 0,1 0,-1 0,1 0,-1 0,1 0,0 0,-1 0,1 0,-1 0,1 0,-1 1,1-1,-1 0,1 0,-1 1,1-1,-1 0,1 1,-1-1,1 0,-1 1,0-1,1 1,-1-1,0 0,1 1,-1-1,0 1,0-1,1 1,-1-1,0 1,0 0,0-1,0 1,0-1,1 1,-1-1,0 1,0 0,-1-1,1 1,0-1,18 46,-1 0,-3 1,-2 1,-3 0,0 6,32 266,-41-300,-1-7</inkml:trace>
  <inkml:trace contextRef="#ctx0" brushRef="#br0" timeOffset="250.333">148 636,'12'0,"16"0,19 0,13 0,12-3,1 0,-11 1</inkml:trace>
  <inkml:trace contextRef="#ctx0" brushRef="#br0" timeOffset="815.435">964 596,'13'5,"17"1,14-1,15 0,12-2,2-1,-1-1,-12 0,-15 1,-15 1</inkml:trace>
  <inkml:trace contextRef="#ctx0" brushRef="#br0" timeOffset="1070.291">1151 409,'4'25,"7"20,3 13,2 6,0 3,2 0,5-7,3-14,-3-15</inkml:trace>
  <inkml:trace contextRef="#ctx0" brushRef="#br0" timeOffset="1668.721">1913 395,'-17'75,"-30"181,42-163,14-129,0-421,-9 451,0 3,-1 0,1 1,-1-1,1 0,0 1,0-1,0 0,1 1,-1-1,1 0,-1 1,1-1,0 1,0-1,0 1,0-1,0 1,1-1,-1 1,1 0,-1 0,1 0,0 0,0 0,0 0,0 0,0 1,1-1,-1 1,0 0,1-1,0 1,5 3,1 1,-1 0,0 1,0 0,0 0,-1 1,1 0,-1 0,0 0,-1 1,1 0,-1 1,-1-3,61 72,-64-73,0 1,0-1,-1 0,0 1,1-1,-1 1,0 0,0-1,-1 1,1 0,-1 0,0-1,0 1,0 0,-1 0,1-1,-1 1,0 0,0-1,0 1,0-1,-1 1,1-1,-1 1,-1 0,-4 5,-1 0,-1 0,0-1,0 0,-1-1,1 0,-2 0,1-1,-1 0,0-1,0 0,0-1,-1 0,-5 1,-3-2,16-5,14-3,11 0,1 1,0 1,0 1,1 1,-1 1,0 1,0 1,0 1,0 1,0 1,9 3,-18-4,-1 1,1 0,-1 0,0 1,-1 1,1 0,8 8,-17-13,0 0,0 0,-1 1,1-1,-1 0,0 1,1 0,-1-1,-1 1,1 0,0 0,-1 0,1 1,-1-1,0 0,0 0,0 1,-1-1,1 0,-1 1,0-1,0 1,0-1,0 1,0-1,-1 0,1 1,-1-1,0 0,0 1,-1-1,0 2,-5 4,-1 0,0-1,0 0,-1 0,0-1,0 0,-1 0,1-1,-1-1,-1 0,1 0,-1-1,0 0,0-1,0 0,-3 0,12-2,1 0,0-1,0 1,0 0,0-1,-1 1,1-1,0 0,0 1,-1-1,1 0,0 0,-1 0,1 0,0 0,-1 0,1 0,0 0,0 0,-1-1,1 1,0-1,0 1,-1-1,1 1,0-1,0 1,0-1,0 0,0 0,0 0,0 0,0 0,0 0,0 0,0 0,1 0,-1 0,0 0,1 0,-1 0,1-1,-1 1,1 0,0-1,12-20,8-1</inkml:trace>
  <inkml:trace contextRef="#ctx0" brushRef="#br0" timeOffset="1910.101">2702 636,'18'2,"15"1,14 0,7-3,7-3,3-4,-2-1,-6-1,-14 1</inkml:trace>
  <inkml:trace contextRef="#ctx0" brushRef="#br0" timeOffset="2069.674">2848 382,'-2'20,"-1"19,0 13,3 10,2 3,2 0,3-2,5-8,0-12</inkml:trace>
  <inkml:trace contextRef="#ctx0" brushRef="#br0" timeOffset="2385.83">3919 449,'-9'-10,"1"1,-1 0,0 0,-1 1,1 0,-2 1,1 0,-1 1,0 0,-1 1,1 0,-1 1,0 0,0 0,0 2,-1-1,1 2,0-1,-1 2,0 0,-5 1,8-1,-1 1,0 0,1 1,-1 0,1 0,0 2,-1-1,1 1,1 0,-1 1,1 0,0 1,0 0,0 0,1 1,0 0,0 1,1 0,0 0,0 0,1 1,0 0,0 0,-3 10,6-12,1 0,0 0,0 0,1 0,0 0,0 0,1 0,0 0,0 1,0-1,1 0,0 0,1 0,0 0,0 0,0 0,1 0,0-1,0 1,1-1,-1 0,2 0,-1 0,0-1,1 1,0-1,1 0,-1 0,1-1,0 0,0 0,3 1,22 10,1-2,0-1,1-2,0-1,1-1,0-2,0-2,0-1,1-1,-1-2,15-3,214-14,-148 2</inkml:trace>
  <inkml:trace contextRef="#ctx0" brushRef="#br0" timeOffset="3915.236">1 8,'2076'0,"-1326"20,233-1,-951-20,165-14,-195 14,0 1,0 0,0 0,0 0,-1 0,1 0,0-1,0 1,0-1,-1 0,1 1,0-1,0 0,-1 0,1 0,-1 0,1 0,-1-1,1 1,-1 0,0-1,0 1,0-1,1 1,-2-1,2 0,-3-5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3.7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 66,'-3'0,"3"0,9 0,12-2,19-3,23-4,24-1,21 0,18 0,15 1,11 3,3 2,-2 4,-29 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4.45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27,'0'7,"3"2,2-1,6-1,2-6,0-6,0-5,-3-2,-5 0,-6 3,-4 3,-7 2,-1 4,0 4,1 7,8 3,5-1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5.8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 40,'-2'-3,"3"1,9-1,16 0,20 2,24-2,24-1,20-1,18-1,12 2,7 1,-23 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6.26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37 48,'2'0,"1"-3,0-2,-1-3,-2-3,-5 1,-2 2,-4 5,1 5,2 7,3 4,8 2,16-2,4-2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7.6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25,'20'0,"24"0,25 2,30 1,36 0,43-5,41-11,-16-4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6.8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 14,'-2'-14,"16"28,1 10,-1 2,-1 0,-1 1,-2 0,0 0,-2 1,3 23,17 50,-28-99,0-1,0 1,0-1,1 0,-1 1,0-1,0 1,1-1,-1 0,1 1,-1-1,1 0,-1 1,1-1,0 0,0 0,0 0,0 0,0 1,0-1,0-1,0 1,0 0,0 0,0 0,1 0,-1-1,0 1,0-1,1 1,-1-1,1 1,-1-1,0 0,1 0,-1 0,1 0,-1 0,1 0,-1 0,0 0,1 0,-1-1,1 1,0-1,10-9,-1 0,-1-1,0 0,0-1,-1 0,-1-1,0 0,0 0,-2 0,1-1,2-10,0-1,-1 0,-2 0,0 0,-1-1,0-19,-7 79,0-20,0 1,2 0,-1 0,2-1,0 1,1 0,0-1,1 1,1-1,0 0,1 0,2 4,-5-15,0 0,0-1,0 1,0-1,0 1,0-1,0 0,1 0,0 0,-1 0,1 0,0-1,0 1,-1-1,1 0,0 0,0 0,1 0,-1 0,0-1,0 1,0-1,1 0,-1 0,0 0,0 0,0-1,1 1,-1-1,0 0,0 0,0 0,0 0,0 0,0-1,-1 0,1 1,0-1,-1 0,1 0,-1 0,0-1,3-1,5-8,-1 0,1 0,-2 0,0-1,0-1,-1 1,-1-1,0 0,-1 0,-1-1,0 0,-1 0,-1 0,0 0,-1 0,0-10,-3 5,2 20,0 0,-1 0,1 0,-1 0,1 0,0-1,-1 1,1 0,-1 0,1 0,-1 0,1 0,0 0,-1 0,1 1,-1-1,1 0,-1 0,1 0,0 0,-1 0,1 1,0-1,-1 0,1 0,-1 1,1-1,0 0,0 1,-1-1,1 0,0 1,-1-1,1 0,0 1,0-1,0 0,0 1,-1-1,1 1,0-1,0 1,0-1,0 0,0 1,0-1,0 1,0-1,0 1,0-1,0 0,0 1,-7 19,0 1,1 0,2 0,0 0,1 0,1 1,1-1,0 1,2 0,2 5,-2-17,1-1,0 0,1 0,0 0,0 0,1 0,0 0,1-1,0 0,0 0,1 0,0-1,0 0,3 3,22 17</inkml:trace>
  <inkml:trace contextRef="#ctx0" brushRef="#br0" timeOffset="294.739">845 294,'9'-3,"-1"0,1 1,0 0,0 0,0 1,0 0,0 0,0 1,0 0,0 1,0 0,0 0,0 1,0 0,0 1,-1 0,1 0,-1 0,0 2,0-1,0 1,-1 0,1 0,-1 1,-1 0,1 0,-1 1,0 0,1 1,1 11,0 0,-1 1,-2 0,0 0,0 0,-2 1,-1-1,0 1,-2 0,0 0,-1 0,-2 0,2 10,-4 162,5-180</inkml:trace>
  <inkml:trace contextRef="#ctx0" brushRef="#br0" timeOffset="548.06">926 535,'18'0,"15"0,13 0,11 0,4-2,-1-3,-7-3,-11-1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5.1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25 126,'-3'-6,"0"0,0 0,0 0,0 0,1-1,0 1,0-1,1 1,0-1,0 0,0 0,1 1,0-1,1 0,-1 0,2-2,-1 8,0 0,0 0,0 0,1 0,-1 0,0 0,1 0,-1 0,0 1,1-1,-1 1,1-1,0 1,-1-1,1 1,-1 0,1 0,0-1,-1 1,1 1,-1-1,1 0,0 0,-1 0,1 1,-1-1,1 1,-1-1,1 1,-1 0,1 0,-1 0,0-1,1 1,-1 0,0 1,0-1,0 0,0 0,0 0,0 1,0-1,0 0,0 1,-1-1,1 1,0-1,-1 2,9 13,-1 0,-1 1,0 0,-2 0,0 1,0-1,-2 1,0 0,-1 0,-1 0,-1 1,-1 11,4 39,-4-68,1-1,0 1,0-1,0 1,0-1,0 1,0-1,-1 1,2 0,-1-1,0 1,0-1,0 1,0-1,0 1,0-1,0 1,1 0,-1-1,0 1,0-1,1 1,-1-1,0 0,1 1,-1-1,1 1,-1-1,1 0,-1 1,0-1,1 0,-1 1,1-1,-1 0,1 0,0 1,-1-1,1 0,-1 0,1 0,-1 0,1 0,-1 0,1 0,0 0,-1 0,1 0,-1 0,1 0,-1 0,1-1,-1 1,1 0,-1 0,1-1,-1 1,1 0,-1-1,1 1,-1 0,1-1,27-26,-14 5,0 0,-2 0,0-1,-2-1,0 0,-2-1,-1 1,0-1,0-12,-4 11,-12 57,4-10,2-1,1 1,0 0,1-1,2 1,0 0,1 0,1-1,1 3,-3-21,0 1,0 0,0 0,0 0,1 0,-1-1,1 1,-1-1,1 1,0-1,0 0,0 0,0 1,1-1,-1-1,0 1,1 0,0-1,-1 1,1-1,0 0,0 0,-1 0,1 0,0 0,0-1,0 1,0-1,0 0,0 0,0 0,0 0,0 0,0-1,0 1,0-1,0 0,0 0,0 0,0 0,-1-1,2 0,7-6,-1-1,0 0,0-1,-1 0,0 0,-1-1,0 0,-1-1,-1 0,1 0,-2 0,0-1,0 1,-1-1,-1 0,0-1,-1 1,0-1,-1 1,0-1,-1 1,-1-3,-7-32,7 48,0-1,1 1,-1-1,0 1,0-1,0 1,1-1,-1 1,0 0,0-1,0 1,0 0,0 0,0 0,0 0,0-1,0 1,0 1,0-1,1 0,-1 0,0 0,0 0,0 1,0-1,0 0,0 1,0-1,1 1,-1-1,0 1,0-1,1 1,-1 0,0-1,1 1,-1 0,0-1,1 1,-1 0,1 0,-1 0,1 0,0-1,-1 1,1 0,0 0,0 0,0 0,-1 0,-7 17,0 1,1 0,0 0,2 0,0 1,2 0,0 0,1 0,1 0,1 14,-1-24,1 0,1 0,0 0,0 0,1 0,0 0,1-1,0 1,0-1,1 0,0 0,1 0,0 0,0-1,1 0,0 0,0 0,6 4,20 14</inkml:trace>
  <inkml:trace contextRef="#ctx0" brushRef="#br0" timeOffset="342.4">814 300,'-11'1,"-1"0,1 0,0 2,0-1,0 1,0 1,1 0,-1 0,1 1,0 0,1 1,-1 0,1 1,0 0,1 0,-1 1,1 0,1 1,0-1,0 1,1 1,0-1,0 1,-3 9,5-10,-1 0,2 1,-1-1,2 1,-1 0,1 0,1-1,0 1,0 1,1-1,0 0,0 0,1 0,1 0,0 0,0-1,1 1,0 0,1-1,0 0,0 0,1 0,0 0,1-1,0 0,0 0,6 6,-4-8,0 1,1-1,-1 0,1-1,0 0,0 0,1-1,0 0,-1-1,1 0,1 0,8 0,-12-2,-1 0,0 0,0-1,0 0,1 0,-1-1,0 1,0-1,0-1,0 1,0-1,0 0,0-1,0 1,-1-1,0 0,1 0,-1-1,0 0,0 0,-1 0,1 0,-3 1,0-1,1 1,-2-1,1 1,0-1,-1 0,1 0,-1 1,0-1,0 0,-1 0,1 0,-1 0,0 0,0 0,0 0,-1 0,1 0,-1 0,0 0,0 0,0 0,-1 0,1 0,-1 1,0-1,0 1,0-1,-1 1,1 0,-1 0,0 0,1 0,-1 1,-1-1,1 1,0-1,-1 1,1 0,-1 0,1 1,-1-1,-1 1,-11-4,0 0,0 2,-1 0,1 0,-1 2,1 0,-1 1,1 0,-1 2,0 0,1 1,-11 3,-12 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42.6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1 128,'1'-9,"0"0,1 0,0 0,1 1,0-1,0 0,1 1,0 0,1 0,-1 0,1 0,6-6,-10 13,0 0,0 0,0 0,0 0,0 0,0 1,0-1,0 0,1 1,-1-1,0 0,0 1,1 0,-1-1,0 1,0 0,1-1,-1 1,0 0,1 0,-1 0,0 0,1 1,-1-1,0 0,1 0,-1 1,0-1,0 1,1-1,-1 1,0-1,0 1,0 0,0 0,0 0,0-1,0 1,0 0,0 0,29 50,-17-8,-2 1,-2 0,-1 0,-3 1,-2 0,-2 43,-1-68,4 11,-4-31,1 1,-1-1,0 0,1 1,-1-1,0 0,0 1,1-1,-1 0,1 0,-1 1,0-1,1 0,-1 0,0 0,1 0,-1 0,1 0,-1 1,1-1,-1 0,0 0,1 0,-1 0,1 0,-1 0,1-1,-1 1,0 0,1 0,-1 0,1 0,-1 0,0-1,1 1,-1 0,0 0,1-1,-1 1,0 0,1 0,-1-1,0 1,0 0,1-1,-1 1,0-1,0 1,1 0,-1-1,0 1,0 0,0-1,0 1,0-1,0 1,0-1,0 1,0 0,0-1,0 1,0-1,0 1,0-1,0 1,127-267,-116 247,-11 20,0-1,1 1,-1 0,0 0,0 0,1-1,-1 1,0 0,0 0,1 0,-1 0,0 0,0 0,1-1,-1 1,0 0,1 0,-1 0,0 0,0 0,1 0,-1 0,0 0,1 0,-1 0,0 0,0 1,1-1,-1 0,0 0,1 0,-1 0,0 0,0 1,0-1,1 0,-1 0,0 0,0 0,1 1,-1-1,0 0,0 0,0 1,0-1,0 0,1 0,-1 1,0-1,0 0,0 1,0-1,0 0,0 0,0 1,0-1,0 0,0 1,0-1,0 0,0 0,0 1,0-1,0 0,-1 1,1-1,0 0,0 0,0 1,2 24,-1 7,-2-19,1 0,0-1,1 1,1-1,0 1,0-1,1 0,5 12,-8-23,1 1,0-1,-1 0,1 1,0-1,0 0,0 1,0-1,0 0,0 0,1 0,-1 0,0 0,1 0,-1 0,0 0,1-1,-1 1,1 0,-1-1,1 1,-1-1,1 0,-1 1,1-1,0 0,-1 0,1 0,0 0,-1 0,1-1,-1 1,1 0,-1-1,1 1,-1-1,1 1,-1-1,1 0,-1 0,0 0,2 0,49-49,-42 33,0 1,-1-2,0 1,-1-1,-2-1,0 1,0-1,-2 0,1-13,-5 113,-2-63,1 0,1 0,1 0,1 0,0 0,1 0,1-1,1 1,0-1,2 0,0 0,0-1,2 0,0 0,4 5,10 3</inkml:trace>
  <inkml:trace contextRef="#ctx0" brushRef="#br0" timeOffset="251.328">815 342,'23'0,"19"-3,11 1,6-1,0 0,-6 2,-10 0,-12 0</inkml:trace>
  <inkml:trace contextRef="#ctx0" brushRef="#br0" timeOffset="584.438">856 315,'-10'45,"3"0,1 0,3 0,1 1,3 6,-2-51,1 0,0-1,-1 1,1 0,0 0,0 0,0 0,0 0,-1-1,1 1,0 0,1 0,-1 0,0 0,0 0,0 0,0 0,1-1,-1 1,0 0,1 0,-1 0,1-1,-1 1,1 0,-1 0,1-1,0 1,-1 0,1-1,0 1,-1-1,1 1,0-1,0 1,-1-1,1 0,0 1,0-1,0 0,0 0,-1 1,1-1,0 0,0 0,0 0,0 0,0 0,0 0,0 0,0-1,0 1,124-81,-115 74,0 1,0 1,1 0,0 0,0 1,0 0,0 1,1 0,0 1,-1 0,1 1,9 0,-19 2,1 0,0-1,-1 1,1 0,0 0,-1 0,1 1,-1-1,1 1,-1-1,0 1,0 0,0 0,0 0,0 0,0 0,0 0,-1 1,1-1,-1 0,1 1,-1-1,0 1,0 0,0-1,-1 1,1 0,0 2,-6 79,1-71,-1-1,0 1,-1-1,0-1,0 1,-2-1,1 0,-1 0,-1-1,0-1,0 1,-1-1,0-1,-1 0,0 0,0-1,0 0,-1-1,0 0,0-1,-1-1,0 0,1 0,-1-2,-5 1,-20-1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29:19.5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1532,'0'-2,"1"1,-1 0,1 0,0 0,-1 0,1 1,0-1,0 0,-1 0,1 0,0 0,0 1,0-1,0 1,0-1,0 0,0 1,0 0,1-1,-1 1,0 0,0-1,0 1,0 0,0 0,1 0,-1 0,0 0,0 0,0 0,1 1,-1-1,0 0,0 1,0-1,0 0,0 1,0 0,0-1,0 1,1 0,38 36,-27-13,-1 1,-1 1,-1 0,-1 0,-2 1,0 0,-2 0,-1 1,-1-1,-2 1,0 0,-2 5,0 15,1-48,0 0,0 0,1-1,-1 1,0 0,0 0,0 0,0 0,0 0,0 0,0 0,1 0,-1-1,0 1,0 0,0 0,0 0,0 0,1 0,-1 0,0 0,0 0,0 0,0 0,1 0,-1 0,0 0,0 0,0 0,0 0,0 0,1 0,-1 0,0 0,0 1,0-1,0 0,0 0,1 0,-1 0,0 0,0 0,7-19,55-287,-58 367,-3 157,15-162,-16-54,1-1,0 0,0 1,0-1,0 0,0 0,0 0,0 0,0 0,0 0,0 0,1 0,-1-1,0 1,0 0,1-1,-1 1,1-1,-1 1,1-1,-1 0,1 1,-1-1,1 0,-1 0,1 0,-1 0,1-1,-1 1,0 0,1-1,-1 1,1-1,-1 1,1-1,-1 1,0-1,7-5,0 0,-1 0,0-1,-1 1,1-2,-1 1,0-1,-1 0,0 0,0 0,-1-1,0 1,-1-1,2-7,4-8,-1-1,-2-1,-1 1,-1-1,0 0,-3 0,0-6,-1 13,0 19,0 0,0 0,0 0,0 1,-1-1,1 0,0 0,0 0,0 0,0 0,0 1,0-1,0 0,-1 0,1 0,0 0,0 0,0 0,0 1,0-1,-1 0,1 0,0 0,0 0,0 0,0 0,-1 0,1 0,0 0,0 0,0 0,0 0,-1 0,1 0,0 0,0 0,0 0,-1 0,1 0,-4 22,1-5,1 1,1 0,0-1,1 1,1 0,1 0,1-1,0 1,1-1,1 0,1 0,0 0,1-1,1 0,0 0,8 9,8 4</inkml:trace>
  <inkml:trace contextRef="#ctx0" brushRef="#br0" timeOffset="250.212">789 1946,'13'-5,"15"-3,10-3,9-2,5 2,0 2,-1 3,-7 2,-10 4,-9 3</inkml:trace>
  <inkml:trace contextRef="#ctx0" brushRef="#br0" timeOffset="683.185">802 1879,'0'346,"0"-345,0 0,-1 0,1 1,0-1,-1 0,1 0,0 0,0 1,0-1,0 0,0 0,0 1,1-1,-1 0,0 0,1 0,-1 1,0-1,1 0,0 0,-1 0,1 0,0 0,-1 0,1 0,0 0,0 0,0 0,0-1,0 1,0 0,0-1,0 1,0 0,0-1,0 1,0-1,0 0,1 1,-1-1,0 0,0 0,0 0,1 1,-1-1,0-1,0 1,0 0,1 0,-1 0,0-1,0 1,0 0,1-1,-1 1,0-1,0 0,0 1,0-1,61-38,53-23,-109 59,1 1,-1 0,1 0,0 0,0 1,0 0,0 1,0-1,0 1,0 1,0 0,0-1,0 2,0-1,0 1,0 0,-1 1,1 0,-1 0,0 0,0 0,0 1,0 0,0 1,-1-1,0 1,0 0,0 0,-1 1,1-1,-1 1,1 3,-1-2,0 0,0 0,-1 1,0-1,-1 1,0-1,0 1,0 0,-1 0,0 0,-1 0,0 0,0 0,-1 0,0 0,0-1,0 1,-1 0,-1 0,1-1,-1 1,0-1,-1 0,0 0,0 0,-1 0,1-1,-1 0,-1 0,1 0,-1-1,0 1,-7 3,3-3,0-1,0 0,-1 0,1-1,-1-1,0 0,-1 0,1-1,0-1,-1 0,-6 0,16-1,1 1,-1-1,0 0,0 0,0 0,0 0,0-1,0 1,1 0,-1-1,0 1,0-1,1 0,-1 1,0-1,1 0,-1 0,0 0,1 0,-1 0,1-1,0 1,-1 0,1-1,0 1,0-1,0 1,-1-2,0-10</inkml:trace>
  <inkml:trace contextRef="#ctx0" brushRef="#br0" timeOffset="969.42">1631 1960,'13'-2,"10"-2,7 1,8 3,5 2,3 0,1 2,-3 0,-4 2,-5 0,-5-1,-7-1,-6-4,-6-2</inkml:trace>
  <inkml:trace contextRef="#ctx0" brushRef="#br0" timeOffset="1221.747">1832 1786,'-12'18,"-3"13,1 8,5 6,8 8,7 5,7 2,6 0,1 0,-2-12</inkml:trace>
  <inkml:trace contextRef="#ctx0" brushRef="#br0" timeOffset="1800.615">2446 1746,'5'40,"2"-1,2 1,2-1,1-1,10 22,6-17,-27-42,-1-1,1 1,0 0,0 0,0-1,0 1,-1 0,1-1,0 1,0-1,0 1,0-1,1 0,-1 1,0-1,0 0,0 0,0 0,0 0,0 0,0 0,0 0,1 0,-1 0,0 0,0-1,0 1,0 0,0-1,0 1,0-1,0 1,0-1,0 0,0 1,-1-1,1 0,0 1,0-1,0 0,-1 0,1 0,0 0,13-20,-1 0,0-1,-2-1,0 0,-2 0,-1-1,3-11,6-36,-16 107,-6 24,2-34,1 1,1-1,2 1,0-1,2 1,-3-23,0-1,1 1,0 0,-1-1,2 1,-1-1,0 1,1-1,-1 1,1-1,0 0,0 0,0 0,0 0,1 0,-1-1,1 1,0 0,0-1,0 0,0 0,0 0,0 0,1-1,-1 1,0-1,1 1,-1-1,1 0,0-1,-1 1,1-1,0 0,-1 1,1-1,0-1,0 1,-1-1,2 0,5-3,0-1,-1 0,1-1,-1 0,0-1,-1 0,1 0,-1-1,-1 0,1 0,-2-1,1 1,-1-2,0 1,-1-1,0 0,-1 0,0 0,0-1,-1 1,0-1,-1 0,-1 0,1-4,0 6,-1-1,0 0,0 0,-1 0,0 0,-1 0,0 1,-1-1,0 0,-3-9,5 18,-1 0,1 0,-1 0,1 1,-1-1,1 0,-1 0,0 1,1-1,-1 0,0 1,1-1,-1 1,0-1,0 1,0-1,0 1,0 0,1-1,-1 1,0 0,0 0,0-1,0 1,0 0,0 0,0 0,0 0,0 0,0 1,0-1,0 0,0 0,0 1,1-1,-1 0,0 1,0-1,0 1,0-1,1 1,-1-1,0 1,0 0,1-1,-1 1,1 0,-1 0,0-1,1 1,-1 0,1 0,0 0,-1 0,1 0,0-1,-1 1,1 0,0 0,0 0,0 0,0 0,0 0,0 0,0 0,0 0,0 0,-4 10,1-1,-1 1,1 0,1 1,0-1,1 0,0 1,1-1,0 0,1 1,0-1,0 0,2 1,-1-1,1 0,1 0,0-1,0 1,1-1,1 0,0 0,0-1,1 1,0-1,0-1,1 1,0-1,6 4,93 34,-52-33</inkml:trace>
  <inkml:trace contextRef="#ctx0" brushRef="#br0" timeOffset="2214.054">3556 2027,'-5'-2,"0"1,1 0,-1 1,0-1,0 1,0 0,0 0,1 1,-1-1,0 1,0 0,1 0,-1 1,0-1,1 1,0 0,-1 0,1 1,0-1,0 1,0 0,0 0,1 0,-1 1,1-1,0 1,0 0,-2 2,-4 8,1 0,0 0,1 1,0 0,1 0,1 0,-4 16,6-17,0 1,0 0,1-1,1 1,1 0,0 0,1 0,1-1,1 10,-1-17,0 0,0 0,0 0,1 0,0-1,1 1,-1-1,1 0,0 0,1 0,-1-1,1 1,0-1,1 0,-1 0,1-1,0 0,0 0,1 0,1 0,-4-1,0-1,0 0,1 0,-1 0,0 0,1-1,-1 1,1-1,-1 0,1-1,0 1,0-1,-1 0,1 0,0 0,-1-1,1 0,0 1,-1-2,1 1,-1-1,1 1,-1-1,0 0,0-1,0 1,0-1,0 0,0 0,-1 0,0 0,1 0,-1-1,0 0,-1 0,3-3,-3 4,0-1,-1 1,1-1,-1 0,0 0,0 0,-1 0,1 0,-1 0,1 0,-1 0,0 0,-1 0,1 0,-1 0,0 0,0 0,0 1,0-1,-1 0,1 0,-1 1,0-1,0 1,-1 0,1-1,-1 1,1 0,-1 0,0 1,0-1,0 1,-1-1,1 1,0 0,-1 0,0 0,1 1,-1-1,0 1,0 0,0 0,0 0,0 1,0-1,0 1,0 0,0 0,0 1,0 0,0 1,0-1,0 1,1 1,-1-1,1 0,-1 1,1 0,0-1,0 1,0 0,0 1,1-1,-1 1,1-1,0 1,0 0,0-1,0 1,1 0,0 0,-1 0,2 1,-1-1,0 0,1 0,0 0,0 1,0-1,0 0,1 0,-1 1,1-1,0 0,1 0,-1 0,1 0,0 0,19 19,4-6</inkml:trace>
  <inkml:trace contextRef="#ctx0" brushRef="#br0" timeOffset="2465.384">3931 2053,'22'9,"18"3,10 2,8-2,3-2,-1-1,-3-2,-5-3,-11-1,-8-1,-12-1</inkml:trace>
  <inkml:trace contextRef="#ctx0" brushRef="#br0" timeOffset="2716.71">4158 1892,'-7'21,"-2"17,0 15,5 9,6 5,6 1,6-2,5-6,4-6,-2-12</inkml:trace>
  <inkml:trace contextRef="#ctx0" brushRef="#br0" timeOffset="3316.735">4839 1786,'4'-2,"0"-1,0 1,0 0,0 0,0 1,1-1,-1 1,0 0,1 0,-1 0,1 1,-1-1,1 1,-1 0,1 1,-1-1,1 1,-1 0,1 0,-1 0,0 1,1-1,-1 1,0 0,0 0,0 1,0-1,-1 1,1 0,-1 0,0 0,1 0,1 3,5 11,-1 0,-1 1,0 0,-2 0,0 1,-1 0,0 0,-2 0,0 0,-1 1,-1 14,16 90,2-84,-18-40,0 1,0-1,0 1,0 0,0-1,-1 1,1-1,0 0,0 1,1-1,-1 0,0 0,0 0,0 1,0-1,0 0,0 0,0 0,0-1,0 1,0 0,0 0,0-1,0 1,0 0,0-1,0 1,0-1,0 1,0-1,0 0,-1 1,1-1,0 0,0 0,-1 1,1-1,0 0,-1 0,11-13,0-1,-1 1,-1-2,0 1,-2-1,1-1,-2 1,0-1,0-6,2-5,-2-1,0 0,-2 0,-1 0,-1-26,35 197,-34-132,0 1,1-1,1 0,0 0,0 0,1 0,0-1,0 0,1-1,0 1,1-1,0-1,0 1,1-1,5 3,-11-9,-1 0,1 0,0-1,-1 1,1-1,0 1,-1-1,1 0,0 0,-1 0,1-1,0 1,-1-1,1 1,0-1,-1 0,1 0,-1 0,1 0,-1 0,0-1,1 1,-1-1,0 0,0 1,0-1,0 0,0 0,0 0,-1-1,1 0,40-77,-34 49,-1 0,-2 0,0 0,-3-1,0-1,1-6,-5 253,3-193,0 1,2 0,1-1,0 0,1 0,6 12,-8-25,0 1,1-1,0 0,1-1,0 1,0-1,0 0,1 0,0 0,0-1,1 0,0 0,0-1,0 0,1 0,0 0,1 0,33 8,-5-7</inkml:trace>
  <inkml:trace contextRef="#ctx0" brushRef="#br0" timeOffset="3631.883">5882 1960,'9'-3,"1"0,-1 1,1 0,0 0,-1 1,1 0,0 1,0 0,0 1,-1 0,1 0,0 1,-1 0,1 1,-1 0,0 0,0 1,0 1,0-1,-1 1,1 1,-2-1,1 1,0 1,-1 0,0 0,-1 0,0 1,0 0,0 0,-1 0,0 1,-1-1,0 2,5 21,-2 0,-1 0,-1 1,-2-1,-1 1,-2 0,-1 0,-2 6,2 2,-4 203,-3-228,2-19</inkml:trace>
  <inkml:trace contextRef="#ctx0" brushRef="#br0" timeOffset="3893.705">5882 2387,'18'-9,"20"-5,19-3,16 2,12 1,6 2,5 5,-3 2,-6 2,-11 3,-14 0,-17 0</inkml:trace>
  <inkml:trace contextRef="#ctx0" brushRef="#br0" timeOffset="50160.377">7259 1960,'21'-2,"17"-4,17-2,12-3,9-1,2 1,-3 3,-7 2,-13 7,-16 10,-14 4</inkml:trace>
  <inkml:trace contextRef="#ctx0" brushRef="#br0" timeOffset="50413.698">7366 2214,'25'2,"22"1,19-3,16-2,10-3,2 1,-17 1</inkml:trace>
  <inkml:trace contextRef="#ctx0" brushRef="#br0" timeOffset="58485.174">8850 1612,'15'27,"-1"0,-1 0,-1 1,-2 1,-1 0,-1 0,-1 1,-2 0,-1 0,-1 0,-2 0,-1 1,-3 20,2-3,14-84,60-325,-73 362,0-1,1 1,-1-1,0 0,1 1,-1-1,1 1,-1-1,0 0,1 1,-1-1,1 0,-1 1,1-1,-1 0,1 0,-1 0,1 1,0-1,-1 0,1 0,-1 0,1 0,-1 0,1 0,-1 0,1 0,0 0,-1-1,1 1,-1 0,1 0,-1 0,1 0,-1-1,1 1,-1 0,1-1,-1 1,1 0,-1-1,0 1,1-1,-1 1,0 0,1-1,-1 1,0-1,1 1,-1-1,0 1,0-1,0 1,1-1,-1 0,0 1,0-1,0 1,8 26,-1 1,-1 0,-1 1,-2-1,-1 1,-1 2,3 25,10 76,-13-130,-1 0,1-1,0 1,0 0,0 0,-1 0,1-1,0 1,0 0,0-1,0 1,0-1,0 1,0-1,0 0,1 1,-1-1,0 0,0 0,0 0,0 0,0 0,0 0,1 0,-1 0,0 0,0-1,0 1,0 0,0-1,0 1,0-1,0 1,0-1,0 1,0-1,0 0,0 1,0-1,-1 0,1 0,0 0,0 0,-1 1,1-1,-1 0,1 0,-1 0,1 0,-1-1,1 1,-1 0,0 0,0 0,1-1,17-26,0-1,-2-1,0-1,-3 0,0 0,-2-1,2-18,13-59,-57 227,22-76,2 1,2 0,1 37,4-66,0-1,1 1,0-1,2 1,-1-1,2 0,-1 0,2 0,0-1,0 1,1-1,1 0,0-1,4 6,-4-10,0 0,0 0,0-1,1 0,0 0,0-1,0 0,1 0,0-1,0 0,0 0,0-1,7 1,27 5</inkml:trace>
  <inkml:trace contextRef="#ctx0" brushRef="#br0" timeOffset="58920.03">9626 2040,'18'0,"15"-2,11-4,8 0,0 1,-2 1,-9 1,-13 1,-11 2</inkml:trace>
  <inkml:trace contextRef="#ctx0" brushRef="#br0" timeOffset="59303.007">9558 2093,'14'32,"-1"1,-2 0,-2 0,0 1,0 15,-9-46,0-1,1 1,-1-1,1 0,-1 1,1-1,0 0,0 1,0-1,0 0,1 0,-1 0,0 0,1 0,0 0,-1 0,1-1,0 1,0 0,0-1,0 0,0 1,0-1,0 0,1 0,-1 0,0 0,1-1,-1 1,1-1,0 1,196-10,-196 9,-1 0,1 0,-1 0,1 1,-1-1,1 1,-1 0,0-1,1 1,-1 0,0 1,0-1,0 0,1 1,-1-1,0 1,-1-1,1 1,0 0,0 0,-1 0,1 0,-1 0,0 0,0 0,0 0,0 1,0-1,0 1,0-1,-1 0,1 1,-1-1,0 1,1-1,-1 1,-1-1,1 1,0-1,0 1,-1-1,0 1,1-1,-1 0,0 1,-1 0,-6 12,-2 1,0-2,-1 0,-1 0,0-1,0 0,-1-1,-1 0,0-1,-9 4,16-10,3-1,-1 0,0 0,0-1,0 0,-1 0,1 0,-1-1,1 1,-1-1,0-1,-2 1,-2-3</inkml:trace>
  <inkml:trace contextRef="#ctx0" brushRef="#br0" timeOffset="59552.34">10268 2134,'13'0,"17"0,13 2,14 3,9 1,4 1,-3 2,-4 2,-10-1,-12-2,-13-3</inkml:trace>
  <inkml:trace contextRef="#ctx0" brushRef="#br0" timeOffset="59737.846">10548 1946,'-9'14,"-4"15,2 15,2 11,7 5,8 4,8 2,7-1,3-4,-2-13</inkml:trace>
  <inkml:trace contextRef="#ctx0" brushRef="#br0" timeOffset="60349.902">11056 1986,'3'0,"0"1,0-1,0 1,0-1,0 1,0 0,0 0,0 0,0 1,-1-1,1 1,0 0,-1-1,0 1,1 0,-1 0,0 1,0-1,0 0,0 1,0-1,-1 1,1 0,-1-1,1 1,-1 0,0 0,0 0,10 22,-1 1,-2 0,0 1,-2 0,0 0,1 27,6 27,6-26,-18-53,-1-1,1 0,0 0,0 0,0 0,0 0,1 0,-1 0,0 0,0 0,1 0,-1-1,0 1,1-1,-1 1,0-1,1 1,-1-1,1 0,-1 0,1 1,-1-1,1 0,-1 0,1-1,-1 1,1 0,-1 0,1-1,-1 1,0-1,1 1,-1-1,0 0,1 1,-1-1,0 0,11-8,0 0,0-1,-1 0,-1-1,0 0,0 0,-1-1,-1-1,0 1,0-2,-1 1,-1-1,-1 1,0-2,0 1,2-15,-1-1,-1-1,-1 1,-2-1,-1-18,-5 41,-3 29,2-3,1-1,1 1,0 0,1 1,1-1,1 0,0 0,2 1,0-1,1 0,0 0,2 0,0 0,-3-14,0 0,0-1,0 1,0 0,1-1,-1 0,1 1,0-1,0 0,0 0,1-1,-1 1,1-1,-1 0,1 0,0 0,-1 0,1 0,0-1,0 0,1 0,-1 0,0 0,0-1,0 1,1-1,-1 0,0 0,0-1,1 1,-1-1,0 0,0 0,0-1,0 1,0-1,0 0,-1 0,1 0,0 0,-1-1,0 1,2-3,8-9,-1 0,0-1,-2-1,0 0,0 0,-2-1,0 0,0 0,-2-1,0 0,-2 0,0-1,0 1,-2-1,0 0,-2 0,-1-16,-8-21,8 55,0 1,1-1,-1 1,0 0,1-1,-1 1,0 0,0 0,0 0,1-1,-1 1,0 0,0 0,0 0,1 0,-1 0,0 0,0 1,0-1,1 0,-1 0,0 0,0 1,1-1,-1 1,0-1,0 0,1 1,-1-1,1 1,-1-1,0 1,1 0,-1-1,1 1,-1 0,1-1,0 1,-1 0,1-1,-1 1,1 0,0 0,-9 13,2 0,-1 1,2 0,0 0,0 1,2 0,0 0,1 0,0 0,2 0,-1 13,2-17,1 1,0-1,1 0,1 0,-1 0,2-1,0 1,0-1,1 0,0 0,1 0,0-1,1 0,0 0,1 0,0-1,0 0,1-1,0 0,1 0,6 4,43 27</inkml:trace>
  <inkml:trace contextRef="#ctx0" brushRef="#br0" timeOffset="60748.833">12339 2066,'-7'-3,"-1"0,1 1,-1 0,0 0,0 0,0 1,1 1,-1-1,0 1,0 0,0 1,0 0,0 0,0 1,0 0,1 1,-1-1,1 1,-1 1,1-1,0 1,0 1,1-1,-1 1,1 0,0 0,1 1,-2 2,-3 5,0 1,1 0,1 1,1 0,0 0,0 1,2 0,0 0,1 0,0 1,2-1,0 1,0 0,2-1,0 1,1 1,0-8,-1 0,2 0,-1 0,1 0,1-1,0 1,0-1,1 1,0-1,1 0,0-1,0 1,1-1,0 0,0 0,1-1,0 0,0 0,1-1,-1 1,2-2,-1 1,1-1,-1-1,1 1,1-1,3 0,85 10,-93-14,-1 0,0 0,1-1,-1 0,0 1,0-1,0-1,0 1,1-1,-2 1,1-1,0-1,0 1,-1 0,1-1,-1 0,0 1,0-1,0-1,0 1,2-3,-4 3,0 0,0 0,0 0,-1 0,1 0,-1 0,0 0,0 0,0 0,0 0,-1 0,1 0,-1 0,1 0,-1 0,0 1,0-1,-1 0,1 0,0 1,-1-1,0 1,1-1,-1 1,0-1,-1 1,1 0,0 0,0 0,-1 1,1-1,-1 0,0 1,1 0,-1-1,0 1,0 0,0 1,0-1,0 0,0 1,0 0,0-1,0 1,0 0,0 1,0-1,0 0,0 1,0 0,-4 0,0 0,0 0,0 1,0 0,0 0,1 0,-1 1,1 0,-1 0,1 1,0 0,1 0,-1 0,1 1,-1 0,1 0,1 0,-1 1,1 0,-2 3,5-7,0 0,1 1,-1-1,1 1,-1-1,1 1,0-1,0 1,0 0,1-1,-1 1,1-1,-1 0,1 1,0-1,0 1,0-1,0 0,0 1,0-1,1 0,-1 0,1 0,-1 0,1 0,0-1,0 1,0 0,0-1,0 1,0-1,0 0,1 0,-1 0,0 0,3 1,32 14</inkml:trace>
  <inkml:trace contextRef="#ctx0" brushRef="#br0" timeOffset="60996.7">12781 2134,'11'9,"16"5,16 1,17-3,12-3,5-4,-2-1,-6-3,-13-1,-16 0</inkml:trace>
  <inkml:trace contextRef="#ctx0" brushRef="#br0" timeOffset="61259.998">13008 2040,'-9'16,"-3"14,1 11,1 10,6 8,7 5,11 3,11 0,13-6,1-12</inkml:trace>
  <inkml:trace contextRef="#ctx0" brushRef="#br0" timeOffset="61799.064">13850 1879,'20'34,"-2"0,-2 2,-1 0,-1 0,-3 1,-1 1,-1 0,1 24,0-15,-11-47,1 1,0 0,0-1,0 1,0-1,0 1,0 0,0-1,0 1,0 0,0-1,0 1,0 0,0-1,1 1,-1-1,0 1,0 0,1-1,-1 1,0-1,1 1,-1-1,1 1,-1-1,0 1,1-1,-1 1,1-1,0 0,-1 1,1-1,-1 0,1 0,-1 1,1-1,0 0,-1 0,1 0,0 0,-1 1,1-1,-1 0,1 0,0 0,-1-1,1 1,0 0,-1 0,1 0,0 0,-1-1,1 1,-1 0,1 0,-1-1,1 1,-1 0,1-1,-1 1,1-1,-1 1,1-1,-1 1,1-1,-1 1,0-1,1 1,-1-1,0 0,14-16,-2 0,0-1,-1-1,0 0,-2 0,0-1,-2 0,0 0,1-8,-3 12,0-1,-1 1,-1-1,0 1,-2-1,0 0,0 0,-2-1,1 19,1 0,-1-1,0 1,0-1,0 1,0 0,0-1,0 1,-1 0,1-1,0 1,0-1,0 1,-1 0,1-1,0 1,0-1,-1 1,1-1,0 1,-1-1,1 1,-1-1,1 1,-1-1,1 0,-1 1,1-1,-1 0,1 1,-1-1,1 0,-1 0,0 0,1 1,-1-1,0 0,1 0,-1 0,1 0,-1 0,0 0,1 0,-1 0,1 0,-1 0,0-1,1 1,-1 0,1 0,-1 0,0-1,1 1,-1 0,1-1,-1 1,1-1,-1 1,1 0,0-1,-1 1,1-1,-1 1,1-1,0 1,-1-1,1 0,0 1,0-1,0 0,-10 19,1 1,1-1,1 1,0 1,2-1,0 1,1 0,1 0,1 0,1 12,1-26,0 1,0-1,1 1,0-1,1 0,-1 1,1-1,0 0,0 0,1 0,0 0,0-1,1 1,-1-1,1 1,0-1,1-1,-1 1,1 0,0-1,0 0,0 0,0-1,1 0,0 1,0-2,0 1,0-1,0 0,0 0,0 0,1-1,-1 0,1-1,4 1,-3-1,0-1,0 0,-1 0,1 0,0-1,-1 0,1-1,-1 0,0 0,1-1,-2 1,1-1,0-1,-1 0,0 1,0-2,0 1,-1-1,1 0,-1 0,-1 0,1-1,-1 0,-1 0,1 0,-1 0,0 0,0-1,-1 1,0-1,0-7,4-6,-1-1,-2 0,0 1,-1-1,-1 0,-2 0,0 0,-1-1,2 22,1 1,-1-1,0 1,0-1,0 1,0-1,0 1,0-1,0 1,0-1,0 1,0-1,0 1,0-1,0 1,-1-1,1 1,0-1,0 1,0-1,-1 1,1-1,0 1,-1-1,1 1,0 0,-1-1,1 1,-1 0,1-1,0 1,-1 0,1-1,-1 1,1 0,-1 0,1 0,-1-1,1 1,-1 0,1 0,-1 0,1 0,-1 0,1 0,-1 0,0 0,1 0,-1 0,1 0,-1 1,1-1,-1 0,1 0,-1 0,1 1,-20 25,10-2,0 0,2 1,1 0,1 0,1 1,1 0,2 0,0 0,2 0,1 15,0-29,0 0,1 0,0 0,1 0,0 0,1 0,0-1,1 0,0 0,1 0,0-1,1 1,0-1,0-1,1 0,1 0,-1 0,1-1,1 0,0-1,6 4,19 6</inkml:trace>
  <inkml:trace contextRef="#ctx0" brushRef="#br0" timeOffset="62072.005">14638 2267,'8'2,"-1"0,1 1,-1-1,0 2,0-1,0 1,0 0,-1 0,0 1,0-1,0 2,0-1,-1 0,2 3,-7-8,13 14,0 0,-1 0,-1 1,-1 1,0 0,-1 0,0 0,-2 2,0-1,-1 1,0-1,-1 6,6 35,-2 1,-3 0,-2 11,0-11,12 36,-10-82</inkml:trace>
  <inkml:trace contextRef="#ctx0" brushRef="#br0" timeOffset="62322.883">14666 2521,'13'0,"23"0,29 0,27 0,26-2,20-4,-14 1</inkml:trace>
  <inkml:trace contextRef="#ctx0" brushRef="#br0" timeOffset="63201.54">8463 1224,'105'0,"1318"32,154 83,1234 22,-2258-99,19 28,-397-32,-164-30,-18-5,-18-4,-73-27,59 18</inkml:trace>
  <inkml:trace contextRef="#ctx0" brushRef="#br0" timeOffset="64686.055">8463 903,'-1'-1,"1"1,-1-1,1 0,-1 1,1-1,-1 0,1 1,0-1,-1 0,1 0,0 1,-1-1,1 0,0 0,0 0,0 1,0-1,0 0,0 0,0 0,0 0,0 1,0-1,0 0,1 0,-1 0,0 1,0-1,1 0,-1 0,1 1,-1-1,1 0,-1 1,1-1,-1 0,1 1,0-1,-1 1,1-1,0 1,-1-1,1 1,0-1,0 1,-1 0,1 0,0-1,48-9,-38 9,159-15,0 8,39 9,-180-1,952 33,1770 100,-716 74,-1508-127,-437-62,-82-18,-4-3</inkml:trace>
  <inkml:trace contextRef="#ctx0" brushRef="#br0" timeOffset="90698.475">11069 128,'18'-18,"13"-11,4-2,-3 3,-8 10,-11 14,-12 15,-13 14,-11 15,-11 13,-7 15,-5 8,-1 6,0 0,3-3,8-7,9-13,9-15</inkml:trace>
  <inkml:trace contextRef="#ctx0" brushRef="#br0" timeOffset="91338.761">10668 355,'-11'161,"8"74,20-300,-15 54,-1 1,1-1,-2 1,1 0,-1-1,-1 1,0-1,0 1,-1-1,-1 1,0 0,0 0,-1 0,0 1,0-1,-1 1,-1 0,1 0,-1 1,-5-6,7 0,27 15,-19-1,24 3,40 3,1 3,-2 3,41 14,-105-26,0 0,1 0,-1 1,0-1,0 1,0 0,0 0,0 0,0 0,-1 1,1-1,0 1,-1-1,1 1,-1 0,1 0,-1 0,0 0,0 1,0-1,0 1,0-1,0 1,-1 0,1-1,-1 1,0 0,0 0,0 0,0 0,0 0,-1 0,0 0,1 0,-1 1,0-1,0 0,-1 0,1 0,-1 0,0 2,-12 16,-1-1,0-1,-2 0,0-1,-2-1,1 0,-20 13,-81 59,66-54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0:26.46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1 776,'647'-8,"-169"1,299-10,-303-12,480-16,-21 42,715-25,-1595 25,880-32,-902 33,-31 0</inkml:trace>
  <inkml:trace contextRef="#ctx0" brushRef="#br0" timeOffset="25884.062">2782 1,'-16'15,"-15"20,-15 17,-9 18,-6 13,-3 6,4-1,4-4,8-7,10-12,8-13,10-15</inkml:trace>
  <inkml:trace contextRef="#ctx0" brushRef="#br0" timeOffset="26131.401">2193 428,'12'16,"7"10,4 7,2 3,-1-1,-5-3,-2-6,-5-4,-5-9,0-10,-2-7</inkml:trace>
  <inkml:trace contextRef="#ctx0" brushRef="#br0" timeOffset="26385.723">2421 548,'9'-13,"5"-7,-1 2,-9 6,-9 8,-10 4,-7 5,0 1</inkml:trace>
  <inkml:trace contextRef="#ctx0" brushRef="#br0" timeOffset="26565.243">2180 375,'241'23,"-107"-5,6-3,-139-15,0 1,-1 0,1-1,-1 1,1 0,-1-1,0 1,1 0,-1-1,0 1,1 0,-1 0,0-1,0 1,0 0,0 0,0 0,1-1,-1 1,-1 0,1 0,0-1,0 1,0 0,0 0,-1 0,1-1,0 1,0 0,-1-1,1 1,-1 0,1-1,-1 1,1 0,-1-1,1 1,-1-1,0 1,1-1,-1 1,0-1,1 1,-1-1,0 0,1 1,-1-1,0 0,0 0,1 0,-1 1,0-1,0 0,0 0,1 0,-2 0,0 1,-353 221,248-162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1:59.4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33,'0'16,"1"0,1 0,0 0,1 0,1-1,1 1,0-1,0 0,2 0,0 0,0-1,2 0,0-1,0 0,1 0,1-1,0 0,0-1,1 0,1-1,0-1,0 0,1 0,0-1,0-1,1 0,0-1,0-1,0-1,1 0,9 1,-17-4,1 0,0 0,-1-1,1 0,-1-1,1 0,0 0,-1-1,0 0,1 0,-1-1,0 0,0-1,0 0,-1 0,1 0,-1-1,0 0,-1-1,1 1,-1-1,0-1,0 1,-1-1,0 0,0 0,-1-1,1 1,1-7,1-8,0-1,-2 1,0-1,-2 0,-1 0,0-1,-2 1,-1 0,0-1,-3-3,-1 3,6 24,-1 0,0 0,0 1,0-1,1 0,-1 0,0 1,0-1,0 0,0 1,0-1,0 0,0 1,0-1,0 0,0 1,0-1,0 0,0 1,0-1,0 0,0 0,0 1,0-1,0 0,0 1,0-1,0 0,-1 1,1-1,0 0,0 0,0 1,0-1,-1 0,1 0,0 1,0-1,-1 0,1 0,0 0,-1 0,1 1,0-1,0 0,-1 0,1 0,0 0,-1 0,1 0,0 0,-1 0,1 0,0 0,-1 0,1 0,0 0,-1 0,1 0,0 0,0 0,-1 0,1-1,-5 246,36 129,-13-225,-3 140,-15-275,0-4,1 0,-1 0,-1 1,1-1,-2 0,0 0,0 0,0 0,-1 0,-1-1,0 1,0-1,-5 8,7-15,1-1,-1 1,1 0,-1-1,1 0,-1 1,0-1,0 0,0 0,0 0,0 0,0 0,0 0,0 0,0-1,0 1,0-1,0 0,-1 1,1-1,0 0,0 0,0-1,-1 1,1 0,0-1,0 1,0-1,0 0,0 0,-2 0,-55-47,28 6,1-1,3-1,1-2,2-1,-9-29,-3-18,35 93,1-1,-1 0,0 1,1-1,0 1,-1-1,1 0,0 1,0-1,0 0,0 1,0-1,0 0,0 1,0-1,1 0,-1 1,1-1,-1 0,1 1,0-1,0 1,0-1,0 1,-1 0,2-1,-1 1,0 0,0 0,0 0,1-1,-1 1,0 1,1-1,-1 0,1 0,-1 0,1 1,0-1,-1 1,1-1,-1 1,1 0,0 0,-1-1,1 1,0 0,176-1,-110 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1:59.8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1 335,'82'-248,"-76"231,-5 11,0 1,1-1,0 1,0 0,0-1,1 1,-1 0,1 1,0-1,1 0,-1 1,4-3,-6 6,-1 1,1 0,-1 0,1 0,-1 0,1-1,-1 1,1 0,-1 0,1 0,-1 0,1 0,-1 1,1-1,0 0,-1 0,1 0,-1 0,1 1,-1-1,1 0,-1 0,0 1,1-1,-1 0,1 1,-1-1,1 0,-1 1,0-1,1 1,-1-1,0 1,0-1,1 1,-1-1,0 1,0-1,0 1,0-1,1 1,-1-1,0 1,0-1,0 1,0-1,0 1,0-1,0 1,15 151,-14-122,3 43,-3-1,-4 1,-2-1,-4 1,-4 2,-13-1,25-71,-1-1,1 0,-1 1,0-1,1 0,-1 0,0 0,0 0,0 0,-1 0,1-1,0 1,-1-1,1 0,-1 1,1-1,-1 0,0-1,1 1,-1 0,0-1,0 1,1-1,-1 0,0 0,-1 0,5 0,-1 0,1-1,-1 1,1 0,0 0,-1-1,1 1,-1-1,1 1,-1 0,1-1,-1 1,1-1,-1 1,1-1,-1 1,1-1,-1 1,0-1,1 0,-1 1,0-1,0 1,0-1,1 0,-1 1,0-1,0 0,0 1,0-1,0 0,0 1,0-1,0 0,0 1,-1-1,1 0,0 1,0-1,0 0,-1 1,1-1,0 1,-1-1,1 1,-1-1,1 1,0-1,-1 1,1-1,-1 1,0-1,1 1,-1 0,1-1,-1 1,1 0,-1 0,0-1,1 1,-1 0,0 0,1 0,-1 0,0 0,1 0,-1 0,21-8,1 1,0 1,1 1,-1 1,1 0,0 2,5 1,13-3,165-17,-103 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00.63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0 367,'66'-255,"-63"242,-2 7,1-1,-1 1,1 0,0-1,1 1,0 0,0 0,0 0,0 1,1-1,0 1,0 0,0 0,1 0,0 1,4-4,-7 8,0 1,0-1,0 0,0 0,0 1,0 0,0-1,0 1,0 0,0 0,0 0,0 0,0 0,-1 0,1 1,0-1,-1 1,1-1,-1 1,0-1,1 1,-1 0,0 0,0 0,0 0,0-1,0 1,-1 0,1 1,-1-1,1 0,0 1,17 35,-1 1,-2 0,-2 2,-2 0,4 29,-14-68,0 0,0 0,0 1,0-1,-1 0,1 0,-1 0,0 1,0-1,0 0,0 1,0-1,0 0,0 0,-1 1,1-1,-1 0,0 0,1 0,-1 0,0 0,0 0,0 0,-1 0,1 0,0 0,-1 0,1-1,-1 1,0-1,0 1,1-1,-1 0,0 1,0-1,0 0,-1 0,-1 0,0-1,-1 0,1 0,0 0,0-1,0 1,0-1,0 0,0 0,0 0,0-1,0 0,1 1,-1-1,1 0,-1-1,1 1,0-1,-1 1,1-1,1 0,-1 0,0 0,1-1,-2-2,3 3,1 0,1 1,-1-1,0 0,1 1,-1-1,1 0,0 1,0-1,0 1,0-1,0 1,1-1,-1 1,1 0,0 0,-1 0,1 0,0 0,0 0,0 0,0 1,1-1,-1 1,0-1,1 1,-1 0,1 0,-1 0,1 0,0 1,-1-1,1 1,1-1,166-45,-130 38,-1-2,0-1,31-14,-22-7,-47 31,-1 1,1-1,0 0,-1 0,1 0,0 0,-1 0,0 0,1 0,-1 0,0 0,1-1,-1 1,0 0,0 0,0 0,0 0,0 0,0 0,0-1,0 1,0 0,-1 0,1 0,0 0,-1 0,1 0,-1 0,1 0,-1 0,0 0,1 0,-1 0,0 0,0 1,1-1,-1 0,0 1,0-1,0 0,0 1,0-1,0 1,0-1,0 1,0 0,0-1,-6-3,0 1,0 0,0 0,-1 0,1 1,-1 0,1 1,-1 0,0 0,1 0,-1 1,0 0,1 1,-1-1,0 1,1 1,-1 0,1 0,-6 2,11-3,-1 1,1-1,0 1,0-1,0 1,0 0,0-1,0 1,0 0,0 0,1 1,-1-1,1 0,-1 0,1 1,0-1,0 1,0-1,1 1,-1-1,0 1,1 0,0-1,-1 1,1 0,0-1,1 1,-1 0,0-1,1 1,-1 0,1-1,1 2,0 3,1 0,1 0,-1-1,1 1,0-1,1 0,-1 0,1-1,0 1,1-1,5 4,20 10,0-1,2-2,0-1,1-1,1-2,0-2,0-1,1-2,0-1,3-1,75 11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08.32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294 281,'-9'7,"0"1,1-1,0 1,0 1,0 0,1 0,1 0,0 1,0 0,0 0,2 1,-1-1,1 1,1 0,0 0,0 0,1 1,1-1,-1 6,3-11,-1-1,1 1,0-1,0 1,1-1,-1 1,1-1,1 0,-1 0,1 0,0 0,0-1,0 1,0-1,1 1,0-1,0 0,0-1,0 1,1-1,-1 0,1 0,0 0,0-1,0 1,0-1,0 0,6 1,-2-1,1 1,0-1,0-1,-1 0,1 0,0-1,0 0,0-1,0 0,0 0,-1-1,1-1,0 1,-1-2,0 1,2-2,-2 0,0-1,0-1,-1 0,0 0,0 0,0-1,-1 0,0-1,-1 0,0 0,0 0,-1 0,0-1,-1 0,0 0,0-1,-1 1,-1-1,2-10,-3 13,1-1,-2 1,1-1,-1 0,-1 0,1 1,-1-1,-1 0,0 1,0-1,-1 1,1 0,-2 0,1 0,-1 0,-1 0,1 1,-1 0,-1 0,1 0,-1 1,0-1,-1 2,-6-6,9 8,0 0,-1 0,1 0,-1 1,0-1,0 1,0 1,0-1,0 1,0-1,0 1,0 1,-1-1,1 1,0 0,-1 0,1 1,0-1,0 1,-1 0,1 1,0-1,0 1,0 0,1 0,-1 1,0-1,1 1,-1 0,1 0,0 1,-2 2,-1 1,1 1,1 0,-1 1,1-1,1 1,0 0,0 0,1 0,0 1,0-1,1 1,0 0,1 0,0 0,1 0,0-1,0 1,1 0,0 0,1 0,0 0,1-1,0 1,0-1,1 0,0 0,1 0,1 1,24 34</inkml:trace>
  <inkml:trace contextRef="#ctx0" brushRef="#br0" timeOffset="435.382">748 0,'-5'41,"2"0,2 1,1-1,3 0,1 0,2 1,-3-15,1 5,22 109,-26-140,0 0,1 0,-1-1,0 1,1 0,-1 0,0 0,1-1,-1 1,1 0,-1-1,1 1,0 0,-1-1,1 1,0-1,-1 1,1-1,0 1,0-1,-1 1,1-1,0 0,0 1,0-1,-1 0,1 0,0 0,0 1,0-1,0 0,0 0,-1 0,1-1,0 1,0 0,0 0,0 0,0-1,-1 1,1 0,0-1,33-25,-24 17,-6 4,1 1,0 0,-1-1,2 2,-1-1,0 1,1-1,0 2,-1-1,1 1,0-1,1 2,-1-1,0 1,0 0,1 0,-1 0,1 1,-1 0,0 1,1-1,-1 1,0 0,1 1,-1-1,0 1,0 1,0-1,0 1,-1 0,1 0,1 2,-3-2,-1 1,1-1,-1 1,0 0,0 0,-1 0,1 0,-1 0,0 1,0-1,0 1,-1-1,1 1,-1 0,0 0,-1-1,1 1,-1 0,0 0,0 0,0 0,-1 0,0-1,0 1,0 0,0-1,-1 1,0 0,0-1,0 0,0 1,-1-1,0 0,0 0,0-1,0 1,0 0,-4 2,-4 0,1 0,-1 0,0-2,0 1,0-1,0-1,-1 0,0 0,1-1,-1-1,0 0,0 0,-12-2,24 1,-1 1,1-1,-1 0,0 1,1-1,-1 0,0 1,1-1,-1 0,0 0,0 0,1 0,-1 0,0 0,0 0,1 0,-1 0,0 0,0 0,1 0,-1-1,0 1,1 0,-1 0,0-1,1 1,-1 0,0-1,1 1,-1-1,1 1,-1-1,1 1,-1-1,1 1,-1-1,1 0,0 1,-1-1,1 0,0 1,-1-1,1 0,0 1,0-1,0 0,0 0,-1 1,1-1,0 0,0 0,0 1,1-1,-1 0,0 1,0-1,0 0,0 0,1 1,-1-1,0 0,1 1,-1-1,15-12</inkml:trace>
  <inkml:trace contextRef="#ctx0" brushRef="#br0" timeOffset="752.091">1457 281,'-10'1,"-1"0,1 0,-1 1,1 1,0 0,0 0,0 1,0 0,0 0,1 2,0-1,0 1,0 0,1 1,0-1,0 2,1-1,-1 1,2 1,-3 3,7-9,0 0,0 0,1-1,0 2,-1-1,1 0,0 0,0 0,1 0,-1 1,1-1,0 0,0 1,0-1,0 0,0 1,1-1,-1 0,1 0,0 1,0-1,0 0,1 0,-1 0,1 0,-1 0,1-1,0 1,0 0,0-1,1 1,-1-1,0 0,1 0,0 0,2 2,15 7,0 0,0-1,1-2,0 0,1-1,0-1,12 2,92 31,-124-39,-1 0,1 0,0 1,0-1,0 0,-1 1,1 0,0-1,-1 1,1 0,0 0,-1 0,1 0,-1 0,1 0,-1 0,0 1,1-1,-1 0,0 1,0-1,0 1,0-1,0 1,0 0,-1-1,1 1,0 0,-1-1,0 1,1 0,-1 0,0 0,0 0,0-1,0 1,0 0,0 0,0 0,-1-1,1 1,-1 0,1 0,-1-1,0 1,0 0,1-1,-1 1,0-1,-1 1,0 0,-13 11,-1 0,0-2,-1 0,0 0,-1-2,-17 7,23-10,-166 69,85-41</inkml:trace>
  <inkml:trace contextRef="#ctx0" brushRef="#br0" timeOffset="1022.37">0 1056,'25'3,"24"0,22 0,24-3,21-6,20-6,17-6,9-3,4 1,0 4,-7 4,-9 4,-12 4,-14 2,-11 2,-13-2,-13-2,-22-1</inkml:trace>
  <inkml:trace contextRef="#ctx0" brushRef="#br0" timeOffset="1237.789">2312 308,'-2'0,"-1"3,-2 6,0 8,-2 7,1-1</inkml:trace>
  <inkml:trace contextRef="#ctx0" brushRef="#br0" timeOffset="1400.356">2379 695,'5'3,"3"0,3 0,0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1:58.1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176 1,'2'17,"0"-1,2 1,0-1,0 0,2 0,0-1,1 1,0-1,1-1,1 0,0 0,1 0,1-1,9 9,-12-12,0-1,0 0,1 0,0-1,1 0,0-1,0 0,0 0,1-1,0-1,0 0,1 0,0-1,-1 0,1-1,0-1,1 0,4 0,-13-2,0-1,0 0,0 0,0 0,0-1,0 1,0-1,0 0,-1 0,1 0,-1-1,1 1,-1-1,0 0,0 0,0 0,0 0,-1 0,1-1,-1 1,0-1,0 0,0 1,1-5,20-100,-23 99,1 0,-1-1,-1 1,1 0,-2 0,1 0,-1 0,0 0,-3-4,5 13,0-1,-1 1,1 0,0 0,-1 0,1-1,0 1,-1 0,1 0,-1 0,1 0,0 0,-1 0,1 0,-1 0,1 0,0 0,-1 0,1 0,0 0,-1 0,1 0,-1 1,1-1,0 0,-1 0,1 0,0 1,-1-1,1 0,0 0,0 1,-1-1,1 0,0 0,0 1,-1-1,1 0,0 1,0-1,0 0,0 1,-1-1,1 0,0 1,0-1,0 1,0-1,0 0,0 1,0-1,0 1,0-1,0 0,0 1,0-1,0 0,1 1,-1-1,0 0,0 1,0-1,0 0,1 1,-1-1,0 0,0 1,1-1,-1 0,-4 55,2-1,2 0,3 0,3 10,15 140,-3-46,-3 158,-15-311,1 9,-1 1,-1-1,0 0,0 0,-1 0,-1 0,-1-1,0 1,-1-1,0 1,-7 11,11-23,0 0,-1 0,1 0,-1 0,1-1,-1 1,0 0,1-1,-1 1,0-1,0 0,0 0,0 1,0-1,-1-1,1 1,0 0,0 0,-1-1,1 0,0 1,-1-1,1 0,0 0,-1 0,1 0,0 0,-1-1,1 1,0-1,-1 0,1 0,0 1,0-1,0-1,0 1,0 0,0 0,0-1,0 1,0-1,-67-75,50 43,0 0,3-1,0-1,3-1,1 0,2 0,-4-26,12 58,0 0,1-1,-1 1,1-1,0 1,1-1,-1 0,1 1,0-1,0 0,1 1,0-1,0 1,0-1,1 1,0-1,0 1,0 0,0 0,1 0,0 0,0 0,0 1,1-1,0 1,0 0,0 0,1 0,7-2,2 0,-1 2,1 0,-1 0,1 1,0 1,0 0,0 1,0 1,10 0,-20 0,140 6,-81 1</inkml:trace>
  <inkml:trace contextRef="#ctx0" brushRef="#br0" timeOffset="334.094">898 951,'9'-4,"-1"0,0 1,1 0,0 1,0 0,0 0,0 1,0 0,0 0,0 1,0 0,6 1,-11-1,0 0,0 0,0 0,-1 0,1 1,0-1,0 1,-1 0,1 0,0 1,-1-1,1 1,-1 0,1-1,-1 2,0-1,0 0,0 1,0-1,0 1,-1 0,1 0,-1 0,0 0,0 0,0 0,0 1,0-1,-1 1,1-1,0 5,-3 0,0 0,-1 0,0 0,0 0,-1 0,0 0,0 0,-1-1,1 0,-2 1,1-2,-1 1,0 0,-4 2,7-6,-151 183,120-131,32-54,1 1,-1-1,1 1,0-1,0 0,-1 1,1-1,0 1,0-1,1 0,-1 1,0-1,0 1,1-1,-1 0,1 1,-1-1,1 0,-1 1,1-1,0 0,0 0,-1 0,1 0,0 1,0-1,0-1,0 1,1 0,-1 0,0 0,0 0,0-1,1 1,-1-1,0 1,1-1,-1 1,0-1,1 0,-1 0,1 1,16 1,0 0,0-1,0-1,0 0,0-2,0 0,0-1,0 0,1-2,-1 1,65-14</inkml:trace>
  <inkml:trace contextRef="#ctx0" brushRef="#br0" timeOffset="649.526">2356 563,'15'9,"11"10,7 13,0 12,-3 13,-6 10,-13 9,-14 6,-18 3,-15-5,-1-15</inkml:trace>
  <inkml:trace contextRef="#ctx0" brushRef="#br0" timeOffset="9318.043">83 2114,'59'-350,"-58"345,6-38,-3-1,-1 1,-2-1,-2 0,-3-14,4 53,-1-1,0 1,0 0,0 0,0 0,-1 0,0 0,0 1,-1-1,1 1,-1-1,0 1,-1-1,3 4,0 1,0-1,0 1,0-1,0 1,0-1,0 1,0 0,0-1,0 1,0 0,-1 0,1 0,0 0,0 0,0 0,0 0,0 0,-1 1,1-1,0 0,0 1,0-1,0 1,0-1,0 1,0-1,0 1,0 0,0-1,0 1,1 0,-1 0,0 0,0 0,1 0,-1 0,0 0,1 0,-1 0,1 1,-10 14,1 1,1 0,1 1,0 0,2 0,0 1,1-1,0 1,1 5,-8 57,2 0,5 0,4 71,1-125,2 0,0 0,1 0,2-1,1 1,3 5,-6-21,0-1,1-1,0 1,0-1,1 1,0-1,1-1,0 0,0 0,1 0,0-1,0 0,1 0,0-1,0 0,10 4,4-2,1-1,0-2,0 0,0-2,1-1,-1-1,1 0,-1-2,1-1,-1-1,1-1,-1-1,-1-2,1 0,-1-1,0-1,-1-1,4-4,-13 8,-1-1,0 0,-1-1,0 0,0-1,0-1,-1 1,-1-2,4-3,-11 11,1 0,-1 0,0 0,0 0,0-1,0 1,-1-1,1 1,-1-1,0 0,0 0,0 1,-1-1,1 0,-1 0,0 0,0 0,0 0,0 0,-1 1,0-1,0 0,0 0,0 1,0-1,-1 0,0 1,1-1,-1 1,-1 0,1 0,0 0,-1 0,0 0,0 0,-3-3,0 1,-1 1,0-1,1 1,-2 0,1 0,0 1,-1 0,1 1,-1-1,0 1,0 1,0 0,0 0,0 0,0 1,0 0,0 1,0 0,0 0,0 0,0 1,0 1,1-1,-1 1,1 0,-1 1,1 0,0 0,1 1,-1-1,1 1,0 1,0-1,0 1,1 0,0 0,0 1,1 0,-1 0,1 0,1 0,0 0,0 1,0 0,-1 6,3-10,1 0,-1 0,1 0,0 0,0 0,0 1,0-1,1 0,0 0,0 0,0 0,0 0,0 0,1 0,0-1,0 1,0-1,0 1,1-1,-1 1,1-1,0 0,0 0,0-1,0 1,0 0,1-1,-1 0,1 0,-1 0,1 0,0-1,0 1,0-1,0 0,0 0,0-1,0 1,0-1,8 0,0-1,0 0,-1 0,1-2,-1 1,1-2,-1 1,0-2,0 1,0-1,-1-1,0 0,0 0,-1-1,1-1,-1 1,-1-1,0-1,0 0,0 0,-1 0,-1-1,1 0,-1-1,-6 11,0-1,0 1,0 0,0 0,0-1,0 1,0 0,1-1,-1 1,0 0,0 0,0 0,0-1,1 1,-1 0,0 0,0-1,1 1,-1 0,0 0,0 0,1 0,-1 0,0-1,0 1,1 0,-1 0,0 0,1 0,-1 0,0 0,1 0,-1 0,0 0,0 0,1 0,-1 0,0 0,1 0,-1 1,0-1,0 0,1 0,-1 0,0 0,0 0,1 1,-1-1,0 0,0 0,1 0,-1 1,0-1,0 0,0 0,0 1,1-1,-1 0,0 0,0 1,0-1,0 0,0 1,0-1,0 0,0 0,0 1,6 26,-5-19,28 85,-28-90,1 1,-1-1,1 0,0 0,0 0,0 0,0 0,1-1,-1 1,1 0,-1-1,1 0,0 0,0 0,0 0,0 0,1-1,-1 1,0-1,1 0,-1 0,1 0,-1 0,1-1,3 1,-3-1,-1-1,1 0,-1 0,1 0,0 0,-1 0,0-1,1 1,-1-1,0 0,0 0,0 0,0-1,0 1,0-1,-1 1,1-1,-1 0,0 0,0 0,0 0,0-1,0 1,-1 0,1-1,-1 1,0-2,20-100,-20 41,7-48,-6 108,0 1,0-1,0 1,1 0,0-1,-1 1,1 1,0-1,1 0,-1 1,0 0,1-1,-1 1,1 1,0-1,0 0,0 1,0 0,-1 0,2 0,-1 0,0 1,0 0,0-1,0 2,0-1,0 0,0 1,0 0,0 0,1 0,9-1,8 0,0 0,0 2,0 0,0 2,0 0,-1 1,0 2,10 3,-27-8,0 1,0 0,0-1,0 1,0 1,0-1,-1 1,0-1,1 1,-2 0,1 0,0 0,-1 0,1 1,-1-1,0 1,-1-1,1 1,-1 0,0 0,0-1,-1 1,1 0,-1 0,0 0,0 0,-1 0,1 0,-1 0,0-1,-1 1,1 0,-1 0,-19 57,15-50,2 0,-1 0,2 0,-1 1,2-1,0 1,0 0,1-1,1 1,0 4,1-12,0 0,1 0,-1 0,1-1,0 1,1 0,-1-1,1 0,0 1,0-1,0 0,0-1,1 1,0-1,0 1,0-1,0 0,0 0,0-1,1 1,-1-1,5 1,114 29,-43-26,1-3,0-4,0-4,-1-3,58-14,-10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05.54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24 802,'-3'-7,"-1"0,2 0,-1 0,1 0,0-1,1 1,0-1,0 1,0 0,1-8,0 4,-2-11,0 0,2 0,1 0,0 0,2 0,0 0,2 0,0 1,2 0,0 0,1 1,1-1,4-3,-12 21,1 1,0-1,1 1,-1 0,0 0,0 0,1 0,-1 0,1 0,0 1,0-1,-1 1,1 0,0 0,0 0,0 0,0 0,1 1,-1-1,0 1,0 0,0 0,0 0,0 0,0 0,1 1,-1 0,0-1,0 1,0 0,0 1,-1-1,1 0,0 1,0 0,-1-1,1 1,-1 0,2 2,12 10,-2 1,1 0,-2 1,0 0,-1 1,-1 0,0 1,-1 1,-2-1,1 1,-2 1,-1 0,3 12,-9-31,1 1,1 1,-1 0,0 0,0 0,0 0,0 0,-1 0,1 0,-1 0,0 0,0 0,0 1,0-1,-1 0,1 0,-1 0,1 0,-1 0,0 0,-1 0,1 0,0-1,-1 1,1 0,-1-1,0 1,0-1,-1 2,0-4,0-1,1 1,-1-1,1 0,-1 0,1 1,0-2,-1 1,1 0,0 0,0-1,-1 0,1 1,1-1,-1 0,0 0,0 0,1 0,-1 0,1 0,-1 0,1-1,0 1,0 0,0-1,0 1,1-1,-1 1,0-1,1 0,0 0,-2-5,0 0,1 0,0-1,0 1,1 0,0 0,0-1,1 1,0 0,0 0,1-1,1 1,-1 1,1-1,0 0,1 1,0-1,0 1,0 0,1 0,0 1,1-1,-1 1,1 1,0-1,1 1,-1 0,1 0,0 1,1-1,-1 2,0-1,3 1,-3-1,0 1,0 0,0 0,1 1,-1 0,1 1,0 0,-1 0,1 0,0 1,0 0,-1 0,1 1,0 0,0 1,-1 0,1 0,-1 0,0 1,0 0,0 1,0-1,0 1,0 1,-1-1,0 1,0 0,-1 0,1 1,-1 0,0 0,0 0,0 2,24 88,-24-70,-6-25,1 0,0-1,0 1,0 0,0-1,0 1,0 0,0 0,0-1,0 1,0 0,0 0,0-1,0 1,0 0,1-1,-1 1,0 0,1-1,-1 1,0 0,1-1,-1 1,1-1,-1 1,1-1,-1 1,1-1,-1 1,1-1,0 1,-1-1,1 0,0 1,-1-1,1 0,0 0,-1 1,1-1,0 0,0 0,-1 0,1 0,0 0,0 0,-1 0,1 0,0 0,5-11</inkml:trace>
  <inkml:trace contextRef="#ctx0" brushRef="#br0" timeOffset="818.449">438 80,'31'14,"-1"-2,2-1,0-1,0-2,1-1,0-1,8-1,26 5,-46-6,2-2,1 2,-1 1,-1 0,1 2,-1 0,0 2,0 0,-1 2,15 10,-31-17,1 1,-1 0,-1 0,1 0,-1 1,0 0,0 0,0 0,-1 0,0 0,0 1,-1-1,0 1,0 0,0 0,-1 0,0 6,-7 120,1-95,4-36,0 0,1 0,-1 0,0 0,1 0,0 0,-1 0,1 1,0-1,0 0,0 0,0 0,1 0,-1 0,1 1,-1-1,1 0,0 0,0 0,0 0,0 0,0 0,0-1,0 1,0 0,1-1,-1 1,1 0,0-1,-1 0,1 1,0-1,0 0,-1 0,1 0,0 0,0 0,0 0,1-1,0 1,8-4,0 0,-1-1,1 0,-1 0,0-1,0-1,0 0,-1 0,0 0,0-2,0 1,-1-1,-1 0,1 0,-1-1,0 0,-1-1,76-113,-81 122,-1 1,1 0,-1 0,1 0,-1 0,1 0,0 0,-1 0,1 1,-1-1,1 0,-1 0,1 0,-1 0,1 1,-1-1,1 0,-1 1,1-1,-1 0,0 1,1-1,-1 0,1 1,-1-1,0 1,0-1,1 1,-1-1,0 1,0-1,1 1,-1-1,0 1,0-1,0 1,0-1,0 1,0-1,0 1,0-1,0 1,0 0,0-1,0 1,0-1,0 1,0-1,-1 1,1-1,0 1,0-1,-1 1,1-1,0 1,0-1,-1 0,1 1,-1-1,1 0,-1 1,1 1,0 20,9 90,-8-109,0 1,0-1,1 1,-1-1,1 1,0-1,0 0,0 0,1 0,-1 0,1 0,-1 0,1-1,0 1,0-1,0 0,0 0,0 0,1 0,-1 0,1-1,-1 0,1 1,0-1,-1-1,1 1,0 0,0-1,7-1,0 0,0-1,-1 0,1 0,0-1,-1-1,1 0,-1 0,0-1,-1 0,1-1,-1 0,0 0,0-1,-1 0,0-1,0 0,-1 0,0-1,-1 0,1 0,1-6,22-47,-26 87,5 97,-8-117,0 0,1 1,0-1,0 0,0 0,0-1,1 1,0 0,0-1,0 1,0-1,1 0,0 0,-1-1,2 1,-1-1,0 0,1 0,-1 0,1 0,3 0,-1 0,-1-1,1 0,0-1,0 0,0 0,0 0,0-1,0 0,0 0,1-1,-1 0,0 0,-1-1,1 0,0 0,0 0,-1-1,1 0,-1 0,0-1,0 0,0 0,2-2,8-7,-1-1,-1-1,0 0,-1 0,0-2,-1 1,4-11,-15 28,-1-1,0 1,0 0,0 0,1-1,-1 1,0-1,1 1,-1 0,1-1,-1 1,1-1,-1 1,1-1,-1 1,1-1,-1 1,1-1,0 0,-1 1,1-1,0 0,-1 0,1 1,0-1,-1 0,1 0,0 0,0 0,-1 0,1 0,0 0,-1 0,1 0,0 0,0 0,-1 0,1-1,0 1,-1 0,1-1,0 1,-1 0,1-1,-1 1,1 0,0-1,-1 1,1-1,-1 0,0 1,1-1,-1 1,1-1,-1 1,0-1,1 0,-1 1,0-1,0 0,1 1,-1-1,0 0,0 0,0 1,0-1,0 0,0 1,0-2,11 45,-11-38,0 1,0-1,1 0,0 1,0-1,1 0,-1 0,1 0,0 0,0 0,1 0,0-1,0 1,0-1,0 1,0-1,1 0,0 0,0-1,0 1,0-1,1 0,-1 0,1-1,0 1,9-1</inkml:trace>
  <inkml:trace contextRef="#ctx0" brushRef="#br0" timeOffset="1069.775">2043 0,'0'14,"7"8,11 8,14 6,2-4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00.9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254 680,'0'23,"0"23,0 22,0 18,0 10,0 7,-2 2,-3-2,-3-3,-3-11,-3-11,-5-16,0-19,-3-17,4-13</inkml:trace>
  <inkml:trace contextRef="#ctx0" brushRef="#br0" timeOffset="243.897">0 1015,'0'-23,"1"0,0 1,2-1,0 1,2-1,0 1,2 1,0-1,2 1,5-11,-10 27,-1 0,1 0,0 1,0-1,0 1,1 0,0 0,0 1,0-1,0 1,0 0,0 0,1 1,0 0,-1 0,1 0,0 0,0 1,0 0,0 1,0-1,0 1,0 0,0 0,0 1,0 0,0 0,0 0,0 1,0 0,-1 0,1 0,-1 1,1 0,1 1,6 3,-1 0,1 0,-1 1,-1 1,1 0,-1 0,-1 1,0 1,-1 0,0 0,0 0,-1 2,6 11,-12-21,0 1,-1-1,1 1,-1 0,0-1,0 1,0 0,0 0,-1-1,1 1,-1 0,0 0,0 0,-1 0,1 0,-1-1,0 1,0 0,0 0,0-1,-1 1,1-1,-1 1,0-1,0 0,0 0,-1 0,1 0,-1 0,1 0,-1 0,0-1,0 0,-1 1,1-1,0 0,-1-1,-2 2,-7 2,1 0,-2-1,1-1,0 0,-1-1,1 0,-1-1,0-1,0 0,-23-1</inkml:trace>
  <inkml:trace contextRef="#ctx0" brushRef="#br0" timeOffset="923.082">575 987,'-18'-77,"4"-2,3 0,1-41,9 113,1 6,-1 0,0-1,1 1,-1 0,1-1,0 1,-1-1,1 1,0-1,0 1,0-1,0 1,0-1,0 1,1-1,-1 1,0-1,1 1,-1 0,1-1,-1 1,1 0,0-1,0 1,0 0,-1 0,1-1,0 1,1 0,-1 0,0 0,0 0,0 1,0-1,1 0,-1 0,0 1,2-1,112 34,-77-24,-24-8,0 2,0 0,-1 1,1 0,-1 1,0 1,0 0,0 0,-1 1,5 4,-13-6,0 0,-1 1,0-1,0 1,0 0,0 0,-1 0,0 0,0 0,0 0,-1 0,0 1,-1-1,1 0,-1 1,0-1,-1 1,1-1,-1 0,-1 1,1-1,-1 0,0 0,0 0,-2 2,-3 22,6-28,1 1,-1 0,1-1,0 1,0 0,0 0,0-1,0 1,1 0,-1 0,1-1,0 1,-1-1,1 1,0-1,1 1,-1-1,0 1,1-1,-1 0,1 0,0 0,0 0,0 0,0 0,0 0,0 0,0-1,1 1,-1-1,1 0,-1 0,1 0,-1 0,1 0,0 0,-1-1,1 1,0-1,1 0,12 1,-1-2,0 1,0-2,0 0,0-1,0-1,0 0,-1-1,0 0,0-1,0-1,-1 0,1-1,-2 0,1-1,-1-1,-1 1,7-9,-16 16,-2 2,0-1,0 1,0 0,0-1,0 1,0 0,1-1,-1 1,0 0,0-1,0 1,0 0,1-1,-1 1,0 0,0-1,0 1,1 0,-1-1,0 1,1 0,-1 0,0 0,0-1,1 1,-1 0,0 0,1 0,-1 0,1 0,-1-1,0 1,1 0,-1 0,0 0,1 0,-1 0,1 0,-1 0,0 0,1 0,-1 1,0-1,1 0,-1 0,0 0,1 0,-1 0,0 1,1-1,-1 0,0 0,1 1,-1-1,0 0,0 0,1 1,-1-1,0 0,0 1,0-1,1 0,-1 1,-3 21,2-18,0 0,0 0,0 0,1 0,-1 0,1 0,0 0,0 0,0 0,1 0,-1 0,1 0,0 0,0 0,1-1,-1 1,1 0,0-1,0 1,0-1,0 1,1-1,-1 0,1 0,2 3,3-3,-1 1,0-1,1 0,0-1,-1 0,1 0,0-1,0 1,0-2,0 1,0-1,0-1,1 1,-1-1,0-1,-1 1,1-2,0 1,0-1,-1 0,0 0,1-1,-1 0,5-4,-8 5,1-1,-1 1,0-1,0 0,0 0,0 0,-1-1,1 0,-1 1,-1-1,1 0,-1 0,1 0,-1-1,-1 1,1-1,-1 1,0-1,0 1,-1-1,0 0,1 1,-2-1,1 1,-1-1,0 0,0 1,-1-1,1 1,-1 0,0 0,-1-1,1 1,-1 1,0-1,0 0,-1 1,1-1,-1 1,0 0,0 0,-5-3,3 5,-1-1,1 1,-1 0,1 0,-1 1,0-1,0 2,0-1,0 1,0 0,0 0,1 1,-1 0,0 0,0 1,1 0,-1 0,0 0,1 1,0 0,0 0,0 1,0-1,0 1,1 1,0-1,0 1,0 0,0 0,1 0,0 1,0 0,0 0,1 0,-1 0,2 0,-1 0,1 1,0 0,-1 2,3-6,0 1,0-1,0 0,0 0,1 0,-1 0,1 0,0 1,0-1,0 0,0-1,1 1,-1 0,1 0,0-1,-1 1,1 0,0-1,1 0,-1 0,2 2,25 19</inkml:trace>
  <inkml:trace contextRef="#ctx0" brushRef="#br0" timeOffset="1327.045">1966 613,'-8'2,"0"-1,0 1,0 0,0 0,0 1,0 0,1 1,0-1,0 2,0-1,0 1,0 0,1 0,0 0,0 1,0 0,1 1,0-1,0 1,1 0,0 0,0 0,1 1,-1-1,2 1,-1 0,1 0,0 0,1 0,0 0,0 0,0 0,1 1,1-1,-1 0,2 0,-1 0,1 0,0 0,0 0,1 0,0 0,1-1,-1 0,2 1,-1-2,1 1,0 0,0-1,0 0,1 0,1 0,9 2,1 0,0-2,0 0,0-1,1 0,-1-2,1 0,0-1,0-1,0 0,1-2,-1 0,0-1,0 0,-1-2,1 0,2-2,-5 3,1 0,0-2,-1 1,0-2,0 0,0-1,-1-1,0 0,-1-1,0 0,0-1,-1 0,0-1,0-1,-2 0,1 0,-2-1,1 0,4-10,-13 21,-1 0,1 1,0-1,-1 0,1 0,-1 1,1-1,-1 0,0 0,0 0,1 1,-2-1,1 0,0 0,0 0,0 0,-1 1,1-1,-1 0,0 0,1 1,-1-1,0 0,0 1,0-1,0 1,0-1,0 1,-1 0,1-1,0 1,-1 0,1 0,-1 0,1 0,-1 0,1 0,-1 0,0 1,0-1,1 1,-1-1,0 1,0-1,1 1,-1 0,0 0,0 0,0 0,0 0,1 1,-2-1,-5 1,0 1,0 0,0 1,0-1,0 1,1 1,-1 0,1 0,0 0,0 1,0 0,1 0,0 0,-1 2,4-4,0 0,0 0,0 0,1 0,-1 0,1 0,0 1,0-1,0 1,0-1,1 1,-1 0,1 0,0 0,0 0,1 0,-1 0,1 0,0 0,0 0,0 0,0 0,1 0,0 0,0-1,0 1,0 0,0 0,1 0,0-1,4 4,0 0,0 0,1-1,0 0,1 0,-1-1,1 0,0-1,0 1,1-1,-1-1,1 0,0 0,0-1,0 0,0 0,2-1,171 26,-92-21</inkml:trace>
  <inkml:trace contextRef="#ctx0" brushRef="#br0" timeOffset="3060.982">3235 734,'-24'-4,"0"2,0 1,0 0,0 2,-15 3,30-3,0 0,1 1,-1 1,1-1,-1 1,1 1,0 0,0 0,0 0,1 1,0 0,0 0,0 1,0 0,1 0,-4 5,8-9,0 0,0 0,1 1,-1-1,0 0,1 0,0 1,-1-1,1 1,0 0,0-1,1 1,-1 0,0-1,1 1,0 0,0 0,-1 0,2-1,-1 1,0 0,0 0,1-1,0 1,-1 0,1-1,0 1,1 0,-1-1,0 0,1 1,-1-1,1 0,0 1,-1-1,1 0,0 0,0 0,1-1,-1 1,0-1,1 1,-1-1,1 1,12 3,1 0,-1-1,1 0,0-1,0-1,0-1,0 0,1-1,-1-1,0 0,0-1,0-1,0 0,0-2,-1 0,0 0,3-2,2-3,0-1,-1 0,-1-1,0-2,0 1,-1-2,-1 0,-1-1,0-1,-1 0,0-1,-2-1,0 0,-1 0,-1-1,-1 0,-1-1,-1 0,0 0,2-21,2-3,-1-1,-3 0,-2 0,-2 0,-2-1,-1 1,-5-16,-20-37,24 97,0-1,0 0,-1 1,1-1,0 0,-1 1,0-1,0 1,0 0,0 0,0 0,0 0,0 0,-1 0,1 0,0 1,-1-1,0 1,1 0,-1 0,0 0,0 0,0 0,0 1,1-1,-1 1,0 0,0 0,0 0,0 0,-1 0,-3 3,0 0,0 1,1 0,0 0,0 1,0-1,0 1,1 0,-1 1,1-1,1 1,-1 0,1 1,0-1,0 1,1-1,0 1,0 0,1 0,-1 1,-6 16,1-1,0 1,2 0,1 0,1 1,1 0,1 0,1 0,2-1,0 1,1 0,2 0,1-1,0 1,2-1,1-1,0 1,2-1,1-1,1 0,0-1,2 0,1 0,0-2,1 0,1-1,15 12,-24-23,-1-1,1 0,1-1,-1 0,1 0,0-1,0 0,1 0,-1-1,1 0,-1-1,1 0,0-1,0 0,0 0,0-1,-1-1,1 1,0-2,0 1,0-1,-1-1,1 0,-1 0,0-1,1 0,-2 0,1-1,-1 0,2-2,-1-1,1-2,-1 1,-1-1,0 0,0-1,-1 0,0 0,-1-1,-1 1,1-1,-2-1,0 1,0-1,-1 1,-1-1,0 0,0-13,-2 23,0 0,1 1,-1-1,-1 0,1 0,0 0,-1 0,1 0,-1 1,0-1,0 0,0 1,0-1,-1 1,1-1,-1 1,1-1,-1 1,0 0,0 0,0 0,0 0,0 0,-1 0,1 1,0-1,-1 1,1-1,-1 1,0 0,1 0,-1 0,0 1,0-1,1 0,-1 1,0 0,0 0,0 0,-1 0,-2 1,0 1,-1 0,1 0,0 1,1 0,-1 0,0 0,1 1,0-1,0 1,0 1,0-1,1 0,-1 1,1 0,0 0,1 1,-1-1,1 1,0 0,0-1,1 1,0 0,0 1,0-1,1 0,0 1,0-1,1 0,0 1,0-1,0 1,1-1,-1 0,2 1,-1-1,1 0,0 0,0 0,1 0,-1 0,3 3,8 3,1-1,0-1,0 0,1-1,0 0,1-1,0-1,0-1,0 0,1-1,0-1,0 0,0-1,0-1,1-1,-1-1,30 7,0-3,-1-2,1-1,0-3,0-2,0-2,-1-2,0-1,-1-3,0-2,13-7,-45 15,0 1,-1-1,0-1,0 0,-1-1,0 0,0-1,-1 0,0 0,-1-1,0-1,0 1,-1-1,3-6,-11 15,0 0,1 0,-1 0,0 0,0 0,0 0,0 0,-1 0,1 0,0 0,-1 0,1 1,-1-1,0 0,0 0,0 0,0 0,0 1,0-1,0 1,0-1,-1 0,1 1,-1 0,1-1,-1 1,1 0,-1 0,0 0,0 0,1 0,-1 0,0 1,0-1,0 1,0-1,0 1,0 0,0-1,0 1,0 0,0 0,0 1,0-1,0 0,0 1,0-1,0 1,-1 0,-8-1,-1 0,0 2,1-1,-1 1,1 1,0 0,0 1,0 0,0 0,0 1,1 1,0-1,0 2,1 0,-1 0,1 0,1 1,0 0,0 1,0 0,1 0,1 1,-1 0,0 3,6-10,-1-1,1 0,0 1,0-1,1 1,-1-1,1 1,-1 0,1-1,0 1,0-1,0 1,0 0,0-1,0 1,1-1,-1 1,1-1,0 1,0-1,0 1,0-1,0 1,1-1,-1 0,1 0,-1 0,1 0,0 0,0 0,-1 0,1-1,1 1,-1-1,0 1,1-1,7 3,1-2,0 0,-1 0,1 0,0-2,0 1,0-1,-1-1,1 0,0-1,0 0,-1 0,1-1,-1-1,0 1,0-2,0 1,-1-2,1 1,6-7,-11 10,0-1,0 0,-1 0,0 0,0 0,0-1,0 0,0 0,-1 0,1 0,-1 0,0-1,0 0,-1 1,0-1,0 0,0 0,0-1,-3 5,0 1,0 0,0-1,-1 1,1 0,0 0,0 0,0 0,0 0,-1 1,1-1,0 0,0 0,0 1,0-1,0 1,0-1,-1 1,1-1,0 1,1 0,-1-1,0 1,0 0,0 0,0 0,0 0,1 0,-1 0,0 0,1 0,-1 0,1 0,-1 0,-2 3,0 1,-1-1,2 1,-1 0,0 0,1 0,0 0,0 0,1 1,-1-1,1 0,0 1,1-1,-1 1,1-1,0 1,1 0,-1-1,1 1,0-1,0 0,1 1,0-1,0 0,0 0,0 0,1 0,0 0,0-1,0 1,1-1,-1 0,1 0,0 0,0 0,0 0,2-1,-1 2,1 0,1 0,-1-1,1 0,0 0,0-1,0 0,0 0,0 0,1-1,-1 0,1-1,-1 0,1 0,0 0,0-1,-1 0,1-1,0 0,0 0,-1 0,1-1,-1 0,0-1,1 0,-1 0,0 0,0-1,-1 0,1 0,-1-1,0 0,0 0,-1 0,1-1,3-4,-1-8,0-1,-1 0,-1-1,-1 1,-1-1,0 0,-2 0,1-10,11-63,-14 90,0 1,0-1,0 1,1 0,-1-1,1 1,0 0,0-1,0 1,0 0,0 0,0 0,1 0,-1 0,0 0,1 0,0 0,-1 1,1-1,0 1,0-1,0 1,0 0,0-1,1 1,-1 0,0 0,0 1,1-1,-1 0,0 1,1 0,-1-1,1 1,-1 0,0 0,1 0,-1 0,1 1,-1-1,0 1,2 0,12 6,1 0,-1 2,0 0,-1 1,0 0,0 1,-2 1,1 0,-1 1,-1 0,0 1,-1 0,-1 1,2 4,0 2,0 1,-2 0,-1 1,-1 0,-1 0,0 1,-2 0,-1 0,-1 1,7 222,-10-237,-1 39,0 13,3 0,2 0,4 8,-6-53,2 0,0 0,0-1,2 0,0 0,1 0,0-1,1 0,1 0,1-1,0 0,0-1,9 8,-12-14,0-2,0 1,0-1,1 0,-1 0,1-1,0 0,1 0,7 1,-14-4,0 0,0 0,1-1,-1 0,1 1,-1-1,0 0,1 0,-1 0,1 0,-1-1,0 1,1-1,-1 1,0-1,1 0,-1 0,0 0,0 0,0 0,0 0,0-1,0 1,0-1,0 1,-1-1,1 0,0 0,-1 0,0 0,1 0,-1 0,0 0,0 0,0 0,0-1,0 1,-1-2,4-12,-2-1,0 0,-1 0,-1 0,0 1,-1-1,-1 0,-1 0,0 1,-6-15,-11-49,-4 1,-3 1,-4 2,-3 1,-3 1,-35-49,-1 18,56 78,17 27,-1-1,1 1,0-1,0 1,0-1,0 1,-1-1,1 1,0-1,0 1,0-1,0 1,0-1,0 1,0-1,1 0,-1 1,0-1,0 1,0-1,0 1,1 0,-1-1,0 1,0-1,1 1,-1-1,0 1,1 0,-1-1,0 1,1 0,-1-1,1 1,-1 0,1-1,-1 1,1 0,-1 0,1 0,-1-1,1 1,-1 0,1 0,-1 0,1 0,-1 0,1 0,-1 0,1 0,-1 0,1 0,-1 0,1 0,-1 1,1-1,-1 0,1 0,-1 1,1-1,-1 0,1 0,211 26,3-22,-214-4,0-1,0 1,-1-1,1 1,0 0,0 0,0-1,-1 1,1 0,0 0,0 0,0 0,0 0,0 0,-1 0,1 0,0 0,0 1,0-1,0 0,-1 0,1 1,0-1,0 1,0-1,-1 1,1-1,0 1,-1-1,1 1,-1-1,1 1,0 0,-1-1,1 1,-1 0,0 0,1-1,-1 1,0 0,1 0,-1 0,0 0,0-1,0 1,1 0,-1 0,0 0,0 0,-1 0,1-1,0 2,-10 17,-12 39,21-56,1 0,0-1,0 1,0 0,0-1,0 1,0 0,0 0,1-1,-1 1,0 0,1-1,0 1,-1-1,1 1,0-1,0 1,-1-1,1 1,1-1,-1 0,0 1,0-1,0 0,1 0,-1 0,0 0,1 0,-1 0,1-1,-1 1,2 0,3 1,-1 0,1 0,-1-1,1 0,0 0,-1-1,1 0,0 0,0 0,-1 0,1-1,0 0,-1 0,1-1,-1 1,1-1,-1-1,0 1,0-1,0 0,0 0,0 0,0 0,-1-1,0 0,0 0,0 0,0-1,-1 1,1-1,-1 0,0 0,-1 0,1 0,-1 0,0-1,0 1,-1-1,1 1,-1-1,-1 0,1 1,-1-2,1 2,0 0,-1 0,0 0,0 0,0 0,-1 0,1 0,-1 0,0 0,-1 0,1 0,-1 1,0-1,0 1,-1-1,1 1,-1 0,0-1,0 1,0 1,-1-1,1 0,-1 1,0 0,0 0,0 0,-1 0,1 1,0 0,-1 0,0 0,0 0,1 1,-1-1,0 1,0 0,0 1,0-1,0 1,0 0,0 1,0-1,0 1,0 0,0 0,-2 2,0-1,0 2,0-1,1 1,0 0,0 0,0 1,0 0,0 0,1 0,0 1,0 0,1 0,0 0,0 0,0 1,1 0,-1-1,2 1,-1 1,1-1,0 0,0 0,1 1,0-1,1 1,-1-1,1 1,1 5,1-8,0-1,0 0,0 0,0 0,1 0,0 0,-1 0,1 0,1-1,-1 0,0 1,1-1,0-1,0 1,0 0,0-1,0 0,0 0,0 0,1 0,-1-1,1 0,2 1,34 8</inkml:trace>
  <inkml:trace contextRef="#ctx0" brushRef="#br0" timeOffset="3347.466">6271 360,'-14'-4,"0"1,-1 0,1 1,0 1,-1 0,1 1,-1 1,1 0,-14 3,23-3,0 0,0 0,1 0,-1 1,0 0,1 0,-1 0,1 1,-1-1,1 1,0 0,0 0,0 1,1-1,-1 1,1 0,0 0,0 0,0 0,0 0,1 1,0-1,0 1,0-1,0 1,1 0,0 0,0 0,0 4,2 6,2 1,0 0,0-1,2 1,0-1,0 0,2-1,0 1,0-1,1 0,1-1,1 0,-1-1,2 0,5 5,-15-15,97 111,60 51,-83-88,-63-61,1-1,1 0,0-1,1-1,0 0,1-1,1-1,-1 0,2-1,-1-1,10 3,59 1,-49-11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1:56.34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176 147,'0'21,"0"17,0 19,0 14,0 7,-3 5,0-1,-2-4,-2-10,-3-9,-2-14,2-16</inkml:trace>
  <inkml:trace contextRef="#ctx0" brushRef="#br0" timeOffset="310.247">55 175,'-9'-14,"3"6,0 0,1 0,0 0,1 0,-1-1,2 0,-1 0,1 0,1 0,-1-1,3 8,1 0,-1 1,0-1,0 1,1-1,-1 1,1-1,0 1,-1 0,1-1,0 1,0-1,0 1,-1 0,2 0,-1 0,0 0,0-1,0 1,0 1,1-1,-1 0,0 0,1 0,-1 1,1-1,-1 1,1-1,-1 1,1-1,-1 1,1 0,56-7,-55 7,11 0,1-1,-1 2,0 0,1 0,-1 1,0 1,0 1,0 0,0 1,-1 0,1 1,-1 0,-1 1,1 1,-1 0,-1 0,1 2,4 5,-14-12,0 0,0 0,0 0,0 0,-1 1,1-1,-1 1,0-1,0 1,-1-1,1 1,-1 0,1-1,-1 1,-1 0,1-1,0 1,-1 0,1-1,-1 1,0-1,-1 1,1-1,0 1,-1-1,0 0,0 0,0 0,0 0,-1 1,-80 78,-14-15,80-55</inkml:trace>
  <inkml:trace contextRef="#ctx0" brushRef="#br0" timeOffset="551.598">577 1,'-9'20,"-4"21,2 19,-1 15,3 14,0 8,1 6,0-3,2-8,-1-14,1-15,1-18</inkml:trace>
  <inkml:trace contextRef="#ctx0" brushRef="#br0" timeOffset="742.018">323 508,'-16'-6,"-5"-6,5 3,15 2,21 3,23 2,22-1,19-1,13 2,3 0,-15 1</inkml:trace>
  <inkml:trace contextRef="#ctx0" brushRef="#br0" timeOffset="1153.645">965 909,'24'-92,"-12"56,-2-1,-1 0,-2 0,-2-1,-1 0,-2 0,-1 0,-3-15,-2 29,4 24,0 1,0-1,0 0,0 1,0-1,0 0,1 1,-1-1,0 0,0 1,1-1,-1 0,0 1,0-1,1 0,-1 0,0 1,1-1,-1 0,0 0,1 1,-1-1,1 0,-1 0,0 0,1 0,-1 0,1 0,-1 0,0 0,1 0,-1 0,1 0,-1 0,0 0,1 0,-1 0,1 0,-1 0,0 0,1-1,-1 1,0 0,1 0,-1 0,0-1,1 1,-1 0,0 0,1-1,-1 1,0 0,0-1,1 1,-1 0,0-1,0 1,0 0,0-1,1 1,-1-1,0 1,0 0,0-1,0 1,0-1,0 1,4 3,74 40,-57-34,-1 2,0 1,0 1,-2 0,9 8,-23-17,0 1,-1-1,0 1,1-1,-2 1,1 0,-1 0,1 0,-1 1,-1-1,1 0,-1 1,0-1,0 1,0 0,-1-1,0 1,0-1,-1 1,1 0,-1-1,0 1,-1-1,1 1,-1-1,0 0,-1 0,1 0,-3 3,-9 25,8-21,1 0,0 0,0 1,1 0,1 0,0 0,0 10,4-19,0 1,1-1,-1 0,1 0,0 0,0 0,0 0,1 0,0-1,-1 1,1-1,0 0,1 0,-1 0,0 0,1-1,0 1,0-1,0 0,0 0,0 0,0 0,0-1,0 0,1 0,-1 0,0 0,1-1,-1 1,1-1,-1 0,1-1,3 0,41 2,0-1,-1-3,1-2,46-12,12-3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11.8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3061 289,'13'30,"2"-1,1-1,1 0,1-1,1-1,2 0,1-2,18 17,-38-39,0 1,0-1,0 1,0-1,0 0,0 0,0 0,1 0,-1 0,1-1,-1 1,1-1,0 1,0-1,-1 0,1 0,0 0,0-1,0 1,0-1,0 1,0-1,0 0,0 0,0-1,0 1,0-1,0 1,0-1,0 0,0 0,0 0,0 0,-1-1,1 1,-1-1,1 0,-1 1,2-2,12-22,-1 0,-1-1,-2 0,0-1,-2 0,1-6,-1 6,16-49,-39 146,3 0,4 1,2 0,4 0,3 0,8 45,20 97,11 107,-42-319,2 16,0-1,-2 0,0 1,0-1,-2 0,0 0,-1 1,0-1,-1-1,-1 1,-4 7,8-21,0 1,0-1,0 0,0 0,-1 0,1 0,-1 0,1 0,-1 0,0 0,0-1,0 1,0 0,0-1,0 0,0 0,0 1,-1-1,1-1,0 1,-1 0,1 0,-1-1,1 0,-1 1,1-1,-1 0,1 0,-1 0,1-1,-1 1,1 0,-1-1,1 0,0 1,-1-1,1 0,0-1,0 1,-1 0,1 0,-1-2,-10-9,0 0,1-1,1 0,0-1,1 0,0-1,1 0,1-1,0 0,1 0,1 0,1-1,-1-4,-1 1,0 0,2-1,0 1,1-1,1 0,1-1,1 1,1 0,1 0,1 0,1-1,1-2,-2 17,1 0,0 0,1 0,-1 0,1 1,0-1,1 1,0 0,0 0,0 1,0-1,1 1,0 0,0 1,0 0,1 0,0 0,-1 0,8-2,8-1,-1 0,1 1,1 1,-1 2,1 0,2 1,41-2,0 4,60 7,-51 0</inkml:trace>
  <inkml:trace contextRef="#ctx0" brushRef="#br0" timeOffset="317.787">4023 1171,'-7'12,"0"0,0 0,2 0,-1 1,1 0,1 0,1 0,0 1,0-1,0 14,3-21,0-1,0 0,0 1,0-1,1 0,0 1,0-1,1 0,-1 0,1 0,0 0,1 0,-1-1,1 1,0 0,0-1,0 0,1 0,-1 0,1 0,0-1,0 1,1-1,-1 0,0 0,1-1,0 1,0-1,0 0,1 1,0-1,0 0,1 0,-1 0,1-1,-1 0,1 0,-1-1,1 0,-1 0,1 0,0-1,-1 0,1 0,-1-1,0 0,1 0,-1 0,0-1,0 0,0 0,-1 0,1-1,-1 0,0 0,0 0,0-1,0 0,-1 0,0 0,0 0,0-1,-1 1,1-1,-2 0,1 0,0 0,-1-1,0 1,-1-1,0 0,0 0,-1 1,0-1,0 0,-1 0,0 0,0 1,-1-1,1 0,-1 1,-1 0,1-1,-1 1,-1 0,1 0,-1 1,0-1,0 1,0-1,-1 1,0 1,0-1,0 1,0-1,-1 2,0-1,0 1,0-1,0 2,0-1,-1 1,1 0,-1 0,1 1,-1-1,0 1,0 1,1 0,-1 0,0 0,0 1,0 0,1 0,-1 0,1 1,-1 0,0 1,-1 1,0 0,1 0,-1 1,1 0,0 1,1-1,-1 1,1 1,0-1,1 1,0 0,0 0,0 1,1-1,0 1,-2 7,-10 27</inkml:trace>
  <inkml:trace contextRef="#ctx0" brushRef="#br0" timeOffset="-1850.728">106 75,'5'20,"3"21,3 19,0 13,-2 10,-3 5,-5 0,-4-2,-7-10,-3-15,-3-19,3-17,2-14</inkml:trace>
  <inkml:trace contextRef="#ctx0" brushRef="#br0" timeOffset="-1580.756">0 62,'11'-7,"1"1,-1 0,1 0,0 2,0-1,1 2,-1-1,1 2,0 0,-1 0,4 1,0-1,12-3,1 2,0 1,-1 1,1 1,0 2,0 0,-1 3,1 0,12 5,-37-9,0-1,-1 1,1 0,-1 1,0-1,1 0,-1 1,0 0,0 0,0 0,0 0,0 0,0 1,-1-1,1 1,-1 0,0 0,0 0,0 0,0 0,0 0,0 0,-1 1,0-1,0 1,0-1,0 1,0-1,-1 1,1-1,-1 1,0 0,0 2,-6 6,0 1,0-1,-2-1,1 1,-1-1,-1 0,0-1,0 0,-1 0,0-1,-1-1,0 0,-1 0,1-1,-5 2,13-7,-117 66,102-61</inkml:trace>
  <inkml:trace contextRef="#ctx0" brushRef="#br0" timeOffset="-1331.43">681 75,'-6'16,"-6"16,-2 15,2 12,1 11,4 6,5 2,5-3,7-6,4-7,1-10,-1-11,-4-14</inkml:trace>
  <inkml:trace contextRef="#ctx0" brushRef="#br0" timeOffset="-1070.201">494 450,'3'-3,"9"0,16 0,20 1,20 0,16 1,15 0,5 3,-13 2</inkml:trace>
  <inkml:trace contextRef="#ctx0" brushRef="#br0" timeOffset="-764.955">1243 757,'27'-377,"-27"371,-1 6,1-1,-1 0,1 1,0-1,-1 0,1 0,0 1,0-1,0 0,0 0,0 1,0-1,0 0,0 0,0 0,0 1,0-1,0 0,0 0,1 1,-1-1,0 0,1 0,-1 1,0-1,1 0,-1 1,1-1,-1 0,1 1,-1-1,1 1,0-1,-1 1,1-1,-1 1,1 0,0-1,0 1,-1 0,1-1,0 1,0 0,0 0,109 67,-87-54,78 52,-97-62,-1 0,0 0,0 1,0-1,-1 1,1 0,-1 0,0 0,0 0,0 0,0 0,-1 0,0 1,1-1,-2 1,1-1,0 1,-1-1,0 1,0-1,-1 1,1-1,-1 1,0 2,-19 42,17-43,0 1,0-1,0 1,1 0,0 0,0 0,1 0,-1 0,2 0,-1 7,1-12,1 0,-1 0,1 0,0 0,0 0,0 0,0 0,0-1,0 1,0 0,1-1,-1 1,0 0,1-1,0 0,-1 1,1-1,0 0,0 0,-1 0,1 0,0 0,0 0,0-1,0 1,0-1,0 1,0-1,2 0,66 3,-2-11,-1-3,0-3,-1-3,12-7,10-3</inkml:trace>
  <inkml:trace contextRef="#ctx0" brushRef="#br0" timeOffset="1464.101">4585 409,'18'5,"20"1,19-1,16 0,9-4,-2-2,-11-1,-16 0</inkml:trace>
  <inkml:trace contextRef="#ctx0" brushRef="#br0" timeOffset="1714.397">4718 744,'19'0,"21"0,22 0,22-5,14-3,-9-1</inkml:trace>
  <inkml:trace contextRef="#ctx0" brushRef="#br0" timeOffset="5737.709">11256 302,'-7'23,"2"-1,0 1,2 0,0 0,2 1,0-1,2 0,1 9,-1-21,1-1,0 0,0 0,1 0,0-1,1 1,0-1,1 1,0-1,0-1,1 1,0-1,0 0,1 0,0-1,0 0,1 0,0 0,8 4,-11-8,-1-1,1 1,0-1,0 0,0-1,0 1,0-1,0 0,0 0,0-1,0 1,0-1,1 0,-1-1,0 1,0-1,0 0,0 0,0-1,0 1,0-1,0 0,0-1,-1 1,1-1,-1 0,0 0,0 0,0-1,0 1,-1-1,1 0,-1 0,1-1,6-9,-1-1,0 0,-1-1,0 0,-1 0,-1-1,-1 1,-1-1,0-1,-1 1,0 0,-2-1,0 0,-1 1,-1-5,-6-8,6 29,1 1,0-1,-1 1,1 0,0-1,-1 1,1 0,0-1,-1 1,1 0,-1-1,1 1,-1 0,1 0,0 0,-1-1,1 1,-1 0,1 0,-1 0,1 0,-1 0,1 0,-1 0,1 0,-1 0,1 0,-1 0,1 0,-1 0,1 0,-1 1,1-1,-1 0,1 0,-1 1,1-1,0 0,-1 0,1 1,-1-1,1 0,0 1,-1-1,1 1,0-1,0 0,-1 1,1-1,0 1,0-1,0 1,-1-1,1 1,0-1,-5 10,0-1,0 1,1 0,0 0,1 0,0 1,1-1,0 1,0-1,1 1,1 0,0 0,0 0,1 1,0-6,0 0,0 0,1 0,-1 0,1 0,1-1,-1 1,1 0,0-1,0 0,1 0,-1 0,1 0,0 0,0-1,1 1,0-1,-1 0,1-1,1 1,-1-1,0 0,1 0,-1-1,1 0,0 0,0 0,0-1,0 1,0-1,0-1,1 1,-1-1,0 0,0-1,0 0,0 1,0-2,1 1,0-1,0-1,0 1,-1-1,1 0,-1-1,0 1,1-1,-2-1,1 1,0-1,-1 0,0 0,0-1,-1 1,1-1,-1 0,0 0,-1-1,1 1,-1-2,2-5,0 0,-1 0,0-1,-1 0,0 0,-1 1,-1-1,-1-1,0-12,0 26,1 0,-1 1,0-1,1 0,-1 1,0-1,0 0,0 0,0 1,1-1,-1 0,0 0,0 1,0-1,-1 0,1 1,0-1,0 0,0 0,0 1,-1-1,1 0,0 1,-1-1,1 0,-1 1,1-1,0 1,-1-1,0 0,1 1,-1-1,1 1,-1 0,1-1,-1 1,0-1,1 1,-1 0,0 0,1-1,-1 1,0 0,0 0,1 0,-1 0,0 0,0 0,1 0,-1 0,0 0,0 0,-4 8,1 0,0 0,0 0,1 1,0-1,0 1,1 0,0 0,1 0,0 0,0 0,1 0,1 8,0-7,0-1,0 0,1 1,0-1,1 0,0 0,0-1,1 1,0-1,1 1,0-1,0-1,1 1,5 5,21 20</inkml:trace>
  <inkml:trace contextRef="#ctx0" brushRef="#br0" timeOffset="7916.51">15747 1051,'-15'-20,"-29"-30,-6-7</inkml:trace>
  <inkml:trace contextRef="#ctx0" brushRef="#br0" timeOffset="6534.784">13261 623,'19'0,"14"0,14 0,9 0,7 0,3 0,-3-3,-6-2,-13-1</inkml:trace>
  <inkml:trace contextRef="#ctx0" brushRef="#br0" timeOffset="6697.348">13448 422,'-6'21,"-4"15,2 14,5 6,9 4,7 0,7-3,1-4,0-5,-1-8,-5-8,-4-11</inkml:trace>
  <inkml:trace contextRef="#ctx0" brushRef="#br0" timeOffset="7303.147">14010 409,'2'37,"2"-1,1 0,2 0,3 8,-8-31,1 1,1-1,0 0,1-1,0 1,0-1,2 0,-1 0,2 0,0-1,-7-9,1-1,-1 0,1 0,-1 0,1 0,-1 0,1 0,0 0,0 0,0 0,-1-1,1 1,0-1,0 0,0 1,0-1,0 0,0 0,0 0,0 0,0-1,0 1,0 0,-1-1,1 1,0-1,0 0,0 0,-1 0,1 1,0-2,-1 1,1 0,-1 0,1 0,-1-1,1 1,-1-1,50-61,-42 46,-1-1,-1 0,0-1,-1 1,-1-1,-1 0,-1 0,0-1,-1-3,-4 45,1 1,1 0,1-1,1 1,2-1,2 13,-4-29,-1 1,1-1,0 0,1 1,-1-1,1 0,0-1,1 1,-1 0,1-1,0 0,1 0,-1 0,1-1,0 1,0-1,0 0,1 0,0-1,-1 0,1 0,0 0,0-1,1 0,-1 0,0 0,2-1,-4 0,-1-1,0 0,0 0,0 0,0 0,1-1,-1 1,0-1,0 0,0 0,0 0,0 0,0-1,0 1,-1-1,1 0,0 0,-1 0,1 0,-1 0,0 0,0 0,0-1,0 1,0-1,0 0,-1 0,1 1,-1-1,0 0,1-3,21-99,-21-53,-5 137,3 21,0 0,0 0,0 1,0-1,0 0,0 0,0 1,0-1,0 0,0 0,0 1,0-1,0 0,-1 0,1 1,0-1,0 0,0 0,0 1,0-1,-1 0,1 0,0 0,0 0,0 1,-1-1,1 0,0 0,0 0,-1 0,1 0,0 0,0 1,-1-1,1 0,0 0,0 0,-1 0,1 0,0 0,0 0,-1 0,1 0,0 0,0 0,-1 0,1 0,0-1,0 1,-1 0,1 0,0 0,-7 29,1 1,1-1,2 1,1 0,1 0,2 17,0-38,0 1,0 0,0-1,2 1,-1-1,1 1,0-1,1 0,0 0,0-1,1 1,0-1,1 0,0 0,0-1,1 0,0 0,0 0,0-1,1 0,0 0,0-1,0 0,8 3,23 6</inkml:trace>
  <inkml:trace contextRef="#ctx0" brushRef="#br0" timeOffset="7666.18">15173 530,'-13'-3,"0"0,0 1,0 1,0 1,0 0,-1 0,1 1,0 1,0 0,0 1,0 0,1 1,-1 1,1 0,0 0,0 1,1 1,-1 0,1 1,1 0,0 0,0 1,1 0,0 1,-1 2,5-5,0 1,1 0,0 0,1 0,0 0,0 1,1 0,0-1,0 1,1 0,0 0,0 0,1 0,1 0,-1 0,2-1,-1 1,1 0,0 0,1-1,0 1,0-1,1 0,0 0,0 0,1-1,0 1,0-1,1 0,0-1,2 3,5 1,-1-1,1 0,1 0,-1-1,1-1,1-1,-1 0,1 0,0-2,1 0,-1 0,1-2,-1 0,1 0,15-2,-28 1,0 0,0-1,0 0,0 1,0-1,0 0,0-1,0 1,0 0,0-1,0 1,-1-1,1 0,0 0,0 0,0-1,-1 1,1-1,-1 1,1-1,-1 0,0 0,1 0,-1 0,0 0,0-1,-1 1,1-1,0 1,-1-1,0 1,1-1,-1 0,0 0,0 0,-1 0,1 1,-1-1,1 0,-1 0,0 0,0 0,0 0,0 0,-1-2,-3 0,0-1,-1 1,1 0,-1 0,0 0,-1 0,1 1,-1 0,1 0,-1 1,-1-1,1 1,0 1,-1-1,1 1,-1 0,0 1,0-1,0 1,0 1,0-1,0 1,1 0,-1 1,0 0,0 0,0 0,-5 3,7-2,0 0,0 1,0 0,0 0,0 0,1 0,-1 1,1 0,0 0,0 0,0 0,0 1,1 0,0-1,0 1,0 0,1 1,0-1,0 0,0 1,0-1,1 1,0 0,0-1,0 1,1 0,0 0,0-1,1 1,-1 0,1-1,1 1,-1 0,2 2,9 18</inkml:trace>
  <inkml:trace contextRef="#ctx0" brushRef="#br0" timeOffset="6031.914">12339 516,'-40'301,"40"-298,-1 0,1-1,-1 1,1 0,0-1,0 1,0-1,1 1,-1 0,1-1,-1 1,1-1,0 1,0-1,0 1,0-1,0 1,1-1,-1 0,1 0,-1 0,1 0,0 0,0 0,0 0,0-1,0 1,0 0,0-1,1 0,-1 0,0 0,1 0,-1 0,1 0,-1 0,1-1,1 1,26 1,1-2,-1-1,1-1,-1-1,0-2,22-7,-42 10,0 0,0 0,0-1,-1-1,1 0,-1 0,0-1,0 0,0 0,-1-1,3-2,1-7</inkml:trace>
  <inkml:trace contextRef="#ctx0" brushRef="#br0" timeOffset="6280.818">12686 703,'-13'14,"-10"9,-2 9,0 7,2 5,5 4,6 4,4 1,9 2,8-5,10-6,9-8,-2-11</inkml:trace>
  <inkml:trace contextRef="#ctx0" brushRef="#br0" timeOffset="4776.969">9545 609,'7'0,"0"0,1 1,-1-1,0 1,0 1,0-1,0 1,0 1,0-1,0 1,0 0,-1 1,0-1,0 1,0 1,0-1,0 1,-1 0,0 0,0 1,0-1,-1 1,0 0,0 0,0 1,-1-1,0 1,0 0,-1-1,0 1,0 1,0-1,-1 0,0 1,-2 7,1-1,-2 1,0-1,-1 0,0 1,-1-1,-4 9,-15 80,22-101,1 0,0 0,0 0,0 0,1 0,-1-1,0 1,1 0,-1 0,1 0,0 0,0 0,0-1,0 1,0 0,0-1,0 1,0 0,0-1,1 0,-1 1,1-1,-1 0,1 0,-1 1,1-1,0 0,0-1,0 1,-1 0,1-1,0 1,0-1,0 1,0-1,0 0,0 0,76-5,45-30,-64 13</inkml:trace>
  <inkml:trace contextRef="#ctx0" brushRef="#br0" timeOffset="5018.314">10267 609,'18'0,"15"-2,14-1,9 0,8 1,5-2,1 0,-2 1,-7-2,-13 1</inkml:trace>
  <inkml:trace contextRef="#ctx0" brushRef="#br0" timeOffset="5185.098">10521 422,'-9'16,"-3"15,0 10,3 8,9 4,12 1,10-5,2-11</inkml:trace>
  <inkml:trace contextRef="#ctx0" brushRef="#br0" timeOffset="3682.417">7767 543,'21'4,"17"5,17 0,12-2,6-1,0-2,-6-2,-9-4,-15 0</inkml:trace>
  <inkml:trace contextRef="#ctx0" brushRef="#br0" timeOffset="3932.714">8047 409,'-7'18,"-4"16,0 10,1 7,5 4,10 2,9-4,6-7,0-11</inkml:trace>
  <inkml:trace contextRef="#ctx0" brushRef="#br0" timeOffset="4475.258">8476 369,'-1'65,"10"136,-9-197,0 0,1 1,-1-1,1 0,0 0,0 0,1 0,-1 0,1 0,0 0,0 0,0-1,0 1,1-1,-1 1,1-1,0 0,0 0,0 0,1 0,-1-1,0 0,1 1,0-1,0 0,-1-1,1 1,0-1,1 1,-1-1,0-1,0 1,0 0,0-1,1 0,-1 0,1 0,6-4,0 0,0 0,0-1,-1 0,0-1,0 0,0-1,-1 0,0-1,0 1,-1-2,0 1,0-1,-1 0,0-1,-1 0,0 0,-1 0,0-1,0 0,-1 0,-1 0,1 0,-2 0,2-10,-4 17,-1-51,-8 70,5-2,0 1,1 0,1 0,0 0,1 1,1-1,0 0,1 0,0 1,1-1,1 0,2 7,-3-17,0 1,1-1,-1 0,1 0,0-1,0 1,0 0,1-1,-1 0,1 0,0 0,0 0,0-1,0 1,0-1,1 0,-1-1,1 1,-1-1,1 1,-1-1,1-1,0 1,0-1,-1 1,1-1,0-1,0 1,-1-1,1 0,0 0,-1 0,1-1,-1 1,1-1,-1 0,0 0,1-1,-1 1,-1-1,1 0,0 0,0-1,6-4,0-1,0 0,0-1,-2 0,1-1,-1 0,0 0,-1 0,-1-1,0 0,0-1,-1 1,-1-1,0 0,-1 0,0 0,-1-1,-1 1,0-3,0 16,-1 0,0 0,1-1,-1 1,0 0,1-1,-1 1,0 0,1-1,-1 1,0-1,0 1,0-1,1 1,-1 0,0-1,0 1,0-1,0 1,0-1,0 1,0-1,0 1,0-1,0 1,0 0,0-1,0 1,0-1,-1 1,1-1,0 1,0-1,0 1,-1 0,1-1,0 1,0 0,-1-1,1 1,0 0,-1-1,1 1,-1 0,1-1,0 1,-1 0,1 0,-1 0,1-1,-1 1,1 0,0 0,-1 0,1 0,-1 0,1 0,-1 0,1 0,-1 0,1 0,-1 0,1 0,-1 0,1 1,-18 29,14-20,0 1,1-1,0 1,1 0,0 0,1 1,0-1,1 0,0 0,1 1,0-1,0 0,1 0,1 0,0 0,1-1,0 1,0-1,1 0,4 7,28 23,2-8</inkml:trace>
  <inkml:trace contextRef="#ctx0" brushRef="#br0" timeOffset="2783.117">6216 328,'0'-5,"0"-1,0 0,0 1,1-1,-1 0,2 1,-1-1,0 1,1-1,0 1,1 0,-1 0,1 0,0 0,0 0,0 1,1-1,0 1,-1 0,2 0,-1 0,0 0,1 1,0 0,-1 0,1 0,1 1,-1-1,-2 2,-1 1,0 0,0-1,0 1,0 0,1 0,-1 0,0 0,0 0,0 1,0-1,1 1,-1-1,0 1,0 0,0 0,0 0,0 0,-1 0,1 0,0 1,0-1,-1 1,1-1,-1 1,1-1,-1 1,0 0,1 0,-1 0,0 0,24 67,-20-29,-2 0,-2 1,-1-1,-3 1,-1-1,-5 21,6-37,2 22,2-46,-1 0,1 1,0-1,-1 0,1 1,0-1,0 0,-1 0,1 0,0 0,0 0,-1 0,1 0,0 0,0 0,-1 0,1 0,0 0,-1 0,1-1,0 1,0 0,-1-1,1 1,0 0,-1-1,1 1,-1-1,1 1,-1-1,1 1,-1-1,1 1,-1-1,1 0,-1 1,1-1,-1 0,19-19,-1 0,-1-1,-1-1,-1-1,-1 0,-2-1,0-1,-1 0,4-14,-15 39,4-11,0 0,-1 0,0 0,-1 0,0 0,0-1,-1 1,-1-2,0 14,0-1,-1 0,1 1,0-1,0 1,0-1,-1 1,1-1,0 0,-1 1,1-1,0 0,-1 1,1-1,-1 0,1 0,0 1,-1-1,1 0,-1 0,1 0,-1 1,1-1,-1 0,1 0,-1 0,1 0,-1 0,1 0,-1 0,1 0,-1 0,1 0,0 0,-1 0,1-1,-1 1,1 0,-1 0,1 0,-1-1,1 1,0 0,-1 0,1-1,-1 1,1 0,0-1,0 1,-1-1,1 1,0 0,-1-1,1 1,0-1,0 1,0-1,-1 1,-4 12,0 0,1 0,0 1,0 0,2-1,-1 1,2 0,0 0,0 1,1-1,1 0,0 0,1 0,0 0,1 0,-1-9,1 0,-1 0,1 0,-1-1,1 1,0-1,0 0,0 0,1 0,-1 0,1-1,0 1,-1-1,1 0,0 0,0 0,1-1,-1 1,0-1,0 0,1-1,-1 1,0 0,1-1,-1 0,1 0,-1-1,1 1,-1-1,0 0,1 0,-1 0,0-1,0 1,0-1,0 0,0 0,0-1,-1 1,1-1,-1 0,1 0,-1 0,0 0,0-1,-1 1,3-3,4-8,1 0,-2 0,0-1,-1 0,0 0,-1-1,-1 0,0 0,-2 0,1-1,-1-11,-3 7,0 21,0 0,0 0,0 0,0 0,-1 1,1-1,0 0,0 0,0 0,-1 0,1 0,0 0,0 0,0 0,0 0,-1 0,1-1,0 1,0 0,0 0,-1 0,1 0,0 0,0 0,0 0,0 0,0 0,-1 0,1-1,0 1,0 0,0 0,0 0,0 0,0 0,0-1,-1 1,1 0,0 0,0 0,0-1,0 1,0 0,0 0,0 0,0 0,0-1,0 1,0 0,0 0,0 0,-6 16,1 0,1 1,0-1,1 1,1 0,0 1,1 8,0-18,0 0,1 0,0 1,0-1,1 0,0 0,0 0,1 0,0 0,0 0,1 0,0-1,0 1,1-1,0 0,0 0,1 0,0-1,0 1,0-1,1 0,0-1,0 1,1-1,-1-1,3 2,79 19,-47-20</inkml:trace>
  <inkml:trace contextRef="#ctx0" brushRef="#br0" timeOffset="3397.603">7272 703,'-7'5,"1"0,0 0,0 1,0 0,1 0,-1 0,1 0,1 1,-1 0,1 0,1 0,-1 1,1-1,0 1,1-1,0 1,0 0,1 0,0 0,0 0,1 1,0-1,0 0,1 5,1-10,-1 0,1 0,0 0,-1 0,1 0,0-1,1 1,-1-1,0 1,1-1,0 0,-1 0,1 0,0 0,0-1,0 1,0-1,0 0,0 1,1-1,-1-1,0 1,0 0,1-1,-1 0,3 0,4 1,0-1,0-1,-1 0,1 0,0-1,-1 0,0-1,8-3,-12 5,-1-1,1 1,0-1,-1-1,1 1,-1-1,0 1,0-1,0 0,0-1,0 1,-1-1,0 1,1-1,-1 0,-1-1,1 1,-1 0,1-1,-1 1,0-1,-1 0,1 0,-1 1,0-1,0 0,-1 0,1 0,-1 0,0 0,-1 0,1 0,-1 0,0 0,0 0,0 0,-1 0,0 0,0 1,0-1,-2-1,0 1,0 1,0 0,-1 0,1 0,-1 0,0 1,-1 0,1 0,0 0,-1 1,0 0,1 0,-1 0,0 1,0-1,0 2,0-1,0 0,0 1,0 0,0 1,0 0,0-1,0 2,0-1,0 1,1 0,-1 0,0 0,1 1,0 0,-1 0,1 1,1-1,-1 1,0 0,1 0,0 1,0-1,0 1,0 0,1 0,0 0,0 0,-2 5,2-4,0 0,0 0,1 0,0 0,0 0,0 1,1-1,0 1,0-1,1 1,-1-1,2 1,-1-1,1 1,0-1,0 1,1 2,10 20</inkml:trace>
  <inkml:trace contextRef="#ctx0" brushRef="#br0" timeOffset="13733.828">5775 2441,'7'0,"13"0,20 0,18 0,18 0,15 0,-10 0</inkml:trace>
  <inkml:trace contextRef="#ctx0" brushRef="#br0" timeOffset="14215.578">6965 2815,'0'7,"0"2</inkml:trace>
  <inkml:trace contextRef="#ctx0" brushRef="#br0" timeOffset="15451.871">7326 2361,'-5'-5,"4"-1,8 1,14 0,20 2,19 1,17 1,14 0,12 1,6 0,1 1,-18-1</inkml:trace>
  <inkml:trace contextRef="#ctx0" brushRef="#br0" timeOffset="15736.625">8703 2708,'4'9,"5"3,4-2,0-4</inkml:trace>
  <inkml:trace contextRef="#ctx0" brushRef="#br0" timeOffset="17017.202">9264 2161,'14'0,"15"2,22 5,20 5,20 1,21 1,17-1,15-4,8-2,-23-4</inkml:trace>
  <inkml:trace contextRef="#ctx0" brushRef="#br0" timeOffset="17356.798">11203 2628,'0'12,"2"5,6 0,0-2</inkml:trace>
  <inkml:trace contextRef="#ctx0" brushRef="#br0" timeOffset="18564.616">11577 2053,'13'3,"24"4,29 5,34 3,29 3,23-3,7-3,-23-4</inkml:trace>
  <inkml:trace contextRef="#ctx0" brushRef="#br0" timeOffset="17972.148">11697 2427,'-3'20,"1"0,1 0,1 0,1 0,0 0,2 0,0 0,1-1,1 1,1-1,1 0,0 0,1-1,2 0,8 12,-15-24,2-1,-1 0,0 0,1 0,0-1,0 0,0 0,1 0,0-1,-1 1,1-1,0-1,0 1,1-1,-1 0,0 0,1-1,-1 0,1 0,0-1,-1 1,1-2,-1 1,1-1,0 1,-1-2,1 1,-1-1,0 0,0 0,1-1,-1 0,-1 0,1 0,0-1,-1 0,0 0,4-4,0-1,-1-2,0 1,0-1,-1-1,-1 1,0-1,0 0,-1-1,-1 1,0-1,0 0,-2 0,1 0,-2 0,0 0,0-1,-1 1,-2-9,-2 127,5-93,-1 0,2 0,0 0,0-1,1 1,0 0,1-1,0 1,-2-9,0 1,0-1,0 1,0-1,0 1,0-1,1 0,0 0,0 0,0-1,0 1,0-1,0 1,1-1,-1 0,1-1,-1 1,1 0,0-1,0 0,-1 0,1 0,0 0,0-1,4 1,-1-1,0-1,-1 0,1 0,0 0,0-1,-1 0,1 0,-1-1,0 1,1-2,-1 1,-1 0,1-1,0 0,-1-1,0 1,0-1,0 0,-1 0,1-1,2-4,1-2,0-1,-1 0,0 0,-1 0,-1-1,0 0,-1 0,0 0,1-13,-5-16,0 43,-1-1,1 1,-1-1,0 1,1 0,-1-1,1 1,-1 0,1 0,-1-1,0 1,1 0,-1 0,1 0,-1 0,0 0,1 0,-1 0,0 0,1 0,-1 0,0 0,1 0,-1 0,0 0,1 1,-1-1,1 0,-1 1,1-1,-1 0,0 1,1-1,-1 0,1 1,0-1,-1 1,1-1,-1 1,1-1,0 1,-1-1,1 1,0 0,-1-1,1 1,0-1,0 1,0 0,0-1,0 1,0 0,-1-1,1 1,1 0,-1-1,-4 7,0 0,1 0,0 0,1 1,0-1,0 1,0-1,1 1,0 0,1 0,-1-1,1 1,1 0,0 0,0-1,0 1,1 0,0-1,1 0,0 1,0-1,0 0,1 0,0-1,0 1,1-1,0 0,0 0,0 0,1-1,0 0,0 0,0 0,7 3,37 16,1-7</inkml:trace>
  <inkml:trace contextRef="#ctx0" brushRef="#br0" timeOffset="18299.79">12927 2669,'-12'4,"1"0,0 1,0 0,0 1,1 0,-1 1,1 0,1 0,0 1,0 1,0-1,1 1,0 1,3-4,1 0,-1 0,1 0,1 1,-1 0,1 0,0 0,1 0,-1 0,2 0,-1 1,1-1,0 1,0-1,1 1,0-1,0 1,1-1,0 1,1-1,0 4,1-5,1 1,-1-1,1 0,0 0,1 0,-1 0,1-1,1 0,-1 0,1 0,-1-1,1 1,1-2,-1 1,0 0,1-1,0-1,0 1,0-1,0 0,0 0,0-1,0 0,1 0,-1-1,0 0,1 0,-1-1,4-1,-8 2,1 0,-1-1,0 0,0 1,0-1,0 0,0-1,0 1,0 0,0-1,0 0,-1 0,1 0,-1 0,1 0,-1 0,0 0,0-1,0 1,0-1,0 0,0 0,-1 1,1-1,-1 0,0 0,0 0,0-1,0 1,-1 0,1 0,-1 0,0-1,0 1,0 0,0 0,-1-1,1 1,-1 0,0 0,0 0,0 0,0 0,0 0,-1 0,1 0,-1 0,-2-2,-2-1,-1 0,1 1,-1 0,0 0,-1 0,1 1,-1 0,0 0,0 1,0 0,0 1,-1 0,1 0,-1 0,1 1,-1 1,0-1,1 1,-1 1,0 0,1 0,-1 0,1 1,-1 1,1-1,0 1,0 1,-4 2,-19 8,5-1</inkml:trace>
  <inkml:trace contextRef="#ctx0" brushRef="#br0" timeOffset="16353.978">9317 2508,'14'14,"-1"1,-1 0,0 1,-2 0,1 1,-2 0,0 1,-2-1,1 2,-2-1,-1 1,4 18,-7-29,14 32,-15-40,0 1,-1 0,1-1,0 1,-1 0,1-1,0 1,0-1,-1 1,1-1,0 0,0 1,0-1,0 0,0 1,-1-1,1 0,0 0,0 0,0 0,0 0,0 0,0 0,0 0,0 0,0-1,0 1,-1 0,1 0,0-1,0 1,0-1,0 1,-1-1,1 1,0-1,0 1,-1-1,1 0,0 1,-1-1,1 0,9-9,0-1,0 0,-1-1,-1 0,0 0,0-1,-1 0,-1 0,0-1,-1 0,0 0,-2 0,1-3,-1 2,-5 21,-4 24,6-26,0 0,0 1,1-1,0 0,0 0,0 0,0 0,0 0,1 0,0 0,0 0,0-1,0 1,0 0,1-1,0 0,0 0,0 0,0 0,0 0,0 0,1-1,-1 0,1 0,0 0,-1 0,1 0,0-1,0 1,0-1,1 0,-1 0,0-1,0 0,0 1,1-1,-1 0,0-1,0 1,1-1,-1 0,0 0,0 0,0-1,0 1,0-1,-1 0,1 0,0 0,-1-1,0 1,1-1,-1 0,0 0,4-5,-1-1,0 0,0 0,-1-1,0 1,0-1,-1 0,-1 0,0-1,0 1,-1-1,0 0,-1 1,0-1,-1 0,0-4,0 15,0 1,-1-1,1 0,0 0,-1 0,1 0,0 0,0 0,-1 0,1 0,0 0,-1 0,1 0,0 0,-1 0,1 0,0 0,0 0,-1 0,1 0,0 0,-1 0,1 0,0-1,0 1,-1 0,1 0,0 0,0-1,-1 1,1 0,0 0,0 0,0-1,-1 1,1 0,0 0,0-1,0 1,0 0,0-1,0 1,-1 0,1-1,0 1,0 0,0 0,0-1,0 1,0 0,-12 28,9-18,1-1,0 0,0 1,1 0,0-1,1 1,0 0,0 0,1-1,0 1,1 0,0-1,1 0,0 1,0-1,1 0,0 0,0-1,1 1,0-1,1 0,0 0,0-1,1 0,0 0,0 0,4 2,41 19,1-8</inkml:trace>
  <inkml:trace contextRef="#ctx0" brushRef="#br0" timeOffset="16756.9">10294 2615,'-9'27,"2"0,1 0,1 0,1 1,1-1,2 1,1 0,1 0,1-1,4 15,-6-39,0 0,0-1,1 1,-1 0,1-1,0 1,-1-1,1 1,0 0,1-1,-1 0,0 1,1-1,-1 0,1 0,0 0,0 0,0 0,0 0,0 0,0 0,0-1,0 1,1-1,-1 0,1 0,-1 0,1 0,-1 0,2 0,10-2,0 0,-1-1,1-1,-1 0,1 0,-1-2,0 0,0 0,-1-1,0-1,7-4,-12 8,76-47,-82 49,-1 1,0 0,1-1,-1 1,1-1,-1 1,0 0,1 0,-1-1,1 1,-1 0,1 0,-1-1,1 1,-1 0,1 0,-1 0,1 0,-1 0,1 0,-1 0,1 0,-1 0,1 0,-1 0,1 0,-1 0,1 0,-1 0,1 0,-1 1,1-1,-1 0,1 0,-1 1,1-1,-1 0,0 1,1-1,-1 0,1 1,-1-1,0 1,1-1,-1 1,0-1,0 0,1 1,-1-1,0 1,-1 28,0-23,-13 151,16-136</inkml:trace>
  <inkml:trace contextRef="#ctx0" brushRef="#br0" timeOffset="14820.129">7326 2588,'87'252,"-65"-208,-21-43,-1 0,1-1,0 1,-1 0,1-1,0 1,0 0,-1-1,1 1,0-1,0 1,0-1,0 1,0-1,0 0,0 1,0-1,0 0,0 0,0 0,0 0,-1 0,1 0,0 0,0 0,0 0,0 0,0-1,0 1,0 0,0-1,0 1,0 0,0-1,0 1,-1-1,1 0,0 1,0-1,-1 0,1 1,0-1,-1 0,1 0,-1 1,1-2,11-14,0-1,-2-1,0 0,0 0,-2-1,4-14,-8 24,24-73,-27 83,-1-1,0 0,0 0,0 0,0 1,1-1,-1 0,0 0,0 0,1 0,-1 1,0-1,0 0,1 0,-1 0,0 0,0 0,1 0,-1 0,0 0,1 0,-1 0,0 0,0 0,1 0,-1 0,0 0,1 0,-1 0,0 0,0 0,1 0,-1 0,0-1,0 1,1 0,-1 0,0 0,0 0,0-1,1 1,-1 0,0 0,0 0,0-1,1 1,-1 0,0 0,0-1,0 1,2 30,-2-28,1 11,12 104,-12-114,0 1,0-1,0 1,0-1,1 0,0 1,-1-1,1 0,0 0,0 0,0 0,1-1,-1 1,1-1,0 1,-1-1,1 0,0 0,0 0,1 0,-1-1,0 1,0-1,1 0,-1 0,1 0,-1 0,1-1,-1 1,2-1,0 0,1-1,-1 0,0 0,0 0,0 0,0-1,0 0,0 0,-1 0,1-1,-1 0,1 0,-1 0,0 0,0 0,0-1,-1 0,1 0,-1 0,0 0,0 0,0-2,4-5,0-2,-1 1,0-1,-1 1,0-2,-2 1,3-12,-1-46,-6 71,1 0,-1 0,0 0,1 0,-1 0,0 0,1 0,-1 0,0 1,1-1,-1 0,0 0,1 1,-1-1,1 0,-1 1,1-1,-1 1,1-1,-1 1,1-1,-1 1,1-1,0 1,-1-1,1 1,0-1,-1 1,1 0,0-1,0 1,0-1,-1 1,1 0,0-1,0 1,0 0,0-1,0 1,0 0,0-1,1 1,-1 0,0 0,-2 9,0 2,0-1,1 0,1 0,0 0,1 0,0 0,0 1,1-1,1 0,-1-1,2 1,0-1,0 1,1-1,0 0,1-1,3 5,10 10</inkml:trace>
  <inkml:trace contextRef="#ctx0" brushRef="#br0" timeOffset="15119.329">8101 2829,'13'0,"-1"0,1 1,0 1,0 0,-1 1,1 0,11 5,-21-6,1-1,-1 1,1-1,-1 1,0 0,0 0,0 1,0-1,0 0,-1 1,1 0,-1 0,1 0,-1 0,0 0,0 0,0 0,-1 1,1-1,-1 1,0-1,0 1,0 0,0-1,-1 1,1 0,-1-1,0 1,0 1,-3 10,0-1,-1 1,-1 0,0-1,-1 0,0 0,-1-1,-8 12,-9 22,20-40,-23 66,26-71,1 0,-1 0,1 0,0 0,0 1,0-1,0 0,0 0,0 1,1-1,-1 0,0 0,1 0,0 0,0 0,0 0,0 0,0 0,0 0,0 0,0 0,1 0,-1-1,1 1,-1-1,1 1,0-1,0 1,-1-1,1 0,0 0,0 0,6 1,0 0,0 0,0-1,0-1,0 1,0-1,0 0,0-1,0 0,0 0,-1-1,1 0,0 0,-1-1,1 0,-1 0,0-1,2 0,23-14</inkml:trace>
  <inkml:trace contextRef="#ctx0" brushRef="#br0" timeOffset="13216.086">5615 2708,'-6'-7,"-22"-56,28 63,0-1,0 1,0-1,0 1,0-1,0 1,0-1,0 1,0-1,0 0,0 1,0-1,0 1,0-1,0 1,1-1,-1 1,0-1,0 1,1-1,-1 1,0 0,0-1,1 1,-1-1,1 1,-1 0,0-1,1 1,-1 0,1-1,-1 1,1 0,-1 0,1-1,-1 1,1 0,-1 0,1 0,-1 0,1 0,-1 0,1 0,-1 0,1 0,-1 0,1 0,0 0,-1 0,1 0,-1 0,1 1,-1-1,1 0,-1 0,1 1,25 19,-18-6,-1 1,0-1,-1 1,0 0,-1 1,-1-1,0 1,-2 0,1 0,-2 8,15 66,-16-88,0-1,0 0,0 0,0 1,0-1,0 0,0 0,0 1,0-1,1 0,-1 0,1 0,-1 1,1-1,-1 0,1 0,0 0,-1 0,1 0,0 0,0 0,0 0,0 0,0 0,0-1,0 1,0 0,0-1,0 1,0-1,0 1,0-1,1 1,-1-1,0 0,0 1,1-1,-1 0,0 0,0 0,1 0,-1 0,0-1,0 1,1 0,-1 0,0-1,0 1,0-1,1 1,-1-1,0 1,0-2,9-9,0-1,-1 0,-1-1,0 0,0 0,-2-1,0 0,0 0,-1 0,-1-1,0 0,-1 0,-1 0,0-6,-4 53,0-13,1-1,1 1,1-1,0 1,1-1,4 14,-5-30,-1 0,1 0,-1 0,1-1,0 1,0 0,0-1,0 1,0 0,0-1,0 0,1 1,-1-1,0 1,1-1,-1 0,1 0,0 0,-1 0,1 0,0 0,-1-1,1 1,0 0,0-1,0 0,0 1,0-1,-1 0,1 0,0 0,0 0,0 0,0 0,0-1,0 1,0-1,-1 1,1-1,0 0,0 1,-1-1,1 0,0 0,-1 0,1-1,-1 1,1 0,7-7,0 1,0-1,-1 0,0-1,-1 0,1 0,-2 0,1-1,-1 0,-1-1,0 1,-1-1,0 0,0 0,-1 0,0-1,-1 1,-1-1,0 0,0-7,-1 19,0 1,0-1,0 0,-1 0,1 0,0 0,0 0,0 1,0-1,0 0,0 0,-1 0,1 0,0 0,0 0,0 0,0 0,0 0,-1 0,1 0,0 0,0 1,0-1,0 0,-1 0,1 0,0 0,0 0,0-1,0 1,-1 0,1 0,0 0,0 0,0 0,0 0,-1 0,1 0,0 0,-6 20,1-2,2 0,0 0,1 1,1-1,0 1,2 9,0-22,-1-1,1 1,0 0,1 0,0-1,0 1,0-1,0 1,1-1,0 0,0 0,0 0,1-1,-1 1,1-1,0 1,1-1,-1-1,1 1,-1-1,1 1,2 0,33 12,-3-6</inkml:trace>
  <inkml:trace contextRef="#ctx0" brushRef="#br0" timeOffset="13486.964">6390 2989,'0'12,"-1"-7,0-1,0 1,1-1,0 1,0-1,0 1,0 0,1-1,0 1,0-1,0 1,0-1,1 0,0 1,0-1,0 0,0 0,0 0,1 0,0-1,0 1,0-1,0 1,1-1,-1 0,1-1,1 2,1-2,-1 0,1-1,0 0,-1 0,1-1,0 0,0 1,-1-2,1 1,0-1,-1 0,1 0,0 0,-1-1,1 0,-1 0,0-1,0 1,0-1,0 0,0 0,0-1,-1 0,0 1,0-2,0 1,0 0,0-1,-1 1,0-1,0 1,0 0,-1 0,1 0,-1 0,0-1,0 1,-1 0,1-1,-1 1,0-1,0 0,0 1,-1-1,0 0,0 0,0 1,0-1,-1 0,0 1,0-1,0 0,0 1,-1 0,0-1,1 1,-2 0,1-1,-1 1,1 1,-1-1,0 0,0 1,-1-1,1 1,-1 0,-2-2,-7-1,0 1,-1 0,1 1,-1 0,0 1,0 1,0 0,0 1,0 0,0 1,0 1,-1 0,1 1,0 1,1 0,-1 1,0 0,1 1,-1 1,-31 8</inkml:trace>
  <inkml:trace contextRef="#ctx0" brushRef="#br0" timeOffset="12218.43">3155 2521,'181'201,"-115"-147,-64-53,0 0,-1 0,1 0,0 0,-1-1,1 1,0 0,0-1,-1 0,1 1,0-1,0 0,0 0,0 0,0 0,-1 0,1 0,0-1,0 1,0-1,-1 1,1-1,0 0,0 1,-1-1,1 0,-1 0,1 0,-1 0,1-1,-1 1,1 0,-1-1,0 1,0 0,0-1,0 0,0 1,0-1,0 0,-1 1,2-3,1-7,0 0,-1 0,0 0,-1 0,0 0,0-1,-1 1,-1 0,-1-8,2 82,8 50,0-39,-4 0,-3 1,-3-1,-3 0,-9 37,12-100,0 1,-1 0,0 0,-1-1,0 0,-1 0,0 0,-1 0,0-1,-1 0,0 0,-5 5,10-13,0 0,-1 0,1 0,0-1,-1 1,1-1,-1 1,0-1,1 0,-1 0,0 0,0-1,1 1,-1-1,0 1,0-1,0 0,0 0,0 0,1 0,-1-1,0 1,0-1,0 0,1 0,-1 0,0 0,1 0,-1-1,1 1,-1-1,1 1,0-1,-1 0,0-2,-65-81,58 67,0 0,1-1,1 0,1 0,0 0,2-1,-2-9,7 26,0 0,0 0,0 0,0 0,0 1,1-1,-1 0,1 0,0 0,0 0,0 1,0-1,0 0,1 1,-1-1,1 1,0-1,-1 1,1 0,0 0,0 0,1 0,-1 0,0 0,1 0,-1 1,1 0,-1-1,1 1,2-1,89-20,-89 21,81-8,1 4,37 4,-116 1,4-1,0 0,0 1,0 1,0 0,0 1,0 0,0 0,-1 1,1 1,-1 0,0 1,0 0,0 0,-1 1,-7-2,0 0,0 0,0 0,-1 0,0 1,0-1,0 1,0-1,-1 1,0 0,0 0,0 0,0-1,-1 1,0 0,0 0,0 0,0 0,-2 3,1-3,1 0,-1 0,1 0,0-1,0 1,1 0,0 0,-1 0,2 0,-1-1,0 1,1-1,0 1,0-1,0 1,1-1,-1 0,1 0,1 1,-1-3,-1-1,1 1,-1-1,1 1,0-1,0 0,-1 0,1-1,0 1,0 0,0-1,0 0,0 0,0 0,0 0,0 0,0 0,0-1,0 0,0 1,0-1,-1 0,1 0,1-1,63-37,-60 34,0-1,0 0,-1 0,0-1,0 0,-1 0,0 0,0 0,-1-1,0 0,0 0,0 0,-1-1,-1 1,1-1,-3 7,0-1,1 1,-1 0,0-1,0 1,0-1,-1 1,1 0,0-1,-1 1,0 0,1 0,-1-1,0 1,0 0,0 0,-1 0,1 0,0 0,-1 0,1 0,-1 1,0-1,1 1,-1-1,0 1,0-1,0 1,0 0,0 0,-1 0,1 0,0 0,-2 0,-4-1,0 0,0 0,0 1,0 0,0 1,0 0,-1 0,1 1,-6 0,8 0,0 0,0 0,0 0,0 1,1 0,-1 0,0 0,1 1,0 0,-1 0,1 0,0 1,1-1,-1 1,1 0,-1 1,1-1,0 1,1 0,-1 0,1 0,0 0,0 0,1 1,-2 5,5 9,6-4</inkml:trace>
  <inkml:trace contextRef="#ctx0" brushRef="#br0" timeOffset="12468.751">4345 2615,'18'-2,"17"-1,15 0,7 3,1 1,-2 5,-9 5,-12 3,-12 1</inkml:trace>
  <inkml:trace contextRef="#ctx0" brushRef="#br0" timeOffset="12634.31">4452 2923,'25'9,"24"0,22-2,19-6,15-5,-10-2</inkml:trace>
  <inkml:trace contextRef="#ctx0" brushRef="#br0" timeOffset="20215.753">5534 2027,'333'-16,"2256"-23,-2134 40,256-1,3004 34,-3267-18,-411-17</inkml:trace>
  <inkml:trace contextRef="#ctx0" brushRef="#br0" timeOffset="22232.308">14785 1506,'-8'16,"-1"0,2 0,0 1,1 0,1 0,1 1,0 0,0 14,1-19,-17 152,6 0,9 140,5-268,-3 617,3-585,-4 0,-3 0,-3 0,-2-1,-4 0,-3-1,-2-1,-4-1,-2-1,-11 15,28-62,0 0,-1-1,0-1,-1 1,-1-2,0 0,-1 0,-1-2,0 0,0 0,-2-1,1-1,-1-1,0 0,-1-2,0 0,0 0,-1-2,-17 3,-36-1,-1-4,0-2,-59-9,104 7,-748-47,-2203-11,2606 56,-657-2,-1098-17,-146-52,1013 81,748 16,345-26,162 2,-1 0,0-1,1 0,-1 0,1-1,0 1,-1-1,1-1,1 1,-1-1,0 0,1-1,0 1,0-1,0 0,1 0,0 0,0-1,0 0,0 0,1 0,0 0,0 0,1 0,0-1,0 0,-1-5,-8-44,3-1,1 0,4 0,3-51,-1 72,1-190,-1-87,-17-46,-26-177,51 418,-6 113,0-1,1 1,-1 0,1 0,0 0,1 1,-1-1,1 0,0 1,0-1,0 1,1 0,-1 0,1 1,0-1,0 1,1-1,-1 1,1 1,3-3,12-1,1 0,0 1,0 1,0 1,0 0,1 2,-1 1,17 1,-32 0,222 9,54 17,-6 0,282-5,261-35,-294 0,42 8,1050-34,-1105 9,1541-69,-119 83,-6 16,-1807 2,1 5,3 6,125 27,33 0,-165-16,-118-24,0-1,1 1,-1 0,1 0,-1 0,1 0,-1 0,1 0,-1 0,1 0,-1 0,0 0,1 0,-1 0,1 0,-1 0,1 0,-1 0,1 0,-1 1,1-1,-1 0,0 0,1 0,-1 1,1-1,-1 0,0 1,1-1,-1 0,0 1,1-1,-1 1,0-1,0 0,0 1,1-1,-1 1,0-1,0 1,0-1,0 0,0 1,0-1,1 1,-1-1,0 1,0-1,-1 1,1-1,0 1,0-1,0 1,0-1,0 1,0-1,-1 0,1 1,0-1,0 1,-1-1,1 0,0 1,-1-1,1 1,-10 1</inkml:trace>
  <inkml:trace contextRef="#ctx0" brushRef="#br1" timeOffset="31033.491">15601 3016,'-12'-7,"0"0,0 1,0 0,-1 1,0 0,0 1,0 1,-7-2,15 4,-1 0,0 1,1-1,-1 1,0 0,1 0,-1 1,1-1,-1 1,0 1,1-1,0 1,-1 0,1 0,0 0,0 1,0 0,0 0,0 0,1 1,-2 1,4-4,1 1,0-1,0 0,0 0,0 1,0-1,1 1,-1-1,0 0,1 1,-1 0,0-1,1 1,0-1,-1 1,1 0,0-1,0 1,0-1,0 1,0 0,1-1,-1 1,0-1,1 1,-1 0,1-1,-1 1,1-1,0 1,0-1,0 0,0 1,0-1,0 0,0 0,0 1,0-1,0 0,1 0,58 39,-53-36,80 38,-61-31,1 1,-2 2,0 0,0 2,11 10,-35-26,0 1,1-1,-1 1,0 0,0 0,1-1,-1 1,0 0,0 0,0 0,0 0,0 0,0 0,0 0,-1 1,1-1,0 0,-1 0,1 1,-1-1,1 0,-1 1,1-1,-1 0,0 1,0-1,0 1,0-1,0 0,0 1,0-1,0 1,0-1,-1 1,1-1,-1 0,1 1,-1-1,1 0,-1 0,0 1,1-1,-1 0,0 0,0 0,0 0,0 0,0 0,0 0,-1 0,1 0,-1 0,-14 4,0-1,0-1,0 0,-1-1,0-1,1-1,-1 0,-6-1,2 0,-166-11,204 8,28 6,8 0</inkml:trace>
  <inkml:trace contextRef="#ctx0" brushRef="#br1" timeOffset="31865.181">16002 3283,'0'-7,"0"0,-1 0,0 0,0 0,0 0,-1 0,0 0,0 0,-1 1,0-1,0 1,-1 0,1 0,-1 0,-1 0,1 0,-1 1,0 0,0 0,-1 0,1 1,-1 0,0 0,0 0,-1 1,1 0,-1 0,1 1,-5-2,8 4,0 0,1 0,-1 1,1-1,-1 1,1 0,-1-1,1 1,-1 0,1 0,-1 1,1-1,0 0,0 1,0 0,0-1,0 1,0 0,0 0,0 0,1 0,-1 0,1 0,0 1,-1-1,1 1,0-1,0 0,1 1,-1 0,0-1,1 1,-7 86,8-86,-1 1,1 0,0 0,0-1,1 1,-1-1,1 1,0-1,-1 1,2-1,-1 0,0 0,1 0,-1 0,1-1,0 1,0-1,0 1,0-1,0 0,0 0,1 0,-1-1,1 1,-1-1,1 0,0 0,0 0,-1 0,1-1,0 0,0 1,0-1,-1-1,1 1,0 0,0-1,1 0,4-1,0-1,0 0,0 0,0-1,-1 0,1 0,-1-1,0 0,0 0,-1-1,1 0,-1-1,-1 0,1 0,-1 0,0 0,-1-1,0 0,0 0,-1-1,0 0,0 1,-1-1,0 0,0-1,-1 1,-1 0,0-1,0 1,0-2,-10 32,1 73,8-91,0 0,1 0,-1 0,1 0,-1 0,1 0,0 1,0-2,0 1,0 0,1 0,-1 0,1 0,0-1,0 1,0-1,0 1,0-1,0 0,1 0,-1 0,1 0,-1 0,1-1,0 1,0-1,0 0,0 1,3-1,0 0,1-1,-1 1,1-1,-1 0,0 0,1-1,-1 0,0 0,0-1,1 0,-1 0,0 0,-1 0,1-1,0 0,-1-1,1 1,-1-1,0 0,-1 0,2-1,9-9,-1-1,0 0,-2-1,1-1,-2 0,3-7,10-19,-24 43,0 1,0-1,0 0,0 0,0 0,0 1,0-1,0 0,0 0,0 0,0 1,0-1,1 0,-1 0,0 0,0 1,0-1,0 0,0 0,0 0,1 0,-1 1,0-1,0 0,0 0,0 0,1 0,-1 0,0 0,0 0,0 0,1 1,-1-1,0 0,0 0,1 0,-1 0,0 0,0 0,0 0,1 0,-1 0,0 0,0-1,1 1,-4 28,3-26,-2 9,1 0,1 0,0 0,0 0,1 0,0 0,1 0,1 0,0 2,-2-10,0 0,0 0,0 0,1 0,0 0,-1 0,1-1,0 1,0 0,0-1,1 1,-1-1,0 0,1 0,0 0,-1 0,1 0,0-1,0 1,0-1,0 0,0 0,1 0,-1 0,0 0,0-1,1 0,-1 1,0-1,0 0,1-1,2 1,0-1,0-1,-1 1,1-1,0 0,-1-1,1 1,-1-1,0 0,0 0,0-1,0 1,-1-1,1 0,-1-1,0 1,0-1,-1 1,2-4,47-97,-41 59,-27 67,14-14,-1 0,1 0,1 0,-1 0,1 0,0 1,1-1,0 0,0 1,0-1,1 0,0 1,1-1,-1 0,1 0,1 0,-1 0,1 0,1-1,-1 1,1-1,0 0,1 0,-1 0,1-1,12 8,0-1,0-1,1-1,0 0,1-1,0-1,1-1,0-1,0-1,0 0,0-2,1 0,-1-1,1-1,0-1,33-3,-13-5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45.53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1501 365,'2'11,"0"0,0 0,1 0,0 0,1 0,0-1,1 0,0 0,1 0,4 6,-7-12,7 15,2 0,0-2,1 1,1-2,1 1,0-2,1 0,1-1,0-1,0 0,2-2,-1 0,16 7,-31-17,-1 0,0 1,1-1,-1 0,1 0,-1-1,1 1,-1 0,1-1,0 0,-1 1,1-1,0 0,-1-1,1 1,0 0,-1-1,1 1,-1-1,1 0,-1 0,1 0,-1 0,1 0,-1 0,0-1,0 1,0-1,0 0,0 0,0 1,0-1,0 0,-1-1,2-1,3-12,-1 1,-1-1,-1-1,0 1,-1-1,-1 1,0-1,-1-6,0 7,0-67,-8 95,-3 48,2 0,4 0,1 47,3-81,-2 63,0 27,-5 0,-12 51,19-161,-20 69,20-73,0 0,0 0,0 0,0-1,0 1,0 0,-1 0,1-1,0 1,-1-1,1 1,-1-1,0 0,1 1,-1-1,0 0,0 0,0 0,0-1,0 1,0 0,0-1,0 1,0-1,0 0,0 1,-1-1,1 0,0 0,0-1,0 1,0 0,-1-1,-9-4,0-1,1 0,-1-1,1 0,1-1,-1 0,1-1,1 0,0 0,0-1,1-1,-2-2,-4-5,0 0,1-1,1-1,1 0,1-1,0 0,2 0,1-1,0 0,0-9,6 28,0 1,0-1,1 0,-1 0,1 1,0-1,0 0,0 0,0 0,0 1,1-1,-1 0,1 0,0 1,-1-1,1 0,1 1,-1-1,0 1,1-1,-1 1,1 0,0-1,-1 1,1 0,0 0,0 0,1 1,-1-1,0 0,3 0,8-3,0 1,0 0,1 1,0 1,-1 0,1 1,0 1,12 0,-10 0,33-2,-1 2,0 2,0 3,0 1,-1 2,0 3,22 8,-64-18,0 0,0 1,0-1,-1 1,1 0,0 1,-1-1,0 1,1 0,-1 0,0 0,0 1,-1-1,1 1,-1 0,0 0,0 0,0 0,-1 1,1-1,-1 1,0-1,0 1,0 0,0 4,-2-1,-1-4,1 0,0 0,0 0,0 1,0-1,0 0,1 0,0 0,0 1,0-1,0 0,1 0,0-1,-1 1,2 0,-1 0,0-1,1 1,-1-1,1 0,0 0,0 0,0 0,0-1,1 1,-1-1,3 2,0-2,0 1,0-1,0-1,0 1,0-1,1 0,-1 0,0-1,1 0,-1 0,0-1,0 1,1-1,-1-1,0 1,0-1,0 0,0 0,0-1,-1 0,1 0,-1 0,0-1,0 1,0-1,0 0,-1-1,1 1,-1-1,0 0,0 0,-1-1,0 1,0 0,0-1,0 0,-1 0,0 0,-1 0,1 0,-1 0,0 0,0-7,-1 8,0-1,0 0,0 1,-1-1,0 0,0 1,0 0,-1-1,0 1,0 0,0-1,-1 1,0 1,0-1,0 0,0 1,-1-1,0 1,1 0,-2 0,1 0,0 1,-1 0,0 0,1 0,-1 0,0 1,-1-1,1 2,0-1,-1 0,1 1,-1 0,1 0,-1 1,0-1,1 1,-1 0,1 1,-1 0,-2 0,0 1,-1 0,1 0,0 1,0 0,0 1,0 0,1 0,-1 0,1 1,0 0,0 1,1 0,0 0,0 0,0 1,1-1,-1 1,2 1,-1-1,1 1,0 0,1 0,0 0,0 0,1 0,0 1,0 1,2-6,0-1,0 1,0-1,1 0,-1 1,1-1,0 0,0 0,0 0,1 1,-1-1,1 0,-1-1,1 1,0 0,0 0,1-1,-1 1,0-1,1 0,-1 0,1 0,0 0,0 0,0 0,0-1,1 1,87 19,-47-20</inkml:trace>
  <inkml:trace contextRef="#ctx0" brushRef="#br0" timeOffset="250.33">2624 632,'7'5,"11"3,14 3,13 0,10-3,5 0,-1-1,-8 1,-13-2</inkml:trace>
  <inkml:trace contextRef="#ctx0" brushRef="#br0" timeOffset="501.662">2637 940,'21'2,"22"1,20 0,18-1,8 0,-11-1</inkml:trace>
  <inkml:trace contextRef="#ctx0" brushRef="#br0" timeOffset="2618.245">3935 592,'-3'-4,"0"5,0 9,5 14,7 13,6 8,8 9,7 3,4 0,4-2,0-4,-2-6,-4-7,-7-8,-6-9</inkml:trace>
  <inkml:trace contextRef="#ctx0" brushRef="#br0" timeOffset="2866.481">4242 659,'-18'-2,"-13"1,-8 6,-5 10,0 13,1 12,5 11,1 11,2 7,6 5,2 0,7-5,6-15</inkml:trace>
  <inkml:trace contextRef="#ctx0" brushRef="#br0" timeOffset="3179.159">4375 1073,'0'16,"0"0,1-1,1 1,0-1,1 0,4 11,-5-21,-1-1,1 1,0-1,1 0,-1 1,1-1,0 0,0 0,0-1,1 1,-1-1,1 0,0 1,0-2,0 1,0 0,1-1,-1 0,0 0,1 0,0 0,-1-1,2 0,0 1,0-1,0 0,1 0,-1-1,0 0,0 0,1 0,-1-1,0 0,0 0,0 0,0-1,0 0,0 0,0-1,0 1,-1-1,1-1,-1 1,0-1,0 0,0 0,-1 0,0 0,1-1,-1 0,-1 0,1 0,-1-1,0 1,0-1,0 1,-1-1,0 0,0 0,-1 0,1 0,-1-1,-1 1,1 0,-1 0,0-1,-1-2,-1 2,0 0,0 0,-1 0,0 0,-1 0,0 0,0 1,0-1,0 1,-1 0,0 1,-1-1,1 1,-1 0,0 0,0 1,-1 0,1 0,-1 0,0 1,0 0,0 0,0 1,-1 0,1 0,0 1,-1 0,0 0,1 1,-1 0,1 0,-1 1,0-1,1 2,-1-1,1 1,0 0,0 1,0 0,-5 2,-60 46,45-26</inkml:trace>
  <inkml:trace contextRef="#ctx0" brushRef="#br0" timeOffset="3532.216">3761 284,'9'5,"14"3,20 1,22-1,21-3,16-1,9-2,2-1,-7-1,-16 2,-17 1,-19 0,-19-2</inkml:trace>
  <inkml:trace contextRef="#ctx0" brushRef="#br0" timeOffset="5880.427">5499 258,'-9'22,"1"-1,1 2,1-1,2 1,0 0,-1 19,3-23,-13 164,8 0,14 126,-1 28,-6-323,1 11,-1 0,-1 0,-1 0,-1 0,-1 0,-1-1,-2 1,0-1,-5 7,11-28,-1 1,0-1,0 1,0-1,-1 0,1 0,-1 0,0 0,0-1,0 1,0-1,0 1,-1-1,1 0,-1 0,1-1,-1 1,0-1,1 0,-1 0,0 0,0 0,0-1,-4 1,-148 12,-1-7,0-7,-109-16,40-10,-83 7,-739 21,815-1,-393-2,-63-33,-71 4,270 45,488-13,0-1,0 0,-1 0,1 0,0 0,0 0,-1 0,1-1,0 1,0-1,0 1,0-1,0 0,0 0,0 0,0 0,0 0,0 0,0-1,0 1,1 0,-1-1,1 0,-1 1,1-1,-1 0,1 0,0 0,0 0,0 0,0 0,0 0,1 0,-1 0,0-2,2-149,-30-246,-46-190,52 423,14 113,3 0,3 0,1-1,5-31,-3 83,0 0,1 1,-1-1,0 0,1 0,0 0,-1 0,1 1,0-1,0 0,0 1,0-1,0 1,0-1,1 1,-1-1,0 1,1 0,-1-1,1 1,0 0,-1 0,1 0,0 1,-1-1,1 0,0 1,0-1,0 1,0-1,0 1,-1 0,1 0,0 0,0 0,0 0,0 0,0 0,0 1,497 1,-459-2,257 2,57 17,247 15,-235-33,486 13,-222 10,286 3,-480-27,-324 13,6-5,30 11,-81-18,-59-5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08.61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1 295,'548'-11,"1061"7,-1644 18,32-8</inkml:trace>
  <inkml:trace contextRef="#ctx0" brushRef="#br0" timeOffset="246.341">1766 1,'14'4,"20"9,25 8,25 11,21 8,13 6,0 5,-13 3,-27 4,-47 2,-65 4,-85 3,-108 7,-14-9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06.29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453 504,'-21'-5,"-1"0,0 2,0 0,0 2,0 0,-1 2,1 0,0 1,-9 3,18-2,0-1,1 2,-1 0,1 0,0 1,0 1,0 0,0 1,1 0,1 0,-1 1,1 1,0 0,1 0,0 1,-2 3,8-10,0 1,0-1,0 1,0-1,1 1,0 0,0 0,0 0,0 0,1 0,-1 0,1 1,0-1,0 0,1 1,-1-1,1 1,0-1,0 1,1-1,-1 1,1-1,0 0,0 1,0-1,1 0,0 0,-1 0,2 0,-1 0,0 0,1 0,-1-1,1 1,0-1,0 0,1 0,-1 0,3 1,3-1,0-1,0-1,1 1,-1-1,1-1,-1 0,0 0,1-1,-1-1,0 1,1-1,-1-1,0 0,0 0,-1 0,1-1,-1-1,0 1,0-1,0-1,0 0,-1 0,0 0,-1-1,1 0,-1 0,0 0,-1-1,0 0,2-3,-1 0,0 1,-1-1,0 0,-1 0,0 0,0 0,-2-1,1 0,-1 0,-1 1,0-1,-1 0,0 0,-1 0,0 0,-2-9,3 19,0 1,0-1,0 1,-1-1,1 1,0-1,-1 1,1-1,-1 1,1-1,-1 1,1-1,-1 1,0 0,0-1,0 1,0 0,0 0,0 0,0 0,0 0,-1 0,1 0,0 0,0 0,-1 0,1 1,-1-1,1 0,-1 1,1 0,-1-1,1 1,-1 0,1 0,-1-1,1 1,-1 1,1-1,-1 0,1 0,-1 0,0 1,1-1,0 1,-1-1,1 1,-1 0,1-1,-1 2,-2 4,1 1,0 0,0 0,1 0,0 1,0-1,1 1,-1-1,2 1,-1-1,1 1,0-1,2 8,-3-2,2-1,0 0,0 0,1 0,0 0,1 0,1-1,0 1,0-1,1 0,1 0,0 0,0-1,1 0,0 0,1 0,0-1,0 0,1-1,0 0,1 0,0-1,0-1,0 1,1-2,0 1,0-1,11 3,-6-5,-1-1,1 0,0-1,0-1,-1 0,1-1,0-1,-1-1,1 0,-1 0,0-2,0 0,0-1,-1 0,0-1,0-1,0 0,4-4,-7 4,0 0,-1 0,1-1,-1 0,-1-1,0 0,-1 0,0-1,0 0,-1-1,0 0,-1 0,-1 0,0-1,0 1,-1-1,-1 0,0-1,-1 1,-1 0,1-9,-2 18,1 1,-1-1,0 1,0-1,0 1,-1-1,1 1,-1-1,1 1,-1 0,0-1,-1 1,1 0,-1 0,1-1,-1 1,0 1,0-1,0 0,0 0,-1 1,1-1,-1 1,0 0,1-1,-1 1,0 1,0-1,0 0,-1 1,1-1,0 1,-1 0,1 0,0 1,-1-1,1 1,-1-1,1 1,-1 0,-2 1,-5 4,1 1,0 0,0 0,0 1,1 1,0 0,1 0,0 1,0 0,0 0,1 0,1 1,0 0,0 1,1 0,0-1,1 2,0-1,0 3,0-3,0 1,1 0,0 0,1 0,1 0,0 0,0 1,1-1,0-7,0-1,1 0,0 0,-1 0,1 1,1-1,-1 0,0 0,1-1,0 1,0 0,0 0,1-1,-1 1,1-1,0 0,0 0,0 0,0 0,0 0,1-1,-1 0,1 1,2 0,1 0,1-1,-1 1,1-1,0-1,-1 1,1-2,0 1,0-1,-1 0,1 0,0-1,0 0,-1 0,1-1,0 0,-1-1,0 0,1 0,-1 0,0-1,4-3,2-1,-1 0,-1 0,0-2,0 1,-1-1,0-1,-1 0,0 0,-1-1,0 0,3-7,-4 4,-1 0,0 0,-2-1,0 1,0-1,-1 0,-1 0,-1 0,-1-1,0 1,0 0,-2 0,0-2,-8-34,-2 0,-3 1,-8-17,-4-18,18 75,9 41,0-23,4 389,-4-372,1 1,1-1,1 0,1 1,4 11,-6-30,0 1,0-2,1 1,-1 0,1 0,0-1,1 0,0 1,-1-1,2-1,-1 1,0-1,1 1,0-1,0 0,0-1,1 0,-1 1,1-1,-1-1,1 1,0-1,5 1,5-1,1-1,-1 0,1-1,-1 0,1-2,-1 0,0-1,0 0,0-2,0 0,-1 0,1-1,-1-1,-1-1,1 0,-2-1,1 0,-1-1,0-1,-1 0,0-1,2-3,-7 5,1 1,-1-1,-1 0,0-1,0 1,-1-1,0 0,-1-1,0 1,-3 7,0 0,0 0,0-1,0 1,-1 0,1 0,-1-1,0 1,0 0,-1 0,0 0,1-1,-1 1,-1 0,1 0,0 0,-1 0,0 0,0 1,0-1,0 1,-1-1,0 1,1 0,-1-1,-3-1,3 3,0 0,1 0,-1 0,0 1,0-1,0 1,-1 0,1 0,0 0,0 0,-1 0,1 1,0-1,-1 1,1 0,0 0,-1 0,1 1,-1-1,1 1,0 0,0 0,-1 0,1 0,0 0,0 1,0 0,0-1,0 1,1 0,-1 0,-4 4,0 0,0 0,1 1,0-1,0 1,1 1,0-1,0 1,0 0,1 0,0 2,0-3,0 0,1-1,0 1,1 1,-1-1,2 0,-1 1,1-1,0 1,0-1,1 1,0-1,0 1,1-1,0 1,0-1,1 1,0-1,0 0,1 0,0 0,0 0,1 0,-1-1,1 1,1-1,0 0,2 2,6-1,0-1,1-1,0 0,0-1,0 0,0-2,1 1,-1-2,1 0,0 0,-1-2,1 0,-1 0,1-1,-1-1,1-1,-1 0,7-3,36-12</inkml:trace>
  <inkml:trace contextRef="#ctx0" brushRef="#br0" timeOffset="321.743">1724 397,'1'19,"2"-1,0 0,1 1,0-1,2 0,0-1,1 0,1 0,1 0,0-1,1 0,1-1,0 0,1-1,0 0,2-1,-1 0,1-1,1-1,14 9,-25-17,-1-1,0 0,1 0,-1 0,1 0,0 0,0-1,-1 0,1 1,0-2,0 1,0 0,0-1,0 0,0 1,1-2,-1 1,0 0,0-1,0 0,0 0,-1 0,1 0,0-1,0 0,-1 1,1-1,-1 0,1-1,3-8,0 0,-1 0,-1-1,0 0,0 0,-2 0,1 0,-1-1,-1 1,0-1,-1 0,-1 1,1-1,-3-11,2 20,-1-38,0 30,1 1,0-1,0 0,1 1,1-1,0 1,0-1,2-3,-3 13,1-1,-1 1,1 0,0-1,0 1,-1 0,1 0,0 0,1 0,-1 1,0-1,1 0,-1 1,1 0,-1-1,1 1,-1 0,1 0,0 1,0-1,-1 1,1-1,0 1,0 0,0 0,-1 0,2 0,75 14,-40-2</inkml:trace>
  <inkml:trace contextRef="#ctx0" brushRef="#br0" timeOffset="623.502">2472 558,'0'3,"-1"0,0 0,1 0,-1 0,1 0,0 0,0 1,0-1,1 0,-1 0,1 0,-1 0,1 0,0 0,0 0,1 0,-1 0,0 0,1-1,0 1,0 0,0-1,0 0,0 1,0-1,1 0,-1 0,0 0,1 0,0-1,0 1,0 0,7 0,1 0,0 0,-1-1,1 0,0-1,-1 0,1-1,0 0,-1 0,1-1,-1-1,1 0,-1 0,0-1,0 0,-1-1,1 0,-1-1,0 0,-1 0,1-1,0 0,-6 4,0 1,0 0,0-1,0 0,-1 0,1 1,-1-1,0-1,0 1,0 0,0-1,0 1,-1-1,0 1,0-1,1 1,-2-1,1 0,0 0,-1 0,0 1,0-1,0 0,0 0,-1 0,0 1,1-1,-1 0,0 0,-1 1,1-1,-1 1,0-1,-1-1,-3-3,-1 2,1-1,-1 1,-1 0,1 0,-1 1,0 0,0 0,-1 1,1 0,-1 1,0 0,0 0,0 0,0 2,-1-1,1 1,-1 0,1 1,0 0,-1 1,1 0,-1 0,1 1,0 0,0 0,0 1,0 1,0-1,1 2,0-1,-2 2,6-3,0 0,0 1,0 0,0 0,0 0,1 1,0-1,0 1,0 0,1 0,-1 0,1 0,0 0,1 0,-1 1,1-1,0 1,0-1,1 1,0-1,0 1,0-1,0 1,1-1,0 1,0-1,1 0,-1 1,1-1,0 0,1 0,-1 0,1 0,0-1,0 1,1-1,-1 0,1 0,0 0,2 2,75 23,-38-23</inkml:trace>
  <inkml:trace contextRef="#ctx0" brushRef="#br0" timeOffset="952.622">2820 10,'-7'-2,"0"0,-1 0,1 1,-1 0,1 0,-1 1,1 0,-1 0,0 0,1 1,-1 1,1-1,0 1,-1 0,1 1,0 0,0 0,1 0,-1 1,1 0,-2 2,-3 4,1 0,1 1,0 0,0 1,1 0,0 0,1 1,1 0,0 0,1 1,0-1,1 1,0 0,1 0,1 1,0-1,1 1,1-1,0 0,1 1,1-1,0 1,0-1,5 10,3-4,2 0,1 0,0-1,1-1,2 0,-1-1,2 0,0-2,1 0,1-1,0-1,17 10,0 2,-25-16,1 0,0-1,0 0,1-1,0-1,0 0,1 0,0-1,-1-1,2-1,-1 0,0 0,29-4,0-2,-1-1,0-2,0-3,0-1,-1-1,9-6,6-1</inkml:trace>
  <inkml:trace contextRef="#ctx0" brushRef="#br0" timeOffset="1590.341">3408 652,'17'-38,"-2"9,-1-1,-2-1,-1 0,-2-1,0 0,-3 0,2-16,-7 44,-1 0,1 0,0 1,-1-1,0 0,0 0,0 0,-1 0,1 0,-1 0,0 0,0 1,0-1,0 0,-1 1,0-1,1 1,-1-1,0 1,-1 0,1 0,-1 0,1 0,-1 0,0 0,0 1,0 0,0-1,-1 1,1 0,-1 0,1 1,-1-1,0 1,1 0,-1 0,0 0,-3 0,3 1,0 0,0 0,1 1,-1-1,0 1,1 0,-1 0,1 1,-1-1,1 0,0 1,-1 0,1 0,0 0,0 0,0 1,0-1,1 1,-1 0,1-1,0 1,-1 0,1 0,0 1,1-1,-1 0,1 1,-1-1,1 1,-1 3,3-5,-1 0,1 0,-1 0,1 0,-1 0,1 0,0-1,0 1,0 0,0 0,1-1,-1 1,0 0,0-1,1 0,-1 1,1-1,0 0,-1 0,1 0,0 0,0 0,0 0,-1 0,1 0,0-1,0 1,1-1,62 12,-61-12,233 9,-232-10,0 1,-1 0,1 0,0 1,-1-1,1 1,-1 0,1 0,-1 0,1 1,-1 0,1 0,-1 0,0 0,0 1,0-1,-1 1,1 0,-1 0,1 0,-1 1,0-1,0 1,0 0,-1 0,1 0,0 3,-1 1,-2 0,1 0,-1 0,-1-1,1 1,-1 0,-1 0,1-1,-1 1,-2 4,1-5,1 0,0 0,1 0,0 1,0-1,0 0,1 1,0-1,0 0,1 1,0-1,1 2,0-5,1 0,0 0,0 0,1 0,-1 0,1-1,0 1,0-1,0 0,0 0,0 0,1-1,-1 0,1 0,0 0,-1 0,1-1,0 1,0-1,0 0,0-1,1 0,-1 1,5-2,47 4,1-2,0-3,-1-2,56-12,-97 13,154-24,-6-2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2:53.77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148 246,'0'19,"3"18,2 18,3 15,1 9,0 5,-1-2,-2-7,-2-16</inkml:trace>
  <inkml:trace contextRef="#ctx0" brushRef="#br0" timeOffset="540.553">42 112,'-36'-98,"31"91,8 20,17 33,1-1,3 0,2-2,5 4,-20-29,36 55,-4-10,-3 1,-3 2,-3 1,-3 2,11 38,-25-8,-17-96,0 0,0 0,0 0,-1 0,1 0,-1 0,1 0,-1 0,0 0,0 0,0-1,-1 1,1 0,-1-1,1 1,-1-1,0 0,0 1,0-1,0 0,-1 0,1 0,0 0,-1-1,1 1,-1-1,0 1,1-1,-1 0,0 0,-1 0,-7-1,1 0,-1-1,0 0,0-1,1 0,-1-1,1 0,0 0,-1-1,2-1,-1 1,0-2,1 1,0-1,0-1,1 0,0 0,0 0,0-2,-1 2,1-1,0 0,0 0,0-1,1 0,0-1,1 1,0-1,1-1,0 1,1-1,-2-4,6 13,-1 1,1-1,0 1,0-1,0 1,0-1,0 1,0-1,0 1,1-1,-1 1,1-1,-1 1,1-1,-1 1,1 0,0-1,0 1,-1 0,1 0,0-1,0 1,0 0,0 0,1 0,-1 0,0 0,0 1,1-1,-1 0,0 0,1 1,-1-1,1 1,-1-1,57-9,-56 10,105-4,-1 4,24 7,-125-7,136 21,-135-20,0 1,-1 0,1 0,-1 0,1 1,-1 0,0 0,0 0,-1 0,1 1,0 0,-1 0,0 0,0 0,0 1,-1 0,0 0,1 0,-2 0,1 0,0 0,0 4,-1 3,0 0,-1-1,-1 1,0 0,0 0,-1 0,0 0,-1-1,-1 1,0 0,-4 27,6-38,1 0,0-1,-1 1,1-1,0 1,0 0,-1 0,1-1,0 1,0 0,0-1,0 1,0 0,0 0,0-1,0 1,0 0,0-1,0 1,0 0,1-1,-1 1,0 0,1-1,-1 1,0 0,1-1,-1 1,1-1,-1 1,0 0,1-1,0 0,-1 1,1-1,-1 1,1-1,0 1,-1-1,1 0,0 0,-1 1,1-1,0 0,-1 0,1 0,0 0,-1 0,1 0,0 0,0 0,-1 0,1 0,0 0,-1 0,1 0,0-1,-1 1,1 0,0 0,-1-1,1 1,0-1,-1 1,1 0,12-8</inkml:trace>
  <inkml:trace contextRef="#ctx0" brushRef="#br0" timeOffset="991.391">630 339,'21'2,"-1"0,1 1,-1 1,0 1,18 7,-22-6,1 0,-1 1,0 0,-1 2,0 0,0 0,-1 2,0-1,-1 2,0 0,-1 0,0 2,-1-1,-1 1,0 1,-1 0,0 0,-1 1,2 7,55 197,-64-217,-1-1,1 1,-1-1,1 1,0-1,0 0,0 1,0-1,1 0,-1 0,1 0,-1 0,1 0,0 0,0 0,-1 0,1-1,1 1,-1-1,0 1,0-1,0 0,1 0,-1 0,1 0,-1 0,1-1,-1 1,1-1,-1 1,1-1,-1 0,1 0,-1 0,1-1,0 1,-1 0,1-1,-1 0,2 0,6-4,0-1,-1 1,0-2,0 1,0-1,-1-1,0 0,-1 0,0 0,0-1,0 0,-1 0,-1-1,1 0,-2 0,1 0,-1 0,-1-1,0 1,-1-1,1-5,-2 14,0 0,-1 0,1 1,-1-1,1 0,-1 0,0 0,0 1,0-1,0 0,0 0,0 0,-1 1,1-1,0 0,-1 0,0 0,1 1,-1-1,0 0,0 1,0-1,0 1,0-1,0 1,0-1,0 1,-1 0,1 0,-1 0,1-1,-1 1,1 1,-1-1,-1-1,1 4,-1-1,1 1,0 0,-1 0,1 0,0 0,0 0,0 0,1 0,-1 1,0-1,1 1,0-1,0 1,-1 0,1-1,1 1,-1 0,0 0,1 0,-1 2,-1 2,1 1,-1-1,1 1,1-1,-1 1,1-1,1 1,-1-1,1 1,1-1,-1 1,1-1,1 0,-1 0,1 0,0 0,1 0,-1-1,2 1,-1-1,0 0,1 0,0-1,1 0,-1 1,1-2,0 1,0-1,49 28,1-8</inkml:trace>
  <inkml:trace contextRef="#ctx0" brushRef="#br0" timeOffset="1455.156">2315 728,'-5'-2,"0"0,0 1,-1 0,1 0,0 0,-1 0,1 1,0 0,-1 0,1 1,0 0,-1 0,1 0,0 0,0 1,0 0,0 0,0 0,0 0,1 1,-1 0,1 0,-1 0,1 1,-1 0,-1 2,-1 0,1 1,0 0,1 0,-1 0,1 1,1-1,0 1,0 0,0 0,1 1,0-1,1 1,-2 8,4-14,-1 1,1-1,1 1,-1-1,0 1,1-1,0 1,0-1,0 1,0-1,0 0,1 1,-1-1,1 0,0 0,0 0,0 0,0-1,1 1,-1-1,1 1,0-1,-1 0,1 0,0 0,0 0,0 0,1-1,-1 1,0-1,1 0,-1 0,1 0,-1-1,1 1,-1-1,1 0,-1 0,1 0,-1 0,1 0,-1-1,1 0,2-1,2 1,-1-1,1 0,-1 0,0-1,0 0,0 0,0 0,0-1,-1 0,0-1,0 1,0-1,0 0,-1-1,0 1,0-1,0 0,-1-1,1 1,-2-1,1 1,-1-1,0 0,0-1,-1 1,0 0,0-1,-1 1,0-1,0 1,-1-1,0 0,-1 1,1-1,-1 0,-1 1,1-1,-1 1,0 0,-3-6,4 11,1 0,0 1,-1-1,1 0,-1 1,0-1,0 0,1 1,-1-1,0 1,0-1,0 1,-1-1,1 1,0 0,0 0,-1 0,1-1,-1 1,1 1,-1-1,1 0,-1 0,0 0,1 1,-1-1,0 1,0-1,1 1,-1 0,0 0,0 0,0 0,1 0,-1 0,0 0,0 1,1-1,-1 1,0-1,0 1,0 0,-1 5,-1 1,1 0,1 0,-1 1,1-1,0 0,1 1,0-1,0 1,1 0,-1-1,2 1,-1-1,1 1,1 4,0-5,0 0,0 0,1 0,-1 0,2 0,-1-1,1 1,0-1,0 0,1 0,0-1,0 1,0-1,0 0,1 0,0-1,0 0,0 0,1 0,0-1,-1 1,1-2,0 1,0-1,0 0,1-1,-1 1,0-1,1-1,-1 0,7 0,32-2,-6-3</inkml:trace>
  <inkml:trace contextRef="#ctx0" brushRef="#br0" timeOffset="1837.139">2622 714,'-3'4,"0"0,0 0,0 0,0 0,1 1,-1-1,1 1,0 0,1-1,-1 1,1 0,0 0,0 0,1 0,-1 0,1 0,0 0,0 0,1 0,0 0,0 0,0 0,0 0,2 3,-1-3,0 1,0-1,0 0,1 0,0 0,0-1,0 1,1-1,-1 0,1 0,0 0,0 0,1 0,-1-1,1 0,-1 0,1 0,0-1,0 1,1-1,-1 0,0-1,1 1,-1-1,1 0,-1-1,1 1,-1-1,1 0,0 0,-1-1,1 0,-1 0,1 0,-1-1,0 1,1-1,-1-1,0 1,0-1,-1 1,1-2,0 1,-1 0,0-1,0 0,0 0,2-2,0-5,1 0,-2-1,0 1,0-1,-1-1,0 1,-1 0,-1-1,0 0,0 1,-1-1,-1 0,-1-7,-5 8,-3 37,6-19,1-1,0 1,0-1,1 1,0 0,0-1,0 1,1 0,-1 0,1 0,1-1,-1 1,1 0,0 0,1 0,-1-1,1 1,0-1,0 1,1-1,0 0,0 0,0 0,0 0,1-1,0 1,0-1,0 0,0 0,1 0,-1-1,5 3,10 1,0-1,0-1,0-1,0-1,1 0,0-2,8 0,29 2</inkml:trace>
  <inkml:trace contextRef="#ctx0" brushRef="#br0" timeOffset="2657.4">3424 807,'-19'-7,"0"0,-1 1,0 2,0-1,-1 2,1 1,-1 1,1 0,-4 2,17-1,0 1,1 0,-1 1,0-1,1 1,0 1,-1-1,1 1,0 0,0 0,-1 2,5-4,0 1,0-1,0 1,0-1,1 1,-1 0,0 0,1 0,0 0,-1 0,1 0,0 0,0 1,0-1,0 0,1 0,-1 1,0-1,1 1,0-1,0 0,0 1,0-1,0 1,0-1,0 1,1-1,-1 0,1 1,0-1,0 0,0 1,3 2,0 0,0 0,1 0,0-1,0 1,0-1,1 0,-1-1,1 1,0-1,0 0,0-1,0 0,0 0,1 0,-1 0,1-1,-1 0,1-1,0 1,-1-1,1-1,-1 1,1-1,0 0,2-1,-4 1,-1 1,1-1,-1 0,0-1,1 1,-1-1,0 0,0 0,0 0,0 0,0-1,-1 1,1-1,-1 0,0 0,0-1,0 1,0 0,0-1,-1 0,1 0,-1 0,0 0,0 0,-1 0,1 0,-1-1,0 1,0 0,0-1,-1-3,10 66,-7-53,0 0,1 0,-1 0,1 0,1 0,-1-1,1 0,-1 0,1 0,0 0,1-1,-1 0,1 0,-1 0,1-1,0 0,0 0,0 0,0-1,0 0,0 0,2 0,3 0,0-1,1 0,-1 0,0-1,0 0,0-1,0 0,0-1,0-1,0 1,9-6,-9 0,0 0,0 0,-1-1,-1 0,0-1,0 0,-1-1,-1 0,1 0,-2 0,0-1,-1 0,0 0,0-1,-2 1,0-1,0 0,-1 0,-1-11,19-99,-5-1,-4-69,-9 177,-1 1,-1 0,0 0,-1-1,-1 1,-1 0,0 0,-1 0,-1 1,0-1,-1 1,-7-13,11 26,0 0,0 0,0 0,0 1,0-1,-1 0,1 1,-1-1,1 1,-1 0,1 0,-1 0,0 0,0 1,1-1,-1 1,0-1,0 1,0 0,0 0,1 0,-1 1,0-1,0 0,0 1,1 0,-1 0,0 0,1 0,-1 0,1 1,-1-1,1 1,0-1,-1 1,1 0,0 0,0 0,0 0,0 0,1 1,-1-1,1 0,-1 1,1-1,0 1,0 0,-11 18,1 0,1 0,0 1,2 0,1 0,1 1,1 0,0 0,2 1,1-1,1 1,1-1,0 1,2-1,4 17,1-7,1 0,1 0,2-1,2 0,0-1,2-1,2 0,0-1,2-1,1-1,2-1,0 0,1-2,2 0,0-2,2-1,4 2,-19-15,0 0,0-1,1-1,0 0,0 0,1-1,-1-1,2 0,-11-3,0 0,1-1,-1 1,0-1,0 0,1 0,-1 0,0-1,0 1,1-1,-1 0,0 0,0-1,0 1,0-1,0 0,-1 0,1 0,-1-1,1 1,-1-1,0 0,0 1,0-2,0 1,0 0,-1 0,2-3,5-14,0 0,-1 0,-2-1,0 0,-1-1,-1 1,-1-1,-1 0,-1 0,-1 0,-1-11,0 66,-1-20,1 0,0 0,1 0,1 0,0 0,1 0,0 0,1 0,0 0,1-1,1 1,5 9,27 5,-17-23</inkml:trace>
  <inkml:trace contextRef="#ctx0" brushRef="#br0" timeOffset="2816.973">4172 380,'0'9,"9"10,3 2</inkml:trace>
  <inkml:trace contextRef="#ctx0" brushRef="#br0" timeOffset="3653.736">4440 728,'2'-6,"1"1,0 0,0 0,0 0,1 0,-1 1,1-1,0 1,0 0,1 0,-1 0,1 1,0 0,0 0,0 0,1 0,-1 1,0 0,1 0,0 0,-1 1,1 0,0 0,0 0,0 1,-1 0,1 0,0 0,0 1,0 0,-1 0,1 1,0-1,-1 1,1 0,-1 1,0-1,1 1,-1 0,-1 0,1 1,0 0,1 1,1 7,1 0,-2 1,0 0,0 0,-1 0,-1 1,0 0,-1 0,-1 0,0 0,0 0,-2 0,0 0,0 1,-2 4,-29 227,21-194,2 1,2 0,2 0,3 1,3 29,-1-73,-1-1,1 1,1 0,0-1,0 1,1-1,0 1,1-1,0 0,0 0,1-1,0 0,1 1,-1-2,2 1,-1-1,1 1,0-2,0 1,1-1,0 0,0-1,1 0,-1 0,1-1,0 0,0-1,1 1,-1-2,0 1,6-1,-10-1,0-1,1 0,-1-1,0 1,1-1,-1 0,0 0,0 0,0-1,0 0,0 0,0 0,0-1,0 0,-1 0,0 0,1 0,-1 0,0-1,-1 0,1 0,-1 0,1 0,-1-1,0 1,-1-1,1 0,-1 0,0 0,0 0,-1 0,1 0,-1 0,0-1,-1 1,1 0,-1-1,-2-18,-1 1,0 0,-2 0,-1 0,0 0,-2 1,-1 0,0 0,-2 1,-5-7,0-5,0 1,-3 1,0 1,-2 1,-1 0,-1 2,-2 0,-1 2,0 1,-2 1,-1 1,-23-13,32 23,20 12,0-1,-1 1,1 0,0-1,0 1,0 0,0-1,-1 1,1 0,0-1,0 1,0 0,0-1,0 1,0-1,0 1,0 0,0-1,0 1,0 0,0-1,0 1,0 0,0-1,1 1,-1-1,0 1,0 0,0-1,1 1,-1 0,0 0,0-1,0 1,1 0,-1 0,0-1,1 1,-1 0,0 0,1-1,-1 1,0 0,1 0,-1 0,0 0,1 0,-1 0,1 0,-1 0,0 0,1 0,-1 0,0 0,1 0,-1 0,1 0,-1 0,0 0,1 0,-1 0,0 0,1 1,-1-1,0 0,1 0,-1 1,1-2,253-15,196-21,-369 20,-81 17,0 1,-1-1,1 0,0 0,-1 0,1 0,0 0,-1 0,1 0,0 0,-1-1,1 1,0 0,-1 0,1 0,0 0,-1 0,1-1,0 1,0 0,-1 0,1 0,0-1,-1 1,1 0,0 0,0-1,0 1,-1 0,1-1,0 1,0 0,0 0,0-1,0 1,0 0,-1-1,1 1,0-1,0 1,0 0,0-1,0 1,0 0,0-1,0 1,1 0,-1-1,0 1,0 0,0-1,0 1,0 0,0-1,1 1,-1 0,0 0,0-1,1 1,-1 0,0 0,0-1,1 1,-22-4,0 1,0 1,0 1,0 1,0 1,0 1,1 0,-4 2,21-4,0 0,0 0,-1 1,1-1,0 1,0-1,0 1,0 0,0 0,1 0,-1 1,0-1,0 1,1-1,-1 1,1 0,-1 0,1 0,0 0,0 1,0-1,0 0,0 1,0 0,1-1,-1 1,1 0,0 0,0 0,0 0,0 0,1 0,-1 0,1 0,-1 0,1 0,0 0,0 0,1 0,-1 0,1 0,2 3,1 0,-1 0,2-1,-1 1,0-1,1 0,0 0,0-1,1 0,-1 0,1 0,0 0,0-1,0 0,1 0,-1-1,1 0,-1 0,1 0,0-1,-1 0,1 0,0-1,0 0,0 0,0-1,-1 0,1 0,0 0,0-1,-1 0,1 0,-1-1,0 1,0-1,0-1,0 1,0-1,-1 0,1-1,-1 1,0-1,1-1,-4 2,1-1,-1 1,1-1,-1 1,-1-1,1 0,-1 0,1 1,-1-1,-1 0,1 0,-1 0,0 0,0 0,0 0,-1 0,1 0,-1 0,-1 0,0-4,2 9,-1 1,1-1,0 0,0 0,0 1,0-1,0 0,-1 0,1 1,0-1,0 0,0 0,-1 0,1 1,0-1,0 0,0 0,-1 0,1 0,0 1,0-1,-1 0,1 0,0 0,-1 0,1 0,0 0,0 0,-1 0,1 0,0 0,-1 0,1 0,0 0,-1 0,1 0,0 0,0 0,-1-1,1 1,0 0,0 0,-1 0,1 0,0 0,0-1,-1 1,1 0,0 0,0 0,0-1,0 1,-1 0,1 0,0-1,0 1,0 0,0-1,0 1,0 0,0 0,0-1,0 1,-1 0,-1 25,5-17,0 0,1-1,0 0,0 1,1-1,0-1,0 1,0-1,1 0,0 0,0 0,1-1,-1 0,1-1,0 1,1-1,-1 0,1-1,0 0,-1 0,9 1,65 22,1-6</inkml:trace>
  <inkml:trace contextRef="#ctx0" brushRef="#br0" timeOffset="4042.241">6539 768,'38'60,"3"-1,2-2,29 27,-72-83,1 1,0-1,0 0,0 1,0-1,0 0,0 1,0-1,0 0,0 0,0 0,1 0,-1 0,0 0,1-1,-1 1,1 0,-1-1,1 1,-1-1,1 1,-1-1,1 0,0 0,-1 0,1 0,-1 0,1 0,0 0,-1 0,1-1,-1 1,1 0,-1-1,1 1,-1-1,1 0,-1 0,1 1,-1-1,0 0,0 0,1 0,-1-1,0 1,0 0,1-1,5-12,-1 0,0 0,0 0,-2-1,0 1,0-1,-2 0,0 0,0-12,1 7,0-11,18-73,-19 102,0-1,0 1,0 0,0 0,0 0,0 0,1 0,-1 0,1 1,-1-1,1 1,0-1,0 1,0 0,-1 0,1 1,0-1,0 0,0 1,0 0,0 0,0 0,0 0,0 0,0 1,0-1,3 1,18 3</inkml:trace>
  <inkml:trace contextRef="#ctx0" brushRef="#br0" timeOffset="4291.59">7181 835,'0'18,"2"11,3 4,3 0,5-2,2-6,1-7,0-7,-2-5</inkml:trace>
  <inkml:trace contextRef="#ctx0" brushRef="#br0" timeOffset="4452.16">7060 474,'0'0</inkml:trace>
  <inkml:trace contextRef="#ctx0" brushRef="#br0" timeOffset="5168.334">7421 768,'10'-4,"0"1,0 1,0 0,0 0,0 1,0 0,1 0,-1 1,0 1,0 0,1 0,-1 1,0 0,0 1,0 0,-1 1,1 0,-1 0,0 1,0 0,0 1,-1 0,0 0,0 0,0 1,-1 1,0-1,5 8,-1 12,-1 1,-1 0,-1 0,-2 0,-1 1,-1 0,-2 0,0 0,-2 1,-2-1,-4 27,6-45,-21 326,20-328,1 0,0 0,0 0,1 0,1 0,-1 0,1 0,1-1,-1 1,2-1,-1 1,1-1,0 0,1 0,0-1,0 0,1 1,-1-2,2 1,-1-1,1 0,0 0,0 0,0-1,1 0,0-1,0 0,3 1,-4-3,0 0,0 0,1 0,-1-1,1 0,-1-1,1 0,0 0,-1-1,1 1,-1-2,1 1,-1-1,0 0,0 0,0-1,0 0,0-1,0 1,-1-1,0-1,0 1,0-1,0 0,-1 0,1-1,-1 1,-1-1,1 0,-1-1,0 1,0-1,-1 0,0 1,0-2,-1 1,1-4,-2-11,-1 1,-1 0,-1-1,0 1,-2 0,0 0,-2 0,0 1,-2 0,0 0,-1 0,-1 1,-1-1,-18-34,-2 1,-2 1,-3 2,-1 1,-3 2,-2 2,-42-35,19 23,64 57,0-1,0 1,1 0,-1-1,0 1,1-1,-1 1,0-1,1 1,-1-1,1 1,-1-1,1 0,-1 1,1-1,-1 0,1 1,0-1,-1 0,1 0,0 0,-1 1,1-1,0 0,0 0,0 0,0 1,0-1,0 0,0 0,0 0,0 1,0-1,1 0,-1 0,0 0,1 1,-1-1,0 0,1 0,-1 1,1-1,-1 0,1 1,-1-1,1 1,-1-1,1 0,0 1,-1 0,1-1,0 1,0-1,-1 1,1 0,0-1,0 1,-1 0,1 0,0 0,0-1,0 1,-1 0,1 0,0 0,0 1,0-1,36-8,0 3,1 1,-1 1,18 3,-23-1,10 0,1-1,-1 1,1 3,-1 1,15 4,-53-7,-1 1,1-1,-1 0,1 1,-1 0,1-1,-1 1,1 1,-1-1,0 0,0 1,1 0,-1 0,-1 0,1 0,0 0,0 0,-1 1,1-1,-1 1,0 0,0 0,0 0,0 0,0 0,-1 0,1 0,-1 1,0-1,0 1,0-1,0 1,-3 13,1-15,1 0,-1-1,1 1,0 0,-1-1,1 1,0 0,0-1,0 1,0 0,0-1,0 1,1 0,-1-1,1 1,-1-1,1 1,-1 0,1-1,0 1,0-1,0 0,0 1,0-1,0 0,0 1,0-1,0 0,1 0,-1 0,1 0,-1 0,0 0,1-1,-1 1,1 0,1 0,4 1,-1 0,1 0,0 0,0-1,0 0,0 0,0-1,0 0,0 0,0 0,0-1,0 0,0-1,0 0,0 0,0 0,-1-1,1 0,-1 0,0 0,0-1,0 0,0 0,-1-1,0 0,0 0,0 0,0 0,-1-1,0 1,0-1,0 0,-1-1,0 1,0-1,0-2,6-84,-12 147,2-45,0-1,1 1,0-1,1 1,0 0,0-1,0 1,1-1,1 0,-1 1,2-1,-1 0,1-1,0 1,0-1,1 1,0-1,0-1,1 1,0-1,0 0,1 0,1 1,11 0,0 0,1-1,0-1,0-1,0 0,1-2,-1 0,1-1,-1-2,11-1,-29 2,69-2</inkml:trace>
  <inkml:trace contextRef="#ctx0" brushRef="#br0" timeOffset="6074.972">9200 821,'-33'-12,"0"0,-1 2,0 2,-12-1,41 7,1 1,-1-1,0 1,1 0,-1 1,0-1,1 1,-1 0,0 0,0 1,1-1,-1 1,0 0,1 0,-1 1,1-1,-1 1,1 0,0 0,-1 1,1-1,0 1,1 0,-1 0,0 0,-1 3,2 0,1 0,0 0,0 0,1 1,0-1,0 1,0-1,1 1,0-1,0 1,1-1,0 1,0-1,0 0,1 1,0-1,0 0,0 0,1 0,0 0,0-1,1 1,0-1,0 0,0 0,0 0,1 0,-1-1,1 1,1-1,-1-1,0 1,1-1,0 0,0 0,0-1,0 1,0-1,0-1,1 1,-1-1,2 0,-3-2,1-1,0 0,-1 0,0-1,0 0,1 1,-1-2,-1 1,1 0,0-1,-1 0,0 0,0-1,0 1,-1-1,1 1,-1-1,0 0,0-1,-1 1,0 0,1-1,-2 1,1-1,-1 0,0 0,0 1,0-1,-1-5,1 4,-1 7,0 0,0-1,0 1,0-1,0 1,0 0,0-1,0 1,0 0,0-1,0 1,0 0,1-1,-1 1,0 0,0-1,0 1,0 0,1-1,-1 1,0 0,0-1,0 1,1 0,-1 0,0-1,1 1,-1 0,0 0,0-1,1 1,-1 0,0 0,1 0,-1 0,0 0,1 0,-1-1,1 1,-1 0,0 0,1 0,-1 0,0 0,1 0,-1 1,1-1,-1 0,0 0,1 0,-1 0,0 0,1 0,-1 1,0-1,1 0,-1 0,0 0,0 1,18 21,-11-11,3 0,0 0,1 0,0-1,0-1,1 0,1 0,-1-1,1-1,1 0,-1-1,1 0,1-1,-1-1,0 0,1-1,0 0,0-2,0 1,0-2,0 0,0-1,0 0,-1-1,10-3,-16 2,0 0,0-1,-1 0,1 0,-1-1,0 0,0 0,-1-1,1 1,-1-2,0 1,-1-1,1 1,-2-2,1 1,-1 0,0-1,0 0,0-2,7-18,-2-1,-1 0,-1 0,2-29,1-12,-3 0,-2-1,-4 0,-3 1,-8-47,9 107,-1-1,0 1,0 0,-1 0,0 0,-1 0,0 0,-1 1,-5-8,9 15,0 0,0 0,-1 1,1-1,-1 1,0-1,1 1,-1 0,0 0,0-1,0 1,0 0,0 1,0-1,0 0,0 0,0 1,0 0,-1-1,1 1,0 0,0 0,0 0,0 0,-1 0,1 1,0-1,0 1,0-1,0 1,0 0,0 0,0 0,0 0,0 0,0 0,0 1,1-1,-1 0,0 2,-62 69,44-39,1 0,2 1,2 1,1 1,1 0,2 0,2 1,2 0,1 1,1 0,2 15,2-36,0 1,1-1,1 0,1 1,1-1,0 0,1 0,1-1,0 1,1-1,1 0,0 0,2-1,0 0,0-1,1 0,1 0,0-1,1 0,0-1,1-1,1 0,0 0,0-2,10 6,-12-10,1 0,1 0,-1-1,1-1,-1 0,1-1,0-1,0 0,0-1,0 0,0-1,5-1,-13 1,1 0,-1-1,1 0,-1 0,0 0,1-1,-1 0,0 0,-1 0,1-1,0 0,-1 0,0 0,0-1,0 0,-1 0,0 0,0 0,0-1,0 0,-1 0,0 0,0 0,-1 0,2-7,0-4,-18 39,5 58,9-78,0 1,1-1,-1 1,0-1,1 1,0-1,-1 0,1 1,0-1,0 0,0 0,1 1,-1-1,0 0,1 0,-1 0,1-1,0 1,0 0,-1-1,1 1,0-1,1 1,-1-1,0 0,0 0,0 0,1 0,-1 0,1-1,0 1,0-1,0 0,0 0,0 0,0 0,0-1,0 1,0-1,0 0,0 1,0-2,-1 1,1 0,0 0,-1-1,1 0,-1 1,1-1,-1 0,0 0,0 0,0-1,0 1,0 0,0-1,-1 1,1-1,-1 0,0 1,0-1,1-1,1-3,-1 1,0-1,0 1,-1-1,0 0,0 0,0 1,-1-1,0 0,0 0,-1 0,-1-6,1 8,-1 0,-1 0,1 0,-1 0,0 0,0 1,0-1,0 1,-1 0,0 0,0 0,0 0,0 1,0 0,-1 0,0 0,0 0,1 1,-1 0,-1 0,1 0,0 0,0 1,-1 0,1 0,-1 0,1 1,-1 0,1 0,-1 0,1 1,0 0,-1 0,1 0,0 1,-1 0,1 0,0 0,0 0,1 1,-1 0,0 0,1 0,0 0,0 1,0 0,0 0,0 0,0-1,1 1,0-1,0 0,0 1,1 0,-1 0,1 0,0 0,0 0,0 0,0 0,1 1,0-1,0 0,0 1,0-1,1 1,0 0,0-1,0 1,0-1,1 1,-1-1,1 1,0-1,1 0,-1 1,1-1,0 0,0 0,0 0,1 0,-1 0,1-1,0 1,3 2,25 14,1-7</inkml:trace>
  <inkml:trace contextRef="#ctx0" brushRef="#br0" timeOffset="6324.832">10149 447,'-16'-3,"-10"3,-5 7,-2 11,3 13,4 9,6 10,7 8,10 4,5-7</inkml:trace>
  <inkml:trace contextRef="#ctx0" brushRef="#br0" timeOffset="6508.34">10121 1075,'14'14,"11"8,8 6,4 0,-1-2,-2-6,-1-6,-3-8,-4-9,-6-7,-6-1</inkml:trace>
  <inkml:trace contextRef="#ctx0" brushRef="#br0" timeOffset="7260.418">536 2144,'-1'0,"-18"-10,-1 2,0 0,0 1,0 1,-1 1,0 1,-1 1,1 0,-7 2,22 2,0 0,0 1,0-1,0 2,0-1,1 0,-1 1,1 0,0 1,-1-1,1 1,1 0,-1 0,1 0,-1 1,1 0,1-1,-1 2,1-1,-1 0,2 1,-1-1,1 1,-1 0,1 0,1 0,-1 0,1 0,0 0,1 0,-1 2,0-1,0 0,1 0,0 0,0 0,0 0,1 0,0 0,0 0,0-1,1 1,0 0,1-1,0 1,0-1,0 0,0 0,1 0,0 0,1 0,-1-1,1 0,0 0,0 0,0-1,1 0,0 0,4 2,-6-4,0-1,1 0,-1 0,0 0,1 0,-1-1,1 0,-1 0,1 0,-1 0,1-1,-1 0,1 0,-1 0,0 0,1-1,-1 0,0 0,0 0,0 0,-1 0,1-1,0 0,-1 0,2-1,5-5,-1-1,1 0,-2 0,0-1,0 0,-1 0,0-1,-1 0,1-3,-1 1,0-2,-1 1,-1-1,-1 1,0-1,-1 0,-1 0,0-1,-1-9,0 25,0 1,1 0,-1-1,0 1,0 0,1-1,-1 1,0-1,0 1,1 0,-1-1,0 1,0-1,0 1,0-1,0 1,0 0,0-1,0 1,0-1,0 1,0-1,0 1,0-1,0 1,0-1,0 1,-1 0,1-1,0 1,0-1,0 1,-1-1,1 1,0 0,-1-1,1 1,0 0,-1-1,1 1,0 0,-1 0,1-1,0 1,-1 0,1 0,-1 0,1-1,-1 1,1 0,-1 0,1 0,0 0,-1 0,1 0,-1 0,1 0,-1 0,1 0,-1 0,1 0,-1 0,1 1,0-1,-1 0,1 0,-1 0,1 1,0-1,-1 0,-2 10,0-1,1 1,0-1,1 1,0 0,0-1,1 1,0 0,1 0,0 0,1-1,0 1,0-1,1 1,0-1,1 0,0 0,1 2,2-1,0-1,1 0,0 0,0-1,1 0,0 0,0-1,1 0,0-1,0 0,0-1,1 0,0 0,0-1,0-1,1 0,-1 0,1-1,-1-1,4 1,55 7</inkml:trace>
  <inkml:trace contextRef="#ctx0" brushRef="#br0" timeOffset="7628.351">1833 1583,'14'617,"-13"-375,-2-239,0 0,1-1,-1 1,1 0,0 0,0 0,0 0,0 0,0 0,1 0,-1 0,1 0,0 0,0-1,0 1,0 0,0-1,1 1,-1-1,1 1,0-1,0 1,0-1,0 0,0 0,0 0,0 0,1-1,-1 1,1 0,-1-1,1 0,0 0,-1 1,1-2,0 1,2 0,12-3,1-2,-1-1,-1 0,1-1,-1 0,0-2,0 0,-1 0,0-2,1-1,-9 7,39-25</inkml:trace>
  <inkml:trace contextRef="#ctx0" brushRef="#br0" timeOffset="7869.282">1298 1998,'16'2,"21"1,30 0,27-1,26-3,18-3,9-1,-19 0</inkml:trace>
  <inkml:trace contextRef="#ctx0" brushRef="#br0" timeOffset="10239.293">2475 2211,'-11'-3,"1"1,-1 0,1 1,-1 0,0 0,1 1,-1 1,1 0,-1 0,1 1,-1 1,1-1,0 2,0-1,0 1,0 1,1 0,0 0,0 1,0 0,0 1,1-1,-5 7,-20 53,32-64,1 0,-1 0,1 0,0 1,0-1,0 0,0 0,0 0,0 0,0 1,1-1,-1 0,1 0,0 0,-1 0,1 0,0 0,0 0,0 0,1 0,-1-1,0 1,1 0,-1-1,1 1,0-1,-1 1,1-1,0 0,0 0,1 1,8 1,-1-1,1-1,-1 1,1-2,0 1,0-2,-1 1,1-2,-1 1,1-1,-1-1,1 0,-1 0,0-1,0-1,-1 1,1-1,-1-1,0 0,-1 0,1-1,-1 0,3-4,-4 6,0-1,-1-1,1 1,-1-1,-1 0,1 0,-1 0,-1-1,1 0,-1 0,0 0,-1-1,0 1,0-1,-1 0,0 0,0-5,-7 10,-1 20,5-11,-1 1,1-1,0 0,1 1,-1-1,1 0,0 1,0-1,1 1,-1-1,1 0,0 1,1-1,-1 0,1 0,0 0,1 0,-1 0,1-1,0 1,0-1,0 1,1-1,-1 0,1 0,0-1,0 1,1-1,-1 0,1 0,-1 0,1-1,0 1,0-1,0-1,0 1,1-1,-1 1,2-1,3-1,1 0,0-1,-1 0,1-1,-1 0,0-1,0 0,0 0,0-1,0-1,-1 1,1-1,-1-1,-1 0,1 0,-1-1,0 0,0 0,-1-1,0 0,-1 0,1-1,-2 0,1 0,-1 0,-1-1,1 1,-2-1,1 0,-1-1,1-8,3-41,-2 0,-3-1,-2 1,-3 0,-6-20,9 77,-8-74,8 77,0 0,0 1,0-1,-1 0,1 0,0 0,0 0,-1 0,1 0,0 0,0 0,-1 0,1-1,12 361,-13-113,1-247,1-1,-1 1,0 0,0 0,1 0,-1-1,0 1,0 0,1 0,-1 0,0 0,1 0,-1 0,0-1,1 1,-1 0,0 0,0 0,1 0,-1 0,0 0,1 0,-1 0,0 0,1 1,-1-1,0 0,1 0,-1 0,0 0,0 0,1 0,-1 1,0-1,0 0,1 0,-1 0,0 1,0-1,1 0,-1 0,0 1,0-1,0 0,0 0,1 1,2-5,4-5,1 1,0 0,0 1,0 0,1 0,0 1,0 0,1 1,-1 0,1 0,0 1,1 0,-1 1,1 0,0 1,-1 0,1 0,0 1,0 1,0 0,0 0,0 1,0 1,0 0,-1 0,1 1,-1 0,1 1,-1 0,0 1,4 3,-11-7,-1 1,1-1,0 1,-1 0,1 0,-1 0,0 0,0 0,0 1,0-1,0 1,0-1,0 1,-1 0,0-1,1 1,-1 0,0 0,0 0,-1 0,1 0,0 0,-1 0,0 0,0 1,0-1,0 0,-1 0,1 0,-1 0,1 0,-1 0,0 0,0 0,-1 0,1 0,-1-1,0 2,-7 4,1-1,-1-1,-1 1,0-1,1-1,-2 0,1-1,0 1,-1-2,0 0,0 0,0-1,0 0,0-1,-1 0,-8 2,-1-1,1 0,0-2,-1 0,1-1,0-1,0-1,-13-4,33 7,0-1,0 1,0 0,1 0,-1 0,0 0,0-1,0 1,0 0,0 0,0-1,0 1,0 0,1 0,-1 0,0-1,0 1,0 0,0 0,0-1,0 1,0 0,0 0,-1-1,1 1,0 0,0 0,0 0,0-1,0 1,0 0,0 0,0 0,-1-1,1 1,0 0,0 0,0 0,0 0,-1-1,1 1,0 0,0 0,0 0,-1 0,1 0,0 0,0 0,0 0,-1 0,1-1,0 1,0 0,-1 0,1 0,0 0,0 0,-1 0,1 1,21-6,261-18,-250 18,-1-1,-1-2,1 0,-1-2,-1-2,0-1,2-2,-28 14,0 0,0-1,0 1,0-1,0 0,0 0,-1 0,1 0,-1-1,1 1,-1-1,0 1,0-1,0 0,0 0,-1 0,1 0,-1 0,0 0,1 0,-1-1,-1 1,1 0,0-1,-1 1,0 0,0-1,0 1,0-1,0 1,-1 0,0-1,1 1,-1 0,0-1,-1 1,-1-1,0-1,0 1,-1 0,1 1,-1-1,0 0,0 1,-1 0,1 0,-1 0,1 1,-1 0,0-1,0 2,0-1,0 0,-3 1,5 0,0 0,0 1,0-1,0 1,0 0,0 0,0 0,0 0,0 1,0-1,0 1,0 0,0-1,0 1,0 1,1-1,-1 0,0 1,1-1,-1 1,1 0,-1 0,1 0,0 0,0 0,0 1,0-1,0 1,1-1,-2 2,1 3,0 0,0 0,1 0,0 0,0 0,1 0,0 0,0 0,0 1,1-1,0 0,1 0,-1 0,1 0,1-1,-1 1,1 0,0-1,1 0,0 0,0 0,0 0,0 0,1-1,0 0,0 0,1 0,-1-1,1 0,0 0,0 0,0 0,1-1,-1 0,1-1,6 2,-1-1,1 0,-1-1,1-1,0 0,-1-1,1 0,0-1,-1 0,1-1,-1 0,1-1,-1-1,0 0,0 0,-1-1,1-1,-1 0,0-1,-1 0,0 0,0-1,0 0,-1-1,0 0,-1-1,0 0,0 0,-1 0,-1-1,1 0,-2 0,0-1,1-2,8-30,-2 0,-2-1,-2 0,-2 0,-2-1,-1-40,-3 84,2-37,-1 0,-3 0,0 0,-5-16,7 53,0-1,0 0,0 0,0 0,-1 0,1 0,-1 1,0-1,0 0,0 0,0 1,0-1,0 1,-1-1,1 1,-1-1,0 1,0 0,0 0,0 0,0 0,0 0,0 0,-1 1,1-1,-1 1,1 0,-1-1,0 1,1 0,-1 0,0 1,0-1,1 1,-1-1,-3 1,0 3,0 0,0 0,0 1,0 0,0 0,1 0,0 1,0 0,0 0,1 0,-1 0,1 1,-2 4,-10 16,1 0,2 1,1 0,1 1,1 1,2-1,1 1,1 1,1-1,0 29,3-40,1 0,1 0,1 0,0 0,2 0,0-1,0 1,2-1,0 1,2-1,-1-1,2 1,0-1,1-1,1 1,0-2,1 1,1-1,0-1,0 0,2-1,-1-1,2 0,-1 0,2-1,1 0,-2-2,0-1,1 0,0-2,-1 1,2-2,-1 0,0-1,1-1,0 0,0-1,-1-1,1-1,0 0,-12 0,-1 0,1 0,-1 0,0 0,0-1,0 0,0 0,0 0,0-1,0 1,0-1,-1 0,1 0,-1 0,0 0,0 0,0-1,-1 0,1 1,-1-1,0 0,0 0,0 0,0-1,-1 1,0 0,0-1,0 1,0-1,0 0,1-16,-1 1,0-1,-1 1,-1-1,-2 1,0-3,-1 77,16 58,-11-108,0-1,0 0,0 0,0 0,1 0,-1-1,1 1,0 0,0 0,0-1,0 1,0-1,0 0,1 0,-1 0,1 0,0 0,-1 0,1-1,0 1,0-1,0 0,0 0,0 0,0 0,1 0,-1-1,0 1,0-1,0 0,1 0,-1 0,1-1,15-4,0 0,0-2,-1 0,0-1,-1-1,0-1,0 0,-1-1,0-1,-1 0,1-2,19-18,-45 75,9-38,1 0,-1 0,0 0,1 0,0 0,1 0,-1 0,1 0,0 0,0 0,0 0,1 0,-1-1,1 1,0 0,1-1,-1 1,1-1,0 0,0 0,0 0,1 0,-1-1,1 0,0 1,0-1,0 0,1-1,-1 1,1-1,-1 0,1 0,4 1,15 4,1-1,0-1,0-2,0 0,0-2,1 0,-1-2,0-1,1-1,-1-1,-1-1,1-1,-1-1,0-2,0 0,1-3,-11 7,0-2,-1 0,0 0,0-1,-1-1,0 0,0 0,-1-1,0-1,-1 0,-1-1,1 1,-2-2,0 1,0-1,-1-1,-1 1,4-11,-3-5,-2 1,-1-1,-1 1,-1-1,-2 0,-1 0,-1 0,-1 0,-2 0,-1 1,-1 0,-1 0,-5-6,-39-77,49 107,0-1,0 1,0 0,0 0,-1 0,0 0,0 0,0 1,0 0,0 0,-1 0,1 0,-1 1,0 0,0 0,1 0,-2 0,1 1,0 0,0 0,-3 0,0 2,1 1,0 0,0 1,0-1,1 1,-1 0,1 1,0 0,-1 0,2 0,-1 1,0 0,1 0,0 0,0 1,1-1,-1 1,1 0,0 1,1-1,0 1,-2 4,-7 13,1 2,0 0,2 0,2 0,0 1,1 0,2 0,1 1,1 0,1-1,2 1,0-1,2 1,2 3,-2-17,1 0,0 0,1-1,0 1,1-1,1 0,0-1,1 0,0 0,1 0,0-1,1 0,0-1,1 0,0-1,0 0,1-1,0 0,1-1,-1 0,1-1,1 0,-1-1,1-1,0 0,0-1,0 0,1-1,-1-1,10 0,-14-1,1-1,-1 0,1-1,-1 0,0 0,1-1,-1-1,0 1,-1-2,1 1,-1-1,0-1,0 0,-1 0,1 0,-1-1,-1-1,1 1,-1-1,-1 0,0-1,0 0,0 0,-1 0,0-1,-1 1,0-1,-1 0,0 0,0 0,-1-1,0-2,-2-7,-1 20,1 0,-1 0,0 1,0-1,1 0,-1 0,0 0,1 1,-1-1,0 0,1 1,-1-1,1 0,-1 1,0-1,1 1,-1-1,1 1,-1-1,1 1,-1-1,1 1,0 0,-1-1,1 1,0-1,-1 1,1 0,0-1,0 1,0 0,0 0,-1-1,1 1,0 0,0-1,0 1,1 0,-1 0,0-1,0 1,-2 4,0-1,0 1,0 0,1 0,-1 0,1 0,0 0,1 0,-1 0,1 0,0 0,1 0,-1 0,1 0,0 0,0 0,0 0,1 0,0-1,0 1,0-1,0 1,1-1,0 1,-1-1,2 0,-1 0,0-1,1 1,2 1,6-2,0-1,0 0,0 0,0-2,0 1,0-2,0 1,0-2,0 0,0 0,0-1,0 0,-1-1,11-5,-13 6,-1 0,0 0,1 0,-2-1,1 0,0-1,-1 0,0 0,0 0,0-1,-1 0,0 0,0-1,-1 0,1 0,-1 0,-1-1,0 0,3-5,-7 19,-1-1,2 1,-1 0,1 0,-1-1,2 1,-1 0,0-1,1 1,0-1,1 0,-1 1,1-1,0 0,0-1,1 1,-1 0,1-1,3 3,0 0,0-1,1 0,0-1,0 0,0 0,1 0,-1-1,1 0,0-1,0 0,0-1,1 0,-1 0,1-1,-1 0,1 0,-1-1,1-1,-1 1,1-2,-1 1,1-1,-1-1,0 1,0-2,0 1,0-1,-1-1,1 1,-1-2,0 1,-1-1,1 0,-1 0,0-1,-1 0,0 0,0-1,1-1,24-65,-31 74,1 0,-1 0,0-1,1 1,-1 0,0 0,1 0,-1 0,1 0,-1 0,0 0,1 0,-1 0,1 1,-1-1,0 0,1 0,-1 0,0 0,1 0,-1 1,0-1,1 0,-1 0,0 0,1 1,-1-1,0 0,0 1,1-1,-1 0,0 1,0-1,0 0,1 1,-1-1,0 0,0 1,0-1,0 0,0 1,0-1,0 1,0-1,0 0,0 1,0-1,0 1,0-1,0 0,0 1,0-1,0 0,0 1,-1-1,1 0,0 1,0-1,0 0,-1 1,1-1,0 0,-1 1,1-1,1 2,0 8,0 0,1 0,0-1,1 1,0-1,0 1,1-1,0 0,1 0,0-1,0 0,1 0,0 0,1 0,-1-1,1 0,1 0,-1-1,1 0,1-1,-1 1,6 1,20 5,-3-4</inkml:trace>
  <inkml:trace contextRef="#ctx0" brushRef="#br0" timeOffset="10490.126">6138 2011,'18'11,"22"11,25 6,1-2</inkml:trace>
  <inkml:trace contextRef="#ctx0" brushRef="#br0" timeOffset="11024.781">7221 2265,'-107'-67,"105"66,0 0,0 1,0-1,0 1,0 0,0-1,0 1,-1 0,1 0,0 1,0-1,0 0,0 1,0-1,0 1,0 0,0-1,1 1,-1 0,0 0,0 0,0 0,1 1,-1-1,1 0,-1 1,1-1,-1 1,1 0,0-1,0 1,0 0,0 0,0 0,0-1,1 1,-1 0,0 0,1 0,0 0,-1 2,0 2,-1 0,1 0,0 0,1 0,0 1,0-1,0 0,1 0,0 0,0 0,0 0,1 0,2 5,-3-8,1 0,0 0,0 0,1-1,-1 1,0-1,1 1,0-1,-1 0,1 0,0 0,0-1,0 1,0-1,1 1,-1-1,0 0,0 0,1-1,-1 1,1-1,-1 1,0-1,1 0,-1 0,1-1,-1 1,1-1,-1 0,1 0,6-1,0-1,-1 0,1 0,-1-1,0 0,0-1,0 0,-1 0,8-7,-7 3,1 0,-2-1,0 0,0-1,-1 0,0 0,0 0,-2-1,1 0,-1 0,-1-1,0 1,-1-1,-1 0,2-11,-2 2,-1-1,0 1,-2 0,0-1,-1 1,-2 0,0 0,-7-19,9 34,0 0,0 0,-1-1,0 2,0-1,0 0,-1 1,0-1,-1 1,1 0,-1 0,0 1,-1-1,1 1,-1 0,4 5,1-1,-1 0,1 1,-1-1,1 1,-1-1,1 1,-1 0,1 0,-1-1,0 1,1 0,-1 1,0-1,1 0,-1 0,1 1,-1-1,1 1,-1-1,1 1,-1 0,1-1,-1 1,1 0,0 0,-1 0,1 0,0 0,0 0,0 1,0-1,0 0,0 1,0-1,0 0,1 1,-1-1,0 1,-22 63,19-48,2 0,0 0,1 1,0-1,2 0,0 0,1 1,0-1,2 0,0-1,1 1,0-1,1 0,1 0,1 0,0-1,1 0,1-1,0 0,1 0,0-1,1-1,1 0,0-1,0 0,1-1,0 0,1-1,5 2,-1-3,0 0,1-2,0 0,0-1,0-1,1-1,0-1,-1 0,1-2,0 0,0-2,-1 0,1-1,-1-1,0-1,0-1,0-1,-1 0,0-2,0 0,-1-1,0 0,-1-2,0 0,-1-1,0-1,-1 0,5-8,18-46,-38 66,1 1,-1-1,1 0,-1 1,0-1,1 0,-1 1,0-1,0 0,0 1,0-1,-1 0,1 1,0-1,-1 0,1 1,-1-1,0 1,1-1,-1 0,0 1,0 0,0-1,0 1,0 0,0-1,0 1,-1 0,1 0,0 0,-1 0,1 0,0 0,-1 0,1 1,-1-1,0 1,1-1,-1 1,0-1,1 1,-1 0,0 0,-4-1,0 1,1 0,-1 1,0-1,0 1,0 0,0 1,1-1,-1 1,1 0,-1 1,1-1,0 1,0 0,0 0,0 1,0 0,-1 2,3-5,1 1,0 0,0 0,-1 0,2 0,-1 1,0-1,0 1,1-1,-1 1,1-1,0 1,0 0,0 0,0-1,0 1,0 0,1 0,0 0,-1 0,1 0,0 0,1 0,-1 0,0 0,1 0,0-1,-1 1,1 0,0 0,1 0,-1-1,0 1,1-1,-1 1,1-1,1 2,7 5,1-1,1 0,-1-1,1 0,1 0,-1-1,1-1,0 0,0-1,0-1,1 0,0 0,-1-1,5-1,-16-1,230 24,-120-19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48.8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78 1,'-16'4,"-8"5,3 2,10-1,6-1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49.5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75 851,'117'-215,"-82"160,-3-2,-3-2,18-51,-40 95,-1 0,-1-1,0 0,-1 0,-1 0,-1 0,0 0,-1 0,-1-1,0 1,-1 0,-1-1,0 1,-1 0,-1 0,-1 1,-2-5,4 15,-1 0,0 0,-1 0,1 1,-1 0,0 0,0 0,0 0,0 1,-1 0,0 0,1 0,-1 1,0 0,0 0,0 0,-1 1,1 0,0 0,0 1,-1-1,1 1,0 1,-1-1,1 1,0 0,-1 1,1-1,0 1,0 1,1-1,-1 1,0 0,1 0,-1 0,1 1,0 0,0 0,1 0,-1 1,1 0,-3 3,-4 5,0 1,0 1,1 0,1 0,1 0,0 1,1 1,0-1,2 1,0 1,1-1,0 0,0 15,1-1,2 0,1 0,1 0,2 0,1 0,1 0,6 17,-4-20,1 0,1-1,1 0,1 0,2-1,1-1,0 0,2 0,1-2,1 0,1-1,0-1,2-1,1-1,22 16,-32-28,1 0,-1-2,1 1,0-2,0 0,1 0,12 1,-21-4,0 0,1-1,-1 0,0 0,0 0,0 0,1-1,-1 0,0 0,0 0,0-1,0 0,-1 0,1 0,0 0,-1-1,1 0,-1 0,0 0,0 0,0-1,1 0,1-5,0-1,-1 1,0-1,0 0,-1 0,0 0,-1 0,0-1,1-8,-4 26,0 1,1 0,-1 0,2 0,-1-1,1 1,0-1,1 1,-1-1,3 2,-2-2,0 0,1-1,0 0,0 0,1 0,0-1,0 1,0-1,0 0,1-1,0 1,0-1,0 0,1-1,-1 0,1 0,0 0,0-1,0 1,0-2,0 1,0-1,0 0,1-1,-1 1,0-1,1-1,-1 0,0 0,0 0,1-1,-1 0,0 0,-1-1,1 0,0 0,-1 0,1-1,-1 0,0 0,-1-1,1 0,-1 0,0 0,0 0,0-1,-1 0,0 0,3-6,-4 7,-1-1,0 1,0-1,-1 0,0 1,0-1,0 0,-1 0,0 0,0 0,0 0,-1 1,1-1,-2 0,1 0,-1 1,1-1,-2 0,1 1,0 0,-1 0,0-1,-1 2,1-1,-1 0,1 1,-2-1,1 1,0 0,-1 1,1-1,-1 1,0 0,0 0,-1 0,1 1,-1 0,1 0,-4-1,-1 1,0 0,0 1,1 0,-1 0,0 1,0 1,0 0,0 0,0 0,0 2,0-1,1 1,-4 2,7-3,1 0,0 0,0 1,0 0,0 0,0 0,0 1,1-1,0 1,0 0,0 0,0 1,0-1,1 1,0 0,0 0,0 0,1 0,0 1,0-1,0 1,0-1,0 5,2-5,0 0,1 1,-1-1,1 0,0 0,1 0,-1-1,1 1,0 0,0 0,0-1,1 1,-1-1,1 0,0 0,1 0,-1 0,1 0,-1-1,1 0,0 0,0 0,1 0,-1 0,1-1,2 1,42 23</inkml:trace>
  <inkml:trace contextRef="#ctx0" brushRef="#br0" timeOffset="688.669">1452 837,'-14'-12,"-1"1,0 1,0 0,-1 1,0 0,-1 2,0 0,-12-3,21 7,0 1,0 0,-1 0,1 1,0 0,-1 1,1 0,0 0,-1 1,1 0,0 0,-1 1,1 0,0 1,0 0,1 0,-1 0,0 1,-4 4,7-5,1 1,-1 0,1 0,0 0,1 0,-1 1,1-1,0 1,0 0,0 0,1 0,0 1,0-1,0 0,1 1,-1 2,1-5,1 0,0 0,-1 0,1 0,0 0,1 0,-1 0,0 0,1 0,0-1,0 1,0 0,0 0,0-1,0 1,1 0,-1-1,1 1,0-1,0 0,0 0,0 1,0-1,0-1,0 1,1 0,-1 0,1-1,-1 1,1-1,0 0,0 0,9 3,1-1,-1-1,1 0,0-1,-1 0,1-1,0 0,0-1,-1 0,1-1,0-1,-1 0,0 0,0-2,0 1,0-1,-1-1,0 0,10-7,-15 8,0 1,-1-1,1 0,-1-1,0 1,-1-1,1 0,-1 0,0-1,0 1,-1-1,0 0,0 0,0-4,-3 107,8-33,3-1,2-1,5 7,8 39,-8-28,-4 0,-3 1,-1 70,-10-150,1 5,0 0,-1 0,0 0,0 0,0 0,-1 0,0 0,0 0,0 0,0-1,-1 1,1 0,-1-1,-1 1,1-1,-1 0,1 0,-1 0,-3 4,4-8,1 0,0 1,0-1,0 0,0 0,0 0,-1 0,1 0,0 0,0-1,0 1,0 0,0-1,0 1,0 0,0-1,0 1,0-1,0 0,0 1,0-1,0 0,0 0,0 1,0-1,1 0,-1 0,0 0,1 0,-1 0,1 0,-1 0,1 0,-1 0,1 0,-6-14,1 0,1 0,0 0,1 0,0-1,2 1,-1-1,2 1,0-1,1 1,1-1,0 1,2-6,15-54,2 1,4 2,3 0,3 2,3 1,38-58,-48 84,85-157,-89 167,-20 34,0-1,1 0,-1 1,0-1,0 0,1 0,-1 1,0-1,0 0,1 0,-1 0,0 0,0 1,1-1,-1 0,0 0,1 0,-1 0,0 0,1 0,-1 0,0 0,1 0,-1 0,0 0,1 0,-1 0,0 0,1 0,-1 0,0 0,1 0,-1 0,0 0,0 0,1-1,-1 1,0 0,1 0,-1 0,0-1,0 1,-10 71,-3 76,14-138,0 0,0 0,0-1,1 1,1 0,-1-1,1 0,1 0,0 0,0 0,0 0,1-1,0 0,1 0,4 5,-7-8,1-1,0 1,0-1,0 0,0 0,1 0,-1 0,1-1,-1 0,1 0,0 0,0 0,0-1,0 0,0 0,1 0,0 0,17-3</inkml:trace>
  <inkml:trace contextRef="#ctx0" brushRef="#br0" timeOffset="939.538">2054 383,'9'7,"12"6,2 2</inkml:trace>
  <inkml:trace contextRef="#ctx0" brushRef="#br0" timeOffset="1412.321">2762 757,'-50'-8,"-1"3,0 2,0 2,-11 3,52-1,-1 0,1 1,0 1,0-1,1 2,-1-1,1 1,-1 1,-1 1,7-4,1 0,0 0,-1 1,1-1,0 1,1 0,-1 0,0 0,1 0,0 0,0 1,0-1,0 1,0-1,0 1,1 0,0-1,0 1,0 0,0 0,1 0,-1 0,1 0,0 0,0 0,1 1,0-1,0 1,0-1,0 1,1-1,0 0,0 0,0 1,0-2,1 1,-1 0,1 0,0-1,0 1,1-1,-1 0,1 0,-1 0,1-1,0 1,1 0,93 36,-60-30,-1-2,1-2,0-1,1-2,-1-2,1-1,-1-2,0-1,0-3,-1-1,13-5,-41 11,0 0,0-1,0-1,0 1,-1-1,0-1,1 0,-1 0,-1 0,1-1,-1 0,1-2,-9 8,1 0,-1 1,1-1,-1 0,1 0,-1 0,1 0,-1 0,1-1,-1 1,1 0,-1 0,1 0,-1 0,1-1,-1 1,1 0,-1 0,1-1,-1 1,1 0,-1-1,1 1,0 0,-1-1,1 1,0-1,-1 1,1-1,0 1,0 0,-1-1,1 1,0-1,0 1,0-1,0 0,0 1,0-1,0 1,0-1,0 1,0-1,0 1,0-1,0 1,0-1,0 1,0-1,-1 4,-1 0,1-1,0 1,0 0,0 1,0-1,1 0,-1 0,1 0,0 0,0 0,0 1,0-1,0 0,1 0,0 0,-1 0,1 0,0 0,0 0,1 0,-1 0,1 0,-1 0,1-1,0 1,0-1,0 1,0-1,1 0,-1 0,1 0,-1 0,1 0,0-1,-1 1,1-1,0 1,0-1,0 0,0 0,0-1,0 1,0-1,2 1,6 3,1 0,0-1,0 0,0-1,0-1,0 0,0 0,0-1,0 0,1-2,-1 1,0-1,0-1,-1 0,1-1,0 0,-9 2,1 0,-1 1,0-2,0 1,-1 0,1-1,0 1,-1-1,0 0,1 0,-1 0,0 0,-1 0,1 0,0 0,-1-1,0 1,0-1,0 1,0-1,0 0,-1 1,0-1,1 1,-1-1,-1 0,1 1,0-1,-1 0,0 1,0-1,0 1,0-1,-1 1,1 0,-1 0,0-1,0 1,0 0,0 0,0 1,-3-3,-2-4,-1 0,0 1,-1 0,1 1,-1 0,-1 0,0 1,0 0,0 0,0 2,-1-1,0 1,0 0,0 1,0 1,-1 0,1 0,-1 1,1 0,-1 1,-5 1,11 1,0 0,1 0,-1 0,1 1,-1 0,1 0,0 0,0 0,1 1,-1 0,1 0,0 0,0 1,0-1,0 1,1 0,0 0,0 0,0 1,0-1,1 1,0-1,0 1,1 0,0 0,0 0,0 0,1 0,-1 0,1 0,1 0,-1 0,1 0,0 0,1-1,-1 1,1 0,0-1,1 1,-1-1,1 1,0-1,0 0,1 0,-1-1,2 2,25 11,-1-6</inkml:trace>
  <inkml:trace contextRef="#ctx0" brushRef="#br0" timeOffset="1670.629">3443 503,'-15'-2,"-16"-1,-5 4,-3 7,4 7,8 7,9 7,11 6,7-4</inkml:trace>
  <inkml:trace contextRef="#ctx0" brushRef="#br0" timeOffset="1911.986">3484 1051,'18'16,"15"7,12 1,11-5,9-5,8-5,5-9,-10-4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47.9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614 212,'-56'3,"0"2,1 2,0 3,0 2,-52 19,105-31,-15 4,0 1,0 1,0 0,0 1,1 0,0 2,1 0,0 0,0 2,1 0,0 0,1 1,-1 3,13-13,-1 0,1 0,0 1,0-1,0 0,0 1,0-1,1 1,-1-1,1 1,-1-1,1 1,0-1,0 1,0-1,1 1,-1-1,0 1,1-1,0 1,-1-1,1 0,0 1,0-1,1 0,-1 1,0-1,1 0,-1 0,1 0,0 0,0 0,72 49,143 34,-153-64,-2 3,0 3,4 5,-58-29,1 1,-1 1,-1-1,1 1,-1 0,1 1,-2 0,1 0,-1 0,1 1,-2 0,1 0,-1 1,0-1,-1 1,0 0,0 0,0 1,1 5,-7-9,1-1,-1 1,1-1,-1 1,-1-1,1 0,0 0,-1 0,0 0,0 0,0-1,-1 1,1-1,-1 0,0 0,1 0,-1 0,-1-1,1 1,0-1,-1 0,1-1,-1 1,1-1,-1 0,0 0,-3 0,-22 7,-1-1,0-2,-1-1,1-1,-1-2,1-1,-1-1,1-2,-2-1,7-3,22 1,11 1</inkml:trace>
  <inkml:trace contextRef="#ctx0" brushRef="#br0" timeOffset="709.405">1336 720,'-24'-1,"0"1,0 1,0 1,0 1,1 1,-1 1,1 1,0 1,0 1,1 1,0 1,1 1,-14 10,32-20,0 1,0 0,-1 0,2 0,-1 0,0 1,0-1,1 1,-1 0,1-1,0 1,0 0,0 0,0 1,0-1,1 0,-1 1,1-1,0 1,0-1,1 1,-1-1,1 1,-1 0,1-1,0 1,0 0,1-1,-1 1,1 0,0-1,0 1,0-1,0 1,1-1,-1 0,1 0,0 1,0-1,0 0,1-1,-1 1,1 1,9 2,-1 0,1 0,0-1,0 0,0-1,1-1,0 0,0-1,-1 0,1-1,0 0,13-1,-3-1,0 0,0-1,0-1,-1-2,1 0,-1-1,-1-1,1-1,-1-1,0-1,-1-1,0 0,-1-2,0 0,-1-1,-1-1,0-1,-1 0,-1-1,0-1,-1 0,-1-1,6-14,-1-3,-3-1,0 0,-3-1,-1-1,-2 0,-1 0,-3-1,-1 0,-1 0,-3-4,2 28,-2 0,0 1,0-1,-1 0,-1 0,-1 1,0-1,-1 1,-1 0,0 0,-1 0,-1 1,0 0,-1 0,0 0,-8-8,12 20,1-1,-1 1,0 0,0 0,0 0,0 0,0 1,0 0,0-1,0 2,-1-1,1 0,0 1,-1 0,1 0,0 0,-1 0,1 1,0 0,-1 0,1 0,0 0,0 1,0-1,0 1,0 0,1 1,-1-1,0 0,1 1,0 0,-1 0,1 0,0 0,1 1,-1-1,1 1,-1-1,1 1,0 0,0 0,1 0,-2 3,-6 12,1 0,0 0,2 1,0 0,1 1,1-1,1 1,1 0,0 0,2 0,1 9,2 11,2-1,1 1,3-1,1-1,7 18,0-9,3 0,1-2,2 0,2-2,2-1,27 32,-54-75,5 8,-1-1,1-1,1 1,0-1,0 0,0 0,0 0,1-1,0 0,0-1,0 1,1-1,-1-1,1 1,0-2,2 2,-6-6,1 1,-1-1,0 1,0-1,0 0,0-1,0 1,-1-1,1 1,-1-1,0 0,1-1,-1 1,-1 0,1-1,0 0,-1 0,0 1,0-1,0 0,0-1,-1 1,1-1,10-18,-6 12,0 1,1-1,0 1,1 0,0 1,0 0,1 0,0 1,1 0,0 1,0 0,0 0,1 1,0 0,0 1,1 0,0 1,-1 1,1 0,1 0,-11 2,1 1,0 0,0 0,0-1,0 2,0-1,0 0,0 1,0-1,0 1,0 0,0 0,0 0,-1 0,1 0,0 1,-1-1,1 1,-1 0,0 0,1 0,-1 0,0 0,0 0,0 1,0-1,-1 0,1 1,-1 0,1-1,-1 1,0 0,0 0,0 0,-1 0,1-1,-1 1,1 0,-1 0,0 2,-20 145,20-148,0 0,0 0,0 0,1 0,-1 0,1 0,-1 0,1 0,0 0,0 0,0-1,0 1,0 0,0 0,1-1,-1 1,0-1,1 1,-1-1,1 0,0 0,-1 1,1-1,0 0,0-1,0 1,-1 0,1 0,0-1,0 1,0-1,0 0,2 1,73 3,-70-4,41-2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3:43.43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268 663,'-7'14,"-2"9,0 5,2 0,2-2,2-6</inkml:trace>
  <inkml:trace contextRef="#ctx0" brushRef="#br0" timeOffset="1897.105">107 678,'6'59,"-3"2,-2-1,-4 0,-1 0,-4 0,-1-1,-4 0,-2-1,-14 34,5-40,16-55,4-56,35-394,-2 149,-29 299,1-1,-1 1,1-1,0 1,1 0,-1-1,1 1,0 0,1 0,-1 0,1 0,0 1,0-1,1 1,-1 0,1 0,0 0,0 0,0 0,0 1,1 0,0 0,-1 0,1 1,0-1,0 1,0 0,5 0,2 1,1 1,0 0,0 1,-1 0,1 1,0 1,-1 0,0 1,0 0,0 1,0 0,0 1,-1 0,0 0,-1 2,0-1,0 1,7 7,-13-11,1 0,-1 1,0-1,0 1,-1 0,1 0,-1 0,0 0,-1 0,1 1,-1-1,0 1,0 0,-1 0,0 0,0-1,0 1,0 0,-1 0,0 0,-1 0,1 0,-1 0,0 0,-1 0,1 0,-1 0,0-1,-4 6,-1-1,0 0,0-1,0 1,-1-1,-1-1,0 0,0 0,0-1,-1 0,0 0,0-1,-5 1,-14 7,0-1,-1-1,-1-2,-11 2,-54 6,178 36,204 213,-271-253,0-2,1 1,0-2,1 0,1-1,15 6,-26-13,0 0,0-1,0 0,0 0,0-1,0 0,0 0,0-1,0 0,0 0,1-1,-1 1,0-1,0-1,0 0,0 0,0 0,-1-1,1 0,3-2,0-2,-1 0,1-1,-1 0,-1 0,0-1,0 0,0-1,-1 0,-1 0,0 0,0-1,-1 0,0 0,-1 0,0-1,-1 1,0-1,-1 0,-1 0,1 0,-2 0,0 0,0 0,-2-6,2 15,0 0,-1 0,1-1,-1 1,0 0,0 0,0 0,0 0,-1 0,1 0,-1 1,0-1,0 0,0 1,0-1,0 1,0 0,-1 0,1 0,-1 0,1 0,-1 0,0 1,0-1,0 1,0 0,0 0,0 0,0 0,0 0,0 1,-1-1,1 1,0 0,0 0,-1 0,1 0,0 1,0 0,0-1,0 1,0 0,0 0,0 1,0-1,0 1,-1 0,-3 3,-1 0,2 1,-1 0,1 0,-1 0,2 1,-1 0,1 0,0 1,0-1,1 1,0 0,1 0,0 1,0-1,-1 4,3-6,-1 0,1 0,0 0,0 1,0-1,1 0,0 0,0 0,1 0,0 1,0-1,0 0,1 0,0 0,0-1,0 1,1 0,0-1,0 1,0-1,1 0,-1 0,5 4,7 0,0 0,0-1,0-1,1 0,1-1,-1-1,1 0,0-1,0-1,0-1,0 0,0-1,0-1,1-1,-1 0,0-1,7-3,-4 3,1-1,0-1,-1-1,0-1,0 0,-1-2,0 0,0-2,-1 0,0 0,0-2,-1 0,-1-1,0-1,-1 0,-1-2,0 1,-1-1,8-13,-7 2,-1 1,-1-2,-1 0,-1 0,-2-1,-1 0,-1 0,1-16,6-238,-13 262,1 8,0 0,-2 1,0-1,0 0,-1 1,-1-1,0 1,-4-12,6 22,1 1,-1-1,1 1,-1-1,0 1,1 0,-1-1,0 1,0 0,0 0,0 0,0 0,0-1,0 1,-1 1,1-1,0 0,-1 0,1 0,0 1,-1-1,1 1,-1-1,1 1,-1-1,1 1,-1 0,1 0,-1 0,1 0,-1 0,1 0,-1 0,0 0,1 1,-1-1,1 1,0-1,-1 1,1-1,-1 1,1 0,0 0,-2 0,-47 51,44-44,1 1,-1 0,2 0,0 0,0 1,0-1,1 1,1 0,0 0,0 0,1 0,-1 9,-9 345,9-333,1-1,2 1,1-1,1 1,1-1,2 0,1 0,1-1,2 0,1 0,1-1,8 11,-16-33,1 0,0 0,1-1,-1 0,1 0,0 0,1 0,-1-1,1 0,0-1,0 1,0-1,0 0,0-1,1 0,-1 0,1-1,0 0,-1 0,1-1,0 0,-1 0,1 0,0-1,-1-1,1 1,2-2,21-5,0-2,-1-2,0 0,20-13,-20 9</inkml:trace>
  <inkml:trace contextRef="#ctx0" brushRef="#br0" timeOffset="2744.345">1992 1198,'-6'-6,"0"1,0-1,0 1,-1 0,0 1,1 0,-2 0,1 0,0 1,-1 0,0 0,1 1,-1 0,0 1,0-1,0 1,0 1,-1 0,1 0,0 0,0 1,0 1,0-1,0 1,0 0,1 1,-1 0,1 0,0 1,-1 0,1 0,-2 3,-33 55,41-60,1 0,-1 0,1 0,-1-1,1 1,0 0,-1 0,1 0,0 0,0 0,0 0,1 0,-1 0,0-1,1 1,-1 0,1 0,0 0,-1-1,1 1,0 0,0-1,0 1,0 0,0-1,1 1,-1-1,0 0,1 0,-1 1,1-1,0 0,-1 0,1 0,0 0,-1-1,2 1,2 1,0 0,1-1,-1 0,1 0,-1-1,1 1,0-1,-1 0,1-1,-1 1,1-1,-1 0,1 0,-1-1,0 0,1 0,-1 0,0-1,0 1,-1-1,5-3,0-1,0 1,-1-1,0-1,0 1,-1-1,0-1,0 1,-1-1,0 0,3-8,-1 9,-10 30,1-10,1-6,0 0,0 0,1 0,0-1,1 1,-1 0,1 0,0-1,0 1,1-1,0 1,0-1,0 0,0 0,1-1,0 1,0-1,0 1,0-1,1-1,0 1,0-1,0 1,0-1,0-1,1 1,-1-1,1 0,-1 0,1-1,0 1,0-1,0 0,0-1,0 0,0 0,11 1,-1-1,1 0,-1-1,1-1,-1-1,1 0,-1-1,0-1,-1 0,1-2,-1 1,0-2,-1 0,0-1,0 0,-1-1,0 0,0-1,-1-1,-1 0,0 0,-1-1,0-1,-1 0,-1 0,0-1,0 0,-2 0,0-2,11-41,-3-1,-2-1,-3 0,-3 0,-2-1,-3-20,3-39,-6-1,-5 1,-16-76,22 191,0-4,0 1,-1-1,0 1,0 0,-1 0,0 0,0 0,-1 0,-3-5,6 12,0 1,1-1,-1 1,0-1,1 1,-1-1,0 1,0 0,1-1,-1 1,0 0,0 0,0-1,0 1,1 0,-1 0,0 0,0 0,0 0,0 0,0 0,1 0,-1 0,0 1,0-1,0 0,0 1,1-1,-1 0,0 1,0-1,1 1,-1-1,0 1,1-1,-1 1,0 0,1-1,-1 1,1 0,-1-1,1 1,0 0,-1 0,1-1,0 1,-1 0,1 0,0 0,0 0,0-1,0 1,0 0,0 0,0 0,-9 22,2 0,1 1,1 0,1-1,0 2,2-1,1 5,0-8,-6 64,3 1,5-1,3 1,4-1,3 0,5-1,3 0,3-2,14 27,-31-92,1 0,1 0,0-1,1 0,1 0,0-1,1 0,1-1,0 0,1-1,1 0,0-1,0 0,1-1,1-1,3 3,-11-11,1 0,-1 0,0 0,1-1,-1 0,1-1,0 0,-1 0,1 0,-1-1,1 0,-1 0,1-1,-1 0,0-1,0 1,0-1,0-1,-1 1,1-1,1-2,6-3,0-1,-1-1,-1 0,0-1,0 0,-1-1,-1 0,0-1,-1 0,12-20,-18 46,-4 1,-1-6,0-1,1 1,0 0,1 0,-1-1,1 1,0 0,1 0,0 0,0 0,0-1,1 1,0-1,1 1,-1-1,1 0,0 1,1-2,-1 1,1 0,0-1,1 1,-1-1,1 0,0-1,3 3,0-3,0 0,1 0,-1-1,1 0,0-1,0 0,0 0,0-1,0 0,1 0,7-1,21-3</inkml:trace>
  <inkml:trace contextRef="#ctx0" brushRef="#br0" timeOffset="2996.672">3088 891,'-16'-5,"-9"-3,-8-3,-3-2,-2 0,2-2,5 3</inkml:trace>
  <inkml:trace contextRef="#ctx0" brushRef="#br0" timeOffset="3144.287">2433 678,'28'0,"28"0,29 0,24 0,19 2,8 3,-20 1</inkml:trace>
  <inkml:trace contextRef="#ctx0" brushRef="#br0" timeOffset="3312.834">3517 1092,'-5'16,"-1"12,0 5,1 3,9-1,7-2,10-4,7-7,-1-8</inkml:trace>
  <inkml:trace contextRef="#ctx0" brushRef="#br0" timeOffset="3514.295">3596 450,'5'7,"1"2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06.83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14.16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206 149,'-29'138,"7"-8,19 84,29-120,-10-54,-13-28,2 0,-1-1,2 0,-1 0,2 0,-1 0,1-1,1 0,0-1,0 0,1 0,0-1,11 8,10 3,2-1,0-1,1-2,1-1,0-1,1-3,22 5,3 4,63 12,85-24,64 12,62-20,-202-12,81-19,-41-17,-19-28,-83 2,-47 46,-1 2,0 0,-2-2,-1 0,-2-1,5-12,-15 25,3-2,-1 0,-1-1,-1 0,-1-1,0 1,-2-1,0 0,-2-1,0-1,-4-131,1 147,0 1,-1 0,0 0,0 0,0 0,-1 0,0 0,0 0,0 1,-1 0,0-1,0 1,0 1,-1-1,0 1,0-1,-2 0,-15-17,6 10,1 1,-1 1,-1 0,0 1,0 0,-1 2,0 0,0 1,-10-1,23 5,-142-25,-20 14,29-4,-89 11,140 7,-571-1,514 15,-107-8,90 20,148-26,-1 1,1 1,0 1,0-1,0 2,1 0,-1 0,1 1,0 1,1 0,0 1,0 0,0 0,1 1,1 1,-1 0,1 0,1 0,-1 3,-27 54,16-31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19.8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205 67,'-12'25,"1"-1,2 2,0-1,1 1,2 0,1 1,1 0,1 0,1 0,2 0,1 10,-1-4,1 0,2-1,1 1,1 0,2-1,2-1,3 10,64 147,-72-177,0-1,1 1,1-1,0 0,0 0,0 0,2-1,-1 0,1-1,0 0,1 0,0 0,3 1,48 31,-31-19,0-2,1-2,0 0,2-2,8 2,-23-11,0-1,0 0,1-1,-1-1,1-1,0 0,5-1,386-2,-262-27,0-4,21-34,-51 22,-57 23,50-35,63-19,-112 47,27-20,-75 36,0 0,-1 0,0-2,-1 1,-1-1,0-1,3-6,6-84,-13-59,-8 100,2 59,0 0,-1 0,0 0,0 0,0 0,0 0,-1 0,0 0,0 0,0 1,-1-1,0 1,1-1,-2 1,1 0,0 0,-1 1,0-1,1 1,-2-1,-93-52,67 41,-5 0,0 1,-1 2,0 2,-26-4,5 1,-117-27,27 19,-128 19,97 16,5 12,44-12,-40 12,73-13,-128 27,203-36,-1 1,1 0,1 2,-1 0,1 2,1 0,-1 1,2 1,-1 1,-14 12,-3 0,-8 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4.0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648 294,'-18'-4,"1"0,-1 2,0 0,0 1,0 1,1 0,-1 2,0 0,0 1,1 0,-1 2,1 0,0 1,1 1,-1 0,1 1,1 1,0 0,-13 11,1 1,0 1,2 1,1 2,0 0,2 1,1 2,1 0,2 1,-13 27,-17 71,46-121,1 1,0-1,0 1,0 0,1-1,0 1,0 0,1 0,0-1,0 1,0-1,1 1,0-1,0 1,1-1,0 0,0 0,3 4,0-5,0 0,1 0,-1-1,1 0,0 0,1-1,-1 0,0 0,1 0,0-1,0 0,-1-1,1 0,0 0,0-1,0 0,0 0,0-1,0 0,0 0,0 0,0-2,0 1,-1-1,1 0,-1 0,3-2,19-9,-1-2,0-1,-2 0,0-2,-1-2,-1 0,0-1,-2-1,-1-1,-1-1,-1-1,-1-1,-1-1,-2 0,-1-1,-1 0,-1-1,-2 0,-1-1,-1 0,0-14,-3 22,-1-1,0 0,-2 1,-1-1,-1 0,-1 0,-1 0,-2 1,0-1,-1 1,-5-15,8 34,0-1,0 1,0-1,0 1,-1 0,0 0,0 0,0 1,0-1,0 1,-1 0,0-1,1 2,-1-1,0 0,0 1,-1 0,1-1,0 2,-1-1,0 1,1-1,-1 1,0 0,1 1,-1-1,0 1,0 0,1 0,-1 1,0-1,0 1,1 0,-1 0,0 1,1-1,-2 2,-5 2,1 0,-1 1,1 0,1 1,-1 0,1 1,0 0,1 0,0 1,0 0,1 0,0 1,0 0,1 0,1 1,0-1,-3 10,1-2,1 0,2 0,-1 1,2 0,1 0,0 0,1-1,1 2,1-1,3 16,8 15,2-1,2-1,3 0,1-1,3-1,21 32,-23-39,15 27,17 31,-4 2,-3 8,-35-76,-4-8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4.7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0,'7'3,"13"0,16 0,16 0,16-2,8-2,1-2,-4 1,-13 2,-17 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4.9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50,'21'0,"19"-3,23-2,17-3,14-2,7-3,-14 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6.2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0,'3'0,"6"0,15 0,16 3,21 0,22 0,19 0,14-2,7 0,-3 0,-20-1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6.7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1,'0'53,"0"-52,0 0,0 1,1-1,-1 0,0 0,1 0,-1 1,0-1,1 0,-1 0,1 0,0 0,-1 0,1 0,0 0,0 0,0 0,0-1,-1 1,1 0,0 0,0-1,0 1,1 0,-1-1,0 1,0-1,0 0,0 1,0-1,1 0,-1 0,0 0,0 1,0-1,1-1,-1 1,0 0,0 0,1 0,-1-1,0 1,1-1,-1-1,0 1,1 0,-1 0,0 0,0-1,0 1,0 0,0-1,0 1,0-1,-1 1,1-1,0 0,-1 1,1-1,-1 0,0 1,1-1,-1 0,0 1,0-1,0 0,0 0,-1 1,1-1,0 0,-1 1,1-1,-1 0,0 1,1-1,-1 1,0-1,0 1,1 1,0 0,0 0,0 0,0 1,0-1,0 0,0 0,0 1,0-1,0 0,0 0,0 1,-1-1,1 0,0 0,0 0,0 1,0-1,0 0,0 0,-1 0,1 0,0 1,0-1,0 0,-1 0,1 0,0 0,0 0,0 0,-1 0,1 1,0-1,0 0,-1 0,1 0,0 0,0 0,0 0,-1 0,1 0,0 0,0 0,-1 0,1 0,0-1,0 1,0 0,-1 0,1 0,0 0,0 0,0 0,-1 0,1-1,0 1,0 0,0 0,-1 0,1 0,0-1,9 9,3-1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7.4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13,'-3'-12,"6"18,6 24,11 77,-14-67,1-1,2-1,2 0,2 0,5 9,-18-45,1 0,-1 0,1 0,0 0,-1 0,1 0,0 0,0 0,0 0,0-1,1 1,-1 0,0-1,1 1,-1-1,1 1,0-1,-1 0,1 0,0 0,0 0,-1 0,1 0,0 0,0-1,0 1,0-1,0 1,0-1,0 0,1 0,-1 0,0 0,0 0,0 0,0 0,2-1,4-6,-1 1,1-1,-2-1,1 1,-1-1,0-1,0 1,-1-1,0 0,-1 0,0 0,0-2,10-24,-1-1,-2-1,-2 1,-1-2,1-27,-9 56,-4 12,-4 16,2-5,1 1,1 0,1 0,0 0,1 0,0 0,1 0,1 1,1-1,0 0,3 13,-4-25,1-1,0 1,0 0,1 0,-1-1,0 1,1-1,0 1,0-1,-1 0,1 0,1 1,-1-1,0-1,0 1,1 0,-1 0,1-1,-1 0,1 1,0-1,0 0,-1 0,1-1,0 1,0 0,0-1,0 0,0 0,0 0,0 0,0 0,0 0,1-1,4 0,-1-1,1 0,-1 0,1-1,-1 1,0-2,0 1,0-1,-1 0,1 0,-1-1,5-4,-3 0,-1-1,1 0,-1 0,-1-1,0 0,-1 0,0-1,0 1,-1-1,-1 0,0 0,-1 0,0-1,0 1,-2 0,0-9,-6-14,6 34,0 1,-1-1,1 1,0-1,-1 1,1-1,-1 1,1-1,-1 1,1 0,-1-1,1 1,-1 0,1-1,-1 1,1 0,-1 0,0-1,1 1,-1 0,1 0,-1 0,0 0,1 0,-1 0,1 0,-1 0,0 0,1 0,-1 0,0 0,1 0,-1 1,1-1,-1 0,1 0,-1 1,1-1,-1 0,1 1,-1-1,1 1,-1-1,1 0,-1 1,1-1,0 1,-1-1,1 1,0 0,-1-1,1 1,-5 7,-1-1,2 1,-1 1,1-1,0 1,1-1,0 1,1 0,0 0,0 1,0-1,1 0,1 1,0-1,0 0,1 1,0 2,1-2,1 0,0 0,0 0,1 0,0-1,0 1,1-1,1 0,-1 0,2-1,-1 1,1-2,0 1,1-1,-1 0,2 0,0 0,30 20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7.83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 0,'-27'338,"26"-335,0 0,0 1,1-1,0 0,-1 0,1 0,0 0,0 1,1-1,-1 0,1 0,-1 0,1 0,0 0,0 0,1 0,-1 0,0 0,1 0,0-1,0 1,0 0,0-1,0 0,0 1,1-1,-1 0,1 0,-1 0,1-1,0 1,0-1,-1 1,1-1,0 0,0 0,1 0,8-3,-1 1,0-2,0 0,0 0,0-1,-1 0,1-1,-1 0,0 0,-1-1,1-1,-1 0,0 0,-1 0,0-1,0-1,0 1,-1-1,-1 0,0-1,4-7,16-27,-37 68,0 0,2 1,0 0,2 0,1 1,0 0,3 0,0 0,1 22,1-42,1 0,0 0,1 0,-1 0,1 0,0 0,1-1,0 1,0 0,0-1,0 1,1-1,2 3,5 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5.54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0,'7'7,"-1"-1,0 1,0 1,-1-1,0 1,-1 0,0 0,0 0,0 0,-1 1,0-1,-1 1,0 0,0 0,-1 0,0 0,-1 0,0 0,-1 8,-3 229,3-244,1 1,-1-1,1 0,0 0,0 0,0 0,0 0,0 1,0-1,1 0,-1 0,1 0,-1 0,1 0,0 0,0 0,0 0,0 0,0 0,0-1,0 1,1 0,-1-1,0 1,1-1,0 1,-1-1,1 0,0 1,0-1,0 0,0 0,0-1,0 1,0 0,0-1,0 1,0-1,2 1,5-5,0-1,0 0,0-1,-1 1,0-2,0 1,0-1,-1 0,0-1,0 0,-1 0,0 0,0-1,0-2,7-6,-2-1,0 0,0-1,-2 0,-1 0,0-1,-1 0,-1 0,-1-1,1-16,-6 37,0 0,0 0,0 0,-1 0,1 0,0 0,0 0,0 0,-1-1,1 1,0 0,0 0,0 0,0 0,-1 0,1 0,0 0,0 0,0 0,0 0,0-1,-1 1,1 0,0 0,0 0,0 0,0 0,0-1,0 1,0 0,0 0,-1 0,1 0,0-1,0 1,0 0,-7 19,3-10,1 0,0 0,1 0,0 0,1 0,0 0,0 1,1-1,0 1,1-1,0 0,0 1,1-1,0 0,0 0,1 0,1 0,0-1,0 1,2 2,-5-10,1 1,-1-1,1 0,-1 1,1-1,0 0,0 0,0 0,-1 0,1-1,0 1,0 0,0-1,0 1,0-1,0 0,1 1,-1-1,0 0,0 0,0-1,0 1,0 0,0-1,0 1,0-1,0 0,0 0,0 1,0-1,-1 0,1-1,0 1,0 0,50-54,-41 37,0-2,-1 0,-1 0,-1 0,0-1,-2 0,-1-1,0 1,1-23,-20 71,6-8,2 1,0 0,1 0,1 1,1-1,1 1,1 0,0 0,2 0,0-1,3 12,31 36,-13-46</inkml:trace>
  <inkml:trace contextRef="#ctx0" brushRef="#br0" timeOffset="418.513">736 322,'67'24,"-50"-17,-10-5,0 0,0 0,-1 1,1 0,-1 0,0 0,1 1,-2 0,1 0,0 1,-1 0,0 0,0 0,0 0,-1 1,1 0,-5-1,0 0,0 0,0-1,-1 1,0 0,0-1,0 1,0-1,-1 1,1-1,-1 1,0-1,-1 0,1 0,-1 0,0 0,0-1,0 1,0-1,-1 0,1 0,-1 0,0 0,0 0,0-1,0 0,-4 2,-1 2,4-1,3-5,0 1,0-1,1 1,-1 0,0 0,1 0,-1 0,1 0,-1 0,1 1,-1-1,1 0,0 1,0-1,0 1,0-1,0 1,0 0,0-1,0 1,1 0,-1 0,1-1,-1 1,1 0,0 0,-1 0,1 0,0 0,0 0,0-1,1 3,65 29,-34-21,-25-10,0 1,0 0,0 0,-1 0,1 1,-1 0,0 1,0-1,0 1,0 1,-1-1,0 1,0-1,0 1,-1 1,0-1,0 1,1 2,-6-5,0 0,0 0,0-1,0 1,0 0,-1-1,1 1,-1-1,0 1,0-1,0 0,-1 0,1 0,-1 0,1-1,-1 1,0-1,0 1,0-1,-1 0,1 0,0 0,-1-1,0 1,1-1,-1 0,0 0,1 0,-1 0,-3-1,-15 6,0-1,0 0,-1-2,1-1,-1-1,1-1,-1-1,1-1,-9-2,-23-7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1.3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99 254,'-7'16,"-4"17,-4 13,2 14,1 9,-1 7,3 4,1 3,1-14</inkml:trace>
  <inkml:trace contextRef="#ctx0" brushRef="#br0" timeOffset="391.477">5 335,'231'405,"-213"-374,-10-15,1-1,0 0,1 0,1-1,0 0,1-1,1 0,-12-12,0 0,0 0,0-1,0 1,0 0,0-1,0 1,0-1,1 1,-1-1,0 1,0-1,0 0,0 0,1 0,-1 1,0-1,0 0,0-1,1 1,-1 0,0 0,0 0,0-1,0 1,1 0,-1-1,0 1,0-1,0 0,0 1,0-1,0 0,0 0,0 1,0-1,-1 0,1 0,0-1,25-45,-25 47,27-82,-4-1,-3-1,-4-1,-3-1,-1-34,-2 27,3 35,-13 58,1 0,-1 0,0 0,0 1,0-1,0 0,0 1,0-1,1 1,-1-1,0 1,0-1,-1 1,1 0,0 0,0-1,0 1,0 0,0 0,-1 0,1 0,-1 0,1 0,0 0,-1 0,0 0,1 0,-1 2,2-2,13 27</inkml:trace>
  <inkml:trace contextRef="#ctx0" brushRef="#br0" timeOffset="744.54">606 789,'1'1,"6"13,1 0,0 0,1-1,1 0,0-1,1 0,0-1,0 0,2 0,-1-1,1-1,0 0,7 2,-18-10,0-1,0 1,0-1,0 1,0-1,-1 0,1 1,0-1,0 0,0-1,0 1,0 0,0 0,0-1,0 1,0-1,0 0,-1 0,1 1,0-1,0 0,-1-1,1 1,-1 0,1 0,-1-1,1 1,-1 0,0-1,0 0,0 1,0-1,0 0,0 1,0-1,0 0,-1 0,1 0,-1 0,1 0,8-82,-9 75,0 1,-1 0,0-1,0 1,-1 0,0 0,0 0,-1 0,0 0,-1 0,1 1,-1 0,-1-1,0 1,0 1,0-1,-1 1,1 0,-1 0,-3-1,6 7,0-1,0 1,0 0,0 0,-1 1,1-1,0 0,0 1,0 0,0 0,0 0,0 0,1 0,-1 1,0-1,1 1,-1-1,0 1,1 0,0 0,-1 0,1 1,0-1,0 1,1-1,-1 1,0-1,1 1,-1 0,1 0,0 0,0 0,0 0,1 0,-1 0,1 0,-1 3,-10 83,15-47</inkml:trace>
  <inkml:trace contextRef="#ctx0" brushRef="#br0" timeOffset="1190.36">1288 0,'-9'7,"0"1,0 0,0 0,1 1,1 0,-1 0,2 0,-1 1,1 1,1-1,0 1,0-1,1 1,0 1,1-1,-2 11,-9 41,2 1,3 1,3 0,2 0,4 0,2 5,-1-47,-2-3,2-1,0 1,1-1,1 1,0-1,2 0,5 14,-10-32,1 1,0 0,-1-1,1 1,0-1,0 1,0-1,0 1,0-1,0 0,0 1,1-1,-1 0,0 0,1 0,-1 0,1 0,-1 0,1 0,-1-1,1 1,0 0,-1-1,1 1,0-1,0 0,-1 0,1 0,0 1,0-2,-1 1,1 0,0 0,-1 0,1-1,0 1,0-1,-1 0,1 1,0-1,58-45,-39 25,0-1,-1-1,-1-1,-1-1,-1 0,-1-1,-2-1,11-28,-42 79,8-9,1 1,1 0,1 1,0 0,1 0,1 0,0 0,1 1,1-1,1 15,1-27,1 0,0-1,0 1,0 0,1-1,-1 0,1 1,0-1,1 0,-1 0,1 0,-1 0,1 0,0-1,1 1,-1-1,1 0,-1 0,1 0,0 0,0-1,0 1,0-1,1 0,-1-1,1 1,-1-1,1 0,1 1,27 3</inkml:trace>
  <inkml:trace contextRef="#ctx0" brushRef="#br0" timeOffset="1432.575">1048 281,'-14'-2,"-7"-1,3 0,13 0,24 1,33 4,36 0,29 1,-4 0</inkml:trace>
  <inkml:trace contextRef="#ctx0" brushRef="#br0" timeOffset="1885.365">1756 522,'15'-6,"-1"1,1 0,0 1,1 1,-1 0,1 2,-1-1,1 2,-1 0,1 1,-1 0,1 1,-1 1,0 1,1 0,4 3,-15-4,1 0,-1 1,1 0,-1 0,0 0,0 1,-1-1,1 1,-1 0,0 1,-1-1,1 1,-1-1,0 1,-1 0,1 0,-1 1,0-1,-1 0,1 1,0 5,0 9,-1-1,-1 1,-1-1,0 0,-2 1,-2 7,-54 221,32-152,5 2,2 10,17-97,0 1,2 0,-1-1,1 1,1 0,0 0,1-1,1 1,0 0,0-1,1 1,1-1,0 0,1 0,0 0,0-1,2 0,3 6,-9-15,1-1,0 1,-1-1,1 1,0-1,0 0,-1 1,1-1,0 0,0 0,1-1,-1 1,0 0,0-1,0 1,0-1,1 0,-1 1,0-1,0 0,1 0,-1-1,0 1,0 0,0-1,0 1,1-1,-1 0,0 0,0 0,0 0,0 0,0 0,-1 0,2-2,2-1,-1 0,-1 0,1 0,-1-1,1 1,-1-1,-1 0,1 0,-1 0,0 0,0 0,0-1,-1 1,1-1,0-9,-1 1,0-1,-1 0,-1 0,0 0,-1 1,-1-1,0 1,-1-1,0 1,-1 0,-1 1,0-1,-5-5,-4-9,-2 2,-1 0,0 1,-2 1,-1 1,-10-7,-3-1,-2 3,0 1,-41-22,73 46,-16-11,20 14,0 0,0-1,0 1,-1 0,1-1,0 1,0-1,0 1,0 0,0-1,0 1,0-1,0 1,0 0,0-1,0 1,0 0,0-1,0 1,0-1,0 1,0 0,1-1,-1 1,0 0,0-1,0 1,1 0,-1-1,0 1,0 0,1 0,-1-1,0 1,1 0,-1 0,0-1,1 1,-1 0,0 0,1 0,-1 0,0 0,1-1,-1 1,1 0,-1 0,0 0,1 0,-1 0,0 0,1 0,-1 0,1 1,-1-1,264-47,32-11,-219 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28.3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0,'20'5,"21"1,22 2,17 0,17 0,14 0,6-3,2-1,-6-2,-13-1,-17-1,-20 0,-21 2,-15 3,-12 3,-7 3,-2-2,-3-1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39.9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322 54,'0'16,"2"16,1 17,2 18,3 14,-1 11,2 5,1 3,1-4,1-10,1-13,0-16,-2-18</inkml:trace>
  <inkml:trace contextRef="#ctx0" brushRef="#br0" timeOffset="287.229">309 201,'11'16,"13"9,12 8,6 5,5 1,1-2,3-3,-5-5,-2-7,-4-7,-9-7</inkml:trace>
  <inkml:trace contextRef="#ctx0" brushRef="#br0" timeOffset="538.363">843 134,'-14'20,"-10"17,-10 12,-2 10,-2 4,3-2,5-7,5-11,10-11,11-19,14-21,14-20,2-5</inkml:trace>
  <inkml:trace contextRef="#ctx0" brushRef="#br0" timeOffset="801.411">963 1,'-6'9,"-8"14,-3 15,1 14,3 17,5 15,2 13,3 13,7 11,4 7,4 5,2-2,0-8,-1-24</inkml:trace>
  <inkml:trace contextRef="#ctx0" brushRef="#br0" timeOffset="1066.702">0 802,'19'16,"14"16,14 15,9 13,8 9,3 10,2 4,1 0,-2-5,-2-12,-1-14,0-16,-1-15,-2-12,0-13,-13-6</inkml:trace>
  <inkml:trace contextRef="#ctx0" brushRef="#br0" timeOffset="1314.037">1431 696,'3'-7,"-5"7,-8 17,-11 21,-15 26,-13 28,-11 26,-8 22,-7 16,-3 2,10-24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48.7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45.3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220 1202,'-18'14,"0"2,1 0,0 1,2 0,0 1,1 1,0 1,2 0,1 0,0 1,1 1,2-1,0 2,1-1,1 1,1 0,-3 65,3 0,6 67,0-86,1 108,8 0,20 92,-18-200,2-1,4 0,2-1,3-1,3-1,3-2,35 56,-33-68,3-1,2-2,2-1,2-2,2-2,2-2,1-2,2-2,2-2,1-2,2-2,1-2,9 0,45 11,1-6,2-4,2-5,0-5,1-5,39-3,104-2,-1-12,0-11,0-12,129-33,139-27,-5-23,39-35,-424 101,-2-5,-3-7,29-20,-94 41,-1-4,-2-2,-1-2,-3-3,-1-3,-2-2,6-11,-37 35,0 0,-2-1,-1-1,-1 0,-1-2,-2 0,-1-1,-1 0,-2-1,0-1,-3 1,0-2,-2 1,-2-1,-1 0,-1-21,-5 16,-1 1,-2 0,-2 0,-1 1,-2 0,-1 1,-2 0,-2 0,-1 2,-1 0,-2 1,-1 1,-15-16,-6-2,-1 2,-2 2,-3 2,-1 2,-2 3,-1 1,-37-17,-59-20,-2 7,-4 6,-1 7,-4 7,-1 7,-25 3,-269-50,-3 21,-198 5,414 48,-1 11,0 10,1 10,1 11,1 10,-28 18,174-33,1 4,1 4,2 4,1 3,2 5,2 3,-30 25,103-63,-2-1,1 0,0 2,0-1,1 1,1 1,0 0,0 1,1 0,1 4</inkml:trace>
  <inkml:trace contextRef="#ctx0" brushRef="#br0" timeOffset="710.66">5822 614,'-16'-5,"-6"-3,0-1,0 6,5 10,2 13,5 17,3 16,3 12,2 9,2 3,0 0,1-4,0-8,-3-12,-1-15</inkml:trace>
  <inkml:trace contextRef="#ctx0" brushRef="#br0" timeOffset="1080.188">5728 600,'36'50,"-2"3,-3 0,14 33,-14-25,3-1,26 34,-56-87,1 0,0 0,0 0,1-1,0 0,0 0,0-1,1 1,0-1,0-1,0 1,1-1,3 1,-9-4,0-1,0 0,0 0,0 1,0-1,-1-1,1 1,0 0,0 0,0-1,0 1,0-1,-1 1,1-1,0 0,-1 0,1 0,0 0,-1 0,1 0,-1 0,1 0,-1-1,0 1,0-1,1 1,-1-1,0 1,0-1,-1 0,1 1,0-1,0 0,-1-1,19-67,-10-18,-4-1,-5-79,-1 89,-1-177,11 170,-8 85,-1 1,1-1,-1 0,1 1,-1-1,1 0,-1 1,1-1,0 1,-1-1,1 1,0 0,0-1,-1 1,1 0,0-1,0 1,0 0,-1 0,1 0,0 0,0-1,0 1,-1 0,1 1,0-1,0 0,0 0,0 0,-1 0,1 1,0-1,0 0,-1 1,1-1,0 0,0 1,-1-1,1 1,-1-1,1 1,0 0,-1-1,1 1,-1 0,1-1,-1 2,22 18</inkml:trace>
  <inkml:trace contextRef="#ctx0" brushRef="#br0" timeOffset="1379.949">6410 961,'-3'5,"0"0,0 0,1 0,0 1,0-1,0 0,1 1,0-1,0 1,0 0,1-1,0 1,0 0,0-1,0 1,1 0,0-1,1 1,-1-1,1 1,0-1,0 0,1 0,-1 0,1 0,0 0,0 0,2 0,0-1,1 0,-1-1,1 0,0 0,0 0,0-1,1 0,-1 0,0-1,1 1,0-2,-1 1,1 0,-1-1,1-1,-1 1,1-1,0 0,-1 0,0-1,1 0,-1 0,0 0,0-1,0 0,0 0,-1-1,1 1,-1-1,0-1,0 1,0-1,0 1,-1-1,0-1,0 1,-1 0,1-1,-1 0,0 0,-1 0,1 0,-1 0,0-1,-1 1,0-1,0 1,0-2,-1 2,0 0,-1 0,1 0,-1 0,0 1,-1-1,0 0,0 1,0-1,0 1,-1-1,0 1,0 0,-1 0,1 0,-1 1,0-1,0 1,0 0,-1 0,0 1,0-1,0 1,0 0,0 0,0 1,-1-1,1 1,-1 0,0 1,0-1,1 1,-1 0,0 1,0 0,0 0,0 0,0 0,0 1,0 0,0 0,0 1,-1-1,1 0,0 1,-1 0,1 1,0-1,0 1,0 0,0 0,1 1,-1 0,1 0,0 0,0 1,0-1,1 1,0 0,0 1,0-1,0 1,1 0,0-1,0 1,1 1,0-1,0 0,0 1,1-1,-1 1,2-1,-1 1,1 5,8 20</inkml:trace>
  <inkml:trace contextRef="#ctx0" brushRef="#br0" timeOffset="2530.205">6918 239,'-16'97,"13"31,6 0,6 1,-5-67,23 229,-52-368,-71-175,79 203,29 47,123 54,-11-19,1-5,2-6,56 1,-180-23,54 10,-69-5,10-5,-19 0,1 1,-1 0,1 2,0 0,0 1,0 1,1 1,0 1,0 1,0 0,-13 9,29-15,0 0,0-1,1 1,-1 1,0-1,1 0,-1 1,1-1,0 1,0-1,0 1,0 0,0 0,1 0,-1 0,1 1,0-1,0 0,0 0,0 1,1-1,-1 1,1-1,0 0,0 1,0-1,0 1,1-1,-1 0,1 1,0-1,0 0,0 1,1-1,-1 0,1 0,1 3,4 0,1 0,-1 0,1 0,0-1,0-1,1 1,-1-1,1 0,0-1,0 0,0-1,0 0,1 0,-1-1,1 0,-1 0,1-1,-1-1,0 0,1 0,-1 0,1-1,-1-1,0 0,0 0,7-4,-9 4,-1-1,1 1,-1-1,1-1,-1 1,-1-1,1 0,-1 0,0-1,0 0,0 0,-1 0,0 0,0-1,0 1,-1-1,0 0,0 0,1-7,-5 23,0 0,1 0,0 1,1-1,0 0,0 0,1 0,0 0,1 0,0 0,0 0,1-1,4 8,-5-12,0 1,0-1,0 0,1 0,0 0,0-1,0 0,0 1,0-1,0 0,1-1,0 1,-1-1,1 0,0 0,0-1,0 1,0-1,1 0,-1-1,0 1,0-1,1 0,-1 0,0 0,0-1,0 0,1 0,-1 0,0-1,0 0,0 0,-1 0,1 0,0-1,-1 0,0 0,0 0,1 0,0-2,10-14,-1 0,-1-1,-1 0,0-1,-2-1,0 0,-2 0,0 0,-1-1,-1-4,33-128,-7-1,-7-2,-4-33,-8 14,-15 127,2 50,0 1,0-1,-1 1,1-1,0 1,0-1,-1 1,1-1,0 1,-1-1,1 0,-1 1,1-1,0 0,-1 1,1-1,-1 0,1 1,-1-1,1 0,-1 0,1 0,-1 1,1-1,-1 0,1 0,-1 0,1 0,-1 0,0 0,1 0,-1 0,1 0,-1 0,1-1,-1 1,1 0,-1 0,1 0,-1-1,1 1,-1 0,1 0,-1-1,1 1,0-1,-1 1,1 0,0-1,-1 1,1-1,0 1,-1-1,1 1,-10 29,0 0,3 1,0 0,2 1,-1 25,4-43,-7 55,4-1,2 1,3 0,4-1,2 1,14 63,-17-114,0-1,1 0,1 0,0-1,1 1,0-1,2 0,-1-1,2 0,0 0,1-1,0 0,1-1,0 0,1 0,0-1,1-1,1 0,12 7,-20-15,-1 0,1-1,0 1,0-1,0-1,0 1,0-1,0 0,-1 0,1-1,0 1,0-1,0-1,0 1,-1-1,1 0,-1 0,1-1,-1 0,0 0,0 0,0 0,0-1,-1 0,1 0,-1 0,0 0,0-1,-1 0,1 0,-1 0,0 0,0 0,0-3,3-4,-2 0,1 0,-2-1,1 0,-2 0,0 0,0 0,-1 0,-1 0,0 0,-1-1,-6 49,5-20,-1 1,0 0,1 1,1-1,0 0,1 1,1-1,1 0,0 1,1-1,1 0,0-1,1 1,2 3,-5-15,0-1,1 0,-1 0,1 0,0 0,0 0,0-1,0 1,0-1,0 0,1 1,-1-2,1 1,2 1,20 4</inkml:trace>
  <inkml:trace contextRef="#ctx0" brushRef="#br0" timeOffset="2780.548">8575 614,'-15'0,"-13"-3,-6 0,-2 0,4-2,6-2,4-4,5-1</inkml:trace>
  <inkml:trace contextRef="#ctx0" brushRef="#br0" timeOffset="3030.881">7813 213,'21'0,"24"0,30 0,28 0,18 0,9 0,-17 0</inkml:trace>
  <inkml:trace contextRef="#ctx0" brushRef="#br0" timeOffset="3201.421">8709 1015,'12'0,"1"0,0-1,-1 0,1-1,-1 0,0-1,1 0,-1-1,-1-1,1 0,-1 0,0-1,0-1,0 1,-1-2,0 1,-1 0,0-1,0 0,-1-1,0 0,-1 0,0-1,0 1,-1-2,3-6,-7 14,0 0,-1-1,1 1,-1-1,0 0,0 1,0-1,0 0,-1 0,1 0,-1 1,0-1,0 0,-1 0,1 0,-1 0,0 1,0-1,0 0,0 0,0 1,-1-1,0 1,0 0,0-1,0 1,0 0,-1 0,1 0,-1 1,0-1,0 0,-2 0,0-1,-1 1,1 1,-1-1,1 1,-1 0,0 0,1 1,-1-1,0 1,0 1,0-1,0 1,0 0,0 0,0 1,0 0,0 0,0 0,0 1,0 0,0 0,1 0,-1 1,1 0,0 0,-4 2,-1 2,-1 1,1 0,0 0,0 1,1 1,0-1,1 1,0 1,1-1,0 1,0 1,1 0,3-6,0-1,0 1,1 0,0 0,0 0,1 0,-1 0,1 0,1 0,-1 1,1-1,0 0,0 0,1 1,0-1,0 0,0 0,1 0,0 0,0 0,1 0,0-1,-1 1,2-1,-1 0,1 0,2 3,8 1,0 0,0-1,1-1,0-1,0 0,1 0,-1-2,1 0,0-1,1 0,-1-2,0 0,1 0,-1-2,6 0,63-4,-8-3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58.7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303 559,'-19'-7,"0"2,-1 0,0 1,0 1,0 1,0 1,-1 1,15 0,-1 0,1 0,-1 1,1 0,0 1,-1-1,1 1,0 1,0-1,0 1,0 0,1 0,-1 1,1-1,0 1,0 0,0 1,1-1,-1 1,1 0,0 0,0 1,-1 2,4-6,-1 1,1-1,-1 1,1-1,0 1,0 0,1-1,-1 1,0 0,1 0,-1 0,1-1,0 1,0 0,0 0,1 0,-1 0,1-1,-1 1,1 0,0 0,0-1,0 1,0 0,1-1,-1 1,1-1,0 0,-1 0,1 1,0-1,0 0,0 0,1-1,-1 1,0 0,1-1,-1 1,1-1,-1 0,1 0,0 0,-1 0,1-1,0 1,0-1,0 1,4-1,0 1,-1-1,1 0,0-1,-1 0,1 0,0 0,-1-1,0 0,1 0,-1-1,0 1,0-1,0-1,-1 1,1-1,-1 0,0 0,0-1,0 0,0 1,0-3,4-4,0 0,-2-1,1 0,-1 0,-1 0,0-1,-1 0,-1 0,0-1,1-4,2-35,-2 0,-3 0,-2 0,-2-1,-2 1,-3 0,-5-12,-2-7,10 70,2 18,-2 166,15 125,10-150,-20-155,-1 1,1 0,0-1,0 1,0-1,0 1,0-1,1 0,-1 1,1-1,-1 0,1 0,0 0,0 0,0 0,0 0,0-1,0 1,1-1,-1 1,1-1,-1 0,1 0,-1 0,1 0,-1-1,1 1,0-1,-1 1,1-1,0 0,0 0,-1 0,1 0,0-1,-1 1,3-1,14-5,-1-1,1 0,-2-1,1-1,-1-1,-1 0,0-2,0 1,-1-2,1-1,61-86,-70 99,-9 17,2-15,0 3,-6 115,6-116,1 1,-1-1,0 1,1-1,0 1,0-1,0 0,0 1,1-1,-1 0,1 0,0 0,0 0,0 0,0 0,0-1,1 1,-1-1,1 1,0-1,-1 0,1 0,0 0,0-1,1 1,-1-1,0 1,0-1,1 0,-1 0,3 0,19 0</inkml:trace>
  <inkml:trace contextRef="#ctx0" brushRef="#br0" timeOffset="466.83">664 157,'5'9,"1"0,0 0,1-1,0 0,0-1,1 0,0 0,0 0,1-1,0 0,0-1,8 4,51 27,72 50,-133-80,0 0,0 1,0 0,-1 0,-1 1,1-1,-1 1,0 0,-1 1,0-1,0 1,-1 0,0 0,0 0,-1 0,0 2,0 96,-1-106,0 1,0-1,0 1,0-1,0 0,1 1,-1-1,0 0,1 0,-1 0,0 0,1 0,-1 0,1-1,0 1,-1 0,1-1,0 1,-1-1,1 0,0 1,0-1,-1 0,1 0,0 0,0 0,-1 0,1-1,0 1,-1-1,1 1,0-1,-1 1,1-1,-1 0,1 0,-1 0,1 0,-1 0,1 0,-1 0,0 0,14-7,-2-1,1-1,-1 0,0 0,-1-1,0-1,-1 0,-1-1,1 0,-2 0,0-1,-1 0,5-12,-15 33,0 0,0 0,1 0,0 0,0 1,0-1,1 0,0 1,1-1,-1 0,2 1,-1-1,1 0,0 0,0 0,1 0,0 0,0 0,5 0,0 1,1-1,-1-1,1 0,1 0,-1 0,1-1,0-1,0 0,1 0,-1-1,1 0,0-1,-1 0,1-1,0 0,5-1,41 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57.4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0 322,'18'2,"16"1,12 0,13-1,12 0,12-1,11-1,2-2,-2-1,-4 0,-12 1,-14 0,-16 3,-15 4,-15 3,-14 0,-12 1,-5-1</inkml:trace>
  <inkml:trace contextRef="#ctx0" brushRef="#br0" timeOffset="316.152">615 0,'-2'0,"0"1,-1-1,1 0,-1 0,1 1,-1 0,1-1,0 1,-1 0,1 0,0 0,0 1,0-1,0 0,0 1,0-1,0 1,0 0,1 0,-1-1,1 1,-1 0,1 1,0-1,0 0,0 0,0 0,0 1,0-1,0 0,1 1,-1-1,1 1,0-1,0 1,0-1,0 0,0 1,0-1,1 1,0 0,4 4,0 1,0-1,1-1,0 1,1-1,0 0,-1-1,2 0,-1 0,1 0,-1-1,1 0,0-1,1 1,-1-2,7 2,45 16,1-4,0-2,8-1,139 34,-199-45,0 1,0 0,0 1,0 0,-1 0,0 0,1 1,-1 1,-1-1,1 1,-1 1,1 1,-7-6,1 0,-1 0,1 0,-1 0,0 1,0-1,0 1,-1-1,1 0,0 1,-1-1,0 1,1 0,-1-1,0 1,0-1,-1 1,1-1,0 1,-1-1,0 1,1-1,-1 1,0-1,0 0,-1 1,1-1,0 0,-1 0,-53 55,3-22,-2-2,-1-2,-2-3,0-2,-2-3,-12 1,15-5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06.50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296 40,'-14'-7,"0"1,-1 1,0 0,0 1,0 1,0 0,-1 1,1 0,-1 2,1 0,-1 0,1 2,-15 2,-27 33,55-36,1 0,0 0,0 0,1 0,-1 0,0 0,0 1,0-1,1 0,-1 1,1-1,-1 0,1 1,0-1,-1 1,1-1,0 1,0-1,0 1,0-1,0 0,0 1,0-1,1 1,-1-1,1 1,-1-1,1 0,-1 1,1-1,0 0,-1 1,1-1,0 0,0 0,0 0,0 0,0 0,0 0,0 0,1 0,-1 0,0-1,1 2,7 1,0 1,1-2,-1 1,0-1,1 0,0-1,-1 0,1-1,0 0,-1 0,1-1,0 0,-1-1,1 0,-1-1,0 0,0 0,3-2,-4 3,0 0,0-1,-1 0,1 0,-1 0,0-1,0 0,0-1,-1 0,1 0,-1 0,0-1,-1 1,1-1,-1-1,0 1,-1-1,1 0,1-5,-6 17,0 0,1 0,-1 0,1 0,0 0,1 0,-1 0,1 0,0-1,0 1,0-1,1 1,2 3,4-1,1 1,0-1,1-1,-1 0,1 0,1-1,-1 0,1-1,-1-1,1 1,0-2,1 0,-1 0,0-1,8-1,148-4,-86-7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06.7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442 381,'0'21,"0"22,0 20,-2 15,-1 11,-2 5,0 1,-2-5,0-8,2-9,1-12,5-13,3-13,1-14</inkml:trace>
  <inkml:trace contextRef="#ctx0" brushRef="#br0" timeOffset="2510.48">1 836,'54'19,"2"-3,0-2,1-3,0-2,30-1,-49-3,179 17,-16-2,71 21,-193-16,-79-25,1 1,-1-1,0 1,1-1,-1 1,0-1,0 1,1-1,-1 1,0-1,0 1,0 0,1-1,-1 1,0-1,0 1,0 0,0-1,0 1,0-1,0 1,-1 0,1-1,0 1,0-1,0 1,-1-1,1 1,0 0,0-1,-1 1,1-1,-1 1,1-1,0 0,-1 1,1-1,-1 1,1-1,-1 0,1 1,-1-1,1 0,-1 0,0 1,1-1,-1 0,1 0,-1 0,0 0,1 0,-1 0,1 0,-1 0,0 0,1 0,-1 0,1 0,-1 0,-213 46,202-44,1 0,-1 1,0 1,1 0,0 0,0 1,0 1,1 0,-1 0,1 1,1 0,-1 1,1 0,1 0,-1 2,8-9,-1 1,1 0,0 0,0 1,0-1,0 0,1 0,-1 0,0 1,1-1,0 0,-1 0,1 1,0-1,0 0,0 1,1-1,-1 0,0 1,1-1,0 0,-1 0,1 1,0-1,0 0,0 0,1 0,-1 0,0 0,1-1,-1 1,1 0,0-1,-1 1,1-1,0 1,0-1,82 34,-67-32,1-1,0-1,0 0,0-2,0 0,0-1,0 0,0-2,-1 0,0-1,14-5,-23 7,1-1,-1 1,-1-2,1 1,0-1,-1 0,0 0,0-1,-1 0,1 0,-1-1,-1 1,1-1,-1-1,0 1,-1-1,0 0,0 0,-1 0,1 0,-2-1,1 1,-2-1,2-5,-4 22,1 0,0 1,0-1,0 0,1 0,1 0,-1 0,1 0,1 0,0-1,0 1,0-1,1 0,0 1,0-2,1 1,-1 0,2-1,-1 0,1 0,0-1,0 1,6 3,-5-6,1 1,0-2,0 1,0-1,0 0,0 0,0-1,0-1,1 1,-1-1,0 0,1-1,-1 0,0 0,0-1,0 0,0-1,0 1,0-1,-1-1,1 0,-1 0,0 0,5-5,2-2,0 0,-2 0,1-2,-1 1,-1-2,-1 1,0-1,0-1,-1 0,-1 0,3-11,7-30,-2-1,-3-1,-2 0,-3 0,-2-1,-3 0,-4-33,2 65,0 15,0 1,-1-1,-1 1,0-1,0 1,-1 0,0-1,-3-4,5 16,-1 0,1-1,-1 1,1 0,-1 0,1 0,-1 0,1 0,-1 0,1 0,-1 0,1 0,-1 0,1 0,-1 0,1 0,-1 0,1 0,-1 1,1-1,0 0,-1 0,1 0,-1 1,1-1,-1 0,1 1,0-1,-1 0,1 1,0-1,-1 1,1-1,0 0,0 1,-1-1,1 1,0-1,0 1,0-1,0 1,-1-1,1 1,0-1,0 1,0-1,0 1,0-1,0 1,0-1,1 1,-1-1,0 1,0-1,0 1,0-1,1 0,-1 1,0-1,-7 42,2 0,2 0,2 0,2 0,1 0,2 0,5 13,1 19,4 0,14 37,-27-108,-2-2,1 0,0 0,0 1,0-1,0 0,0 0,0 0,0 0,0 1,1-1,-1 0,0 0,1 0,-1 0,0 0,1 0,0 0,-1 0,1 0,0 0,-1 0,1 0,0 0,0 0,0-1,0 1,-1 0,1-1,0 1,0 0,1-1,-1 1,0-1,0 0,0 1,0-1,0 0,0 0,1 0,-1 1,0-1,0 0,0-1,0 1,1 0,-1 0,50-76,-48 72,0 0,0 0,0 1,0-1,1 0,0 1,0 0,0 0,0 0,0 1,0-1,1 1,-1 0,1 0,0 1,-1-1,1 1,0 0,0 1,0-1,0 1,0 0,0 0,0 0,-1 0,1 1,0 0,0 0,0 1,0-1,-1 1,4 2,0 3,1 2,-1-1,0 1,-1 1,0-1,-1 1,0 0,0 1,-1-1,-1 1,1 0,-2 0,0 1,0-1,-1 1,1 8,-2-17,-1 1,1 0,-1 1,0-1,0 0,0 0,-1 0,1 0,-1 0,0 0,0-1,0 1,-1 0,0 0,1-1,-1 1,0-1,-1 1,1-1,0 0,-1 0,0 0,0 0,0 0,0-1,0 1,-1-1,1 0,-1 0,1 0,-1-1,0 1,1-1,-1 0,0 0,0 0,0 0,-4-1,-2 1,0-1,-1-1,1 0,-1 0,1-1,0-1,0 1,0-1,0-1,0 0,1-1,0 0,0 0,0 0,0-2,1 1,7 6,0-1,0 1,1 0,-1-1,0 1,0 0,1-1,-1 1,0-1,1 1,-1-1,0 0,1 1,-1-1,1 1,-1-1,1 0,-1 0,1 1,0-1,-1 0,1 0,0 0,0 1,-1-1,1 0,0 0,0 0,0 0,0 1,0-1,0 0,0 0,0 0,1 0,-1 1,0-1,0 0,1 0,-1 0,1 1,-1-1,0 0,1 0,-1 1,1-1,0 1,-1-1,1 0,-1 1,1-1,0 1,0-1,-1 1,1 0,0-1,0 1,0-1,96-12,-70 13,49-3,-1-3,0-3,45-13,-112 21,0-1,0 1,-1-1,1 0,0-1,-1 0,0 0,0 0,0-1,0 0,0-1,-1 0,0 0,0 0,0 0,0-1,-1 0,0 0,-1-1,1 1,3-8,-8 11,0 1,1-1,-1 0,0 0,-1 0,1 0,0 0,-1 1,0-1,1 0,-1 0,0 1,0-1,-1 0,1 1,-1-1,1 1,-1 0,0-1,0 1,0 0,0 0,0 0,0 0,0 1,-1-1,1 1,-3-2,-1 0,-1-1,1 1,-1 1,0-1,1 1,-1 0,0 1,-1 0,1 0,0 0,-2 1,4 0,0 0,0 1,0-1,-1 1,1 1,0-1,0 1,0 0,1 0,-1 0,0 0,1 1,-1 0,1 0,0 0,0 1,0-1,0 1,1 0,0 0,-1 0,1 0,1 1,-1 0,1-1,0 1,0 0,0 0,0 0,1 0,0 0,0 0,0 0,1 1,0-1,0 0,1 4,0-1,0 0,1 0,0 0,0 0,1 0,0-1,1 0,-1 1,1-1,1 0,0-1,-1 1,2-1,-1 0,1 0,0-1,0 0,1 0,-1 0,1-1,0 0,0 0,1-1,4 2,5 2,1-1,0 0,1-2,-1 0,1-1,0-1,-1 0,1-2,0 0,3-1,-3-2,0-1,0 0,0-2,-1 0,0-1,0-1,0 0,-1-1,-1-1,0-1,0 0,-1-1,0-1,-1 0,-1-1,0-1,0 0,-2 0,0-1,-1-1,0 0,-2 0,5-13,11-32,-2-2,-3 0,-3-2,-2 0,-4 0,-2-1,-4 0,-3-44,-15-52,-11 103,24 59,0-1,0 1,0 0,0 0,0 0,-1 0,1-1,0 2,0-1,-1 0,1 0,0 0,-1 1,1-1,-1 0,1 1,-1 0,0-1,1 1,-1 0,1 0,-1 0,1 0,-1 0,0 0,1 0,-1 0,1 1,-1-1,1 1,-1-1,1 1,-1-1,1 1,-1 0,1 0,-1 0,-7 7,1-1,1 1,-1 0,1 1,0 0,1 0,0 0,1 1,0 0,-4 10,-12 28,2 2,2 0,2 1,3 1,1 0,3 0,0 42,6-60,3 0,0 0,2 0,2 0,1-1,2 0,1 0,1-1,2 0,2 2,-7-18,1 0,1-1,0 0,0-1,2 0,0-1,0 0,1 0,1-1,0-1,1 0,0-1,0 0,1-1,0-1,1 0,0-1,0-1,1-1,6 2,-15-5,0 0,1 0,-1 0,1-1,-1-1,1 1,0-2,-1 1,1-1,-1 0,1-1,-1 0,0 0,1-1,-1 0,0 0,-1-1,1 0,-1 0,0-1,0 0,0 0,0-1,-1 0,0 0,0 0,-1-1,0 0,1-1,-1-3,0 0,-1-1,0 1,-1-1,0 0,-1 0,0 0,-1 0,0 0,-1-11,-1 23,1 0,0 0,0 0,0 1,0-1,0 0,-1 0,1 0,0 0,0 0,0 0,0 0,-1 0,1 0,0 0,0 0,0 0,0 0,-1 0,1 0,0 0,0 0,0 0,0 0,-1 0,1 0,0 0,0 0,0 0,0 0,-1-1,1 1,0 0,0 0,0 0,0 0,0 0,0 0,-1-1,1 1,-7 20,3-8,1 0,0 0,0 1,1-1,0 1,1-1,1 1,0 0,1-1,2 12,-3-22,1 0,0 0,0 0,0 1,0-1,0 0,0 0,1-1,-1 1,0 0,1 0,0-1,-1 1,1-1,0 1,0-1,0 0,0 0,0 0,0 0,0 0,0 0,0 0,1-1,-1 1,0-1,0 1,1-1,-1 0,0 0,1 0,-1 0,2-1,73-24,37-60,-114 85,0-1,1 0,-1 1,0-1,1 0,-1 0,1 1,-1-1,1 1,0-1,-1 1,1-1,-1 1,1-1,0 1,-1-1,1 1,0 0,0-1,-1 1,1 0,0 0,0-1,0 1,-1 0,1 0,0 0,0 0,0 0,-1 0,1 0,0 0,0 1,0-1,-1 0,1 0,0 1,0-1,-1 0,1 1,0-1,-1 1,1-1,0 1,-1-1,1 1,-1 0,1-1,-1 1,1-1,-1 1,1 0,-1 0,0-1,1 1,-1 0,0 0,0-1,0 1,7 28,-6-22,0 1,0 0,1 0,0-1,1 1,0-1,0 0,1 0,-1 0,1 0,1-1,-1 1,1-1,1 0,-1 0,4 2,4 0,1-1,0 0,0-1,1-1,0 0,0-1,0-1,0 0,0-1,1-1,-1 0,1-1,-1 0,1-2,-1 0,0 0,0-2,3 0,0-2,0-1,0 0,0-1,-1-1,0-1,-1 0,0-1,0-1,-2-1,1 0,-2 0,1-2,-2 0,0 0,-1-1,-1 0,9-17,7-20,-3-1,-1-2,-3 0,-3 0,2-20,4-23,-3 0,-5-2,0-97,-12 182,-1 0,-1 0,0-1,-2 1,1 0,-2 0,0 0,-1 0,-1 1,0 0,-1 0,-1 0,0 0,-6-7,11 19,-1-1,0 1,0 0,0 0,-1 1,1-1,-1 1,1 0,-1 0,0 0,0 0,0 0,0 1,0 0,0 0,0 0,0 0,-1 1,1-1,0 1,0 0,-1 1,1-1,0 1,0-1,-1 1,1 1,-4 0,-2 3,-1 0,1 0,0 1,1 0,-1 1,1 0,0 0,1 1,0 0,-4 5,-7 13,0 2,1 0,2 1,1 0,2 1,1 1,1 0,1 1,2 0,1 0,2 1,1-1,1 1,2 0,2 0,4 32,-1-31,3 0,0-1,2 1,2-2,1 0,1 0,2-1,1 0,1-2,2 0,1-1,1-1,1-1,2 0,0-2,2-1,0-1,1-2,2 0,0-2,1-1,14 5,-27-15,0 0,1-2,-1 0,1-1,0-1,16 1,-29-3,1-1,-1 0,1 0,-1 0,1-1,-1 0,0 0,1 0,-1-1,0 1,0-1,0-1,0 1,0-1,-1 1,1-2,-1 1,1 0,-1-1,0 0,-1 0,1 0,-1 0,3-4,0-6,-1 0,0-1,-1 0,0 0,-2 0,1 0,-2-1,0 1,-1-1,-1 1,-1-8,-5-24,0 52,1 7,1 2,1-1,0 0,1 1,0 0,1 0,0 0,1 0,2 12,-3-21,2 0,-1 0,0 0,1 1,0-1,1 0,-1 0,1 0,0 0,0 0,0 1,1-2,0 1,0 0,0 0,0-1,1 1,0-1,0 1,0-1,0 0,1-1,-1 1,1 0,0-1,0 0,1 0,-1 0,1-1,-1 1,1-1,0 0,0 0,0-1,0 0,5 1,2-4,0-1,0-1,-1 0,1-1,-1 0,0-1,0 0,-1-1,0 0,0 0,-1-1,1 0,-2-1,1 0,-1-1,-1 1,0-1,0-1,-1 0,2-3,-6 11,13-17,-15 20,0 0,1-1,-1 1,0 0,0 0,1 0,-1-1,0 1,1 0,-1 0,0 0,1 0,-1 0,0 0,1 0,-1 0,0 0,0 0,1 0,-1 0,0 0,1 0,-1 0,0 0,1 0,-1 0,0 0,1 0,-1 0,0 1,1-1,-1 0,0 0,0 0,1 1,-1-1,0 0,0 0,0 0,1 1,-1-1,0 0,0 1,0-1,0 0,1 0,-1 1,0-1,0 0,0 1,0-1,0 0,0 1,0-1,0 0,0 1,0-1,0 0,0 1,0-1,0 0,0 1,5 56,-6-50,1 1,0-1,0 0,1 1,0-1,1 0,-1 0,1 0,0 0,1 0,0 0,0-1,1 1,-1-1,1 0,1 0,1 3,2-4,0 0,0 0,1-1,-1 0,1-1,0 1,0-2,0 1,0-1,0-1,1 0,-1 0,0 0,1-1,-1-1,0 0,1 0,-1-1,0 0,0 0,0-1,0 0,0-1,-1 0,0-1,0 1,0-1,3-3,1-3,1-1,-2 0,0-1,0 0,-1 0,-1-1,0-1,-1 0,0 0,-1 0,-1-1,0-4,-19 115,10-84,1-1,1 1,0 0,0 0,1 0,0 0,1 0,1 0,-1 0,2-1,-1 1,2 0,-1-1,1 0,1 0,3 6,-6-14,-1-1,1 1,0 0,0-1,0 1,0-1,0 1,0-1,1 0,-1 0,0 0,1 0,-1 0,0-1,1 1,-1-1,1 1,0-1,18-1</inkml:trace>
  <inkml:trace contextRef="#ctx0" brushRef="#br0" timeOffset="2767.801">5428 636,'-13'-5,"-5"-5,0-2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03.0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0 805,'27'46,"2"-1,2-2,2-1,31 31,-60-69,28 27,-31-30,0 0,-1-1,1 1,0-1,0 1,0-1,-1 0,1 1,0-1,0 0,0 1,0-1,0 0,0 0,0 0,0 0,-1 0,1 0,0 0,0 0,0 0,0 0,0 0,0-1,0 1,0 0,-1-1,1 1,0-1,0 1,0-1,-1 1,1-1,0 1,-1-1,1 0,0 1,-1-1,1 0,-1 0,1 0,3-9,0 0,0-1,-1 1,0-1,-1 0,-1 0,1 0,-2 0,0-1,2-12,12-133,-14 155,0 1,0-1,0 0,-1 1,1-1,1 0,-1 1,0-1,0 0,1 1,-1-1,1 0,-1 1,1-1,0 1,-1-1,1 1,0-1,0 1,0 0,0-1,0 1,1 0,-1 0,0 0,1 0,-1 0,0 0,1 0,-1 0,1 1,-1-1,1 1,0-1,-1 1,1-1,0 1,-1 0,1 0,0 0,19 4,1 3</inkml:trace>
  <inkml:trace contextRef="#ctx0" brushRef="#br0" timeOffset="253.321">709 886,'-9'16,"-3"9,1 6,2 2,2-1,5-3,8-4,6-6,7-7,-1-6</inkml:trace>
  <inkml:trace contextRef="#ctx0" brushRef="#br0" timeOffset="1015.904">562 471,'83'3,"-48"4,-1 1,0 2,-1 1,0 2,0 1,-2 2,0 1,-1 1,0 2,-2 1,6 6,-25-19,0 0,-1 1,1 0,-2 1,1 0,-1 0,-1 1,0-1,-1 1,0 0,0 1,-1 0,-1-1,0 1,0 0,-1 0,-1 1,0-1,-1 11,-32 164,9-74,13-46,3 0,3 1,3-1,3 8,-2-72,-1 3,0-1,1 1,0-1,0 1,0 0,1-1,0 1,0-1,0 1,1-1,-1 1,1-1,1 0,-1 0,1 0,0 0,0-1,0 1,1-1,-1 1,1-1,0 0,0-1,1 1,-1-1,1 0,0 0,3 2,4-5,-1 0,1 0,-1-1,1-1,-1 0,0-1,1 0,-1 0,-1-1,1-1,-1 0,1 0,-1-1,-1 0,1-1,-1 0,0 0,1-3,3-2,0 0,-1 0,-1-2,0 1,-1-1,0-1,-1 0,-1 0,0-1,-1 0,-1 0,0-1,-2 1,0-1,0-1,-2 1,0 0,-1-1,0 1,-2 0,0-1,-1 1,-1 0,0 0,-2 0,1 0,-2 0,-1 1,0 0,0 1,-2-1,0 1,-1 0,-8-4,0 0,-1 1,-1 1,0 1,-1 1,-1 0,0 2,-1 0,-1 2,0 1,0 0,-4 1,0-1,50 4,489 50,-475-41,-15-2,0 1,0 1,-1 1,1 0,-1 2,9 4,-27-10,0 1,-1-1,1 1,0 0,-1 0,1 0,-1 0,1 0,-1 0,0 0,0 0,1 1,-1-1,0 1,0-1,0 1,0-1,0 1,-1-1,1 1,0 0,-1-1,1 1,-1 0,0-1,1 1,-1 0,0 0,0 0,0-1,0 1,-1 0,1 0,0-1,-1 1,1 0,-1 0,1-1,-1 1,0-1,0 1,0-1,0 1,0-1,0 1,0-1,-1 0,0 4,1-4,0 0,-1 0,1 0,0 0,0 0,1 1,-1-1,0 0,0 1,1-1,-1 1,0-1,1 1,0-1,-1 1,1-1,0 1,0-1,0 1,0-1,0 1,0 0,0-1,0 1,1-1,-1 1,1-1,-1 1,1-1,-1 1,1-1,0 0,0 1,0-1,0 0,0 0,0 0,0 1,10 2,-1-1,1 0,-1 0,1-1,0 0,0-1,-1-1,1 0,0 0,0-1,9-1,-12 1,-1 1,1-1,-1 0,1-1,-1 0,0 0,1-1,-1 1,0-2,-1 1,1-1,0 0,-1 0,0-1,0 0,0 0,-1 0,0-1,0 1,0-1,-1-1,0 1,0-1,0 1,-1-1,0 0,0 0,-1-1,0 1,3-68,-13 70,3 20,4-6,0 0,1 0,0 0,0 0,1 0,0 0,1 0,0 0,1 0,-1-1,2 1,-1-1,1 0,0 0,1 0,0 0,0-1,1 0,0 0,0 0,0-1,1 0,0 0,0 0,1-1,-1 0,1-1,0 0,1 0,3 1,114 28,-63-25</inkml:trace>
  <inkml:trace contextRef="#ctx0" brushRef="#br0" timeOffset="1939.157">2795 939,'-7'-8,"0"-1,-1 1,0 0,0 1,-1 0,1 0,-2 0,1 1,-1 1,0 0,0 0,0 1,-2 0,6 2,1 0,-1 0,1 1,-1 0,1 0,-1 1,0 0,1 0,-1 0,1 0,-1 1,0 0,1 0,-1 1,1-1,0 1,-1 0,1 1,0-1,0 1,1 0,-1 0,0 1,1-1,0 1,-2 2,4-4,-1 0,1 1,0-1,0 1,0 0,0 0,1 0,-1 0,1 0,-1 0,1 0,0 0,0 0,0 0,1 1,-1-1,1 0,0 1,0-1,0 0,0 1,1-1,-1 0,1 1,0-1,0 0,0 0,0 0,1 0,-1 0,1 0,0 0,0 0,0 0,0-1,0 1,0-1,1 0,0 1,4 1,0-1,1 0,-1-1,1 0,-1 0,1 0,0-1,0 0,0 0,-1-1,1 0,0-1,0 0,0 0,-1 0,1-1,0 0,-1-1,0 0,1 0,-1 0,0-1,-1 0,1 0,-1-1,0 0,5-4,-10 8,-1 0,0 1,0-1,0 0,1 0,-1 1,0-1,1 0,-1 0,0 1,1-1,-1 0,1 1,-1-1,1 1,-1-1,1 1,0-1,-1 1,1-1,0 1,-1-1,1 1,0 0,-1-1,1 1,0 0,0 0,-1 0,1 0,0-1,0 1,0 0,-1 0,1 0,0 1,0-1,0 0,-1 0,1 0,0 1,0-1,-1 0,1 1,0-1,-1 0,1 1,0-1,-1 1,1-1,-1 1,1-1,-1 1,1 0,-1-1,1 1,-1 0,1-1,-1 1,0 0,1-1,-1 1,0 0,0 0,0-1,1 1,-1 0,0 1,2 5,0-1,0 1,1 0,0-1,1 1,-1-1,1 0,0 0,1 0,0-1,0 1,0-1,0 0,1-1,-1 1,1-1,1 0,-1-1,0 0,1 0,0 0,-1 0,3-1,7 3,0-1,1-1,-1 0,1-2,-1 1,1-2,0 0,-1-1,1-1,-1-1,1 0,-1-1,0-1,0 0,-1-1,0-1,0 0,0-1,-1-1,0 0,0-1,-1 0,-1-1,0-1,0 0,-1-1,14-21,-1-2,-2 0,-2-1,-2-1,-1-1,-1-1,-3 0,-1-1,-2 0,-2-1,-2 0,-1 0,-3 0,-1-3,1 19,-1-1,-1 1,-2 0,0 0,-2 0,-1 0,-1 0,-1 1,-1 0,-9-17,16 38,-1-1,0 1,-1-1,1 1,-1 0,0 0,0 0,-1 0,1 1,-1-1,1 1,-1 0,0 0,0 0,-1 1,1-1,0 1,-1 0,1 0,-1 1,0-1,0 1,0 0,0 0,1 1,-1 0,0-1,0 2,0-1,0 0,0 1,0 0,0 0,0 1,1-1,-1 1,0 0,-9 7,0 1,1 0,1 0,-1 2,2-1,0 1,0 1,1 0,0 1,1 0,1 0,1 0,0 1,0 1,-1 8,-3 7,2-1,2 2,1-1,1 1,2 0,1 0,1 0,2 0,1 0,2 0,0 0,3-1,1 0,1 0,1-1,2 0,1 0,1-2,2 0,0 0,2-2,1 0,1-1,2-1,0-1,17 14,-25-25,0-2,1 1,0-2,1 0,0 0,0-2,0 0,15 3,-26-8,0-1,0 1,0-1,0-1,0 1,0-1,0 0,1 0,-1 0,0-1,0 0,0 0,0 0,0-1,0 1,0-1,0-1,-1 1,1 0,-1-1,1 0,-1 0,0-1,0 1,-1-1,1 1,-1-1,1-1,-1 1,-1 0,2-2,0-2,1-1,-2 1,1-1,-1 0,-1 0,1-1,-1 1,-1 0,0-8,-2 34,0-13,-1 1,1-1,0 1,1-1,-1 1,1 0,0-1,0 1,0 0,1-1,0 1,-1-1,2 1,-1-1,0 1,1-1,0 0,0 0,0 0,1 0,-1 0,1 0,0 0,0-1,0 0,1 1,-1-1,1 0,0-1,-1 1,1-1,1 1,2-3,-1 0,0-1,1 0,-1 0,0 0,0-1,0 0,0 0,0 0,0-1,0 0,-1 0,0-1,1 1,-1-1,0 0,-1 0,1-1,-1 0,0 1,0-2,0 1,-1 0,0-1,0 1,0-1,-1 0,0 0,0 0,0 0,-1 0,1-1,-1 4,0-1,0 0,0 0,0 0,-1 0,0 0,0 0,0 0,0 0,0 0,-1 0,1 0,-1 1,0-1,-1 0,1 0,-1 1,1-1,-1 0,0 1,0 0,-1-1,1 1,-1 0,1 0,-1 0,0 1,0-1,0 1,-1 0,1 0,-1 0,1 0,-1 0,1 1,-1-1,0 1,-1 0,-5-1,0 0,0 0,-1 1,1 1,-1 0,1 0,0 1,-1 0,1 1,0 0,-8 3,13-4,0 1,1-1,-1 1,1 0,-1 1,1-1,0 0,0 1,0 0,1 0,-1 0,0 1,1-1,0 1,0 0,0 0,1 0,-1 0,1 0,0 1,0-1,0 1,1 0,-1-1,1 1,0 1,1-1,0-1,0 1,0-1,1 0,0 1,0-1,0 0,0 1,0-1,1 0,0 0,0 0,0 0,1 0,-1-1,1 1,0-1,0 0,0 1,0-1,0-1,1 1,0 0,-1-1,1 0,2 1,5 3,1 0,0-1,0-1,0 0,0 0,1-1,-1-1,9 0,22 1</inkml:trace>
  <inkml:trace contextRef="#ctx0" brushRef="#br0" timeOffset="2204.45">4038 457,'-7'-4,"0"1,0-1,-1 1,1 0,-1 0,1 1,-1 0,0 1,0 0,0 0,1 0,-1 1,0 0,0 1,0 0,0 0,0 1,0 0,1 0,-1 0,1 1,0 0,0 1,0 0,0 0,0 0,1 1,0 0,0 0,0 1,0 0,1 0,0 0,-3 6,3-1,0 1,0 0,1 0,1 1,0-1,1 1,0 0,1 0,0-1,1 1,0 0,2 0,-1 0,1-1,2 7,2 4,1 0,1-1,1 1,1-1,1-1,1 0,12 17,-6-16,1-1,0-1,1-1,1 0,1-2,1-1,0 0,1-2,0 0,1-2,1-1,0-1,1-1,-1-1,2-2,-1 0,1-2,-1-1,19-1,40 2,-7-4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4:59.75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252 657,'-6'-4,"0"0,0 1,-1 0,1 0,-1 0,0 1,0 0,0 0,0 1,0 0,0 0,0 1,-1 0,1 0,0 0,0 1,0 0,0 1,0-1,0 2,0-1,1 1,-1-1,1 2,-1-1,1 1,0 0,0 0,1 1,-1 0,1 0,0 0,1 0,-1 1,1 0,0 0,0 0,-2 5,5-8,0-1,0 0,0 1,0-1,0 1,0-1,1 1,-1 0,1-1,0 1,0 0,0-1,0 1,0 0,0-1,1 1,-1-1,1 1,0-1,0 1,0-1,0 1,0-1,1 0,-1 1,1-1,-1 0,1 0,0 0,0 0,0 0,0-1,0 1,0-1,0 1,0-1,1 0,-1 0,1 0,-1 0,1 0,-1 0,1-1,-1 1,1-1,0 0,-1 1,1-2,0 1,6-1,0 0,0-1,0-1,0 1,0-2,0 1,-1-1,0 0,1-1,-2 0,1 0,0-1,-1 0,0 0,-1 0,1-1,-1 0,-1-1,1 1,-1-1,0 0,-1 0,0-1,0 0,-1 1,0-1,0-4,1-51,-14 74,6-2,1-1,1 1,0-1,0 1,0 0,1 0,0 0,1 0,0 0,0 0,0 0,1 0,1 0,-1-1,1 1,0 0,1 1,6 2</inkml:trace>
  <inkml:trace contextRef="#ctx0" brushRef="#br0" timeOffset="2008.86">453 657,'9'9,"-1"0,0 0,-1 1,0 1,-1-1,0 1,0 0,-1 0,-1 1,0-1,0 1,-1 0,-1 0,0 0,-1 0,0 1,-1-1,0 7,1-6,13-33,-4-3,1 1,0 0,2 1,1 0,0 1,1 1,2 0,0 1,13-10,-29 26,-1 1,1 0,0 0,0 0,0 0,0 0,0 0,1 0,-1 0,0 0,0 1,1-1,-1 0,0 1,1-1,-1 1,0 0,1-1,-1 1,1 0,-1 0,1 0,-1 0,0 0,1 0,-1 0,1 0,-1 1,1-1,-1 0,0 1,1 0,-1-1,0 1,1 0,-1-1,0 1,0 0,0 0,1 6,0 1,-1-1,0 1,0-1,-1 1,1-1,-2 1,1-1,-1 1,-1-1,1 1,-2 2,0 9,1-7,0-9,1 0,0 1,0-1,1 1,-1-1,1 1,-1-1,1 1,0-1,0 1,1-1,-1 1,1-1,0 1,0-1,0 0,0 1,0-1,1 0,-1 0,1 0,0 0,0 0,0 0,1-1,-1 1,2 0,8 1,0 0,0-2,1 1,-1-1,1-1,-1-1,1 0,0 0,-1-1,1-1,-1 0,1 0,-1-1,0-1,16-2,-1-1,0-2,-1 0,0-2,0-1,-1-1,9-7,-31 19,0 0,-1 0,1 0,-1-1,1 1,-1-1,0 1,1-1,-1 0,0 0,0 0,0 0,0 0,-1-1,1 1,-1 0,1-1,-1 1,0-1,0 0,0 1,0-1,0 0,-1 0,1 1,-1-1,0 0,0 0,0 0,0 0,0 1,0-1,-1 0,0 0,1 0,-1 1,0-1,0 1,-2-3,-3 1,0 0,0 0,-1 0,0 1,1 0,-1 1,0-1,-1 1,1 1,0-1,-1 1,1 1,0-1,-1 1,1 0,-1 1,1 0,-1 0,1 1,0 0,0 0,-3 1,2 1,1-1,0 1,0 0,0 0,0 1,1 0,0 0,0 1,0 0,-2 3,6-7,0 0,0 1,0-1,0 1,1-1,-1 1,1 0,-1 0,1 0,0 0,0 0,1 0,-1 0,1 0,-1 0,1 0,0 1,0-1,0 0,1 0,-1 0,1 0,-1 0,1 0,0 0,1 0,0 3,2-3,0 1,1 0,-1-1,1 0,0 0,0 0,0 0,0-1,0 0,1 0,-1 0,1-1,-1 0,1 0,-1 0,1-1,0 1,0-1,-1-1,1 1,-1-1,1 0,0-1,-1 1,1-1,2-1,1 0,0 0,0 0,0-1,0 0,-1-1,1 1,-1-2,0 1,-1-1,1-1,-1 1,-1-1,1 0,-1-1,0 0,3-5,1 3,-9 27,0 2,0-17,-1 1,1-1,0 1,0 0,0-1,0 0,0 1,0-1,1 0,-1 1,1-1,0 0,0 0,-1 0,1-1,0 1,1 0,-1-1,0 1,0-1,1 0,-1 0,1 0,-1 0,1 0,-1 0,1-1,-1 1,1-1,0 0,-1 0,1 0,0 0,-1 0,1 0,2-1,5-1,0 0,0 0,0-1,-1-1,1 1,-1-1,0-1,0 0,2-2,8-7,0-1,-2-1,1-1,-2 0,0-1,-2-1,0 0,-1-1,0-1,-2 0,-1-1,2-6,6-18,-2 0,-3-2,-1 1,-3-2,1-23,-10 68,4-16,-2-1,0 0,-2 0,0 0,-1 1,-1-1,-3-11,5 31,0-1,0 1,0-1,-1 1,1-1,0 1,0-1,-1 1,1-1,-1 1,1-1,-1 1,0 0,0-1,0 1,1 0,-1-1,0 1,-1 0,1 0,0 0,0 0,0 0,-1 0,1 0,0 1,-1-1,1 0,0 1,-1-1,1 1,-1 0,1-1,-1 1,1 0,-1 0,0 0,1 0,-1 0,1 0,-1 0,1 0,-1 1,1-1,-1 1,1-1,-1 1,1 0,0-1,-1 1,1 0,0 0,0 0,-1 0,1 0,-1 1,-8 10,0 0,1 0,0 1,1 0,1 1,0 0,0 0,2 1,-1-1,-1 13,-4 8,1 0,2 0,1 1,2 0,2 0,1 1,2-1,1 1,2-1,3 8,-4-32,0-1,0 1,1-1,1 0,0 0,0-1,1 1,0-1,1 0,0 0,1 0,0-1,1 0,-1-1,2 0,-1 0,1 0,0-1,1-1,0 0,0 0,0 0,0-2,1 1,0-1,0-1,0 0,1 0,-1-1,8 0,-11-3,0 0,0 0,1-1,-1 0,-1 0,1-1,0 0,-1-1,1 1,-1-2,0 1,0-1,-1 0,1 0,-1 0,0-1,-1 0,1-1,-1 1,0-1,-1 0,0 0,0 0,0-1,-1 1,0-1,-1 0,2-4,1-2,-1 5,-5 25,-1 0,0-10,0 1,0-1,1 1,0-1,1 1,-1-1,1 1,0 0,1-1,0 1,0-1,0 1,1-1,0 1,0-1,0 0,1 0,0 0,0 0,1 0,0-1,0 0,0 0,0 0,1 1,17 4</inkml:trace>
  <inkml:trace contextRef="#ctx0" brushRef="#br0" timeOffset="2166.441">2031 296,'-16'-2,"-8"-1,-1 0,7 5,14 7,19 4,7 0</inkml:trace>
  <inkml:trace contextRef="#ctx0" brushRef="#br0" timeOffset="2951.195">2271 470,'16'1,"-1"0,0 2,0-1,0 2,0 0,0 1,-1 1,1 0,-1 0,-1 2,0 0,0 0,0 1,-1 1,0 0,-1 0,0 2,-1-1,0 1,-1 0,0 1,-1 0,-1 1,0 0,4 12,-7 5,-1 1,-2-1,-1 0,-2 1,-1-1,-1 0,-2 0,0 0,-3-1,0 0,-2-1,-3 4,10-21,-64 204,66-212,0 0,0 0,1 1,0-1,0 1,0-1,1 1,-1 0,1-1,0 1,1-1,-1 1,1 0,0-1,0 1,0-1,0 0,1 1,0-1,0 0,0 0,0 0,1 0,0 0,0-1,0 1,0-1,0 0,1 1,-1-2,1 1,0 0,0-1,0 1,0-1,0-1,3 2,-2-2,-1 0,0-1,0 0,0 0,0 0,0-1,0 1,0-1,0 0,0 0,0 0,0 0,0-1,-1 0,1 0,-1 0,1 0,-1 0,0-1,1 0,-1 1,-1-1,1 0,0 0,-1-1,1 1,1-4,1-3,0 0,0 0,-1-1,0 0,-1 0,0 0,-1 0,0 0,-1-8,0-12,-3 1,0 0,-2 0,-1 0,-1 1,-2-1,-1 1,-1 1,-1 0,-2 0,0 2,-2-1,-1 2,-2 0,0 1,-1 0,-21-18,-23-13,48 41,17 6,66 5,-56 3,215 2,165-22,-291 2,-84 4,-41 2,8 7,-1 1,1 1,-1 0,0 1,0 1,0 0,0 2,0-1,1 2,-1 1,-9 2,23-4,0-1,0 1,1 0,-1 1,0-1,1 0,0 1,-1 0,1-1,0 1,-1 0,1 0,0 0,1 0,-1 1,0-1,0 0,1 1,0-1,-1 1,1 0,0-1,0 1,1 0,-1 0,0-1,1 1,0 0,-1 0,1 0,1 0,-1 0,0 0,1-1,-1 1,1 0,0 0,0 0,0-1,0 1,0-1,1 1,-1-1,1 1,-1-1,1 0,0 0,2 2,3 3,0-1,0 0,1 0,-1 0,1-1,1-1,-1 1,1-1,0-1,-1 0,2 0,-1 0,0-1,2 0,-5-1,-1 0,1-1,-1 1,1-1,-1 0,1 0,-1-1,1 1,-1-1,0-1,1 1,-1-1,0 0,0 0,0 0,0-1,0 0,0 0,-1 0,0 0,1-1,-1 1,-1-1,4-4,-5 5,1-1,-1 0,0 0,0 0,0 0,-1-1,0 1,0 0,0-1,0 1,0-1,-1 1,0-1,0 1,0-1,-1 1,1 0,-1-1,0 1,-1-1,1 1,-1 0,0-2,2 5,-1 1,1-1,0 1,0-1,0 1,-1 0,1-1,0 1,0-1,-1 1,1 0,0-1,-1 1,1 0,0-1,-1 1,1 0,0 0,-1-1,1 1,-1 0,1 0,-1 0,1 0,0-1,-1 1,1 0,-1 0,1 0,-1 0,1 0,-1 0,1 0,-1 0,1 0,-1 1,1-1,0 0,-1 0,1 0,-1 0,1 1,-1-1,1 0,0 0,-1 1,1-1,0 0,-1 1,1-1,0 0,-1 1,1-1,0 0,0 1,-1-1,1 1,0-1,0 1,0-1,0 1,0-1,-1 0,1 1,0 0,-8 32,8-27,0 0,0 0,1 0,0 0,0 0,1 0,-1 0,1 0,0-1,1 1,0-1,-1 1,2-1,-1 0,1 0,-1-1,1 1,1-1,-1 0,1 0,-1 0,1 0,0-1,0 0,1 0,-1 0,4 0,14 8,1-2,1-1,0-1,0-1,18 2,47 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33.7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12,'29'-5,"33"-1,31 5,20 7,6 7,-9 8,-24 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33.3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522 1,'-5'20,"-3"17,-3 10,0 6,3 4,2-3,2-7,6-9,8-11,9-12,0-9</inkml:trace>
  <inkml:trace contextRef="#ctx0" brushRef="#br0" timeOffset="245.377">735 121,'-2'9,"-3"10,-1 9,1 5,1 6,1 1,4 0,1-6,1-8</inkml:trace>
  <inkml:trace contextRef="#ctx0" brushRef="#br0" timeOffset="599.959">0 469,'12'18,"25"11,42 0,50-5,3-6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30.0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1 740,'0'4,"11"4,18 4,21-2,24-1,14-3,7-2,-5-2,-10-2,-14 1,-17-2,-16 1</inkml:trace>
  <inkml:trace contextRef="#ctx0" brushRef="#br0" timeOffset="504.897">936 579,'11'41,"1"0,1-1,3 0,1-1,2-1,1-1,20 27,-33-54,-4-4,0-1,0 1,1-1,0 0,0 0,0 0,1 0,-1-1,1 0,0 0,1 0,-1-1,1 1,1-1,-6-2,0-1,1 0,-1 0,0 0,1 0,-1 0,0-1,1 1,-1 0,0-1,1 1,-1-1,0 1,0-1,0 1,1-1,-1 0,0 0,0 0,0 1,0-1,0 0,0 0,-1 0,1 0,0-1,0 1,-1 0,1 0,-1 0,1-1,-1 1,1 0,-1-1,0 1,0 0,1-1,8-54,-9 54,4-242,-4 243,0-1,-1-1,1 0,0 0,0 0,1 0,-1 0,0 0,1 0,0 1,0-1,0 0,0 0,0 1,0-1,1 1,-1-1,1 1,0-1,0 1,0 0,0 0,0 0,0 0,0 0,1 1,1-2,3 2,0 1,-1 0,1 1,-1-1,1 1,0 0,-1 1,0 0,1 0,-1 0,0 1,0 0,5 3,3 0,36 18,-2-1</inkml:trace>
  <inkml:trace contextRef="#ctx0" brushRef="#br0" timeOffset="1284.601">1712 807,'-2'-1,"-12"-10,0 2,-1-1,-1 2,0 0,0 1,0 1,-1 0,0 1,0 1,0 1,-14-2,27 6,-1-1,1 1,-1 0,1 0,0 0,-1 0,1 1,0 0,0 0,0 0,0 0,0 1,1-1,-1 1,1 0,-1 0,1 1,0-1,0 0,1 1,-1 0,1 0,0 0,0 0,0 0,0 0,1 0,-1 1,1-1,0 5,-1-2,1 1,0-1,1 1,-1 0,2-1,-1 1,1-1,0 1,0-1,1 1,0-1,1 0,-1 1,1-1,1-1,-1 1,1 0,1 0,1-2,0 1,0-1,1-1,0 1,-1-1,1 0,1-1,-1 1,1-2,-1 1,1-1,0 0,0 0,0-1,0 0,0-1,0 0,0 0,0-1,0 1,0-2,-1 1,1-1,0-1,0 1,-1-1,0 0,1-1,-1 0,-1 0,1-1,0 1,-1-1,0-1,0 1,-1-1,0 0,0 0,1-2,0 0,0 0,-1 0,0-1,0 1,-1-1,0 0,0-1,-1 1,0-3,-7 4,-5 24,6-11,1 0,-1 0,1 0,1 0,-1 0,1 1,0-1,0 1,0-1,1 1,0-1,0 1,0-1,1 1,-1-1,2 1,-1-1,0 0,1 1,0-1,0 0,1 0,-1 0,1-1,3 5,-3-8,-1 0,0 0,0 0,0 0,0 0,1-1,-1 1,0-1,1 0,-1 0,0 0,1 0,-1 0,0 0,1 0,-1-1,0 1,0-1,1 0,-1 0,0 0,0 0,0 0,0 0,0 0,0-1,0 1,-1-1,1 1,0-1,-1 0,2-1,41-66,-37 48,-1 0,-1-1,0 0,-2 0,-1 0,-1 0,0-3,2-28,-3 52,-1-1,1 1,1-1,-1 1,0-1,0 1,1-1,-1 1,0-1,1 1,0-1,-1 1,1 0,0-1,-1 1,1 0,0 0,0-1,0 1,0 0,1 0,-1 0,0 0,0 1,0-1,1 0,-1 0,1 1,-1-1,0 1,1-1,-1 1,1-1,-1 1,1 0,-1 0,1 0,-1 0,1 0,-1 0,1 0,-1 0,1 1,-1-1,1 1,-1-1,1 1,-1-1,1 2,9 1,0 0,-1 2,0-1,1 1,-2 1,1 0,-1 0,0 1,0 0,0 1,-1-1,0 2,-1-1,0 1,0 0,-1 1,0-1,-1 1,0 1,-1-1,0 1,0-1,-1 1,0 0,-1 0,0 2,-1 2,-2-11,1-1,-1 1,1-1,0 1,0-1,1 1,-1-1,1 1,0-1,0 1,0-1,0 0,0 1,1-1,0 0,-1 0,1 0,0 0,1 0,-1 0,0-1,1 1,0-1,-1 0,1 0,0 0,0 0,0 0,0 0,1-1,6 2,0 0,0-1,0-1,0 0,1 0,-1-1,0 0,1-1,-1 0,0 0,0-1,1-1,-2 0,1 0,0-1,-1 0,1 0,-1-1,0-1,-1 1,1-1,-1-1,-1 0,1 0,-1 0,0-1,-1 0,1-1,-2 1,1-1,-1 0,-1 0,1-1,-1-1,-3 10,-1 0,1 0,-1 0,1 0,-1 0,1 0,-1 0,0 0,1 0,-1 0,0 0,0 0,0 0,0-1,0 1,0 0,0 0,0 0,0 0,0 0,-1 0,1 0,0 0,-1 0,1 0,-1 0,1 0,-1 0,0 0,1 0,-1 0,0 0,0 1,1-1,-1 0,0 0,0 1,0-1,0 1,0-1,0 1,0-1,0 1,0 0,0-1,0 1,0 0,0 0,0 0,-1 0,1 0,-1 0,-3 5,0 0,1 1,0-1,0 1,0 0,0 0,1 0,0 1,1-1,-1 1,1 0,0 0,1 0,0 0,0 0,0-2,1 1,-1-1,1 1,0-1,1 0,-1 1,1-1,0 0,1 0,-1 0,1 1,0-1,0-1,1 1,0 0,-1-1,1 1,1-1,-1 0,1 0,0 0,-1 0,2-1,-1 1,0-1,1 0,-1-1,1 1,0-1,0 0,0 0,0 0,0-1,0 1,1-2,3 2,22 0</inkml:trace>
  <inkml:trace contextRef="#ctx0" brushRef="#br0" timeOffset="1535.928">2553 418,'-6'19,"3"12,13 10,13 8,2-5</inkml:trace>
  <inkml:trace contextRef="#ctx0" brushRef="#br0" timeOffset="2948.295">3075 886,'-11'-11,"0"1,0 0,-1 1,0 0,-1 1,0 0,0 0,-1 2,1 0,-1 0,-1 2,1-1,-1 2,0 0,0 1,0 0,0 1,-2 1,14 0,-1 0,0 1,0-1,0 1,0 0,1 0,-1 1,0-1,1 1,-1-1,1 1,0 0,-1 0,1 1,0-1,0 1,1-1,-1 1,0 0,1 0,0 0,0 1,0-1,0 0,0 1,1 0,-1-1,1 1,0 0,0-1,0 1,1 0,-1 0,1 0,0 0,0 0,0-1,1 1,-1 0,1 0,0 0,1 1,3 4,1 0,0-1,0 0,1 0,0-1,1 0,-1 0,1 0,1-1,-1-1,1 1,0-1,0-1,1 1,-1-2,1 1,0-1,0-1,0 0,0 0,0-1,5 0,-9 0,1 0,1-1,-1 1,0-1,0-1,0 0,0 1,0-2,-1 1,1-1,0 0,0-1,-1 0,0 0,1 0,-1-1,0 1,-1-1,1-1,-1 1,0-1,0 0,0 0,0-1,-1 1,0-1,0 0,-1 0,3-6,-3 4,-1 0,1 0,-1 0,-1-1,0 1,0-1,0 1,-1-1,0 1,-1-1,0 1,0-1,-1 1,0 0,-1-1,3 8,0 0,-1-1,1 1,-1 0,0 0,0 0,1 0,-1-1,0 1,0 0,0 1,0-1,0 0,0 0,0 0,0 0,0 1,-1-1,1 1,0-1,0 1,-1-1,1 1,0-1,-1 1,1 0,0 0,-1 0,1 0,0 0,-1 0,1 0,0 0,-1 1,1-1,0 1,0-1,-1 1,1-1,0 1,0-1,0 1,-1 0,1 0,0 0,0-1,0 1,1 0,-1 0,0 1,0-1,0 0,1 0,-1 0,0 0,1 1,-1-1,1 0,0 1,-4 5,0 1,0-1,1 1,1-1,-1 1,1 0,1 0,-1 0,1 0,1 0,-1 1,2-1,-1 0,1 0,0 0,1 0,-1 0,2 0,2 7,-3-10,0 1,1-1,-1 0,1-1,0 1,1 0,-1-1,1 0,0 0,0 0,0 0,1 0,-1-1,1 0,0 0,0 0,0-1,0 1,0-1,0 0,1-1,-1 1,1-1,-1 0,1-1,0 1,-1-1,1 0,1-1,1-1,1 0,-1-1,0 0,1-1,-2 1,1-2,0 1,-1-1,0 0,0-1,0 1,-1-1,1-1,-2 1,1-1,-1 0,0 0,0-1,-1 0,0 0,0 0,-1 0,0 0,0-1,-1 1,0-1,0-5,1-10,-3 24,-1 0,1 0,0 0,0 1,0-1,-1 0,1 0,0 0,0 0,-1 0,1 0,0 0,0 0,0 0,-1 0,1 0,0 0,0 0,-1 0,1 0,0 0,0 0,-1-1,1 1,0 0,0 0,0 0,-1 0,1 0,0 0,0-1,0 1,0 0,-1 0,1 0,0 0,0-1,0 1,0 0,0 0,0-1,0 1,0 0,0 0,-1 0,1-1,0 1,0 0,0 0,0-1,0 1,0 0,0 0,0-1,1 1,-1 0,0 0,0 0,0-1,0 1,0 0,0 0,-3 5,0 1,0 0,0 0,1 1,0-1,0 1,0-1,1 1,0-1,0 1,1 0,0-1,0 1,0 0,1-1,0 1,1 1,-2-5,1 0,0 0,0 0,0 0,1 0,-1 0,1 0,-1-1,1 1,0-1,0 1,0-1,0 0,0 0,1 1,-1-2,1 1,-1 0,1 0,0-1,0 0,-1 1,1-1,0 0,0 0,0-1,0 1,1-1,-1 1,0-1,0 0,3 0,1-1,-1 0,1 0,0 0,0-1,-1 0,1 0,-1-1,1 1,-1-1,0-1,0 1,-1-1,1 0,2-3,-1 0,-1 0,0 0,-1-1,0 0,0 0,-1 0,0 0,0-1,-1 0,0 1,0-1,-1 0,0-1,-1 1,0 0,0 0,-1-1,0-1,-2 123,3-105,0 1,0-1,0 0,1 1,-1-1,2 0,-1 0,1 0,0 0,1-1,0 1,0-1,0 0,1 0,-1 0,1-1,5 4,-7-8,0 0,0 0,0-1,0 1,0-1,0 0,0 0,1 0,-1-1,0 1,0-1,0 1,0-1,0 0,0 0,0 0,0-1,0 1,-1-1,1 1,0-1,-1 0,1 0,-1 0,0-1,0 1,0 0,0-1,0 0,0 1,-1-1,1 0,-1 0,0 0,0 0,1-1,21-40,-2-2,-3 0,-1 0,-2-2,1-12,-10 39,19-71,-5-1,-3-1,-4-1,-3-30,-10 114,2 0,-1 0,-1-1,0 1,0-1,-1 1,-1-1,0 1,0 0,-1-1,-1 2,0-1,-5-10,8 20,-1 0,0 0,0 0,0-1,0 2,0-1,0 0,0 0,0 1,0-1,0 1,0 0,-1-1,1 1,0 0,0 0,0 1,-1-1,1 0,0 1,0-1,0 1,0 0,0-1,0 1,0 0,0 0,0 1,0-1,1 0,-1 1,0-1,1 1,-1-1,1 1,0 0,-1-1,1 1,0 0,0 0,0 0,0 0,0 1,-15 23,1 0,2 1,0 1,2 0,1 1,1 0,1 0,2 1,1 0,2 0,0 0,3 29,-1-13,3 0,1 0,3 0,1 0,3-1,1-1,3 1,1-2,2 0,5 5,22 20,-43-68,0 1,0-1,0 1,0-1,0 0,0 0,0 1,0-1,0 0,0 0,0 0,0 0,0 0,0 0,0 0,0-1,0 1,-1 0,1 0,0-1,0 1,0-1,0 1,0-1,0 1,0-1,-1 1,1-1,0 0,-1 0,1 1,0-1,-1 0,1 0,-1 0,1 1,-1-1,1 0,-1 0,0 0,1 0,-1 0,0 0,0 0,0 0,1 0,-1 0,0 0,-1 0,1 0,0 0,0 0,0 0,-1 0,1 0,0 0,-1 0,1 0,-1-23,-1 0,-2 1,0 0,-1-1,-1 2,-1-1,-1 1,-8-14,-1-6,-3 1,-1 1,-2 1,-1 1,-23-27,31 49,21 27,15 5,0-1,1-1,1-1,0-1,1-1,0-1,0-1,1-1,11 2,101 25,-137-35,1 0,0 1,0-1,0 0,-1 1,1-1,0 0,0 1,0-1,0 0,0 1,-1-1,1 0,0 1,0-1,0 1,0-1,0 0,0 1,0-1,0 1,0-1,1 0,-1 1,0-1,0 0,0 1,0-1,0 0,1 1,-1-1,0 0,0 1,0-1,1 0,-1 0,0 1,1-1,-1 0,0 0,1 0,-1 1,0-1,1 0,-3 1,-8 4,1 1,-1 0,1 1,0-1,1 2,-1-1,1 1,1 1,0 0,0 0,1 0,0 0,0 1,1 0,0 0,1 1,0-1,1 1,0 0,1 0,0 0,1 0,-1 3,3-10,-1-1,1 0,-1 1,1-1,0 0,0 0,0 0,0 0,1 1,-1-2,1 1,0 0,0 0,0 0,0-1,1 1,-1-1,0 0,1 0,0 0,0 0,-1 0,1 0,0-1,0 0,1 1,-1-1,0 0,0 0,0-1,1 1,-1-1,1 0,-1 1,0-2,1 1,-1 0,0-1,1 1,-1-1,0 0,0 0,3-1,2-1,-1-1,1 0,-1 0,0 0,0-1,0 0,-1 0,1-1,-1 0,-1 0,1 0,-1-1,0 0,-1 0,1 0,-2 0,1-1,-1 0,0 0,0 0,-1 0,0 0,-1 0,1 0,-1-7,-1 0,-12 41,9-16,0 0,1 0,1 0,-1 0,2 1,-1-1,2 0,-1 1,1-1,1 0,0 0,0 0,1 0,0 0,1 0,0-1,1 1,0-1,1 1,74 73,-37-49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27.2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374 479,'-7'-5,"0"0,-1 1,0 0,0 0,0 1,-1 0,1 1,-1 0,0 0,1 0,-1 1,0 1,0 0,0 0,0 0,1 1,-1 1,0-1,0 1,1 1,-1 0,1 0,0 0,-4 3,0 0,1 1,0-1,0 2,0-1,1 2,1-1,-1 1,1 1,1-1,0 2,0-1,1 1,0 0,1 1,1-1,-3 8,5-11,2-1,-1 1,1-1,0 1,0-1,1 1,0-1,1 1,0 0,0-1,0 1,1-1,0 0,0 1,1-1,0 0,0-1,1 1,0 0,0-1,1 0,-1 0,1 0,1-1,-1 1,1-1,17 15,1-1,0-1,1-1,1-1,27 11,216 104,-265-129,42 38,-46-39,0 1,0-1,0 0,0 0,-1 0,1 1,0-1,-1 0,1 0,0 0,-1 1,1-1,-1 0,0 0,1 0,-1 0,0 0,0 0,0 0,1 0,-1-1,0 1,0 0,0 0,0-1,-1 1,1-1,0 1,0-1,0 1,0-1,-1 0,1 1,0-1,0 0,-24 7,1-1,-1-2,0 0,0-1,0-2,-25-1,23 0,-153-6,176 6,1 0,0 0,0-1,0 1,0 0,0-1,0 0,0 0,0 0,0 0,1 0,-1-1,0 1,1-1,-1 0,1 0,-1 0,-1-9</inkml:trace>
  <inkml:trace contextRef="#ctx0" brushRef="#br0" timeOffset="833.314">949 934,'-41'-1,"24"-1,-1 1,0 1,1 0,-1 1,1 1,-1 1,1 0,0 1,0 1,0 1,1 0,-1 1,-6 5,20-10,0 0,1 0,-1 0,0 0,1 1,-1-1,1 1,0 0,0-1,0 1,0 0,1 0,-1 0,1 1,0-1,0 0,0 0,0 1,0-1,1 0,-1 1,1-1,0 1,0-1,1 1,-1-1,1 0,-1 1,1-1,0 0,0 1,0-1,1 0,-1 0,1 0,0 0,0 0,0 0,0-1,0 1,1-1,7 7,1-2,1 0,-1 0,1-1,0 0,0-1,1-1,-1 0,1 0,0-1,0-1,0 0,1-1,-1-1,0 0,13-1,-4-2,0-1,0-1,0 0,0-2,-1-1,0 0,-1-2,0 0,0-1,-1-1,-1-1,0-1,0 0,-2-2,0 1,0-2,-2 0,0-1,-1 0,-1-1,-1-1,0 0,-2 0,6-16,7-22,-2 0,-3-1,-3-1,-2 0,-3-1,-2 0,-3-44,-1 87,-2-1,0 1,-2-1,0 1,-1 0,0-1,-2 1,0 0,-1 0,-1 1,0-1,-2 1,0 1,-9-14,16 28,-1 0,0 0,0 0,0 0,0 0,0 1,0-1,0 1,-1-1,1 1,0 0,-1 0,1 0,-1 0,0 0,1 1,-1-1,1 1,-1 0,0 0,0 0,1 0,-1 0,0 0,1 1,-1-1,1 1,-1 0,0 0,1 0,0 0,-1 0,1 0,0 1,-1-1,1 1,0 0,0 0,0-1,0 1,0 1,-9 13,2 0,0 0,0 1,2 0,0 0,1 1,1 0,0 0,1 0,1 1,1-1,1 1,1 16,1 21,3 1,2-1,2 0,3-1,3 0,2-1,2-1,2 0,3-1,2-2,2 0,2-2,21 25,-43-64,-1 1,0-1,0 0,1-1,1 1,-1-1,1-1,1 0,0 0,3 2,-10-9,1 0,0 0,-1 0,1 0,0 0,-1-1,1 1,-1-1,1 0,-1 1,1-1,-1 0,1-1,-1 1,0 0,1-1,-1 1,0-1,0 0,0 0,-1 0,1 0,0 0,-1 0,1 0,-1 0,0-1,1 1,-1-1,0 1,-1-1,1 1,0-1,-1 1,1-3,3-4,11-22,-3 4,1 0,1 2,1-1,2 2,0 0,8-6,-24 27,0 1,0 0,1 0,-1 0,1 0,-1 0,1 1,0-1,0 0,0 1,0-1,0 1,0 0,0-1,0 1,0 0,0 0,1 1,-1-1,1 0,-1 1,0-1,1 1,-1 0,1 0,-1 0,1 0,-1 0,0 1,1-1,-1 1,1-1,-1 1,0 0,1 0,-1 0,0 0,0 0,0 1,0-1,0 1,1 0,1 7,0 0,0 1,-1-1,-1 1,1 0,-1-1,-1 1,0 0,0 0,-1 0,-1 9,0-9,1 0,0 0,1 1,0-1,1 0,0 0,0 0,1 0,0-1,1 1,2 4,-3-10,0 0,0-1,0 0,0 1,0-1,1 0,0 0,-1-1,1 1,0-1,0 0,1 0,-1 0,0 0,1-1,-1 0,1 0,-1 0,1 0,-1-1,1 0,-1 0,1 0,0 0,-1-1,1 0,-1 0,2 0,7-2,1-1,-1 0,-1-1,1-1,-1 0,0 0,0-1,0-1,-1-1,-2 2,0 0,-1-1,0 0,0-1,-1 1,0-2,0 1,-1-1,-1 0,1 0,-2 0,1-1,-2 0,1 0,-1 0,-1 0,0 0,0-9,-2 17,0 0,0 0,0 0,-1-1,1 1,-1 0,0 0,0 0,0 0,0 0,0 0,-1 0,1 1,-1-1,0 0,0 1,0-1,0 1,0 0,-1-1,1 1,0 0,-1 1,0-1,0 0,1 1,-1-1,0 1,0 0,0 0,0 0,0 1,-1-1,1 1,0-1,0 1,0 0,0 0,-1 1,1-1,0 0,0 1,0 0,-2 0,-1 2,1-1,-1 1,1 0,0 0,-1 0,2 1,-1-1,0 1,1 0,-1 1,1-1,0 1,1 0,-1 0,1 0,0 0,0 1,1-1,-1 1,1 0,1 0,-1 0,1 0,0 0,0 0,1 0,-1 0,1 0,1 0,-1 0,1 0,0 0,1 0,-1 0,1 0,0 0,2 2,4 3,1-1,0 0,0 0,1-1,1-1,-1 0,1 0,0-1,1 0,0-1,0 0,1-1,-1 0,1-1,0-1,0 0,9 1,44 9</inkml:trace>
  <inkml:trace contextRef="#ctx0" brushRef="#br0" timeOffset="1800.548">2473 841,'11'36,"2"0,1-1,2 0,1-1,5 4,-16-28,1-1,0 1,0-1,1-1,0 1,0-1,1-1,0 0,9 6,-14-11,0 0,0 1,0-2,1 1,-1 0,0-1,1 0,-1 0,1 0,-1 0,1-1,-1 0,1 0,-1 0,1 0,-1-1,1 0,-1 0,1 0,-1 0,0-1,1 0,-1 0,0 0,0 0,1-1,1-4,1 1,-1-2,0 1,0 0,-1-1,0 0,-1-1,0 1,0-1,0 1,-1-1,-1 0,0 0,0-1,0 1,-1 0,-1-1,1 1,-2 0,0-8,1 15,1 0,-1 0,0 1,0-1,0 0,-1 0,1 1,0-1,0 0,-1 0,1 1,-1-1,0 0,1 1,-1-1,0 1,0-1,0 1,0-1,0 1,-1 0,1-1,-14 47,14-38,0-3,0 0,0 1,0-1,0 1,1-1,0 0,-1 1,2-1,-1 1,0-1,1 1,0-1,0 0,1 1,-1-1,1 0,-1 0,2 0,-1 0,0 0,1 0,-1-1,1 1,0-1,0 0,0 0,1 0,-1 0,1 0,0-1,0 0,-1 0,5 2,0-2,1 0,-1 0,0-1,1 0,-1 0,1-1,-1 0,1-1,-1 1,1-2,-1 1,1-1,-1-1,0 1,0-1,0-1,-1 0,1 0,-1 0,0-1,0 0,0 0,-1-1,0 0,0 0,0 0,-1-1,0 0,0 0,-1 0,0 0,0-1,0 0,-1 0,0 0,-1-2,1-15,-4 19,-2 17,1-4,0-1,1 0,-1 1,1-1,1 1,-1-1,1 1,0-1,1 1,-1 0,1-1,1 0,-1 1,1-1,0 0,1 0,-1 0,1 0,0 0,1 0,0-1,-1 0,2 1,-1-1,1-1,-1 1,1-1,0 0,1 0,-1 0,6 2,2-2,-1 0,0-1,1-1,0 0,-1 0,1-1,0-1,0 0,0-1,-1-1,1 0,0 0,-1-1,0-1,1 0,-1-1,11-5,30-30,-43 83,-8-39,-1 0,2-1,-1 1,0-1,1 1,-1-1,1 0,0 0,0-1,0 1,0 0,1-1,-1 0,1 0,-1 0,1 0,0 0,-1-1,1 0,0 0,0 0,0 0,0-1,1 1,-1-1,1 0,3 1,0-1,-1 0,1-1,0 0,-1 0,1 0,-1-1,1 0,-1-1,0 0,0 0,0 0,6-5,-9 5,0 0,0-1,0 0,0 0,-1 0,1 0,-1 0,0-1,-1 1,1-1,-1 0,0 0,0 0,0 0,-1 0,0 0,0 0,0-1,-1 1,1 0,-1-1,0 1,-1 0,0-1,1 1,-2 0,0-3,0 0,-1 0,0 0,0 0,-1 1,0-1,0 1,-1 0,0 0,0 0,-1 1,0 0,0 0,0 0,-1 1,0 0,0 0,0 0,0 2,0 0,-1 0,1 1,0 0,-1 0,1 1,-1-1,0 2,1-1,-1 1,0 0,1 1,-1 0,0 0,1 1,-1 0,1 0,0 1,0-1,0 2,0-1,0 1,0 0,1 0,0 1,0 0,0 0,1 0,-1 1,1 0,1 0,-1 0,1 1,0-1,0 1,1 0,0 0,0 0,1 1,0-1,0 0,1 1,0 0,0 5,1-8,1 0,-1-1,1 1,0-1,1 1,-1-1,1 1,0-1,0 0,1 0,-1 0,1 0,0 0,0 0,0-1,0 0,1 1,-1-1,1 0,0-1,0 1,0-1,0 0,0 1,0-2,1 1,-1-1,1 1,-1-1,4 0,30 7</inkml:trace>
  <inkml:trace contextRef="#ctx0" brushRef="#br0" timeOffset="2050.103">3744 547,'-16'0,"-15"0,-8 2,-2 5,3 7,8 7,10 4,14 6,16 1,5-5</inkml:trace>
  <inkml:trace contextRef="#ctx0" brushRef="#br0" timeOffset="2303.207">3823 1081,'19'2,"16"1,17 0,15 0,10-2,-8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23.9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30 687,'40'342,"-26"-220,-6 2,-6-1,-11 105,-6-157,9-71,-3-69,-22-561,12 334,18 294,0-1,0 1,1 0,-1-1,1 1,0 0,0-1,0 1,0 0,0-1,0 1,1 0,-1-1,1 1,-1 0,1-1,0 1,0 0,0 0,0 0,0 0,1 0,-1 0,1 0,-1 0,1 1,0-1,-1 1,1-1,0 1,0-1,0 1,0 0,0 0,1 0,-1 0,0 1,0-1,1 0,-1 1,0 0,1-1,-1 1,0 0,1 0,0 0,12 5,0-1,0 2,0 0,-1 0,0 1,0 1,0 1,-1 0,-1 0,0 1,0 1,9 11,-18-20,0 0,0 0,0 0,-1 1,0-1,1 1,-1 0,0-1,0 1,0 0,0 0,-1 1,1-1,-1 0,0 0,0 1,0-1,0 1,-1-1,1 1,-1-1,0 1,0-1,0 1,-1-1,1 0,-1 1,0-1,0 1,0-1,0 0,-2 3,-3-1,-1 0,0 0,0-1,0 0,0 0,-1 0,0-1,1-1,-1 1,0-1,-1-1,1 1,0-1,-7 0,-12 1</inkml:trace>
  <inkml:trace contextRef="#ctx0" brushRef="#br0" timeOffset="1135.528">457 941,'-13'-358,"13"357,0 0,-1 0,1 0,0 0,-1 0,1 0,0 0,0 0,0-1,0 1,0 0,0 0,0 0,0 0,1 0,-1 0,0 0,1 0,-1 0,0 0,1 0,-1 0,1 0,0 0,-1 0,1 0,0 0,0 0,-1 1,1-1,0 0,0 1,0-1,0 0,0 1,0-1,0 1,0 0,0-1,0 1,0 0,0-1,0 1,1 0,-1 0,0 0,84 47,-37-21,-22-14,-1 2,-1 1,0 1,19 17,-39-28,0-1,0 1,0 0,0 0,-1 1,0-1,0 1,0 0,-1 0,0 0,0 0,0 0,-1 0,0 0,0 0,-1 1,1-1,-2 4,1-8,0 0,0 0,-1-1,1 1,0 0,1 0,-1 0,0 0,0-1,1 1,-1 0,1 0,0 0,-1-1,1 1,0 0,0-1,0 1,0-1,0 1,0-1,1 0,-1 1,0-1,1 0,-1 0,1 0,-1 0,1 0,0 0,-1 0,1-1,0 1,0-1,-1 1,1-1,0 0,0 1,0-1,0 0,-1 0,1 0,1-1,17-1,-1-2,0 0,0-2,-1 0,1-1,-1 0,0-2,-1 0,0-1,11-9,-18 13,0-1,0 0,0 0,-1-1,0-1,0 1,-1-1,0-1,-1 0,0 0,-1 0,5-11,-10 19,0 1,0-1,-1 1,1-1,-1 1,1-1,-1 1,0-1,1 0,-1 1,0-1,0 1,0-1,0 0,-1 1,1-1,0 0,-1 1,1-1,-1 1,0-1,1 1,-1-1,0 1,0 0,0-1,0 1,0 0,0 0,0-1,0 1,0 0,-1 0,1 0,0 1,-1-1,1 0,-1 0,1 1,-1-1,1 1,-1-1,0 1,1 0,-1-1,1 1,-1 0,0 0,1 0,-1 1,0-1,1 0,-1 0,1 1,-1-1,1 1,-1 0,1-1,-1 1,1 0,-1 0,1 0,0 0,-5 2,1 1,-1 0,1 0,0 0,0 1,1 0,0 0,-1 0,2 0,-1 1,0 0,1-1,0 1,1 0,-1 1,1-1,0 0,1 1,0-1,0 1,0-1,1 1,-1 0,2-1,-1 1,1-1,0 1,0-1,1 1,0-1,0 0,0 1,1-1,0 0,0-1,1 1,-1 0,1-1,1 1,7 2,1-1,0 0,0-1,1 0,0-1,0-1,0 0,0-1,1-1,-1 0,1 0,-1-2,1 0,0-1,-1 0,1-1,-1 0,14-5,-12 4,0-1,-1-1,1 0,-1-1,0 0,-1-1,1-1,-2-1,1 0,-1 0,0-1,-1-1,0 0,-1-1,0 0,-1-1,0 0,-1 0,7-15,-1-9,-1 0,-2 0,-2-1,-1-1,-2 0,-2 0,-1 0,-2 0,-3-35,1 54,-1 1,0-1,-1 1,-1-1,-1 1,-1 0,0 0,-2 1,0 0,-4-6,10 22,0-1,0 0,-1 1,1-1,-1 1,0-1,0 1,0 0,0 0,0 0,0 0,-1 0,1 0,-1 1,1-1,-1 1,0 0,1 0,-1 0,0 0,0 0,0 0,0 1,0-1,0 1,0 0,0 0,0 0,0 0,1 1,-1-1,0 1,0 0,0 0,0 0,0 0,1 0,-1 0,1 1,-1-1,1 1,-3 1,-8 11,-1 1,2 0,0 1,1 0,1 0,0 1,1 1,1 0,0 0,2 0,0 1,1 0,1 0,-1 13,1-12,1 0,0 0,2 1,0-1,1 0,1 1,1-1,1 0,1 0,0 0,2 0,0-1,1 0,1 0,1-1,1 0,0 0,1-1,1 0,1-1,0-1,1 0,0-1,2 0,-1-1,18 10,-18-14,0-1,0-1,1 0,-1-1,1-1,1 0,-1-1,1-1,-1-1,10 1,-18-3,0 0,0 0,-1 0,1-1,0 0,0-1,-1 0,1 0,-1-1,0 1,0-1,0-1,0 0,0 0,-1 0,1-1,-1 0,0 0,-1 0,1-1,-1 0,0 0,2-3,-2 0,0 1,-1 0,0-1,0 0,-1 0,0 0,-1 0,1-1,-2 1,0-1,0 1,0-1,-1 1,-1-2,1 11,0 1,0-1,1 1,-2 0,1-1,0 1,0-1,0 1,0 0,0-1,0 1,0-1,-1 1,1-1,0 1,-1-1,1 1,0-1,-1 1,1-1,0 1,-1-1,1 1,-1-1,1 0,-1 1,1-1,-1 0,1 1,-1-1,1 0,-1 0,1 1,-1-1,0 0,1 0,-1 0,1 0,-1 0,0 0,1 0,-1 0,1 0,-1 0,0 0,1-1,-1 1,1 0,-1 0,1 0,-1-1,1 1,-1 0,1-1,-1 1,1 0,-1-1,1 1,-1-1,1 1,0-1,-1 1,1-1,0 1,-1-1,1 1,0-1,0 1,-4 6,0 1,1-1,0 1,1 0,-1 0,1 1,1-1,-1 0,1 1,1-1,-1 1,1-1,0 1,1-1,0 1,0-1,1 0,0 1,0-1,0 0,1 0,0 0,1-1,-1 1,1-1,1 0,-1 0,1 0,0 0,0-1,1 0,3 3,0-4,-1-1,1 0,-1-1,1 0,0 0,0 0,0-1,0-1,0 0,0 0,0-1,0 0,0 0,0-1,0 0,0 0,-1-1,1-1,-1 1,0-1,0-1,0 1,-1-2,1 1,-1-1,0 0,-1 0,0 0,0-1,0 0,-1-1,5-6,-4 3,-1 1,0-1,-1 0,0 0,-1 0,0-1,0 1,-1-1,-1 0,0 0,-1 1,0-5,0 16,1-1,-1 1,0-1,0 0,0 1,0-1,0 1,0-1,0 0,0 1,0-1,0 1,0-1,0 0,0 1,0-1,0 1,-1-1,1 1,0-1,0 1,-1-1,1 0,0 1,-1 0,1-1,-1 1,1-1,0 1,-1-1,1 1,-1 0,1-1,-1 1,0 0,1 0,-1-1,1 1,-1 0,1 0,-1 0,0 0,1 0,-1 0,1-1,-1 1,0 1,1-1,-1 0,1 0,-1 0,-20 27,19-22,0 0,0 1,1-1,0 0,-1 1,2 0,-1-1,1 1,0-1,0 1,0-1,1 1,0 0,0-1,0 0,1 1,0-1,0 0,0 0,1 0,-1 0,1 0,0 0,1-1,-1 1,1-1,0 0,0 0,0-1,1 1,2 1,9 4,-1-1,1-1,1 0,-1-1,1-1,0-1,0 0,0-1,6-1,40 6</inkml:trace>
  <inkml:trace contextRef="#ctx0" brushRef="#br0" timeOffset="2431.236">2877 621,'-4'0,"-1"0,0 1,0-1,0 1,0 0,1 1,-1-1,0 1,1 0,0 0,-1 0,1 1,0 0,0-1,0 1,0 1,1-1,-1 0,1 1,0 0,0 0,0 0,1 0,-1 0,1 1,0-1,0 1,1-1,-1 1,1 0,0 0,0-1,1 1,-1 0,1 0,0 0,1 0,-1 0,1-1,0 1,0 0,0 0,1-1,-1 1,2 2,1 0,1-1,-1 1,1-1,0 0,1 0,-1 0,1-1,0 0,1 0,-1 0,1-1,0 0,0-1,0 1,0-1,1 0,5 1,3 0,0-1,1 0,-1 0,0-2,1 0,-1-1,1-1,2 0,-5-1,1 1,-1-2,1 0,-1-1,0 0,0-1,-1-1,0 0,1-1,-2 0,1-1,-1-1,-1 0,0 0,0-1,0 0,-1-1,-1 0,0-1,-1 0,0 0,0-1,-2 0,1 0,-2-1,0 0,0 0,-2 0,1 0,-2-1,0 1,-1-3,-11-19,10 36,-1-1,1 1,0-1,0 0,-1 1,1-1,0 1,-1-1,1 1,0-1,-1 1,1-1,-1 1,1-1,-1 1,1 0,-1-1,1 1,-1 0,1-1,-1 1,0 0,1 0,-1 0,0-1,1 1,-1 0,1 0,-1 0,0 0,1 0,-1 0,0 0,1 0,-1 0,0 1,1-1,-1 0,1 0,-1 0,1 1,-1-1,0 0,1 1,-1-1,1 1,-1-1,1 0,-1 1,1-1,0 1,-1-1,1 1,-1 1,0 0,0 0,0 0,0 0,0 0,0 0,1 1,-1-1,1 0,0 0,-1 1,1-1,0 0,0 0,1 1,-1-1,0 0,1 0,-1 1,1-1,0 0,0 0,0 0,0 0,0 0,0 0,0 0,1 0,-1-1,1 1,-1 0,1-1,0 1,0-1,0 0,-1 1,1-1,0 0,1 0,-1 0,0-1,0 1,0 0,0-1,1 0,171 51,-170-47,0-1,-1 1,1-1,-1 1,0 0,0 1,0-1,-1 0,1 1,-1 0,0-1,0 1,-1 0,0 0,0 0,0 0,0 0,-1 0,1 0,-1 0,-1 0,1 0,-1 0,0 0,0 0,-1 2,4 66,0-69,-1-1,1 1,0-1,-1 0,1 0,1 0,-1 0,0 0,1 0,0 0,-1-1,1 1,0-1,0 0,1 0,-1 0,0 0,1 0,-1-1,1 0,-1 0,5 1,83 9,-62-12,1-2,-1-1,0-1,0-2,0 0,-1-2,0-1,-1-2,0 0,-1-2,-1-1,17-12,-35 23,0-1,0 0,0-1,-1 0,1 0,-1 0,-1 0,1-1,-1 0,1-3,-6 9,0 0,0-1,0 1,0-1,0 1,0-1,-1 1,1-1,0 1,-1 0,1-1,-1 1,0 0,1-1,-1 1,0 0,0 0,0 0,0-1,0 1,0 0,0 0,0 1,0-1,0 0,0 0,-1 0,1 1,0-1,-1 1,1-1,0 1,-1-1,1 1,-1 0,1 0,-1 0,1 0,-1 0,1 0,0 0,-1 0,1 0,-1 1,1-1,-1 0,1 1,0 0,-12-2,0 2,1-1,-1 2,1-1,0 2,-1 0,1 0,0 1,1 1,-1 0,1 0,0 1,0 1,0 0,1 0,-6 7,14-13,0 0,1 1,-1-1,0 1,1 0,0-1,-1 1,1 0,0 0,0 0,0 0,0 0,0 0,0 0,1 0,-1 0,1 0,-1 1,1-1,0 0,0 0,0 1,0-1,0 0,1 0,-1 0,1 1,-1-1,1 0,0 0,0 0,0 0,0 0,0 0,0 0,0-1,1 1,-1 0,1-1,0 1,6 2,0 0,0-1,1 0,-1 0,1-1,0 0,-1-1,1 0,0 0,0-1,0 0,0 0,0-1,0 0,-1-1,1 0,0 0,-1-1,0 0,1-1,3-2,-8 4,-1 1,1-1,-1 0,1 0,-1 0,0-1,0 1,0-1,0 0,0 0,0 0,-1 0,0 0,1 0,-1-1,-1 1,1-1,0 0,-1 1,1-4,-2 7,-1 0,1-1,-1 1,1 0,-1 0,0 0,1-1,-1 1,1 0,-1 0,1 0,-1 0,0 0,1 0,-1 0,1 0,-1 1,1-1,-1 0,1 0,-1 0,0 1,1-1,-1 0,1 0,-1 1,1-1,0 0,-1 1,1-1,-1 1,1-1,0 1,-1-1,1 1,0-1,-1 1,1-1,0 1,0-1,0 1,-1-1,1 1,0-1,0 1,0 0,0-1,-2 3,1 0,0 0,-1 0,1 1,0-1,1 0,-1 0,0 0,1 1,0-1,0 0,0 1,0-1,0 0,1 0,0 1,-1-1,1 0,0 0,0 0,1 0,-1 0,1 0,0 0,-1 0,1-1,0 1,1 0,-1-1,0 0,1 0,-1 0,1 0,1 1,7 5,-1-1,2-1,-1 0,1 0,0-1,0-1,0 0,6 1,0-1,-1 0,1-2,0 0,0-1,0 0,0-2,0 0,0-1,0-1,-1 0,1-2,-1 0,0-1,0 0,-1-1,1-1,-2-1,1 0,-1-2,-1 1,0-2,0 1,-1-2,-1 0,3-5,3-13,-2-1,-1-1,-2-1,-2 0,0 0,-3-1,0 0,-3-1,-1 0,-1 1,-2-26,1 29,0 0,-2-1,-1 1,-2 0,-1 0,-2 0,-1 0,-1 1,-6-13,13 42,1 0,0 0,-1 0,1 0,-1 0,0 0,1 0,-1 0,0 0,0 0,0 1,-1-1,1 0,0 1,-1-1,1 1,-1-1,1 1,-1 0,0-1,1 1,-1 0,0 0,0 0,0 1,0-1,0 0,0 1,0-1,0 1,0 0,0 0,0-1,0 1,0 1,0-1,0 0,0 0,0 1,0-1,0 1,0 0,0-1,0 1,0 0,0 0,0 0,1 1,-1-1,-7 10,2 0,0 0,0 0,1 1,0 0,1 1,0-1,1 1,0 0,2 0,-1 0,1 0,1 2,-3 25,3-1,0 1,3 0,1-1,2 1,2-1,2 0,1-1,2 0,1-1,2 0,2-1,1-1,2 0,3 1,-10-15,2 1,0-2,1 0,1-1,9 8,-21-22,0 0,1-1,0 1,0-1,0 0,0-1,0 1,1-1,0-1,-1 1,1-1,0 0,0-1,0 1,1-2,-1 1,0-1,0 0,0 0,1-1,1 0,0-3,0 0,0-1,-1 0,0-1,0 0,0 0,-1 0,1-1,-2 0,1-1,-1 0,0 0,-1 0,0 0,0-1,-1 0,0 0,0 0,-1 0,0-1,-1 0,0 1,-1-1,1 0,-2 0,0 0,0-1,-1-8,0 19,1 0,-1 0,1-1,0 1,-1 0,1 0,-1 0,1 0,0 0,-1 0,1 0,-1 0,1 0,-1 0,1 0,0 0,-1 0,1 0,-1 0,1 0,0 0,-1 1,1-1,-1 0,1 0,0 0,-1 1,1-1,0 0,-1 0,1 1,0-1,-1 0,1 1,0-1,0 0,0 1,-1-1,1 1,0-1,0 0,0 1,0-1,0 1,-1-1,1 1,0-1,0 0,0 1,0-1,1 1,-6 7,1-1,0 1,1 0,0 1,0-1,1 1,0-1,0 1,1 0,0-1,0 1,1 0,1 0,-1 0,1-1,1 1,0 0,0-1,1 1,-1-1,2 0,-1 0,1 0,1 0,-1-1,1 0,1 0,-1 0,1 0,7 5,-5-7,0 0,1-1,0 0,-1 0,2-1,-1 0,0 0,1-1,-1-1,1 1,-1-2,1 1,0-1,-1-1,1 0,-1 0,1-1,8-2,21-10</inkml:trace>
  <inkml:trace contextRef="#ctx0" brushRef="#br0" timeOffset="2684.561">4562 153,'34'4,"39"7,40 5,38 3,32 4,-15-1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5:22.7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176 485,'-6'4,"0"1,1 0,-1 0,1 0,0 1,1 0,0 0,0 0,0 0,0 1,1 0,0 0,1-1,-1 2,1-1,0 3,-29 177,28-147,-2 0,-2-1,-2 0,-3 6,-10-6,13-48,-1-100,10 85,0-60,4 1,3 0,4 0,11-36,-19 106,1-1,0 1,1 0,1 0,0 0,1 1,4-6,-9 15,0 1,0-1,0 0,0 1,0-1,1 1,0 0,-1 0,1 0,0 0,0 0,0 0,0 1,0 0,0-1,1 1,-1 0,0 1,1-1,-1 1,0-1,1 1,-1 0,1 0,-1 0,0 1,1-1,-1 1,0 0,1 0,-1 0,3 2,1 1,1 1,-1 0,0 1,0-1,-1 2,1-1,-1 1,-1-1,1 2,-1-1,-1 1,1-1,-1 1,0 0,-1 1,0-1,-1 1,1-1,-2 1,1 0,-1 0,0 0,-1-1,0 1,-1 0,1 0,-2 0,1 0,-1 0,-1-1,1 1,-2-1,1 0,-1 0,0 0,-4 4,2-2,-2-1,1-1,-1 1,-1-1,1 0,-1-1,-1 0,1-1,-1 0,0 0,-1-1,1 0,-1-1,0 0,0-1,0 0,-1-1,1 0,-2-1,-10-9,26 8,0 0,1 0,-1 0,1 1,-1-1,0 1,0 0,1 0,-1 0,0 0,0 1,0-1,0 1,0 0,-1 0,1 0,0 0,-1 1,0-2,116 100,-103-84,2 0,0-1,0-1,2-1,-1 0,2-1,0-2,0 0,1-1,1 0,-1-2,1-1,2 0,-16-6,1 0,-1-1,0 0,0 0,0-1,0 0,0 0,0-1,0 0,0 0,0-1,-1 0,1 0,-1-1,0 0,0 0,0-1,0 1,-1-2,0 1,0-1,0 0,-1 0,0 0,0-1,-1 0,0 0,0 0,0 0,-1-1,0 1,-1-1,1 0,-1 0,-1 0,1 2,-1 1,0 0,0-1,-1 0,1 1,-1-1,-1 1,1-1,-1 0,1 1,-2-1,1 1,-1 0,0-1,0 1,0 0,0 0,-1 0,0 0,0 1,-1-1,1 1,-1 0,0 0,0 0,0 0,-5-2,7 5,0 0,0 1,0-1,0 1,0 0,-1-1,1 1,0 0,0 0,0 1,0-1,0 0,-1 1,1-1,0 1,0 0,0 0,0-1,0 1,1 1,-1-1,0 0,0 0,1 1,-1-1,1 1,-1-1,1 1,-1 0,1-1,0 1,-1 1,-24 65,25-62,0 0,1 0,-1 0,2 0,-1 0,1-1,-1 1,2 0,-1 0,1-1,-1 1,2-1,-1 1,1-1,-1 0,1 0,1 0,-1 0,1 0,0-1,0 0,0 0,0 0,1 0,3 2,1-1,-1 0,1 0,0-1,0 0,0-1,0 0,1 0,0-1,-1 0,1-1,0 0,0-1,-1 1,1-2,3 0,5-3,0-1,0-1,-1-1,0 0,0-1,-1-1,0-1,0 0,-1-1,-1 0,0-2,0 1,-1-2,-1 0,0 0,-1-1,0 0,-2-1,0 0,0-1,-2 0,0 0,3-14,1-6,-2 1,-2-2,-1 1,-2-1,-2 1,-1-1,-2 0,-1 0,-4-11,4 39,1-1,-2 1,0-1,0 1,-1 0,0 0,0 0,-6-8,8 17,1-1,-1 1,1-1,-1 1,1 0,-1 0,0 0,0 0,0 0,1 0,-1 0,0 0,0 1,0-1,0 1,0 0,-1-1,1 1,0 0,0 0,0 0,0 1,0-1,0 0,0 1,0-1,0 1,0 0,0 0,0 0,1 0,-1 0,0 0,0 0,1 0,-1 1,1-1,-1 1,1-1,0 1,-1-1,1 1,0 0,0 0,0 0,0-1,1 1,-1 0,0 0,1 1,-17 28,1 1,2 1,1 0,2 1,1 0,1 0,2 1,0 18,2-22,1 0,2 1,1-1,2 1,2 11,-2-31,1-1,0 1,1-1,0 0,1 0,0 0,0-1,1 1,1-1,0 0,0-1,1 1,0-1,1-1,0 1,2 1,1-2,1 0,0 0,0-1,1 0,0-2,0 1,1-1,-1-1,1-1,0 0,0 0,0-1,0-1,13-1,5 0,0-3,0 0,0-2,0-1,-1-2,1-1,-14 4,1 0,-1-2,0 0,-1-1,0 0,0-2,-1 0,0 0,0-2,2-3,-17 14,0 0,1 0,-1 0,0 0,0 0,0-1,0 1,0 0,0-1,0 1,-1-1,1 1,0-1,-1 1,1-1,-1 1,1-1,-1 0,0 1,0-1,0 0,0 1,0-1,0 0,0 1,-1-1,1 0,0 1,-1-1,0 1,1-1,-1 1,0-1,0 1,1-1,-1 1,0 0,0 0,-1-1,1 1,0 0,0 0,-1 0,1 0,0 0,-1 0,1 1,-1-1,1 0,-1 1,0-1,1 1,-11-3,0 1,0 0,0 1,0 0,0 1,0 1,-1 0,1 0,0 1,1 0,-1 1,0 1,1 0,-1 1,1 0,1 0,-1 1,1 0,0 1,0 1,1-1,0 1,-8 9,-17 44,33-59,1 0,-1 0,1 0,0 0,0 0,-1 1,1-1,1 0,-1 0,0 0,0 0,1 0,0 0,-1 0,1 0,0-1,0 1,0 0,0 0,0 0,0-1,0 1,1-1,-1 1,0-1,1 1,0-1,-1 0,1 0,0 1,0-1,1 0,7 2,0 0,0-1,0-1,1 0,-1 0,0-1,1 0,-1-1,0 0,1 0,-1-2,0 1,0-1,0 0,8-5,-5 4,-1-1,1 0,-1 0,-1-1,1-1,-1 0,0-1,-1 0,0 0,0-1,-1-1,0 0,0 0,2-5,-11 15,-1 0,1 0,0 0,0 0,-1 0,1 0,0 0,-1 0,1 0,0 0,-1 0,1-1,0 1,0 0,-1 0,1 0,0 0,0-1,-1 1,1 0,0 0,0 0,0-1,-1 1,1 0,-2 4,0 1,0-1,0 1,0-1,1 1,0 0,0 0,0 0,0 0,1 0,0-1,0 1,0 0,1 0,0 0,0 0,0 0,0 0,1-1,0 1,0-1,0 1,0-1,1 0,0 1,-1-1,2-1,-1 1,0 0,1-1,0 0,-1 0,1 0,1 0,-1 0,0-1,1 0,-1 0,1 0,-1 0,2-1,3 1,-1 0,1-1,-1 0,1-1,0 1,0-2,-1 1,1-1,-1-1,1 1,-1-2,1 1,-1-1,0 0,0-1,0 0,-1 0,1 0,-1-1,4-4,1 0,-1-1,-1-1,1 0,-2 0,1-1,-2 0,0-1,0 0,-1 0,0 0,3-12,5-32,-3-1,-1 0,-4-1,-2 0,-2 0,-6-49,3 48,-2 0,-3 0,-6-18,11 77,0-4,-1 1,0-1,0 1,0-1,0 1,-1-1,1 1,-1-1,0 1,0 0,-1 0,1 0,-1 1,0-1,0 0,-1 0,2 4,0 0,0-1,0 1,0 0,0 1,0-1,1 0,-1 0,0 1,0-1,0 1,1 0,-1 0,0-1,0 1,1 0,-1 0,1 1,-1-1,1 0,0 0,-1 1,1-1,0 1,0-1,0 1,0-1,0 1,0 0,0-1,1 1,-1 0,-12 25,1 0,2 0,1 1,1 0,1 1,1 0,2 0,1 0,1 18,-2-2,3-1,2 1,1 0,3-1,1 0,3 0,1 0,2-1,2-1,2 0,2-1,7 10,-18-37,2-1,-1 0,2 0,0-1,0 0,13 10,-20-19,1 0,-1 0,1 0,0-1,0 1,1-1,-1 0,0 0,1-1,-1 1,1-1,-1 0,1 0,0-1,-1 1,1-1,0 0,-1 0,1-1,0 1,-1-1,1 0,-1 0,1-1,0 0,14-8,-1-2,-1 0,0-1,0 0,-2-1,0-1,0-1,-1 0,-1-1,2-5,25-32,-32 54,-11 18,2-14,-2 9,0-8,1 1,0-1,1 1,-1-1,1 1,0 0,0 0,1-1,-1 1,1 0,1 0,-1 0,1-1,0 1,0 0,1-1,0 1,0-1,0 1,0-1,1 0,0 0,0 0,0 0,1-1,3 4,-1-5,1 0,-1 0,1-1,0 0,0 0,0 0,0-1,0 0,0-1,0 0,0 0,0 0,0-1,1 0,-1 0,0-1,36-8</inkml:trace>
  <inkml:trace contextRef="#ctx0" brushRef="#br0" timeOffset="239.405">2395 579,'-16'-5,"-8"-1,-1-2,1-2,2-4,5 0</inkml:trace>
  <inkml:trace contextRef="#ctx0" brushRef="#br0" timeOffset="392.979">1981 391,'16'4,"18"2,23 0,21-1,18 1,11-1,-12-1</inkml:trace>
  <inkml:trace contextRef="#ctx0" brushRef="#br0" timeOffset="560.531">2837 805,'0'14,"2"8,1 4,2-1,2-4,3-6,-1-6</inkml:trace>
  <inkml:trace contextRef="#ctx0" brushRef="#br0" timeOffset="724.617">2809 418,'-13'-9,"-1"-1,12 6,20 8,6 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6:12.21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42 62,'-26'-61,"25"61,1 0,-1 0,1 0,-1 0,0 0,1 0,-1 0,1 1,-1-1,0 0,1 0,-1 1,1-1,-1 0,1 1,-1-1,1 0,-1 1,1-1,0 1,-1-1,1 1,0-1,-1 1,1-1,0 1,-1-1,1 1,0 0,0-1,0 1,0-1,-1 1,1 0,0-1,0 1,0-1,0 1,0 0,1-1,-1 1,0 0,0-1,0 1,0-1,1 1,-1-1,0 1,1 0,-4 314,8-141,17 91,-22-264,-1 0,1 0,0 0,0-1,-1 1,1 0,0 0,0 0,0 0,0 0,0-1,0 1,0 0,0 0,1 0,-1 0,0 0,0-1,1 1,-1 0,0 0,1-1,-1 1,1 0,-1 0,1-1,-1 1,1 0,0-1,-1 1,1-1,0 1,-1-1,1 1,0-1,0 0,-1 1,1-1,0 0,0 1,0-1,0 0,-1 0,1 0,0 0,0 0,0 0,0 0,0 0,0 0,-1 0,1 0,0-1,0 1,0 0,0-1,7-3,1 0,0 1,0-1,0 2,0-1,0 2,1-1,-1 1,0 0,10 1,11-2,204-14,158 12,-225 16,-112-5,0-3,0-2,0-3,8-3,-12-3,-7 1,1 1,-1 2,1 2,12 3,36 12,252-15,-340 2,-1-1,0 0,0 0,0 0,0 0,1-1,-1 0,0 1,0-2,0 1,0 0,-1-1,1 0,0 0,0 0,-1 0,0 0,1-1,-1 0,0 1,0-1,0 0,-1-1,1 1,-1 0,1-1,-1 1,0-1,-1 0,1 0,0-1,4-33,-1 0,-2-1,-2 1,-1 0,-2-1,-2 1,-1 0,-3-4,-9-98,6 9,8 127,5 11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6:14.1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14 167,'-13'626,"12"-615,7 59,-6-68,0 0,1-1,-1 1,1-1,0 1,0 0,-1-1,1 1,0-1,0 0,1 1,-1-1,0 0,0 0,1 1,-1-1,0 0,1 0,-1 0,1-1,-1 1,1 0,0-1,-1 1,1-1,0 1,-1-1,1 0,0 1,0-1,-1 0,1 0,0-1,0 1,-1 0,2-1,177-36,158 28,-89 6,-74-3,84 12,-130-2,0-5,80-12,137 2,-301 11,-44 0,1 0,-1 0,0 0,1 0,-1 0,0 0,1 0,-1 0,0 0,1-1,-1 1,0 0,1-1,-1 1,0-1,0 0,1 1,-1-1,0 0,0 0,0 0,0 1,0-1,0 0,0-1,0 1,-1 0,1 0,0 0,-1 0,1-1,-1 1,1 0,-1 0,1-1,-1 1,0-1,0 1,0 0,1-1,-1 1,-1 0,1-1,0 1,0 0,0-1,-1 1,1 0,-1-1,0 0,-47-134,31 62,2 1,4-2,4 1,2-1,4-1,5-33,1 11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08.8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20.2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1,'-1'0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8:31.9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4171,'0'-2,"0"-3,0-1</inkml:trace>
  <inkml:trace contextRef="#ctx0" brushRef="#br0" timeOffset="52461.974">1 2554,'1'1,"0"0,0-1,0 0,0 1,0-1,1 0,-1 1,0-1,0 0,0 0,0 0,1 0,-1 0,0 0,0-1,0 1,0 0,0 0,1-1,-1 1,0-1,0 1,0-1,0 0,0 1,0-1,0 0,-1 1,1-1,1-1,-2 2,256-155,305-194,-219 128,189-92,70-94,-460 309,5 6,17 0,149-109,-187 128,-8 11,-70 36,-50 19,-4 2</inkml:trace>
  <inkml:trace contextRef="#ctx0" brushRef="#br0" timeOffset="56027.682">1538 68,'1'-3,"1"1,-1 0,1 0,-1 0,1 1,0-1,0 0,0 1,0-1,0 1,0-1,0 1,1 0,-1 0,0 0,1 0,-1 1,1-1,-1 0,1 1,-1 0,1 0,-1 0,1 0,-1 0,1 0,-1 0,1 1,1 0,5-1,881-41,336 42,-498 12,343 32,-169-24,-279-15,349 64,-44-54,-634-1,0-12,33-16,-81-11,146-8,243 24,-237-9,-381 17,51-5,1 4,0 3,-1 2,25 8,-86-12,-1 1,0 1,1 0,-1-1,0 2,0-1,0 1,0 0,0 0,-1 1,0-1,1 1,-1 1,-1-1,1 1,-1-1,1 1,-1 1,-1-1,1 0,-1 1,0 0,0 0,-1 0,1 0,0 4,89 420,-51-299,-3-11,-5 3,-5 3,90 668,-10-210,-48-69,-52-398,-5 117,1 39,15 24,-17-276,-1 0,0 1,-2-1,0 0,-1 0,-2 0,0 0,-1-1,-1 1,-1-1,0 0,-2-1,0 0,-2-1,0 1,-1-2,0 0,-1 0,-14 12,-21 12,-1-2,-2-2,-2-3,0-2,-3-2,0-3,-2-2,0-3,-2-2,-16 1,21-8,-328 95,299-79,-42 16,-116 23,27-31,-204 8,234-28,77-6,-280 24,-25-15,-226-4,208 10,-288-26,-4-37,-133-21,-319 29,704 28,-310-25,158 11,-28 19,272 35,222-19,-130 0,241-18,-1-3,0-2,1-2,0-2,0-2,0-1,1-3,1-2,0-2,-34-18,61 24,1 0,0 0,0-2,1 0,1-1,0 0,1-1,1 0,0-1,1-1,-6-12,-3-10,2-1,2 0,2-1,-8-36,-118-453,116 431,4-1,4 0,5-1,4-1,5 0,4 0,10-57,27-84,10 3,16-17,-26 103,-6 21,6 1,5 3,6 1,6 2,51-82,217-311,-270 421,-7 8,3 2,4 3,3 2,4 2,55-53,35 2,-147 130,-1-1,1 0,0 1,0 0,0 0,0 0,0 1,0-1,1 1,-1 0,1 0,-1 0,0 1,1 0,-1 0,1 0,-1 0,1 1,2 0,9 3</inkml:trace>
  <inkml:trace contextRef="#ctx0" brushRef="#br0" timeOffset="56693.902">4813 428,'-31'45,"-2"-1,-3-1,-13 10,15-16,-476 530,-255 384,448-562,-884 1023,775-962,405-427,41-40,21-23,7-6</inkml:trace>
  <inkml:trace contextRef="#ctx0" brushRef="#br0" timeOffset="57247.598">7982 469,'-78'36,"1"4,2 3,2 3,2 4,2 2,-39 41,-56 75,-92 125,211-239,-369 440,-574 657,-62-42,1027-1086,-86 86,-110 84,189-171,18-15,18-15,17-16,7-5</inkml:trace>
  <inkml:trace contextRef="#ctx0" brushRef="#br0" timeOffset="57766.719">10335 937,'-401'437,"-1574"1928,1909-2283,-760 878,800-932,35-38,14-17</inkml:trace>
  <inkml:trace contextRef="#ctx0" brushRef="#br0" timeOffset="58255.442">11953 2139,'-49'53,"3"3,-31 47,39-50,-956 1153,618-773,180-198,-1 25,128-161,5 2,5 3,4 3,-6 27,46-96</inkml:trace>
  <inkml:trace contextRef="#ctx0" brushRef="#br0" timeOffset="58683.821">11698 3677,'0'28,"0"0,-2 0,-1-1,-1 1,-2-1,-1 0,0 0,-8 13,-33 84,-5-2,-5-2,-6-3,-78 107,-52 72,156-247,31-51,3-7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33.4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0,'28'41,"-2"0,-1 2,-2 1,-3 1,3 10,20 83,-5 1,11 94,-1-8,-6-82,-41-142,-1 1,0 0,0 0,1 0,-1-1,1 1,-1 0,1-1,0 1,0 0,0-1,0 1,0-1,0 1,0-1,0 0,0 1,1-1,-1 0,1 0,-1 0,1 0,-1 0,1 0,-1-1,1 1,0 0,0-1,-1 1,1-1,0 0,0 1,-1-1,1 0,0 0,0 0,0 0,-1-1,1 1,0 0,0-1,-1 1,1-1,0 0,-1 1,1-1,0 0,-1 0,1 0,-1 0,0-1,1 1,-1 0,0 0,0-1,0 1,17-20,-2-1,-1-1,0 0,-2 0,-1-2,3-7,5-10,258-517,-257 522,1 1,2 1,2 1,1 1,1 2,2 0,1 2,13-8,15-5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49.3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56.6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0,'20'2,"17"2,15-1,12-1,9 0,6-1,1 0,-5 1,-7 1,-11 2,-11 0,-16-1,-12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54.7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6806 721,'-3'16,"0"11,-2 10,0 3,1 3,3 1,6-1,5-2,5-7,4-9,0-8</inkml:trace>
  <inkml:trace contextRef="#ctx0" brushRef="#br0" timeOffset="178.968">6926 199,'-16'-11,"-7"-4,-3 0,2 8,2 10,5 3</inkml:trace>
  <inkml:trace contextRef="#ctx0" brushRef="#br0" timeOffset="-652.801">4453 828,'-4'-5,"-1"0,0 0,0 1,-1 0,1 0,-1 0,0 1,0 0,0 0,0 0,0 1,-1 0,1 0,-1 1,1 0,-1 0,0 0,0 1,1 0,-1 0,0 1,1 0,-1 0,0 0,1 1,-1 0,1 0,0 1,0 0,0 0,0 0,0 1,1 0,-1 0,1 0,0 1,0-1,1 1,-2 3,4-6,1 1,-1-1,1 1,0 0,0 0,0-1,0 1,0 0,1 0,-1 0,1 0,0 0,0 0,0 0,0 0,1 0,-1 0,1 0,-1 0,1 0,0 0,0-1,1 1,-1 0,1-1,-1 1,1-1,0 1,0-1,0 0,0 1,0-1,0 0,0-1,1 1,-1 0,1-1,0 1,-1-1,1 0,3 1,22 7,0-1,1-1,0-1,0-2,1-1,-1-1,1-2,28-3,54-1,0-6,-1-4,83-23,-177 33,-10 4,0-2,0 1,0-1,-1 1,1-2,0 1,-1-1,0 0,0 0,0-1,0 0,0 0,-1 0,1-1,-6 4,1 0,-1 0,1 0,-1 0,0 0,1 0,-1 0,0 0,0 0,0 0,0 0,0 0,0 0,0 0,0 0,0 0,0 0,0 0,-1 0,1 0,0 0,-1 0,1 0,-1 0,1 0,-1 0,0 0,1 1,-1-1,0 0,1 0,-1 1,0-1,0 0,0 1,0-1,1 1,-1-1,0 1,0 0,0-1,0 1,0 0,0-1,-48-15,37 13,0 0,0 1,0 1,0 0,0 0,0 1,-1 1,1 0,0 0,0 2,0-1,1 1,-1 1,0 0,1 1,0 0,0 1,1 0,0 1,0 0,0 0,1 1,0 0,0 1,1 0,-6 9,12-16,1 0,0 0,0 0,0 1,0-1,0 0,0 1,1-1,-1 1,1-1,0 1,0-1,0 1,0-1,0 1,0-1,1 1,-1-1,1 1,-1-1,1 0,0 1,0-1,0 0,1 0,-1 1,0-1,1 0,-1 0,1-1,0 1,0 0,0 0,0-1,0 1,0-1,0 0,2 1,8 2,0-1,0-1,0 0,0 0,0-1,0-1,0 0,1-1,-1 0,0-1,0 0,0-1,-1 0,1-1,-1 0,1-1,-1 0,-1-1,1 0,-1-1,0 0,0-1,-1 0,0 0,4-6,-7 8,-6 7,0-1,0 1,0-1,0 1,1-1,-1 1,0 0,0-1,0 1,1-1,-1 1,0-1,1 0,-1 1,0-1,1 1,-1-1,1 0,-1 1,0-1,1 0,-1 1,1-1,-1 0,1 1,-1-1,1 0,-1 0,1 0,-1 0,1 0,0 1,-1-1,1 0,-1 0,1 0,-1-1,1 1,-1 0,1 0,0 0,-1 0,1 0,-1-1,1 1,-1 0,1 0,-1-1,1 1,-1 0,0-1,1 1,-1 0,1-1,-1 1,0-1,1 1,-1-1,0 1,0-1,1 1,-1-1,0 1,0-1,0 1,0-1,1 1,-1-1,0 0,0 1,1 7,1 1,0 0,0-1,1 0,0 1,0-1,0 0,1-1,1 1,-1-1,1 0,0 0,0 0,0 0,1-1,0 0,0 0,1-1,-1 1,1-2,0 1,0-1,0 0,0 0,1-1,3 1,6 2,1-2,-1 0,1 0,0-2,0 0,-1-2,1 0,0 0,0-2,-1 0,5-2,-9 1,0-1,0 0,0 0,-1-1,1-1,-1 0,-1-1,0 0,0-1,0 0,-1-1,0 0,-1 0,-1-1,1 0,-2-1,1 0,-2 0,1-1,-2 1,0-1,3-10,8-39,-1 0,-4-2,-2 1,-4-1,-2 0,-4-44,2 70,-3 0,-1 0,-2 0,-1 1,-2 0,-2 0,-6-12,16 47,0 1,0-1,0 0,0 0,-1 1,1-1,-1 0,1 1,-1-1,0 1,1-1,-1 1,0-1,0 1,0-1,0 1,0 0,-1 0,1 0,0-1,-1 1,1 0,0 0,-1 1,1-1,-1 0,0 0,1 1,-1-1,0 1,1-1,-1 1,0 0,1 0,-1 0,0 0,1 0,-1 0,0 0,0 0,1 1,-1-1,0 1,1-1,-2 2,-3 6,0 1,1 0,0 1,1-1,0 1,1 0,0 0,0 0,1 0,0 0,1 1,0 7,0-10,-4 60,3 0,3 0,3 0,2 0,4-1,3 0,2 0,4-2,14 31,-24-68,2-1,1 0,1-1,9 13,-18-32,0-1,0 0,0 0,1 0,0-1,1 0,-1 0,1 0,0 0,0-1,0 0,0 0,1-1,0 0,0 0,0 0,0-1,0 0,0-1,4 1,-4-2,0 0,1-1,-1 0,0 0,0-1,0 0,0 0,0-1,0 1,-1-2,1 1,-1-1,0 0,0 0,0 0,3-4,79-88,-42 28,-46 68,1 0,-1 1,1-1,-1 0,1 1,-1-1,1 1,-1-1,1 1,-1-1,0 1,1-1,-1 1,0-1,0 1,1 0,-1-1,0 1,0-1,0 1,1 0,-1-1,0 1,0 0,0-1,0 1,0 0,0-1,-1 1,1 0,0-1,0 1,0-1,-1 1,1 0,0-1,-1 1,1-1,0 1,-1-1,1 1,-1-1,-4 29,3-19,-1-1,1 1,1 0,0 0,0 0,1 0,0 0,1 0,0 0,0 0,1 0,1-1,-1 1,2 2,-1-9,0 1,1-1,-1 0,0 0,1 0,0 0,0 0,0-1,0 0,0 0,0 0,0 0,1-1,-1 1,1-1,-1 0,1 0,-1-1,1 0,0 1,-1-2,1 1,-1 0,1-1,2-1,24-4</inkml:trace>
  <inkml:trace contextRef="#ctx0" brushRef="#br0" timeOffset="-398.481">6191 560,'-18'-5,"-11"-1,-2-1,1-1,4 0,2-2,2-3,1-5,3 2</inkml:trace>
  <inkml:trace contextRef="#ctx0" brushRef="#br0" timeOffset="-150.024">5496 306,'18'0,"24"0,26 0,23 0,20 2,11 1,-15 0</inkml:trace>
  <inkml:trace contextRef="#ctx0" brushRef="#br0" timeOffset="-2280.012">3156 587,'8'-5,"32"-19,0-2,-1-2,-2-1,-1-2,-1-1,-2-2,-1-2,22-31,-22-14,-31 79,-1 0,1 0,-1 0,1 0,-1 0,0 0,0 0,0 0,0 0,0 0,-1 0,1 0,0 0,-1 0,0 0,1 0,-1 1,0-1,0 0,0 0,0 0,0 1,0-1,-1 1,1-1,-1 1,1-1,-1 1,1 0,-1 0,0 0,1 0,-1 0,0 0,0 0,0 0,0 1,0-1,0 1,0-1,-2 1,0 0,0 0,0 1,0-1,0 1,0 0,0 0,0 0,1 0,-1 0,0 1,1 0,-1 0,1 0,0 0,-1 1,1-1,0 1,1-1,-1 1,0 0,1 0,-1 2,-47 80,35-38,2 0,3 1,1 0,2 0,3 1,2 0,3 32,-2-71,14 460,-2-228,-9-171,-2 0,-4 0,-3 0,-4 11,-2-27</inkml:trace>
  <inkml:trace contextRef="#ctx0" brushRef="#br0" timeOffset="-1920.976">3142 988,'123'-45,"0"5,104-19,-206 54,-12 3,0-1,0 1,0 1,0 0,0 0,1 1,-1 0,0 0,1 1,-8 0,0 0,0 1,1-1,-2 1,1-1,0 1,0 0,0-1,-1 1,1 0,-1 0,0 0,1 0,-1 1,0-1,0 0,0 0,0 1,-1-1,1 0,-1 1,0-1,1 1,-1-1,0 1,0-1,0 1,-1-1,1 0,-1 1,0 1,3 24,1-6,-3-15,1-1,-1 1,2 0,-1 0,1-1,0 1,0-1,0 1,1-1,0 0,1 0,-1 0,1 0,4 4,2-3</inkml:trace>
  <inkml:trace contextRef="#ctx0" brushRef="#br0" timeOffset="-1663.662">3811 506,'-13'-2,"-6"1,7 6,10 4,14 5,4 0</inkml:trace>
  <inkml:trace contextRef="#ctx0" brushRef="#br0" timeOffset="-4147.424">750 266,'-59'19,"1"3,2 3,0 2,-27 19,31-5,51-40,0 0,-1 0,1 0,0 1,0-1,0 0,0 1,0-1,0 1,1-1,-1 1,0 0,1-1,-1 1,1 0,0-1,-1 1,1 0,0 0,0-1,0 1,0 0,1 0,-1-1,0 1,1 0,-1-1,1 1,-1-1,1 1,0 0,0-1,0 1,0-1,0 1,9 7,1 0,1-1,-1 0,1-1,0-1,1 0,0 0,0-1,11 3,1 1,12 5,138 63,-164-71,1 2,-1-1,0 1,-1 1,0-1,0 2,-1 0,0 0,-1 0,0 1,-1 0,6 12,-10-18,-1 1,1 0,-1-1,0 1,-1 0,1 0,-1 0,0 0,-1 0,1 0,-1 0,-1 0,1 0,-1 0,0 0,0 0,-1 0,1 0,-1-1,-1 1,1 0,-1-1,0 0,0 0,-1 0,1 0,-1 0,0-1,0 1,-1-1,-1 1,-11 4,0-1,-1 0,0-2,0 0,-1-1,1-1,-1-1,0 0,0-1,0-1,0-1,0-1,-16-3,20 4,-44-5,59 5,1 0,-1 0,0 0,0-1,0 1,0 0,0 0,0 0,0-1,0 1,0 0,0 0,0-1,0 1,0 0,0 0,0 0,-1-1,1 1,0 0,0 0,0 0,0-1,0 1,0 0,0 0,-1 0,1 0,0-1,0 1,0 0,0 0,-1 0,1 0,0 0,0 0,0 0,-1 0,1-1,0 1,0 0,0 0,-1 0,1 0,0 0,0 0,12-3</inkml:trace>
  <inkml:trace contextRef="#ctx0" brushRef="#br0" timeOffset="-3259.788">1084 761,'20'358,"-13"300,-10-580,3-78,0 0,0 0,1 1,-1-1,0 0,0 1,0-1,0 0,0 1,0-1,0 0,0 1,0-1,0 0,0 1,0-1,0 0,0 1,0-1,0 0,0 0,0 1,0-1,0 0,0 1,-1-1,1 0,0 0,0 1,0-1,-1 0,1 0,0 1,0-1,-1 0,1 0,0 0,0 1,-1-1,1 0,0 0,-1 0,1 0,0 0,-1 0,1 1,0-1,0 0,-1 0,1 0,0 0,-1 0,1 0,0-1,-1 1,1 0,0 0,-1 0,1 0,0 0,-1 0,1 0,0-1,0 1,-1 0,1 0,0 0,0-1,-1 1,1 0,-12-22,-3-26,3 1,1-2,-4-46,8 43,-59-480,64 509,-1 0,1-1,1 1,1 0,1-1,1 1,1 0,1 0,3-8,-6 27,0 1,0 0,0 0,1 0,-1 0,1 0,0 0,-1 1,1-1,1 0,-1 1,0 0,1-1,-1 1,1 0,-1 0,1 0,0 1,0-1,0 1,0-1,0 1,0 0,1 0,-1 1,0-1,0 1,1-1,-1 1,0 0,1 0,-1 1,0-1,1 1,2 0,9 5,0 1,-1 0,0 1,0 1,-1 0,0 1,0 0,-1 1,-1 0,1 1,7 12,-15-21,-1 0,0 0,1 0,-2 1,1-1,0 1,-1 0,1-1,-1 1,0 0,-1 1,1-1,-1 0,1 0,-1 1,0-1,-1 1,1-1,-1 1,0-1,0 1,-1-1,1 1,-1-1,0 0,0 1,0-1,-1 0,1 0,-1 1,0-1,0-1,-1 1,1 0,-1 0,0-1,0 0,0 1,-2 0,-6 1,-1 0,0-1,0 0,-1-1,1 0,-1-1,1-1,-1 0,0 0,1-1,-1-1,-4-1,-27-7,44 9,0-1,-1 1,1-1,0 1,0-1,-1 1,1-1,0 1,0-1,0 1,0-1,-1 0,1 1,0-1,0 1,0-1,0 1,0-1,1 0,-1 1,0-1,0 1,0-1,0 1,1-1,-1 1,0-1,0 1,1-1,-1 1,0-1,1 1,-1 0,1-1,-1 1,0-1,1 1,-1 0,1-1,-1 1,1 0,-1 0,1 0,-1-1,1 1,0 0,-1 0,1 0,-1 0,1 0,-1 0,1 0,-1 0,1 0,0 0,-1 0,1 0,-1 0,1 1,-1-1,1 0,-1 0,1 1,240-26,-206 22,0-1,0-2,-1-1,0-2,-1-1,1-2,6-5,-37 16,1 0,-1 0,0-1,1 0,-1 1,0-1,0 0,-1 0,1-1,0 1,-1-1,1 1,-1-1,0 0,0 0,0 0,0 0,0 0,-1 0,1 0,-1-1,0 1,0-1,0 1,0-1,-1 1,0-1,1 1,-1-1,-1 1,1-1,0 0,-1 1,0-1,1 1,-2-1,1 1,0-1,-3 0,1 0,-1 0,0 0,0 1,-1-1,1 1,0 0,-1 0,0 1,0-1,0 1,0 0,0 1,0-1,0 1,-1 0,1 0,0 1,-1-1,1 1,0 0,-1 1,1-1,0 1,-1 0,1 1,0-1,0 1,0 0,0 0,0 1,0-1,1 1,-1 0,1 0,0 1,0-1,0 1,0 0,0 0,1 1,-1 0,1 0,0 0,0 1,0-1,1 1,0-1,0 1,0 0,1 0,0 0,0 0,0 0,1 0,0 0,0 0,1 0,-1 0,1 0,1 0,-1-1,1 1,0 0,0 0,1-1,-1 0,1 1,1-1,-1 0,1 0,-1-1,1 1,1-1,-1 0,1 0,-1 0,1-1,0 1,2-1,10 5,0-2,0 0,1-2,0 1,0-2,1-1,-1 0,0-1,1-1,-1-1,1 0,3-2,43-5</inkml:trace>
  <inkml:trace contextRef="#ctx0" brushRef="#br0" timeOffset="-2851.489">2194 761,'-17'-2,"4"-1,0 1,0 0,-1 1,1 0,0 1,-1 1,1 0,0 1,-1 0,1 1,1 0,-2 2,9-2,1 0,0 1,0 0,1-1,-1 1,1 1,0-1,0 0,0 1,1 0,-1 0,1-1,0 1,1 1,-1-1,1 0,0 0,0 0,1 1,-1-1,1 0,0 1,1-1,-1 0,1 1,0-1,0 0,1 0,0 0,0 0,0 0,0 0,1 0,0-1,0 1,0-1,0 0,1 0,0 0,-1 0,1-1,3 2,6 3,1-1,-1-1,1 0,0-1,0 0,1-1,-1-1,1 0,0-1,0 0,0-2,0 0,0 0,0-1,-1-1,1-1,0 0,-1-1,1 0,8-5,-4 3,0 0,-1-2,0 0,0-1,-1-1,0-1,-1 0,0-1,-1-1,0 0,-1-1,-1-1,0 0,-1-1,0 0,-2-1,0 0,0 0,5-17,-18 42,0 0,1 0,0 1,1-1,0 0,0 0,1 1,0-1,1 1,-1-1,2 0,-1 0,1 0,0 1,1-2,0 1,0 0,1 0,0-1,0 0,0 0,1 0,0-1,1 1,0-1,2 2,3 0,0-1,0-1,1 0,0-1,0 0,0 0,1-1,-1-1,4 0,22 4</inkml:trace>
  <inkml:trace contextRef="#ctx0" brushRef="#br0" timeOffset="-2592.182">2782 306,'0'0</inkml:trace>
  <inkml:trace contextRef="#ctx0" brushRef="#br0" timeOffset="1093.109">1 1710,'209'10,"2584"-16,922-26,-2973 46,-656-5,-66-3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03.0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76 429,'0'14,"0"13,0 14,0 11,0 6,0-1,0-2,0-9,3-12,-1-12</inkml:trace>
  <inkml:trace contextRef="#ctx0" brushRef="#br0" timeOffset="195.026">10 68,'-7'-2,"4"6,13 6,12 10,4 0</inkml:trace>
  <inkml:trace contextRef="#ctx0" brushRef="#br0" timeOffset="520.155">317 656,'22'-11,"-1"-1,0-1,-1-1,0-1,-1-1,-1 0,0-1,-1-1,-1-1,-1 0,-1-1,3-8,-15 27,0-2,-1 1,1 0,-1 0,0 0,1-1,-1 1,0 0,-1-1,1 1,0-1,-1 1,1-1,-1 0,0 1,0-1,0 1,0-1,0 0,0 1,-1-1,1 1,-1-1,0 1,0-1,0 1,0 0,0-1,-1 1,1 0,0 0,-1 0,0 0,0 0,1 0,-1 0,0 1,0-1,-1 0,1 1,0 0,0 0,-1 0,1 0,-1 0,1 0,-1 0,-1 0,-4 3,0 0,0 0,0 1,1 0,-1 0,1 1,0 0,0 0,0 1,0 0,1 0,0 1,0-1,0 1,1 0,0 1,-4 6,2-4,1 0,0 0,1 1,0 0,1 0,0 0,0 0,0 6,3-12,0 0,0 0,0 0,1 0,0 0,0 0,0 0,0 0,1 0,-1 0,1 0,0 0,0 0,1 0,-1 0,1 0,0-1,0 1,0-1,0 1,1-1,0 0,2 3,4 0,0 0,1-1,0 0,0 0,0-1,1 0,-1-1,1 0,0-1,0 0,0-1,0 0,0 0,1-1,149-5,-86-4</inkml:trace>
  <inkml:trace contextRef="#ctx0" brushRef="#br0" timeOffset="981.448">1132 322,'-18'-1,"0"2,0 0,0 1,0 1,1 1,-1 0,1 1,0 1,0 1,0 0,1 1,-9 7,23-14,-1 0,1 1,-1-1,1 1,0 0,0 0,0 0,0 0,0 0,0 0,1 0,-1 1,1-1,-1 0,1 1,0 0,0-1,0 1,0 0,0-1,1 1,0 0,-1 0,1 0,0-1,0 1,0 0,1 0,-1 0,1-1,-1 1,1 0,0-1,0 1,0 0,0-1,1 1,-1-1,1 0,-1 1,14 11,1 0,0-1,0 0,2-1,-1-1,1-1,1 0,4 0,-5-1,154 76,-172-85,0 0,0 0,0 0,-1 0,1 1,0-1,0 0,0 0,-1 0,1 1,0-1,0 0,0 0,0 1,0-1,0 0,0 0,0 1,-1-1,1 0,0 1,0-1,0 0,0 0,0 1,0-1,0 0,1 0,-1 1,0-1,0 0,0 0,0 1,0-1,0 0,0 0,1 1,-1-1,0 0,0 0,0 1,0-1,1 0,-1 0,0 0,0 0,1 0,-1 1,0-1,0 0,1 0,-1 0,0 0,0 0,1 0,-25-2,16 1,0 0,0-1,0 0,1 0,-1-1,1 0,0 0,0 0,0-1,0 0,0-1,1 0,0 0,0 0,0 0,1-1,0 0,0 0,0-1,1 0,-1-1,4 5,1 0,0 0,0 0,0 0,1 0,-1-1,1 1,-1 0,1 0,0 0,0 1,0-1,1 0,-1 0,1 1,0-1,-1 0,1 1,0 0,0-1,1 1,-1 0,0 0,1 0,1-1,71-39,-47 30,-1 2,2 0,-1 2,1 1,0 2,1 0,17 1,-45 4,-1-1,1 1,0 0,0 0,0 0,-1 0,1 0,0 0,0 1,-1-1,1 1,0-1,-1 1,1-1,0 1,-1 0,1 0,-1 0,1 0,-1 0,0 0,1 0,-1 0,0 1,0-1,0 0,0 1,0-1,0 1,0-1,0 1,0 0,-1-1,1 1,-1 0,1-1,-1 1,0 0,0 1,8 52,-8-41,1 0,1-1,0 1,1 0,1-1,0 0,1 0,0 0,1 0,0-1,1 0,5 7,-11-18,0 1,0-1,0 0,0 0,0 1,1-1,-1 0,0 0,0 0,1 0,-1 0,1-1,-1 1,1 0,-1-1,1 1,-1-1,1 1,0-1,-1 0,1 0,-1 0,1 0,0 0,-1 0,1 0,0 0,-1-1,1 1,-1 0,1-1,1 0,12-8</inkml:trace>
  <inkml:trace contextRef="#ctx0" brushRef="#br0" timeOffset="1233.413">1587 55,'-16'-5,"-7"-1,-1 7,5 10,8 13,9 13,6 1</inkml:trace>
  <inkml:trace contextRef="#ctx0" brushRef="#br0" timeOffset="1761.446">1747 656,'12'-20,"0"-1,-1 0,-1-1,-1 0,-1 0,-1-1,-1 0,-1 0,-1-1,-2 1,0-1,-1 0,-2-18,1 36,0-1,-1 1,0 0,0-1,0 1,-1 0,0 0,0 0,0 0,-1 0,0 1,0-1,-1 1,1 0,-1 0,0 0,-3-3,6 8,0-1,0 1,0 0,0 0,0 0,0 0,1 0,-1 0,0 0,0 0,0 0,0 1,0-1,0 0,1 0,-1 1,0-1,0 1,1-1,-1 1,0-1,0 1,1-1,-1 1,0-1,1 1,-1 0,1-1,-1 1,1 0,-1 0,1 0,0-1,-1 1,1 0,0 0,0 0,-1 0,1-1,0 1,0 0,0 0,0 0,0 0,0 0,0 0,1-1,-1 1,0 0,0 0,1 0,-1 0,0-1,1 1,-1 0,1 0,-1-1,1 1,-1 0,1-1,0 1,-1 0,1-1,0 1,9 10,0-1,0 0,1-1,0 0,1-1,0 0,0-1,1-1,0 0,0 0,0-1,1-1,0 0,10 1,-19-3,160 45,-162-45,0 0,0 1,0-1,-1 0,1 1,-1 0,0 0,0 0,0 0,0 0,0 0,-1 0,1 0,-1 1,0-1,0 0,0 1,0-1,-1 1,1 0,-1-1,0 1,0-1,-1 1,1-1,-1 1,1-1,-1 1,0-1,-1 2,0 25,1-24,1 0,1 0,-1 0,1 0,0-1,0 1,1 0,0-1,0 1,0-1,1 1,0-1,0 0,0 0,0 0,1-1,0 1,0-1,0 0,0 0,1 0,-1 0,1-1,0 0,0 0,1 0,-1-1,1 0,-1 0,1 0,-1-1,1 1,0-1,0-1,0 1,0-1,0 0,4-1,-1 0,1 0,0-1,0 0,-1 0,1-1,-1-1,0 0,0 0,0 0,-1-1,0-1,1 1,-2-2,1 1,0-2,11-10,-1-1,-1-1,-1 0,0-2,5-10,2 1,-16 48,-7 35,-2-43,1-1,0 1,1-1,0 1,0-1,1 1,0-1,0 1,1-1,0 1,1-1,0 0,0 0,0 0,1-1,0 1,1-1,0 0,0 0,1 0,0-1,-5-4,1-1,-1 0,1 0,0 0,0 0,-1 0,1-1,0 1,0 0,0-1,0 0,0 1,0-1,0 0,0 0,0 0,0 0,0 0,-1 0,1-1,0 1,0-1,0 1,0-1,0 0,0 0,-1 1,1-1,0-1,1 0,13-12</inkml:trace>
  <inkml:trace contextRef="#ctx0" brushRef="#br0" timeOffset="2010.295">2723 15,'-14'-5,"-8"-1,-4 3,1 6,2 7,1 6,4 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02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514 0,'0'18,"-4"22,-7 27,-10 28,-13 23,-9 23,-10 14,-6 5,-3 2,0-10,7-16,9-21,14-22,11-23,12-23,8-20</inkml:trace>
  <inkml:trace contextRef="#ctx0" brushRef="#br0" timeOffset="400.914">648 575,'35'-8,"-18"7,0 0,1 1,-1 1,0 0,0 2,0 0,0 0,0 2,3 2,-12-5,-1 1,0 1,1-1,-2 1,1 1,0-1,-1 1,0 0,0 0,0 1,-1 0,0 0,0 0,0 1,-1 0,0-1,0 2,-1-1,0 0,0 1,0 1,0 14,-1 0,0 0,-2 0,-1 1,-1-1,-1 0,0 0,-2-1,-7 21,5-14,-5 19,5-22,1 0,0 1,2-1,1 1,2 0,1 26,0-50,0 0,0-1,0 1,1 0,-1-1,1 1,0-1,0 1,0-1,0 1,0-1,1 0,-1 1,1-1,-1 0,1 0,0 0,0 0,0 0,0 0,0-1,0 1,10 2</inkml:trace>
  <inkml:trace contextRef="#ctx0" brushRef="#br0" timeOffset="654.236">675 830,'0'-3,"11"0,18 0,19-2,23-2,19 0,17 0,-10-1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59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148 683,'0'16,"0"14,0 12,0 7,0 2,0-3,0-5,0-7,0-11</inkml:trace>
  <inkml:trace contextRef="#ctx0" brushRef="#br0" timeOffset="699.161">0 442,'23'-3,"0"0,0 2,-1 0,1 2,0 0,0 2,0 0,-1 2,0 0,0 2,0 0,-1 1,0 2,0 0,-1 1,-1 1,2 2,-10-2,-2 1,0 1,0-1,-1 2,-1-1,0 1,-1 0,-1 0,0 1,-1-1,-1 1,0 0,-1 0,-1 0,0 0,-1 1,-1-1,-3 16,5 56,-1-86,-1 0,1 0,0 1,0-1,0 0,0 0,0 0,0 0,1 0,-1 1,1-1,0 0,-1 0,1 0,0 0,0-1,0 1,1 0,-1 0,0 0,1-1,-1 1,1-1,-1 1,1-1,0 0,-1 1,1-1,0 0,0 0,0 0,0-1,0 1,0 0,0-1,0 1,1-1,-1 0,0 0,0 0,0 0,0 0,0 0,1 0,-1-1,1 0,11-5,0-1,0-1,-1 0,0-1,-1 0,0-1,0 0,-1-1,-1 0,0-1,0 0,-1-1,-1 0,0 0,-1-1,0 0,-1 0,-1-1,0 0,-1 0,1-7,21 113,-23-82,2 0,-1-1,1 1,0-1,1 0,0 0,0-1,0 0,1 0,1 0,-1-1,1 0,0-1,0 1,0-2,1 1,0-1,0 0,0-1,0 0,0-1,1 1,-1-2,1 1,0-2,-1 1,1-1,0-1,0 1,-1-2,1 1,-1-2,1 1,-1-1,0 0,3-2,-1-4,-1 0,0 0,-1-1,0-1,0 1,-1-1,-1-1,0 1,0-1,-1-1,-1 1,0-1,0 0,-2 0,1 0,-2-1,0 1,0-1,-1 1,-1-6,5-50,-3 1,-3-1,-3 1,-3 0,-3 0,-8-24,14 77,1-5,-2 0,0 1,-1 0,-1 0,0 0,-8-10,15 28,0 0,0 1,0-1,0 0,-1 1,1-1,0 0,-1 1,1-1,0 0,-1 1,1-1,-1 1,1-1,-1 1,1-1,-1 1,0-1,1 1,-1-1,0 1,1 0,-1-1,0 1,1 0,-1 0,0 0,1-1,-1 1,0 0,0 0,1 0,-1 0,0 0,0 0,1 0,-1 1,0-1,1 0,-1 0,0 0,1 1,-1-1,0 0,0 1,-15 32,6 15,3 0,2 0,1 0,3 0,3 15,-3-28,2-1,1 0,2 1,2-1,0-1,3 1,0-1,2-1,2 0,1 0,1-1,2-1,19 26,-30-48,2 0,-1 0,1-1,0 0,0 0,1-1,0 0,0 0,1-1,-1 0,1-1,0 0,1-1,-1 0,0 0,1-1,1 0,19-2</inkml:trace>
  <inkml:trace contextRef="#ctx0" brushRef="#br0" timeOffset="947.529">843 376,'21'-3,"26"0,29 1,26-1,16 2,-11 0</inkml:trace>
  <inkml:trace contextRef="#ctx0" brushRef="#br0" timeOffset="1696.796">1605 897,'78'-399,"-81"362,2 37,0 0,1 0,-1 0,0 0,1 1,-1-1,1 0,-1 0,0 0,1 1,-1-1,1 0,-1 1,1-1,-1 0,1 1,-1-1,1 1,-1-1,1 0,0 1,-1-1,1 1,-1 0,1-1,0 1,0-1,-1 1,1-1,0 1,0 0,0-1,0 1,0 0,0-1,0 1,0-1,0 1,0 0,0-1,0 1,0 2,-1 0,1-1,0 1,1 0,-1-1,0 1,1 0,-1-1,1 1,0-1,0 1,0-1,0 1,1-1,-1 1,0-1,1 0,0 0,-1 0,1 0,0 0,0 0,0-1,1 1,-1 0,0-1,0 0,1 0,-1 1,1-1,82 26,-77-25,7 1,-9-2,-1-1,0 1,0 0,0 0,-1 0,1 1,0 0,0 0,-1 0,1 0,-1 1,0 0,1 0,-1 0,-1 0,1 1,0-1,-1 1,0 0,0 0,2 3,13 63,-18-65,0 0,0 1,1-1,0 0,0 1,0-1,1 0,-1 0,1 0,0 0,1 0,-1 0,1-1,0 1,0-1,1 0,-1 0,1 0,0 0,0-1,0 1,1-1,-1 0,1 0,-1-1,1 1,0-1,1 0,4 0,-1-1,1 0,-1 0,1-1,-1 0,1-1,-1 0,1 0,-1-1,0 0,0-1,0 0,0-1,0 1,0-2,5-3,2-2,1 0,-2-2,1 0,-2 0,0-2,0 0,9-12,-23 26,0 1,0-1,0 1,0 0,1-1,-1 1,0-1,0 1,0 0,1-1,-1 1,0-1,1 1,-1-1,0 1,1-1,-1 0,1 1,-1-1,1 1,-1-1,1 0,-1 1,1-1,-1 0,1 0,-1 1,1-1,-1 0,1 0,0 0,-1 0,1 0,-1 0,1 0,0 0,-1 0,1 0,-1 0,1 0,0 0,-1 0,1 0,-1-1,1 1,-1 0,1 0,-1-1,1 1,-1 0,1-1,-1 1,1-1,-1 1,1-1,-1 1,0 0,1-1,-1 0,0 1,1-1,-1 1,0-1,0 1,0-1,1 1,-1-1,0 0,5 18,-5-12,1 1,0-1,1 1,-1-1,1 0,0 0,0 0,0 0,1 0,0 0,0 0,0-1,0 0,1 1,0-1,0-1,0 1,0 0,1-1,-1 0,1 0,0 0,0-1,0 0,0 0,0 0,3-1,0-1,-1 0,1-1,-1 0,1 0,-1-1,0 0,1 0,-1 0,0-1,0 0,-1-1,1 1,-1-1,1 0,-1-1,0 0,-1 0,1 0,-1-1,0 1,-1-1,1 0,-1-1,0 1,-1-1,1 0,-1 0,-1 0,1 0,-1 0,0-1,-1 1,0 0,0-1,-1 0,0 1,0-1,-1 1,1-1,-2 1,1-1,-1 0,-1 3,1 1,-1-1,0 1,-1 0,1-1,-1 2,1-1,-1 0,0 1,0-1,-1 1,1 1,-1-1,0 0,1 1,-1 0,0 0,0 1,-1-1,1 1,0 0,0 0,-1 1,1 0,0 0,-1 0,1 0,0 1,0 0,-1 0,1 0,0 1,0 0,0 0,0 0,1 0,-1 1,1 0,-1 0,1 0,-2 3,-5 1,0 2,1-1,0 1,0 1,1 0,0 0,1 1,-5 8,10-15,0 1,1-1,-1 1,1-1,0 1,1 0,-1 0,1 0,0 0,0 0,0 1,1-1,-1 0,1 0,1 0,-1 1,1-1,0 0,0 0,0 0,1 0,0 0,1 3,1-3,0-1,1 1,-1-1,1 0,0-1,0 1,0-1,0 0,0 0,1-1,0 1,-1-1,1 0,0-1,0 1,0-1,0-1,0 1,0-1,0 0,0 0,0-1,0 1,0-1,0-1,3 0,35-7</inkml:trace>
  <inkml:trace contextRef="#ctx0" brushRef="#br0" timeOffset="2497.383">2715 148,'-13'-4,"-1"1,1 0,0 1,-1 0,0 1,1 0,-1 2,0-1,1 2,-1-1,1 2,-6 1,13-2,0 0,1 0,-1 0,0 1,1 0,-1 0,1 0,0 0,0 1,1 0,-1 0,1 0,0 1,0 0,0-1,0 1,1 1,0-1,0 0,0 1,1 0,0-1,0 1,0 0,1 0,0 0,0 0,0 2,1 1,1 1,-1-1,1 1,1-1,0 0,0 1,1-1,0 0,1-1,0 1,0 0,1-1,0 0,0 0,3 2,101 106,-99-106,28 26,-2 1,-2 2,-2 1,-1 2,13 25,8-3,-50-62,1-1,-1 1,0-1,1 0,-1 1,1-1,-1 0,1-1,-1 1,1 0,0-1,-1 1,1-1,0 0,-1 0,1 0,0 0,-1-1,1 1,0-1,-1 1,1-1,-1 0,1 0,-1 0,1 0,-1-1,0 1,1-1,4-6,0 0,0 0,-1 0,0 0,-1-1,0 0,0-1,-1 1,0-1,-1 0,0 1,0-2,-1 1,0 0,-1 0,-1-1,1 1,-1-2,1-3,-1 0,0 0,0 0,-2 0,0 0,0 0,-2 1,0-1,0 1,-1 0,-1 0,-1 0,-4-6,-11 1,24 33,6-9,0 0,0 0,1 0,0-1,-1-1,1 1,1-1,-1-1,0 0,1 0,-1-1,8 0,-11 0,72 8,-55-8,1 1,0 1,-1 1,0 2,0 0,0 1,1 2,-20-6,0 0,-1 0,0 0,1 0,-1 1,0-1,-1 1,1 0,-1 0,1 0,-1 0,0 0,-1 0,1 1,-1-1,0 0,0 1,0 0,0-1,-1 1,0-1,0 1,0 0,-1-1,1 1,-1-1,0 1,-1-1,0 4,-1 43,3-48,0-1,1 0,-1 0,1 0,-1 1,1-1,0 0,0 0,0 0,0 0,0 0,0-1,1 1,-1 0,1 0,-1-1,1 1,0-1,0 1,-1-1,1 0,0 0,0 0,0 0,0 0,0 0,0 0,1-1,-1 1,0-1,1 0,70 0,-59-3,0 0,-1-1,0 0,0-1,0 0,-1-1,1-1,-2 0,1 0,-1-1,0-1,0 0,-1 0,0-1,-1 0,0-1,-1 0,0 0,-1-1,1-1,-16 96,6-74,2 0,-1-1,1 1,1 0,-1-1,2 1,-1-1,1 1,0-1,1 0,0 0,0 0,1 0,0 0,0-1,1 1,0-1,0 0,0-1,1 1,0-1,1 0,-1-1,1 0,0 0,1 0,-1-1,5 2,29 8,-4-5</inkml:trace>
  <inkml:trace contextRef="#ctx0" brushRef="#br0" timeOffset="2746.718">3851 322,'-14'-2,"1"1,8 6,20 4,7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39:58.6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127 1,'0'50,"-2"1,-2-1,-3 0,-1 0,-3 0,-12 28,-41 87,57-131,7-33,0-1,0 1,0 0,0-1,0 1,0 0,1-1,-1 1,0 0,0-1,1 1,-1-1,0 1,1-1,-1 1,1-1,-1 1,1-1,-1 1,1-1,-1 1,1-1,-1 0,1 1,-1-1,1 0,0 1,-1-1,1 0,-1 0,1 0,0 0,-1 1,1-1,0 0,-1 0,1 0,0 0,-1-1,1 1,0 0,-1 0,1 0,0 0,-1-1,1 1,0-1,106-49,-56 22,-35 20,0 1,0 0,0 1,1 1,0 1,0 0,0 1,1 1,-1 0,1 2,14 0,0-5,-24-1</inkml:trace>
  <inkml:trace contextRef="#ctx0" brushRef="#br0" timeOffset="250.331">435 322,'-14'-5,"-6"4,-1 10,4 16,5 14,6 12,8 12,4 5,4 6,3 1,-1-5,-3-15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05.9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40,'21'0,"20"0,21-2,21-4,14-2,7 0,-3 1,-8 2,-12 2,-16 3,-16 2,-17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13.8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29,'16'2,"18"1,18 0,18-3,13-4,6-3,1-1,-5 1,-8 2,-13 2,-12 1,-13 1,-11 1,-10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22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523 393,'-2'-1,"0"0,0 0,0-1,0 1,0 0,0-1,0 1,1-1,-1 1,1-1,-1 0,1 0,0 0,-1 0,1 0,0 0,0 0,0 0,1 0,-1 0,1-1,-1 1,1 0,-1 0,1-1,0 1,0 0,0-1,1 1,-1 0,0 0,1-1,0 1,0-2,-1-9,0-9,-1-1,-1 0,-1 0,-1 0,0 1,-6-12,7 25,0 1,-1 0,0 0,0 0,-1 0,0 0,0 1,-1 0,0 0,0 1,-1-1,0 1,0 1,0-1,-1 1,0 1,0-1,0 1,1 1,0 1,0-1,0 1,-1 1,1-1,0 1,-1 0,0 1,1 0,-1 0,1 1,-1 0,1 0,0 1,-1 0,1 0,0 0,0 1,0 0,0 1,1-1,0 1,-4 3,-3 3,-1 1,1 1,1 0,0 1,1 0,0 1,1 0,0 0,-5 14,6-14,1 0,0 1,2-1,-1 2,2-1,0 0,1 1,0 0,1 0,1 1,1-1,0 0,1 1,1-1,1 0,0 0,1 0,0 0,1 0,1 0,1-1,0 0,1 0,1-1,0 1,1-2,9 12,1-9,0-1,1-1,1 0,1-2,0 0,0-2,1 0,0-1,1-2,0 0,0-2,0 0,1-2,0 0,-1-2,1-1,0-1,0-1,4-2,-15 2,1 0,-1-2,0 0,0 0,0-1,-1-1,0 0,3-3,-10 6,-1 0,0 0,0-1,-1 0,1 0,-1 0,1-1,-1 1,-1-1,1 0,-1 0,0 0,0-1,0 1,-1-1,1 1,-2-1,1 0,0 0,-1-5,0 11,-1-1,1 0,-1 0,1 1,-1-1,0 0,1 0,-1 1,0-1,0 0,0 0,0 0,0 0,0 1,0-1,0 0,0 0,0 0,0 0,0 1,0-1,-1 0,1 0,0 0,-1 1,1-1,-1 0,1 1,-1-1,1 0,-1 1,1-1,-1 0,1 1,-1-1,0 1,0-1,1 1,-1-1,0 1,0 0,1-1,-1 1,0 0,0 0,0 0,1 0,-1-1,0 1,0 0,0 0,0 0,1 1,-1-1,0 0,0 0,0 0,1 1,-1-1,0 0,0 1,1-1,-1 0,0 1,0-1,1 1,-1 0,-3 6,1-1,0 1,1 0,-1 0,1 1,1-1,-1 0,1 1,1-1,-1 1,1-1,0 1,1-1,0 1,0-1,1 0,0 1,2 4,-2-7,0-1,1 0,0 1,0-1,0 0,0-1,0 1,1 0,0-1,-1 0,1 0,1 0,-1 0,0-1,1 0,-1 0,1 0,0 0,-1 0,1-1,0 0,0 0,0-1,0 1,0-1,0 0,0 0,0-1,0 0,0 1,0-2,-1 1,1 0,0-1,0 0,-1 0,0-1,1 1,-1-1,0 0,0 0,0 0,2-3,-1 0,0 0,0-1,-1 1,0-1,0 0,-1 0,0 0,0 0,-1 0,0-1,0 0,0 1,-1-1,0 0,-1 1,0-1,0 0,-1 0,1 0,-2 1,1-1,-1 0,0 1,-1 0,0-1,0 1,-1 0,1 1,-1-1,-1 0,1 1,-1 0,-1 0,1 1,-1-1,0 1,0 0,0 1,-1-1,0 2,0 1,1 0,-1 0,0 0,0 1,-1 0,1 0,0 1,0 0,0 0,0 0,0 1,0 1,-1-1,2 1,-1 0,0 0,0 1,1 0,-1 0,1 1,0 0,0 0,0 0,1 1,0-1,-1 1,2 1,-1-1,0 1,1 0,-3 5,7-8,-1 0,1 0,0 0,-1 0,1-1,1 1,-1 0,0 0,1 0,-1 0,1 0,0 0,0 0,0-1,1 1,-1 0,0-1,1 1,0-1,0 1,-1-1,1 0,1 0,-1 0,0 0,0 0,1 0,-1-1,1 1,0-1,1 1,29 15</inkml:trace>
  <inkml:trace contextRef="#ctx0" brushRef="#br0" timeOffset="996.348">1098 446,'-5'6,"0"1,1-1,0 1,0 0,0 0,1 1,0-1,0 1,1-1,0 1,1 0,-1 0,1 0,1 0,0 0,0 0,0 0,1-1,0 1,1 0,0 0,0 0,1-1,-1 1,2-1,-1 0,1 0,0 0,0 0,1-1,0 0,0 0,1 0,0 0,0-1,1 1,-2-2,1 0,-1-1,1 1,0-1,-1 0,1-1,1 0,-1 0,0 0,1 0,-1-1,0 0,1-1,0 1,-1-1,1 0,-1-1,1 0,-1 0,0 0,1-1,-1 0,0 0,0 0,0-1,0 0,0 0,-1-1,1 1,0-2,3-6,-1-1,1 0,-2 0,0-1,0 0,-1-1,-1 1,0-1,-1 0,-1 0,0 0,-1-1,0 1,-1-1,-1 0,-9-5,-8 39,13-14,1 0,0 0,0 1,1 0,0-1,0 1,0 0,1 0,-1 0,2 0,-1 0,1 1,-1-1,2 0,-1 0,1 0,0 0,0 0,0 0,1 0,0 0,0 0,1 0,0-1,0 1,0-1,0 0,1 0,0 0,0-1,0 1,1-1,0 0,-1 0,6 3,2-2,-1 0,1 0,-1-1,1-1,1 0,-1 0,0-1,1-1,-1 0,0-1,1 0,-1-1,1-1,-1 1,8-4,-12 4,-1-1,1-1,0 0,-1 0,0 0,1-1,-1 0,-1 0,1-1,-1 1,0-2,0 1,0-1,0 0,-1 0,0 0,-1-1,1 1,-1-1,-1 0,1-1,-1 1,0-1,0-3,1-54,-5 65,0 0,0 0,0 0,0 0,0 1,1-1,-1 0,0 0,0 1,0-1,0 1,1-1,-1 0,0 1,0-1,1 1,-1 0,0-1,1 1,-1 0,0-1,1 1,-1 0,1 0,-1-1,1 1,0 0,-1 0,1 0,0 0,0 0,-1-1,1 1,0 0,0 0,0 0,0 1,-3 3,1 1,-1 0,1 0,0-1,0 1,1 1,0-1,0 0,0 0,1 0,0 0,0 1,0-1,1 0,0 0,0 0,1 0,0 0,0 0,0 0,0 0,1-1,0 1,1-1,-1 0,1 0,0 0,0 0,0-1,1 1,1 0,1-3,0 1,1-1,-1-1,1 1,0-1,-1 0,1-1,0 0,0 0,-1-1,1 0,0 0,-1-1,1 1,-1-2,1 1,-1-1,0 0,0-1,0 0,-1 0,1 0,-1-1,0 0,0 0,-1-1,0 1,0-1,0 0,0-1,-1 1,0-1,0 0,-1 0,0 0,0 0,0-4,-1 5,0-1,-1 0,0 1,0-1,0 0,-1 0,0 0,0 0,-1 1,0-1,0 0,-1-1,2 7,-1 1,1 0,-1-1,0 1,1 0,-1 0,1 0,-1-1,0 1,1 0,-1 0,1 0,-1 0,0 0,1 0,-1 0,1 0,-1 1,0-1,1 0,-1 0,1 0,-1 1,0-1,1 0,-1 1,1-1,-1 0,1 1,0-1,-1 1,1-1,-1 0,1 1,0-1,-1 1,1 0,0-1,-1 1,1-1,0 1,0-1,0 1,-1 0,1-1,0 1,0-1,0 1,0 0,0-1,0 1,0 0,-4 9,1 0,0 1,0-1,1 1,1 0,-1 0,2 0,0-1,0 1,1 0,0 0,1 0,0 0,0-1,3 5,-4-12,0-1,0 1,0 0,1-1,-1 1,1-1,0 1,-1-1,1 0,0 0,0 0,1 0,-1 0,0 0,1-1,-1 1,1-1,-1 1,1-1,0 0,0 0,-1-1,1 1,0 0,0-1,0 1,0-1,0 0,0 0,0 0,0-1,-1 1,1-1,3 0,1-1,0-1,0 0,0 0,0 0,0-1,-1 0,1-1,-1 1,0-1,0 0,-1 0,5-7,1-2,-1 0,-1-1,0-1,-1 0,-1 0,0 0,-1-1,-1 0,-1 0,0 0,-9 1,-12 35,11-9,1 0,0 1,0 0,1 0,0 0,1 0,1 1,0-1,0 1,1 0,0 3,1-10,0-1,0 1,1-1,-1 0,1 1,0-1,0 0,0 0,1 1,0-1,0 0,0 0,0-1,0 1,1 0,-1-1,1 1,0-1,0 0,1 0,-1 0,1-1,-1 1,1-1,0 0,0 0,0 0,0 0,0-1,0 1,1-1,60 3,-37-10</inkml:trace>
  <inkml:trace contextRef="#ctx0" brushRef="#br0" timeOffset="1385.831">2461 487,'-13'24,"7"-8,1 1,1-1,1 1,1 0,0 1,1-1,1 0,0 0,1 1,2 1,-3-16,1 0,0 0,0 0,0 0,0 0,1-1,-1 1,1 0,0-1,0 1,0-1,0 1,0-1,0 0,0 0,1 0,-1 0,1 0,0-1,-1 1,1-1,0 1,0-1,0 0,0 0,0-1,0 1,0-1,0 1,1-1,-1 0,0 0,0 0,0-1,0 1,0-1,0 1,0-1,0 0,0-1,0 1,0 0,1-1,11-7,-1 0,-1-1,1 0,-2-1,1-1,-2 0,1 0,-2-1,1-1,-2 0,0 0,-1-1,0 0,-1 0,-1-1,0 1,-1-2,2-13,-3 7,-4 23,-1 0,1 0,0 0,0 0,0 0,-1 0,1 0,0 0,0 0,0 0,0 0,-1 0,1-1,0 1,0 0,0 0,0 0,-1 0,1 0,0 0,0 0,0-1,0 1,0 0,0 0,0 0,-1 0,1 0,0-1,0 1,0 0,0 0,0 0,0-1,0 1,0 0,0 0,-4 9,0 0,1 0,-1 0,2 1,0-1,0 1,1 0,0-1,0 1,1 0,0 0,1 0,0-1,1 1,0 0,1-1,0 1,0-1,0 0,2 0,-1 0,1-1,0 0,1 1,0-2,0 1,0-1,1 0,2 1,7 3,-1 0,2-1,0-1,0-1,0 0,1-2,0 0,10 2,24 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12.5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4441 1291,'45'-293,"-42"279,-3 9,1 0,0 1,0-1,0 0,1 0,-1 1,1-1,0 1,1-1,-1 1,1 0,2-3,-3 6,0 1,0 0,-1 0,1-1,0 1,0 0,0 1,0-1,0 0,-1 0,1 1,0-1,0 1,0 0,-1-1,1 1,0 0,-1 0,1 0,-1 0,1 0,-1 1,1-1,-1 0,0 1,0-1,1 1,-1-1,0 1,0 0,3 2,30 31,-1 2,-1 1,-3 1,14 25,-41-63,-1 1,1 0,0 0,-1 0,1 0,-1 0,0 1,0-1,0 0,0 1,0-1,0 0,0 1,-1-1,0 1,1-1,-1 1,0-1,0 1,0 0,0-1,-1 1,1-1,-1 1,1-1,-1 0,0 1,0-1,0 0,0 1,-1-1,1 0,-1 0,0 1,-2-1,-1-1,1 0,0 1,-1-2,1 1,-1 0,1-1,0 0,-1 0,1 0,-1-1,1 1,-1-1,1 0,0-1,-1 1,1-1,0 1,0-1,0-1,0 1,0 0,1-1,-1 0,1 0,0 0,-1 0,1 0,1-1,-1 0,0 1,1-2,2 2,0 0,0 0,0 0,1 0,-1 0,1 1,0-1,0 0,0 0,0 0,0 0,0 1,1-1,0 1,-1-1,1 1,0 0,0-1,0 1,1 0,-1 0,0 0,1 1,-1-1,1 1,0-1,-1 1,1 0,0 0,0 0,0 0,0 1,0-1,0 1,0 0,32-9,0 2,1 2,0 1,0 1,0 3,25 2,80-4,-65-11,-75 12,1 1,0-1,0 1,-1-1,1 0,0 0,-1 0,1 0,-1 0,1 0,-1 0,1 0,-1-1,0 1,0 0,1-1,-1 1,0-1,0 0,-1 1,1-1,0 0,0 1,-1-1,1 0,-1 0,0 1,1-1,-1 0,0 0,0 0,0 0,0 1,-1-1,1 0,0 0,-1 0,1 1,-1-1,-2-3,0 1,0 0,0 0,0 0,-1 0,0 1,0-1,0 1,0 0,0 0,0 0,-1 1,0 0,1 0,-1 0,0 0,0 1,0-1,0 1,0 1,0-1,-1 1,1 0,0 0,0 0,0 1,0 0,0 0,-1 0,2 0,-1 1,0 0,0 0,0 0,1 1,-1-1,1 1,0 0,0 1,-1 0,2 0,0 1,0-1,0 1,1-1,0 1,0 0,0-1,0 1,1 0,0 0,0 0,0 1,1-1,-1 0,1 0,1 0,-1 0,1 1,0-1,0 0,0 0,1 0,-1 0,1-1,1 1,-1 0,0-1,1 0,0 1,0-1,1 0,-1 0,1-1,0 1,0-1,0 0,0 0,0 0,1 0,-1-1,1 0,0 0,21 8,0-2,1-1,0-2,0 0,1-2,-1 0,1-2,-1-1,12-3,4 2,1-2,-1-2,0-2,0-2,-1-2,0-1,-1-3,1-1,-37 14,0 0,0 0,1 0,-2-1,1 1,0-1,0 0,-1-1,0 1,1-1,-1 0,-1 0,1 0,-1 0,1-1,-1 1,0-1,-1 0,1 0,-1 0,0 0,0-1,-1 1,0 0,1-5,-4 7,-1-1,1 1,-1 0,0 0,0 0,0 0,0 0,0 1,-1-1,1 1,-1 0,0 0,0 0,1 1,-1-1,0 1,0 0,-1 0,1 0,0 1,0-1,0 1,0 0,-1 0,1 1,0-1,-3 1,-6 0,0 0,0 1,0 1,1 0,-1 0,1 1,-1 1,1 0,1 1,-1 0,1 0,0 2,0-1,1 1,0 1,0 0,0 1,10-10,-1 1,0-1,1 1,-1-1,1 1,-1 0,1-1,-1 1,1 0,-1-1,1 1,-1 0,1 0,0-1,-1 1,1 0,0 0,0 0,0-1,0 1,0 0,0 0,0 0,0 0,0-1,0 1,0 0,0 0,0 0,1-1,-1 1,0 0,1 0,-1-1,1 1,-1 0,1 0,-1-1,1 1,-1-1,1 1,-1 0,1-1,38 9,-7-10,0 0,0-3,0 0,11-5,92-10,-131 20,1 0,-1 0,1 0,-1 1,0 0,1 0,-1 0,0 0,0 1,-1-1,1 1,-1 0,1 0,-1 0,0 1,0-1,0 1,0 0,-1 0,0 0,1 0,-1 0,-1 0,1 1,-1-1,0 0,0 1,0 0,0-1,-1 1,0-1,0 1,2 0,25 107,-5 2,-5 0,-5 1,-3 90,-9-196,1 2,-1 0,1-1,-2 1,0-1,0 1,-1-1,0 0,0 1,-1-1,-1 0,0 0,0-1,-1 1,-1 1,4-10,1 1,-1 0,0-1,1 1,-1-1,0 1,0-1,0 0,0 0,-1 0,1 0,0 0,0-1,0 1,-1-1,1 1,0-1,-1 0,1 0,0 0,-1 0,1 0,0 0,-1-1,1 1,0-1,-1 0,1 0,0 0,0 0,0 0,-1-1,-59-51,49 32,0 0,2 0,1-2,1 1,0-1,2 0,1-1,0 1,2-1,1 0,1-1,1 1,1 0,1-1,2-9,2 0,1-1,2 1,1 1,2 0,1 0,2 1,1 1,1 0,2 1,0 0,3 2,0 1,2 0,0 2,2 0,1 2,1 1,1 1,7-3,33-8,-66 31,0 1,-1-1,1 1,0 0,0-1,0 1,0 0,0 0,0 0,0 1,0-1,0 0,0 1,0-1,-1 1,1 0,0 0,0-1,0 1,-1 0,1 0,-1 1,1-1,-1 0,1 0,-1 1,0-1,1 1,-1-1,0 1,0 0,0 0,0-1,-1 1,1 1,39 159,-40-161,35 84,-33-82,-1 0,1 0,0 0,0 0,0-1,0 1,0-1,1 0,-1 1,1-1,0 0,-1 0,1-1,0 1,0 0,0-1,0 0,0 0,1 0,-1 0,0 0,0-1,1 1,-1-1,3 0,0-2,0-1,-1 0,1 0,-1 0,0 0,0-1,0 0,0 0,-1-1,1 1,-1-1,0 0,-1 0,1 0,-1-1,0 1,0-1,-1 1,0-1,0 0,2-6,32-103,-40 132,1-6,0 0,1 1,0-1,1 1,0-1,1 1,0 0,0 0,2-1,-1 1,1-1,1 1,1 1,-2-10,0 0,0 0,0 0,0 0,1-1,-1 1,1-1,0 1,-1-1,1 0,0 0,0-1,1 1,-1 0,0-1,1 0,-1 0,0 0,1 0,0 0,-1-1,1 1,-1-1,1 0,-1 0,1-1,0 1,1-1,7-1,0 0,0-1,-1-1,1 0,-1 0,1-1,7-5,-7 3,-1 1,0-2,0 0,0 0,-1-1,0 0,-1 0,0-1,-1-1,0 1,0-2,-1 1,-1-1,0 0,0 0,-1 0,1-6,-6 18,-1 0,1 0,0 0,-1 0,1 0,0 0,-1 0,1 0,0-1,0 1,-1 0,1 0,0 0,-1 0,1 0,0-1,0 1,-1 0,1 0,0 0,0-1,0 1,-1 0,1 0,0-1,0 1,0 0,0-1,0 1,0 0,-1 0,1-1,0 1,0 0,0-1,0 1,0 0,0-1,0 1,0 0,0 0,0-1,0 1,1 0,-1-1,0 1,0 0,0-1,0 1,0 0,1 0,-17 24,13-20,0 1,1 0,-1 0,1 0,0 0,1 1,-1-1,1 0,0 1,0-1,1 1,0-1,0 1,0-1,1 1,-1-1,1 1,0-1,1 1,0-1,0 0,0 0,0 0,1 0,-1 0,1 0,1-1,-1 0,0 1,1-1,0 0,0-1,1 1,-1-1,0 0,4 2,1-2,-1-1,1 0,-1-1,1 0,-1-1,1 1,0-2,-1 1,1-1,0 0,-1-1,0 0,1 0,-1-1,0 0,0-1,0 0,3-2,4-3,-1 0,1-1,-2 0,0-1,0-1,-1 0,0-1,8-12,17-39,-35 89,-2-19,0 0,0 0,0 0,1 0,-1-1,1 1,1 0,-1 0,1-1,0 1,1-1,-1 0,1 1,0-1,0 0,1-1,-1 1,1 0,0-1,0 0,1 0,-1 0,1-1,0 0,0 1,0-2,0 1,1 0,-1-1,1 0,-1-1,1 1,4 0,1-2,0 0,-1-1,1 0,0-1,0 0,-1-1,1 0,-1 0,0-1,0-1,0 0,-1 0,0 0,0-2,0 1,0-1,-1 0,0-1,-1 0,0 0,0 0,-1-1,0 0,0 0,-1-1,0 0,-1 0,0 0,1-3,-5 13,0 0,0 0,1 1,-1-1,0 0,0 0,1 0,-1 1,0-1,1 0,-1 0,0 0,1 0,-1 0,0 0,1 0,-1 0,0 0,1 0,-1 0,0 0,1 0,-1 0,0 0,1 0,-1 0,0 0,0 0,1 0,-1 0,0-1,1 14,-1-8,0 0,0 0,1 0,0 0,-1 1,2-1,-1-1,1 1,-1 0,1 0,0-1,1 1,-1-1,1 1,0-1,0 0,1 0,-1 0,1-1,0 1,-1-1,2 0,-1 0,0 0,1-1,2 2,4-2,1-1,-1-1,0 0,1 0,-1-1,0 0,0-1,0 0,0-1,0-1,10-3,54-13,-68 19,0-1,0 1,-1-1,1-1,-1 0,1 1,-1-2,0 1,0-1,0 0,-1 0,0 0,1-1,-1 0,-1 0,2-2,5-9,-1 0,-1-1,-1 0,0 0,-1-1,-1 0,-1 0,0 0,-2-1,0 0,-1 0,0 1,-2-1,0 0,-1 0,-4-14,-6-98,-25-102,17 123,4 0,1-99,14 204,0-3,-2 17,-14 81,3 1,5-1,4 1,3 1,5-1,4 0,3-1,11 30,-14-87,2-1,2 0,0-1,3 0,0-1,2-1,1 0,1-1,1-1,2-1,15 14,-31-33,1-1,-1 0,1-1,0 0,1 0,-1 0,1-1,0 0,0 0,0-1,0 0,1 0,0-1,-1 0,1-1,0 0,0 0,-1-1,1 0,0-1,0 0,0 0,-1-1,1 0,-1 0,1-1,-1 0,0-1,0 1,0-2,0 1,2-3,1-2,-1-2,1 1,-1-1,-1 0,0-1,-1 0,0-1,-1 0,0 0,-1 0,-1-1,0 0,-1 0,0 0,-1 0,-1-1,0 1,-1-1,0 0,-1 1,-1-4,0 11,0 1,-1 0,1 0,-1 0,0 0,-1 0,1 0,-1 1,0-1,-1 1,1 0,-2-1,4 5,0-1,-1 1,1-1,-1 1,0-1,1 1,-1 0,0 0,0 0,0 0,0 0,0 0,0 0,0 1,0-1,0 1,0 0,0-1,0 1,0 0,0 0,-1 0,1 1,0-1,0 0,0 1,0-1,0 1,0 0,0 0,0 0,0 0,1 0,-1 0,0 0,0 1,0 0,-5 5,0 1,1 0,0 0,0 1,1 0,0 0,0 0,1 0,0 1,1 0,0 0,1 0,0 0,0 0,1 0,0 1,1-1,0 0,1 0,0 1,1-1,1 4,1-1,1-1,0-1,0 1,2-1,-1 0,1 0,1 0,0-1,0-1,1 1,1-1,-1-1,1 0,1 0,-1-1,1 0,1-1,-1 0,1-1,0 0,0-1,0 0,1-1,-1-1,1 0,0 0,0-1,0-1,0 0,-1-1,1 0,0-1,0-1,2-1,30-11,-10-4</inkml:trace>
  <inkml:trace contextRef="#ctx0" brushRef="#br0" timeOffset="254.833">7729 461,'-135'-55,"119"45,16 9,0 0,0 1,0-1,0 0,0 1,0-1,1 0,-1 1,0-1,1 1,-1-1,0 1,1-1,-1 1,1-1,-1 1,0-1,1 1,-1-1,1 1,0 0,-1-1,1 1,-1 0,1-1,0 1,-1 0,1 0,-1 0,1-1,0 1,-1 0,1 0,0 0,-1 0,1 0,0 0,-1 0,1 1,0-1,-1 0,1 0,-1 0,2 1,228-5,460 9,-670-4,27-1,-1 3,-1 2,42 10,-53-5</inkml:trace>
  <inkml:trace contextRef="#ctx0" brushRef="#br0" timeOffset="-3167.875">3011 355,'-7'23,"-7"23,-5 22,-2 20,-5 15,-3 13,-8 10,-5 4,-8-3,-1-4,3-11,7-19,11-20,10-23</inkml:trace>
  <inkml:trace contextRef="#ctx0" brushRef="#br0" timeOffset="-2814.818">3224 903,'31'-16,"0"1,1 2,0 1,1 1,0 2,1 2,5 0,-32 5,0 1,0-1,0 1,1 1,-1 0,0 0,0 0,0 1,1-1,-1 2,0-1,0 1,0 0,-1 1,1 0,0 0,-1 0,0 1,0 0,0 0,0 0,0 1,-1 0,0 0,0 0,0 1,-1 0,1 1,1 13,0 1,-2-1,0 1,-2 0,0 0,-1 0,-2 0,0 0,-1 0,0 0,-2 0,-1-1,-2 6,5-15,-7 28,4-21,1 1,0-1,2 0,0 1,1 0,1-1,0 1,2 0,2 11,-4-27,0-1,1 0,-1 0,1 0,0 0,0 0,0 0,0 0,0 0,0 0,0-1,0 1,1 0,-1-1,1 1,-1-1,1 1,0-1,0 0,-1 0,1 0,0 0,0 0,0 0,1 0,9-1</inkml:trace>
  <inkml:trace contextRef="#ctx0" brushRef="#br0" timeOffset="-2559.498">3357 1090,'-13'-2,"-3"-1,9 0,16 0,23 0,27-6,28-3,24-1,18-2,10 0,-18 3</inkml:trace>
  <inkml:trace contextRef="#ctx0" brushRef="#br0" timeOffset="-5089.279">217 609,'-7'18,"-2"17,-2 17,1 13,2 11,2 4,3 0,2-2,-2-10,-1-17</inkml:trace>
  <inkml:trace contextRef="#ctx0" brushRef="#br0" timeOffset="-4615.553">96 742,'-1'-5,"-1"0,0-1,0 1,0-1,1 1,0-1,0 1,0-1,1 0,0 0,0 1,0-1,1 0,0 0,0 1,0-1,1 1,0-1,0 1,0 0,1 0,0 0,1-2,4 1,1 0,0 0,0 1,1 0,0 1,0 0,0 0,0 1,0 0,1 1,-1 1,1-1,-1 2,1-1,-1 1,1 1,4 1,-1-1,0 1,0 1,0 0,-1 1,1 0,-1 1,0 1,0 0,-1 0,5 5,-12-9,-1 1,-1-1,1 1,0 0,-1 1,1-1,-1 0,0 1,0 0,0 0,-1 0,1 0,-1 0,0 0,0 1,-1-1,1 1,-1 0,0-1,0 1,0 0,-1-1,0 1,0 0,0 0,0-1,-1 1,0 0,0-1,0 1,0 0,-1 0,-7 10,-1 1,0-1,-2-1,1 0,-2 0,0-1,0-1,-1 0,0-1,-1 0,-1-1,0-1,0-1,0 0,-10 2,20-7,-3 2,0 0,-1-1,1-1,-1 0,1 0,-1-1,0 0,-7 0,17-2,0 0,0 0,1 0,-1-1,0 1,0 0,0 0,0-1,0 1,0 0,0 0,0 0,0-1,0 1,0 0,0 0,0-1,0 1,0 0,0 0,0-1,0 1,0 0,0 0,0-1,0 1,0 0,0 0,0-1,-1 1,1 0,0 0,0 0,0 0,0-1,0 1,-1 0,1 0,0 0,0 0,-1-1,1 1,0 0,0 0,0 0,-1 0,1 0,0 0,0 0,-1 0,1 0,0 0,0 0,-1 0,1 0,0 0,0 0,-1 0,1 0,0 0,0 0,-1 0,1 0,19-11,2 4,0 2,0 0,0 1,1 2,-1 0,1 1,0 1,-1 1,1 1,0 1,3 1,-11-1,-1 1,1 0,-1 1,0 0,0 1,-1 0,1 1,-1 1,5 4,-12-8,-1-1,1 1,-1 0,0 0,-1 0,1 1,-1-1,0 1,0 0,0 0,0 0,-1 0,0 0,0 0,0 1,-1-1,0 1,0 0,0-1,-1 1,0-1,0 1,0 0,-2 4,1-4,-1 1,0-1,-1 0,0 0,1 0,-2-1,1 1,-1-1,0 1,0-1,0 0,-1-1,0 1,0-1,0 0,0 0,-1-1,1 1,-1-1,0 0,-5 1,-8 3,-1 0,1-1,-2-1,1-1,-1-1,-5 0,-8 0,-1-1,0-2,0-1,-26-5,18-10,43 15,0 1,0-1,0 0,0 0,0 0,0 0,0 1,0-1,1 0,-1 0,0 0,1 1,-1-1,0 0,1 0,-1 1,1-1,-1 0,1 1,-1-1,1 1,-1-1,1 0,0 1,-1-1,1 1,0 0,0-1,-1 1,1 0,0-1,0 1,0 0,-1 0,1 0,0-1,1 1,22-11</inkml:trace>
  <inkml:trace contextRef="#ctx0" brushRef="#br0" timeOffset="-3947.998">1232 796,'1'7,"-1"7,-6-16,-6-12,0-1,-1 2,-1 0,0 0,0 2,-2-1,1 2,-1 0,-1 1,-1 0,12 6,0 0,0 1,-1-1,1 1,-1 1,1 0,-1 0,1 0,-1 0,0 1,1 0,-1 1,1-1,-1 1,0 1,1-1,0 1,-1 0,1 0,0 1,0 0,0 0,0 1,1-1,-1 1,1 0,0 1,0-1,-4 6,-1 4,0 1,1 0,0 0,2 1,0 0,0 1,1 0,1 0,1 0,1 0,0 0,1 1,1 0,1-1,0 1,1 0,3 14,-2-22,1 0,0 0,0 0,1-1,0 1,0-1,1 0,0 0,1-1,0 0,1 0,-1 0,1-1,1 0,0 0,0 0,0-1,0-1,1 1,0-1,0-1,1 0,-1 0,1-1,6 2,7 0,1 0,-1-2,1-1,-1 0,1-2,0-1,-1-1,1 0,-1-2,0-1,0-1,0-1,-1-1,0 0,0-2,-1-1,0-1,-1 0,2-3,27-23</inkml:trace>
  <inkml:trace contextRef="#ctx0" brushRef="#br0" timeOffset="-3694.672">1567 823,'0'-16,"-3"-10,1-2,-4 2,1 14,0 17,2 20,3 16,4 16,1 8,3 4,-1-4,1-9,1-11,0-11,-1-11,2-15,-1-8</inkml:trace>
  <inkml:trace contextRef="#ctx0" brushRef="#br0" timeOffset="-3435.288">1567 622,'-16'-33,"16"32,0 1,0-1,0 1,0-1,0 1,1 0,-1-1,0 1,0-1,0 1,0-1,0 1,0 0,1-1,-1 1,0 0,0-1,1 1,-1-1,0 1,1 0,-1 0,0-1,1 1,-1 0,0 0,1-1,-1 1,1 0,-1 0,0 0,1-1,-1 1,1 0,-1 0,1 0,-1 0,0 0,1 0,-1 0,1 0,-1 0,1 0,-1 0,1 1,-1-1,0 0,1 0,-1 0,1 0,-1 1,0-1,1 0,-1 0,0 1,1-1,-1 0,0 1,1-1,-1 0,0 1,0-1,0 1,1-1,-1 0,0 1,0-1,37 22,-2 1,0 1,-2 3,-1 0,11 14,-20-22,-1 0,-1 2,0 0,-2 2,-1 0,0 1,-2 0,-1 2,-1 0,-1 0,-1 2,2 10,-13-31,0 0,0 0,0 1,-1-1,0 0,-1 1,0-1,0 0,0 0,-1 0,0 0,0 0,-1 0,0-1,0 1,-1-1,1 1,-1-1,-1-1,1 1,-1 0,0-1,0 0,-1 0,-5 3,-3 2,-2 0,1-1,-1-1,-1 0,1-1,-1-1,-1 0,1-2,-17 3,-69 2,66-12</inkml:trace>
  <inkml:trace contextRef="#ctx0" brushRef="#br0" timeOffset="2548.821">270 2694,'-15'-1,"0"0,0 0,-1 1,1 1,0 1,0 0,0 1,0 0,1 2,-3 0,11-3,0 1,0 0,0 0,0 1,1-1,-1 1,1 1,0-1,0 1,0-1,1 1,-1 1,1-1,1 1,-1-1,1 1,0 0,0 1,0-1,1 0,0 1,1-1,-2 6,3-9,-1 1,1 0,-1 0,1 0,0-1,0 1,1 0,-1 0,1 0,0-1,0 1,0 0,0-1,1 1,-1-1,1 1,0-1,0 0,0 0,1 0,-1 0,1 0,0 0,-1-1,1 1,1-1,-1 0,0 0,0 0,1 0,-1 0,1-1,-1 0,1 0,0 0,-1 0,1 0,0-1,0 1,0-1,-1 0,1 0,0-1,0 1,0-1,-1 0,1 0,2-1,5-3,0-1,-1 0,1 0,-1-1,-1-1,1 1,-1-2,0 1,-1-1,0 0,-1-1,0 0,0 0,-1-1,0 0,-1 0,-1 0,1 0,-2-1,1 0,-2 0,0 0,1-7,-4 28,0 1,1-1,0 0,1 1,0-1,0 0,1 0,0 0,1 0,0 0,0 0,1-1,0 1,1-1,0 0,0 0,0-1,1 0,0 0,1 0,0-1,0 1,0-2,1 2,0-3,0 0,1-1,-1 0,0 0,1 0,0-1,0 0,0-1,-1 0,1-1,0 0,4 0,23-4</inkml:trace>
  <inkml:trace contextRef="#ctx0" brushRef="#br0" timeOffset="2983.205">550 2467,'2'4,"0"0,1 0,-1 0,1-1,0 1,0-1,0 0,0 1,0-1,1-1,-1 1,1 0,0-1,0 0,0 0,0 0,0-1,1 1,-1-1,0 0,1 0,-1 0,1-1,-1 1,24 2,0 0,0-2,0-1,0-2,0 0,-1-2,1-1,-1-1,0-1,0-1,-1-2,0-1,-1-1,6-4,-21 10,1 0,-1-1,0 0,0 0,-1-1,0-1,-1 1,0-1,6-8,-11 13,-1-1,1 1,-1 0,1-1,-1 0,0 1,-1-1,1 0,-1 0,0 0,0 0,-1 0,0 0,0 0,0 0,0 0,-1 0,1 0,-1 0,-1 0,1 0,-1 0,0 0,-1-1,1 0,-1 1,0 0,-1 0,1 0,-1 1,0-1,0 1,-1 0,1 0,-1 0,0 0,0 1,0 0,-1 0,1 1,-1-1,1 1,-1 0,0 1,0-1,0 1,0 0,0 1,0-1,0 1,0 0,0 1,0 0,0 0,0 0,1 0,-1 1,0 0,1 0,-1 1,1-1,-1 1,1 1,0-1,0 1,1-1,-1 1,1 1,0-1,0 1,-1 1,-4 12,0 1,2 0,0 0,1 0,1 1,1 0,1 0,1 0,0 0,2 12,0-32,-4 164,8 0,25 159,-6-80,-19-196,2 6,-3 0,-2 0,-2 0,-8 49,-4-57,0-16</inkml:trace>
  <inkml:trace contextRef="#ctx0" brushRef="#br0" timeOffset="3320.303">711 2948,'9'-9,"1"0,0 1,1 0,-1 0,2 1,-1 1,1 0,0 0,0 1,4-1,0 0,51-23,1 3,2 4,0 2,1 3,9 2,-78 14,0 0,0 1,1-1,-1 0,0 1,0-1,0 1,0 0,1 0,-1 0,0 0,0 0,1 0,-1 0,0 1,0-1,0 1,0 0,0 0,0-1,0 1,0 1,0-1,0 0,0 0,0 1,-1-1,1 1,0-1,-1 1,0 0,1 0,-1-1,0 1,0 0,0 0,0 0,0 0,0 0,-1 1,1-1,-1 0,1 1,-5 67,2-61,1 0,0 0,0-1,0 1,1 0,1 0,-1 0,2 0,-1 0,1 0,0-1,1 1,0-1,0 0,1 1,0-1,2 1,36 15,-20-21</inkml:trace>
  <inkml:trace contextRef="#ctx0" brushRef="#br0" timeOffset="3497.832">1380 2427,'2'18,"10"11,14 4,3-2</inkml:trace>
  <inkml:trace contextRef="#ctx0" brushRef="#br0" timeOffset="4002.418">1927 2667,'-12'-5,"0"0,-1 1,1 0,-1 1,0 1,0 0,0 0,-1 1,1 1,0 1,0-1,-1 2,1 0,0 1,1 0,-1 1,0 0,1 1,0 0,0 1,0 0,1 1,0 1,0 0,1 0,0 1,1 0,-4 5,10-12,0 1,0 0,1-1,0 1,-1 0,1 0,0 0,1 0,-1 1,0-1,1 0,0 1,0-1,0 1,0-1,0 1,1 0,0-1,0 1,0 0,0-1,0 1,1-1,-1 1,1 0,0-1,0 1,0-1,1 0,-1 1,1-1,0 0,0 0,0 0,0 0,1 0,-1 0,1-1,-1 1,1-1,2 1,3 1,1 0,-1-1,1-1,0 0,0 0,0 0,0-1,0-1,0 1,0-2,0 1,1-1,-10 1,-1 0,1 0,0 1,0-1,0 0,0 0,0 0,0 1,0-1,0 0,0 0,0 0,0 1,0-1,0 0,0 0,0 0,0 1,0-1,0 0,0 0,0 0,0 1,0-1,0 0,0 0,1 0,-1 1,0-1,0 0,0 0,0 0,0 0,0 0,1 1,-1-1,0 0,0 0,0 0,1 0,-1 0,0 0,0 0,0 0,1 0,-1 0,0 0,0 0,0 1,1-1,-1-1,0 1,-24 18,15-11,0-1,0 1,1 0,0 0,0 1,1 0,-1 0,2 1,0-1,0 2,0-1,-2 7,7-13,1 0,0 0,-1 0,1 0,0 0,0 0,1 0,-1 0,1 0,-1 0,1 0,0 0,0 0,1 0,-1 0,0-1,1 1,0 0,-1-1,1 1,0-1,0 0,1 0,1 2,63 43,77 23,-102-53,-1 2,-1 3,-1 0,16 14,-53-35,0 0,1 0,-1 0,0 1,0-1,0 1,0-1,0 1,0 0,0 0,0 0,-1 0,1 0,-1 0,0 0,1 1,-1-1,0 0,0 1,-1-1,1 1,0-1,-1 1,1-1,-1 1,0-1,0 1,0-1,0 1,-1 0,1-1,0 1,-1-1,0 1,0-1,0 0,0 1,0-1,0 0,-1 1,-1 1,-7 3,-1 0,-1-1,1 0,-1-1,0 0,0-1,-1 0,1-1,-1-1,0 0,0 0,0-1,-7-1,11 2,0-1,-1 0,1-1,0 0,-1 0,1-1,0 0,0-1,0 1,0-2,0 0,0 0,0 0,1-1,0 0,-1-1,2 0,-1 0,-5-6,-7-16</inkml:trace>
  <inkml:trace contextRef="#ctx0" brushRef="#br0" timeOffset="4589.034">2342 2802,'-6'-6,"0"1,0 0,-1 0,1 1,-1 0,0 0,0 0,0 1,-1 0,1 1,-1-1,0 1,1 1,-1 0,0 0,0 0,0 1,0 0,0 1,0 0,0 0,1 0,-1 1,0 0,1 1,-1 0,1 0,0 1,0-1,-4 4,7-3,-1 1,1-1,0 1,0 0,1 0,-1 0,1 1,0-1,1 1,-1-1,1 1,0 0,1 0,-1 0,1 0,0 1,1-1,0 0,0 0,0 0,0 1,2 2,0-6,1 0,-1 0,1 0,0 0,0 0,0-1,0 1,1-1,-1 0,0 0,1 0,0-1,-1 1,1-1,0 0,0 0,0 0,0 0,0-1,0 0,0 1,0-1,0-1,0 1,0-1,0 1,0-1,0-1,-1 1,1 0,0-1,-1 0,3-1,14-6,0-2,0-1,-1 0,-1-1,0-1,0-1,-2 0,0-2,-1 1,0-2,6-11,-12 30,-7 20,-1-9,0-8,0 1,0-1,1 1,-1-1,1 0,0 0,0 0,0 0,1 0,0 0,-1-1,1 1,0-1,1 0,-1 0,0 0,1 0,0 0,0-1,0 0,0 0,0 0,0 0,0-1,1 1,-1-1,0 0,1 0,0-1,5 1,-1 0,0-1,1 0,-1-1,0 0,1 0,-1-1,0 0,0-1,0 0,-1 0,1-1,7-4,70-65,-84 72,-2 1,0 0,0 1,0-1,0 0,0 1,1-1,-1 0,0 0,0 1,0-1,1 0,-1 1,0-1,1 0,-1 0,0 1,0-1,1 0,-1 0,0 0,1 0,-1 1,0-1,1 0,-1 0,0 0,1 0,-1 0,1 0,-1 0,0 0,1 0,-1 0,0 0,1 0,-1 0,0 0,1 0,-1-1,0 1,1 0,-1 0,0 0,1 0,-1-1,0 1,1 0,-1 0,0-1,0 1,1 0,-1 0,0-1,0 1,-3 306,2 121,1-372</inkml:trace>
  <inkml:trace contextRef="#ctx0" brushRef="#br0" timeOffset="5284.178">2623 2400,'95'22,"-63"-18,0 2,-1 2,0 0,-1 2,0 1,0 2,-1 1,-1 1,-1 1,19 15,-37-21,1 0,-2 1,0 0,0 0,-1 0,0 1,-1 0,0 1,-1-1,-1 1,0 0,0 0,-2 1,1-1,-2 0,0 1,0 0,-1-1,-1 1,-2 9,1 18,0-28,1 0,0 0,1 0,1 0,0 1,1-1,3 12,-5-23,1 0,0 0,0 1,0-1,0 0,0 0,0 0,0 0,1 0,-1 0,1-1,0 1,-1 0,1-1,0 1,0-1,0 0,0 1,0-1,0 0,0 0,0 0,1-1,-1 1,0 0,0-1,1 0,-1 1,1-1,-1 0,0 0,1 0,-1-1,0 1,1 0,-1-1,0 0,2 0,5-2,0-1,0 0,0 0,-1-1,1 0,-1-1,0 0,5-5,5-8,0-1,-1-1,-1 0,-1-2,-1 1,-2-2,8-17,-14 29,-5 13,0-1,0 1,0-1,0 1,-1-1,1 1,0 0,0 0,-1-1,1 1,0 0,-1 0,1 0,-1 0,1-1,-1 1,1 0,-1 0,0 0,0 0,1 0,-1 0,0 0,0 0,0 0,0 0,0 0,0 0,0 0,0 0,-1 0,1 0,0 0,-1 0,1 0,0 0,-1 0,1 0,-1 0,1 10,0-2,0-1,1 0,0 0,0 1,1-1,0 0,0 0,1 0,0-1,0 1,1-1,0 1,0-1,1-1,0 1,0 0,0-1,1 0,0 0,0-1,1 0,-1 0,1 0,0-1,2 1,0-2,0-1,0 0,1 0,-1-1,0 0,0 0,1-1,-1-1,0 1,1-1,-1-1,0 0,0 0,0-1,0 0,-1-1,1 1,-1-2,7-3,-1-1,0-1,-1 0,0-1,0 0,-1-1,-1 0,0-1,0 0,-2-1,6-9,2-13,-2 0,-2 0,-1-2,-1 0,-3 0,-1 0,-1-1,-3 0,-1-1,-2 1,-3-24,3 51,0 0,0 0,-1 0,-1 0,0 0,-1 1,0-1,-1 1,0-1,-1 1,0 0,-1 1,-4-7,9 16,-1-1,1 0,-1 1,0-1,0 1,0 0,0-1,0 1,0 0,0 0,0 1,0-1,0 0,-1 1,1-1,0 1,0-1,-1 1,1 0,0 0,0 0,-1 1,1-1,0 0,0 1,-1 0,1-1,0 1,0 0,0 0,0 0,0 0,0 1,0-1,0 0,1 1,-2 1,-57 69,46-49,2 1,1 1,0 0,2 0,1 1,1 0,2 0,0 1,2-1,1 1,0 0,3 0,0 0,1 0,6 21,-3-31,1 0,1 0,0-1,1 0,1-1,1 1,0-2,1 1,0-1,1-1,1 0,0-1,0-1,2 0,-1 0,1-1,1-1,0-1,12 5,54 22</inkml:trace>
  <inkml:trace contextRef="#ctx0" brushRef="#br0" timeOffset="6338.426">4775 2961,'30'-14,"-1"-2,0-1,-2-1,0-1,-1-2,15-15,-32 29,-2 1,1-2,-1 1,0-1,-1 0,1 0,-2-1,1 1,-1-1,-1-1,1 1,-1-1,0-5,-3 15,-1-1,0 0,0 0,0 0,0 0,0 0,0 0,0 0,0 0,0 0,-1 1,1-1,0 0,-1 0,1 0,0 0,-1 0,1 1,-1-1,1 0,-1 0,0 1,1-1,-1 1,0-1,1 0,-1 1,0-1,0 1,1-1,-1 1,0 0,0-1,0 1,0 0,0 0,1-1,-1 1,0 0,0 0,0 0,0 0,0 0,0 0,0 0,0 1,0-1,1 0,-1 0,0 1,0-1,0 1,0-1,1 1,-1-1,0 1,0-1,1 1,-1-1,0 1,1 0,-1 0,1-1,-1 1,1 0,-1 0,1-1,-1 2,-3 4,-1-1,1 2,1-1,-1 0,1 1,0-1,0 1,1 0,0 0,0 0,1 0,0 0,0 1,0-1,1 0,0 1,1-1,0 0,0 0,0 0,1 0,0 0,3 7,0-9,0 1,0-1,1 0,-1-1,1 1,0-1,1 0,-1-1,1 1,0-1,-1 0,1-1,0 0,1 0,-1-1,0 0,1 0,-1 0,0-1,1 0,-1 0,0-1,1 0,-1-1,0 1,0-1,0-1,0 1,2-2,5-3,-1-1,0 0,-1-1,0 0,0-1,-1 0,0 0,-1-2,0 1,-1-1,7-10,30-35,-44 54,0 0,1 0,-1 0,1 1,0-1,0 1,-1 0,2 0,-1 0,0 0,0 1,1-1,-1 1,1 0,-1 0,1 0,-1 0,1 0,0 1,-1 0,1 0,0 0,-1 0,1 1,0-1,-1 1,1 0,-1 0,1 0,-1 0,1 1,-1-1,0 1,0 0,2 2,1-1,0 1,-1 1,1-1,-1 1,0 0,-1 0,1 1,-1-1,0 1,0 0,-1 0,0 1,0-1,0 1,-1-1,0 1,0 0,-1 0,0-1,0 1,0 0,-1 0,0 0,-1 0,1 0,-1 0,-1 0,1 0,-1 0,-1 1,-2-5,12-18,141-224,-128 202,-1-2,-2 0,-2-1,-1 0,-3-1,-1-1,-2 0,-1 0,-3 0,-1-1,-4-41,-18 14,19 69,-1 0,1 1,0-1,-1 1,1-1,0 1,-1-1,1 1,-1-1,1 1,-1-1,1 1,-1 0,1-1,-1 1,0 0,1-1,-1 1,1 0,-1 0,0-1,1 1,-1 0,0 0,1 0,-1 0,0 0,1 0,-1 0,1 0,-1 0,0 0,1 1,-1-1,0 0,1 0,-1 1,1-1,-1 0,0 0,1 1,-1-1,1 1,-1-1,1 1,0-1,-1 1,1-1,-1 1,1-1,0 1,-1-1,1 1,0 0,0-1,-1 1,-5 10,0 1,0 0,1 1,1-1,0 1,1 0,0 0,1 0,0 0,1 4,0-8,-6 32,3 0,1 1,2-1,1 0,3 0,1 0,2 0,2 0,2-1,1 0,4 4,-11-34,0 0,0 0,1 0,0-1,1 0,0 0,0 0,1-1,0 0,0 0,1-1,0 0,0 0,1-1,0 0,0-1,1 0,-1 0,1-1,0 0,0-1,1 0,-1 0,1-1,-1-1,1 1,-1-2,1 0,0 0,-1-1,1 0,8-2,-10-1,-1 0,1 0,-1 0,1-1,-1-1,0 1,-1-1,0 0,0-1,0 0,-1 0,0-1,0 1,0-1,-1 0,-1-1,1 1,-2-1,1 0,-1 0,0 0,-1-1,0 1,0-1,-1 1,-1-1,1-6,-1 16,0-1,1 0,-1 0,1 1,-1-1,0 0,0 0,0 0,1 0,-1 1,0-1,0 0,0 0,0 0,-1 0,1 1,0-1,0 0,0 0,-1 0,1 0,0 1,-1-1,1 0,0 0,-1 1,1-1,-1 0,0 1,1-1,-1 1,1-1,-1 0,0 1,1 0,-1-1,0 1,0-1,1 1,-1 0,0-1,0 1,0 0,0 0,1 0,-1 0,0 0,0 0,-1 0,-3 7,1 2,-1-1,1 0,1 1,-1 0,1 0,1 0,0 0,0 0,1 1,0-1,1 9,-1-8,0-1,1 0,1 0,0 0,0 1,0-1,1 0,1 0,0 0,0-1,0 1,1-1,0 0,1 0,0 0,0 0,1-1,0 0,0 0,1-1,-1 1,1-1,1-1,-1 1,1-2,1 1,6 3,0-1,0 0,1-2,0 0,0 0,0-2,1 0,-1 0,1-2,5 0,34-2</inkml:trace>
  <inkml:trace contextRef="#ctx0" brushRef="#br0" timeOffset="6588.742">5524 2360,'36'2,"44"1,45-4,44-8,37-5,-17-2</inkml:trace>
  <inkml:trace contextRef="#ctx0" brushRef="#br0" timeOffset="7166.199">7863 2587,'-6'0,"0"0,0 0,0 0,-1 1,1 0,0 0,0 0,0 1,0 0,0 0,1 0,-1 1,1 0,-1 0,1 0,0 1,0 0,0 0,1 0,-1 1,1-1,0 1,1 0,-2 1,3-2,-1 0,1 0,-1 0,1 1,0-1,1 0,-1 1,1 0,0-1,0 1,0-1,1 1,0 0,0 0,0-1,0 1,1 0,-1-1,1 1,1 0,-1-1,0 1,1-1,0 0,0 0,1 1,-1-1,1 0,0-1,0 1,2 2,3 1,1 0,0 0,0-1,0 0,1-1,0 0,0-1,0 0,0 0,1-1,-1 0,1-1,0 0,0-1,0 0,4-1,9 0,-1-1,1-1,-1-1,1-1,-1-1,0-1,3-2,-9 2,-1 0,0-1,-1-1,0 0,0-1,-1-1,6-5,-14 10,-1 0,0 0,1 0,-2 0,1-1,-1 0,0 0,0 0,0-1,-1 1,0-1,0 0,-1 0,0 0,0 0,-1 0,0 0,0-5,-7-21,6 32,0 1,0-1,0 1,0-1,0 1,0-1,-1 1,1-1,0 1,0-1,0 1,0 0,-1-1,1 1,0-1,-1 1,1 0,0-1,-1 1,1 0,0-1,-1 1,1 0,-1 0,1-1,0 1,-1 0,1 0,-1 0,1-1,-1 1,1 0,-1 0,1 0,-1 0,1 0,-1 0,1 0,-1 0,1 0,-1 0,1 0,0 1,-1-1,1 0,-1 0,1 0,-1 1,1-1,-1 0,1 0,0 1,-1-1,1 0,0 1,-1-1,1 0,0 1,-1-1,1 1,0-1,-3 6,0 0,1 1,0-1,0 0,0 1,1-1,0 1,0-1,1 1,-1-1,1 1,1 0,0-1,0 1,0-1,0 1,1-1,0 0,1 1,-1-2,0-1,0 1,1-1,0 0,-1 0,2 0,-1 0,0 0,1-1,-1 1,1-1,0 0,0 0,1-1,-1 1,0-1,1 0,-1 0,1 0,0-1,0 1,0-1,0 0,0-1,0 1,0-1,0 0,1-1,3 1,0-1,0 0,0-1,-1 0,1 0,-1-1,1 0,-1 0,0-1,0-1,0 1,-1-1,1 0,-1-1,3-3,-3 3,0-1,-1 0,0-1,0 1,-1-1,0 0,0 0,0-1,-2 1,1-1,-1 0,0 0,-1-1,0 1,0 0,-1-1,0 1,-1-4,1 12,-1 0,0 1,0-1,0 0,0 0,0 1,0-1,0 0,0 0,-1 1,1-1,0 0,0 0,-1 1,1-1,0 0,-1 1,1-1,-1 0,1 1,0-1,-1 1,0-1,1 1,-1-1,1 1,-1-1,0 1,1-1,-1 1,0 0,1-1,-1 1,0 0,0 0,1 0,-1-1,0 1,0 0,1 0,-1 0,0 0,0 0,1 1,-1-1,0 0,0 0,1 0,-1 0,0 1,1-1,-1 0,0 1,1-1,-1 1,0-1,1 1,-1-1,1 1,-1-1,1 1,-1-1,1 1,-1 0,-1 4,0 0,0 1,0-1,1 0,-1 1,1-1,1 1,-1-1,1 1,0 0,0-1,1 1,0-1,0 1,0-1,0 0,1 1,0-1,0 0,0 0,1 0,0 0,0 0,0-1,0 1,1-1,0 0,0 0,0 0,0-1,1 0,-1 1,1-1,0-1,0 1,0-1,3 2,23 9,0-1,0-1,1-2,0-2,1 0,0-2,17 0,58 5</inkml:trace>
  <inkml:trace contextRef="#ctx0" brushRef="#br0" timeOffset="7754.628">10711 2334,'-19'52,"2"1,2 1,-4 38,-4 11,-17 26,40-129,0 0,0 0,0-1,0 1,0 0,-1 0,1 0,0-1,0 1,0 0,-1 0,1 0,0-1,0 1,-1 0,1 0,0 0,0 0,-1 0,1 0,0 0,0 0,-1 0,1 0,0 0,-1 0,1 0,0 0,0 0,-1 0,1 0,0 0,0 0,-1 0,1 0,0 0,0 0,-1 0,1 1,0-1,0 0,-1 0,1 0,0 1,0-1,0 0,-1 0,1 0,0 1,0-1,0 0,0 0,0 1,0-1,-1 0,1 1,-1-28,7-48,3 0,4 1,18-59,-6 24,41-207,-61 302,-1 23,22 249,-1-156,4-1,4-1,20 36,-30-77,-13-35,-6-16,-1 0,1 0,-1 0,-1 1,0-1,0 1,0 0,-1-1,-1 1,1 0,-1-8,0 0,0-1,0 1,-1 0,1-1,0 1,0 0,0-1,-1 1,1-1,0 1,0 0,-1-1,1 1,-1-1,1 1,0-1,-1 1,1-1,-1 1,1-1,-1 0,0 1,1-1,-1 0,1 1,-1-1,0 0,1 0,-1 1,1-1,-1 0,0 0,1 0,-1 0,0 0,1 0,-1 0,0 0,1 0,-1 0,0 0,1-1,-1 1,0 0,-16-6</inkml:trace>
  <inkml:trace contextRef="#ctx0" brushRef="#br0" timeOffset="8489.695">10590 2521,'43'-14,"1"3,1 2,0 1,0 2,0 3,32 1,-71 2,0 0,20-3,0 1,0 2,0 1,-1 0,1 2,0 1,-1 1,0 1,0 2,0 0,4 3,-24-7,0 0,0 0,0 1,0-1,0 1,-1 0,0 0,0 0,-1 1,1 0,-1-1,-1 1,1 0,-1 1,0-1,0 0,0 1,-1-1,0 0,-1 1,1 0,-1-1,-1 1,1-1,-1 1,0-1,1-3,0 0,-1-1,1 1,1 0,-1-1,0 1,1 0,-1-1,1 1,0 0,0-1,0 1,0-1,0 0,1 1,-1-1,1 0,-1 0,1 0,0 0,0 0,0 0,0-1,0 1,0 0,1-1,-1 0,0 1,1-1,-1 0,1 0,0-1,-1 1,1 0,-1-1,1 0,0 0,-1 1,3-2,6 1,0-1,1 0,-1-1,0 0,-1-1,1 0,0-1,-1 0,0-1,0 0,0 0,0-1,-1-1,0 1,-1-1,1-1,-1 0,-1 0,1 0,-1-1,-1 0,0-1,0 1,-1-1,0 0,-1-1,0 1,0-1,-1 0,-1 1,0-1,1-6,-5 27,0 0,1 0,1 1,-1-1,2 0,-1 0,2 0,-1 0,1 0,1 0,0 0,0 0,1-1,0 1,1-1,0 0,0-1,1 1,0-1,0 0,1-1,6 6,0-7,1 0,0-1,0 0,1-1,-1-1,1 0,0-1,0-1,0 0,0-1,0 0,0-1,-1-1,1-1,0 0,-1-1,1 0,-1-1,0-1,-1 0,1-1,-1 0,0-2,-11 8,0-1,0 1,-1 0,1 0,0 1,0-1,0 0,0 0,0 1,0-1,0 1,0 0,0 0,0 0,0 0,0 0,0 0,0 0,0 1,0-1,0 1,0-1,0 1,0 0,0 0,0-1,-1 2,1-1,0 0,-1 0,1 0,0 1,-1-1,0 1,1-1,-1 1,1 1,4 1,-1-1,1 0,1 0,-1 0,0-1,1 0,-1 0,1-1,-1 1,1-2,0 1,0-1,-1 0,1 0,0 0,0-1,-1 0,1-1,0 0,-1 0,0 0,1 0,-1-1,0 0,0-1,-1 1,1-1,-1 0,1-1,-1 1,-1-1,1 0,-1 0,1-1,-2 1,1-1,0 0,-1 0,0 0,-1 0,1 0,0-6,-2 9,-1-1,0 1,0 0,0-1,0 1,-1 0,1-1,-1 1,0 0,0 0,0 0,0-1,0 1,-1 0,0 1,1-1,-1 0,0 0,0 1,-1-1,1 1,0 0,-1-1,0 1,1 0,-1 0,0 1,0-1,0 1,0-1,0 1,-2 0,-6-3,1 1,0 1,0 0,-1 1,1 0,-1 0,0 1,1 1,-11 1,12-2,-1 2,1-1,-1 1,1 1,0 0,0 0,0 1,0 0,1 0,-1 1,1 0,0 1,1 0,0 0,-1 0,2 1,-1 0,1 0,0 1,1 0,-1 0,2 0,-1 2,4-8,1 1,-1-1,1 1,-1-1,1 1,0 0,0-1,1 1,-1-1,0 1,1-1,0 1,-1-1,1 1,0-1,0 1,0-1,1 0,-1 0,1 1,-1-1,1 0,0 0,-1-1,1 1,0 0,0-1,0 1,1 0,69 28,-19-19</inkml:trace>
  <inkml:trace contextRef="#ctx0" brushRef="#br0" timeOffset="8983.898">12810 2386,'-8'0,"0"-1,0 1,0 0,0 1,0 0,0 0,1 1,-1 0,0 0,1 1,-1 0,1 0,0 1,0-1,0 2,1-1,0 1,-1 0,1 0,1 1,-1 0,1 0,0 0,1 0,-1 1,1 0,0 0,1 0,-1 4,1-2,1 0,0 0,0 0,1 0,1 0,0 1,0-1,0 0,1 0,1 0,-1 0,3 6,-3-11,0 0,1 0,-1 0,1-1,0 1,0-1,0 1,0-1,0 0,1 1,0-1,-1-1,1 1,0 0,1-1,-1 1,0-1,1 0,-1 0,1 0,-1-1,1 1,0-1,0 0,0 0,0 0,0 0,0-1,3 0,2-2,-1-1,1 0,-1 0,0-1,0 0,-1-1,1 1,-1-2,0 1,0-1,0 0,-1 0,0-1,0 1,-1-2,0 1,0 0,0-2,18-31,-2-1,-2 0,-1-1,-3-2,-1 1,-2-2,-2 1,3-44,4-15,-4 0,-6-1,-3-57,-17 54,13 108,0 0,0 0,-1 0,1 0,0 0,0 0,-1 0,1 0,-1-1,1 1,-1 0,1 0,-1 0,0-1,1 1,-1 0,0-1,0 1,1 0,-1-1,0 1,0-1,0 1,0-1,0 0,0 1,0-1,0 0,1 0,-1 0,0 1,0-1,0 0,0 0,0 0,0-1,0 1,0 0,0 0,0 0,0-1,0 1,0-1,0 1,0 0,0-1,1 1,-1-1,0 0,0 1,1-1,-1 0,0 0,1 1,-1-1,0 0,1 0,0 0,-1 0,1 1,-1-1,1 0,0 0,0 0,-1 0,1 0,0-1,-10 25,0 1,2 0,1 0,1 0,1 1,1 0,0 10,3-31,-9 66,4 1,2 0,3 0,3 0,4 0,2-1,16 60,-19-109,1-1,0-1,1 1,2-1,0 0,0-1,2 0,0-1,1 0,1 0,1-2,7 7,16 8</inkml:trace>
  <inkml:trace contextRef="#ctx0" brushRef="#br0" timeOffset="13100.444">3545 3830,'-9'11,"0"0,0 1,1 0,0 0,1 1,1 0,0 0,1 0,0 1,1 0,0 0,1 0,1 0,0 0,1 9,0-13,1-1,0 0,1 0,0 0,0 1,1-1,0 0,1 0,-1-1,2 1,-1-1,1 1,1-1,0 0,0 0,0-1,1 0,0 0,0 0,1-1,0 1,0-2,1 1,4 2,-6-5,0 1,0-1,0-1,0 1,1-1,-1 0,1-1,0 0,-1 0,1 0,0-1,0 0,0 0,-1 0,1-1,0 0,-1-1,1 1,0-1,-1-1,0 1,0-1,1 0,-2 0,1-1,0 0,-1 0,1 0,-1-1,1-1,5-8,-1 0,-1-1,0 1,0-2,-2 0,0 0,-1 0,0 0,-1-1,-1 0,-1 0,-1-1,0 1,-1 0,-1-1,0 1,-1-1,-2 1,-3-16,4 22,-1-1,-1 1,0 1,-1-1,0 0,0 1,-1 0,-1 1,0-1,0 1,0 0,-1 1,-3-3,6 7,0 0,0 0,0 1,0 0,0 0,-1 0,0 0,1 1,-1 0,0 0,0 0,0 1,0 0,0 0,0 1,-1 0,1 0,0 0,0 1,0 0,0 0,0 0,0 1,0 0,-4 1,-1 4,1 0,-1 0,1 1,1 0,-1 0,1 1,1 1,0-1,0 1,1 1,0-1,1 1,0 1,1-1,0 1,0 0,-1 11,-11 31</inkml:trace>
  <inkml:trace contextRef="#ctx0" brushRef="#br0" timeOffset="13654.499">4494 4031,'16'-2,"17"-3,13-4,12 1,6-1,-1 1,-6 2,-13 2</inkml:trace>
  <inkml:trace contextRef="#ctx0" brushRef="#br0" timeOffset="13903.357">4507 4218,'21'3,"24"0,24-3,17-3,13-6,-11-1</inkml:trace>
  <inkml:trace contextRef="#ctx0" brushRef="#br0" timeOffset="15132.094">5791 3697,'-5'97,"-5"0,-11 44,5-38,10-69,-1 59,8-92,0-1,0 1,0 0,0 0,0-1,1 1,-1-1,0 1,0-1,0 0,1 1,-1-1,0 0,0 0,1 0,-1 0,0 0,0 0,1 0,-1 0,0-1,0 1,1 0,-1-1,0 1,0-1,0 1,0-1,0 1,0-1,1 0,-2 0,1 0,0 0,0 1,0-1,0 0,0 0,0-2,6-1,5-1,0 1,1 0,-1 1,1 1,-1 0,1 0,0 2,0-1,0 2,8 0,7 0,85 3,-105-4</inkml:trace>
  <inkml:trace contextRef="#ctx0" brushRef="#br0" timeOffset="15407.381">6286 3777,'-11'18,"-7"15,1 12,0 6,3 4,4 2,4-2,5-4,7-3,8-8,10-8,7-10,9-9,6-6,4-7,0-7,-3-10,-10-2</inkml:trace>
  <inkml:trace contextRef="#ctx0" brushRef="#br0" timeOffset="15650.779">6098 4031,'18'0,"18"0,16-2,10-1,7-2,0-1,-4-1,-12 1,-12-1,-13 0</inkml:trace>
  <inkml:trace contextRef="#ctx0" brushRef="#br0" timeOffset="16289.074">6245 3790,'278'-20,"204"-36,-478 56,-3-1,0 0,1 1,-1-1,1 1,-1-1,1 1,-1 0,1 0,-1 0,1 0,-1 0,1 0,0 0,-1 0,1 1,-1-1,1 0,-1 1,0-1,1 1,-1 0,1 0,-1-1,0 1,0 0,1 0,-1 0,0 0,0 0,0 1,0-1,0 0,0 0,-1 1,1-1,0 0,-1 1,1-1,-1 1,-19 102,5-15,3 1,5 0,4 11,2-79,17-54,-4-26,-3 0,-2 0,-2 0,-3-1,-3 0,-3-11,-26-81,33 142,11 23,-10-9,384 343,-388-348,15 14,-1 0,0 1,-1 1,-1 1,0-1,-2 2,1 0,1 6,-12-21,1 0,-1 0,0 0,0 0,0 0,0 1,-1-1,1 0,-1 1,0-1,0 0,0 1,0-1,0 0,-1 1,0-1,0 0,0 0,0 0,0 0,0 0,-1 0,0 0,1 0,-1 0,0 0,0-1,-1 1,1-1,0 0,-1 0,0 0,-2 2,-10 3,0-1,-1-1,1 0,-2-1,1-1,0 0,0-1,-1-1,1-1,-1 0,0-1,1-1,-1 0,-105-20,76 8</inkml:trace>
  <inkml:trace contextRef="#ctx0" brushRef="#br0" timeOffset="17216.654">8171 3884,'-14'11,"1"0,0 1,1 1,0 0,1 0,1 1,0 1,1 0,0 0,-4 12,13-26,-1 0,1 0,-1 0,1 0,-1 0,1 0,0 1,0-1,-1 0,1 0,0 0,0 0,0 0,0 0,0 0,0 0,1 1,-1-1,0 0,0 0,1 0,-1 0,1 0,-1 0,1 0,-1 0,1 0,0 0,-1-1,1 1,0 0,0 0,0-1,0 1,0 0,-1-1,1 1,0-1,0 1,0-1,1 1,-1-1,0 0,0 0,0 1,0-1,0 0,0 0,0 0,0 0,1 0,59-11,-49 7,0-1,0 0,-1-1,1 0,-1-1,-1 0,1 0,-1-1,0-1,-1 0,0 0,-1-1,0 0,0 0,5-10,-14 17,-8 17,7-11,1 0,0 0,-1 0,1 1,1-1,-1 0,0 1,1-1,-1 1,1-1,0 0,0 1,1-1,-1 1,1-1,0 0,-1 1,1-1,1 0,-1 0,0 1,1-1,0 0,0 0,-1-1,2 1,-1 0,0-1,1 1,-1-1,1 0,-1 0,1 0,0 0,0 0,0 0,0-1,1 0,10 4,2-1,-1 0,0-1,1-1,-1-1,1 0,-1-1,1 0,-1-1,1-1,-1-1,1 0,-1-1,0-1,11-5,-18 7,0 0,-1 0,1-1,-1 0,0-1,0 0,-1 0,1 0,-1-1,0 1,-1-2,1 1,-1-1,-1 1,1-1,-1-1,0 1,-1-1,1 1,-2-1,1 0,-1 0,0 0,0-2,0-48,-3 48,-1 15,0 19,9 323,-1-230,-2-42,2 65,-8 80,-9-155,4-67,-6-65,5-65,6 0,5 0,12-54,-9 118,3 1,3 1,14-41,-26 103,1-1,0 1,0-1,0 1,1-1,0 1,-1 0,2 0,-1 0,0 0,1 0,0 0,-1 1,2-1,-1 1,0 0,1 0,-1 0,1 0,0 1,0 0,0-1,0 1,0 1,1-1,-1 1,0-1,1 1,-1 0,1 1,3-1,8 4,-1 1,1 1,-1 0,0 1,-1 1,1 0,-1 1,0 1,-1 0,0 1,-1 0,0 1,0 0,9 12,-18-20,1 0,-1 0,1 0,-1 0,0 0,0 1,0-1,-1 1,1 0,-1 0,0 0,0 0,0 0,-1 1,1-1,-1 0,0 1,-1-1,1 1,-1-1,1 1,-1-1,-1 1,1-1,-1 1,1-1,-1 1,-1-1,0 4,-6-2,0 0,0-1,0 0,-1-1,0 0,1 0,-1-1,-1 0,1 0,0-1,-1 0,1-1,-1 0,0-1,-8 0,-63-5,50-1</inkml:trace>
  <inkml:trace contextRef="#ctx0" brushRef="#br0" timeOffset="17802.609">9147 4058,'14'-17,"0"0,0-1,-2 0,0-1,-1 0,-2-1,1 0,-2-1,-1 0,-1 0,0 0,-2-1,2-15,-6 34,0 0,0 0,0 0,0 1,0-1,0 0,-1 0,0 1,1-1,-1 0,0 1,0-1,0 1,-1-1,1 1,-1-1,1 1,-1 0,0 0,0 0,0 0,0 0,0 0,0 0,0 1,-1-1,1 1,-1 0,1-1,-1 1,1 0,-1 1,0-1,0 0,1 1,-1-1,0 1,0 0,1 0,-3 0,3 1,1-1,-1 1,1 0,-1-1,1 1,-1 0,1 0,0 0,-1 0,1 0,0 0,0 0,0 1,0-1,0 0,0 1,0-1,0 0,0 1,1-1,-1 1,1-1,-1 1,1 0,0-1,-1 1,1-1,0 1,0 0,0-1,0 1,0 0,1-1,-1 1,0-1,1 1,-1-1,1 1,0-1,-1 1,1-1,0 1,0-1,0 0,0 1,0-1,0 0,0 0,0 0,1 0,-1 0,0 0,1 0,-1 0,1 0,-1-1,1 1,-1-1,1 1,-1-1,1 0,16 8,1-1,0-1,0-1,1-1,-1-1,1 0,0-1,19-1,-16 0,14 1,-18-2,1 0,-1 2,1 0,-1 2,0 0,0 1,14 6,-30-9,0 1,0 0,0 0,0 0,0 0,-1 0,0 1,1-1,-1 1,0-1,-1 1,1 0,-1 0,1 0,-1 0,0 0,-1 0,1 0,-1 0,0 0,0 1,0-1,0 0,-1 0,1 0,-1 0,0 0,-1 0,1 0,-1 0,0 0,-1 2,-3 21,5-24,-1 0,1 1,0-1,1 0,-1 0,1 1,-1-1,1 0,0 1,0-1,0 0,1 1,-1-1,1 0,0 0,0 1,0-1,0 0,1 0,-1 0,1 0,-1-1,1 1,0 0,0-1,1 1,-1-1,0 1,1-1,0 0,-1 0,1 0,0-1,0 1,0-1,0 1,0-1,1 0,8 0,0 0,-1-1,1 0,0-1,0 0,-1-1,1 0,0-1,-1 0,0-1,0 0,0-1,0-1,-1 1,0-1,0-1,-1 0,1 0,-2-1,1 0,-1-1,0 0,-1 0,0-1,0 1,0-3,13-34,-20 118,0-66,0 0,1 0,-1 0,1 0,0 0,1-1,0 1,0 0,0-1,0 1,1-1,0 0,0 0,0 0,1 0,-1-1,1 1,0-1,1 0,-1 0,1 0,0-1,4 3,10 2</inkml:trace>
  <inkml:trace contextRef="#ctx0" brushRef="#br0" timeOffset="18284.412">9881 3549,'34'7,"-1"1,0 2,0 1,-1 2,-1 0,0 3,-1 0,-1 2,18 14,-35-24,-1 0,0 0,-1 1,0 1,0-1,-1 1,0 1,-1 0,0 0,-1 1,0 0,-1 0,0 1,-1-1,0 1,-1 0,-1 1,1 4,-3-12,-2-4,1 0,0-1,-1 1,1 0,0 0,0-1,0 1,0 0,1 0,-1-1,0 1,1 0,-1 0,1-1,0 1,-1 0,1-1,0 1,0-1,0 1,0-1,0 0,1 1,-1-1,0 0,1 0,-1 0,0 0,1 0,-1 0,1 0,0 0,-1-1,1 1,0 0,-1-1,1 0,0 1,0-1,-1 0,1 0,6-3,-1 0,0-1,0 0,0 0,-1-1,1 0,-1 0,0 0,-1-1,1 0,-1 0,0 0,-1-1,0 0,0 0,0 0,-1 0,1-1,32-103,-48 141,8-14,1 0,1 0,0 0,1 0,1 0,1 10,-1-21,0 0,1 1,0-1,0 0,1 0,-1-1,1 1,0 0,1 0,-1-1,1 1,-1-1,1 0,1 0,-1 0,1 0,-1-1,1 1,0-1,0 0,1 0,2 1,67 16,-36-17</inkml:trace>
  <inkml:trace contextRef="#ctx0" brushRef="#br0" timeOffset="18636.469">11272 3549,'-10'-1,"-8"-3,-1 1,0 0,0 2,1 0,-1 1,0 1,0 0,0 2,1 0,-1 1,1 1,0 0,0 2,1 0,0 1,-4 3,19-10,0 0,0 0,0 1,0-1,1 1,-1-1,0 1,1 0,-1 0,1 0,0 0,-1 0,1 0,0 0,0 0,0 0,1 0,-1 1,0-1,1 0,0 1,-1-1,1 0,0 1,0-1,0 0,1 1,-1-1,1 0,-1 1,1-1,0 0,-1 0,1 0,0 1,1-1,-1 0,0 0,0 0,1-1,-1 1,2 0,6 6,1-2,0 1,1-1,0-1,0 0,0-1,0 0,1 0,-1-1,4 0,2 1,71 18,-32-9,-1 3,0 1,21 13,-70-28,0 0,0 1,0 0,0 0,0 1,-1-1,1 1,-1 1,0-1,0 1,-1-1,1 1,-1 1,0-1,1 3,-5-6,-1 0,1 1,-1-1,1 1,-1-1,0 0,0 0,0 1,0-1,0 0,0 0,0 0,-1 0,1 0,-1-1,0 1,0 0,1-1,-1 1,0-1,0 1,0-1,0 0,-1 0,1 0,0 0,0 0,-1-1,1 1,0-1,-1 1,1-1,-1 0,1 0,-38 10,1-2,-2-1,1-3,-22 0,57-4,-88 6</inkml:trace>
  <inkml:trace contextRef="#ctx0" brushRef="#br0" timeOffset="19288.729">8331 3911,'-11'-16,"-7"-5,-4 3,-5 7,1 5</inkml:trace>
  <inkml:trace contextRef="#ctx0" brushRef="#br0" timeOffset="20323.457">3572 5073,'16'-60,"3"0,3 1,2 1,29-49,-39 83,-14 24,0 0,0 1,0-1,0 1,0-1,0 0,0 1,0-1,0 0,0 1,0-1,0 0,0 1,0-1,0 0,0 1,1-1,-1 0,0 1,0-1,0 0,1 1,-1-1,0 0,0 0,1 1,-1-1,0 0,0 0,1 0,-1 1,0-1,1 0,-1 0,0 0,1 0,-1 0,0 1,1-1,-1 0,0 0,1 0,-1 0,1 0,-1 0,0 0,1-1,-1 1,0 0,1 0,-1 0,0 0,1 0,-1 0,0-1,1 1,-1 0,0 0,0 0,1-1,-1 1,0 0,0-1,7 203,9 117,-15-312,-1 0,1-1,-2 1,1 0,0 0,-1 0,-1 0,1 0,-1-1,0 1,0-1,-1 1,0-1,0 0,-1 0,1 0,-1 0,-1-1,1 1,-1-1,0-1,0 1,0 0,-1-1,1 0,-1-1,0 1,0-1,-1 0,1 0,-1-1,1 0,-1 0,-1 0,6-2,1 0,-1 1,0-1,0 0,0 0,0 0,1 0,-1 0,0 0,0-1,0 1,1 0,-1-1,0 0,0 1,1-1,-1 0,0 0,1 0,-1 0,1 0,-1 0,1-1,0 1,-1 0,1-1,0 1,0-1,0 1,0-1,0 0,1 1,-1-1,0 0,1 1,-1-1,1 0,-1 0,1-1,1 1,1 0,0 0,-1 0,1 0,0 1,0-1,0 1,0-1,0 1,0 0,0 0,0 0,0 0,1 0,-1 0,0 1,1-1,-1 1,0 0,1-1,1 1,274-36,-204 28,-8 0</inkml:trace>
  <inkml:trace contextRef="#ctx0" brushRef="#br0" timeOffset="20571.553">4588 5021,'14'2,"13"1,14 0,8-1,8 0,1-1,-7-1,-13 0</inkml:trace>
  <inkml:trace contextRef="#ctx0" brushRef="#br0" timeOffset="20816.413">4601 5261,'25'7,"24"2,25-3,19-6,15-9,-11-2</inkml:trace>
  <inkml:trace contextRef="#ctx0" brushRef="#br0" timeOffset="21118.605">5965 4766,'-2'86,"-3"0,-15 72,12-114,-7 102,15-143,0 0,1 0,0-1,-1 1,1 0,0-1,0 1,0 0,0-1,1 1,-1-1,1 0,0 0,-1 1,1-1,0 0,0 0,0-1,1 1,-1 0,0-1,1 1,-1-1,1 0,-1 0,1 0,0 0,-1 0,1 0,0-1,0 1,0-1,-1 0,2 0,100-9,-101 9,246-59,-198 45</inkml:trace>
  <inkml:trace contextRef="#ctx0" brushRef="#br0" timeOffset="21419.801">6499 4847,'-11'20,"-4"19,0 11,4 7,3 2,5-2,7-4,11-6,7-9,6-9,8-9,7-8,5-6,6-6,0-8,-2-7,-7-6,-12 1</inkml:trace>
  <inkml:trace contextRef="#ctx0" brushRef="#br0" timeOffset="21619.269">6366 5060,'25'2,"22"1,19-4,11-5,10-6,0-3,-7-3,-18 1</inkml:trace>
  <inkml:trace contextRef="#ctx0" brushRef="#br0" timeOffset="21871.148">6473 4833,'18'-2,"20"-4,21-2,20-4,15-4,12 0,0 1,-18 1</inkml:trace>
  <inkml:trace contextRef="#ctx0" brushRef="#br0" timeOffset="22121.485">7302 4820,'-3'20,"0"16,0 9,1 6,1 1,0 0,0-3,1-6,0-8,0-10</inkml:trace>
  <inkml:trace contextRef="#ctx0" brushRef="#br0" timeOffset="22367.827">7288 4740,'12'0,"12"4,11 11,12 12,6 11,6 9,0 9,-4 6,-6 1,-12 0,-14-2,-18-7,-19-6,-19-9,-14-8,-11-10,-3-8,10-7</inkml:trace>
  <inkml:trace contextRef="#ctx0" brushRef="#br0" timeOffset="23202.673">8986 5368,'96'-268,"-93"262,33-60,-35 64,0-1,1 1,-1 0,1 1,0-1,0 0,-1 0,1 1,0-1,1 1,-1 0,0-1,0 1,0 0,1 0,-1 1,1-1,-1 0,1 1,-1-1,1 1,-1 0,1 0,-1 0,1 0,1 1,8 4,0 0,-1 1,0 0,0 1,-1 0,0 1,0 0,-1 1,5 5,2 1,2 0,-1 1,0 0,-1 2,-1 0,-1 0,0 2,-14-19,1-1,0 1,-1 0,1-1,-1 1,1 0,0 0,-1 0,0-1,1 1,-1 0,1 0,-1 0,0 0,0 0,0 0,0 0,1 0,-1 0,0 0,0-1,-1 1,1 0,0 0,0 0,0 0,-1 0,1 0,0 0,-1 0,1 0,-1-1,1 1,-1 0,1 0,-1-1,0 1,1 0,-1-1,0 1,0 0,1-1,-1 1,0-1,0 1,0-1,0 0,1 1,-1-1,0 0,0 0,0 0,0 1,0-1,0 0,0 0,0 0,0 0,0-1,0 1,0 0,0 0,0-1,1 1,-1 0,0-1,0 1,-4-2,1 0,-1 0,1 0,0 0,0-1,0 1,0-1,0 0,1-1,-1 1,1 0,0-1,0 0,0 0,1 0,-1 0,1 0,0 0,0-1,0 1,1-1,0 1,0-1,0 0,0 0,1 1,-1-1,1 0,0 0,1 1,-1-1,1 0,0 0,0 1,1-1,0-2,9-13,0 0,1 1,0 0,2 0,0 2,10-9,24-32,-27 30,0-1,-2-1,-2 0,0-1,-3-2,0 1,-2-1,-1-1,-2 0,-1-1,-2 0,-2 0,1-32,-5 62,1 0,-1-1,0 1,-1 0,1 0,-1-1,0 1,-1 0,1 0,-1 0,0 0,0 0,-1 1,1-1,-1 0,0 1,-1-1,4 4,-1 1,0-1,1 1,-1-1,0 1,0-1,0 1,1-1,-1 1,0 0,0-1,0 1,0 0,0 0,0 0,0 0,0 0,0 0,1 0,-1 0,0 0,0 0,0 0,0 1,0-1,0 0,0 1,1-1,-1 0,0 1,0-1,0 1,1-1,-1 1,0 0,1-1,-1 1,0 0,1 0,-1-1,1 1,-1 0,1 0,0 0,-1-1,1 1,0 1,-17 45,12 0,2 1,2-1,2 1,3 0,1-1,2 0,2 0,3-1,14 37,-16-47,1 0,2-1,2 0,1-1,2-1,1 0,13 14,-30-44,0 1,0-1,1 0,-1 0,1 0,0-1,0 1,0-1,0 1,1-1,-1 0,0 0,1-1,0 1,-1-1,1 1,0-1,0 0,-1-1,1 1,0-1,0 0,0 1,0-2,0 1,0 0,0-1,-1 0,1 0,0 0,0 0,-1-1,1 1,0-1,1-1,13-13,0 0,-1-2,-1 0,-1 0,0-2,-1 0,-2 0,0-2,3-8,-10 21,12-14,-16 23,-1 0,0 0,1 0,-1 0,1 0,-1-1,0 1,1 0,-1 0,1 0,-1 0,1 0,-1 1,0-1,1 0,-1 0,1 0,-1 0,0 0,1 0,-1 1,1-1,-1 0,0 0,1 1,-1-1,0 0,1 1,-1-1,0 0,0 1,1-1,-1 0,0 1,0-1,0 0,1 1,-1-1,0 1,0-1,0 0,0 1,0-1,0 1,0-1,0 1,0-1,0 0,0 1,0-1,0 1,0-1,0 0,-1 1,1-1,0 1,0-1,0 0,-1 1,4 49,-4-41,0-1,0 1,1-1,0 1,1 0,0-1,0 0,1 1,0-1,1 0,-1 0,2 0,-1 0,1 0,0-1,1 1,-1-1,1 0,1-1,0 1,-1-1,7 4,-9-8,1-1,0 1,0-1,0 0,0 0,0-1,0 1,0-1,0 0,0 0,0 0,0 0,0-1,3 0,24-7</inkml:trace>
  <inkml:trace contextRef="#ctx0" brushRef="#br0" timeOffset="23453.003">9774 4699,'-13'0,"-21"-2,-16-3,-8-1,-4-1,0-3,6-1,8-1,12 2</inkml:trace>
  <inkml:trace contextRef="#ctx0" brushRef="#br0" timeOffset="23832.915">9321 4579,'136'-10,"0"6,0 6,95 15,-208-15,40 1,-1 3,1 3,-1 3,-1 2,42 17,-96-29,1 1,-1 0,0 0,-1 1,1-1,-1 2,0-1,1 1,-2-1,1 2,-1-1,0 1,0-1,0 1,-1 1,0-1,0 1,0-1,-1 1,0 0,-1 0,1 3,7 113,-11-105,2 1,-1-1,2 1,1-1,0 1,1-1,1 0,3 3,-7-17,0-1,0 0,0 0,1 0,0-1,0 1,-1 0,2 0,-1-1,0 1,0-1,1 0,-1 0,1 0,0 0,0 0,0-1,-1 1,2-1,-1 1,0-1,0 0,0-1,0 1,1 0,-1-1,0 0,1 0,-1 0,0 0,1 0,-1-1,0 1,0-1,1 0,-1 0,0 0,0 0,0-1,0 1,0-1,11-9,-1 0,0 0,-1-1,0-1,-1 0,0-1,-1 0,0 0,-1-1,-1 0,-1-1,0 0,-1 0,0-1,-1-1,-2 44,-3-10,0-1,1 1,1-1,0 1,1-1,1 0,0 0,4 9,-5-18,0 0,0 1,0-1,1-1,0 1,0 0,1-1,-1 0,1 0,0 0,1-1,-1 0,1 0,0 0,0 0,0-1,0 0,0 0,1-1,4 1,31 4,-2-5</inkml:trace>
  <inkml:trace contextRef="#ctx0" brushRef="#br0" timeOffset="24255">11379 4753,'-14'-3,"-1"1,0 1,1 0,-1 1,0 1,1 0,-1 1,1 0,-1 1,1 1,0 0,0 1,0 1,1 0,0 1,-4 2,15-8,0 1,0-1,0 0,0 1,0-1,0 1,1 0,-1-1,0 1,1 0,-1 0,1 0,0 0,0 0,0 1,0-1,0 0,0 0,1 1,-1-1,1 0,-1 1,1-1,0 1,0-1,0 1,0-1,1 0,-1 1,0-1,1 0,0 1,0-1,0 0,0 2,7 3,0 0,1-1,-1 0,1-1,0 0,1 0,-1-1,1 0,0-1,0 0,0-1,0 0,1 0,3 0,10 2,-10-1,-4-2,-1 0,1 0,0 1,-1 0,0 1,1 0,-1 0,0 1,-1 1,1-1,-1 1,0 0,0 1,0 0,-1 0,0 1,0 0,-1 0,1 1,2 5,-8-10,0 0,0 0,0 0,-1 1,1-1,-1 0,0 0,0 0,0 1,0-1,-1 0,1 0,-1 0,0 0,0 0,0 0,0 0,-1 0,1 0,-1 0,0-1,1 1,-1-1,0 1,-1-1,1 0,0 1,-1-1,1 0,-6 4,0 0,0-1,-1 0,1 0,-1-1,0 0,0 0,0-1,-1-1,-1 2,-1-1,1-1,-1 0,0-1,0 0,0-1,1 0,-1-1,-5-1,15 2,1 0,0-1,0 1,0 0,0-1,0 1,0-1,0 0,0 1,0-1,0 0,0 1,0-1,0 0,0 0,1 0,-1 0,0 0,1 0,-1 0,1 0,-1 0,1 0,-1 0,1-1,0 1,-1 0,1 0,0 0,0 0,0-1,0 1,0 0,0 0,0 0,1-1,-1 1,0 0,1 0,-1 0,1 0,-1 0,1 0,-1 0,1 0,0 0,-1 0,1 0,0 0,0 0,0 0,0 1,0-1,0 0,0 1,0-1,0 1,0-1,0 1,0-1,1 1,20-16</inkml:trace>
  <inkml:trace contextRef="#ctx0" brushRef="#br0" timeOffset="24505.371">11927 5127,'-3'2,"-6"-1,-15-6,-2-1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38.1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67,'16'0,"17"0,18-2,17-6,15-3,11-2,8-2,1 3,-5 7,-13 7,-22 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3.6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303 534,'-151'-7,"141"8,1 0,0 0,0 1,0 0,0 1,0 0,0 0,1 1,0 0,-1 1,2-1,-1 2,0-1,1 1,0 0,6-5,-1 0,1 0,0 0,0 0,0 0,0 0,0 0,0 0,0 0,0 1,0-1,1 0,-1 1,0-1,1 1,-1-1,1 1,0-1,-1 1,1-1,0 1,0-1,0 1,0-1,0 1,0-1,1 1,-1-1,0 1,1-1,-1 0,1 1,0-1,-1 1,1-1,0 0,0 1,0-1,0 0,0 0,0 0,0 0,0 0,0 0,0 0,1 0,-1 0,0-1,1 1,-1 0,1-1,-1 0,0 1,1-1,-1 1,1-1,-1 0,1 0,-1 0,2 0,11 0,0 0,0-1,-1-1,1 0,0-1,-1 0,1-1,-1-1,0 0,-1 0,1-2,-1 1,0-2,-1 1,1-2,-2 1,1-2,1-2,-1 1,-1-1,0 0,-1-1,-1 0,0-1,-1 0,0 0,-1 0,0-1,-1 0,-1 0,2-13,-1-6,0-1,-3 0,-1 0,-1 1,-3-9,3 30,-1-1,0 1,-1 0,-1 0,0 0,-1 0,0 0,-5-8,9 20,0 0,0 1,-1-1,1 0,0 0,-1 0,1 0,0 1,-1-1,1 0,-1 0,1 1,-1-1,1 0,-1 1,1-1,-1 1,0-1,0 1,1-1,-1 1,0-1,0 1,1-1,-1 1,0 0,0 0,0-1,0 1,1 0,-1 0,0 0,0 0,0 0,0 0,0 0,1 0,-1 0,0 1,0-1,0 0,0 0,1 1,-1-1,0 1,0-1,1 0,-1 1,0 0,1-1,-1 1,0-1,1 1,-1 0,-24 46,11-9,3 2,1-1,1 1,3 1,1-1,2 1,2 0,2 9,-1-39,0 0,0 0,1 0,0 0,1 0,1 0,-1-1,2 1,-1-1,1 0,1 0,0 0,0-1,1 1,0-1,1-1,0 1,0-1,1 0,0-1,0 0,1 0,0-1,0 0,1 0,-1-1,3 0,-1-1,0-2,0 0,1 0,-1-1,1 0,-1-1,1 0,-1-1,0 0,1-1,-1-1,0 1,0-2,0 1,0-2,-1 1,1-1,-1-1,-1 0,1-1,-1 1,0-2,0 1,-1-1,0-1,-1 1,1-1,-2-1,1 1,-1-1,-1 0,0-1,0-1,-3 9,-1-1,0 1,0-1,0 0,-1 1,1-1,-1 0,0 1,0-1,0 0,-1 0,1 1,-1-1,0 0,0 1,0-1,0 1,-1-1,1 1,-1 0,0 0,0-1,0 1,0 0,-1 1,1-1,-1 0,0 1,0-1,0 1,0 0,0 0,0 0,-3-1,4 3,0 0,1 0,-1 0,0 0,0 0,1 0,-1 0,0 0,1 1,-1-1,1 1,-1-1,0 1,1 0,-1 0,1-1,-1 1,1 0,0 0,-1 1,1-1,0 0,0 0,0 0,0 1,0-1,0 1,0-1,0 1,1-1,-1 1,0-1,1 1,-1 0,1-1,0 1,0 1,-2 2,2 0,-1 0,0 0,1 0,0 0,0 0,1 0,-1 0,1 0,0 0,1-1,0 4,6 3,1 0,0-1,1 0,0-1,0 0,1-1,0 0,0 0,1-1,0-1,0 0,1 0,0-2,0 1,0-2,0 1,1-2,8 1,68 15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6.4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0 942,'21'-2,"-1"0,0-2,1 0,-2-2,1 0,-1-1,0-1,0 0,-1-2,0 0,-1-1,0-1,0 0,-2-1,0-1,0-1,11-14,-23 25,0 0,0-1,-1 1,1-1,-1 1,0-1,0 0,-1 0,0 0,1 0,-2 0,1 0,0 0,-1 0,0-1,0 1,-1 0,0 0,1 0,-2 0,1 0,0 0,-1 0,0 0,0 1,-1-1,1 1,-1-1,0 1,0 0,-1 0,1 0,-1 1,-2-3,3 4,-1-1,0 1,1 0,-1 0,0 0,0 0,0 1,0 0,0-1,-1 1,1 1,0-1,0 1,-1 0,1 0,0 0,-1 0,1 1,0 0,0-1,0 2,-1-1,1 0,0 1,0 0,1 0,-1 0,0 0,1 1,-1-1,1 1,0 0,0 0,0 0,0 1,1-1,-1 1,1-1,0 1,0 0,0 0,0 0,1 0,-1 0,1 0,0 0,0 2,1 6,0-1,0 0,1 1,0-1,1 0,1 0,-1 0,2 0,0 0,0-1,1 1,0-1,0 0,1-1,1 1,0-1,0-1,0 1,1-1,1 0,-1-1,1 0,0 0,1-1,0 0,0-1,0 0,0-1,1 0,0 0,0-1,9 1,-16-3,0-1,1 0,-1 0,0 0,0 0,1 0,-1-1,0 0,0 0,0 0,0-1,0 1,0-1,0 0,0 0,0 0,-1 0,1-1,-1 0,0 0,0 1,3-4,46-85,-20 29,-29 57,0 0,0 0,1 1,0-1,0 1,0 0,0 0,1 1,-1-1,1 1,0 0,0 0,0 1,1-1,-1 1,0 0,1 1,0-1,-1 1,1 0,0 0,-1 1,1 0,0 0,0 0,0 1,-1 0,1 0,0 0,-1 1,1 0,-1 0,0 0,0 0,1 1,-1 0,-1 0,3 2,-1 1,0-1,0 1,0 0,-1 0,0 1,0-1,-1 1,0 0,0 0,-1 1,0-1,0 1,0 0,0 7,-2-10,0-1,0 1,-1 0,0-1,0 1,0 0,0-1,-1 1,0 0,0-1,0 1,0-1,-1 1,0-1,0 0,0 1,0-1,-1 0,1 0,-1-1,0 1,-1-1,1 1,0-1,-4 3,-2-6,20-15,-4 8,30-30,-2-2,-1-1,-2-2,3-8,-12 5,-1-1,-2 0,-2-2,-3 0,-1-1,-3-1,-2 1,-2-2,-2 1,-2-1,-3-11,-9-35,9 97,0-1,0 0,0 0,0 1,0-1,0 0,0 0,-1 0,1 1,0-1,-1 0,1 1,0-1,-1 0,1 1,-1-1,1 0,-1 1,1-1,-1 1,0-1,1 1,-1-1,0 1,1 0,-1-1,0 1,1 0,-1-1,0 1,0 0,1 0,-1 0,0 0,0 0,0 0,1 0,-1 0,0 0,0 0,0 0,1 0,-1 0,0 1,0-1,-27 27,10 3,2 1,1 0,1 1,2 0,1 1,1 1,2-1,2 1,1 1,0 21,3-28,1-1,2 1,1 0,1-1,1 1,1-1,2 0,0-1,4 6,-5-16,2 1,-1-1,2 0,0-1,1 0,0 0,2-1,-1 0,2-1,-1-1,2 0,0 0,0-1,10 5,-18-13,0 1,-1 0,1-1,0 0,1-1,-1 1,0-1,1 0,-1-1,1 0,0 0,-1 0,1-1,0 0,0 0,-1 0,1-1,0 0,-1-1,1 1,-1-1,1 0,-1-1,0 0,0 0,0 0,0-1,-1 1,0-2,1 1,1-3,1-4,0 0,-2-1,1 0,-1 0,-1-1,0 0,-1 0,0 0,-1 0,-1 0,0-1,-1 1,0-12,-9-11,8 35,-1 1,1-1,0 1,-1-1,1 1,-1 0,1-1,-1 1,0-1,1 1,-1 0,1 0,-1-1,0 1,1 0,-1 0,1 0,-1-1,0 1,1 0,-1 0,0 0,1 0,-1 0,0 0,1 1,-1-1,0 0,1 0,-1 0,1 1,-1-1,0 0,1 1,-1-1,1 0,-1 1,1-1,-1 1,1-1,-1 0,1 1,0-1,-1 1,1 0,0-1,-1 1,1-1,0 1,-1 0,1 0,-5 7,1 0,0 0,1 1,-1 0,2 0,-1 0,1 0,0 0,1 0,0 0,1 1,0-1,0 0,1 0,0 2,1-1,0-1,0 1,0-1,2 1,-1-1,1 0,0 0,1-1,0 1,0-1,1 0,0-1,0 1,1-1,0 0,0-1,1 0,0 0,0 0,0-1,1 0,-1-1,1 0,0 0,0-1,1 0,-1-1,1 0,0 0,-1-1,6 0,11-4</inkml:trace>
  <inkml:trace contextRef="#ctx0" brushRef="#br0" timeOffset="250.33">816 394,'34'-2,"36"1,36 3,28 4,-10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4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0 874,'29'-11,"-2"-1,1-1,-2-2,0-1,0 0,-2-2,0-1,-1-1,-1-1,-1-1,-1-1,-1 0,-1-2,-1 0,-1-1,-1-1,-2 0,1-4,-2 0,-1-1,-1 0,-2-1,-2 0,0 0,-3 0,0-1,-3-18,-22-54,20 102,1 1,-1-1,0 0,0 0,0 1,0 0,-1-1,1 1,-1 0,0 0,0 0,0 0,0 1,-1-1,1 1,-1 0,1 0,-1 0,0 1,0-1,0 1,0 0,0 0,-1 0,1 1,0 0,0 0,0 1,0 0,0 0,0 0,0 0,0 0,0 1,0 0,0 0,1 0,-1 0,1 0,-1 1,1 0,0 0,0 0,0 0,1 0,-1 0,1 1,-2 2,-41 91,36-60,2-1,1 2,2-1,1 0,2 1,2 0,4 27,-2-45,0 0,1 0,1 0,1 0,1-1,0 0,2-1,8 16,-12-26,-1-1,1 0,1 0,-1 0,1 0,1-1,-1 0,1-1,0 1,0-1,0 0,1-1,0 0,0 0,0-1,0 0,0 0,1-1,-1 0,1 0,4-1,-2-2,-1 0,0-1,0 0,1-1,-2 0,1 0,0-1,-1 0,0-1,1 0,-2-1,1 0,-1 0,0-1,0 0,-1 0,0-1,0 0,-1 0,0 0,0-1,-1 0,0 0,-1-1,0 1,0-1,-1 0,0 0,-1 0,0 0,-1-1,-3 24,-7 92,9-100,1-1,-1 1,1-1,0 0,0 1,0-1,1 0,-1 1,1-1,0 0,0 0,1-1,-1 1,1 0,0-1,0 1,0-1,0 0,1 0,-1 0,1-1,-1 1,1-1,2 1,2-1,1 1,0-1,0-1,0 1,0-1,0-1,0 0,0 0,0-1,0 0,0-1,0 0,0 0,0-1,-1 0,1 0,-1-1,0 0,0-1,-1 0,1 0,-1 0,0-1,0 0,-1-1,0 0,0 1,0-2,-1 1,0-1,0 0,-1 0,2-5,-1 0,0 0,0-1,-1 0,-1 0,0 0,-1-1,-1 1,0-6,-1 20,0 1,0-1,0 0,-1 0,1 0,0 0,0 0,0 0,0 1,-1-1,1 0,0 0,0 0,0 0,0 0,-1 0,1 0,0 0,0 0,0 0,-1 0,1 0,0 0,0 0,0 0,-1 0,1 0,0 0,0 0,0 0,0 0,-1 0,1 0,0 0,0-1,0 1,0 0,-1 0,1 0,0 0,0 0,0 0,0-1,0 1,0 0,-1 0,1 0,0-1,-9 21,2-4,1-1,1 2,0-1,1 0,1 1,0 0,1 0,1 0,1 5,1-18,0 0,0 0,0 0,0 0,1-1,-1 1,1 0,0-1,0 1,1-1,-1 0,1 0,-1 0,1 0,0 0,0-1,0 1,0-1,1 0,-1 1,1-2,0 1,-1 0,1-1,2 1,100 19,-39-15,-5-4</inkml:trace>
  <inkml:trace contextRef="#ctx0" brushRef="#br0" timeOffset="869.717">1698 619,'-15'-2,"4"-1,0 1,0 0,0 0,0 1,0 1,0 0,0 0,0 1,0 0,0 1,0 1,0-1,1 2,-1-1,1 2,0-1,-2 2,9-2,0-1,1 0,-1 1,1 0,-1-1,1 1,0 0,1 0,-1 0,1 1,0-1,0 0,0 0,0 1,1-1,-1 1,1-1,0 0,1 1,-1-1,1 1,0-1,0 0,0 0,1 0,-1 1,1-1,0-1,0 1,1 0,-1 0,1-1,0 1,0-1,0 0,0 0,0 0,1 0,-1-1,1 1,0-1,0 0,1 0,10 6,1 0,0-2,1 0,-1-1,1-1,0 0,0-1,1-1,-1 0,0-2,1 0,-1-1,0-1,14-2,-21 2,-1 0,0-1,0 0,0 0,-1-1,1 0,-1 0,1-1,-2 0,1 0,0-1,-1 0,0-1,-1 1,1-1,-1-1,-1 1,1-1,-1 0,-1 0,1-1,-1 1,-1-1,0 0,0 0,-1 0,1-5,1-2,-2-1,0 1,-1-1,0 0,-2 1,0-1,-1 1,0-1,-3-4,2 13,8 17,7 1,0 0,0-1,1 0,0-1,0-1,1 0,0-1,5 2,18 9,-29-15,0 1,0 0,0 0,-1 1,1 0,-1 0,0 1,0 0,0 0,-1 1,0-1,0 1,0 1,-1-1,0 1,0 0,0 1,-1-1,0 1,-1-1,0 1,0 0,-1 0,1 3,-4 24,0-32,0 1,0-1,1 1,-1 0,1-1,0 1,0 0,0-1,0 1,1 0,-1-1,1 1,0-1,0 1,1-1,-1 0,1 1,-1-1,1 0,0 0,0 0,0 0,1 0,-1 0,1-1,-1 1,1-1,0 0,0 0,2 1,6 0,-1-2,1 1,-1-2,1 1,0-1,-1-1,1 0,0 0,-1-1,0-1,1 1,-1-2,0 1,0-2,-1 1,1-1,-1-1,0 1,0-2,-1 1,0-1,0 0,0-1,-1 0,0 0,-1-1,0 1,5-10,-8 13,-1 0,1 1,-1-2,1 1,-1 0,-1 0,1-1,-1 1,0 0,0-1,-1 0,0-1,-18 27,15-16,1 0,0 1,0-1,1 1,-1 0,1-1,0 1,0 0,0 0,1 0,0 0,0-1,0 1,1 0,-1 0,1 0,0 0,1-1,-1 1,1 0,0-1,0 0,0 1,0-1,1 0,0 0,0 0,0 0,0-1,1 1,2 1,0-1,-1-1,1-1,0 1,0-1,0 0,0 0,0-1,0 0,0 0,0 0,1-1,-1 1,0-2,1 1,-1-1,0 0,0 0,0-1,0 1,0-1,0-1,0 1,5-4,-2 1,-1 0,0-1,1 0,-2-1,1 0,-1 0,0 0,0-1,-1 0,0 0,-1-1,0 0,0 0,2-5,-3 5,-1 0,1 0,-1-1,-1 0,0 1,0-1,-1 0,-1 0,1 0,-1 0,-2-7,2 15,-1 1,1 0,-1 0,0 0,0 0,1 0,-1 0,0 0,0 0,0 0,0 1,0-1,0 0,0 0,0 1,0-1,0 1,-1-1,1 1,0 0,0-1,-1 1,1 0,0 0,0 0,-1 0,1 0,0 0,0 0,-1 0,1 0,0 1,0-1,0 0,-1 1,1-1,0 1,0-1,0 1,0 0,0 0,0-1,0 1,0 0,0 0,0 0,0 0,1 0,-1 0,0 0,1 0,-1 0,1 0,-1 1,1-1,-1 0,-3 4,0-1,0 1,1 0,-1 0,1 0,0 0,0 0,1 1,-1 0,1-1,0 1,1 0,0 0,0 0,0 0,0 0,1 0,0 0,0 0,1 0,0 0,0 0,0 0,1 0,0 0,0-1,0 1,1-1,0 1,8 5,0-1,1 0,1-1,0 0,0-1,0 0,1-1,1-1,-1 0,1-1,0 0,14 2,-20-5,81 23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0.2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188 645,'0'-4,"0"1,1 0,-1-1,-1 1,1-1,0 1,-1 0,0-1,0 1,0 0,0-1,0 1,-1 0,0 0,1 0,-1 0,0 1,0-1,-1 0,1 1,0-1,-1 1,0 0,1 0,-1 0,0 0,0 0,0 1,0-1,0 1,-1 0,1 0,0 0,-4 0,3 1,1-1,-1 1,0 0,0 1,0-1,0 1,0 0,0-1,0 2,1-1,-1 0,0 1,1 0,-1 0,1 0,0 0,-1 0,1 1,0-1,1 1,-1 0,0 0,1 0,-1 0,1 1,0-1,0 1,1-1,-1 1,-1 3,-1 6,-1-1,2 1,0 0,0 0,1 1,1-1,0 0,1 10,0-15,-1 0,1 1,1-1,0 0,0 0,0 0,1 0,1 0,-1 0,1 0,0-1,1 1,0-1,0 0,1 0,-1 0,2-1,-1 1,1-1,-1-1,2 1,-1-1,1 0,-1 0,1-1,1 0,-1 0,1-1,-1 0,1 0,0-1,4 1,9-4,-1-1,0-1,0-1,0-1,-1-1,1 0,-1-1,-1-2,1 1,-1-2,-1-1,0 0,0-1,-1-1,-1 0,9-11,-9 12,0-2,-2 0,1 0,-2-1,0-1,-1 0,0-1,2-7,-5 7,-6 48,-3-21,1 0,1 1,0-1,0-1,1 1,0 0,1 0,0-1,1 1,0-1,0 0,1 0,0 0,0-1,1 0,0 0,1 0,0-1,0 0,0 0,1-1,0 0,5 3,11 3</inkml:trace>
  <inkml:trace contextRef="#ctx0" brushRef="#br0" timeOffset="249.05">509 271,'0'20,"9"19,17 11,4-3</inkml:trace>
  <inkml:trace contextRef="#ctx0" brushRef="#br0" timeOffset="578.2">910 926,'-3'-33,"1"1,1-1,2 0,1 0,3-10,3-70,-8 108,0 5,-1-1,1 1,0-1,0 1,-1 0,1-1,0 1,0-1,0 1,0-1,0 1,-1-1,1 1,0-1,0 1,0-1,0 1,0-1,1 1,-1-1,0 1,0 0,0-1,0 1,0-1,1 1,-1-1,0 1,0 0,1-1,-1 1,0-1,1 1,-1 0,0-1,1 1,-1 0,1 0,-1-1,0 1,1 0,-1 0,1 0,-1-1,1 1,-1 0,1 0,-1 0,1 0,-1 0,1 0,-1 0,0 0,1 0,-1 0,1 0,-1 0,1 1,-1-1,1 0,-1 0,78 35,36 23,-109-51,0-1,0 1,-1 0,0 1,0-1,0 1,-1-1,-1 1,1 0,-1 0,0 0,-1 0,0 1,0-1,-1 0,0 1,0-1,-1 0,0 0,-1 1,0-1,0 0,-1 0,-2 36,4-41,0 1,1 0,-1-1,1 1,0 0,0 0,0-1,0 1,1 0,-1 0,1-1,0 1,0-1,0 1,1-1,-1 1,1-1,0 0,0 1,0-1,0 0,1-1,-1 1,1 0,0-1,-1 1,3 1,9 0,1-1,-1 0,0-1,1-1,-1 0,1-1,-1 0,1-1,-1-1,0 0,1-1,-1 0,0-2,-7 4,58-14</inkml:trace>
  <inkml:trace contextRef="#ctx0" brushRef="#br0" timeOffset="1349.47">1846 685,'-10'-1,"2"-1,0 0,0 0,0 1,0 0,0 1,0 0,0 0,-1 1,1 0,0 0,0 1,1 0,-1 0,0 1,1 0,-1 0,1 1,-4 2,4 0,1 0,0 1,0-1,1 1,0 0,0 1,1-1,0 1,0 0,1 0,0 0,-1 4,2-8,1 1,0-1,0 1,1-1,-1 1,1-1,0 1,0-1,0 1,1-1,0 0,0 1,0-1,0 1,0-1,1 0,0 0,0 0,0 0,1 0,-1 0,1-1,0 1,2 1,6 2,-1-1,1-1,0 1,1-2,-1 0,1 0,0-1,0-1,0 0,0 0,0-1,1-1,-1 0,0-1,0 0,0 0,4-3,4 2,-1-1,0-1,0-1,-1-1,0-1,0 0,0-1,-1-1,0-1,0 0,-1-1,-1-1,0 0,0-1,-2-1,13-14,-24 25,1 0,-1 1,0-1,0 0,0 0,0 0,-1-1,1 1,-1 0,1-1,-1 1,0-1,-1 1,1-1,-1 1,1-1,-1 1,0-1,-1 0,1 1,0-1,-1 1,-1-4,2 7,-1-1,1 1,-1-1,0 1,1 0,-1-1,0 1,1 0,-1 0,0 0,0-1,1 1,-1 0,0 0,1 0,-1 0,0 0,0 0,1 0,-1 1,0-1,1 0,-1 0,0 1,1-1,-1 0,0 0,1 1,-1-1,1 1,-1-1,0 1,1-1,-1 1,1-1,-1 1,1-1,0 1,-1 0,1-1,0 1,-1 0,1-1,0 1,-17 31,16-28,-1 0,1 0,0 0,1 0,-1 0,1 0,-1 0,1 1,0-1,1 0,-1 0,1 0,0 0,0 0,0 0,0 0,1 0,-1 0,1 0,0-1,1 1,-1-1,0 1,1-1,0 0,0 0,0 0,0-1,0 1,0-1,1 1,0-1,-1 0,5 1,4 2,1-1,-1-1,1 0,0-1,0 0,0-1,1-1,-1 0,0-1,0 0,0-1,0 0,0-1,0 0,-1-1,1-1,-1 0,0-1,-1 0,1-1,6-5,-12 7,0-1,0 0,0 0,-1 0,0-1,0 1,-1-1,0-1,0 1,0 0,-1-1,0 0,-1 0,0 0,0 0,0 0,-1-7,-2 23,-1 0,1 1,1-1,-1 1,1-1,1 0,0 1,0-1,0 0,1 0,0 0,1 0,0 0,0 0,1 0,0-1,0 0,0 0,1 0,0 0,1-1,0 0,0 0,0 0,3 1,-3-4,2 0,-1-1,0 1,0-1,1-1,-1 1,1-1,0-1,-1 1,1-1,-1-1,1 0,0 0,-1 0,1-1,-1 0,0 0,0-1,0 1,0-2,0 1,3-3,4-3,0 0,-1-1,0-1,-1 0,0 0,0-1,-2-1,1 0,7-13,19-38,-30 97,-9-25,1 0,1 0,0 0,0 0,0 0,1 0,0 0,1 0,0 0,0-1,1 1,0-1,0 1,0-1,1 0,0 0,1-1,-1 1,1-1,1 0,-1 0,1 0,0-1,0 0,24 8,-2-4</inkml:trace>
  <inkml:trace contextRef="#ctx0" brushRef="#br0" timeOffset="1602.796">2875 324</inkml:trace>
  <inkml:trace contextRef="#ctx0" brushRef="#br0" timeOffset="2378.691">3289 110,'-4'19,"1"1,1-1,1 1,0-1,2 1,1 10,-1 3,32 493,-33-491,11 64,-10-97,1 0,-1 0,0 0,1-1,0 1,-1 0,1-1,0 1,0-1,0 0,0 1,0-1,0 0,0 0,0-1,0 1,0 0,1-1,-1 1,0-1,0 0,1 0,-1 1,0-2,1 1,-1 0,0 0,0-1,1 1,-1-1,0 0,0 0,0 1,0-2,0 1,0 0,0 0,0 0,0-1,0 1,-1-1,1 0,29-16,0-1,-1-2,-2-1,0-2,-1 0,-1-2,1-5,45-68,-89 145,15-40,0 0,1 0,0 1,0-1,0 1,1-1,0 1,0-1,1 0,0 1,0-1,0 1,1-1,0 0,0 0,1 0,-1 0,1 0,1-1,-1 1,1-1,0 0,0 0,0 0,1-1,0 1,0-1,1 1,4 0,0 0,0 0,0-1,1 0,-1-1,1 0,0 0,0-1,0-1,0 0,0-1,1 0,-1 0,0-1,0-1,0 0,0 0,0-1,-1 0,1-1,-1-1,0 1,0-2,0 1,-1-1,0-1,0 0,0 0,-1 0,0-1,0-1,2-4,45-97,-46 87,2 45,-6 4,-2-3,1-1,2 0,0 0,1 0,8 17,-12-34,-1 0,1-1,0 1,0 0,1-1,-1 0,1 1,0-1,0-1,1 1,-1-1,1 1,-1-1,1-1,0 1,0-1,1 0,-1 0,0 0,1-1,-1 1,1-2,-1 1,1 0,-1-1,2 0,10-3,-1 0,-1-1,1 0,-1-1,1-1,-1-1,-1 0,1 0,-1-2,-1 0,0 0,0-2,-1 1,0-1,-1-1,0 0,1-3,7-11,-1-2,-1 0,-1-1,-2-1,-1 0,-1-1,-2-1,-1 1,-2-1,0-1,-3 1,0-1,-3 0,0 0,-2 0,-3-11,4 25,0 0,-2 1,0-1,-1 0,-1 1,0-1,-2 1,0 0,-1 1,-1 0,0 0,-2 0,-2-2,11 16,-1 1,0 0,0 0,0 0,0 0,0 0,0 1,-1-1,1 1,0-1,-1 1,1 0,-1 0,1 0,-1 0,0 0,0 1,1-1,-1 1,0 0,0 0,1 0,-1 0,0 0,0 0,1 1,-1-1,0 1,0 0,1 0,-1 0,1 0,-1 0,1 1,0-1,-1 1,1 0,0-1,0 1,0 0,-1 1,-8 11,0 1,1 0,1 0,0 1,1 0,1 0,1 1,0 0,1 0,1 0,-2 13,-3 12,2 0,1 1,3 1,1-1,2 0,2 0,3 6,-2-26,0-1,2 0,1 0,0 0,2-1,1 0,0-1,1 0,1 0,1-1,1 0,1-1,0-1,9 8,49 26,-46-41</inkml:trace>
  <inkml:trace contextRef="#ctx0" brushRef="#br0" timeOffset="2628.025">3263 310,'-14'-2,"-6"-1,4 0,19 1,29 0,39 1,43-1,42-4,32-2,24-2,-26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9.3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64 113,'0'18,"0"15,0 12,0 6,0 4,0 0,0-5,3-9,0-10,0-11,-1-12,0-14,-1-13,0-3</inkml:trace>
  <inkml:trace contextRef="#ctx0" brushRef="#br0" timeOffset="248.867">11 59,'-11'-52,"12"51,-1 1,0-1,1 1,-1-1,1 1,-1-1,1 1,-1 0,1-1,-1 1,1 0,-1-1,1 1,0 0,-1 0,1 0,-1-1,1 1,0 0,-1 0,1 0,0 0,-1 0,1 0,-1 0,1 0,0 0,-1 1,1-1,-1 0,1 0,0 1,-1-1,1 0,-1 0,1 1,-1-1,1 1,-1-1,1 0,-1 1,0-1,1 1,-1-1,1 1,-1-1,29 21,-2 2,0 0,-1 2,14 17,-20-21,-18-19,18 17,-1 0,-1 2,-1 0,0 1,-2 1,-1 1,0 0,1 7,-13-27,-1-1,0 1,0-1,0 1,0 0,0 0,-1-1,0 1,0 0,0 0,0-1,0 1,-1 0,0 0,1-1,-1 1,-1-1,1 1,-1-1,1 1,-1-1,0 0,0 0,0 1,-1-2,1 1,-1 0,1 0,-1-1,-3 2,-18 11,-2 0,0-2,0-2,-1 0,0-2,-1 0,0-2,-22 2,12-2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8.5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13,'2'14,"1"15,0 17,-1 14,0 9,-3 3,-4-3,0-7,-3-12,1-14</inkml:trace>
  <inkml:trace contextRef="#ctx0" brushRef="#br0" timeOffset="279.249">1 0,'58'53,"-2"2,-2 3,-3 2,-3 2,19 34,-16 2,-49-93,0 0,0 1,-1-1,1 0,-1 1,-1-1,1 1,-1-1,0 1,0 0,0-1,-1 1,0-1,0 1,0-1,-1 0,0 1,0 0,-1-2,0 1,-1-1,1 0,-1 0,0-1,0 1,0-1,0 0,0 0,-1 0,0 0,1-1,-1 0,0 0,0 0,0-1,0 1,-1-1,1 0,-3 0,-108-2,-13-29,127 30,1 0,-1-1,1 1,-1-1,1 0,-1 1,1-1,0 0,-1 0,1 0,0 0,0 0,-1 0,1 0,0-1,0 1,0 0,0 0,1-1,-1 1,0-1,0-1,3-8</inkml:trace>
  <inkml:trace contextRef="#ctx0" brushRef="#br0" timeOffset="563.049">909 348,'-5'-7,"-1"0,0 0,0 1,-1 0,0 0,0 1,0-1,-1 2,0-1,1 1,-2 0,1 1,0 0,-1 0,1 1,-1 0,0 0,0 1,0 0,0 1,0 0,0 0,0 1,1 0,-1 0,0 1,0 1,1-1,-1 1,-1 2,1 1,0 0,1 1,0 1,0-1,0 1,1 1,0-1,1 1,0 0,0 1,1-1,0 1,1 0,0 0,1 1,-2 5,3-8,1-1,-1 1,1 0,1 0,-1 0,2-1,-1 1,1 0,0 0,0 0,1-1,0 1,0-1,1 1,0-1,1 0,-1 0,1-1,1 1,-1-1,1 1,0-1,3 2,3 1,1 0,0-1,0-1,0 0,1 0,0-1,1-1,0 0,-1-1,1 0,0-2,12 2,173 3,-116-12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47.7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62 0,'-18'65,"4"1,2 0,-2 55,13-117,0 0,1 0,-1 0,1 1,0-1,0 0,0 0,0 0,1 1,0-1,0 0,0 0,0 0,1 0,0 0,0-1,0 1,0 0,0-1,1 1,-1-1,1 0,0 0,0 0,0 0,0-1,1 1,-1-1,1 0,2 2,4-4,-1 0,1 0,0-1,-1 0,0 0,1-1,-1-1,0 0,0 0,0 0,0-1,-1-1,1 1,-1-1,0-1,-1 1,1-2,-1 1,0-1,-1 0,0 0,0 0,0-1,-1 0,3-7,-1 4,0 0,-1-1,-1 0,0 0,0 0,-1 0,-1-1,0 0,-1 0,0 0,-1 0,-1 0,0 0,-1 0,0 0,0 0,-4-11,5 24,0-1,0 0,0 0,0 0,0 0,0 1,0-1,0 0,0 0,0 0,0 1,-1-1,1 0,0 0,-1 1,1-1,0 0,-1 0,1 1,-1-1,1 0,-1 1,0-1,1 1,-1-1,1 1,-1-1,0 1,0-1,1 1,-1 0,0-1,0 1,1 0,-1 0,0-1,0 1,0 0,1 0,-1 0,0 0,0 0,0 0,0 0,1 0,-1 1,0-1,0 0,0 0,1 1,-1-1,0 0,0 1,-2 6,1 0,-1 0,1 1,0-1,1 1,0-1,0 1,1-1,0 1,0-1,2 8,-2-5,1 0,0 0,1 0,0 0,0 0,1 0,1-1,0 1,0-1,1 0,0 0,0-1,1 1,0-1,0-1,1 1,0-1,1 0,-1 0,1-1,1 0,-1-1,1 0,0 0,0-1,10 4,21 2,-4-5</inkml:trace>
  <inkml:trace contextRef="#ctx0" brushRef="#br0" timeOffset="365.587">637 174,'0'-16,"-1"-7,2 29,-1 7,1 0,0-1,1 1,0 0,1 0,0-1,1 0,1 1,0-1,0-1,1 1,1-1,0 0,-5-8,1-1,-1 0,1 0,0 0,-1 0,1 0,0-1,0 1,0-1,0 1,0-1,0 0,1-1,-1 1,0 0,1-1,-1 0,0 0,1 0,-1 0,0 0,0-1,1 1,-1-1,0 0,0 0,0 0,3-2,76-53,-74 49,-2 0,1 0,-1 0,0-1,-1 0,0 0,0-1,0 1,-1-1,-1 0,0 0,0-1,0 1,-1 0,0-8,-1 17,-1-1,0 1,1 0,-1-1,0 1,1-1,-1 1,0-1,0 1,0-1,1 1,-1-1,0 1,0-1,0 1,0-1,0 0,0 1,0-1,0 1,0-1,0 1,0-1,0 1,0-1,-1 1,1-1,0 1,0-1,0 1,-1-1,1 1,0-1,-1 1,1-1,0 1,-1 0,1-1,-1 1,1 0,-1-1,1 1,-1 0,1-1,-1 1,1 0,-1 0,1 0,-1 0,1-1,-1 1,1 0,-1 0,1 0,-1 0,1 0,-1 0,0 0,1 1,-1-1,1 0,-1 0,1 0,-1 0,1 1,-1-1,-2 5,0 1,1-1,0 0,-1 1,2 0,-1 0,1-1,0 1,0 0,0 0,1 0,0 0,0 0,1 0,0 0,0 0,0 0,1-1,-1 1,2 2,1-1,1 0,-1 0,1-1,0 1,1-1,0 0,0 0,0-1,1 0,-1 0,1 0,0-1,1 0,-1 0,6 1,119 37,-129-41,84 19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19.0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107 231,'-3'53,"-2"-1,-2-1,-14 49,14-67,-49 201,51-221,3-23,56-291,7-80,-42 312,-19 68,0 1,1-1,-1 1,0 0,1-1,-1 1,0 0,1-1,-1 1,1 0,-1 0,1-1,-1 1,0 0,1 0,-1 0,1 0,-1 0,1 0,-1-1,1 1,-1 0,1 0,-1 1,1-1,-1 0,1 0,-1 0,1 0,-1 0,1 0,-1 1,1-1,-1 0,0 0,1 1,-1-1,1 0,-1 1,0-1,1 0,-1 1,0-1,1 0,-1 1,0-1,0 1,1-1,-1 1,0-1,0 0,0 1,0-1,0 1,0-1,1 1,-1-1,0 1,0-1,0 1,-1-1,1 1,15 32,-2 1,-2 0,-1 1,-1 1,4 12,17 54,-5 0,-4 1,-4 1,2 92,-19-167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19.2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1 177,'9'4,"19"2,23-5,23-9,19-10,15-9,7-7,0-2,-6 1,-22 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19.6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 1,'-2'324,"3"-264,-2 39,5 1,13 64,-17-159,0 1,0 0,1 0,0 0,0-1,0 1,1 0,0-1,0 1,0-1,1 0,0 0,0 0,0 0,1 0,-1-1,1 1,0-1,1 0,-1 0,1 0,-1-1,1 0,0 0,0 0,1 0,-1-1,0 0,1 0,0 0,-1-1,2 0,8-3,-1 0,1-2,-1 0,0 0,-1-1,1-1,-1 0,0-1,0-1,-1 0,0 0,-1-1,1-1,-2 0,7-7,-9 10,0 0,-1-1,0 1,0-2,0 1,-1-1,-1 0,1 0,-1-1,-1 0,0 0,0 0,-1 0,-1 0,1-1,0-8,-3 18,-1 0,1 0,0 0,0 0,0 0,-1 0,1 0,0 0,-1 0,1 0,-1 0,0 0,1 0,-1 0,1 0,-1 1,0-1,0 0,0 0,1 1,-1-1,0 1,0-1,0 0,0 1,0 0,0-1,0 1,0 0,0-1,0 1,0 0,-1 0,1 0,0 0,0 0,0 0,0 0,0 0,0 0,0 1,0-1,0 0,0 1,0-1,0 1,0-1,0 1,0-1,0 1,0 0,0 0,1-1,-1 1,0 0,1 0,-1 0,0 0,1 0,-4 2,0 1,0 0,0 0,1 0,0 1,0-1,0 1,0 0,1 0,0 0,0 0,0 0,1 0,-1 1,1-1,0 1,1-1,0 0,0 1,0-1,0 1,1-1,0 1,0-1,0 0,1 1,-1-1,1 0,1 0,-1 0,1-1,0 1,0 0,0-1,0 0,3 3,1-4,0 0,0 0,0 0,0-1,1 0,-1 0,1-1,-1 0,1 0,0-1,-1 1,2-2,22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0.6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0 446,'329'-65,"-323"64,55-12,0 3,1 2,0 2,0 4,1 2,18 5,-72-5,0 1,0 1,0-1,0 1,-1 1,1 0,-1 0,0 1,0 0,0 0,0 0,-1 1,0 1,0-1,0 1,0 0,-1 1,0 0,-1 0,1 0,-1 0,0 2,0 8,0 1,-1 0,-1 0,-1 0,0 1,-1-1,-1 1,-1-1,-1 0,0 1,-2-1,0 0,-4 11,-8 63,15-91,1 1,-1-1,1 1,-1 0,1-1,0 1,-1 0,1-1,0 1,0 0,0-1,1 1,-1 0,0-1,1 1,-1 0,1-1,-1 1,1-1,0 1,-1-1,1 1,0-1,0 0,0 1,0-1,1 0,-1 0,0 1,0-1,1 0,-1 0,1-1,-1 1,1 0,-1 0,1-1,-1 1,1-1,0 1,-1-1,1 0,0 0,-1 1,1-1,0 0,-1-1,1 1,0 0,-1 0,13-5,0 0,-1-1,1 0,-2-1,1 0,-1-1,0-1,0 0,-1 0,-1-1,1-1,-2 1,1-2,3-7,75-124,-88 143,0 0,0 0,1 1,-1-1,0 0,0 0,0 0,0 1,0-1,0 0,0 0,1 0,-1 1,0-1,0 0,0 0,0 0,1 0,-1 0,0 1,0-1,0 0,1 0,-1 0,0 0,0 0,0 0,1 0,-1 0,0 0,0 0,1 0,-1 0,0 0,0 0,1 0,-1 0,0 0,0 0,0 0,1 0,-1 0,0 0,0 0,0 0,1-1,-1 1,0 0,0 0,0 0,1 0,-1-1,0 1,0 0,2 34,-2-22,1-1,-1 1,1 0,1 0,0-1,0 1,2 0,-1-1,1 0,1 0,0 0,0-1,1 0,1 0,0 0,0-1,0 0,2 0,-1-1,1 0,0 0,0-1,1 0,0-1,0 0,1 0,0-1,0-1,0 0,0 0,0-1,12 1,-13-4,0-1,0 0,0 0,0-1,0-1,0 1,0-2,-1 1,1-1,-1-1,0 0,-1 0,1 0,-1-1,0-1,0 1,-1-1,0-1,0 1,-1-1,0 0,0-1,-1 0,0 1,0-2,-1 1,0 0,-1-1,0 0,-1 0,2-8,5-36,-3 0,-2-1,-2 1,-4-27,1 49,-16-329,15 348,0 23,2 465,0-446,-1-3,0 1,2-1,1 1,1-1,1 0,1 0,2-1,0 1,3 3,-7-24,0 0,0 0,0-1,0 1,1-1,-1 1,1-1,0 0,0-1,1 1,-1-1,1 0,0 0,0 0,0 0,0-1,0 0,1 0,-1-1,0 1,1-1,0 0,-1-1,1 1,-1-1,1 0,1-1,2 0,0 0,-1 0,1-1,-1-1,1 1,-1-2,0 1,0-1,-1 0,1 0,-1-1,0 0,0-1,0 1,-1-1,0 0,2-3,53-105,-61 114,0 1,0-1,0 0,0 0,0 1,0-1,0 0,0 0,0 1,0-1,0 0,0 0,0 0,0 1,0-1,0 0,0 0,0 1,0-1,0 0,0 0,1 0,-1 1,0-1,0 0,0 0,0 0,0 1,1-1,-1 0,0 0,0 0,0 0,1 0,-1 0,0 1,0-1,1 0,-1 0,0 0,0 0,0 0,1 0,-1 0,0 0,0 0,1 0,-1 0,0 0,0 0,1 0,-1 0,0 0,0 0,0 0,1-1,-1 1,0 0,1 26,-1-25,0 12,11 103,-10-113,-1 0,1 0,0 0,0-1,1 1,-1 0,1 0,-1-1,1 1,0-1,0 1,0-1,0 0,0 0,1 0,-1 0,1 0,-1 0,1-1,-1 1,1-1,0 0,0 1,0-1,0-1,0 1,0 0,0-1,0 0,0 1,0-1,0 0,0-1,3 1,22-8,-2-3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0.92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124 37,'-16'0,"-7"-2,-3-3,2-4,4-1,6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1.1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81,'22'-10,"25"-6,19-4,14 2,8 4,0 11,-15 6</inkml:trace>
  <inkml:trace contextRef="#ctx0" brushRef="#br0" timeOffset="1">389 1030,'-5'18,"-8"22,-4 16,1 9,2-1,12-8,12-13,16-16,13-19,-1-12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1.5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0 291,'18'-5,"0"-1,-1-1,0 0,0-1,-1 0,0-2,-1 0,7-6,-15 11,-1-1,0 0,0 0,0-1,-1 1,0-1,0 0,-1-1,0 1,0-1,0 0,-1 0,-1 0,1 0,-1-1,-1 1,0 0,0-1,0-1,-1 8,1 0,-1-1,0 1,0 0,0-1,0 1,0 0,-1-1,1 1,-1 0,1-1,-1 1,0 0,0 0,0 0,0 0,0 0,0 0,-1 0,1 0,-1 0,1 1,-1-1,0 0,0 1,0 0,0-1,0 1,0 0,0 0,0 0,0 0,0 0,-1 1,1-1,-2 0,-4 4,0-1,0 1,0 0,1 1,-1 0,1 0,-1 1,1 0,1 0,-1 1,1-1,0 1,0 1,1-1,-1 1,2 0,-1 0,1 1,0-1,0 1,1 0,-1-2,1-1,-1 1,1-1,1 1,-1 0,1 0,0 1,0-1,1 0,0 0,0 1,1-1,-1 1,1-1,1 1,-1-1,1 0,0 1,1-1,-1 0,1 1,0-1,1 0,0-1,0 1,0 0,0-1,1 0,0 0,0 0,1 0,4 4,7-2,1-1,0-1,0 0,0-1,1-1,-1-1,1-1,0 0,-1-1,1-1,0 0,-1-2,1 0,-1-1,9-3,72-17,-7-3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1.8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63 0,'-5'27,"-1"23,-2 19,0 13,2 7,0 2,0-2,2-1,-2-5,2-10,0-16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22.38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59 136,'-1'7,"-5"48,6-54,0 0,0 0,0 0,0 0,1 0,-1 0,0 1,0-1,1 0,-1 0,1 0,-1 0,1 0,-1 0,1 0,0-1,-1 1,1 0,0 0,0 0,0-1,-1 1,1 0,0-1,0 1,0-1,0 1,0-1,0 1,0-1,1 0,-1 1,0-1,0 0,0 0,0 0,0 0,0 0,0 0,1 0,-1 0,0-1,1 1,5-3,0 0,0 0,0-1,0 0,-1 0,1-1,-1 0,0 0,-1 0,1-1,-1 1,0-1,0-1,-1 1,0-1,0 1,-1-1,1 0,-2-1,1 1,-1 0,1-5,-3 8,0 1,0-1,0 0,0 1,-1-1,0 0,0 1,0-1,0 1,0-1,-1 1,0-1,1 1,-1 0,-1 0,1 0,0 0,-1 0,1 1,-1-1,0 1,0-1,0 1,0 0,0 0,0 1,-1-1,1 0,0 1,-1 0,0 0,1 0,-1 0,0 1,1 0,-1-1,0 1,1 0,-1 1,0-1,1 1,-1-1,0 1,1 0,-1 1,1-1,-1 1,1-1,0 1,-3 2,2-2,-1 1,1 0,-1 0,1 0,0 0,0 1,1 0,-1 0,1 0,-1 0,2 0,-1 1,0 0,1-1,0 1,0 0,0 0,0 0,1 0,0 0,0 1,0-1,1 4,3 16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33.93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170 69,'-7'19,"-4"14,0 16,-1 13,1 9,1 10,2 5,0 3,0 2,-3-1,0-7,-1-12,1-19</inkml:trace>
  <inkml:trace contextRef="#ctx0" brushRef="#br0" timeOffset="548.048">10 391,'-9'-222,"9"217,-1-1,2 0,-1 0,1 0,0 0,0 0,0 0,1 1,0-1,0 0,0 1,1 0,0-1,0 1,0 0,1 1,0-1,0 1,0-1,0 1,0 0,1 1,0-1,0 1,0 0,3-2,6 2,0 1,0 0,-1 1,1 1,0 0,0 0,0 2,0 0,-1 0,1 1,-1 1,1 0,-1 1,-1 0,1 1,-1 1,0 0,0 0,-1 2,5 3,-11-8,0 1,0-1,-1 0,1 1,-1 0,-1 0,1 1,-1-1,0 1,0-1,0 2,-2-5,0 0,-1 0,1 1,-1-1,0 0,1 0,-1 1,0-1,0 0,-1 0,1 1,0-1,-1 0,1 0,-1 0,0 0,0 1,0-1,0 0,0 0,0-1,0 1,-1 0,1 0,-1-1,1 1,-1 0,0-1,1 0,-1 1,0-1,-1 0,-10 6,0-2,0 0,0-1,-1 0,0 0,1-2,-1 0,0 0,0-2,-1 1,1-2,-6-1,124-1,-62 3,2 0,1-1,-1-2,24-6,-56 7,-1 0,1-1,-1-1,0 0,0 0,0-1,-1-1,1 0,-1 0,0-1,-1 0,0 0,0-1,-1-1,5-5,23-59,-35 70,0 1,-1-1,1 0,-1 0,1 0,-1 0,0 0,0 0,0 0,0 1,-1-1,1 0,-1 0,0 0,0 0,0 1,0-1,0 0,-1 1,1-1,-1 1,1 0,-1-1,0 1,0 0,-1-1,0 2,0 0,0 1,0-1,0 1,0-1,0 1,0 0,0 0,0 0,0 1,0-1,0 1,0 0,0-1,1 1,-1 1,0-1,0 0,1 1,-1-1,1 1,-1 0,1 0,-1 0,1 0,0 0,0 0,0 1,1-1,-1 1,0-1,1 1,-2 2,-2 2,-1 1,1-1,0 1,1-1,0 2,0-1,0 0,1 1,1-1,-1 1,1 0,1 0,0 0,0 0,1 0,0 0,0 0,1 0,0 0,1 0,0 0,0-1,1 1,0-1,1 1,0-1,0 0,3 3,1-1,1 0,1-1,0 0,0-1,1-1,0 1,0-1,1-1,-1 0,1-1,1 0,12 2,154 27,-77-26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0:50.3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310 657,'-19'-9,"-100"-33,113 41,1 1,-1-1,0 1,1 0,-1 0,1 1,-1 0,1 0,-1 0,1 1,0-1,-1 1,1 1,0-1,0 1,0-1,1 1,-1 1,1-1,0 1,-2 1,0 1,1 0,-1 0,1 0,0 1,1 0,0 0,0 0,0 0,1 0,0 1,1 0,0 0,-1 2,3-9,0 0,0 1,0-1,0 0,0 0,0 1,0-1,0 0,0 0,1 0,-1 0,0 1,1-1,-1 0,1 0,-1 0,1 0,0 0,0 0,-1 0,1 0,0 0,0-1,0 1,0 0,0 0,0-1,0 1,0 0,0-1,0 1,0-1,0 0,0 1,1-1,-1 0,0 0,0 0,0 0,1 0,-1 0,0 0,0 0,0 0,1 0,-1-1,0 1,1 0,58-20,-46 13,-1-2,0 0,0-1,-1 0,0-1,0 0,-1 0,-1-2,0 1,-1-1,0-1,-1 1,0-1,-2-1,1 0,3-14,0-4,-2-1,-1 0,-1-1,-2 1,-2-1,-1 0,-2-10,1 25,-1 0,-1 1,-1-1,-1 0,0 1,-2 0,-5-13,11 30,0 0,0 0,-1 1,1-1,-1 1,1-1,-1 0,1 1,-1-1,0 1,0-1,0 1,0-1,0 1,0 0,0 0,-1-1,1 1,0 0,-1 0,1 0,-1 1,1-1,-1 0,1 0,-1 1,1-1,-1 1,0-1,1 1,-1 0,0 0,0-1,1 1,-1 0,0 1,1-1,-1 0,0 0,1 1,-1-1,0 1,1 0,-5 5,0 1,1 0,0 1,0-1,0 1,1 0,0 0,1 1,0-1,0 1,1-1,0 1,0 7,0-8,-8 34,2 1,2 1,2-1,1 1,3-1,1 1,6 28,-7-63,1 0,0 0,1 0,0 0,0 0,1 0,0-1,1 1,0-1,0 0,1 0,0 0,0-1,1 1,0-1,0-1,0 1,1-1,0 0,0-1,1 1,0-2,0 1,0-1,0 0,1-1,-1 1,1-2,0 1,0-2,0 1,2-1,1-1,0-1,0-1,0 0,0-1,0 0,-1 0,1-1,-1-1,0 0,0-1,-1 0,1 0,-1-1,-1-1,1 0,-1 0,-1 0,0-1,0-1,0 1,-1-1,-1 0,0-1,0 0,-1 0,0 0,-1 0,0-1,-1 0,-1 0,1-1,-3 12,1 0,0 0,-1-1,0 1,1 0,-1 0,0 0,1-1,-1 1,0 0,0 0,0 0,0-1,0 1,0 0,0 0,-1-1,1 1,0 0,-1 0,1 0,-1 0,1-1,-1 1,0 0,1 0,-1 0,0 0,0 0,0 1,1-1,-1 0,0 0,0 0,0 1,0-1,-1 1,1-1,0 1,0-1,0 1,0-1,-1 1,1 0,0 0,0 0,0 0,-1 0,1 0,0 0,0 0,-1 0,0 1,-3 2,0 1,0 0,0 1,1-1,0 1,0 0,0 0,0 0,1 1,0-1,0 1,0 0,1 0,0 0,0 0,0 0,1 1,0-1,0 0,1 1,0-1,0 0,0 1,1-1,0 0,0 1,0-1,1 0,0 0,0 0,1 0,-1 0,2 0,2 1,-1 0,1-1,1 1,-1-2,1 1,0-1,1 0,-1 0,1-1,0 0,0 0,0-1,0 0,1 0,6 0,131 17,-145-20,69 4</inkml:trace>
  <inkml:trace contextRef="#ctx0" brushRef="#br0" timeOffset="1822.139">4307 215,'38'-8,"1"2,0 1,-1 2,2 2,25 2,-57-1,27 0,-1 1,0 2,1 2,-1 0,30 10,-59-13,1 0,-1 0,1 0,-1 0,0 1,0 0,0 0,0 0,0 1,-1-1,1 1,-1 0,0 1,0-1,-1 1,1-1,-1 1,0 0,0 1,-1-1,1 0,-1 1,-1-1,2 5,-3 7,-1-1,0 1,-1-1,-1 0,0 1,-2-1,1-1,-2 1,0-1,-1 0,-8 13,3-2,7-15,-8 14,1 0,1 1,2 1,0 0,2 0,1 0,1 1,0 21,5-39,1 0,1-1,0 1,0 0,1-1,0 0,0 0,1 0,1 0,4 7,-4-7</inkml:trace>
  <inkml:trace contextRef="#ctx0" brushRef="#br0" timeOffset="1986.703">4494 657,'23'-3,"23"-2,20-1,12 1,9-2,3-1,-2-4,-7-4,-17 0</inkml:trace>
  <inkml:trace contextRef="#ctx0" brushRef="#br0" timeOffset="2353.532">5257 269,'-65'321,"61"-298,0-5,1 1,1 0,0 0,1 0,1 0,1 1,2 5,-2-22,0 1,0-1,0 0,1 1,-1-1,1 0,0 0,0 0,0 0,1-1,-1 1,0-1,1 1,0-1,0 0,-1 0,1 0,0 0,1 0,-1-1,0 1,0-1,1 0,-1 0,1 0,-1-1,1 1,2-1,101-7,-94 4,-1 0,0-1,0-1,0 0,-1 0,1-1,-1-1,-1 0,1 0,-1-1,-1 0,1-1,-1 0,-1-1,0 1,0-2,-1 1,4-7,-11 5,-14 27,4 4,1 0,1 0,1 1,1 0,0 1,2 0,0-1,1 1,2 0,0 1,1-1,1 0,1 0,1 0,0 0,2-1,1 1,0-1,1 0,2-1,0 1,1-1,19 37</inkml:trace>
  <inkml:trace contextRef="#ctx0" brushRef="#br0" timeOffset="2668.189">5845 737,'105'-244,"-74"180,53-113,-80 170,-8 19,-15 36,2 1,3 0,1 2,3-1,2 2,2-1,2 1,3-1,2 15,-1-55,1 0,0 0,1 0,0 0,1-1,0 1,1-1,0 0,0 0,1 0,1 0,-1-1,2 0,-1 0,6 5,7 0</inkml:trace>
  <inkml:trace contextRef="#ctx0" brushRef="#br0" timeOffset="2952.083">6352 483,'-2'-2,"0"1,0-1,0 1,-1 0,1 0,-1 0,1 0,-1 0,1 0,-1 1,1-1,-1 1,1 0,-1 0,0 0,1 0,-1 0,0 0,1 1,-1-1,1 1,-1 0,1 0,-1 0,1 0,0 0,-1 0,1 1,0-1,0 1,0-1,0 1,0 0,0 0,0 0,1 0,-1 0,1 0,0 1,-1-1,1 0,0 1,0-1,1 1,-1-1,0 3,3 10,0 0,1-1,1 1,0-1,1 0,1 0,0-1,1 0,0 0,1 0,1-1,0 0,3 2,170 213,-181-226,0 0,0 0,0 0,-1 0,1 0,-1-1,1 1,-1 1,1-1,-1 0,1 0,-1 0,0 0,0 0,1 0,-1 0,0 0,0 1,0-1,0 0,-1 0,1 0,0 0,0 0,-1 0,1 1,0-1,-1 0,1 0,-1 0,0 0,1 0,-1-1,0 1,1 0,-1 0,0 0,0-1,0 1,0 0,0-1,0 1,0 0,0-1,0 0,0 1,0-1,0 1,0-1,0 0,0 0,-1 0,1 0,0 0,0 0,0 0,0 0,0 0,0 0,-1-1,1 1,0-1,-21 1,0-2,0 0,0-2,1 0,-1-2,1 0,0-1,1-1,-1-1,-5-5,-31-16</inkml:trace>
  <inkml:trace contextRef="#ctx0" brushRef="#br0" timeOffset="3204.415">6272 415,'21'-9,"17"-3,17 0,12 3,11 3,6 1,-3 3,-8-1,-16 0</inkml:trace>
  <inkml:trace contextRef="#ctx0" brushRef="#br0" timeOffset="3486.642">6940 335,'-19'404,"15"-287,4-115,1 1,0-1,-1 0,1 1,0-1,0 0,0 0,0 0,1 0,-1 0,1 0,-1 0,1 0,0 0,-1-1,1 1,0-1,0 1,0-1,0 0,0 0,1 0,-1 0,0 0,0 0,1-1,-1 1,0-1,1 0,0 1,74-5,-65 3,-1-2,1 1,-1-2,0 1,0-1,0-1,-1 0,0-1,0 0,0 0,0-1,-1 0,0-1,-1 0,0-1,0 1,0-1,-1-1,-1 0,0 0,0 0,-1 0,0-1,-1 0,0 0,0-4,-3 14,0-1,0 0,-1 1,1-1,-1 0,1 1,-1-1,0 0,0 1,0-1,0 0,0 0,0 1,0-1,0 0,-1 0,1 1,-1-1,1 0,-1 1,0-1,0 1,0-1,0 1,0-1,0 1,0 0,0-1,0 1,0 0,-1 0,1 0,-1 0,1 0,-1 0,1 0,-1 0,1 1,-1-1,0 1,1-1,-1 1,0 0,1-1,-1 1,0 0,0 0,0 0,-5 5,0 1,1-1,0 1,0 0,0 1,1-1,-1 1,2 0,-1 1,1-1,0 1,0 0,1 0,0 0,1 0,0 1,0-1,0 5,-2 15,2 0,0-1,2 1,1 0,2 0,0 0,2-1,1 0,1 0,1 0,1-1,2 0,11 20,13 25</inkml:trace>
  <inkml:trace contextRef="#ctx0" brushRef="#br0" timeOffset="553.983">2208 1,'-13'674,"16"-592,-2-81,1 1,-1-1,1 0,0 0,0 0,0 0,0 0,0 0,0 0,0-1,0 1,0-1,0 1,0-1,0 0,0 0,1 0,-1 0,0 0,0-1,0 1,0-1,0 1,0-1,0 0,0 1,0-1,0 0,0 0,-1-1,1 1,0 0,0-1,2 0,228-125,-231 126,0 0,0 0,0 0,0 1,0-1,0 0,0 0,0 1,1-1,-1 1,0-1,0 1,1-1,-1 1,0 0,0 0,1 0,-1-1,0 1,1 1,-1-1,0 0,0 0,1 0,-1 1,0-1,1 0,-1 1,0-1,0 1,0 0,0-1,0 1,0 0,1 0,-2-1,1 1,1 1,-6 59,3-58,-1 1,1 0,0 0,0-1,1 1,-1 0,1 0,0 0,0 0,0-1,1 1,-1 0,1 0,0 0,0 0,0-1,0 1,1-1,-1 1,1-1,0 1,0-1,1 0,-1 0,1 0,-1 0,1 0,0-1,1 2,62 17,-31-17</inkml:trace>
  <inkml:trace contextRef="#ctx0" brushRef="#br0" timeOffset="802.829">2730 483,'-14'-3,"-9"0,-2 0,-3 1,0 0,0 1,5 0</inkml:trace>
  <inkml:trace contextRef="#ctx0" brushRef="#br0" timeOffset="1057.149">2021 241,'18'-2,"25"-1,27 0,27 3,19 4,11 1,-16 0</inkml:trace>
  <inkml:trace contextRef="#ctx0" brushRef="#br0" timeOffset="1222.709">3171 657,'-5'27,"-1"20,0 17,2 12,0 10,2 5,1 2,1 1,0-5,0-5,-2-11,-5-13,-2-17</inkml:trace>
  <inkml:trace contextRef="#ctx0" brushRef="#br0" timeOffset="1418.187">3010 977,'-1'-32,"1"1,1-1,2 1,1-1,2 1,1 0,1 0,1 1,3-2,-8 25,-1 1,1 0,0 0,0 0,1 1,0 0,0 0,0 0,0 0,1 1,0 0,0 0,0 0,0 1,0 0,1 0,0 1,-1-1,1 2,0-1,0 1,0 0,0 0,0 1,1 0,-1 0,0 0,0 1,0 1,5 0,1 1,0 1,0 0,0 1,0 0,-1 0,0 2,0-1,-1 2,0 0,0 0,-1 1,1 0,-2 0,0 1,0 1,-1-1,0 2,3 5,-9-14,0 0,-1 1,1-1,-1 0,0 1,0 0,0-1,0 1,0 0,-1-1,0 1,0 0,0-1,0 1,0 0,-1 0,1-1,-1 1,0-1,-1 1,1 0,0-1,-1 0,0 1,0-1,0 0,0 0,0 0,-1 0,1-1,-1 1,0-1,0 1,0-1,0 0,0 0,-3 1,-10 4,-1 0,0-1,0-1,0-1,-1-1,1 0,-1-1,0-1,-8-1,-10 1</inkml:trace>
  <inkml:trace contextRef="#ctx0" brushRef="#br1" timeOffset="36188.812">444 1432,'-59'406,"10"-91,46-271,8-30,6-30,13-45,-3-1,-2 0,-3-1,-3-1,-3 0,-2-1,-2-25,16-106,-16 156,1 2,1-1,3 1,2-2,7 10,-19 30,0 0,0 0,0 0,0 0,0 0,0 0,0 0,0 1,0-1,0 0,0 1,-1-1,1 0,0 1,0-1,0 1,-1 0,1-1,0 1,0 0,-1-1,1 1,-1 0,1 0,-1-1,1 1,-1 0,1 0,-1 0,0 0,1 0,-1-1,0 1,0 0,0 0,0 0,0 0,8 24,-1 0,-1 0,-1 0,-1 0,-1 20,0-15,40 661,-41-647,-1-12</inkml:trace>
  <inkml:trace contextRef="#ctx0" brushRef="#br1" timeOffset="36439.14">136 2007,'7'-5,"18"-5,27-9,33-8,26-3,22 1,14 3,3 5,-22 8</inkml:trace>
  <inkml:trace contextRef="#ctx0" brushRef="#br1" timeOffset="37386.232">1285 2127,'-4'-15,"-1"0,2-1,0 0,1 1,1-1,0 0,1 0,0 0,2 0,0 0,3-10,43-193,-47 218,-1 0,1 0,-1 0,1 0,-1 0,0 0,0 0,1 0,-1 0,0 0,0 0,0 0,0 0,0 0,-1 0,1 0,0 0,0 0,-1 0,1 0,0 0,-1 0,1 0,-1 0,1 0,-1 0,0 0,1 1,-1-1,0 0,0 0,1 1,-1-1,0 0,0 1,0-1,0 1,0 0,0-1,0 1,0-1,0 1,0 0,0 0,0 0,0 0,0 0,0 0,0 0,0 0,0 0,0 0,0 0,0 1,0-1,0 1,-4 1,1 0,-1 0,1 1,0 0,0-1,0 2,1-1,-1 0,1 1,-1 0,1-1,0 2,1-1,-1 0,1 0,0 1,0-1,0 1,0 0,1-1,0 1,0 0,2-1,1-1,0 0,0 0,0-1,0 1,0 0,0-1,1 1,-1-1,1 0,0 1,0-1,0-1,0 1,0 0,0-1,0 0,1 1,-1-1,0 0,1-1,-1 1,1-1,-1 1,1-1,-1 0,1 0,-1-1,3 0,-4 1,269-3,-267 2,1 1,-1 0,0 1,0-1,0 1,1-1,-1 1,0 1,0-1,0 1,0-1,-1 1,1 0,0 0,-1 1,1-1,-1 1,0 0,0 0,0 0,0 0,0 0,-1 1,1-1,-1 1,0-1,0 1,-1 0,1 0,-1 0,1 1,0 11,-1 1,-1 0,0-1,-1 1,-1-1,-1 1,0-1,-1 1,-9 65,12-80,1 1,0-1,0 0,0 0,0 1,0-1,0 0,0 0,1 1,-1-1,1 0,0 0,-1 0,1 0,0 0,0 0,0 0,1 0,-1 0,0 0,1-1,-1 1,1-1,0 1,-1-1,1 1,0-1,0 0,0 0,0 0,0 0,0 0,0 0,0-1,0 1,1-1,-1 1,0-1,1 0,9-1,0 0,0-1,0-1,0 0,0-1,-1 0,0 0,1-2,-2 1,1-1,-1-1,0 0,0 0,-1-1,0 0,3-4,-1 2,-1-2,0 1,0-1,-1-1,-1 0,0 0,-1 0,0-1,-1 0,-1-1,3-9,-8 24,0-1,0 1,0 0,1 0,-1 0,0 0,0 0,0 0,1 0,-1 0,0 0,0 0,0 0,1 0,-1 0,0 0,0 0,1 0,-1 0,0 0,0 0,0 1,0-1,1 0,-1 0,0 0,0 0,0 0,0 0,1 1,-1-1,0 0,0 0,0 0,0 0,0 1,16-25,-13 17,1 0,-1 0,0 0,-1 0,0-1,0 1,0-1,-1 0,0 1,-1-1,1 0,-1 0,-1 1,0-1,0 0,-2-4,1 9,0 1,-1 0,0 0,1 0,-1 0,0 1,0-1,0 1,0-1,0 1,0 0,0 1,0-1,-1 0,1 1,0 0,-1-1,1 1,0 1,0-1,-1 0,1 1,0 0,0-1,0 1,0 1,-1-1,2 0,-1 1,0-1,0 1,0 0,1 0,-1 0,0 1,-4 1,-1 1,2-1,-1 1,1 0,-1 1,1 0,1 0,-1 0,1 0,0 1,1 0,-1 0,1 0,1 1,-1-1,1 1,1 0,-1 0,2 0,-1 0,1 0,0 1,0-1,1 0,0 0,1 1,0-1,0 0,1 0,0 0,0 0,1 0,0 0,0-1,1 1,0 0,8 3,0-1,1 0,0-1,0 0,1-1,0-1,0 0,1-1,0 0,0-1,0-1,1 0,-1-2,1 1,0-2,0 0,0-1,13-2,115-15,-84 2</inkml:trace>
  <inkml:trace contextRef="#ctx0" brushRef="#br1" timeOffset="37815.619">3305 1887,'0'18,"0"15,0 11,0 5,-3 1,0-4,0-7,1-12,1-12</inkml:trace>
  <inkml:trace contextRef="#ctx0" brushRef="#br1" timeOffset="38002.119">3184 1512,'0'9,"7"7,9 4,6 3,0-3</inkml:trace>
  <inkml:trace contextRef="#ctx0" brushRef="#br1" timeOffset="38333.236">3438 2046,'24'-6,"0"-2,-1 0,0-2,0-1,-1 0,0-2,-1 0,-1-2,0 0,3-5,15-34,-38 52,1 1,-1 0,1-1,-1 1,0-1,1 1,-1-1,0 1,0-1,0 1,0-1,0 0,-1 1,1-1,0 1,-1 0,1-1,-1 1,1-1,-1 1,0 0,0-1,1 1,-1 0,0 0,0-1,0 1,0 0,-1 0,1 0,0 0,0 1,-1-1,1 0,0 0,-1 1,1-1,-1 1,1-1,0 1,-2 0,-6-2,0 1,0 1,-1 0,1 0,0 1,0 0,0 1,0 0,0 0,0 1,0 0,1 0,-1 1,1 1,0-1,0 1,1 0,0 1,0 0,0 0,-1 1,1 1,0-1,0 1,1 0,0 1,0 0,1 0,0 0,1 0,0 1,-1 4,3-11,1 1,0-1,1 1,-1 0,1-1,-1 1,1 0,0-1,1 1,-1 0,0-1,1 1,0 0,0-1,0 1,0-1,1 1,0-1,-1 0,1 0,0 0,0 0,1 0,-1 0,1 0,-1-1,1 1,0-1,0 0,1 1,8 3,0 0,0-1,1-1,0 0,-1-1,1 0,0-1,0-1,1 0,-1 0,13-2,37-2</inkml:trace>
  <inkml:trace contextRef="#ctx0" brushRef="#br1" timeOffset="38824.325">4227 1713,'-15'0,"1"0,-1 1,1 1,-1 0,1 1,0 1,0 0,0 1,0 0,1 1,0 1,0 0,0 1,1 0,-2 2,12-8,0 0,0-1,0 1,0 0,0 0,1 0,-1 0,1 0,-1 0,1 1,0-1,0 0,0 1,0-1,0 1,0 0,1-1,-1 1,1-1,0 1,0 0,0-1,0 1,0 0,0-1,1 1,-1-1,1 1,0-1,0 1,0-1,0 1,0-1,1 0,-1 1,1-1,-1 0,1 0,0 0,0 0,13 9,1 0,0-1,1-1,0 0,1-2,-1 0,1-1,13 3,-20-5,30 7,-27-8,0 1,0 0,-1 1,0 1,1 0,-2 0,12 9,-23-14,0 0,0 1,-1-1,1 1,-1 0,1-1,-1 1,1-1,-1 1,0 0,0-1,0 1,0 0,0 0,0-1,0 1,0 0,-1-1,1 1,-1-1,1 1,-1-1,0 1,1-1,-1 1,0-1,0 1,0-1,0 0,0 1,-1-1,1 0,0 0,-1 0,1 0,0 0,-1 0,1-1,-1 1,1 0,-1-1,0 1,1-1,-1 1,0-1,1 0,-1 0,0 0,1 0,-2 0,-9 4,1 0,-1-1,0-1,0 1,0-2,0 0,0 0,-1-1,1-1,0 0,-4-1,15 1,-1 1,1 0,0-1,-1 1,1-1,-1 1,1-1,0 0,-1 1,1-1,0 0,0 0,0 0,-1 0,1 0,0 0,0-1,1 1,-1 0,0 0,0-1,1 1,-1 0,0-1,1 1,-1-1,1 1,0-1,0 1,-1-1,1 1,0-1,0 1,0-1,1 1,-1-1,0 1,0-1,1 1,30-56,-13 38,1 0,0 1,2 1,0 1,0 0,2 2,-1 1,2 0,0 2,0 1,1 1,11-2,-34 10,1 0,-1 0,0 0,1 0,-1 1,0-1,1 1,-1 0,0 0,1 0,-1 0,1 0,-1 0,0 0,1 1,-1-1,0 1,1 0,-1 0,0 0,0 0,0 0,0 0,0 1,0-1,0 1,0-1,0 1,-1 0,1-1,0 2,1 7,0 0,-1 1,0-1,0 1,-2-1,1 1,-1 0,-1-1,0 1,0 1,-1 14,0 7,0-23,1 1,0 0,1-1,0 1,1 0,0-1,1 1,0-1,3 8,-4-16,1 0,-1-1,1 1,-1-1,1 1,0-1,0 0,-1 1,1-1,0 0,0 0,0 0,1-1,-1 1,0 0,0-1,0 1,1-1,-1 0,0 0,0 0,0 0,1 0,-1 0,0-1,0 1,0-1,1 0,-1 1,0-1,0 0,0 0,0 0,0-1,-1 1,1 0,0-1,0 1,-1-1,1 1,-1-1,1 0,24-18</inkml:trace>
  <inkml:trace contextRef="#ctx0" brushRef="#br1" timeOffset="39067.238">4534 1485,'-18'3,"-8"4,0 9,4 8,14 6,13 8,8-2</inkml:trace>
  <inkml:trace contextRef="#ctx0" brushRef="#br1" timeOffset="39554.933">4909 2140,'-9'-21,"1"0,1 0,1-1,1 0,1-1,1 1,1-1,0 1,2-1,1 0,1 1,0-1,2 1,5-17,-9 36,1 1,0 0,-1 0,1-1,0 1,0 0,0 0,0 0,0 0,1 0,-1 0,1 0,-1 0,1 1,0-1,0 1,-1-1,1 1,0-1,0 1,0 0,1 0,-1 0,0 0,0 1,1-1,-1 0,0 1,1 0,-1-1,0 1,1 0,-1 0,0 1,1-1,-1 0,0 1,1-1,-1 1,0 0,1 0,179 68,-177-68,0 1,0 0,-1 0,1 1,-1-1,1 1,-1 0,0 0,0 0,-1 1,1-1,-1 1,1 0,-1 0,0 0,-1 0,1 1,-1-1,0 1,0-1,0 1,0 0,-1 0,0 1,0 32,-2-35,0 1,0-1,1 0,-1 1,1-1,0 1,0-1,0 0,1 1,-1-1,1 1,0-1,0 0,0 0,0 1,1-1,-1 0,1 0,0 0,0 0,0-1,0 1,0 0,1-1,-1 0,1 1,-1-1,3 1,7 0,-1-1,1-1,0 0,-1-1,1 0,0 0,0-1,-1-1,1 0,-1-1,1 0,-1 0,0-1,0-1,4-2,0 1,1-1,-1-1,0 0,-1-1,0 0,0-2,-1 1,0-1,-1-1,2-4,-14 17,0-1,0 1,0-1,0 0,0 1,0-1,0 1,1-1,-1 0,0 1,0-1,0 1,0-1,1 0,-1 1,0-1,0 0,0 1,1-1,-1 0,0 1,1-1,-1 0,0 0,1 1,-1-1,0 0,1 0,-1 0,1 0,-1 1,0-1,1 0,-1 0,1 0,-1 0,0 0,1 0,-1 0,1 0,-1 0,0 0,1 0,-1 0,1 0,-1-1,0 1,1 0,-1 0,1 0,-1-1,0 1,1 0,-1 0,0-1,1 1,2 28,-3-15,1-1,0 0,1 0,0 0,1-1,0 1,1 0,0-1,1 0,0 0,1 0,0-1,1 0,7 9,-13-17,0-1,1 0,-1 0,0 0,1 1,-1-1,1 0,-1-1,1 1,0 0,-1 0,1-1,0 1,0-1,-1 1,1-1,0 0,0 0,0 0,-1 0,1 0,0 0,0 0,-1 0,1-1,0 1,0-1,-1 0,1 1,0-1,-1 0,1 0,-1 0,1 0,0-1,15-14</inkml:trace>
  <inkml:trace contextRef="#ctx0" brushRef="#br1" timeOffset="39805.262">5631 1552,'-14'5,"-9"3,-2 5,2 5,13 6,18 4,23-1,5-5</inkml:trace>
  <inkml:trace contextRef="#ctx0" brushRef="#br1" timeOffset="40102.471">7048 1859,'-16'-10,"-1"1,0 0,0 1,0 1,-1 0,0 1,-1 1,1 1,-1 1,0 1,0 0,1 1,-1 1,0 1,-5 1,17 0,0-1,0 1,0 1,1-1,-1 1,1 1,0-1,0 1,0 0,0 0,1 1,-1-1,1 1,-3 5,6-8,0 1,0-1,1 1,-1 0,1-1,0 1,-1 0,1 0,1 0,-1 0,0 0,1 0,-1 0,1 0,0 0,0 0,0 1,1-1,-1 0,1 0,-1 0,1 0,0 0,0 0,1-1,-1 1,0 0,1 0,0-1,0 1,-1-1,1 0,1 1,0 0,5 4,2 0,-1-1,1 1,0-2,0 0,0 0,1 0,0-1,0-1,0 0,0-1,0 0,1 0,-1-1,1-1,-1 0,1 0,6-2,-13 1,0 1,0-1,0 0,0 0,-1 0,1-1,0 1,-1-1,1 0,-1-1,1 1,-1-1,0 0,0 0,0 0,-1-1,1 1,-1-1,1 0,-1 0,-1 0,1 0,-1 0,1-1,-1 1,0-1,-1 0,1 1,-1-1,0 0,0 0,0 0,-1 0,0 0,0 0,0 0,0 0,-1 0,0 0,0 0,-1-1,2 5,0 0,0 0,1 0,-1 1,0-1,0 0,0 0,0 0,0 1,-1-1,1 0,0 0,0 0,0 1,-1-1,1 0,-1 0,1 1,0-1,-1 0,1 1,-1-1,1 1,-1-1,0 0,1 1,-1-1,1 1,-1-1,0 1,0 0,1-1,-1 1,0 0,0-1,1 1,-1 0,0 0,0 0,0 0,1 0,-1 0,0 0,0 0,0 0,1 0,-1 0,0 0,0 1,1-1,-1 0,0 1,0-1,1 0,-1 1,0-1,1 1,-1-1,0 1,1-1,-1 1,1 0,-1-1,1 1,-1 0,1 0,-2 5,2 1,-1 0,1 0,0 0,0 0,0 0,1 0,0-1,1 1,0 0,0-1,0 1,1-1,0 1,0-1,0 0,1 0,0-1,0 1,0-1,1 0,0 0,0 0,0-1,1 0,-1 0,1 0,0 0,0-1,1 0,30 15</inkml:trace>
  <inkml:trace contextRef="#ctx0" brushRef="#br1" timeOffset="40769.816">7436 1739,'-15'4,"0"1,0 0,1 1,0 1,0 0,1 0,0 2,-9 7,17-12,-1 0,2 1,-1-1,0 1,1 0,0 0,0 1,1-1,-1 1,1 0,0 0,1 0,0 0,0 1,0-1,0 0,1 1,0-1,1 1,-1 0,1 2,1-5,-1 0,1 1,0-1,0 0,1 0,-1 0,1-1,-1 1,1 0,1-1,-1 1,0-1,1 1,0-1,-1 0,1 0,1 0,-1-1,0 1,1-1,-1 0,1 0,-1 0,1 0,0 0,0-1,0 0,0 0,0 0,0 0,4 0,6 0,0 1,1-2,-1 0,0-1,0 0,0-1,-1-1,1 0,0 0,6-4,-1 1,0-2,0-1,-1 0,0-1,-1-1,0-1,0-1,-1 0,-1-1,0 0,-1-1,-1-1,-1 0,0-1,0 0,-2-1,0 0,6-19,3-26,-3-2,-3 0,-3 0,-3-1,0-66,-6 106,1-5,-1-1,-1 0,-2 1,-1-1,-2-5,-11-1,15 38,0-1,1 1,-1-1,0 1,0-1,1 1,-1 0,0-1,0 1,1 0,-1-1,0 1,0 0,0 0,0 0,0 0,1 0,-1 0,0 0,0 0,0 0,0 0,1 0,-1 1,0-1,0 0,0 1,1-1,-1 0,0 1,0-1,1 1,-1-1,0 1,1 0,-1-1,1 1,-1 0,1-1,-1 1,1 0,-1-1,1 2,-8 9,2 0,0 1,0 0,1 0,0 1,1 0,1-1,0 1,0 0,2 1,-1 6,2-18,-10 72,4 0,3 0,4 0,2 0,4 0,3 0,3-1,4 0,-17-71,42 110,-40-108,0-1,0 1,0-1,1 0,-1 0,1 0,0 0,0 0,0 0,0-1,0 0,1 1,-1-1,1-1,0 1,-1 0,1-1,0 0,0 0,0 0,0 0,0 0,0-1,0 0,0 0,0 0,3-1,16-5,-1-1,0-1,-1-1,0-1,-1-1,0-1,0 0,-1-2,4-4,-15 12,89-60,-96 65,0 1,-1 0,1 0,0-1,-1 1,1 0,0 0,0 0,-1 0,1 0,0 0,0 0,-1 0,1 0,0 0,-1 1,1-1,0 0,-1 0,1 1,0-1,-1 0,1 1,-1-1,1 1,0-1,-1 1,1-1,-1 1,0-1,1 1,-1-1,1 1,-1 0,0-1,1 1,-1 0,0-1,0 1,1 0,-1-1,0 1,0 0,0 0,0-1,0 1,0 0,0-1,0 1,0 0,-1 0,1-1,0 2,-8 44,7-41,-5 18,3-14,0-1,0 1,1-1,0 1,1 0,0 0,0 0,1-1,0 1,1 0,0 0,0 0,1 0,0-1,0 1,4 6,-4-12,0 0,1-1,0 1,0-1,0 0,0 0,0 0,0 0,0 0,1-1,-1 1,0-1,1 0,-1 0,1 0,0-1,-1 1,1-1,0 0,-1 0,1 0,0 0,-1-1,3 0,28-5</inkml:trace>
  <inkml:trace contextRef="#ctx0" brushRef="#br1" timeOffset="41020.216">8425 1619,'-16'0,"-10"0,-2 0,0-2,2-4,4 1</inkml:trace>
  <inkml:trace contextRef="#ctx0" brushRef="#br1" timeOffset="41184.869">7636 1338,'20'4,"23"3,23 1,22-1,21 0,16-3,3-1,-19-2</inkml:trace>
  <inkml:trace contextRef="#ctx0" brushRef="#br1" timeOffset="41370.373">8545 1779,'10'29,"2"-2,0 1,2-2,1 0,0 0,2-2,2 0,14 15,-33-37,1-1,-1 1,1-1,0 0,-1 1,1-1,0 0,0 0,0 1,0-1,0 0,0 0,0 0,0 0,1 0,-1-1,0 1,0 0,1 0,-1-1,1 1,-1-1,1 1,-1-1,1 0,-1 0,1 1,-1-1,1 0,-1 0,1 0,-1-1,1 1,-1 0,1-1,-1 1,0 0,1-1,-1 0,1 1,-1-1,0 0,0 0,1 0,-1 0,0 0,0 0,0 0,0 0,0 0,0-1,59-157,-55 143,0 1,2 0,-1-1,2 2,0-1,1 1,0 1,1-1,1 2,0-1,1 1,0 1,1 0,0 1,11-6,-1 7</inkml:trace>
  <inkml:trace contextRef="#ctx0" brushRef="#br1" timeOffset="41654.617">9093 1940,'29'-2,"0"-1,1-1,-2-2,1-1,-1-1,0-2,0 0,17-11,-36 18,-1-1,0 1,0-2,0 1,-1-1,1 0,-1-1,0 1,-1-2,1 1,-1-1,-1 1,1-2,-1 1,0-1,-1 1,0-1,0-1,1-4,-4 11,-1-1,0 1,1-1,-1 1,0-1,-1 1,1-1,0 1,-1-1,0 1,1-1,-1 1,0-1,0 1,0 0,0-1,-1 1,1 0,-1 0,1 0,-1 0,0 0,0 0,0 1,0-1,0 1,0-1,0 1,0 0,-1 0,1 0,0 0,-1 0,-1 0,-3-1,0 0,0 1,0 0,0 0,0 0,-1 1,1 0,0 1,0-1,-1 2,-4 0,3 1,1 0,0 1,-1 0,1 0,1 0,-1 1,1 0,-1 1,2 0,-1 0,1 0,0 1,0 0,0 0,1 1,0-1,1 1,0 0,1-3,1 0,0 1,0-1,0 0,1 1,-1-1,1 1,1 0,-1-1,1 1,0 0,0-1,1 1,0-1,0 1,0-1,0 1,1-1,0 1,0-1,1 0,-1 0,1 0,0-1,1 1,-1 0,1-1,-1 0,2 1,8 4,0 0,0 0,1-2,0 1,0-2,1 0,-1-1,1 0,1-1,-1 0,1-2,10 1,53 8</inkml:trace>
  <inkml:trace contextRef="#ctx0" brushRef="#br1" timeOffset="45699.837">1179 2140,'-13'-4,"-12"-3,-9 1,-4 4,-6 2,-6 1,5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37.5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245 0,'-9'7,"0"0,0 0,1 1,0 0,0 1,1 0,0 0,0 0,1 1,0 0,1 0,0 0,1 1,0 0,1 0,0 0,1 0,-1 8,-3 5,1-1,1 1,2 0,0 0,1 0,2 0,1 12,-1-28,0-1,0 0,1 0,0 0,0 0,1 0,0-1,0 1,0-1,1 1,0-1,0 0,1-1,0 1,0-1,0 0,0 0,1 0,0-1,0 0,0 0,0-1,1 1,-1-1,1-1,4 2,0-1,0-1,-1 0,1-1,0 0,0-1,0 0,0-1,0 0,0 0,-1-2,1 1,-1-1,1 0,-1-1,0-1,0 1,-1-1,1-1,-1 0,0 0,-1-1,0 0,0-1,0 0,-1 0,0 0,0-1,-1 0,-1 0,1-1,-1 1,-1-1,0-1,0 1,-1 0,0-4,-1 1,0 0,-1 0,-1 0,0 1,-1-1,0 0,-1 0,-1 1,0-1,0 1,-2 0,1 0,-1 0,-1 1,0-1,-1 1,0 1,0-1,-1 1,-1 1,0-1,0 2,-1-1,0 1,0 0,-1 1,1 1,-2-1,1 2,-1-1,0 2,0 0,0 0,-1 1,1 0,-1 1,0 1,0 0,-2 1,2 0,1 1,0 0,0 1,0 1,0 0,0 0,0 1,1 1,-1 0,1 1,1 0,-1 0,1 1,0 0,1 1,-1 0,1 1,1 0,-5 6,-19 28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37.9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0,'3'11,"2"16,8 16,8 17,12 12,12 5,9-1,5-5,-8-15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38.4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1,'-2'0,"1"9,5 19,10 20,10 21,16 14,16 5,-1-14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45.0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 1,'-5'0,"-3"0,-3 0,-2 0,-1 0,0 0,2 2,8 1,11 0,11-1,12-1,12 3,11-1,7 0,2 2,1 0,-7-1,-12-2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46.0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28,'16'-3,"18"1,25-1,25 0,18 0,8-4,-15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47.0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24,'14'0,"17"0,23 0,24-2,18-8,-9-2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56.23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389 198,'-16'20,"-5"19,-2 11,4 7,4 2,6-4,3-7,4-9,-1-12,-2-10,0-8</inkml:trace>
  <inkml:trace contextRef="#ctx0" brushRef="#br0" timeOffset="218.38">1 11,'9'0,"14"0,22 2,21 1,20 0,16-1,6-3,1-3,-9-3,-22-1</inkml:trace>
  <inkml:trace contextRef="#ctx0" brushRef="#br0" timeOffset="418.843">803 185,'-5'13,"-3"12,-3 11,-2 8,2 5,0 7,2-1,0 1,2-3,2-9,2-8,1-12</inkml:trace>
  <inkml:trace contextRef="#ctx0" brushRef="#br0" timeOffset="1036.19">1111 305,'-3'44,"-1"0,-3 0,-1-1,-3 0,-1 0,-23 104,37-131,9-31,8-27,-2-1,-2 0,-2-1,-2-1,4-37,3-37,1 243,-14-103,1-1,1 0,1 0,1 0,0-1,2-1,3 6,-8-16,-1 0,1 0,1-1,-1 0,1 0,0-1,1 0,-1 0,1 0,1-1,-1 0,1-1,-1 0,1 0,1-1,-1 0,3-1,-9-1,1 0,0-1,0 0,-1 0,1 0,0-1,0 1,0-1,-1 0,1 0,-1 0,1-1,0 1,-1-1,0 0,1 0,-1 0,0 0,0 0,0-1,-1 1,1-1,0 0,-1 0,0 0,0 0,0 0,0-1,0 1,-1-1,1 1,-1-1,6-14,-2 1,0-1,0 0,-2-1,0 1,-2-1,6-306,-7 318,-1 5,0 1,1-1,-1 1,1-1,0 1,-1-1,1 1,0-1,0 1,0-1,0 1,0-1,0 1,1-1,-1 1,0-1,1 1,-1-1,1 1,-1-1,1 1,0 0,0-1,0 1,-1 0,1 0,0 0,1 0,-1 0,0 0,0 0,0 0,1 0,-1 0,0 0,1 1,-1-1,1 1,-1-1,0 1,1-1,1 1,24 11,3 5</inkml:trace>
  <inkml:trace contextRef="#ctx0" brushRef="#br0" timeOffset="1448.097">2073 279,'-36'31,"1"2,2 2,1 1,2 2,1 0,2 2,2 1,2 2,-12 30,19-21,21-51,42-68,-37 48,89-168,66-178,-158 354,-10 31,0-6,-2 19,2 1,1-1,1 1,2 0,1-1,2 1,2-1,0 0,2 0,4 6,8 7,1-2,2-1,22 31,-39-65,22 47,-26-41</inkml:trace>
  <inkml:trace contextRef="#ctx0" brushRef="#br0" timeOffset="1597.688">1899 599,'23'-7,"21"-2,19 1,14 1,9 2,-2 2,-16 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55.53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228 541,'-6'-4,"1"1,-1-1,0 1,0 0,0 0,0 1,-1 0,1 0,-1 0,1 1,-1 0,0 0,1 1,-1 0,0 0,1 1,-1-1,0 1,1 1,-1-1,1 1,-1 0,1 1,0 0,0 0,0 0,0 0,1 1,-1 0,1 0,0 1,0-1,1 1,-1 0,-1 3,5-7,0 0,0 0,1 0,-1 1,0-1,0 0,1 1,-1-1,1 1,-1-1,1 0,-1 1,1-1,0 1,0-1,0 1,0-1,0 1,0-1,0 1,0-1,1 1,-1-1,0 1,1-1,-1 1,1-1,0 0,-1 1,1-1,0 0,0 0,0 1,0-1,0 0,0 0,0 0,1 0,-1 0,0-1,0 1,1 0,-1 0,0-1,1 1,-1-1,1 1,-1-1,1 0,-1 0,1 0,0 1,8-1,0 0,0 0,-1 0,1-1,0-1,0 0,-1 0,1-1,-1 0,0-1,0 0,0 0,0-1,-1 0,0 0,0-1,0 0,-1-1,0 1,0-1,0-1,-1 0,0 1,-1-2,0 1,0-1,-1 0,0 0,0 0,0-3,3-21,-2 0,-1 0,-2 0,-1-1,-1 1,-2 0,-2 0,-1 0,-1 0,-5-13,-14-33,25 78,0 1,0-1,0 0,0 1,0-1,-1 0,1 1,0-1,0 1,-1-1,1 0,0 1,-1-1,1 1,-1-1,1 1,-1-1,1 1,-1-1,1 1,-1-1,1 1,-1 0,0-1,1 1,-1 0,0 0,1-1,-1 1,0 0,1 0,-1 0,0 0,1 0,-1 0,0 0,0 0,1 0,-1 0,0 0,1 1,-1-1,0 0,1 0,-1 1,1-1,-1 0,0 1,1-1,-1 1,1-1,-1 0,1 1,-1-1,1 1,-1 0,1-1,0 1,-1-1,1 1,0 0,0-1,-1 1,1 0,0-1,-19 48,11-8,1 0,2 0,1 1,3 0,1-1,5 40,-4-63,1 0,1 0,0 0,1-1,1 0,0 1,2-2,-1 1,2-1,0 0,1 0,0-1,2-1,0 2,-7-11,0-1,0 0,0 0,0-1,0 1,0-1,1 0,-1 0,1 0,-1-1,1 1,0-1,0 0,0 0,-1-1,1 0,0 0,0 0,0 0,0-1,0 1,0-1,-1-1,1 1,0-1,-1 0,1 0,-1 0,0 0,0-1,0 1,0-1,0-1,0 1,-1 0,3-3,2-4,0 0,0-1,-1 0,0 0,-1-1,0 0,-1 0,1-3,16-33,-25 80,3 70,5-85</inkml:trace>
  <inkml:trace contextRef="#ctx0" brushRef="#br0" timeOffset="448.8">442 153,'28'3,"0"1,-1 2,1 0,-1 2,-1 1,11 5,-24-8,0 0,-1 1,0 0,0 0,0 2,-1-1,-1 1,0 1,0 0,0 1,-1-1,-1 2,5 7,-8-9,-1 1,0-1,-1 1,0-1,-1 1,0 0,0 0,-1 0,-1 1,0-1,0 0,-1 0,-1 0,0 0,-3 9,5-18,-1-1,0 1,1-1,0 1,-1-1,1 1,0-1,0 1,0-1,0 1,0-1,0 1,0 0,1-1,-1 1,0-1,1 1,-1-1,1 1,0-1,-1 0,1 1,0-1,0 0,0 0,0 1,0-1,0 0,0 0,1 0,-1 0,0 0,1-1,-1 1,0 0,1 0,-1-1,1 1,-1-1,2 1,8-1,-1 0,1 0,-1-1,1-1,-1 0,0 0,1-1,-1 0,0-1,-1 0,1 0,-1-1,1 0,-2-1,1 0,0-1,-1 1,-1-2,1 1,-1-1,0 0,-1 0,2-3,-5 7,0 0,0 0,-1-1,1 1,-1 0,0-1,0 0,-1 1,1-1,-1 0,0 0,0 0,0 0,-1-1,0 5,0 1,0-1,0 1,0-1,0 1,0-1,0 1,-1-1,1 1,0-1,0 1,0-1,-1 1,1-1,0 1,-1 0,1-1,0 1,-1-1,1 1,0 0,-1-1,1 1,-1 0,1 0,-1-1,1 1,0 0,-1 0,1 0,-1 0,1-1,-1 1,1 0,-1 0,1 0,-1 0,1 0,-1 0,0 0,1 0,-1 1,1-1,0 0,-1 0,1 0,-1 0,1 1,-1-1,1 0,-1 0,1 1,0-1,-1 0,1 1,-1-1,1 1,0-1,0 0,-1 1,1-1,-22 26,20-23,1 1,0-1,0 0,0 1,0-1,0 0,1 1,0-1,-1 1,1-1,1 1,-1-1,0 1,1-1,0 1,0-1,0 0,0 1,0-1,1 0,0 0,-1 0,1 0,0 0,0 0,1-1,-1 1,3 2,4 3,1 0,0 0,0 0,1-2,0 1,0-1,8 2,54 20,1-6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1:53.0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395 400,'-46'-9,"11"0,0 3,-1 0,1 3,-17 0,46 4,0-1,-1 1,1 0,0 0,-1 1,1-1,0 1,0 1,0-1,1 1,-1 0,1 1,-1-1,1 1,0 0,0 0,1 1,-1-1,1 1,0 0,0 1,1-1,-1 0,1 1,1 0,-1 0,1 0,-1 3,0-4,1 0,0 0,0 0,0 0,1 0,0 1,0-1,0 1,1-1,0 1,0-1,0 1,0-1,1 0,0 1,0-1,1 0,0 1,-1-1,2 0,-1 0,1 0,-1-1,1 1,0-1,1 1,-1-1,1 0,0 0,0 0,15 8,1 0,0-1,1-1,-1 0,2-2,10 2,16 8,-46-17,13 3,0 0,0 2,0 0,-1 0,0 1,0 1,-1 1,0 0,0 0,-1 1,0 1,-1 0,0 1,-1 0,0 0,7 13,-16-21,0 0,0 0,0 0,0 0,-1 0,0 0,0 0,0 0,0 0,0 0,-1 1,0-1,0 0,0-1,0 1,-1 0,1 0,-1 0,0-1,0 1,-1-1,1 0,0 1,-1-1,0 0,0 0,0-1,0 1,-1-1,1 1,0-1,-1 0,0 0,1-1,-1 1,0-1,0 0,0 0,-4 1,-72 9,77-10,1-1,0 0,-1-1,1 1,-1 0,1-1,0 1,-1-1,1 0,0 0,-1 0,1 0,0 0,0 0,0 0,0-1,0 1,0-1,0 0,1 1,-1-1,1 0,-1 0,1 0,0 0,-1 0,1 0,0-1,0 1,1 0,-1-1,1-2,1 0,0-1,0 1,0 0,1 1,0-1,0 0,0 0,0 1,1-1,0 1,0 0,0 0,0 0,1 0,0 0,0 1,0 0,0-1,0 2,0-1,1 0,-1 1,5-2,12-7,0 0,1 1,1 1,-1 1,1 2,1 0,-1 1,21-1,-42 5,0 1,1-1,-1 0,0 1,1 0,-1 0,1 0,-1 0,0 0,1 0,-1 0,0 1,1-1,-1 1,0 0,1 0,-1-1,0 2,0-1,0 0,0 0,0 1,0-1,0 1,0-1,-1 1,1 0,-1 0,1 0,-1 0,0 0,1 0,-1 0,0 0,0 2,-2 208,1-210,1 1,-1 0,0 0,1-1,0 1,0 0,0-1,0 1,0 0,0-1,0 0,1 1,0-1,-1 0,1 0,0 1,0-2,1 2,7 3</inkml:trace>
  <inkml:trace contextRef="#ctx0" brushRef="#br0" timeOffset="1131.999">662 520,'34'11,"-1"2,-1 1,0 1,0 2,13 10,-34-20,-1 1,0 0,-1 0,0 1,0 0,-1 1,0 0,-1 0,0 0,0 1,-1 0,-1 1,0-1,0 1,-1 0,-1 0,0 1,6 113,-9-125,-1 0,1-1,0 1,0 0,0 0,0 0,0 0,1-1,-1 1,0 0,0 0,0-1,1 1,-1 0,0 0,1-1,-1 1,1 0,-1-1,1 1,-1 0,1-1,-1 1,1-1,0 1,-1-1,1 1,0-1,0 1,-1-1,1 0,0 0,0 1,-1-1,1 0,0 0,0 0,0 0,-1 1,1-1,0-1,0 1,0 0,-1 0,1 0,0 0,0 0,0-1,36-22,-34 21,18-16,-1 0,0-1,-2-2,0 1,3-7,-11 14,-12 43,0-23,-2 5,0 0,1 1,1-1,0 1,0-1,2 1,-1 0,1-1,1 1,1 2,-1-12,0-1,0 1,0-1,1 0,-1 1,0-1,1 0,0 0,0 0,-1 0,1 0,0 0,1-1,-1 1,0-1,0 1,1-1,-1 0,1 0,-1 0,1 0,-1 0,1-1,0 1,-1-1,1 0,0 0,2 0,74-14,-71 10,-1-1,0 1,-1-1,1-1,-1 1,0-1,0 0,-1-1,0 1,0-1,0 0,-1 0,0-1,0 1,-1-1,0 0,0 0,3-12,0-1,-1 0,-2 0,0-1,-1 1,-1-1,-3 52,0-4,1-1,0 1,2 0,1-1,1 1,1-1,5 15,-8-37,-1-1,1 0,-1 1,1-1,0 0,0 1,0-1,0 0,0 0,1 0,-1 0,1 0,-1 0,1 0,0-1,-1 1,1 0,0-1,0 0,0 1,0-1,1 0,-1 0,0 0,0 0,1 0,-1-1,0 1,1-1,-1 0,1 1,-1-1,1 0,-1 0,0-1,1 1,-1 0,1-1,-1 0,0 1,1-1,-1 0,0 0,0 0,0-1,1 0,9-9,-1-1,0-1,-1 0,0 0,-2-1,1 0,-2 0,1-1,-2 0,0-1,-1 1,2-15,12-58,-4 0,-3-1,-5-1,-4 0,-3 0,0 45,-2 28,-2 26,-24 272,26-246,-1 9,-1 1,3 1,1-1,2 0,2 2,-4-46,0 1,0-1,0 1,0-1,0 1,0-1,1 1,-1-1,0 1,1-1,-1 0,1 1,0-1,-1 0,1 1,0-1,0 0,0 0,0 1,0-1,0 0,0 0,0 0,1 0,-1-1,0 1,0 0,1 0,-1-1,1 1,-1-1,1 1,-1-1,0 0,1 1,-1-1,1 0,-1 0,1 0,0 0,-1 0,1-1,-1 1,0 0,2-1,4-3,0-1,1 1,-2-1,1-1,0 1,-1-1,0-1,-1 1,5-6,-5 5,1 0,-1 1,2-1,-1 1,1 1,0-1,0 1,0 0,3-1,-8 6,0 0,0 0,0 1,0-1,0 0,0 1,0-1,0 1,-1 0,1-1,0 1,0 0,-1 0,1 0,-1 0,1 0,-1 1,1-1,-1 0,0 1,1-1,-1 1,0-1,0 1,0 0,0-1,0 1,-1 0,1 0,-1 0,1 0,-1-1,1 1,-1 0,0 0,0 0,0 0,0 0,0 0,-1 0,1 1,0-1,9 154,-9-154,0 0,0 1,0-1,0 0,-1 0,1 0,-1 1,0-1,1 0,-1 0,0 0,0 0,0 0,-1 0,1 0,0-1,-1 1,1 0,-1-1,1 1,-1-1,0 1,0-1,0 0,0 0,0 0,0 0,0 0,0 0,0-1,0 1,0 0,0-1,-1 0,1 0,0 0,0 0,-1 0,1 0,0 0,0-1,0 1,-1-1,-4 0,0 0,0-1,1 1,-1-2,0 1,1-1,-1 0,1 0,0-1,0 0,0 0,1 0,-1-1,1 0,0 0,0 0,-1-3,7-21,8 19</inkml:trace>
  <inkml:trace contextRef="#ctx0" brushRef="#br0" timeOffset="1717.802">1999 894,'37'49,"-36"-46,0 1,1-1,0 1,0-1,0 1,0-1,1 0,-1 0,1 0,0-1,-1 1,1-1,1 1,-1-1,0 0,0 0,1 0,2 0,-2 0,-1 0,1 0,0-1,0 0,0 0,0 0,0 0,0 0,0-1,0 0,1 0,-1 0,0 0,0-1,0 1,0-1,0 0,0-1,0 1,0-1,-1 1,1-1,0 0,-1-1,1 1,-1 0,0-1,0 0,0 0,0 0,0 0,-1 0,0-1,1 1,-1-1,0 1,-1-1,1 0,-1 0,2-3,-3 3,0 0,0 0,0-1,0 1,0 0,-1 0,0 0,0 0,0 0,0 0,-1 0,0 0,1 0,-1 0,-1 1,1-1,0 1,-1 0,0-1,0 1,0 1,0-1,0 0,-1 1,1-1,-1 1,1 0,-1 0,0 1,-1-1,-8-3,0 0,-1 1,0 1,1 0,-1 1,0 1,0 0,-7 1,-9 2,22-1,21-1,25-4,-1-1,0-1,0-3,24-8,-16 3,-1-1,-1-2,0-2,-1-2,-1-1,-2-2,36-29,-54 37,-1-2,0-1,-1 0,-1-2,-1 0,0 0,-2-2,-1 0,0-1,-2 0,-1-1,-1 0,-1-1,1-8,-7 22,-1-1,0 1,-1-1,0 1,-1-1,0 0,-1 0,0 1,-1-1,-2-5,2 13,1-1,-1 0,-1 1,1-1,-1 1,0 0,0 0,0 0,-1 0,0 1,0-1,0 1,0 0,-1 0,0 0,1 1,-1 0,-1 0,1 0,0 0,-1 1,1 0,-1 0,-4 0,0 1,0 0,0 1,-1 0,1 0,0 1,0 0,0 1,0 0,0 1,1 0,-1 0,1 1,-1 0,1 1,1 0,-1 1,1 0,0 0,0 0,0 1,1 0,0 1,1 0,0 0,0 0,0 0,1 1,1 0,-1 0,1 1,1-1,0 1,0 0,1 1,-4 19,1 0,2 0,1 0,2 0,1 0,1 0,1 0,2 0,1 0,1-1,2 0,0 0,2-1,2-1,14 25,-18-34,2 0,0-1,1-1,1 0,0 0,1-1,0-1,2 0,-1-1,2-1,0-1,0 0,1-1,0-1,1 0,1-1,29 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07.83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1 142,'4'0,"9"-2,13-3,16-4,17-3,16-6,11-3,8-1,1 1,-5 4,-10 5,-19 10,-20 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06.6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549 10,'-19'-3,"-1"0,1 1,-1 0,1 2,-1 1,1 0,-1 1,1 1,0 1,0 1,0 0,0 2,1 0,0 1,1 0,-1 2,2 0,-1 1,2 1,-1 0,2 1,0 1,0 0,1 1,1 0,0 1,2 0,0 1,0 0,2 1,0 0,1 0,0 2,1-2,1 1,1-1,1 1,0 0,2-1,0 1,1 0,1 0,0 0,4 10,-4-19,1-1,1 0,0 0,0 0,1 0,0 0,1-1,-1 1,2-1,-1 0,1-1,0 0,1 0,0 0,0 0,0-1,1-1,0 1,0-1,0 0,6 2,-1-2,1 0,0 0,-1-1,2-1,-1 0,0-1,1-1,-1 0,1-1,-1 0,0-1,1-1,-1 0,0-1,0-1,0 0,0-1,-1 0,1-1,-1 0,-1-2,1 1,-1-1,-1-1,0 0,0-1,7-8,3-11</inkml:trace>
  <inkml:trace contextRef="#ctx0" brushRef="#br0" timeOffset="286.234">362 465,'-22'1,"1"2,-1 0,0 1,1 1,0 1,0 1,1 0,-6 5,13 0,34-11,98-28,-89 18,1 1,0 2,0 1,16 1,-45 3,0 1,0 0,0 0,0 0,0 0,0 1,0-1,0 1,0-1,0 1,0 0,0-1,-1 1,1 0,0 0,0 1,-1-1,1 0,-1 0,1 1,-1-1,1 1,-1-1,0 1,0 0,0-1,0 1,0 0,0 0,0 0,0 0,-1 0,1 0,-1 0,0 0,1 0,-1 0,0 0,0 0,-1 2,-26 185,46-145,-3-30</inkml:trace>
  <inkml:trace contextRef="#ctx0" brushRef="#br0" timeOffset="568.996">830 746,'-1'-48,"2"0,2 0,2 0,2 1,2-1,2 2,3-2,5 12,-13 40,2 96,-8 267,3-329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0.45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1 103,'11'-4,"13"-5,12-2,8-2,6 2,4 0,0-1,-4 3,-4-1,-9 3,-10 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0.7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94,'22'2,"22"-1,19-6,17-6,13-6,9-5,8 0,-16 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1.0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696 254,'-12'-5,"0"1,0 1,-1 0,1 0,-1 2,0-1,0 2,1-1,-1 2,0 0,0 0,1 1,-1 1,1 0,0 1,-6 2,-9 8,1 2,1 0,1 2,0 0,2 2,0 0,1 2,1 0,1 1,1 1,1 1,2 1,0 0,1 1,2 0,1 1,1 0,-3 19,7-27,1 0,1 0,1 1,0 0,2 0,1 0,1 17,0-29,0 0,1 0,0-1,0 1,1 0,0-1,1 0,0 1,0-1,1-1,-1 1,2-1,-1 0,1 0,0 0,1-1,-1 0,1 0,3 1,9 3,1-1,0-1,1-1,-1-1,1 0,1-2,-1 0,1-2,-1 0,1-1,0-1,0-2,-1 0,1-1,-1-1,5-2,99-35,-83 18</inkml:trace>
  <inkml:trace contextRef="#ctx0" brushRef="#br0" timeOffset="290.8">282 775,'34'-2,"-1"-1,1-2,-1-2,11-3,103-16,-143 25,0 1,0-1,-1 1,1 0,0 0,0 1,-1-1,1 1,0 0,0 0,-1 0,1 1,-1-1,0 1,1-1,-1 1,0 0,0 1,0-1,0 0,0 1,-1 0,1 0,-1 0,1 0,-1 0,0 0,0 0,-1 1,1-1,-1 1,0-1,1 1,-2-1,2 3,-1 11,1 0,-2 0,0 0,-2 1,1-1,-2 0,0-1,-1 1,-6 15,-15 91,25-119,-1-1,1 1,0 0,0-1,0 1,1 0,-1-1,1 1,0-1,0 1,0-1,1 1,-1-1,1 0,-1 1,1-1,0 0,2 2,9 4</inkml:trace>
  <inkml:trace contextRef="#ctx0" brushRef="#br0" timeOffset="612.464">816 1016,'7'-10,"0"1,0 0,1 0,0 1,0 0,1 0,0 1,0 0,1 1,0 0,0 0,1 1,-1 0,1 1,0 0,0 1,1 0,-1 1,11-1,-16 2,0-1,0 1,0 0,-1 0,1 0,0 1,0 0,0 0,0 1,0 0,0 0,0 0,0 0,-1 1,1 0,-1 1,1-1,-1 1,0 0,0 0,0 0,0 1,-1 0,1 0,-1 0,0 0,0 1,3 4,-4-1,-1 0,0 0,0 0,0 1,-1-1,0 0,-1 1,0-1,0 1,-1-1,0 0,0 1,-1-1,0 0,0 0,-3 6,-62 122,-30 14,94-146,2-3,-1-1,1 1,0 0,0 0,0 1,0-1,0 0,0 0,0 0,0 1,0-1,0 0,1 1,-1-1,1 1,-1-1,1 1,-1-1,1 1,0-1,0 1,0 0,0-1,0 1,0-1,0 1,0-1,0 1,1-1,-1 1,1-1,-1 1,1-1,0 1,0-1,-1 0,1 1,0-1,0 0,0 0,0 1,1-1,-1 0,0 0,1 0,6 0,0-1,0 0,0 0,0 0,0-1,0 0,0-1,0 0,0 0,1-1,-9 3,239-88,-160 54</inkml:trace>
  <inkml:trace contextRef="#ctx0" brushRef="#br0" timeOffset="1393.379">1 107,'2'0,"6"0,12 0,17-2,18-6,17-3,18-5,11-1,5-1,-3 3,-7 4,-13 4,-16 6,-20 7,-17 5,-14 0</inkml:trace>
  <inkml:trace contextRef="#ctx0" brushRef="#br0" timeOffset="2337.891">1712 708,'11'-2,"13"-1,10-2,9-2,5-1,4 2,-1 1,-2 2,-5 1,-7 2,-9 0,-8 0</inkml:trace>
  <inkml:trace contextRef="#ctx0" brushRef="#br0" timeOffset="2591.212">1685 962,'16'3,"14"0,12 0,9-1,8-2,2-3,1 1,-6 0,-13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6.3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164 56,'-7'2,"0"0,-1 0,1 0,0 1,0 0,1 0,-1 1,1 0,-1 0,1 0,0 1,1 0,-1 0,1 0,0 1,0 0,1 0,0 0,0 1,0-1,1 1,-3 6,-1 6,2-1,-1 1,2 0,1 1,0-1,1 0,1 1,1 5,0-15,0-1,0 0,1 0,1 0,-1 0,1 0,1-1,0 1,0 0,1-1,-1 0,2 0,-1 0,1 0,1-1,-1 0,1 0,1 0,-1-1,1 0,0 0,0-1,1 1,-1-2,1 1,1-1,-1 0,0-1,1 0,0 0,0-1,5 1,1-2,-1 0,0 0,0-1,0-1,0 0,0-1,0-1,0 0,0-1,-1 0,1-1,-1-1,0 0,-1-1,0 0,0-1,0 0,-1-1,0 0,-1-1,0 0,-1 0,0-1,0-1,-1 1,0-1,-1-1,-1 1,0-1,-1 0,0-1,-1 1,0-1,-2 0,1 0,-1 0,-1 0,-1 0,0-1,-1 1,0 0,-2-7,0 11,1 1,-1-1,0 1,-1 0,0 1,0-1,-1 1,0 0,-1 0,0 0,0 0,0 1,-1 0,0 1,-1 0,1 0,-1 0,0 1,-1 0,1 1,-1 0,0 0,0 0,0 2,-1-1,1 1,-1 0,1 1,-1 0,1 1,-1 0,0 0,1 1,-1 0,0 1,1 0,-9 3,-2 6,1 2,0 0,1 1,1 1,0 1,1 1,0 0,1 0,2 2,-10 14,-32 47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7.51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113 0,'4'16,"2"19,0 15,-4 15,-11 12,-17 9,-21 3,-2-13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8.43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1 351,'18'-17,"0"-1,0-1,-2 0,0-1,-2-1,0 0,-1-1,-1 0,-2-1,0 0,-1-1,-1 0,3-19,-16 11,5 32,-1 0,0-1,1 1,-1 0,0-1,1 1,-1 0,0 0,1 0,-1 0,0 0,1 0,-1 0,0 0,1 0,-1 0,0 0,1 0,-1 0,0 1,1-1,-1 0,0 0,1 1,-1-1,1 1,-1-1,1 0,-1 1,1-1,-1 1,1-1,-1 1,1-1,-1 1,1-1,0 1,-1 0,1-1,0 1,0 0,-1-1,1 1,0 0,-7 11,0 1,1 0,0 1,1-1,1 1,0 0,1 1,1-1,0 0,0 1,2-1,0 1,0 0,2 5,0-10,-1 0,1 0,1 0,0-1,0 1,1-1,0 0,0 1,1-2,1 1,-1-1,1 0,1 0,0 0,25 22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20.0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69 806,'24'301,"-7"-135,-15-146,3 31,-1 0,-3 0,-2 0,-2 0,-9 45,11-93,1 1,-1 1,0 0,0 0,0 0,0 0,-1-1,0 1,0-1,0 1,-1-1,0 0,1 0,-2 0,1 0,0 0,-1-1,1 1,-2 0,4-4,-1 0,1 0,0 0,0 0,0 0,0-1,0 1,-1 0,1-1,0 1,0-1,0 1,0-1,0 1,0-1,0 0,0 1,0-1,1 0,-1 0,0 0,0 1,1-1,-1 0,0 0,1 0,-1 0,1 0,-1 0,1-1,0 1,-1 0,1-1,-7-21,0-1,2 1,1-1,0 0,2-1,1 1,1-9,0 11,-3-88,6-1,13-82,-15 177,1 1,0 0,1 0,1 0,0 0,1 0,0 1,1 0,1 0,0 0,5-4,-11 16,1 0,0 0,0 0,0 0,0 1,1-1,-1 1,0-1,1 1,-1 0,1 0,-1 0,1 0,-1 0,1 1,0-1,-1 1,1 0,0 0,-1 0,1 0,0 0,-1 0,1 1,0-1,-1 1,1 0,-1 0,1 0,-1 0,1 0,-1 1,2 1,2 0,-1 1,0 0,0 0,0 0,-1 1,1-1,-1 1,0 0,-1 1,1-1,-1 1,0-1,2 7,-4-10,0 1,-1-1,1 0,-1 1,0-1,0 1,0-1,0 0,0 1,0-1,-1 0,1 1,-1-1,0 0,1 1,-1-1,0 0,0 0,-1 0,1 0,0 0,-1 0,1 0,-1 0,1 0,-1-1,0 1,0-1,0 1,0-1,0 0,0 0,0 0,0 0,-1 0,-84 24,22-24,92-11,243-10,-268 19,9 1,0-2,0 1,-1-2,1 1,-1-1,1-1,-1 0,0 0,-1-1,1 0,-1-1,0 0,0 0,2-4,-9 7,-1 1,0-1,0 1,0-1,-1 0,1 0,0 0,-1 1,0-1,0 0,0 0,0 0,0 0,0 1,-1-1,0 0,1 0,-1 1,0-1,0 0,0 1,-1-1,1 1,-1-1,1 1,-1 0,0 0,0-1,0 1,0 1,0-1,0 0,-1 0,1 1,-1-1,1 1,-1 0,1 0,-1 0,0 0,0 0,1 1,-1-1,0 1,0 0,0-1,1 1,-1 1,0-1,0 0,-2 1,0 0,1 1,-1-1,0 1,1 0,0 0,-1 1,1-1,0 1,0 0,1 0,-1 0,1 1,-1-1,1 1,0 0,0 0,1 0,-1 0,1 0,0 1,0-1,0 1,1-1,-1 1,1 0,0 0,1 0,-1-1,1 1,0 0,0 0,1 0,-1 0,1-1,0 1,0 0,1 0,-1-1,3 4,-1-1,1-1,1-1,-1 1,1-1,0 1,0-1,1-1,-1 1,1-1,0 0,0 0,1-1,-1 0,1 0,-1 0,1-1,0 0,0 0,4 0,3 1,0-1,1-1,-1 0,1-1,-1 0,0-1,1-1,-1 0,5-2,-12 2,1 0,-1 0,0-1,0 0,0 0,0-1,-1 0,0 0,1 0,-1-1,-1 0,1 0,-1 0,0-1,0 0,0 0,-1 0,0-1,0 1,-1-1,0 0,0 0,-1 0,1 0,-1-1,-1 1,0 0,0-1,0 1,-1-9,-4-58,5 73,1 0,-1 0,1-1,-1 1,1 1,-1-1,1 0,0 0,-1 0,1 1,0-1,-1 1,1 0,0-1,0 1,0 0,0 0,-1 0,1 0,0 0,0 1,0-1,-1 1,1-1,0 1,-1-1,1 1,0 0,4 0,208 52,-209-52,0 0,-1 0,1 1,0-1,-1 1,1 1,-1-1,0 0,1 1,-1 0,0 0,-1 0,1 1,-1-1,1 1,-1 0,0 0,0 0,-1 0,1 1,-1-1,0 1,0-1,0 1,-1 0,0-1,0 1,1 5,-25 116,23-124,0 0,0 0,0-1,0 1,0 0,1-1,-1 1,1 0,-1 0,1-1,0 1,0-1,0 1,-1-1,1 1,1-1,-1 0,0 1,0-1,0 0,1 0,-1 0,1 0,-1 0,0 0,1 0,0 0,-1-1,1 1,0 0,-1-1,1 0,0 1,-1-1,1 0,0 0,1 0,68-9,-21-7,-2-4</inkml:trace>
  <inkml:trace contextRef="#ctx0" brushRef="#br0" timeOffset="584.863">1460 833,'-4'9,"1"1,1-1,0 1,0-1,1 1,0 0,1 0,0 0,1-1,0 1,0 0,1 0,0-1,1 1,0-1,0 0,1 0,0 0,1 0,0-1,0 0,1 0,5 6,-9-12,1 0,-1-1,1 1,-1-1,1 1,0-1,-1 0,1 0,0-1,0 1,0 0,0-1,0 0,0 1,0-1,-1 0,1-1,0 1,0-1,0 1,0-1,0 0,0 0,-1 0,1 0,0 0,-1-1,1 1,-1-1,1 0,-1 0,0 0,0 0,0 0,0 0,7-7,-1 0,-1-1,0 1,0-1,-1-1,0 1,-1-1,1-1,24-108,-31 109,-3 24,1 0,2 0,0 0,0 0,1 0,1 0,0 0,1 0,1 5,-2-14,0-1,0 1,0 0,0-1,1 1,0-1,0 0,0 1,0-1,0 0,0 0,1 0,-1-1,1 1,0 0,0-1,0 0,0 0,1 0,-1 0,0 0,1-1,-1 1,1-1,0 0,-1 0,1 0,0-1,0 1,-1-1,2 0,0 0,-1-1,1 1,0-1,-1 0,1-1,-1 1,1-1,-1 1,0-1,0-1,0 1,0-1,0 1,0-1,-1 0,1 0,-1-1,0 1,0-1,0 1,0-1,-1 0,1 0,-1-1,0 1,1-3,3-10,1 1,-2-1,-1-1,0 1,-1-1,0-7,0 5,-4 28,0 19,1-21,-1 1,-1 0,2 0,-1 1,1-1,0 0,0 1,1-1,0 0,0 1,1-1,0 0,0 0,1 0,-1 0,2-1,-1 1,1-1,0 0,0 0,0 0,1 0,0-1,1 0,-1 0,1 0,3 2,11-1,-1 0,1-2,1 0,-1-1,1-1,-1-1,1-1,-1 0,1-2,-1-1,16-3,39-6</inkml:trace>
  <inkml:trace contextRef="#ctx0" brushRef="#br0" timeOffset="998.67">2703 806,'-61'-17,"-90"-14,145 30,1 1,0 0,0 0,0 1,-1 0,1-1,0 2,0-1,0 1,0-1,0 1,1 1,-1-1,0 1,1-1,0 1,0 1,0-1,0 1,0-1,1 1,-1 0,1 0,0 1,0-1,1 0,-1 1,1 0,0 0,0 0,1 0,-1 0,1 0,0 0,0 4,0-4,1 0,-1 1,1-1,0 1,0-1,1 0,0 1,0-1,0 0,0 0,1 1,0-1,0 0,0 0,1-1,-1 1,1 0,1-1,-1 0,0 0,1 0,0 0,0 0,0-1,0 0,1 1,-1-2,1 1,0 0,0-1,0 0,0 0,0-1,0 1,1-1,2 0,2 1,0-1,0 0,0-1,0 0,0-1,0 0,-1 0,1-1,0 0,0-1,-1 0,0-1,1 0,-1 0,-1-1,1 0,-1 0,0-1,0 0,0-1,-1 0,0 0,0 0,-1-1,0 0,-1 0,1-1,-1 1,-1-1,0 0,0-1,2-8,-4 10,0 0,0 0,-1 0,0 0,0 0,-1-1,0 1,-1 0,0-6,-10 6,2 26,7-11,1 0,-1 0,1-1,1 1,-1 0,1 0,0 0,1 0,-1 0,1 0,1 0,-1 0,1-1,1 1,-1-1,1 1,0-1,0 0,1 0,0 0,0-1,0 1,1-1,0 0,0 0,0-1,0 1,1-1,0 0,0-1,0 1,0-1,0 0,2 0,25 5,-3-4</inkml:trace>
  <inkml:trace contextRef="#ctx0" brushRef="#br0" timeOffset="2783.399">2944 698,'35'254,"-35"-251,0 0,0 0,1 0,-1 0,1 0,0 0,0 0,0 0,1 0,-1-1,1 1,-1 0,1-1,0 1,0-1,0 0,0 0,0 1,1-1,-1-1,1 1,-1 0,1-1,0 1,-1-1,1 0,0 0,0 0,0 0,0 0,0-1,0 1,0-1,0 0,0 0,2 0,7-6,0 0,-1-1,1-1,-1 0,-1 0,0-1,0-1,-1 0,0 0,-1 0,0-1,3-5,-5 8,71-117,-83 143,1 0,0 1,1 0,1 0,1 0,0 8,3-23,-1 0,1 1,0-1,1 0,-1 0,1 0,0 0,0-1,0 1,0 0,1-1,-1 1,1-1,0 0,0 0,0 0,0 0,1-1,-1 1,1-1,0 0,-1 0,1 0,0-1,0 1,0-1,1 0,-1 0,0 0,0-1,0 1,1-1,-1 0,0 0,1-1,-1 1,0-1,0 0,0 0,2-1,11-2,-1 0,1 0,-1-2,-1 0,1-1,-1-1,0 0,-1-1,0 0,0-1,-1-1,0 0,9-11,-7 6,-15 16,1 0,-1 1,1-1,0 0,-1 1,1-1,-1 1,1-1,-1 1,1-1,-1 1,1-1,-1 1,0-1,1 1,-1 0,0-1,1 1,-1 0,0-1,0 1,0 0,0-1,1 1,-1 0,0-1,0 1,0 0,0-1,-1 1,1 0,0-1,0 1,0 0,0-1,-1 1,1 0,0-1,-1 1,1-1,0 1,-1 0,1-1,-1 1,1-1,-1 12,1-8,0 0,1 1,0-1,-1 0,1 0,1 0,-1 0,1 0,-1 0,1 0,0-1,1 1,-1-1,0 1,1-1,0 0,0 0,0 0,0 0,0 0,1-1,-1 0,1 1,0-1,0-1,-1 1,1 0,0-1,0 0,1 0,1 0,6 1,0 0,0 0,0-2,1 1,-1-2,0 0,0 0,0-1,0 0,8-4,-9 3,-2 0,1-1,0 0,-1 0,1-1,-1-1,-1 1,1-2,-1 1,0-1,0 0,-1 0,0-1,0 0,-1-1,0 1,-1-1,0-1,0 1,-1 0,0-1,0 0,-1 0,-1 0,0 0,0-1,-1 1,0-1,-1-9,1 18,-1-1,0 0,0 1,0-1,-1 0,1 1,0-1,-1 0,0 1,0-1,0 1,0-1,0 1,0-1,-1 1,1 0,-1-1,1 1,-1 0,0 0,0 0,0 1,0-1,0 0,-1 1,1-1,0 1,-1 0,1 0,-1 0,1 0,-1 0,0 0,1 1,-1-1,0 1,1 0,-2 0,-2 4,0 0,0 0,1 1,0 0,0 0,0 0,0 1,1 0,0 0,0 0,1 0,-1 0,1 1,1 0,-1-1,1 1,1 0,-1 0,1 3,-11 96,12-102,0-1,1 1,-1 0,1 0,0-1,0 1,1-1,-1 1,1-1,-1 1,1-1,0 0,1 0,-1 0,0 0,1 0,0 0,-1-1,1 1,0-1,0 0,1 0,-1 0,0 0,1 0,1 0,2-1,0 1,1-2,-1 1,0-1,1 0,-1 0,0-1,1 0,-1 0,0 0,0-1,0-1,0 1,0-1,0 0,-1 0,1-1,-1 0,0 0,0-1,-1 0,1 0,-1 0,0 0,0-1,-1 0,1 0,-2 0,1 0,0-1,-1 0,0 1,-1-1,0 0,0-1,0-1,9-82,-12 120,7 88,-5-112,0 1,0-1,1 1,0-1,0 0,1 1,-1-1,1 0,0-1,0 1,1 0,-1-1,1 0,0 0,0 0,1 0,-1-1,1 1,0-1,1 1,-2-3,-1 1,1-1,0 0,-1 0,1-1,0 1,-1-1,1 1,0-1,0 0,0-1,-1 1,1-1,0 0,-1 1,1-2,0 1,-1 0,0-1,1 1,-1-1,0 0,1 0,-1-1,1 0,66-73,27-61,-97 137,0-1,0 1,0-1,1 1,-1-1,0 1,0-1,0 1,1-1,-1 1,0-1,1 1,-1 0,0-1,1 1,-1 0,0-1,1 1,-1 0,1-1,-1 1,1 0,-1 0,1 0,-1-1,1 1,-1 0,1 0,-1 0,1 0,-1 0,1 0,-1 0,1 0,-1 0,1 0,-1 0,1 0,-1 0,1 0,-1 1,1-1,-1 0,0 0,1 1,-1-1,1 0,-1 1,1-1,-1 0,0 1,1-1,-1 0,0 1,1-1,-1 1,0-1,0 1,1-1,-1 0,0 1,0-1,0 1,0-1,0 1,0 0,4 39,-4-37,0 5,-1 0,0 0,0-1,1 1,0 0,0-1,1 1,0 0,0-1,1 1,0-1,0 1,1-1,-1 0,2 0,-1 0,1 0,0-1,1 1,-1-1,1 0,1 0,-1-1,1 0,0 0,0 0,2 1,-1-3,0-1,1 0,-1 0,0 0,1-1,-1 0,1 0,0-1,-1 0,1-1,-1 0,1 0,-1 0,1-1,-1 0,0 0,1-1,-1 0,-1 0,1-1,3-2,3-2,-1 0,0-2,-1 1,0-1,0-1,-1 0,0 0,-1-1,0 0,3-8,6-19,-2-1,-1 0,-2-1,-2 0,-2-1,-2 0,-2-1,-1 0,-2-11,1 0,-2 0,-3 0,-2 0,-2 1,-8-28,12 73,0-1,0 0,-1 1,0 0,0-1,-1 1,0 1,-1-1,0-1,4 9,0-1,1 0,-1 1,0-1,1 1,-1-1,0 1,0 0,0-1,1 1,-1 0,0-1,0 1,0 0,0 0,0 0,0 0,1 0,-1 0,0 0,0 0,0 0,0 0,0 1,0-1,1 0,-1 0,0 1,0-1,0 1,1-1,-1 1,0-1,0 1,1-1,-1 1,1 0,-1-1,0 1,1 0,-1-1,1 1,0 0,-1 0,1 0,0 0,-1-1,1 1,0 0,0 0,0 0,-8 18,1 1,1-1,0 1,2 0,0 1,2-1,-1 17,1-16,-6 54,4-1,3 1,3 0,3 0,4-1,2 0,4-1,4 0,13 32,-22-79,-13-20,-7-17,10 10,-78-102,35 43,-2 3,-39-37,66 76,-1 1,0 1,-1 0,0 2,-5-2,8 9,35 18,11-2,1 0,-1-3,1 0,1-2,14-1,-4 2,-2-1,-8-2,0 1,0 2,0 1,-1 1,0 2,25 11,-47-16,-1 1,0 0,0 0,-1 1,1 0,-1 0,-1 1,1-1,-1 1,0 0,0 1,-1-1,0 1,-1 0,1 0,-2 0,1 0,-1 1,0-1,-1 1,0-1,0 1,-1 0,0-1,0 1,-1 0,-1 2,1 9,4 55,-2-73,0 0,0 1,-1-1,1 0,1 1,-1-1,0 0,1 0,-1 0,1 0,-1 0,1 0,0 0,0-1,0 1,0-1,0 1,0-1,0 0,1 0,-1 0,0 0,1 0,-1 0,1-1,-1 1,2-1,3 0,1 0,0 0,0-1,0 0,-1-1,1 1,0-2,-1 1,0-1,0 0,0-1,0 1,0-1,0-1,-1 1,0-1,0 0,0-1,-1 1,0-1,0 0,0-1,-1 1,0-1,0 0,0 0,-1 0,0 0,-1 0,1-1,-2 0,1 1,-1-1,0 0,0 0,-1 1,0-1,-1-5,1 6,-1-1,1 1,-2 0,1 0,0 0,-1 0,-1 0,1 1,-1-1,0 1,-1-1,1 1,-1 0,0 0,-1 1,1-1,-1 1,0 0,-1 0,1 1,-1-1,0 1,0 0,0 1,-1 0,1 0,-1 0,0 1,0 0,0 0,0 0,0 1,0 0,0 1,0-1,-4 2,2 2,0 0,0 1,0 0,0 1,1 0,0 0,0 1,0 0,1 0,0 1,0 0,1 0,0 1,0-1,0 1,1 1,0-1,1 1,0 0,0 0,1 0,0 0,1 1,0-1,0 1,1 3,0-9,1-1,0 1,0 0,0-1,0 1,0 0,1-1,-1 1,1-1,0 1,1-1,-1 1,0-1,1 1,0-1,0 0,0 0,0 0,0 0,0 0,1-1,0 1,-1-1,1 1,0-1,0 0,0 0,1-1,-1 1,0 0,1-1,-1 0,1 0,3 1,3 0,1-1,-1 0,1-1,0 0,-1-1,1 0,-1 0,1-1,-1-1,0 0,0 0,2-1,31-14</inkml:trace>
  <inkml:trace contextRef="#ctx0" brushRef="#br0" timeOffset="3069.634">5444 432,'-95'-11,"91"11,1 1,0-1,-1 1,1 0,0 0,-1 1,1-1,0 1,0-1,0 1,0 0,0 0,1 0,-1 1,1-1,-1 0,1 1,0 0,0 0,0-1,0 1,0 1,1-1,-1 0,1 0,0 2,-1 10,1 1,0-1,1 1,1-1,1 1,0-1,1 1,0-1,2 0,-1-1,2 1,0-1,1 0,0 0,1 0,1-1,2 2,156 230,-90-166,-73-77,0 0,0 1,0-1,0 0,0-1,1 1,-1-1,0 0,1 0,-1 0,1-1,-1 0,1 1,-1-2,1 1,-1 0,1-1,-1 0,1 0,-1 0,0-1,1 1,0-2,31-18,-3-6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2:18.0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 1,'0'16,"0"11,0 12,0 5,0-1,-3-2,0-4,0-11,1-9</inkml:trace>
  <inkml:trace contextRef="#ctx0" brushRef="#br0" timeOffset="817.199">238 27,'1'-1,"-1"0,1 1,0-1,-1 0,1 1,0-1,-1 1,1-1,0 1,0-1,0 1,-1-1,1 1,0 0,0-1,0 1,0 0,0 0,0 0,0 0,0 0,-1 0,1 0,0 0,0 0,0 0,0 0,0 0,0 1,0-1,0 0,-1 1,1-1,0 1,0-1,0 1,-1-1,1 1,0-1,-1 1,1 0,0 0,-1-1,1 1,-1 0,1 0,-1-1,1 1,-1 0,0 0,1 0,16 52,-16-46,31 151,-31-156,-1-1,0 0,1 0,-1 1,1-1,0 0,-1 0,1 0,0 0,0 0,0 0,-1 0,1 0,0 0,0 0,1 0,-1 0,0-1,0 1,0-1,0 1,1-1,-1 1,0-1,0 1,1-1,-1 0,0 0,1 0,-1 0,0 0,1 0,-1 0,0 0,1 0,-1-1,0 1,0 0,1-1,-1 1,0-1,0 0,0 1,0-1,1 0,-1 0,0 1,0-1,-1 0,1 0,0 0,0-1,19-15,-1 0,-1-2,-1-1,-1 0,12-19,-7 11,42-49,-63 77,1-1,-1 1,1 0,-1 0,0-1,1 1,-1 0,1 0,-1 0,1 0,-1 0,1-1,-1 1,1 0,-1 0,1 0,-1 0,1 1,-1-1,1 0,-1 0,1 0,-1 0,1 0,-1 1,1-1,-1 0,0 0,1 1,-1-1,1 0,-1 1,0-1,1 0,-1 1,0-1,1 0,-1 1,0-1,0 1,1-1,-1 1,0-1,0 1,0-1,0 1,1-1,-1 1,0-1,0 1,0-1,0 1,0-1,0 1,-1-1,4 37,-3-31,0-2,-1 1,1 0,0 0,1 0,-1 0,1 0,0-1,0 1,1 0,-1-1,1 1,0-1,0 1,0-1,1 0,0 0,0 0,0 0,0-1,0 1,1-1,-1 0,1 0,0 0,0 0,3 1,8 1,1-1,-1-1,1 0,-1-1,1-1,0 0,0-1,-1-1,1 0,0-1,9-3,56-8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9.6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295 348,'0'0,"0"-1,0 1,0 0,0-1,0 1,0 0,0-1,0 1,0 0,0-1,0 1,0 0,0-1,-1 1,1 0,0 0,0-1,0 1,-1 0,1 0,0-1,0 1,0 0,-1 0,1-1,0 1,-1 0,1 0,0 0,-1 0,1 0,0-1,0 1,-1 0,1 0,0 0,-1 0,1 0,0 0,-1 0,1 0,0 0,-1 0,1 0,0 0,-1 1,1-1,0 0,-1 0,1 0,0 0,-1 0,1 1,0-1,0 0,-1 0,1 1,0-1,0 0,0 0,-1 1,1-1,0 0,-13 23,-99 333,106-344,5-22,32-260,-21-118,-10 380,-1 5,1 0,0 0,0 0,0 0,0-1,0 1,1 0,-1 0,1 0,0 0,0 0,0 0,1 0,-1 0,0 0,1 1,0-1,0 0,0 3,0 0,0 0,0 0,0 1,0-1,0 1,0-1,-1 1,1 0,0 0,0 0,-1 0,1 0,-1 0,1 0,-1 0,1 1,-1-1,0 0,1 1,-1 0,0-1,0 1,0 0,0-1,-1 0,19 29,-1 1,-1 1,-2 1,-1 0,-2 1,-1 1,-2-1,-1 1,-2 1,-2 0,1 23,3 90,-10 118,-36-402,29 120,-1 2,0-1,0 1,-2 0,0 1,0 1,-1 0,0 0,-1 1,0 1,-1 0,0 1,0 1,0 0,-1 2,0-1,-1 2,1 0,-1 1,0 0,1 2,-1 0,-1 1,6-4,32-2,-15 5,547-118,-412 94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8.7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4772 0,'-39'11,"-56"6,-121 0,110-3,-452 70,70-17,202-33,194-25,0-5,-46-5,45 0,-143-25,23 17,-121-18,-72 16,-283-34,668 43</inkml:trace>
  <inkml:trace contextRef="#ctx0" brushRef="#br0" timeOffset="2834.241">4812 803,'-97'17,"-69"-2,-152-7,199-7,-840 25,104-27,626 22,85-3,-204-16,-200-2,536-2,12-1</inkml:trace>
  <inkml:trace contextRef="#ctx0" brushRef="#br0" timeOffset="3738.923">53 736,'0'0,"1"0,-1 0,1 0,-1-1,0 1,1 0,-1 0,1 0,-1 0,1 0,-1 0,0 0,1 1,-1-1,1 0,-1 0,1 0,-1 0,0 0,1 1,-1-1,0 0,1 0,-1 1,0-1,1 0,-1 1,0-1,1 0,-1 1,0-1,0 0,1 1,-1-1,0 0,0 1,0-1,0 1,0-1,1 0,-1 1,0-1,0 1,0-1,0 1,0-1,0 1,0-1,-1 0,1 1,0-1,0 1,0-1,0 0,0 1,-1-1,1 1,0-1,0 0,-1 1,1-1,0 0,-1 1,1-1,3 68,-4 0,-6 48,5-98,2-17,-2 20,2-21,-1 0,1 0,0-1,0 1,0 0,0 0,0 0,-1 0,1 0,0 0,0 0,0 0,0 0,0 0,-1 0,1 0,0 0,0-1,0 1,-1 0,1 1,0-1,0 0,0 0,0 0,-1 0,1 0,0 0,0 0,0 0,0 0,0 0,-1 0,1 0,0 0,0 0,0 1,0-1,0 0,0 0,-1 0,1 0,0 0,0 1,0-1,-12-47,1 0,3-1,2 0,1-12,4 47,-2-175,3 183,0 1,0 0,1-1,0 1,-1-1,2 1,-1 0,0 0,1 0,0 0,0 0,0 0,0 0,1 0,-1 1,1-1,0 1,0 0,0 0,1 0,-1 0,1 1,0-1,-1 1,1 0,0 0,0 0,1 0,-1 1,4-1,-2 1,0 1,0 0,0 0,1 0,-1 1,0 0,-1 0,1 0,0 1,0 0,0 0,-1 0,1 1,-1 0,0 0,0 0,0 1,0 0,-1 0,1 0,-1 0,0 1,0 0,0-1,-1 1,0 1,0-1,0 0,-1 1,0 0,0-1,0 1,0 0,-1 0,0 0,-1 0,1 0,-1 0,0 0,-1 4,-2 3,-2 1,1-1,-2 0,0 0,0-1,-1 0,-1 0,0 0,0-1,-1 0,-1-1,1 0,-2-1,-10 9,7-5,43-17,-7-1,-1 1,1 1,0 0,0 2,0 1,4 1,-19-1,0 1,0 0,0 0,1 0,-1 1,0 0,-1 1,1 0,0 0,-1 0,0 1,1 0,-2 0,1 0,0 1,-1 0,0 0,0 0,0 1,2 2,-5-4,0 1,0-1,0 0,0 1,-1-1,1 1,-1 0,-1-1,1 1,0 0,-1 0,0-1,0 1,-1 0,1 0,-1-1,0 1,0 0,-1-1,1 1,-1-1,0 0,0 1,-1-1,1 0,-1 0,0 0,-2 2,-5 5,0 0,0-1,-1 0,0 0,-1-2,0 1,0-1,-13 5,12-6,0-1,-1 0,0-1,0-1,-1 0,1-1,-1-1,0 0,0-1,1 0,-1-1,-5-1,-8-14,23 5</inkml:trace>
  <inkml:trace contextRef="#ctx0" brushRef="#br0" timeOffset="11285.117">2673 575,'156'56,"-144"-52,1 0,-2 1,1 1,-1-1,1 2,-2 0,1 0,-1 1,0 0,0 1,-1 0,-1 0,1 1,-2 0,1 1,-1-1,-1 2,2 2,-7-9,0-1,-1 1,1-1,-1 1,0 0,0-1,0 1,-1 0,0-1,1 1,-2-1,1 1,0-1,-1 0,0 1,0-1,0 0,-1 0,1 0,-1-1,0 1,0-1,-2 2,-89 64,-35-15,67-36</inkml:trace>
  <inkml:trace contextRef="#ctx0" brushRef="#br0" timeOffset="11781.637">2646 67,'1'-1,"0"0,1 0,-1 0,1 0,-1 0,1 0,-1 0,1 1,-1-1,1 1,-1-1,1 1,0-1,-1 1,1 0,0 0,0 0,-1 0,1 0,0 0,-1 0,1 1,0-1,0 1,195 44,-22-4,-173-41,-1 0,1 0,-1 0,1 0,-1 1,1-1,-1 0,0 1,1-1,-1 1,1-1,-1 1,0 0,1 0,-1-1,0 1,0 0,0 0,0 0,0 1,0-1,0 0,0 0,0 0,0 1,-1-1,1 0,0 1,-1-1,1 1,-1-1,0 1,1-1,-1 1,0-1,0 1,0-1,0 1,0-1,0 1,-1-1,1 2,-64 64,57-61,-77 57,-3-3,-1-5,-85 39,40-29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14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3709 200,'-3'-3,"0"1,0-1,0 1,-1 0,1 0,-1 0,1 0,-1 0,0 1,1 0,-1 0,0 0,0 0,0 0,0 1,0 0,0 0,0 0,0 0,0 1,0-1,0 1,0 0,0 0,1 1,-2 0,0-1,-95 17,1-5,-2-4,-2-4,-315 7,-472 53,450-49,-82-17,520 1,2 0,0-1,1 1,-1-1,0 1,0-1,1 1,-1-1,0 1,0-1,0 1,1-1,-1 1,0-1,0 1,0-1,0 0,0 1,0-1,0 1,0-1,0 1,-1-1,1 1,0-1,0 1,0-1,-1 1,1-1,0 1,-1-1,1 1,0-1,-1 1,1 0,0-1,-1 1,1-1,-1 1,1 0,-1 0,1-1,-1 1,1 0,-1 0,1-1,-1 1,1 0,-1 0,1 0,-1 0,0 0,1 0,-1 0,1 0,-1 0,1 0,-1 0,1 0,-1 1,1-1,-1 0,1 0,-1 0,1 1,-1-1,1 0,-1 1,1-1,-1 0,7-7</inkml:trace>
  <inkml:trace contextRef="#ctx0" brushRef="#br0" timeOffset="514.215">434 93,'-25'-48,"20"44,-1-1,1 1,-1 0,-1 0,1 0,0 1,-1 0,0 0,1 1,-1 0,0 0,-1 1,1-1,0 2,0-1,0 1,-1 0,1 0,0 1,0 0,0 0,-6 2,2 1,-1 0,0 0,1 1,0 1,0-1,0 2,1 0,0 0,0 1,1 0,0 0,0 1,0 2,-3 4,1 1,0 0,1 1,0 0,2 1,0-1,1 2,1-1,0 1,2 0,0 0,1 1,1-1,1 1,1-1,1 13,0-27,-1 1,2 0,-1-1,1 1,-1-1,1 1,1-1,-1 0,1 0,0 0,0 0,1 0,-1-1,1 0,0 1,0-1,1-1,-1 1,1-1,-1 1,1-1,0-1,1 1,4 1,13 2,0-1,1-2,0 0,0-2,-1 0,1-2,0 0,0-2,-1-1,1 0,-1-2,1-1,154-46,-106 25</inkml:trace>
  <inkml:trace contextRef="#ctx0" brushRef="#br0" timeOffset="5128.079">1690 40,'7'5,"9"3,8 5,10 3,8 3,6 3,1 2,0 4,-5 4,-6 1,-11 2,-10 1,-14 0,-19 0,-18-1,-20-3,0-5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6.4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1 218,'0'0</inkml:trace>
  <inkml:trace contextRef="#ctx0" brushRef="#br0" timeOffset="10628.547">5696 218,'-30'14,"-213"22,-99-11,-297-18,369-9,-232 24,140-8,-70 22,93-19,-199-12,198 22,324-27,1 0,0 1,0 1,0 0,1 1,-1 0,-3 3,-13 3,-1 0,0-2,0-2,0-1,-1-1,0-1,1-3,-19-2,-63-10,59 13,41 0</inkml:trace>
  <inkml:trace contextRef="#ctx0" brushRef="#br0" timeOffset="11491.814">468 85,'-7'16,"2"207,6-189,2 50,3 1,4-1,16 60,-101-570,27 158,48 265,-2-38,3 40,-1 0,0 1,0-1,0 0,0 1,1-1,-1 0,0 0,1 1,-1-1,0 1,1-1,-1 0,1 1,-1-1,1 1,-1-1,1 1,-1-1,1 1,0-1,-1 1,1 0,0-1,-1 1,1 0,0 0,-1-1,1 1,0 0,0 0,-1 0,1 0,0 0,0 0,-1 0,1 0,0 0,0 0,-1 1,1-1,0 0,-1 0,1 1,0-1,-1 0,1 1,0 0,14 7,-1 1,0 1,-1 0,0 1,0 0,-1 1,-1 0,8 11,-17-20,25 24,-1 2,-1 1,-2 0,-2 2,0 1,-2 0,-2 2,-1 0,-2 0,-1 2,-2-1,-1 2,-2-1,-2 1,1 22,-7-54,1 1,-1-1,0 0,0 1,0-1,-1 1,0-1,0 0,-1 1,0-1,0 0,-1 0,1 0,-1-1,0 1,-1 0,1-1,-1 0,0 0,-1 0,1-1,-1 1,0-1,0 0,0 0,-1-1,1 0,-1 0,0 0,0 0,0-1,-15 1,1 0,-1-2,1 0,-1-1,0-1,1-1,-1-1,1-1,-6-2,-52-7,78 12,0 1,0 0,0 0,1-1,-1 1,0 0,0 0,0-1,0 1,0 0,0-1,1 1,-1 0,0 0,0-1,0 1,0 0,0-1,0 1,0 0,0-1,-1 1,1 0,0 0,0-1,0 1,0 0,0-1,0 1,0 0,-1 0,1-1,0 1,0 0,0 0,-1 0,1-1,0 1,0 0,-1 0,1 0,0 0,0-1,-1 1,8-4,7-4</inkml:trace>
  <inkml:trace contextRef="#ctx0" brushRef="#br0" timeOffset="12362.357">3516 44,'3'3,"-1"0,1 0,0 0,0 0,0-1,1 1,-1-1,0 0,1 0,0-1,-1 1,1-1,0 1,0-1,2 0,3 2,145 38,-119-35,-2 2,1 1,-1 2,-1 1,0 2,22 12,-49-24,0 1,0 0,0 0,0 0,-1 1,1-1,-1 1,0 0,0 0,0 1,-1-1,0 1,1 0,-1 0,-1 0,1 0,-1 1,0-1,0 0,-1 1,1 0,-1-1,-1 1,1 0,-1-1,0 1,0 0,0 0,-2 3,-5 6,0-2,-1 1,-1-1,0-1,-1 1,-1-2,0 1,0-1,-1-1,0 0,-1-1,0 0,0-1,-12 5,-107 56,76-45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24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1475 25,'-1'-2,"0"1,0-1,0 1,0-1,0 1,-1-1,1 1,0 0,-1-1,1 1,-1 0,1 0,-1 0,1 0,-1 0,0 1,0-1,1 0,-1 1,0-1,0 1,0 0,1 0,-1-1,0 1,0 0,0 1,0-1,0 0,1 0,-1 1,0-1,0 1,-315 37,-139-12,407-25,-1 2,1 2,0 3,-31 8,78-15,-1 0,1-1,0 1,0 0,0 1,0-1,0 0,0 1,0-1,1 1,-1-1,0 1,1 0,-1 0,1-1,0 1,-1 0,1 0,0 1,0-1,1 0,-1 0,0 0,1 1,-1-1,1 0,0 1,-1-1,1 0,0 1,1-1,-1 0,0 1,1-1,-1 1,39 293,-26-211,22 144,-8 36,-23-233,1-42,0-78,-2 69</inkml:trace>
  <inkml:trace contextRef="#ctx0" brushRef="#br0" timeOffset="2648.199">1501 788,'-227'23,"-31"-18,118-5,-88 14,11-3,215-12,1 1,0 0,-1 0,1 0,-1 0,1 0,-1 0,1 0,0 1,-1-1,1 0,-1 1,1-1,0 1,-1 0,1-1,0 1,0 0,0 0,-1 0,1 0,0 0,0 0,0 0,0 0,1 0,-1 0,0 0,0 1,1-1,-1 0,1 1,-1-1,1 0,-1 1,1-1,0 1,0-1,0 1,0-1,0 0,0 1,0-1,0 1,1-1,-1 1,0-1,1 0,-1 1,1-1,0 0,-1 1,1-1,0 0,0 1,1 1,-1-1,1 0,0-1,-1 1,1 0,0 0,0-1,0 1,0-1,0 0,1 0,-1 0,0 0,1 0,-1 0,0 0,1-1,-1 1,1-1,-1 0,1 1,-1-1,1-1,-1 1,1 0,-1 0,1-1,-1 0,1 1,-1-1,0 0,1 0,-1 0,2-2,4-1,1 0,-1-1,0 0,-1 0,1-1,-1 0,0 0,0-1,0-1,-5 6,0 0,0 0,0 0,0 0,-1 0,1 0,-1 0,1-1,-1 1,0 0,0-1,0 1,0-1,-1 0,1 1,-1-1,1 0,-1 1,0-1,0 0,0 1,0-1,0 0,-1 1,1-1,-1 1,0-1,0 0,0 1,0-1,0 1,-1 0,1-1,-1 1,1 0,-1 0,0 0,0 0,0 0,0 1,0-1,0 0,0 1,-1 0,1-1,0 1,-2 0,-7-3,-1 1,0 1,-1-1,1 2,0 0,0 0,-1 2,1-1,0 1,0 1,0 0,0 1,0 0,0 1,1 0,-1 1,1 0,0 1,1 0,-1 1,1 0,1 1,-1 0,0 1,8-7,-1 0,0 1,1-1,-1 1,1 0,0 0,0 0,0 0,0 0,1 0,-1 1,1-1,0 0,0 1,0-1,0 1,1-1,-1 1,1 0,0-1,0 1,0-1,1 1,-1 0,1-1,0 1,0-1,0 0,0 1,1-1,-1 0,1 1,0-1,0 0,0 0,0-1,7 5,-1-1,1 0,0-1,0 0,1 0,0-1,0 0,0-1,0 0,0 0,0-2,1 1,-1-1,1 0,-1-1,1 0,-1-1,1 0,-1-1,1 0,-1-1,0 0,0 0,0-1,-1-1,2 0,-3 1,0-1,0 0,0 0,-1 0,0-1,0-1,0 1,-1-1,0 0,0 0,2-5,-6 9,0 0,-1 0,1 0,-1 0,1 0,-1-1,0 1,0-1,-1 1,1-1,-1 1,1-1,-1 1,0-1,-1 1,1-1,-1 1,1-1,-1 1,0-1,0 1,-1 0,1-1,-1 1,1 0,-1 0,0 0,0 0,0 1,-1-1,0-1,-7-4,0 0,-1 1,0 0,0 1,0 0,-1 0,0 1,0 1,0 0,-1 0,1 2,-1-1,0 2,1 0,-1 0,0 1,-7 1,16-1,-1 1,0 0,0 0,0 0,1 0,-1 1,1 0,-1-1,1 2,-1-1,1 1,0-1,0 1,0 0,1 0,-1 1,1-1,0 1,0 0,0 0,0 0,1 0,-1 0,1 1,0-1,0 1,1-1,-1 1,1 0,0 0,1-1,-1 1,1 0,0 0,0 0,0 0,1 0,0 3,3 3,0-1,1 1,0-1,1 0,0 0,0 0,1-1,1 0,-1-1,1 0,1 0,-1 0,1-1,1 0,-1-1,1 0,0-1,1 0,-1 0,1-1,0-1,0 0,0 0,1-1,-1 0,1-1,-1 0,1-1,-1-1,1 0,-5 0,0 0,0-1,0 0,0 0,0 0,0-1,-1 0,1-1,-1 1,0-1,0-1,0 1,-1-1,1 0,-1 0,0 0,-1-1,1 0,-1 0,0 0,-1 0,1-1,-1 0,-1 1,1-1,-1 0,0 0,-1 0,0 0,0-1,0 1,-1 0,0-1,0 1,-1 0,0 0,0 0,-1-1,0 1,0 1,-1-1,0 0,0 0,0 1,-1 0,0 0,-4-5,6 8,0-1,-1 1,1 0,-1 0,0 0,0 1,0-1,-1 1,1 0,0-1,-1 2,0-1,1 0,-1 1,0-1,0 1,0 0,0 0,0 1,0-1,0 1,0 0,0 0,0 0,0 1,0-1,0 1,0 0,0 0,0 0,1 1,-1-1,0 1,1 0,-1 0,1 1,-1-1,1 0,-1 2,-2 3,-1 0,2 1,-1-1,1 1,0 0,1 1,-1-1,2 1,-1 0,1 0,1 0,0 0,0 1,1-1,0 0,0 1,1-1,0 2,1-9,-1 0,1 0,0 0,0 0,0 0,0 0,0-1,0 1,0 0,0 0,1-1,-1 1,1-1,-1 1,1-1,0 0,0 1,-1-1,1 0,0 0,0 0,0-1,0 1,0 0,0-1,0 1,0-1,1 0,-1 0,0 0,0 0,0 0,0 0,0 0,0-1,1 1,-1-1,0 1,0-1,0 0,0 0,-1 0,1 0,0 0,0 0,-1-1,1 1,0-1,-1 1,1-1,-1 1,0-1,0 0,1 0,-1 1,0-2,3-2,-1 1,0 0,0-1,0 1,0-1,-1 0,1 0,-1 0,-1-1,1 1,-1 0,0-1,0 1,0 0,-1-1,0 1,0-1,0 1,-1-5,0 9,1 1,0-1,0 0,-1 0,1 0,0 0,-1 1,1-1,-1 0,1 1,-1-1,1 0,-1 1,0-1,1 0,-1 1,0-1,1 1,-1 0,0-1,0 1,0-1,1 1,-1 0,0 0,0-1,0 1,0 0,1 0,-1 0,0 0,0 0,0 0,0 0,0 0,1 0,-1 1,0-1,0 0,0 1,0-1,1 0,-1 1,0-1,0 1,1-1,-1 1,-28 31,26-21,1 1,0-1,0 1,1-1,1 1,0-1,0 1,2 8,0 22,-2 923,14-782,0-55,-6-172,-6 23</inkml:trace>
  <inkml:trace contextRef="#ctx0" brushRef="#br0" timeOffset="3368.25">4 2231,'17'-4,"-1"1,1 0,0 1,0 1,0 0,9 2,6-1,99-1,262-12,229-55,-672 64,27 1</inkml:trace>
  <inkml:trace contextRef="#ctx0" brushRef="#br0" timeOffset="4770.964">58 2365,'0'-1,"-1"0,1 0,0 1,-1-1,1 0,-1 0,1 0,-1 0,1 0,-1 0,0 0,1 1,-1-1,0 0,0 1,0-1,1 0,-1 1,0-1,0 1,0-1,0 1,0 0,0-1,0 1,0 0,0 0,0 0,0-1,0 1,0 0,0 1,0-1,0 0,0 0,0 0,0 0,0 1,0-1,0 0,0 1,0-1,0 1,0-1,0 1,1 0,-1-1,0 1,0 0,1 0,-1-1,0 1,1 0,-1 0,1 0,-1 0,1 0,-1 0,1 0,0 0,1 141,9 52,-10 75,-9-111,-1 186,9-344,1 1,-1 0,1 0,0 0,-1 0,1-1,0 1,0 0,0 0,0 0,0 0,0 0,0 0,0 0,0 0,0 0,0-1,0 1,1 0,-1 0,0 0,1 0,-1 0,0-1,1 1,-1 0,1 0,0-1,-1 1,1 0,0-1,-1 1,1-1,0 1,-1 0,1-1,0 0,0 1,0-1,0 1,-1-1,1 0,0 0,0 0,0 1,0-1,0 0,0 0,0 0,0 0,0-1,-1 1,1 0,1 0,22-18,64-30,-48 39,1 2,0 2,1 1,8 3,17-3,580-22,-267 27,-378-1,0 1,0-1,0 0,0 0,0 0,-1 0,1-1,0 1,0 0,0-1,0 0,0 1,-1-1,1 0,0 0,-1 0,1 0,-1 0,1 0,-1 0,1 0,-1-1,0 1,1-1,-1 1,0-1,0 1,0-1,0 0,-1 1,1-1,0 0,-1 0,1 0,-1 1,1-1,-1 0,0 0,0 0,0 0,0 0,0-1,-27-172,-52-706,76 858,-18-63,21 86,-1-1,1 1,0-1,0 1,-1-1,1 1,0-1,-1 1,1-1,0 1,-1 0,1-1,-1 1,1 0,-1-1,1 1,-1 0,1 0,-1-1,1 1,-1 0,1 0,-1 0,0 0,1 0,-1-1,1 1,-1 0,1 0,-1 1,0-1,1 0,-1 0,1 0,-1 0,1 0,-1 1,1-1,-1 0,1 0,-1 1,1-1,-1 0,-11 9</inkml:trace>
  <inkml:trace contextRef="#ctx0" brushRef="#br0" timeOffset="6151.367">485 2645,'0'-3,"0"-19,0 1,1-1,1 0,1 1,1-1,2 0,0 13,-2 24,-1 106,-5 1,-12 69,2-35,12-150,1 20,-1-26,0 0,0 1,1-1,-1 1,0-1,1 0,-1 1,0-1,1 0,-1 1,1-1,-1 0,0 0,1 0,-1 1,1-1,-1 0,1 0,-1 0,0 0,1 0,-1 0,1 0,-1 0,1 0,-1 0,1 0,-1 0,1 0,-1 0,1 0,-1 0,1 0,-1-1,0 1,1 0,-1 0,1 0,-1-1,0 1,1 0,-1-1,0 1,1 0,-1-1,0 1,1-1,14-5,0-1,1 2,0 0,0 1,1 1,-1 0,1 1,0 1,-1 0,1 2,0 0,5 1,26-1,227 0,-276 0,1-1,-1 0,0 0,0 1,1-1,-1 0,1 1,-1-1,0 0,1 1,-1-1,1 1,-1-1,1 1,-1 0,1-1,-1 1,1-1,0 1,-1 0,1-1,0 1,0 0,-1-1,1 1,0 0,0 0,0-1,0 1,0 0,0-1,0 1,0 0,0 0,0-1,0 1,0 0,1-1,-1 1,0 0,1-1,-1 1,0 0,1-1,-1 1,1 0,-1-1,1 1,-1-1,1 1,-1-1,1 0,-1 1,1-1,0 1,-1-1,1 0,0 1,-1-1,1 0,0 0,-1 0,1 0,0 0,0 1,-1-1,2 0,-27 22</inkml:trace>
  <inkml:trace contextRef="#ctx0" brushRef="#br0" timeOffset="8136.027">579 2566,'0'2,"0"5,0 9,0 1</inkml:trace>
  <inkml:trace contextRef="#ctx0" brushRef="#br0" timeOffset="8831.795">1114 2926,'-7'0,"-2"3,2 4,8 9,10 10,5 8,0-2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7.5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83,'-2'68,"-3"1,-3-1,-7 20,11-67,-3-51,6-3,2 0,1 0,2 1,1-1,2 1,1 0,2-4,-6 27,0 0,0 0,0 0,1 1,0 0,1 0,0 0,6-5,-10 11,-1 0,1 0,0 0,0 1,0-1,0 1,1 0,-1-1,0 1,0 0,1 0,-1 0,1 1,-1-1,1 1,-1-1,1 1,-1 0,1 0,-1 0,1 0,0 0,-1 1,1-1,-1 1,0-1,1 1,-1 0,1 0,-1 0,0 0,0 1,0-1,3 2,-2 1,1 1,-1-1,0 1,0 0,0-1,0 1,-1 1,0-1,0 0,0 0,-1 1,0-1,0 1,0-1,-1 1,0-1,0 1,0 0,-1-1,1 1,-1-1,-1 1,1-1,-1 0,0 1,0-1,0 0,-1 0,0 0,0-1,0 1,-1-1,1 0,-4 4,4-5,0 0,1 0,-1 0,0 0,-1-1,1 1,0-1,-1 0,1 0,-1 0,0 0,0-1,0 1,0-1,0 0,0 0,0-1,19-8,-9 7,-1 0,1 1,-1-1,1 1,0 0,-1 1,1 0,-1-1,1 2,-1-1,0 1,0-1,1 1,-1 1,0-1,-1 1,1 0,0 0,-1 0,0 1,1-1,-1 1,-1 0,1 1,-1-1,1 0,-1 1,0 0,-1 0,1 0,-1 0,0 0,-1 0,1 1,-1-1,0 0,0 1,0 4,-1-5,-1 0,0 0,0 0,0 0,0-1,-1 1,1 0,-1-1,-1 1,1-1,0 0,-1 0,0 0,0 0,0 0,-1 0,1-1,-1 0,0 1,0-2,-1 2,-96 47,2-27,75-32,26-1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8.1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360 126,'-2'-7,"0"0,0 1,0 0,-1-1,0 1,0 0,-1 0,1 0,-1 1,-1-1,1 1,-1 0,0 0,0 1,0-1,-1 1,1 0,-1 1,0-1,0 1,-1 1,1-1,0 1,-1 0,0 0,1 1,-1 0,0 0,0 0,0 1,0 0,1 0,-6 2,2 1,0 0,0 1,0 0,0 1,1 0,0 1,0 0,0 0,1 1,0 0,0 0,1 1,0 0,0 0,1 1,0 0,0 0,1 1,0-1,1 1,0 0,1 0,0 1,0-1,1 0,0 1,1 0,0-1,1 1,0 0,1 0,0-1,1 1,0-1,0 1,2 0,-1-4,1 0,0-1,1 1,-1-1,1 0,1 0,-1 0,1-1,0 0,0 0,0 0,1-1,0 0,0 0,0-1,0 1,0-2,1 1,-1-1,1 0,0-1,0 0,-1 0,1 0,0-1,2-1,50 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8.9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202 121,'-5'9,"-1"10,1 10,0 8,-1 7,1 4,-1 1,0-3,1-5,2-9</inkml:trace>
  <inkml:trace contextRef="#ctx0" brushRef="#br0" timeOffset="302.193">122 0,'5'13,"0"0,1 0,0 0,1-1,1-1,0 1,0-1,4 3,-2-1,34 43,-29-42,-1 0,-1 1,-1 1,0 0,-1 1,-1 0,0 1,-2 0,0 1,-1-1,0 1,-2 1,0-1,-2 1,0 0,0 3,-5-14,1-1,-1 1,0-1,-1 1,0-1,-1 0,1 0,-1 0,-1-1,1 0,-2 1,1-2,-1 1,0 0,0-1,0 0,-1-1,0 0,0 0,-1 0,1 0,-26 12,1 0,-2-2,0-2,-15 3,34-10,-32 9,9-2</inkml:trace>
  <inkml:trace contextRef="#ctx0" brushRef="#br0" timeOffset="707.145">108 963,'-51'324,"50"-319,0-1,0 1,1 0,0 0,0-1,0 1,0 0,1 0,-1-1,1 1,0 0,1-1,-1 1,1-1,0 0,0 1,1-1,-1 0,1 0,-1 0,1-1,1 1,-1-1,0 0,1 1,0-1,0-1,2 2,7-1,1-1,-1-1,1 0,-1-1,1-1,-1 0,1-1,-1 0,1-1,-1 0,0-1,-1-1,1 0,0-1,-11 5,193-83,-170 70</inkml:trace>
  <inkml:trace contextRef="#ctx0" brushRef="#br0" timeOffset="950.523">54 1204,'16'-7,"12"-7,11-5,5-2,2 0,-3 2,-3 2,-9 3</inkml:trace>
  <inkml:trace contextRef="#ctx0" brushRef="#br0" timeOffset="1102.629">28 990,'13'-7,"17"-5,14-2,13-3,13-1,8 2,2 4,-5 4,-16 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6.3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187 110,'-113'415,"109"-397,103-478,-96 447,-2 7,0-1,0 1,1 0,0 0,0 0,1 0,0 1,0-1,0 1,4-6,-6 11,0 0,0 0,0 0,0 0,0 0,0 1,0-1,0 0,0 0,0 1,0-1,-1 0,1 1,0-1,0 1,0-1,0 1,-1 0,1-1,0 1,0 0,-1-1,1 1,-1 0,1 0,-1 0,1 0,-1-1,1 1,-1 0,0 0,1 0,-1 0,0 0,0 0,0 0,0 0,0 0,0 0,0 0,0 0,0 0,8 35,-1 1,-2 0,-1 0,-3 2,4 25,32 199,-35-248</inkml:trace>
  <inkml:trace contextRef="#ctx0" brushRef="#br0" timeOffset="180.242">0 351,'5'-2,"10"-3,16-1,17-2,16-1,11-2,6 1,-11 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40.8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94 130,'-23'298,"6"-116,29-340,-26-87,4 134,9 109,1 0,-1 0,1 0,-1 0,1 0,0-1,0 1,-1 0,2 0,-1 0,0 0,0 0,1 0,-1-1,1 1,-1 0,1 0,0 0,0 1,0-1,0 0,0 0,1 0,-1 1,0-1,1 1,-1-1,1 1,0-1,-1 1,1 0,0 0,0 0,0 0,0 0,1 0,176-18,-17 7,-127 26,-29-3</inkml:trace>
  <inkml:trace contextRef="#ctx0" brushRef="#br0" timeOffset="218.928">1 317,'23'-4,"18"-7,16-5,15-5,6-3,-1 2,-14 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02.8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7340 1930,'1'801,"4"-625,0-10,-13 124,-5-145,-6 65,8 161,11-383,0-5</inkml:trace>
  <inkml:trace contextRef="#ctx0" brushRef="#br0" timeOffset="1438.61">7367 1984,'33'-11,"72"6,1 5,102 13,-174-10,-1 1,1 2,-2 1,1 2,-1 1,0 1,-1 2,-1 1,0 2,0 1,1 3,192 143,-199-148,-2 0,0 2,-1 0,0 1,-2 2,0 0,-1 1,-1 0,-1 2,-1 1,12 30,-2 2,-2 0,-4 2,-1 0,-4 1,-1 1,-3 5,-2 9,-3 0,-3 1,-3-1,-7 41,6-88,0 0,-2 0,-1 0,-1 0,-1-1,-1 0,-2 0,0-1,-2 0,-1-1,-1 0,-9 11,-23 19,-2-2,-3-2,-2-2,-44 29,58-52,-2-1,0-1,-1-3,-2-2,0-1,0-3,-2-1,-14 1,-35 3,-1-4,-49-1,135-12,-100 3,-73 9,94 11,101-26,5-4</inkml:trace>
  <inkml:trace contextRef="#ctx0" brushRef="#br0" timeOffset="2301.366">8864 3093,'-6'11,"0"0,0 0,1 1,0 0,1 0,1 0,0 0,0 1,1-1,1 1,0 0,1-1,0 1,1-1,0 1,1 0,1-1,2 8,-3-15,-1 1,1-1,0 0,1 0,-1 0,1 0,0-1,1 1,-1-1,1 1,-1-1,1 0,1-1,-1 1,0-1,1 0,0 0,0 0,0 0,0-1,0 0,0 0,0 0,1-1,-1 0,1 0,-1 0,1-1,-1 0,4 0,1 0,0-2,0 1,0-1,-1 0,1-1,-1 0,1-1,-1 0,0 0,0-1,-1 0,1-1,-1 0,0 0,-1-1,1 0,-1 0,-1 0,0-1,0 0,0-1,-1 1,0-1,1-4,-2 5,0 0,0 0,-1 0,0-1,-1 1,0-1,0 0,-1 1,0-1,-1 0,0 0,0 0,-1 0,0 1,0-1,-1 0,0 0,-1 1,0 0,0-1,-1 1,0 0,0 1,-1-1,0 1,0 0,-4-4,5 6,0 1,-1 0,1 1,-1-1,1 1,-1-1,0 1,-1 1,1-1,0 1,-1 0,1 0,-1 0,0 1,1 0,-1 0,0 1,0-1,0 1,0 1,1-1,-1 1,0 0,0 0,1 0,-1 1,1 0,-1 0,1 1,0-1,-1 1,2 0,-1 1,0-1,0 1,1 0,0 0,0 0,0 1,1-1,-1 1,0 2,3-4,0 0,0 1,0-1,1 1,-1-1,1 1,0-1,0 1,0-1,1 1,-1-1,1 1,0-1,0 0,0 1,0-1,1 0,-1 0,1 0,0 0,0 0,0 0,0 0,0-1,1 1,-1-1,1 1,-1-1,1 0,0 0,0 0,0-1,0 1,2 0,28 16</inkml:trace>
  <inkml:trace contextRef="#ctx0" brushRef="#br0" timeOffset="3420.131">9332 3213,'208'21,"900"63,-979-70,33 3,98-4,-152-35,-33 11,0 4,1 3,60 6,-48-1,-98-1,-5 0</inkml:trace>
  <inkml:trace contextRef="#ctx0" brushRef="#br0" timeOffset="4251.976">11017 2786,'4'-2,"1"-1,-1 0,0 0,0 0,0-1,0 1,0-1,-1 0,0 0,1 0,-2 0,1 0,0-1,-1 0,0 1,0-1,0 0,-1 0,1 0,-1 0,0 0,-1 0,1 0,-1-1,0 1,-1 0,1 0,-1 0,0 0,0 0,0 0,-1 0,0 0,-1-3,0 5,1 0,0 1,-1-1,1 1,-1 0,0 0,1 0,-1 0,0 0,-1 1,1-1,0 1,0 0,0 0,-1 0,1 0,-1 1,1-1,0 1,-1 0,1 0,-1 0,1 0,-1 1,1 0,0-1,-1 1,-1 1,-3 0,1 1,0 0,-1 1,1-1,1 1,-1 1,0-1,1 1,0 0,0 0,1 1,-1 0,-1 4,-1 0,1 0,1 0,0 1,1 0,0 0,0 0,1 1,1-1,0 1,1 0,0 0,0 0,2 0,-1 11,1-20,1-1,-1 1,0 0,1-1,-1 1,1 0,0-1,0 1,0 0,0-1,1 0,-1 1,0-1,1 0,0 0,-1 1,1-1,0-1,0 1,1 0,-1 0,0-1,0 1,1-1,-1 0,1 0,-1 0,1 0,-1 0,1 0,0-1,-1 1,1-1,0 0,0 0,-1 0,1 0,3 0,1 0,0 0,0 0,0-1,0 0,0 0,0-1,0 0,0 0,-1 0,1-1,-1 0,1 0,-1-1,0 0,0 0,-1 0,1-1,-1 1,0-1,0-1,-1 1,1-1,-1 0,0 0,-1 0,1 0,-1 0,-1-1,1 0,-1 0,0 1,0-6,0-64,-2 146,2-60,1-1,0 0,0 0,1 0,0-1,0 1,1-1,0 0,1 0,0-1,0 1,0-1,1-1,0 1,0-1,1 0,0-1,0 0,0 0,0-1,1 0,7 3,1-1,0 0,1-1,-1-1,1 0,0-2,0 0,0-1,0 0,0-2,1 0,10-3,-22 3,0 0,0-1,0 1,0-2,0 1,0-1,-1 0,0 0,1 0,-1-1,0 0,-1-1,1 1,2-4,-3-4,-5 3</inkml:trace>
  <inkml:trace contextRef="#ctx0" brushRef="#br0" timeOffset="12202.82">95 5246,'493'-3,"62"-35,-68 26,198-3,-499 16,141-16,-101 8,185 2,-183 18,-225-15,-1 0,1 0,-1 0,0 0,0 0,0-1,0 1,-1 0,1-1,0 0,-1 1,0-1,0 0,0 0,0 0,0 0,0 0,-1 0,0 0,1 0,-1 0,0 0,-1 0,1 0,0 0,-1 0,1 0,-1 0,0 1,-1-4,-54-224,24 118,-53-281,41-20,15 201,7-41,3 48,-2-81,22 7,12 154,-1 45,-11 79,1 0,-1-1,1 1,0 0,-1-1,1 1,0 0,0 0,0 1,0-1,0 0,0 1,0-1,0 1,0-1,0 1,0 0,0 0,0 0,0 0,0 0,0 1,0-1,0 1,0-1,0 1,0 0,0 0,0-1,0 1,0 1,-1-1,2 1,12 2,64 10,2-4,-1-3,9-4,-40-1,579 3,-322 8,439-13,-407 14,-26-6,184-2,-313-7,-24 27,-66-12,-64-8,-23-6</inkml:trace>
  <inkml:trace contextRef="#ctx0" brushRef="#br0" timeOffset="15786.627">82 7652,'580'-40,"-378"37,261-13,247-35,9 0,-35-16,-377 43,137 22,-209 42,-144-41,-88 0,-1 0,1-1,-1 1,0-1,0 0,1 0,-2 0,1 0,0 0,0 0,0 0,-1-1,1 1,-1 0,0-1,0 0,0 1,0-1,0 1,-1-1,1 0,-1 0,1 1,-1-1,0 0,0 0,-1 0,1 1,0-1,-1 0,0 0,1 1,-1-1,-1-1,1-6,-47-365,33-130,8 299,1-518,14 148,-14 486,-4 0,-4 1,-4 0,-18-48,20 68,3-1,3-1,3 1,3-6,-9-108,-26-249,25 238,-12 6,26 188,-1 0,1 0,0-1,0 1,0 0,0 0,0 0,0 0,0 0,0 0,0-1,1 1,-1 0,0 0,1 0,-1 0,1 0,-1 0,1 0,0 0,-1 0,1 0,0 0,-1 1,1-1,0 0,0 0,0 1,0-1,0 1,0-1,0 0,0 1,0 0,0-1,0 1,0 0,0-1,0 1,1 0,-1 0,0 0,0 0,0 0,0 0,0 0,1 1,-1-1,0 0,0 1,0-1,0 1,0-1,0 1,0-1,575 75,-427-65,137-8,-153-4,1370 2,-1400 13,36 13,-136-29,-12-3</inkml:trace>
  <inkml:trace contextRef="#ctx0" brushRef="#br0" timeOffset="24283.075">68 13213,'49'-11,"28"-1,-1 2,46 3,317-1,268 2,-582 0,-52 1,-1 3,55 7,-41-1,0-3,0-4,27-7,21-1,302-15,231 18,-114 1,-343 9,165-2,-221 27,157 36,-159-45,-146-17,-5-1,0 0,0 1,0-1,0 0,0 0,0 0,0 1,0-1,0 0,0 0,0 0,0-1,0 1,0 0,0 0,0 0,0-1,0 1,-1-1,1 1,0-1,0 1,0-1,0 1,0-1,-1 0,1 1,0-1,-1 0,1 0,0 1,-1-1,1 0,-1 0,1 0,-1 0,0 0,1 0,-1 0,0 0,0 0,1 0,34-317,-20 209,-4 0,-6-7,-6-759,-7 708,-7 0,-21-82,-3-22,-42-337,34 11,32 108,29 42,-6 130,-4 134,-12-78,7 236,-3-541,-23 75,27 428,1-101,-20-149,11 207,5 0,5-21,-1 7,-1-765,-27 298,28 156,1 393,2-1,2 1,1 0,2 1,4-9,24-34,-35 77,1 1,-1-1,1 0,0 1,-1 0,1-1,1 1,-1 0,0 1,0-1,1 0,-1 1,1 0,-1 0,1 0,0 0,-1 1,1-1,0 1,-1 0,1 0,0 0,0 1,-1-1,1 1,0 0,2 1,8-1,255 14,334 12,397-27,-874 24,-94-21,-36-10</inkml:trace>
  <inkml:trace contextRef="#ctx0" brushRef="#br0" timeOffset="49765.24">54 14884,'2'-2,"-1"0,0 0,1-1,-1 1,1 0,-1 0,1 1,0-1,0 0,0 0,0 1,0-1,0 1,1 0,-1 0,0 0,1 0,-1 0,1 0,-1 1,1-1,-1 1,1 0,-1-1,1 1,0 0,1 1,12-4,110-15,17-8,263 26,-125 14,128-25,-34 6,-99-20,216 17,17-10,-25-10,657 29,-923 7,157-3,-163 23,-163-22,-45-5,1 1,0-1,0 0,0-1,0 1,0-1,0 0,0 0,0 0,0-1,0 0,0 0,0 0,0 0,-1-1,1 0,0 0,-1 0,4-3,-1 0,0-1,0-1,-1 1,0-1,0 0,0 0,-1-1,0 1,-1-1,1 0,-2-1,1 1,-1-1,0 0,-1 1,0-1,0-6,22-248,21 8,-1-175,-34 333,-4-1,-4 1,-6-23,-24-205,-11 1,21 214,5 0,3-57,4 36,-18-95,3 34,-8-139,29-362,-5 630,-2 0,-14-47,-12-125,33-220,5 372,3 0,4 1,11-38,17-115,-10-97,6 32,7-167,-4 125,-13-27,-20-171,-7 322,1 103,17-570,-7 480,-11-31,3-81,23 8,-17 22,-4 256,-2 0,-1-1,-2 1,-1-1,-4-18,-13-97,16 128,3 18,-1 0,0-1,1 1,-1 0,1 0,-1-1,1 1,0 0,0-1,-1 1,1 0,0-1,0 1,0-1,0 1,1 0,-1-1,0 1,0 0,1-1,-1 1,1 0,-1 0,1-1,0 1,-1 0,1 0,0 0,0 0,0 0,0 0,0 0,0 0,0 0,0 0,0 1,1-1,-1 0,0 1,0-1,1 1,-1-1,1 1,138 11,177-9,-48-28,-75 12,-87 0,107 15,-167 8,-46-5,-6-3</inkml:trace>
  <inkml:trace contextRef="#ctx0" brushRef="#br0" timeOffset="50004.594">7207 4055,'0'3,"0"2,0 3,0 5,-2 5,-2 5,1 5,3 3,4-1,1-5</inkml:trace>
  <inkml:trace contextRef="#ctx0" brushRef="#br0" timeOffset="51886.1">11752 3307,'178'1,"1030"-21,-686 12,-474 3,-47 2</inkml:trace>
  <inkml:trace contextRef="#ctx0" brushRef="#br0" timeOffset="54368.377">14893 125,'-5'29,"2"0,0 0,2 0,2 0,2 21,0 3,-4 144,-14 68,-2 31,13 317,-8-477,7-91,1 0,2 0,2 0,4 26,5 207,3-199,-12-76,1-1,0 1,0-1,0 1,1-1,-1 0,1 1,-1-1,1 0,0 0,0 0,0 0,0-1,0 1,0 0,0-1,0 0,1 1,-1-1,1 0,-1 0,1 0,-1 0,1-1,0 1,-1-1,1 0,0 0,53 0,0-3,0-3,0-2,2-3,13-1,614-58,-385 47,678-35,-583 60,-381-4,-23-1</inkml:trace>
  <inkml:trace contextRef="#ctx0" brushRef="#br0" timeOffset="56132.359">14826 192,'5'-11,"1"1,0-1,0 1,1 0,0 1,1 0,0 0,0 1,1-1,0 2,1 0,0 0,0 0,0 1,0 1,1 0,0 0,0 1,1 0,-1 1,1 1,0 0,4 0,105-13,1 5,0 5,52 8,-45-2,792 41,-299-32,241 42,-827-50,540 45,-319-30,-117-2,-124-13,-13-2,-1-1,1 1,0 0,0 0,0 0,-1 0,1 1,0-1,0 1,-1 0,1-1,0 1,-1 0,1 1,-1-1,1 0,-1 1,0-1,1 1,-1 0,0 0,0 0,0 0,0 0,-1 0,1 1,-1-1,1 0,-1 1,0-1,0 1,0 0,0-1,0 1,0 2,-18 160,-10 232,18 287,7-190,-25-131,27-218,-1-143,1 0,-1-1,0 1,0-1,0 1,0-1,0 1,0-1,-1 0,1 1,0-1,-1 0,1 0,-1 0,1 0,-1 0,0-1,1 1,-1 0,0-1,0 1,1-1,-1 1,0-1,0 0,1 0,-1 0,0 0,0 0,0 0,0-1,1 1,-1 0,0-1,1 0,-1 1,0-1,1 0,-1 0,0 0,1 0,-1 0,-278-82,65 41,-2 10,-218-5,249 28</inkml:trace>
  <inkml:trace contextRef="#ctx0" brushRef="#br0" timeOffset="56898.543">16551 553,'0'-15,"0"20,0 19,-10 621,18-511,-6-128,-1-1,1 0,-1 0,2 0,-1 0,0 0,1-1,0 1,0-1,0 0,1 1,-1-1,1-1,0 1,0-1,1 1,-1-1,1 0,-1-1,1 1,0-1,0 0,3 1,14 2,0-1,0-2,1 0,-1-1,1-1,12-2,-15 1,159-9,79-19,-238 27,-14 2,1-1,-1 1,1-2,-1 1,1 0,-1-1,0-1,0 1,0-1,5-2,-4-3</inkml:trace>
  <inkml:trace contextRef="#ctx0" brushRef="#br0" timeOffset="57451.6">16538 486,'13'-10,"-1"0,2 1,-1 1,1 0,1 1,-1 0,1 1,0 1,0 0,1 1,0 1,-1 0,1 1,0 1,7 1,-19-1,113-11,0 5,59 7,-170-1,0 1,0 1,0-1,0 1,0 0,0 0,0 1,0-1,-1 1,1 1,0-1,-1 1,0 0,0 0,0 1,0-1,0 1,-1 0,1 0,-1 1,0-1,0 1,0 1,11 20,-1 1,-1 0,-2 0,-1 2,0-1,-3 1,0 0,-2 1,-1-1,0 26,-3 38,-5 0,-13 76,-4 136,23-275,1-7</inkml:trace>
  <inkml:trace contextRef="#ctx0" brushRef="#br0" timeOffset="57787.702">16565 967,'13'-2,"19"-3,19-1,20 1,18 1,11 1,6-1,-2 1,-10 0,-14 0,-18 2,-24 2,-25 2,-16 0</inkml:trace>
  <inkml:trace contextRef="#ctx0" brushRef="#br0" timeOffset="62064.328">15575 2077,'-1'-3,"0"0,-1 0,1 1,-1-1,0 1,0-1,0 1,0 0,0 0,-1 0,1 0,0 0,-1 0,0 1,1-1,-1 1,0 0,0 0,0 0,0 0,0 0,0 0,0 1,0 0,0-1,0 1,0 0,0 1,0-1,0 0,0 1,0 0,0 0,0 0,0 0,1 0,-1 0,0 1,0 0,1-1,-1 1,1 0,0 0,-2 2,-3 3,0 0,1 0,0 1,0 0,1 0,0 0,0 1,1-1,0 1,1 0,0 1,0-1,0 6,3-13,-1 0,1-1,0 1,-1 0,1-1,0 1,0 0,1 0,-1-1,0 1,0 0,1-1,-1 1,1-1,0 1,-1 0,1-1,0 1,0-1,0 0,0 1,0-1,0 0,0 1,0-1,1 0,-1 0,0 0,1 0,-1 0,1-1,-1 1,1 0,-1-1,1 1,0-1,-1 1,1-1,0 0,-1 1,1-1,0 0,-1 0,1-1,0 1,0 0,-1 0,1-1,-1 1,1-1,9-3,0 0,-1-1,0 0,0 0,0-1,-1-1,0 1,0-2,0 1,-1-1,0 0,-1-1,0 0,0 0,-1-1,0 0,-1 0,0 0,0 0,1-6,0-8,-11 38,0 2,1 0,1 0,0 0,1 1,1-1,0 1,1-1,1 1,1-1,2 12,-1-22,0-1,0 1,1 0,-1-1,1 0,1 0,-1 0,0 0,1-1,0 0,0 0,1 0,-1-1,1 1,-1-1,1 0,0-1,0 0,0 0,1 0,-1-1,0 1,1-2,-1 1,1-1,5 0,39 3</inkml:trace>
  <inkml:trace contextRef="#ctx0" brushRef="#br0" timeOffset="63399.276">13557 3307,'44'16,"3"-6,1-2,0-2,0-2,8-2,-50-1,761-1,-326-6,-377 5,0 4,-1 2,1 3,-2 2,36 13,-34-8,-64-16,1 0,0 1,-1-1,1 0,-1 0,1 0,-1 0,1 0,-1 0,0 0,0 0,1 0,-1 0,0 0,0 0,0 0,0 0,0 0,0 0,0 0,0 0,-1 0,1 0,0 0,-1 0,1 1,0-1,-1 0,1 0,-1 0,0 0,1 0,-1 1,1-1,-1 0,0 0,-2-6,-3-15,2 0,1 0,1 0,0 0,2 0,1-14,0-2,12-595,-17 569,-1 13</inkml:trace>
  <inkml:trace contextRef="#ctx0" brushRef="#br1" timeOffset="211883.819">10415 5085,'23'514,"-14"-373,-6 0,-12 116,-12 59,15 11,2-97,-1-78,8 0,6 6,3 34,-11 125,-2-149,0 335,-12-318,10-175,0-18</inkml:trace>
  <inkml:trace contextRef="#ctx0" brushRef="#br1" timeOffset="213647.218">10455 5111,'3'-3,"0"0,0 1,1-1,-1 1,1-1,-1 1,1 0,0 0,0 1,0-1,0 1,0 0,0 0,1 0,-1 1,4-1,-3 0,39-4,1 1,0 2,-1 2,1 2,30 6,-9 4,0 3,-1 3,-1 3,-1 3,-1 2,-1 3,-1 3,54 38,-31-10,-2 3,-4 3,-2 4,36 46,-82-85,-1 1,-1 1,-2 1,-1 1,-2 1,-2 1,-1 1,2 11,21 79,-6 3,5 55,-24-79,-4 1,-5 0,-5 1,-4-1,-13 80,7-96,-4 0,-4-1,-24 79,14-85,-4-1,-3-1,-4-2,-3-1,-4-2,-39 52,28-65,-2-2,-60 50,43-43,20-22,-2-2,-2-2,-36 19,72-50,-9 8,-1-1,-1-2,-1-1,-32 11,7-7,19-7,0 0,-1-3,0-1,-31 2,-54 6,-87 4,202-22,0-1,1 1,0 0,0 0,0 1,-1 1,1-1,0 1,1 1,-1 0,-7 3,34-5,3-8</inkml:trace>
  <inkml:trace contextRef="#ctx0" brushRef="#br1" timeOffset="214653.678">12326 6877,'-6'2,"-1"1,1 1,0-1,0 1,0 0,0 0,0 1,1 0,0 0,0 0,1 0,-3 4,5-7,1 1,-1-1,1 1,0 0,0-1,0 1,0 0,0 0,0 0,1-1,0 1,-1 0,1 0,0 0,0 0,1 0,-1 0,1 0,-1-1,1 1,0 0,0 0,0 0,0-1,1 1,-1-1,1 1,-1-1,1 0,0 1,1-1,11 11,0-1,1-1,0 0,1-1,0-1,1-1,0 0,0-1,1-1,0 0,0-2,10 2,-14-3,1 0,-1-1,1 0,-1-1,1-1,-1 0,1-1,-10 0,0 0,-1 0,1 0,0 0,-1-1,0 1,1-1,-1 0,0-1,0 1,0-1,0 1,0-1,-1-1,1 1,-1 0,0-1,0 1,0-1,-1 0,1 0,-1 0,1-2,1-4,-1 0,0-1,-1 1,0 0,-1-1,0 0,0 1,-1-1,-1 1,0-1,0 1,-1-1,0 1,-1 0,0-1,-1 1,0 1,0-1,-1 1,0-1,-1 1,0 1,0-1,-1 1,0 0,-1 1,0 0,0 0,0 0,-1 1,0 0,0 1,0 0,-1 1,0 0,0 0,0 1,0 0,0 1,-1 0,1 0,-1 1,0 1,1 0,-1 0,1 1,-1 1,1-1,-5 3,6-1,1 1,-1 0,1 1,0 0,0 0,0 1,1 0,0 0,0 0,1 1,-1 0,1 1,1 0,0-1,-4 8,6-10,1 1,-1-1,1 0,1 1,-1 0,1-1,0 1,0 0,0-1,1 1,0 0,0 0,0 0,1-1,0 1,0 0,1-1,-1 1,1-1,0 1,1-1,-1 0,1 0,0 0,4 4,18 21</inkml:trace>
  <inkml:trace contextRef="#ctx0" brushRef="#br1" timeOffset="-214177.241">12781 6984,'17'-5,"1"2,-1 0,1 1,0 1,0 0,8 2,6-1,828-31,-265-12,203-5,-737 54,-61-6,0 1,0-1,0 0,0 1,0-1,0 0,0 1,0-1,0 0,-1 1,1-1,0 0,0 1,0-1,0 0,0 1,-1-1,1 0,0 1,0-1,-1 0,1 0,0 1,-1-1,1 0,0 0,0 0,-1 0,1 1,0-1,-1 0,1 0,0 0,-1 0,1 0,-1 0,1 0,0 0,-1 0,1 0,0 0,-1 0,1 0,0 0,-1 0,1 0,0 0,-1 0,1-1,0 1,-1 0,1 0,-10-2</inkml:trace>
  <inkml:trace contextRef="#ctx0" brushRef="#br1" timeOffset="-213261.054">13770 5967,'0'495,"4"-441,-4-53,1-1,-1 1,1-1,0 1,-1-1,1 0,0 1,0-1,-1 0,1 1,0-1,0 0,0 0,-1 0,1 0,0 0,0 0,0 0,-1 0,1 0,0 0,0 0,0 0,-1-1,1 1,0 0,0 0,-1-1,1 1,0-1,-1 1,1-1,0 1,-1-1,1 1,-1-1,1 1,-1-1,1 0,-1 1,1-1,-1 0,0 0,1 1,-1-1,0 0,1 0,-1 1,0-1,0 0,0 0,0 0,30-51,-25 40,1 1,0 0,1 0,0 0,1 1,0 0,0 1,1 0,4-3,-10 10,0 0,0 0,0 1,0-1,1 1,-1-1,0 1,1 0,-1 1,1-1,0 0,-1 1,1 0,-1 0,1 0,0 0,-1 1,1-1,-1 1,1 0,-1 0,1 0,-1 1,0-1,0 1,0 0,1-1,-1 1,-1 1,1-1,0 0,-1 1,2 0,1 3,0 0,0 0,0 0,-1 0,0 1,0 0,0-1,-1 2,0-1,0 0,-1 0,0 1,-1 0,1-1,-1 2,-1-4,0-1,-1 1,1-1,-1 0,0 1,-1-1,1 0,0 0,-1 0,0 0,0 0,-1 0,1 0,-1-1,1 1,-1-1,0 0,0 0,-1 0,1 0,-1 0,1-1,-1 1,0-1,0 0,0 0,-1 0,-10 4,-1 0,1-1,-1-1,0 0,-1-1,-10 0,-63-2,90-1,0 0,0 0,1 0,-1 0,0 0,0 0,1 0,-1 0,0 0,0 0,0 0,1-1,-1 1,0 0,0 0,0 0,0 0,1-1,-1 1,0 0,0 0,0 0,0-1,0 1,0 0,0 0,0 0,1-1,-1 1,0 0,0 0,0-1,0 1,0 0,0 0,0 0,0-1,0 1,-1 0,1 0,0-1,0 1,0 0,0 0,0 0,0-1,0 1,0 0,-1 0,1 0,0-1,0 1,0 0,0 0,-1 0,1 0,0 0,15-7</inkml:trace>
  <inkml:trace contextRef="#ctx0" brushRef="#br1" timeOffset="-211649.295">16177 1690,'-14'68,"4"2,3-1,3 16,0-17,8-56,6-32,-8 16,-1 2,-1 0,0 0,0 0,1 0,-1 0,1 0,0 0,0 0,0 0,0 0,0 0,0 0,0 0,0 1,1-1,-1 1,1-1,-1 1,1-1,-1 1,1 0,0 0,0 0,0 0,0 0,0 0,0 0,0 1,0-1,0 1,0-1,0 1,0 0,0 0,0 0,0 0,0 0,1 0,-1 1,0-1,0 1,0 0,0-1,0 1,0 0,-1 0,1 0,0 0,68 98,-69-99,0 1,0 0,0 0,0 0,0 1,0-1,0 0,0 0,0 1,-1-1,1 0,0 1,-1-1,1 1,-1-1,1 1,-1-1,0 1,0-1,1 1,-1-1,0 1,-1 0,1-1,0 1,0-1,-1 1,1-1,-1 1,1-1,-1 1,1-1,-1 0,0 1,0-1,0 0,0 0,0 1,0-1,-10 3,1 0,-1-1,0-1,0 0,-1 0,1-1,0-1,-1 1,8-1,-22 1</inkml:trace>
  <inkml:trace contextRef="#ctx0" brushRef="#br1" timeOffset="-209729.249">15028 6796,'147'-1,"169"2,19 15,-130 5,172 10,-367-31,-8 1,1 0,0 0,-1-1,1 0,-1 1,1-1,0 0,-1 0,1 0,0-1,-1 1,1-1,-1 1,1-1,0 0,-1 0,0 0,1 0,-1-1,0 1,1-1,-1 1,0-1,0 0,0 1,-1-1,1 0,0 0,-1-1,1 1,-1 0,-5-112,2-713,2 796,17-830,-10 719,-6 0,-15-111,-8-98,5 3,15 295,-2 0,-3 0,-2 1,-6-13,9 25,1 0,2 0,1-30,1 11,-24-123,-11-29,10 38,21 133,-13-37,1 51</inkml:trace>
  <inkml:trace contextRef="#ctx0" brushRef="#br1" timeOffset="-197271.689">121 8427,'782'-1,"-390"-12,5 0,-199 22,76 4,46-8,-165 10,56-8,-24 9,-183-15,1 0,-1 0,0 0,1-1,-1 1,0-1,1 0,-1-1,0 1,1-1,-1 1,0-1,1 0,-1-1,0 1,0-1,0 0,0 0,0 0,-1-1,1 1,-1-1,1 0,-1 0,0 0,0 0,0 0,-1-1,1 1,-1-1,0 0,0 0,15-102,-16 77,16-374,-16 386,28-643,-28 505,20-145,-9 180,-6 0,-7-116,-13 107,-25-77,25 53,14 141,11-53,-10 65,0-1,1 0,-1 1,0-1,1 1,-1 0,1-1,-1 1,1 0,-1 0,0 0,1 0,-1 0,1 0,-1 0,1 1,-1-1,1 0,-1 1,0-1,1 1,-1 0,0-1,1 1,-1 0,0 0,0 0,0 0,0 0,1 0,7 4,18 5,1-2,0 0,0-2,0-2,1 0,0-2,0-1,0-1,5-2,4 2,739-24,109-7,-181 17,118 23,167 18,-221-14,58-7,-507-7,8 1,-181 13,19 14,-101-16,-65-11,0 0,0 0,0 0,0 0,0 0,0 1,0-1,0 0,0 0,-1 0,1 0,0 0,0 0,0 1,0-1,1 0,-1 0,0 0,0 0,-12 1</inkml:trace>
  <inkml:trace contextRef="#ctx0" brushRef="#br1" timeOffset="-193596.276">41 9242,'742'0,"-63"-54,-439 53,256-10,9-22,-328 18,161-5,-203 14,-90 2,0 3,0 1,0 2,7 3,136 14,-112-23,-74 2,0 0,0-1,0 1,0-1,-1 1,1-1,-1 0,0 0,0 0,0 1,0-1,0 0,-1 0,1 0,-1-1,0 1,0 0,0 0,0 0,0 0,-1 0,0-2,1-6,-5-68,-3-1,-15-65,15 99,-11-58,-10-63,-1-92,-20-353,44 172,7 264,8-43,-4 16,-19 74,9 66,7 61,-1 1,0-1,0 0,1 1,-1-1,1 1,-1-1,1 1,0 0,-1 0,1 0,0 0,0 0,0 0,0 0,0 0,0 1,0-1,0 1,0 0,0-1,0 1,0 0,0 0,0 0,1 1,-1-1,0 0,0 1,0-1,0 1,1 0,6 0,717-7,8-19,-226 9,570-25,-427 35,-398 8,462-2,-189 13,-28-13,-171 27,-155-13,-43-1,27 1,-25-3,-105-11,-17-3</inkml:trace>
  <inkml:trace contextRef="#ctx0" brushRef="#br1" timeOffset="-173591.936">5148 6984,'-11'25,"11"-24,0 1,-1-1,1 1,0-1,0 1,0-1,0 1,0-1,0 1,1-1,-1 0,0 1,1-1,-1 1,1-1,-1 0,1 1,0-1,0 0,0 1,-1-1,1 0,0 0,0 0,1 0,-1 0,0 0,0 0,0 0,1-1,-1 1,0 0,1-1,-1 1,1-1,-1 1,0-1,1 0,-1 0,1 1,-1-1,1 0,-1 0,1-1,-1 1,1 0,-1 0,1-1,-1 1,1-1,1 0,-1-1,0 1,0-1,0 1,0-1,-1 0,1 1,0-1,-1 0,1 0,-1 0,0-1,1 1,-1 0,0 0,-1-1,1 1,0 0,-1-1,1 1,-1-1,1 1,-1-1,0 1,0-1,-1 1,1-1,0 1,-1-1,1 1,-1 0,0-1,0 1,0 0,0-1,0 1,-1 0,1 0,-1 0,1 0,-1 0,0 0,1 1,-1-1,0 0,-1 0,-2 1,1-1,-1 1,1-1,-1 1,0 1,0-1,1 1,-1 0,0 0,0 0,1 0,-1 1,0 0,1 0,-1 0,0 1,1-1,0 1,-1 0,1 1,0-1,0 1,0-1,0 1,1 0,-1 1,1-1,0 1,0-1,0 1,0 0,1 0,-1 0,1 1,0-1,0 0,-1 5,3-7,1 0,-1 0,0 0,0 0,1 0,-1 0,1 0,0 0,-1-1,1 1,0 0,0 0,0-1,0 1,1-1,-1 1,0-1,1 1,-1-1,0 0,1 0,0 1,-1-1,1 0,0 0,0-1,-1 1,1 0,0-1,0 1,1-1,64 11,-65-11,3 1,1 0,-1 0,0 0,1-1,-1 0,0 0,1 0,-1-1,0 1,1-1,-1-1,0 1,0-1,0 0,0 0,0 0,0-1,-1 1,1-1,-1 0,1-1,-1 1,0-1,-1 0,1 0,-1 0,1 0,-1-1,-1 1,1-1,-1 0,1 0,0-5,-2 5,-1-1,0 1,0-1,0 0,-1 1,0-1,0 1,-1-1,1 1,-1 0,0 0,-1 0,1 0,-1 0,0 0,0 0,-1 1,1 0,-1-1,0 1,0 1,0-1,-1 1,1-1,-1 1,-3-1,5 2,0 0,-1 0,1 0,-1 1,1-1,-1 1,0 0,1 0,-1 0,0 0,0 1,0 0,1 0,-1 0,0 0,0 0,0 1,0 0,1-1,-1 2,0-1,1 0,-1 1,1-1,-1 1,1 0,0 0,0 0,0 1,0-1,0 1,0 0,1 0,-1 0,1 0,0 0,0 0,-1 2,0-1,1 0,-1-1,1 1,0 0,0 1,1-1,-1 0,1 1,0-1,0 0,0 1,1-1,-1 1,1 0,0-1,0 1,1-1,0 1,-1-1,1 1,1-1,-1 0,1 1,0-1,0 0,0 0,0 0,1 0,-1-1,1 1,0-1,0 1,0-1,1 0,-1 0,1-1,3 3,2-2,1-1,-1 0,0 0,1-1,-1 0,1-1,-1 0,1-1,-1 0,1 0,-1-1,0 0,1 0,-1-1,0-1,-1 1,1-2,-1 1,0-1,0 0,0-1,0 1,-1-2,3-2,-8 7,1-1,-1 1,0-1,0 1,0-1,0 0,0 0,-1 0,1 0,-1 0,0 0,0 0,0 0,0 0,-1-1,1 1,-1 0,0-1,0 1,0 0,0-1,0 1,-1 0,0 0,0-1,0 1,0 0,0 0,0 0,-1 0,1 0,-1 0,0 0,0 1,0-1,0 1,-1-1,1 1,-1 0,1 0,-1 0,0 0,0 1,0-1,0 0,-5-1,0 1,0 0,0 0,0 1,0 0,0 0,-1 1,1 0,0 0,0 1,-1 0,1 0,0 1,0 0,1 1,-1 0,0 0,1 0,-1 1,1 0,0 1,1-1,-1 1,1 1,0-1,0 1,0 0,1 1,-3 3,7-8,0-1,0 1,0-1,0 1,0 0,0-1,1 1,-1 0,1-1,-1 1,1 0,-1 0,1 0,0-1,0 1,0 0,0 0,0 0,1-1,-1 1,0 0,1 0,-1-1,1 1,0 0,0-1,-1 1,1 0,0-1,0 1,1-1,-1 0,0 1,0-1,1 0,-1 0,1 0,-1 0,1 0,-1 0,1 0,1 0,7 3,1 0,-1-1,1-1,0 0,0 0,0-1,1 0,-1-1,0-1,0 1,0-2,0 0,0 0,0-1,-1 0,2-1,-10 4,-1 0,1-1,-1 1,1-1,-1 1,1-1,-1 1,1-1,-1 0,1 0,-1 1,0-1,0 0,1 0,-1-1,0 1,0 0,0 0,0 0,0-1,0 1,-1-1,1 1,0 0,-1-1,1 1,-1-1,1 0,-1 1,0-1,0 1,1-1,-1 1,0-1,-1 0,1 1,0-1,0 1,-1-1,1 1,-1-1,1 0,-1 1,0 0,1-1,-1 1,0 0,0-1,0 1,0 0,0 0,0 0,-2-1,-6-4,-1 2,0-1,0 1,0 1,-1-1,0 2,1 0,-1 0,0 1,0 0,0 1,0 0,0 1,-7 1,-1 3,19-5,1 0,-1 0,0 0,0 0,0 0,1 0,-1 0,0 0,0 0,0 0,1 0,-1 1,0-1,0 0,0 0,0 0,1 0,-1 0,0 0,0 1,0-1,0 0,0 0,0 0,1 0,-1 1,0-1,0 0,0 0,0 0,0 0,0 1,0-1,0 0,0 0,0 0,0 1,0-1,0 0,0 0,0 0,0 1,0-1,0 0,0 0,0 0,0 1,-1-1,1 0,0 0,0 0,0 0,0 1,24 2,0-1,0-2,0 0,0-1,0-1,1-2,35-1,221-12,-171 7,0 5,17 5,180-11,105-37,-61 26,-343 21,203-24,278 13,294 13,-396 12,42 9,-38-17,-245-19,349 14,-471-3,-16 1</inkml:trace>
  <inkml:trace contextRef="#ctx0" brushRef="#br1" timeOffset="-167763.502">108 14002,'400'-13,"147"4,94 15,56-3,-280-18,-115-5,17 9,-82-22,-101 23,-30-3,-1-1,240 9,-191-9,14 23,-22-4,-144-5,-1-1,1 1,-1-1,1 0,-1 1,1-1,-1 0,1 0,-1 0,0 0,0 0,1-1,-1 1,0 0,0-1,0 1,0 0,0-1,-1 1,1-1,0 0,-1 1,1-1,-1 0,1 1,-1-1,0 0,0 1,0-1,0 0,0 1,0-1,-4-60,4 60,-30-146,18 101,2-1,3 0,0-24,17-287,-7 209,-6 0,-7 1,-19-91,20 149,5 0,6-90,3 75,0 44,-4 0,-2 0,-2 0,-6-18,-54-217,-12-64,41 112,-6-166,1 126,21 182,5-1,3-10,-25-243,28 58,9 183,-2-615,0 730,0-1,1 1,0 0,0-1,0 1,0 0,1 0,0 0,0 0,1 0,-1 0,1 1,0-1,0 1,0 0,1-1,0 2,0-1,0 0,0 1,4-3,108-50,-50 29,-42 14,1 1,0 1,1 1,0 2,20-4,219-40,136-23,201 11,-28-26,233-6,-188 10,-585 82,249-35,1 12,27 12,194 3,-292 26,438-15,-668 1</inkml:trace>
  <inkml:trace contextRef="#ctx0" brushRef="#br1" timeOffset="-151145.496">1 15700,'135'-37,"64"32,-125 6,1298-1,-1195 7,101-5,204-38,853 37,-1310-1,529 14,-163-1,-68 1,-71-7,0 7,-119-8,82 10,87 31,-135-44,-163-3,0 0,0 0,0-1,0 1,0-1,0 0,0 0,0 0,0-1,0 1,0-1,-1 0,1 0,0 0,-1-1,0 1,0-1,0 0,0 0,0 0,0 0,-1 0,1-1,-1 1,0-1,0 0,-1 1,1-1,-1 0,1 0,-1-4,1-17,-1-1,-1 0,-2 0,-1 0,0 0,-2 1,-7-20,3 3,8 36,-30-135,6-1,6-1,5-37,10-388,-15-30,33 38,-9 471,2-579,-9 418,0 18,-12-29,-6 53,-8-80,11-47,-16-236,27 472,4-1,5 0,13-87,21-135,1 58,-23 183,25-136,10-8,-32 141,-10 55,-2 0,-1-1,-1 1,0-24,8-79,-12-44,1 173,0 0,1 1,-1 0,1-1,0 1,0 0,-1 0,1-1,1 2,-1-1,0 0,0 0,1 1,-1-1,1 1,-1 0,1 0,0-1,-1 2,1-1,0 0,0 1,0-1,-1 1,1 0,0 0,0 0,2 0,8-1,56-11,224-27,234-6,-355 27,644-32,-564 20,-16 2,5 11,216 17,-197 8,-162 0,-73 5,-18-9</inkml:trace>
  <inkml:trace contextRef="#ctx0" brushRef="#br1" timeOffset="-147026.374">68 16395,'4'-3,"1"0,-1 0,1 0,0 0,0 1,0 0,0 0,1 1,-1-1,0 1,1 0,-1 0,1 1,-1 0,1 0,-1 0,1 1,-1-1,6 3,53-4,22-21,-67 15,1 1,0 1,0 1,1 1,-1 1,5 0,20 5,-1 2,1 2,29 9,45 8,71-5,0-7,27-10,994-14,-433 8,-252-42,-35 2,99 1,104 8,73-40,13 15,-259 44,-455 17,-18 1,1-3,-1-1,37-8,-83 10,-1-1,1 1,-1 0,1-1,-1 0,1 1,-1-1,1 0,-1 0,0 0,1 0,-1 0,0 0,0 0,0 0,1 0,-1-1,-1 1,1 0,0-1,0 1,0-1,-1 1,1-1,-1 1,1-1,-1 1,0-1,1 0,-1 1,0-1,0 1,0-1,0 0,-1 1,1-1,-17-62,15 56,-107-283,-88-265,161 433,5-1,6-1,5-1,5-5,-11-578,3 64,27 383,17-59,76-372,-30 263,5-172,-26-15,-30 208,20-12,-19 246,4 105,-13 49,-2 1,-1-1,0 0,-1-1,-2 1,1-16,-4-207,14 134,7-24,24 44,-39 87,-1 0,0 0,1 1,-1-1,1 1,0 0,0 0,0 1,0-1,0 1,0 0,1 1,-1-1,5 1,11-2,451-45,227-7,-655 52,323-14,-63 14,-64 15,-114-8,-117-2</inkml:trace>
  <inkml:trace contextRef="#ctx0" brushRef="#br1" timeOffset="-146383.093">10321 8708,'3'-1,"-1"1,1 0,-1 0,1 0,-1 0,1 0,-1 0,1 1,-1-1,0 1,1 0,-1-1,0 1,1 0,-1 0,0 1,0-1,0 0,0 1,0-1,0 1,0 0,-1 0,1 0,0 0,-1 0,0 0,1 0,-1 0,0 0,0 0,0 1,-1-1,1 1,0-1,-1 0,0 1,1-1,-1 2,-2 236,2-211</inkml:trace>
  <inkml:trace contextRef="#ctx0" brushRef="#br1" timeOffset="-204070.189">11912 10914,'0'-5,"0"-1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4:46.3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10,'25'0,"22"0,17 0,10-2,8-1,-3 0,-7 1,-13 5,-17 4,-16 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4:46.6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1,'20'0,"17"0,14 2,16 1,11 4,9 4,1 2,-15-2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4:30.63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1631 1070,'-9'5,"1"0,7 1,11-1,2-2</inkml:trace>
  <inkml:trace contextRef="#ctx0" brushRef="#br0" timeOffset="1032.252">3288 990,'3'2,"-1"4,4 4,1 3,3 2,-1-1</inkml:trace>
  <inkml:trace contextRef="#ctx0" brushRef="#br0" timeOffset="3318.182">6310 1096,'0'3,"2"2,1 1</inkml:trace>
  <inkml:trace contextRef="#ctx0" brushRef="#br0" timeOffset="3587.207">6724 776,'18'18,"16"18,8 16,6 12,2 8,1 4,0-1,-6-4,-5-5,-7-10,-9-12,-7-13,-6-14,-4-10</inkml:trace>
  <inkml:trace contextRef="#ctx0" brushRef="#br0" timeOffset="3839.065">7165 722,'-18'25,"-15"22,-9 17,-4 10,-4 10,1 1,3-3,6-5,9-10,12-13,10-17</inkml:trace>
  <inkml:trace contextRef="#ctx0" brushRef="#br0" timeOffset="4106.349">7379 1057,'-2'12,"0"-1,1 1,1 0,0 0,1 0,0 0,0 0,2-1,-1 1,1 0,1-1,0 0,1 0,0 0,4 5,92 114,-78-104,-1 0,-1 2,-1 0,8 18,-26-44,-1 0,1 0,-1 0,1 0,-1 0,0 0,0 1,0-1,0 0,0 1,0-1,-1 0,1 1,-1-1,0 1,0-1,0 1,0-1,0 1,0-1,-1 1,1-1,-1 1,1-1,-1 0,0 1,0-1,0 0,-1 0,1 0,0 0,-1 0,1 0,-1 0,0 0,0 0,1-1,-1 1,0-1,-2 1,-6 1,0-1,0-1,0 0,-1 0,1-1,0 0,-1 0,1-2,0 1,0-1,0-1,0 1,0-2,0 1,1-2,-9-4,-29-14</inkml:trace>
  <inkml:trace contextRef="#ctx0" brushRef="#br0" timeOffset="4364.862">7486 1043,'16'-5,"14"-5,14-4,8-4,7-1,2 0,-2 2,-12 2</inkml:trace>
  <inkml:trace contextRef="#ctx0" brushRef="#br0" timeOffset="2435.205">5160 816,'4'9,"7"12,8 12,7 11,6 10,5 7,5 2,2-2,3-6,0-7,-1-9,-6-10,-8-9,-6-8,-9-11,-9-10,-5-3</inkml:trace>
  <inkml:trace contextRef="#ctx0" brushRef="#br0" timeOffset="2634.654">5548 816,'-14'16,"-11"19,-10 19,-9 17,-6 9,2 5,5 0,12-6,9-12,15-14,7-18</inkml:trace>
  <inkml:trace contextRef="#ctx0" brushRef="#br0" timeOffset="3070.83">5735 1110,'7'42,"-2"-1,-1 0,-3 1,-1 13,-11 131,10-184,2 1,-1-1,0 1,0-1,1 1,0-1,-1 0,1 1,0-1,0 0,0 0,0 1,1-1,-1 0,1 0,-1 0,1-1,0 1,-1 0,1 0,0-1,0 0,0 1,0-1,1 0,-1 0,0 0,0 0,1 0,-1 0,1-1,-1 1,0-1,1 0,-1 0,1 0,-1 0,1 0,-1 0,1-1,-1 1,1-1,-1 0,11-3,0 0,-1-2,1 0,-1 0,-1-1,1 0,-1-1,0 0,-1-1,0 0,-1-1,1 0,-2-1,0 1,0-2,-1 1,0-1,-1 0,0 0,-1-1,2-7,1-21,-12 42,-20 80,22-69,0 1,0-1,1 0,1 0,0 0,1 1,0-1,1 0,0 0,1 0,0 0,1-1,0 1,1-1,0 0,1 0,0-1,1 1,0-2,4 4,11 9</inkml:trace>
  <inkml:trace contextRef="#ctx0" brushRef="#br0" timeOffset="1301.219">3609 763,'16'9,"16"10,15 10,10 13,5 7,3 7,-3 5,-2 2,-8-1,-7-4,-7-6,-8-6,-9-9,-8-11</inkml:trace>
  <inkml:trace contextRef="#ctx0" brushRef="#br0" timeOffset="1548.559">4198 789,'-16'9,"-15"15,-10 14,-10 16,-6 18,0 13,4 4,7 0,13-7,11-10,10-18</inkml:trace>
  <inkml:trace contextRef="#ctx0" brushRef="#br0" timeOffset="1953.61">4398 1190,'27'-4,"1"0,-1 2,1 1,0 2,-1 0,17 4,-41-5,0 1,1 0,-1-1,0 1,0 1,1-1,-1 0,0 1,0 0,0-1,-1 1,1 0,0 1,-1-1,1 0,-1 1,0-1,0 1,0 0,0 0,0 0,-1 0,1 0,-1 0,0 0,0 0,0 1,0-1,-1 0,1 1,-1-1,0 1,0-1,0 0,0 1,0-1,-1 1,0-1,0 0,0 0,0 1,-1 0,-6 12,0-1,-1 0,-1-1,-1 0,0 0,-1-1,0-1,-1 0,-3 2,15-13,1-1,-1 0,0 0,1 0,-1 0,1 0,-1 1,1-1,-1 0,0 0,1 0,-1 1,1-1,-1 0,1 1,-1-1,1 0,0 1,-1-1,1 1,-1-1,1 1,0-1,-1 1,1-1,0 1,0-1,-1 1,1-1,0 1,0-1,0 1,0-1,0 1,0 0,0-1,0 1,0-1,0 1,0 0,0-1,0 1,0-1,0 1,1-1,-1 1,0-1,0 1,1-1,-1 1,0-1,1 1,-1-1,0 1,1-1,-1 1,1-1,-1 0,1 1,-1-1,1 0,-1 0,1 1,-1-1,1 0,55 4,-48-4,-1-1,0 1,1 0,-1 1,0 0,1 0,-1 1,0-1,0 2,0-1,0 1,-1 0,1 0,-1 1,1 0,-1 0,0 0,-1 1,3 2,-6-5,0 1,0 0,0 0,0 0,0 0,-1 0,1 0,-1 0,0 0,0 1,0-1,0 1,-1-1,1 0,-1 1,0-1,0 1,0-1,-1 1,1-1,-1 1,0-1,1 0,-2 1,1-1,0 0,-1 0,1 0,-1 0,0 0,0 0,0 0,-1-1,1 1,0-1,-1 0,0 1,-4 4,-1-1,0 1,-1-2,0 1,0-1,0 0,0-1,-1 0,1 0,-1-1,0 0,-1-1,-12 1</inkml:trace>
  <inkml:trace contextRef="#ctx0" brushRef="#br0" timeOffset="2196.96">4879 1137,'7'0,"4"0,5 0,0 0</inkml:trace>
  <inkml:trace contextRef="#ctx0" brushRef="#br0" timeOffset="270.782">1938 830,'5'9,"5"9,9 14,7 11,7 6,6 4,3 2,4-3,1-6,0-7,-3-9,-5-11,-7-7,-10-7</inkml:trace>
  <inkml:trace contextRef="#ctx0" brushRef="#br0" timeOffset="450.45">2379 802,'-16'14,"-12"18,-8 17,-7 16,-5 11,-2 6,6-2,8-7,10-12,10-17</inkml:trace>
  <inkml:trace contextRef="#ctx0" brushRef="#br0" timeOffset="784.697">2539 1190,'16'-11,"-1"1,1 0,0 1,1 1,0 0,1 1,-1 1,1 1,2 0,-18 5,0-1,1 1,-1 0,1 0,-1 0,0 0,1 1,-1-1,1 1,-1-1,0 1,0 0,1 0,-1 0,0 0,0 0,0 1,0-1,0 0,0 1,0 0,-1-1,1 1,-1 0,1 0,-1 0,1 0,-1 0,0 0,0 0,0 1,0-1,-1 0,1 0,-1 1,1-1,-1 1,0-1,0 0,0 1,0-1,0 1,0-1,-1 0,1 1,-1 0,-4 17,-1 0,-1 0,0 0,-2-1,0-1,-1 1,-1-2,-6 9,-13 22,19-30,-24 61,35-77,-1-1,1 0,0 0,0 0,0 1,0-1,1 0,-1 0,0 1,0-1,1 0,-1 0,1 0,-1 0,1 0,-1 0,1 1,0-1,0 0,-1-1,1 1,0 0,0 0,0 0,0 0,0-1,0 1,0 0,0-1,0 1,0-1,1 1,-1-1,0 0,0 1,0-1,1 0,0 0,50 1,126-42,-114 21</inkml:trace>
  <inkml:trace contextRef="#ctx0" brushRef="#br0" timeOffset="-2170.291">681 682,'11'16,"11"14,9 14,7 10,5 6,-1 3,0 3,-3-1,-6-5,-4-8,-7-12</inkml:trace>
  <inkml:trace contextRef="#ctx0" brushRef="#br0" timeOffset="-1929.421">1016 695,'-16'21,"-10"20,-5 19,-4 18,-2 13,-3 10,-1 3,7-15</inkml:trace>
  <inkml:trace contextRef="#ctx0" brushRef="#br0" timeOffset="-249.718">1189 1405,'2'-10,"-1"1,1 0,1 0,0 1,0-1,0 1,1-1,1 1,3-5,3-8,90-170,-92 178,-1 28,-9 314,1-304,0-5,0 0,1 0,0 0,2 0,1 0,4 14,1-16,1-8</inkml:trace>
  <inkml:trace contextRef="#ctx0" brushRef="#br0" timeOffset="6530.298">8087 1163,'0'2,"3"2,2-1,3-1,3-2,-1-3</inkml:trace>
  <inkml:trace contextRef="#ctx0" brushRef="#br0" timeOffset="7787.851">9558 1257,'-9'-1,"1"0,0 0,-1 1,1 0,-1 0,1 1,-1 0,1 1,0 0,0 0,0 1,0 0,0 0,0 1,1 0,0 0,0 0,0 1,0 1,1-1,0 1,0 0,-4 5,0 2,0 1,1 1,0 0,1 0,1 1,1 0,0 0,1 1,0-1,2 1,0 0,1 0,0 0,1 1,2-1,-1 0,2 0,0 0,1 0,3 9,-2-17,0-1,0 1,0-1,1 0,0 0,1 0,-1-1,2 0,-1 0,1-1,0 1,0-1,1-1,0 1,0-1,0-1,0 0,1 0,-1 0,1-1,0-1,1 1,-1-1,0-1,0 0,1 0,-1-1,1 0,-1-1,0 1,1-2,-1 0,0 0,0 0,0-1,0-1,-1 1,4-3,-7 3,0 0,0 1,-1-2,0 1,1 0,-1-1,0 0,-1 0,1 0,-1 0,0-1,0 1,0-1,0 0,-1 0,0 0,0 0,0 0,-1-1,0 1,0 0,0-1,-1 1,1-1,-1 1,0 0,-1-1,0 1,1-1,-2 1,1 0,-1-1,1 1,-2 0,1 0,0 0,-1 1,0-1,0 1,0-1,-1 1,0 0,1 0,-3 0,0 1,0 0,0 0,0 0,-1 1,1 0,-1 0,0 1,1-1,-1 1,0 1,0-1,1 1,-1 1,0-1,0 1,1 0,-1 1,0-1,1 1,-1 1,1-1,0 1,0 0,0 1,0-1,1 1,-1 0,1 1,0-1,0 1,-2 3,-31 27</inkml:trace>
  <inkml:trace contextRef="#ctx0" brushRef="#br0" timeOffset="6804.301">8475 856,'14'9,"13"12,14 12,11 9,10 7,4 4,0 2,-5-2,-8-3,-10-2,-11-8,-11-9,-9-9</inkml:trace>
  <inkml:trace contextRef="#ctx0" brushRef="#br0" timeOffset="7055.165">8903 789,'-23'27,"-16"26,-13 20,-9 16,-4 9,1 3,4-5,12-19</inkml:trace>
  <inkml:trace contextRef="#ctx0" brushRef="#br0" timeOffset="9185.044">10066 1110,'2'0,"6"3,3 0,2 0,0-1</inkml:trace>
  <inkml:trace contextRef="#ctx0" brushRef="#br0" timeOffset="9786.146">10534 816,'16'18,"14"16,14 10,10 9,10 5,6 0,1-2,-1-3,-9-3,-9-7,-12-5,-11-10,-9-9</inkml:trace>
  <inkml:trace contextRef="#ctx0" brushRef="#br0" timeOffset="10035.474">11042 749,'-16'4,"-14"9,-12 14,-7 15,-2 17,3 16,3 11,6 6,8 1,7-2,8-6,6-10,5-19</inkml:trace>
  <inkml:trace contextRef="#ctx0" brushRef="#br0" timeOffset="10347.644">11296 1203,'35'-13,"0"1,1 2,0 1,1 2,0 2,1 1,-31 3,-1 0,1 1,-1 0,1 0,-1 1,1 0,-1 0,1 0,-1 1,0 0,0 0,1 1,-2 0,1 0,0 0,-1 1,1 0,-1 0,0 0,0 0,-1 1,1 0,-1 0,0 0,0 1,-1-1,0 1,3 4,-2 10,0 1,-1-1,-1 1,-1-1,0 1,-2-1,0 1,-2-1,0 1,-1-1,-4 7,-1 27,5-31,-3 11,2 0,1 1,2-1,1 1,2 0,2 9,15 7,-8-38</inkml:trace>
  <inkml:trace contextRef="#ctx0" brushRef="#br0" timeOffset="10536.139">11470 1511,'25'-3,"24"0,24 1,18-3,7-2,-3-2,-19 1</inkml:trace>
  <inkml:trace contextRef="#ctx0" brushRef="#br0" timeOffset="14223.564">0 81,'2359'0,"-1298"13,540 15,-466-63,-18 0,637-4,-717 26,-912 13,885 14,49 53,-300 24,-571-66,-160-28,-22-2</inkml:trace>
  <inkml:trace contextRef="#ctx0" brushRef="#br1" timeOffset="34552.06">535 334,'-8'2,"0"-1,1 1,-1 1,1-1,0 1,0 0,0 1,0 0,1 0,-1 0,1 1,0 0,0 0,1 1,-1 0,1-1,1 2,-1-1,1 0,0 1,0 0,1 0,0 0,0 1,1 0,-21 67,4 1,3 1,4 0,3 1,3 0,4 0,5 28,-4-5,4 1,4-1,6 0,18 75,79 198,-108-363,0 0,1 0,0-1,0 0,1 1,1-1,0 0,0-1,1 1,0-1,1-1,0 1,0-1,1 0,-1 0,2-1,-1 0,5 2,18 6,1-2,0-1,1-1,0-2,1-1,-1-2,1-1,35 0,-2 3,164 40,-160-29,2-4,42 3,93-6,-95-7,1 5,-1 6,-31 7,-78-10,-13-9</inkml:trace>
  <inkml:trace contextRef="#ctx0" brushRef="#br1" timeOffset="38076.305">1951 2540,'30'10,"0"-2,0-1,0-1,1-2,0-1,0-1,20-2,463-11,62 11,310-7,-460-15,-34 1,45 17,-291 10,64 2,128-15,-312 6,-1-1,1-1,-1-1,0-1,0-2,-1 0,0-2,0-1,8-4,-21 6,-1 0,0 0,0-1,-1 0,0-1,0 0,-1 0,-1-1,1 0,-2 0,0-1,0 0,-1 0,1-6,3-6,-2-2,-1 1,-1-1,-2 0,0 0,-1-21,-5 13,-1 0,-2 0,-1 1,-1 0,-2 0,-2 1,-1 0,-1 1,-13-38,15 28,1-1,3 0,1-1,2 0,2 0,2 0,4-29,-3 50,0 6,-1-23,3 0,0 1,3 0,3-9,-3 21,-1 1,-1-1,-1 0,-2 0,0 0,-2 0,-4-21,5 39,-1 0,1 0,-2 1,1-1,-1 1,0-1,0 1,-1 0,0 0,-1 0,1 1,-1 0,0-1,-1 2,0-1,0 1,0 0,0 0,-1 0,0 1,0 0,0 0,0 1,0 0,-1 0,0 1,1 0,-9-1,-179-4,131 9,-54-1,0-5,-68-13,-223-35,-73 6,183 44,254-2,2-3,-1-1,-20-8,-40-7,-302-44,291 47,-1 6,-37 2,-165-20,-117-40,298 54,-1 7,-1 6,-17 7,-251-29,308 26,1 5,-48 9,65-4,0 3,1 3,1 4,1 4,0 3,2 3,2 3,-48 30,37 4,58-37</inkml:trace>
  <inkml:trace contextRef="#ctx0" brushRef="#br1" timeOffset="43201.092">6697 469,'-5'-2,"1"0,-1 0,0 1,0 0,0 0,0 0,0 0,0 1,0 0,0 0,0 0,0 1,0 0,0-1,0 2,0-1,1 1,-1-1,0 1,1 1,-1-1,1 1,0-1,0 1,0 1,-2 0,-3 11,1 0,0 1,1 0,0 0,2 1,0-1,0 1,2 0,0 0,1 1,1-1,0 0,2 1,1 13,-2-16,-1 76,5 1,3-1,5 0,3-1,5 0,27 78,-27-118,3-1,1 0,3-2,2-1,1-2,3 0,1-3,7 4,8 11,3-3,2-2,2-3,3-2,1-3,2-2,2-3,2-3,35 13,80 16,2-7,55 4,316 46,-332-70,2-11,154-3,424-10,-75-33,-488 3,-1-11,19-14,-212 33,-2-2,0-1,0-3,-1-2,-1-1,-1-2,5-5,-24 12,-1-1,0-1,-1-1,-1 0,-1-1,0-1,-1-1,-1 0,-1-1,0 0,-2-2,0 1,-2-1,0-1,-2 0,0 0,-2-1,0 0,-1 0,9-80,-3 0,-5-1,-5-13,-5 83,-2 1,-1 0,-2 0,-1 1,-2 0,-1 1,-1 0,-2 1,-1 0,-2 1,-11-17,-1 2,-3 1,-1 1,-2 2,-2 1,-2 3,-23-17,22 20,-2 2,0 3,-2 1,-1 2,-2 2,0 2,-1 3,-25-5,-381-79,362 85,-530-75,413 66,-841-71,526 44,-76 21,-34 31,568 6,0 2,0 3,1 3,1 3,-63 24,10-30,75 3,42-9,3 1</inkml:trace>
  <inkml:trace contextRef="#ctx0" brushRef="#br1" timeOffset="47400.804">2460 3062,'-2'24,"-1"-1,-1 1,-1-1,0 0,-5 7,4-8,-101 327,104-328,7-21,43-117,-10 0,-5-3,-6 0,-5-6,9-18,-31 144,1-1,0 1,1 0,-1-1,0 1,0-1,0 1,0-1,0 1,0 0,0-1,1 1,-1-1,0 1,0 0,1-1,-1 1,0 0,0-1,1 1,-1 0,0-1,1 1,-1 0,0 0,1-1,-1 1,1 0,-1 0,0 0,1 0,-1 0,1 0,-1-1,1 1,-1 0,0 0,1 0,-1 0,1 0,-1 0,1 1,-1-1,0 0,1 0,-1 0,1 0,-1 0,0 1,1-1,-1 0,1 0,-1 1,0-1,15 22,-13-19,40 72,-4 1,-2 1,-5 2,-2 2,-4 0,-4 2,2 31,-18-37,-7-60</inkml:trace>
  <inkml:trace contextRef="#ctx0" brushRef="#br1" timeOffset="47650.164">2259 3302,'32'3,"37"-5,40-6,39-8,40-9,34-6,-21 1</inkml:trace>
  <inkml:trace contextRef="#ctx0" brushRef="#br1" timeOffset="48694.338">10147 3008,'-40'366,"36"-360,1-29,-4-108,7-92,-1 209,1 0,0 0,1 0,0-1,1 1,1 0,0 1,1-1,0 0,1 1,1 0,0 0,1 1,0-1,1 2,3-5,-8 14,0 0,0 0,0 0,0 0,0 1,1-1,-1 1,1 0,-1 0,1 0,-1 0,1 0,0 1,-1 0,1 0,0 0,-1 0,1 1,-1-1,1 1,0 0,-1 0,1 0,-1 0,0 1,1-1,-1 1,2 1,5 4,-1-1,1 2,-1-1,0 1,-1 0,0 1,0 0,1 4,-3-8,-1 0,-1 1,1 0,-1 0,0 0,0 0,-1 1,0-1,0 1,-1 0,1 0,-1 0,-1 0,1 1,-1-1,-1 0,1 0,-1 1,-1-1,1 0,-1 1,-1-1,1 0,-1 0,0 0,-1 0,0 0,0 0,0-1,-2 2,-5 1,0-1,-1 0,0-1,0 0,0 0,-1-2,0 1,-1-2,1 1,-1-2,0 1,1-2,-13 1,5 0,20-3,1 0,-1 0,0-1,0 1,1 0,-1 0,0 0,0 0,0 0,1 0,-1 0,0 0,0 0,0-1,0 1,1 0,-1 0,0 0,0 0,0-1,0 1,0 0,1 0,-1 0,0-1,0 1,0 0,0 0,0 0,0-1,0 1,0 0,0 0,0-1,0 1,0 0,0 0,0 0,0-1,0 1,0 0,0 0,0-1,18-4,0 1,1 1,0 0,-1 1,1 1,0 1,0 1,0 0,-1 2,1 0,0 1,-4 0,-1 0,1 1,-1 1,-1 0,1 1,-1 0,0 1,-1 1,2 1,-8-6,-1 1,1 0,-1 0,0 0,0 1,-1 0,1 0,-1 0,-1 0,1 1,-1-1,0 1,-1 0,0 0,0 0,0 0,-1 0,0 1,0 4,-1-6,-1 1,0 0,-1-1,1 1,-1 0,-1-1,1 0,-1 0,0 0,-1 0,1 0,-1 0,0-1,-1 0,1 0,-1 0,0 0,0-1,0 0,-1 0,-11 8,-1 0,0-2,0 0,-1-1,-18 6,5-4,-1 0,0-2,-1-2,0-1,0-1,0-2,0-2,-3-1,30 0,1 0,-1-1,1 0,-1 0,1-1,0 1,-1-1,1-1,0 1,0-1,0 0,-4-3,-10-14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5:22.57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 45,'-3'0,"-3"0,16 3,88 7,291 1,111-22,-323 5,776-13,-825 17,-120-3,-20-2,-23-5,35 12,-18-5,4 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5:21.03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295 213,'-17'64,"-2"0,-3-1,-2-2,-4 0,-2-2,-9 11,-4-2,43-68,0 0,-1 0,1-1,0 1,0 0,0-1,0 1,-1 0,1-1,0 1,0 0,0 0,-1 0,1-1,0 1,-1 0,1 0,0 0,0-1,-1 1,1 0,0 0,-1 0,1 0,0 0,-1 0,1 0,0 0,-1 0,1 0,0 0,-1 0,1 0,0 0,-1 0,1 0,0 0,-1 0,1 1,0-1,-1 0,1 0,0 0,-1 0,1 1,0-1,0 0,-1 0,1 1,0-1,0 0,0 0,-1 1,1-1,0 0,0 1,0-1,0 0,0 1,0-1,0 0,0 1,0-1,-1 0,1 1,0-1,4-29,103-406,-61 229,-44 196,18-36,-19 46,1 1,-1-1,0 0,0 1,1-1,-1 1,0-1,0 1,1 0,-1 0,0-1,0 1,0 0,0 0,0 0,0 0,-1 0,1 0,0 0,0 1,-1-1,1 0,-1 0,1 1,-1-1,1 0,-1 1,0-1,2 2,125 293,-125-292,20 40,-3 0,-1 2,-3 0,-1 1,-3 0,-2 1,3 41,-11-85,-1 0,1 0,-1 0,0 1,0-1,-1 0,1 0,-1 0,0 0,0 0,0 0,-1 0,1-1,-1 1,0 0,0-1,0 1,-1-1,1 0,-1 0,0 0,-2 2,-9 1</inkml:trace>
  <inkml:trace contextRef="#ctx0" brushRef="#br0" timeOffset="253.834">1 521,'2'0,"10"0,17 0,16 0,20-2,16-3,11-4,5 1,0-1,-16 1</inkml:trace>
  <inkml:trace contextRef="#ctx0" brushRef="#br0" timeOffset="506.316">977 440,'-16'0,"-5"3,0 2,5 4,7-1,9 1,14-1,5-2</inkml:trace>
  <inkml:trace contextRef="#ctx0" brushRef="#br0" timeOffset="967.848">1498 307,'-12'25,"1"1,1 0,1 1,2 0,0 0,2 1,1 0,1 0,2 0,1 24,-1-33,2-18,-1-1,0 1,1-1,-1 1,0-1,0 1,1-1,-1 1,0-1,0 1,0-1,0 1,0 0,0-1,0 1,0-1,0 1,0-1,0 1,0-1,0 1,0 0,0-1,-1 1,1-1,0 1,0-1,-1 1,1-1,0 0,-1 1,1-1,-1 1,1-1,0 1,-1-1,1 0,-1 0,1 1,-1-1,1 0,-1 1,1-1,-1 0,1 0,-1 0,0 0,1 0,-4-15,0-1,2 0,0 0,0 0,2-1,0 1,2-12,-2 20,1-22,1-1,2 1,1-1,1 1,1 0,2 1,1 0,2 0,0 1,2 1,4-5,-14 26,0 1,0 0,0 0,1 0,0 0,0 1,0 0,0 0,1 0,-1 1,1 0,5-3,-8 5,0 1,0-1,0 0,0 1,0-1,0 1,0 0,0 0,0 0,0 1,0-1,0 1,-1-1,1 1,0 0,0 0,0 0,-1 1,1-1,0 0,-1 1,1 0,-1 0,0 0,0 0,1 0,-1 0,1 2,2 5,1-1,-2 1,1 0,-1 1,-1-1,0 1,0-1,0 1,-2 0,1 0,-1 0,-1 0,1 0,-2 0,1 0,-2 0,1 0,-1 0,-1 0,0-1,0 1,-1-1,0 0,0 0,-4 6,-40 51,48-65,0 0,0 0,0 0,-1 0,1 0,0 0,0 0,1 0,-1 0,0 0,0 0,0-1,1 1,-1 0,0 0,1 0,-1 0,1 0,-1 0,1-1,-1 1,1 0,0-1,-1 1,1 0,0-1,-1 1,1 0,0-1,0 1,0-1,0 0,-1 1,1-1,0 0,0 1,0-1,0 0,0 0,0 0,0 0,0 0,0 0,0 0,4 2,27 8,0 1,0 2,-2 1,1 2,-2 0,0 3,0 1,-28-20,1 1,0 0,0 0,0 1,0-1,0 0,0 1,0-1,-1 1,1-1,0 1,-1 0,0 0,1 0,-1 0,0 0,0 0,0 0,0 0,0 1,0-1,-1 0,1 0,-1 1,0-1,1 0,-1 1,0-1,-1 0,1 1,0-1,-1 0,1 1,-1-1,0 1,-3 1,-1 0,0 0,0-1,-1 1,1-1,-1-1,1 1,-1-1,0 1,0-2,0 1,-5 0,-62 12,1-3,-1-3,-1-3,1-4,-53-6,24-2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5:16.47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389 401,'69'-8,"1"3,46 3,-7 1,210-17,153-2,-460 20</inkml:trace>
  <inkml:trace contextRef="#ctx0" brushRef="#br0" timeOffset="359.88">536 1029,'16'0,"18"-2,18-1,18-2,13-3,11 1,5 1,1 1,1 3,-7 0,-7 1,-10 1,-8 1,-12-1,-13 0,-17 3,-16 0,-12 0</inkml:trace>
  <inkml:trace contextRef="#ctx0" brushRef="#br0" timeOffset="652.085">429 1711,'364'-24,"-273"23,0 3,53 10,59 0,-179-12</inkml:trace>
  <inkml:trace contextRef="#ctx0" brushRef="#br0" timeOffset="9800.164">509 2286,'-7'0,"0"0,0 1,0-1,1 2,-1-1,0 0,0 1,1 1,-1-1,1 1,-1 0,1 0,0 1,0 0,1 0,-5 4,10-7,-1 0,1 0,0-1,0 1,0 0,0 0,0-1,0 1,1 0,-1 0,0-1,0 1,0 0,1 0,-1-1,0 1,1 0,-1-1,1 1,-1 0,1-1,-1 1,1-1,-1 1,1-1,0 1,-1-1,1 1,0-1,-1 0,1 1,0-1,-1 0,1 1,0-1,0 0,-1 0,1 0,0 0,0 0,0 0,-1 0,1 0,0 0,0 0,-1 0,1 0,0-1,0 1,234 7,259-7,-333 21,-150-21,-5-2</inkml:trace>
  <inkml:trace contextRef="#ctx0" brushRef="#br0" timeOffset="10861.13">1177 1671,'-2'0,"1"0,6-2,6-1,9-2,9-3,9-2,8 1,4-1,1 2,-1 2,-5 2,-8 2,-10 3,-12 6,-8 2</inkml:trace>
  <inkml:trace contextRef="#ctx0" brushRef="#br0" timeOffset="11484.939">1125 2340,'9'4,"9"5,12-1,7 0,6-3,3-3,0-3,-3-3,-4-1,-7 0,-8 1</inkml:trace>
  <inkml:trace contextRef="#ctx0" brushRef="#br0" timeOffset="12416.569">1499 14,'0'-1,"0"1,0 0,1-1,-1 1,0 0,0 0,1 0,-1-1,0 1,1 0,-1 0,0 0,1-1,-1 1,0 0,1 0,-1 0,0 0,1 0,-1 0,1 0,-1 0,0 0,1 0,-1 0,0 0,1 0,-1 0,1 0,-1 1,0-1,1 0,-1 0,0 0,1 0,-1 1,0-1,0 0,1 0,-1 1,0-1,0 0,1 1,-1-1,0 0,0 0,0 1,1-1,-1 0,0 1,0-1,0 1,0-1,0 0,0 1,0-1,0 0,0 1,0-1,0 1,0-1,0 0,0 1,6 19,-1 0,-1 1,-1 0,-1 0,0 15,1 5,11 242,-13 43,-2-177,-8 996,9-1117,-6 223,12-1,16 62,-8-155,-15-232,1 43</inkml:trace>
  <inkml:trace contextRef="#ctx0" brushRef="#br0" timeOffset="14132.512">1525 0,'548'3,"-493"-1,-1 3,1 1,-2 4,1 1,-1 3,-1 2,-1 2,0 3,-1 2,40 25,-45-19,-2 2,0 2,-2 2,-2 1,-1 2,-2 2,-2 1,-1 2,-3 1,16 30,139 302,-156-315,-2 0,-3 2,-2 1,-4 0,-2 2,-3 0,-1 11,-9-38,-1 1,-2 0,-2 0,-2-1,-1 1,-2-1,-2-1,-1 1,-2-1,-2 0,-13 18,-2 0,-3-2,-2-2,-2-1,-2-1,-3-3,-1-1,-16 10,27-28,-1-2,-2-2,0 0,-2-3,0-1,-2-1,0-2,0-2,-2-2,-15 3,-214 63,209-60,-2-4,0-2,0-3,-5-2,-192 2,132 14,129-31,6-1</inkml:trace>
  <inkml:trace contextRef="#ctx0" brushRef="#br0" timeOffset="15138.442">3464 1658,'367'-28,"1544"-81,-1450 96,-489 12,4-1</inkml:trace>
  <inkml:trace contextRef="#ctx0" brushRef="#br0" timeOffset="15672.529">4681 642,'-70'309,"27"-138,36-143,4-18,4-21,107-701,-86 621,-22 91,0 1,0 0,0 0,0 0,0-1,1 1,-1 0,0 0,0-1,1 1,-1 0,0 0,1-1,-1 1,1 0,-1-1,1 1,-1-1,1 1,-1-1,1 1,0-1,-1 1,1-1,0 1,-1-1,1 0,0 1,0-1,-1 0,1 0,0 1,0-1,0 0,-1 0,1 0,0 0,0 0,0 0,-1 0,1-1,0 1,0 0,-1 0,1-1,0 1,0 0,-1-1,1 1,0 0,-1-1,1 1,-1-1,1 1,0-1,-1 0,1 1,-1-1,1 0,-1 1,0-1,1 0,-1 1,0-1,1 0,-1 0,0 1,0-1,88 225,68 264,-145-451</inkml:trace>
  <inkml:trace contextRef="#ctx0" brushRef="#br0" timeOffset="15922.154">4600 816,'20'-12,"24"-7,21-6,21-6,18 1,7 1,-1 5,-10 7,-23 6</inkml:trace>
  <inkml:trace contextRef="#ctx0" brushRef="#br0" timeOffset="16863.064">1726 4117,'0'41,"-23"1439,19-1372,-18 213,19-308,1-14</inkml:trace>
  <inkml:trace contextRef="#ctx0" brushRef="#br0" timeOffset="18267.375">1726 4117,'1'-3,"1"0,0 1,-1-1,1 0,0 0,1 1,-1-1,0 1,1 0,-1-1,1 1,0 0,0 1,-1-1,1 0,0 1,1 0,-1-1,0 1,0 1,0-1,1 0,-1 1,0 0,2-1,-3 1,41-8,0 2,1 1,24 3,-25 0,184-8,191 17,-343 1,-1 2,0 3,0 4,-2 3,0 3,-2 3,0 4,-3 2,0 3,-2 3,-2 3,-2 2,-1 4,18 20,-50-39,0 0,-3 2,0 1,-2 1,-1 1,-2 1,-1 0,-2 2,-2 0,-1 0,-1 2,-2 0,-2 0,-2 1,-1 0,-2 0,-2 0,-1 0,-3 18,-9 13,-2-1,-4 0,-3-2,-2 0,-4-1,-2-1,-3-2,-3-1,-2-1,-41 49,53-74,0-1,-3-1,-1-1,-1-1,-1-2,-2-1,-1-2,-2-1,0-2,-1-1,-2-2,-18 7,-400 120,384-125,-2-3,0-3,-1-3,0-4,-31-1,-316-4,394-2,18-1,0-1,0 0,0-1,0 0,0 0,0-1,0 0,0-1,0-1,7 2,1-1,0 0,-1 0,1 0,0 0,0 0,0-1,1 1,-1-1,0 1,1-1,0 1,0-1,-1 0,1 0,1 0,-1 1,0-1,1-2,-10-22,-13-47,25 31,1 0,3 1,1-1,2 1,4-6,0-6,7-33</inkml:trace>
  <inkml:trace contextRef="#ctx0" brushRef="#br0" timeOffset="19869.378">215 4733,'373'7,"324"51,-404-20,-278-34</inkml:trace>
  <inkml:trace contextRef="#ctx0" brushRef="#br0" timeOffset="20153.148">135 5562,'16'-10,"17"-4,18-3,19-2,15-2,15 2,8 4,1 4,-4 4,-6 4,-9 1,-10 2,-12 1,-14 2,-13 1,-13-1</inkml:trace>
  <inkml:trace contextRef="#ctx0" brushRef="#br0" timeOffset="20434.787">1 6176,'20'5,"21"1,22-3,17-5,19-6,15-6,13-2,10-2,7 4,6 3,2 1,1 1,-26 1</inkml:trace>
  <inkml:trace contextRef="#ctx0" brushRef="#br0" timeOffset="21406.192">4092 5360,'337'-65,"35"24,260 9,-345 21,-206 9,0-4,0-4,54-14,-88 11</inkml:trace>
  <inkml:trace contextRef="#ctx0" brushRef="#br0" timeOffset="22153.294">4681 4145,'26'478,"-25"-466,-1-33,0 12,-7-154,2 85,4 0,6-54,-5 123,0 1,1-1,0 0,1 1,0-1,0 1,1 0,0-1,0 1,1 0,0 1,0-1,1 1,0 0,1 0,-1 0,1 1,0 0,1 0,0 0,0 1,0 0,0 0,1 1,0 0,0 0,0 1,3 0,-1 1,1 0,0 0,0 1,0 1,0 0,0 0,1 1,-1 0,-1 1,1 1,0 0,4 1,-10-2,-1-1,1 1,-1 0,0 1,1-1,-1 1,0-1,0 1,-1 0,1 1,0-1,-1 1,0-1,0 1,0 0,-1 0,1 1,-1-1,0 0,0 1,0-1,-1 1,1 0,-1-1,0 1,-1 0,1 0,-1 0,0 0,0 0,-1 1,-3 9,-1 0,0-1,-1 0,-1 0,0 0,-1-1,0 0,-1-1,0 0,-1 0,-1-1,0 0,0-1,-1 0,-6 4,2 1,17-15,0 1,0 0,0 0,0-1,0 1,0 0,0-1,0 1,0-1,0 1,0-1,0 0,0 1,0-1,1 0,-1 0,0 0,0 0,0 0,0 0,1 0,-1 0,0 0,0-1,0 1,0 0,0-1,0 1,1-1,-1 1,0-1,0 0,3 1,13-5,1 2,0 0,1 1,-1 1,0 1,0 0,1 1,-1 1,0 1,0 1,0 0,-1 1,15 7,-29-10,1 0,-1 1,1-1,-1 1,0 0,0 0,0 0,0 1,-1-1,1 1,-1-1,0 1,0 0,0 0,-1 0,1 0,-1 0,0 0,0 0,0 0,-1 1,0-1,0 0,0 1,0-1,0 0,-1 0,0 0,0 1,0-1,0 0,-1 0,1 0,-1 0,0-1,0 1,-1 0,1-1,-1 0,0 1,-2 1,-11 10,-1 1,0-2,-2-1,1 0,-2-1,1-1,-2-1,1-1,-1 0,-1-2,1 0,-1-2,-1 0,-8 0,25-5,1 2,-1 0,0-1,0 0,0-1,0 1,0-1,1 0,-1-1,0 1,0-1,0 0,0-1,1 1,-1-1,-4-3,-5-7</inkml:trace>
  <inkml:trace contextRef="#ctx0" brushRef="#br0" timeOffset="23485.901">6218 5160,'95'-340,"-75"236,-4 0,-5-1,-4 0,-5-2,-22-423,10 359,-4-632,14 702,-2 81,0 0,-1 0,-2 1,0 0,0-1,-4-2,-6-26,-28-76,41 111,0 0,0 1,1-1,1 0,0 0,1 0,0 0,1 0,0 1,2-2,-4 12,1 0,0 0,0 0,1 0,-1 0,0 0,1 1,-1-1,1 0,0 1,-1-1,1 1,0-1,0 1,0 0,0 0,0 0,0 0,0 0,0 0,1 1,-1-1,0 1,1-1,-1 1,0 0,0 0,1 0,-1 0,0 0,1 1,-1-1,0 1,0-1,1 1,-1 0,11 0,117 1,0-5,72-14,-105 9,166-13,714-71,-889 73,-87 19,0-1,-1 1,1 0,-1-1,1 1,-1-1,1 1,-1-1,1 1,-1-1,1 1,-1-1,0 1,1-1,-1 0,0 1,0-1,1 1,-1-1,0 0,0 1,0-1,0 0,0 1,0-1,0 0,0 0,0 1,0-1,0 0,0 1,0-1,-1 1,1-1,0 0,-1 1,1-1,0 1,-1-1,1 0,0 1,-1-1,1 1,-1-1,1 1,-1 0,1-1,-1 1,0-1,1 1,-1 0,1 0,-1-1,0 1,-20-15</inkml:trace>
  <inkml:trace contextRef="#ctx0" brushRef="#br0" timeOffset="24468.244">5990 1564,'666'-23,"-250"20,259-9,-392-2,-130 12,-130 2</inkml:trace>
  <inkml:trace contextRef="#ctx0" brushRef="#br0" timeOffset="24838.474">8169 963,'-8'99,"23"429,-50 548,35-1047,-2-23,0-14</inkml:trace>
  <inkml:trace contextRef="#ctx0" brushRef="#br0" timeOffset="31084.465">8116 1003,'13'-10,"1"1,1 1,-1 0,1 1,1 0,-1 1,1 1,0 1,1 0,-1 1,1 0,-1 2,1 0,0 1,4 1,2-3,8-1,-1 0,1 2,0 1,-1 2,1 1,0 1,-1 2,0 1,-1 1,1 2,18 8,164 76,-197-90,0 1,-1 0,0 1,0 1,0 0,-1 1,0 0,0 1,-1 1,-1 0,1 0,-1 1,-1 1,0-1,-1 2,0-1,-1 1,0 1,4 10,48 223,-52-209,-2 1,-2 0,-1-1,-2 1,-1 0,-3 0,-1 0,-1-1,-3 1,-1-2,-6 16,-1-4,-1 0,-3-2,-15 28,18-42,10-16,0 0,-1 0,-1-1,0 0,-2-1,1 0,-2-1,0 0,-1 0,0-2,-1 1,0-2,-1 0,0 0,-9 3,-226 100,153-68,82-44</inkml:trace>
  <inkml:trace contextRef="#ctx0" brushRef="#br0" timeOffset="31643.896">8116 2660,'20'2,"19"1,13-2,10-2,8-2,5-1,2-2,3-3,2-1,-13 0</inkml:trace>
  <inkml:trace contextRef="#ctx0" brushRef="#br0" timeOffset="32419.935">9547 1632,'-9'4,"1"1,0 0,0 0,1 1,-1 0,1 1,1-1,-1 1,1 1,0-1,1 1,0 0,0 0,1 1,0-1,0 1,1 0,0 0,0 0,1 1,1-1,0 0,0 1,0-1,1 1,1-1,0 1,0-1,1 1,0 1,1-1,0-1,0-1,1 1,0 0,1-1,0 0,0 0,1 0,0-1,0 0,1 0,-1 0,1-1,1 0,0 0,-1-1,2 0,-1-1,0 1,1-2,0 1,0-1,0 0,0-1,1 0,0-1,10 3,0-2,0 0,0-2,0 0,0-1,0-1,-1-1,1 0,15-6,-27 7,0-1,0 0,0 0,-1-1,1 0,-1 0,0-1,0 1,0-2,-1 1,0-1,0 0,0 0,-1-1,0 1,0-1,-1-1,1 1,-2 0,1-1,-1 0,0 0,-1 0,1-3,-1 0,-1-1,-1 1,1-1,-2 0,0 1,0-1,-1 1,0-1,-1 1,0 0,-1 0,-1 0,1 0,-2 1,1 0,-1 0,-1 0,0 1,0 0,-1 0,0 0,-1 2,0-1,0 1,0 0,-1 0,0 1,0 1,-1 0,1 0,-9-1,8 1,-1 1,0 0,0 1,0 1,0 0,0 1,0 0,-1 0,1 1,0 1,0 0,-1 1,1 1,0-1,0 2,1 0,-1 0,1 1,0 0,0 1,0 0,1 1,0 0,1 1,-1 0,1 0,1 1,0 0,0 1,0 0,1 0,-1 4,6-9,0 0,0 0,1 0,0 0,0 0,0 0,1 0,-1 0,1 0,0 0,1 0,-1 0,1 0,0 0,1 0,-1 0,1 0,0 0,0-1,0 1,1-1,-1 1,1-1,0 0,0 0,1 0,-1 0,1-1,0 0,0 1,0-1,5 2,29 18</inkml:trace>
  <inkml:trace contextRef="#ctx0" brushRef="#br0" timeOffset="32927.932">10068 1778,'0'0,"0"0,1 0,-1 0,0 0,0 0,1 0,-1-1,0 1,0 0,1 0,-1 0,0 0,0 0,0-1,1 1,-1 0,0 0,0 0,0-1,0 1,0 0,1 0,-1-1,0 1,0 0,0 0,0-1,0 1,0 0,0 0,0-1,0 1,0 0,0 0,0-1,0 1,0 0,0 0,0-1,0 1,0 0,0 0,0-1,-1 1,1 0,0 0,0-1,0 1,0 0,-1 0,1 0,0-1,32-1,-30 2,916-26,-72 25,526-10,-1296 9,-105 6,14-1</inkml:trace>
  <inkml:trace contextRef="#ctx0" brushRef="#br0" timeOffset="36049.659">1031 7006,'0'22,"-3"24,-2 22,-1 20,-1 20,0 19,-1 18,-4 15,-1 13,-4 8,-1 2,3-6,3-15,5-22,2-33</inkml:trace>
  <inkml:trace contextRef="#ctx0" brushRef="#br0" timeOffset="37301.867">1125 8048,'78'-18,"1"4,0 2,1 4,3 4,1004-50,-446 8,1085-57,64 62,-364 6,-49 6,-484 20,-299 7,54-11,237 6,-798 4,504 2,-173 26,-446-25,11 0</inkml:trace>
  <inkml:trace contextRef="#ctx0" brushRef="#br0" timeOffset="37551.242">13330 7272,'23'10,"16"6,13 4,9 3,8 2,4 1,0 1,-5 2,-10 2,-12 1,-16 5,-27 5,-37 9,-49 10,-60 10,-6-7</inkml:trace>
  <inkml:trace contextRef="#ctx0" brushRef="#br0" timeOffset="38700.719">1993 7674,'-23'2,"1"2,-1 1,1 1,0 0,1 2,0 1,0 0,1 2,0 0,0 1,2 1,-7 6,-71 41,67-45,0-1,0-2,-1 0,-1-3,0 0,-14 1,53-10,0 1,-1-1,1 2,0-1,0 1,-1 0,1 0,-1 1,1 0,-1 1,0-1,0 1,-1 1,5 3,100 81,-64-45,-30-24,2-1,1-1,0-1,1 0,0-2,2 0,0-2,0 0,1-2,1-1,8 3,-28-12,0 0,0 1,0-2,0 1,0-1,0 1,0-2,0 1,0 0,0-1,0 0,0 0,0 0,0-1,0 0,-1 0,1 0,-1 0,1-1,-1 0,0 0,0 0,0 0,0 0,-1-1,1 0,-1 0,0 0,0 0,0 0,-1-1,0 1,1-1,-2 0,1 1,0-3,2-7,0-1,-2 0,1 0,-2-1,0 1,-1 0,0-1,-1 1,-1 0,-1 0,0 0,-1 0,0 0,-1 0,-14-32,-3 0,-1 0,-15-19,31 53,4 9,0 0,0 0,0-1,1 1,-1-1,1 0,0 0,1 0,-1 0,1 0,0 0,1 0,-1 0,1 0,0 0,0-1,0 1,1 0,0 0,0-1,12-18</inkml:trace>
  <inkml:trace contextRef="#ctx0" brushRef="#br0" timeOffset="39500.132">14225 6137,'-4'31,"-5"34,-4 35,-5 35,-4 28,0 26,3 16,5 10,10 3,11-9,17-15,16-19,11-25,5-27,-7-36</inkml:trace>
  <inkml:trace contextRef="#ctx0" brushRef="#br0" timeOffset="43178.333">6993 8863,'-1'1,"-14"8,1 1,0 0,1 1,0 0,0 1,1 1,1 0,0 1,1 0,1 0,0 1,1 0,0 1,1 0,6-13,1 1,-1-1,1 1,-1 0,1-1,0 1,1-1,-1 1,1 0,-1-1,1 1,0-1,0 0,0 1,1-1,-1 0,1 1,0-1,0 0,0 0,0-1,1 1,-1 0,1-1,-1 1,1-1,0 0,0 0,0 0,2 1,4 1,-1 0,1 0,0-1,0 0,0-1,0 0,1 0,-1-1,1 0,-1-1,3 0,7-1,-1-1,1 0,-1-1,0-2,0 1,0-2,-1-1,0 0,0-1,-1 0,1-2,-2 0,0-1,0 0,-1-1,0-1,-1 0,-1-1,9-11,4-43,-27 82,1-1,1 1,-1 0,2 0,0 0,1 0,0-1,1 1,1-1,0 1,1-1,0 0,1-1,0 1,1-1,6 8,-11-17,0-1,0 1,0-1,0 1,0-1,1 0,-1 0,1 0,0 0,-1 0,1-1,0 1,0-1,0 1,0-1,0 0,0 0,0-1,1 1,-1-1,0 0,0 1,0-1,1-1,-1 1,0 0,0-1,1 1,-1-1,0 0,0 0,0-1,0 1,0-1,-1 1,1-1,0 0,-1 0,13-11,-1-2,-1 0,0 0,-1-1,-1-1,0 0,-1 0,-1-1,-1-1,-1 1,0-1,1-7,18-89,-36 156,9-33,-1 0,2 0,-1-1,1 1,0 0,1 0,0 0,0 0,1 0,-1 0,2-1,-1 1,1-1,1 0,-1 1,1-1,0-1,1 1,-1-1,1 1,1-2,-1 1,1 0,0-1,0 0,1-1,-1 1,1-1,0 0,0-1,1 0,-1 0,1 0,0-1,6 0,0-1,-1 0,1-1,0-1,-1 0,1-1,-1-1,1 0,-1 0,0-1,11-6,30-12</inkml:trace>
  <inkml:trace contextRef="#ctx0" brushRef="#br0" timeOffset="40617.827">3744 8622,'0'21,"0"18,-2 13,-3 15,-6 11,-4 8,-6 4,0-3,0-7,5-12,4-16,6-18,8-23,2-12</inkml:trace>
  <inkml:trace contextRef="#ctx0" brushRef="#br0" timeOffset="40930.09">3638 8890,'24'46,"2"-1,2-1,2-1,2-2,2-2,1 0,4 0,-28-29,-6-4,1-1,0 1,0-1,0 0,1-1,-1 1,1-2,0 1,0-1,4 2,-10-5,1-1,-1 1,1 0,-1-1,1 1,-1-1,0 1,1-1,-1 0,1 0,-1 1,0-1,0 0,0 0,1 0,-1 0,0-1,0 1,0 0,-1 0,1-1,0 1,0 0,-1-1,1 1,-1-1,1 1,-1-1,1 1,-1-1,0 1,0-1,0 1,0-1,0 1,0-1,0 0,-1 1,1-1,0 0,2-195,-5 148,3 0,2 0,2 0,4-17,-6 58,-1 0,1 0,1 0,-1 0,2 1,-1-1,1 1,0-1,0 1,1 1,0-1,0 1,4-4,13-8</inkml:trace>
  <inkml:trace contextRef="#ctx0" brushRef="#br0" timeOffset="41343.356">4373 8931,'-79'270,"71"-249,4-18,4-13,3-16,13-53,3 1,3 0,4 2,17-32,4 18,-47 89,0 0,0 0,0 0,0 0,1 0,-1 0,0 0,1 0,-1 0,1 0,-1 0,1 0,0 0,-1 1,1-1,0 0,0 0,-1 0,1 1,0-1,0 0,0 1,0-1,0 1,0-1,0 1,0 0,0-1,0 1,0 0,0 0,0 0,0 0,0 0,0 0,1 0,-1 0,0 0,0 0,0 0,0 1,0-1,0 0,0 1,0-1,0 1,0-1,0 1,0 0,-1-1,1 1,0 0,0 0,0-1,-1 1,1 0,-1 0,1 0,0 0,-1 0,0 0,1 0,-1 0,20 121,-18-92,31 548,-33-562</inkml:trace>
  <inkml:trace contextRef="#ctx0" brushRef="#br0" timeOffset="41967.844">4280 9051,'32'1,"0"-2,0-1,0-1,-1-2,1-2,-1 0,0-2,8-5,6 1,188-52,-146 55,-84 10,0 0,-1 0,1 1,0-1,0 1,0-1,-1 1,1 0,0 0,-1 0,1 1,-1-1,1 1,-1-1,0 1,0 0,1 0,-1 0,0 0,-1 0,1 0,0 1,-1-1,1 1,-1-1,0 1,0-1,1 2,-1 10,1 0,-2 1,0-1,-1 0,0 0,-1 0,-1 0,0 0,-1 0,0-1,-1 1,-5 8,7-15,-47 115,38-103,13-19,-1 0,0-1,0 1,0 0,0 0,0-1,0 1,0 0,0-1,0 1,0 0,0 0,0-1,0 1,0 0,0-1,0 1,0 0,0 0,-1-1,1 1,0 0,0 0,0-1,0 1,0 0,-1 0,1 0,0-1,0 1,-1 0,1 0,0 0,0 0,0-1,-1 1,1 0,0 0,-1 0,1 0,0 0,0 0,-1 0,1 0,0 0,0 0,-1 0,1 0,0 0,-1 0,1 0,0 0,0 0,-1 0,1 0,0 0,0 0,-1 1,1-1,0 0,23-174,-19 145,-1-3,2 0,1 1,1-1,2 1,11-26,-20 55,1 1,-1-1,0 1,1 0,-1-1,1 1,-1 0,1-1,-1 1,1 0,0 0,0 0,0 0,-1-1,1 1,0 0,0 1,1-1,-1 0,0 0,0 0,0 1,1-1,-1 0,0 1,1-1,-1 1,0 0,1-1,-1 1,0 0,1 0,-1 0,1 0,-1 0,1 0,-1 0,1 1,3 3,0 2,-1-1,0 0,0 1,-1 0,0 0,0 0,0 0,-1 0,1 1,0 4,2 4,33 100,-26-74,1 0,2-1,1-1,3-1,1 0,20 28,-40-65,1 1,-1 0,1-1,-1 1,1-1,0 1,0-1,0 1,0-1,0 1,0-1,0 0,0 0,1 0,-1 1,0-1,1 0,-1-1,1 1,-1 0,1 0,-1-1,1 1,0 0,-1-1,1 0,0 1,-1-1,1 0,0 0,0 0,-1 0,1 0,0-1,-1 1,1 0,0-1,-1 1,1-1,0 0,-1 1,1-1,-1 0,2-1,2-10,0-1,-1-1,-1 1,0 0,0-1,-2 1,1-1,-2 0,0-9,0 3,-4-256,3 268,0 6,1-1,-1 0,0 1,1-1,-1 0,1 1,0-1,0 0,0 0,0 1,1-1,-1 0,1 1,-1-1,1 0,0 1,0-1,0 1,1-1,-1 1,0 0,1 0,0-1,-1 1,1 0,0 0,0 1,0-1,0 0,3-1,13-3</inkml:trace>
  <inkml:trace contextRef="#ctx0" brushRef="#br0" timeOffset="42218.78">5683 8877,'-7'18,"-4"16,-1 10,2 7,3 4,2 2,3-2,1-4,0-5,2-9,-1-13,1-11</inkml:trace>
  <inkml:trace contextRef="#ctx0" brushRef="#br0" timeOffset="42471.653">5643 8703,'184'277,"-164"-245,-5-12,-1 1,0 0,-2 1,-1 0,0 1,-2 0,-1 1,0 0,1 16,-8-35,-1 1,0 0,-1-1,1 1,-1 0,0-1,0 1,-1-1,0 0,0 1,0-1,0 0,-1 0,0 0,0 0,-1-1,1 1,-1-1,0 0,0 0,0 0,0-1,-1 1,0-1,1 0,-6 2,-6 3,0-1,-1 0,0-1,0-1,0 0,-1-2,-15 2,-4-1</inkml:trace>
  <inkml:trace contextRef="#ctx0" brushRef="#br0" timeOffset="47649.326">9158 8463,'143'44,"-31"-14,-106-28,-1 1,1-1,0 1,-1 1,0-1,0 1,0-1,0 1,0 1,-1-1,0 1,0 0,0 0,-1 0,1 0,-1 0,0 1,-1 0,1-1,-1 1,0 0,-1 0,0 0,1 5,-1 22,-2-1,-1 0,-1 1,-2-1,-2-1,0 1,-2-1,-2 0,-8 17,14-33,-37 78,31-78</inkml:trace>
  <inkml:trace contextRef="#ctx0" brushRef="#br0" timeOffset="47843.882">9158 8863,'5'-2,"10"-1,17-2,16-3,16-1,15-1,10 1,9 0,-14 3</inkml:trace>
  <inkml:trace contextRef="#ctx0" brushRef="#br0" timeOffset="48018.413">10268 8877,'0'14,"0"11,0 8,-2 5,-1 3,-2 2,0-2,-2-4,-2-6,1-7</inkml:trace>
  <inkml:trace contextRef="#ctx0" brushRef="#br0" timeOffset="48738.27">10108 8463,'22'-2,"0"2,0 1,0 0,0 2,0 0,0 1,-1 2,10 3,-13-5,-1 1,0 1,0 0,-1 1,1 1,-2 0,1 1,-1 1,0 0,-1 2,0-1,-1 1,-1 1,0 1,0 0,-1 0,-1 1,-1 0,0 1,0 2,0 8,-1 1,-2 0,-1 0,-1 0,-1 1,-1 0,-2-1,0 1,-3 10,2-36,1-1,-1 0,0 0,1 1,-1-1,1 0,-1 0,1 0,0 1,0-1,-1 0,1 0,0 0,0 1,0-1,0 0,0 0,1 1,-1-1,0 0,0 0,1 1,-1-1,1 0,-1 0,1 0,0 0,-1 0,1 0,0 0,0 0,-1 0,1 0,0 0,0 0,0-1,0 1,0 0,0-1,1 1,-1-1,0 1,0-1,0 1,0-1,1 0,-1 0,0 0,0 0,1 1,-1-2,0 1,0 0,2 0,12-8,1 0,-1-1,-1-1,0 0,0-1,-1-1,-1 0,0-1,0 0,6-10,42-60,-43 74,-12 33,-4-17,1 9,0 1,1-1,1 0,0 0,1 0,1-1,0 1,1-2,1 1,0-1,1 0,0 0,1-1,1 0,0-1,1-1,4 3,-13-11,1-1,0 0,0 0,0 0,1 0,-1-1,0 0,1 0,-1 0,1 0,-1-1,1 0,-1 0,1 0,-1 0,1-1,-1 1,0-1,1 0,-1-1,0 1,1-1,-1 0,0 0,0 0,-1 0,4-3,1-2,0 0,0-1,0 0,-1 0,-1 0,1-1,-1 0,-1 0,0-1,0 1,0-4,9-32,-2-1,-2 1,-2-2,-2 1,-2-1,-2 0,-4-25,3 50,1-15,-1 0,-3-1,0 1,-2 0,-2 0,-2 0,-1 1,-2-1,-6 10,17 27,0-1,0 1,-1-1,1 1,0 0,-1-1,1 1,-1 0,1-1,0 1,-1 0,1 0,-1 0,1-1,-1 1,1 0,-1 0,1 0,-1 0,1 0,-1 0,1 0,-1 0,1 0,0 0,-1 0,1 0,-1 0,1 0,-1 0,1 1,-1-1,1 0,-1 0,1 0,0 1,-1-1,1 0,-1 1,1-1,0 0,-1 1,1-1,0 1,-1-1,1 0,0 1,0-1,0 1,-1-1,1 1,0-1,0 1,0-1,0 0,0 1,0 0,-3 10,0 1,1-1,0 1,1-1,0 1,1 0,0 0,1 4,0 1,37 541,-38-549,1 17,0 0,2-1,0 1,2-1,1 0,1 0,6 13,17-1,-17-32</inkml:trace>
  <inkml:trace contextRef="#ctx0" brushRef="#br0" timeOffset="48989.109">10870 8516,'12'3,"19"0,24-1,25 3,16 6,9 9,0 10,-20-1</inkml:trace>
  <inkml:trace contextRef="#ctx0" brushRef="#br0" timeOffset="49654.532">11472 9197,'52'-167,"-47"147,-2-1,0 0,-2 1,0-1,-1 0,-1 0,-2-4,-7 2,20 37,2-6,-1 0,1-2,1 1,-1-2,1 0,0 0,0-1,1-1,-1 0,1-1,-1 0,2-1,73 17,-85-18,0 1,0 0,0 0,0 1,0-1,0 1,0-1,0 1,-1 0,1 0,0 0,-1 1,0-1,0 1,1-1,-1 1,-1 0,1-1,0 1,-1 0,1 0,-1 0,0 0,0 1,0-1,-1 0,1 0,-1 1,0-1,0 3,-5 54,3 28,3-86,-1 0,1 0,0 1,1-2,-1 1,0 0,0 0,1 0,-1 0,1-1,0 1,-1-1,1 1,0-1,0 0,0 0,0 0,0 0,0 0,0 0,0 0,0-1,1 1,-1-1,0 0,0 1,1-1,1 0,64-9,-55 5,0-1,-1 0,1-1,-1-1,-1 0,1-1,-1 0,-1 0,1-1,-1-1,-1 0,5-6,-16 20,-1-1,1 1,-1 0,1 1,1-1,-1 0,1 0,-1 1,1-1,0 1,1-1,-1 1,1 0,0-1,0 1,0-1,1 1,-1 0,1-1,1 1,-1-1,0 0,1 1,0-1,0 0,0 0,1 0,-1 0,1-1,0 1,0 0,0-1,0 0,1 0,0 0,-1 0,3 1,-1-3,0 0,1 1,-1-2,0 1,0 0,0-1,1 0,-1 0,0-1,0 0,1 1,-1-2,0 1,0-1,0 1,0-1,-1-1,1 1,0-1,-1 0,0 0,0 0,1 0,-2-1,1 1,0-1,-1 0,0-1,0 1,0 0,0-1,-1 0,0 1,0-1,0 0,0 0,-1 0,0 0,0-1,0 1,-1 0,0 0,0 0,0-5,-3 3,0 0,0 0,0 1,-1-1,0 1,-1-1,1 1,-1 0,0 1,0-1,-1 1,0 0,0 1,0-1,-1 1,1 1,-1-1,0 1,0 0,0 0,0 1,0 0,-5 0,7 0,-1 1,0 0,1 0,-1 0,0 1,0 0,0 0,0 0,1 1,-1 0,0 0,1 0,-1 1,0 0,1 0,0 0,-1 1,1 0,0 0,0 0,1 1,-1-1,1 1,0 0,0 0,0 1,0-1,1 1,-1 0,0 3,2-5,0 0,0 1,0-1,0 1,1-1,0 1,-1 0,1 0,1 0,-1-1,0 1,1 0,0 0,0 0,0 0,1 0,-1 0,1 0,0-1,0 1,0 0,0 0,1-1,0 1,0-1,0 1,0-1,0 0,0 0,1 0,0 0,-1 0,1 0,0-1,0 0,1 1,-1-1,0 0,1 0,72 8,-38-13</inkml:trace>
  <inkml:trace contextRef="#ctx0" brushRef="#br0" timeOffset="50409.594">12247 8730,'-94'-23,"92"23,-1 0,0 0,1 0,-1 0,0 0,1 0,-1 1,0-1,1 1,-1 0,1 0,-1 0,1 0,-1 0,1 0,0 1,-1-1,1 1,0 0,0-1,0 1,0 0,1 0,-1 1,0-1,1 0,0 0,-1 1,1-1,0 1,0-1,0 1,0 1,1 4,0 1,0 0,1 0,1-1,-1 1,1 0,0-1,1 1,0-1,1 0,-1 0,2 0,-1-1,1 1,0-1,5 5,-5-4,226 320,-226-322,32 31,-36-36,0 0,0-1,0 1,0-1,0 0,1 1,-1-1,0 0,0 0,0 0,1 0,-1 1,0-2,0 1,0 0,0 0,1 0,-1-1,0 1,0 0,0-1,0 1,0-1,0 1,0-1,0 0,0 1,0-1,0 0,0 0,0 0,0 0,-1 0,1 0,0 0,-1 0,1 0,-1 0,1 0,-1 0,1 0,11-26,0 0,-2-1,-1-1,-1 1,-1-1,-2-1,-3 22,28-156,-29 163,0 0,-1 0,1 1,-1-1,1 0,0 0,0 1,-1-1,1 1,0-1,0 1,0-1,0 1,0 0,-1-1,1 1,0 0,0 0,0-1,0 1,0 0,0 0,0 0,0 0,0 0,0 1,0-1,0 0,0 0,0 1,0-1,0 0,0 1,-1-1,1 1,0-1,0 1,0-1,-1 1,1 0,0-1,-1 1,1 0,0 0,-1-1,1 1,-1 0,0 0,1 0,-1 0,1 0,12 9,11 1,-1-1,2-1,-1-1,1-1,9 0,67 21,-97-27,1 1,-1-1,0 1,0 1,1-1,-1 1,0-1,-1 1,1 0,-1 0,1 1,-1-1,0 1,0 0,0 0,-1 0,1 0,-1 0,0 0,0 1,-1-1,1 1,-1-1,0 1,0-1,-1 1,1 0,-1 0,0-1,-1 5,0 20,9 48,-6-75,0 0,0-1,0 1,0-1,1 1,-1-1,1 0,-1 0,1 0,-1-1,1 1,0-1,-1 1,1-1,0 0,-1 0,1 0,0 0,0 0,-1-1,1 1,-1-1,1 0,0 0,-1 0,1 0,-1 0,0 0,1-1,-1 1,0-1,1 0,-3 2,18-9,-1-1,0-1,-1 0,0-1,0-1,-1-1,-1 0,-1 0,0-2,-1 1,1-4,-13 19,1 0,-1 1,0-1,0 0,0 0,0 1,0-1,0 0,1 0,-1 1,0-1,0 0,0 0,1 0,-1 0,0 1,0-1,0 0,1 0,-1 0,0 0,0 0,1 0,-1 0,0 0,1 0,-1 1,0-1,0 0,1 0,-1 0,0-1,0 1,1 0,-1 0,0 0,0 0,1 0,-1 0,0 0,0 0,1 0,-1-1,0 1,0 0,0 0,1 0,-1 0,0-1,0 1,0 0,1 0,-1-1,0 1,0 0,0 0,0-1,0 1,0 0,0 0,0-1,0 1,0 0,0 27,0-21,-1 18,7 92,-6-112,2 0,-1 0,0 0,1 0,0-1,0 1,0 0,0-1,1 1,-1-1,1 0,0 0,0 0,0 0,0 0,1-1,-1 0,1 1,-1-1,1 0,0-1,0 1,0-1,0 0,0 0,0 0,16 2</inkml:trace>
  <inkml:trace contextRef="#ctx0" brushRef="#br0" timeOffset="50651.974">13210 8502,'20'-4,"7"-2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6:36.109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291 1513,'7'-10,"-4"25,9 263,5-47,-10 1,-11-1,-12 39,-9-66,0-21,8 1,8 0,8 10,21 38,16 38,6 47,-12 164,-25 298,-7-436,-6 493,-5-77,-34 452,-19 87,27 72,25-350,14-475,-22 225,-26-214,17-249,11 44,34 418,-12-654,4 0,6 0,5 0,-11-79,-1-6</inkml:trace>
  <inkml:trace contextRef="#ctx0" brushRef="#br0" timeOffset="5332.58">158 163,'-42'-156,"34"149,7 24,21 120,-17 79,-9 0,-9-1,-18 59,14-109,-34 291,50-433</inkml:trace>
  <inkml:trace contextRef="#ctx0" brushRef="#br0" timeOffset="6767.852">3660 845,'685'-8,"-1"2,-672 6,34 0,0-2,0-1,0-3,13-5,-40 5,-40 11,0 2</inkml:trace>
  <inkml:trace contextRef="#ctx0" brushRef="#br0" timeOffset="7365.865">3781 1460,'1371'0,"-1343"-1,57 8,-85-7,0 0,1 1,-1-1,0 0,0 1,0-1,0 1,0-1,0 0,0 1,0-1,0 0,0 1,0-1,0 1,0-1,0 0,0 1,0-1,0 0,0 1,-1-1,1 0,0 1,0-1,0 0,-1 1,1-1,0 0,0 1,-1-1,1 0,0 0,-1 0,1 1,0-1,-1 0,1 0,0 0,-1 1,1-1,0 0,-1 0,1 0,0 0,-1 0,1 0,-1 0,1 0,0 0,-1 0,1 0,-1 0,1 0,0 0,-24 9,-4 0</inkml:trace>
  <inkml:trace contextRef="#ctx0" brushRef="#br0" timeOffset="7933.39">3927 2022,'90'11,"-65"-11,464-11,-177-1,39 12,-306 6,-56-1,-10-2,-3 0</inkml:trace>
  <inkml:trace contextRef="#ctx0" brushRef="#br0" timeOffset="8478.525">3994 2690,'339'-33,"-154"18,1 8,32 9,63 24,-276-25,-6 0</inkml:trace>
  <inkml:trace contextRef="#ctx0" brushRef="#br0" timeOffset="9104.547">4034 3172,'25'10,"-1"-2,1 0,1-1,0-2,-1-1,2 0,-1-2,0-1,0-1,0-2,1 0,-10 1,294-14,141-2,-366 25,-88-9</inkml:trace>
  <inkml:trace contextRef="#ctx0" brushRef="#br0" timeOffset="14035.42">3994 3747,'319'-21,"656"-11,-949 28,-17 1</inkml:trace>
  <inkml:trace contextRef="#ctx0" brushRef="#br0" timeOffset="15398.818">5318 191,'-6'30,"2"1,1 1,1-1,2 0,1 1,2-1,1 0,1 0,2-1,3 10,19 121,-21-17,-7 0,-12 102,0-6,14-91,18 121,3 60,-34 189,10-343,8 1,13 48,-7 263,-6-288,-16 163,3-153,5-226,0-7</inkml:trace>
  <inkml:trace contextRef="#ctx0" brushRef="#br0" timeOffset="16913.97">5371 377,'61'-16,"0"3,0 2,1 3,0 3,1 3,-1 2,0 3,61 10,-28-1,-2 3,0 5,-1 4,-2 3,0 5,-2 4,-2 3,-2 4,26 20,-50-22,-1 2,-3 3,-2 2,-2 2,-2 3,-3 1,-2 3,-2 2,-4 1,-1 2,9 28,2 18,-5 2,-5 2,-5 1,-5 2,-5 1,-5 1,-2 40,-5 26,-9 1,-8 23,1-136,-3 0,-2 0,-4-1,-3-1,-3 0,-3-1,-3-1,-2-2,-11 15,2-18,-2-1,-2-2,-3-2,-3-2,-2-2,-15 11,-13 8,-2-4,-4-3,-2-4,-3-4,-90 44,134-78,-2-2,-1-2,-1-1,0-3,-1-2,0-2,-1-2,0-3,-9-1,-279 7,38 1,40-13,273 0,3 0</inkml:trace>
  <inkml:trace contextRef="#ctx0" brushRef="#br0" timeOffset="17828.393">7992 2249,'-2'-3,"1"0,-1 0,1 0,-1 1,0-1,0 0,0 1,0-1,0 1,-1 0,1 0,-1 0,0 0,1 0,-1 0,0 1,0 0,0-1,0 1,0 0,0 0,-1 1,1-1,0 1,0-1,-1 1,1 0,0 0,0 1,-1-1,1 1,0-1,0 1,0 0,0 0,-2 1,-1 3,-1 0,1 0,0 0,1 1,-1 0,1 0,0 0,0 1,1 0,0 0,0 0,1 0,0 1,0 0,0-1,1 1,1 0,-1 0,1 0,0 0,1 0,0 0,0 0,1 0,0 0,1 0,-1 0,2 0,-1 0,1-1,0 1,0-1,1 0,0 0,0 0,2 1,0-1,1 0,0-1,0 1,1-1,0-1,0 1,1-1,-1-1,1 0,0 0,0-1,0 0,1 0,-1-1,1 0,-1-1,1 0,0 0,0-1,2-1,-4 1,-1 0,1-1,-1 1,1-2,-1 1,1-1,-1 0,0-1,0 0,0 0,0 0,-1-1,1 0,-1 0,0-1,0 0,-1 0,1 0,-1-1,0 1,0-1,-1 0,0-1,0 1,-1-1,1-1,0-5,-1-1,0 1,-1-1,-1 1,0-1,-1 1,0-1,-1 0,0 1,-2-1,1 1,-2 0,1-1,-2 2,0-1,0 0,-2 1,1 0,-1 1,-1-1,0 1,-1 1,0-1,0 2,-1-1,0 1,-10-6,15 12,0-1,0 1,-1 0,0 0,1 1,-1-1,0 1,0 1,0-1,0 1,0 0,0 1,-1-1,1 1,0 0,0 1,-1-1,1 1,0 1,0-1,0 1,0 0,1 0,-1 1,0-1,1 1,0 1,-1-1,1 1,1 0,-1 0,0 0,1 1,0-1,0 1,1 0,-1 1,0-1,0 1,1 0,0 0,0 0,0 0,1 0,0 1,0-1,1 1,-1 0,2-1,-1 1,1 0,0-1,0 1,0 0,1 0,0-1,1 1,-1-1,1 1,1-1,-1 0,1 1,0-1,1-1,-1 1,1 0,0-1,0 0,1 0,0 0,0 0,0-1,0 0,1 0,3 2,34 13,-1-6</inkml:trace>
  <inkml:trace contextRef="#ctx0" brushRef="#br0" timeOffset="18197.452">8326 2275,'240'0,"1421"-13,-1363 4,911 1,-1028 20,-141-5,-40-7,-1 0,1 0,0 1,0-1,0 0,-1 0,1 1,0-1,0 0,0 0,0 1,0-1,-1 0,1 1,0-1,0 0,0 0,0 1,0-1,0 0,0 1,0-1,0 0,0 1,0-1,0 0,1 1,-1-1,0 0,0 0,0 1,0-1,0 0,1 0,-1 1,0-1,0 0,0 0,1 1,-1-1,0 0,0 0,1 0,-1 1,0-1,0 0,1 0,-1 0,0 0,1 0,-1 0,0 0,1 0,-1 0,0 0,0 0,1 0,-26 7,-3-3</inkml:trace>
  <inkml:trace contextRef="#ctx0" brushRef="#br0" timeOffset="18980.152">9983 1045,'-11'-11,"8"35,40 251,15 89,-49-347,-4 48,-9-76,8 6,1-1,0 0,0 0,1 0,-1 0,1 0,1 0,-1 1,1-1,0 0,0 0,1 0,0 1,0-1,0 1,0 0,1-1,0 1,0 0,1 0,-1 1,1-1,0 1,5-7,1 1,0 1,1 0,0 0,0 1,1 0,0 1,0 1,5-3,-5 4,0 1,0 0,1 1,-1 0,1 0,0 2,-1-1,1 2,0 0,0 0,-9 0,0 1,0-1,0 1,0 0,0 0,0 0,0 0,0 1,0 0,-1-1,1 1,-1 1,1-1,-1 0,0 1,0 0,0 0,0 0,-1 0,1 0,-1 0,1 1,-1-1,0 1,-1 0,1 0,-1-1,1 1,-1 0,0 0,-1 0,1 2,0 0,-1 0,0 0,0 0,-1 0,0 0,0 0,0 0,0 0,-1 0,0-1,0 1,-1-1,0 1,0-1,0 0,0 0,-1 0,0 0,0-1,0 0,-1 1,1-2,-4 3,-3 3,-1-1,0-1,-1 0,0-1,0 0,0-1,0 0,-1-1,-7 1,3-1,-1-1,0-1,1 0,-1-1,0-1,0-1,1-1,-4-1,22 3,1 0,0-1,-1 1,1 0,-1-1,1 1,-1-1,0 1,1-1,-1 1,1-1,-1 1,0-1,1 1,-1-1,0 0,0 1,1-1,-1 1,0-1,0 0,0 1,0-1,0 1,0-1,0 0,0 1,0-1,0 0,0 1,0-1,0 0,-1 1,1-1,0 1,0-1,-1 1,1-1,0 1,-1-1,1 1,-1-1,1 1,-1-1,1 1,-1-1,1 1,-1 0,1-1,-1 1,1 0,-1-1,0 1,1 0,-1 0,1 0,-1 0,0 0,1-1,59-8,-25 6</inkml:trace>
  <inkml:trace contextRef="#ctx0" brushRef="#br0" timeOffset="19229.483">10652 1901,'0'-4,"-2"-7,-1-1</inkml:trace>
  <inkml:trace contextRef="#ctx0" brushRef="#br0" timeOffset="35132.263">2644 605,'7'0,"6"0,7 0,3-3,3 0,1 0,1 1,1 0,-1 1,-3 0,-8 1,-6 0</inkml:trace>
  <inkml:trace contextRef="#ctx0" brushRef="#br0" timeOffset="35580.588">2618 685,'-44'98,"44"-97,-1 0,1 0,0 0,1 0,-1 0,0 0,0 0,0-1,1 1,-1 0,0 0,1 0,-1 0,1 0,-1 0,1 0,-1-1,1 1,0 0,-1 0,1-1,0 1,0 0,0-1,-1 1,1-1,0 1,0-1,0 1,0-1,0 0,0 1,0-1,0 0,0 0,0 0,0 0,0 0,1 0,45-1,-42 1,40-6,73 1,-116 5,1 1,-1-1,1 1,-1 0,0 0,1 0,-1 0,0 0,0 0,1 1,-1-1,0 1,0-1,-1 1,1 0,0 0,-1 0,1 0,-1 0,1 0,-1 0,0 1,0-1,0 0,0 1,0-1,-1 1,1-1,-1 1,0-1,1 1,-1-1,0 1,-1-1,1 1,0-1,-1 3,0 3,-1 0,1 0,-2 1,1-1,-1-1,0 1,-1 0,1-1,-2 0,1 1,-1-1,-3 1,1 0,-1 0,-1-1,1 0,-1-1,0 0,-1 0,1-1,-1 0,0-1,0 0,-1 0,1-1,-1-1,0 0,0 0,0-1,0 0,1-1,-1 0,-11-2,-2-15,22 8</inkml:trace>
  <inkml:trace contextRef="#ctx0" brushRef="#br0" timeOffset="35853.098">2510 417,'19'-2,"18"-4,21-2,17-2,10 0,4 3,-1 1,-10 3,-12 3,-19 3</inkml:trace>
  <inkml:trace contextRef="#ctx0" brushRef="#br0" timeOffset="36697.91">2938 1367,'-4'-1,"0"1,0-1,0 1,0 0,0 0,0 1,0-1,1 1,-1 0,0 0,0 0,0 0,1 1,-1 0,1-1,-1 1,1 1,0-1,0 0,0 1,0-1,0 1,0 0,1 0,-1 0,1 1,0-1,0 0,-1 2,-40 111,30-22,13-91,0-1,0 1,1 0,-1 0,1-1,0 1,0 0,0-1,0 1,0-1,0 1,1-1,-1 0,1 0,0 1,0-1,0 0,0-1,0 1,0 0,0 0,0-1,1 1,-1-1,1 0,-1 0,1 0,-1 0,1 0,0-1,0 1,0-1,7 2,0-1,0 0,-1-1,1 0,0 0,0-1,-1-1,1 1,-1-2,1 1,-1-1,0-1,0 0,3-1,-10 4,-1 0,1 1,-1-1,0 0,1 0,-1 0,0 0,0 0,1 0,-1 0,0 0,0-1,0 1,0 0,-1-1,1 1,0-1,0 1,-1-1,1 1,-1-1,1 1,-1-1,0 1,0-1,0 0,0 1,0-1,0 0,0 1,0-1,-1 1,1-1,0 1,-1-1,0 1,1-1,-1 1,0-1,0 1,1-1,-1 1,0 0,0 0,-1-1,1 1,0 0,0 0,-1 0,1 0,0 1,-1-1,1 0,-1 0,1 1,-1-1,0 1,-7-1,0 0,-1 1,1 0,0 0,0 1,-1 1,1 0,0 0,0 0,1 1,-1 0,0 1,1 0,0 1,-2 1,-6 8,18-10</inkml:trace>
  <inkml:trace contextRef="#ctx0" brushRef="#br0" timeOffset="36989.621">2845 1166,'16'-7,"18"-7,21-7,17-5,14-3,3 4,-6 6,-28 6,-21 6</inkml:trace>
  <inkml:trace contextRef="#ctx0" brushRef="#br0" timeOffset="60472.951">4075 2008,'-192'11,"-84"-15,67-3,-115 21,0-1,-260-13,403 14,148-6,22-6</inkml:trace>
  <inkml:trace contextRef="#ctx0" brushRef="#br0" timeOffset="67550.268">839 1406,'7'0,"11"3,17 0,19 0,23-1,17 0,11-3,5-2,-9 0,-20 3,-25 2</inkml:trace>
  <inkml:trace contextRef="#ctx0" brushRef="#br0" timeOffset="66950.156">1040 1942,'15'-208,"-8"177,-3 56,-18 231,5-153,8-53,3-32</inkml:trace>
  <inkml:trace contextRef="#ctx0" brushRef="#br0" timeOffset="67280.311">1227 1915,'98'-259,"-89"240,-9 19,0 0,0 0,1 1,-1-1,0 0,0 0,0 0,0 1,0-1,0 0,0 0,0 0,1 0,-1 0,0 1,0-1,0 0,0 0,0 0,1 0,-1 0,0 0,0 1,0-1,1 0,-1 0,0 0,0 0,0 0,1 0,-1 0,0 0,0 0,0 0,1 0,-1 0,0 0,0 0,0 0,1 0,-1 0,0-1,0 1,0 0,0 0,1 0,-1 0,0 0,0 0,0 0,0-1,1 1,-20 157,18-150,-6 36,2 0,2 0,2 0,3 11,-2-51,0 1,0 0,0-1,1 1,0-1,0 1,0-1,0 1,1-1,-1 1,1-1,0 0,0 0,0 0,0 0,0 0,1 0,8 3</inkml:trace>
  <inkml:trace contextRef="#ctx0" brushRef="#br0" timeOffset="69062.777">1040 1661,'-2'0,"-6"4,-8 7,-8 7,-7 9,-2 5,-3 3,5-6</inkml:trace>
  <inkml:trace contextRef="#ctx0" brushRef="#br0" timeOffset="91856.052">1040 3051,'3'-42,"2"-1,1 1,2-1,4-2,-9 32,-2 58,-38 219,35-242</inkml:trace>
  <inkml:trace contextRef="#ctx0" brushRef="#br0" timeOffset="92183.203">1214 2904,'17'-7,"1"1,0 0,1 2,-1 0,1 1,0 1,0 0,0 2,-1 0,19 3,-34-3,0 0,-1 0,1 0,0 0,-1 1,1-1,-1 1,1 0,-1 0,1 0,-1 0,0 0,1 0,-1 1,0-1,0 1,0 0,0-1,0 1,0 0,0 0,-1 0,1 1,-1-1,1 0,-1 0,0 1,0-1,0 1,0-1,-1 1,1-1,-1 1,1 0,-1-1,0 1,0 0,0-1,0 1,-1-1,1 1,-1 0,1-1,-1 1,-1 1,-6 12,-1 0,-1 0,-1-1,0 0,-1 0,-1-2,0 1,-1-2,-12 10,-29 29,53-49,0-1,1 0,-1 0,1 0,0 0,0 0,-1 0,1 0,0 0,0 1,0-1,0 0,0 1,0-1,0 1,1-1,-1 1,1-1,-1 1,1 0,-1-1,1 1,0 0,0-1,0 1,0 0,0-1,0 1,0 0,0-1,1 1,-1 0,1-1,0 2,5 0,0-1,0 0,0 0,0 0,0-1,1 0,-1 0,1 0,-1-1,0 0,1 0,-1-1,5 0,-1 0,156-24,-122 15</inkml:trace>
  <inkml:trace contextRef="#ctx0" brushRef="#br0" timeOffset="92444.696">839 2636,'16'-2,"17"-1,18 0,17 1,17 0,14 1,11 1,6-1,-2 1,-20 0</inkml:trace>
  <inkml:trace contextRef="#ctx0" brushRef="#br0" timeOffset="93400.681">2257 2824,'473'-27,"-61"1,-76 23,271-10,-387 1,-184 1,-31 3</inkml:trace>
  <inkml:trace contextRef="#ctx0" brushRef="#br0" timeOffset="104798.581">2884 3385,'0'-42,"-2"22,2 0,1 0,0 0,1 0,5-16,3 61,-4 43,-3 1,-3-1,-7 55,2-38,4-59</inkml:trace>
  <inkml:trace contextRef="#ctx0" brushRef="#br0" timeOffset="105250.033">3032 3318,'2'2,"-1"-1,1 1,-1-1,1 1,-1 0,1 0,-1 0,0 0,0 0,0 0,0 0,0 0,-1 0,1 0,-1 1,1-1,-1 0,0 0,0 2,1-2,2 25,-1 1,-1-1,-1 1,-4 26,4-53,-1 1,0-1,1 1,-1-1,1 1,0-1,-1 1,1 0,0-1,0 1,0-1,0 1,0 0,1-1,-1 1,0-1,1 1,-1-1,1 1,0-1,-1 1,1-1,0 0,0 1,0-1,0 0,0 0,0 0,0 1,0-1,0 0,1-1,-1 1,0 0,1 0,-1 0,1-1,-1 1,1-1,-1 1,2-1,4-2,0-1,0-1,-1 1,0-1,1 0,-1-1,-1 1,1-1,-1 0,0-1,0 1,0-1,-1 0,1 0,-1 0,59-86,-63 121,-5 1,1 0,1 1,2-1,1 1,3 20,0-33</inkml:trace>
  <inkml:trace contextRef="#ctx0" brushRef="#br0" timeOffset="105550.339">2751 3091,'2'-2,"8"-1,11 0,16-2,17-4,16-3,13-4,12-2,5 2,-1 5,-10 3,-20 3</inkml:trace>
  <inkml:trace contextRef="#ctx0" brushRef="#br0" timeOffset="106308.995">2938 4602,'36'-242,"-28"218,0 38,-8 19,0 0,-2 0,-1-1,-2 1,-3 7,-11 100,20-118,1-6</inkml:trace>
  <inkml:trace contextRef="#ctx0" brushRef="#br0" timeOffset="106566.951">3165 4428,'5'13,"0"0,1 0,0-1,1 0,0 0,1 0,0-1,1 0,0-1,1 0,8 7,30 35,-46-51,0 1,0-1,-1 1,1 0,0 0,-1-1,1 1,-1 0,1 0,-1 1,0-1,0 0,0 0,0 1,-1-1,1 0,0 1,-1-1,0 1,0-1,1 0,-1 1,-1-1,1 1,0-1,-1 1,1-1,-1 0,0 1,1-1,-1 0,0 0,-1 1,1-1,0 0,-1 1,-4-1,-1 1,1-1,0 0,-1-1,1 1,-1-1,0-1,1 1,-1-1,0 0,1-1,-1 1,1-1,-1-1,1 1,-1-1,1 0,0-1,0 0,0 1,0-2,0 1,0-1,1 0,0 0,-3-3,-9-14</inkml:trace>
  <inkml:trace contextRef="#ctx0" brushRef="#br0" timeOffset="106820.298">3272 4294,'12'-4,"12"-5,14-4,14-3,7 0,3-1,-7 3,-13 4</inkml:trace>
  <inkml:trace contextRef="#ctx0" brushRef="#br0" timeOffset="107034.072">2845 4107,'20'-9,"26"-5,22-5,23-6,18-2,9 3,-4 2,-21 6</inkml:trace>
  <inkml:trace contextRef="#ctx0" brushRef="#br0" timeOffset="110398.059">3768 7529,'13'41,"0"79,-6 0,-4 0,-6 0,-15 97,17-203,-89 955,47-590,42-370,3-14</inkml:trace>
  <inkml:trace contextRef="#ctx0" brushRef="#br0" timeOffset="111953.66">3740 7449,'329'-11,"-266"12,1 3,-1 3,-1 3,0 2,0 3,-1 3,-1 3,-1 2,18 11,45 28,-2 6,-4 4,3 10,-93-65,-1 1,-1 1,0 1,-1 1,-2 1,0 1,-1 1,-2 1,0 0,-2 2,-1 0,-1 0,-1 1,-1 1,-2 0,5 26,-4 25,-5 0,-3 1,-5 58,0-84,1 57,-5-1,-5 0,-18 75,21-152,0-1,-3 0,-1-1,-1 0,-2 0,-1-1,-1-1,-1-1,-2-1,-1 0,-2-2,0 0,-1-2,-2-1,0 0,-2-2,0-1,-1-2,-16 8,15-17,1 0,-1-2,0-2,0 0,0-2,-1-1,-12-2,-12 2,-424 31,99-32,371-1,0 1,-1 0,1 1,0 0,0 1,0 0,0 0,1 1,-1 0,-1 2,4-5,0-1,0 1,0-1,0 0,0 0,0-1,0 1,0-1,0-1,0 1,1-1,-1 0,0 0,1-1,-1 0,1 0,0 0,0 0,0-1,-1-1,2 0,0-1,0 1,0-1,1 0,0 0,0-1,0 1,1-1,0 1,0-1,1 1,0-1,0 0,0 0,1 0,0 0,1 0,-1 1,1-1,1-2,-1-15,-1 14,0-1,0 1,-1 0,0 0,-1 0,0 0,-1 0,0 0,-1 0,-2-5,-8-9</inkml:trace>
  <inkml:trace contextRef="#ctx0" brushRef="#br0" timeOffset="113046.594">3860 11780,'14'947,"-14"581,0-1498,2-21,1-13</inkml:trace>
  <inkml:trace contextRef="#ctx0" brushRef="#br0" timeOffset="114134.254">3914 11874,'136'-17,"1"5,0 6,129 12,-229-4,0 2,-1 2,0 2,0 1,-1 1,0 2,-1 2,0 0,-1 3,-1 1,-1 1,0 2,-2 1,23 22,-1 14,-2 2,-4 2,-2 3,34 68,-58-100,-19-32,48 80,-4 2,21 60,-54-115,-1 0,-2 1,-1 0,-1 1,-2-1,-1 1,-1 0,-1 0,-2 0,-3 15,-8 7,-2 0,-3-1,-2-1,-2-1,-2-1,-2-1,-3-1,-1-1,-2-2,-2-1,-11 9,-3 6,-2-3,-2-2,-2-2,-3-2,-1-3,-3-2,-4-1,43-30,-1-1,0-1,0-1,-1-1,0-1,0-1,-1 0,0-2,0-1,0-1,0-1,0-2,-1 0,1-1,0-1,1-2,-17-4,23 3,0 1,0 1,0 1,-1 0,1 1,-1 1,1 1,-1 0,-13 3,-135 40,139-37,16-4,0 1,0-1,0 2,0 0,0 0,1 1,0 0,-8 5,18-10,-1 1,0-1,1 1,-1 0,1-1,-1 1,1-1,-1 1,1 0,-1-1,1 1,0 0,-1 0,1-1,0 1,-1 0,1 0,0 0,0-1,0 1,0 0,0 0,0 0,0-1,0 1,0 0,0 0,0 0,1-1,-1 1,0 0,1 0,-1 0,5 6</inkml:trace>
  <inkml:trace contextRef="#ctx0" brushRef="#br0" timeOffset="115463.001">1641 7864,'528'23,"574"-19,-650-18,-515 14,28 0</inkml:trace>
  <inkml:trace contextRef="#ctx0" brushRef="#br0" timeOffset="116235.017">1654 8639,'75'11,"70"-10,-1-6,3-7,75-3,529 7,-518 9,-185 2,-42 0,-8-1</inkml:trace>
  <inkml:trace contextRef="#ctx0" brushRef="#br0" timeOffset="116962.684">1748 9428,'127'12,"974"-36,-1070 23,483-27,-504 27,-16 1,-8 1</inkml:trace>
  <inkml:trace contextRef="#ctx0" brushRef="#br0" timeOffset="118148.795">732 7610,'-2'0,"1"0,6 0,6 0,8 0,10-2,10-1,6-2,3-3,-2-2,-7 1,-14 1,-12 3</inkml:trace>
  <inkml:trace contextRef="#ctx0" brushRef="#br0" timeOffset="118640.366">679 7649,'6'14,"-2"-1,1 0,-2 1,0 0,0 0,-2 0,1 11,-1-13,0-9,0-1,0 0,1 0,-1 0,1 0,-1 0,1 0,-1 0,1-1,0 1,0-1,0 1,0-1,0 0,0 0,1 1,-1-2,0 1,0 0,1 0,-1-1,1 1,-1-1,1 0,-1 0,0 1,1-2,-1 1,1 0,-1 0,1-1,-1 0,0 1,1-1,-1 0,0 0,0 0,2-1,15-1,-2 1,-1 0,0 2,1 0,-1 1,0 0,16 5,-27-5,0 0,0 1,0 0,0 0,0 0,0 1,-1 0,1 0,-1 0,0 0,0 0,0 1,0 0,-1 0,1 0,-1 0,0 1,0-1,-1 1,1 0,-1 0,0 0,0 1,0 0,-1-1,0 0,0 1,-1-1,1 1,-1-1,-1 1,1-1,-1 1,1-1,-2 1,1-1,-1 0,1 1,-1-1,-1 0,1 0,-1-1,0 1,0 0,0-1,-1 0,1 0,-1 0,0 0,-4 3,-5 3,0 0,-1-1,0 0,0-1,0-1,-1 0,-1-1,-9 2,13-4,0 0,0-1,-1 0,1-1,-1-1,1 0,-1-1,0 0,1-1,-11-1,14-13,13 6</inkml:trace>
  <inkml:trace contextRef="#ctx0" brushRef="#br0" timeOffset="118898.715">639 7436,'9'0,"12"0,12-2,14-3,12-4,10-1,4-2,-2 1,-10 2,-15 6,-22 5,-15 2</inkml:trace>
  <inkml:trace contextRef="#ctx0" brushRef="#br0" timeOffset="120901.808">866 8653,'-6'-1,"0"-1,-1-1,1 2,-1-1,0 1,1 0,-1 0,0 1,0 0,0 0,0 0,1 1,-1 0,0 1,0-1,1 1,-1 1,1-1,0 1,0 0,0 0,0 1,0 0,1 0,-1 0,1 1,0 0,-2 3,0 10,0-1,2 2,0-1,1 1,1-1,1 1,0 0,2 0,0 0,2 8,-2-7,0-7,-1-8,0 0,0-1,0 1,1 0,0 0,0-1,0 1,0 0,1 0,0-1,0 1,0 0,1-1,-1 1,1-1,0 1,0-1,1 0,-1 0,1 0,0 0,0-1,0 1,1-1,-1 1,1-1,0 0,0-1,0 1,0-1,1 1,3-3,1 1,-1-1,1-1,-1 1,0-1,1-1,-1 0,0 0,0-1,0 1,0-2,0 1,-1-1,1 0,-1-1,0 0,-1 0,1-1,-1 1,0-1,0-1,-1 1,4-5,-8 9,1-1,0 1,-1-1,1 1,-1-1,0 0,0 1,0-1,0 0,-1 0,1 0,-1 0,1 0,-1 1,0-1,0 0,-1 0,1 0,0 0,-1 0,0 0,0 0,0 1,0-1,0 0,0 1,-1-1,1 1,-1-1,0 1,1 0,-1-1,0 1,-1 0,1 0,0 1,-1-1,1 0,0 1,-1 0,0-1,1 1,-1 0,-2 0,-2-2,1 2,-1-1,0 1,0 0,0 0,0 1,0 0,0 0,0 0,1 1,-1 0,0 1,0-1,1 1,-1 1,1-1,-1 1,1 0,0 1,0-1,0 1,1 0,-1 1,1-1,0 1,1 0,-1 1,1-1,0 1,0-1,0 1,1 1,0-1,0 0,1 1,0-1,0 1,0 3,1-8,1 0,0 0,0 0,0-1,0 1,0 0,1 0,-1 0,0 0,1-1,0 1,-1 0,1 0,0-1,0 1,0-1,0 1,0-1,0 1,0-1,0 1,1-1,-1 0,1 0,-1 0,1 0,-1 0,1 0,0 0,14 6</inkml:trace>
  <inkml:trace contextRef="#ctx0" brushRef="#br0" timeOffset="121152.273">598 8452,'5'0,"8"0,11 0,13-2,11-1,11-3,8-1,0-1,-8 4,-14 5,-15 2</inkml:trace>
  <inkml:trace contextRef="#ctx0" brushRef="#br0" timeOffset="122998.111">759 10070,'13'-243,"-12"128,-9 519,11-338,2-44</inkml:trace>
  <inkml:trace contextRef="#ctx0" brushRef="#br0" timeOffset="123309.313">1000 9963,'-13'-181,"17"151,5 49,0 54,-4 0,-3 1,-4 15,1-20,1-44</inkml:trace>
  <inkml:trace contextRef="#ctx0" brushRef="#br0" timeOffset="123568.627">478 9548,'2'-2,"13"-1,19 0,22-1,20-3,17-5,12 0,0 0,-7 2,-21 4,-24 4</inkml:trace>
  <inkml:trace contextRef="#ctx0" brushRef="#br0" timeOffset="124562.188">2631 12449,'720'8,"-712"-7,91 3,0-3,0-5,0-5,64-14,-142 18</inkml:trace>
  <inkml:trace contextRef="#ctx0" brushRef="#br0" timeOffset="125015.42">2631 13332,'22'-5,"22"-1,19-2,19-2,14-2,11 0,6 1,1 2,-7 4,-12 1,-16 3,-17 0,-14 4,-15 3,-14 0</inkml:trace>
  <inkml:trace contextRef="#ctx0" brushRef="#br0" timeOffset="125349.626">2604 13879,'18'0,"20"0,17 0,17 0,17 0,14 0,9-2,7-1,4-2,-2 0,-7 0,-12 2,-18 1,-20 1,-27 0,-19 1</inkml:trace>
  <inkml:trace contextRef="#ctx0" brushRef="#br0" timeOffset="127165.26">1360 12409,'81'-223,"-81"222,8-18,-8 20,0-1,0 0,0 0,0 0,0 1,0-1,0 0,0 0,0 0,0 0,0 1,0-1,0 0,0 0,0 0,1 0,-1 1,0-1,0 0,0 0,0 0,0 0,0 0,1 1,-1-1,0 0,0 0,0 0,0 0,1 0,-1 0,0 0,0 0,0 0,0 0,1 0,-1 0,0 0,0 0,0 0,1 0,-1 0,0 0,0 0,0 0,1 0,-21 213,17-179,0 127,6-146</inkml:trace>
  <inkml:trace contextRef="#ctx0" brushRef="#br0" timeOffset="127518.883">1575 12248,'12'-4,"0"0,1 0,-1 1,1 1,0 0,0 0,0 2,0-1,0 2,0 0,0 0,0 1,-1 1,1 0,8 3,-18-4,1 0,-1 0,0 0,1 1,-1-1,0 1,-1 0,1-1,0 1,-1 0,1 1,-1-1,0 0,0 1,-1-1,1 1,-1 0,1-1,-1 1,0 0,-1 0,1 0,-1 0,1 0,-1 0,0 0,-1-1,1 1,-1 0,0 0,1 0,-2 0,1-1,0 1,-1 0,0-1,0 1,0-1,0 0,0 1,-79 99,34-50,47-53,-1 1,-1 0,1 0,0-1,0 1,0 0,0 0,0 0,1 0,-1 1,0-1,0 0,1 0,-1 0,1 0,-1 1,1-1,-1 0,1 1,0-1,-1 0,1 1,0-1,0 0,0 1,0-1,1 1,-1-1,0 0,0 1,1-1,-1 0,1 0,-1 1,1-1,-1 0,1 0,0 0,0 1,0-1,5 1,1 0,-1 0,1 0,-1-1,1 0,-1 0,1-1,0 0,0 0,-1-1,1 1,0-1,-1-1,2 0,0 1,45-7,0-3,-1-2,-1-3,12-6,-33 9</inkml:trace>
  <inkml:trace contextRef="#ctx0" brushRef="#br0" timeOffset="127772.45">1147 11928,'23'0,"25"-2,23-1,20 0,13-2,4 0,-5 4,-15 3,-22 7,-23 1</inkml:trace>
  <inkml:trace contextRef="#ctx0" brushRef="#br0" timeOffset="128747.923">1575 13332,'36'-207,"-32"201,-5 25,-26 311,27-307</inkml:trace>
  <inkml:trace contextRef="#ctx0" brushRef="#br0" timeOffset="129184.465">1721 13184,'0'49,"2"0,3 0,1-1,4 8,-10-55,0 1,1-1,-1 1,0-1,1 1,-1-1,1 1,0-1,-1 1,1-1,0 0,0 1,0-1,0 0,0 0,0 0,0 0,1 0,-1 0,0 0,0 0,1 0,-1-1,1 1,-1 0,1-1,-1 1,1-1,-1 0,1 1,-1-1,1 0,-1 0,1 0,0 0,-1 0,1 0,-1-1,1 1,-1-1,1 1,-1-1,1 1,-1-1,13-5,-1-1,0-1,-1 0,0-1,0 0,-1-1,0 0,8-10,13-11,-32 30,1 1,-1-1,0 0,0 1,1-1,-1 1,1-1,-1 0,0 1,1-1,-1 1,1-1,-1 1,1-1,0 1,-1 0,1-1,-1 1,1 0,0-1,-1 1,1 0,0 0,-1-1,1 1,0 0,0 0,-1 0,1 0,0 0,-1 0,1 0,0 0,0 0,-1 1,1-1,0 0,-1 0,1 1,0-1,-1 0,1 1,-1-1,1 0,0 1,-1-1,1 1,-1-1,1 1,-1 0,0-1,1 1,-1-1,0 1,1 0,-1-1,0 1,1 0,2 110,-5-73,0 45,2-64</inkml:trace>
  <inkml:trace contextRef="#ctx0" brushRef="#br0" timeOffset="129431.614">1360 13010,'-2'-4,"8"-4,13-3,16 0,18 0,19 0,12 1,8 3,0 2,-6 7,-19 3</inkml:trace>
  <inkml:trace contextRef="#ctx0" brushRef="#br0" timeOffset="130218.509">1495 14602,'2'-31,"2"0,1 0,1 0,2 1,4-9,9-39,-1-25,-19 95,-3 13,-4 16,-14 108,6 1,5 18,9-79,2-49</inkml:trace>
  <inkml:trace contextRef="#ctx0" brushRef="#br0" timeOffset="130499.66">1762 14454,'4'16,"0"0,2 0,0-1,0 0,2 0,0 0,0-1,2-1,-1 1,2-1,0-1,0 0,1-1,10 8,-13-11,-6-5,30 37,-32-39,0 0,-1 0,1 0,-1 0,1 0,-1 0,1 0,-1 0,0 0,1 0,-1 0,0 0,0 1,0-1,0 0,0 0,0 0,0 0,0 0,0 0,-1 1,1-1,0 0,-1 0,1 0,-1 0,1 0,-1 0,0 0,1 0,-1 0,0-1,0 1,1 0,-1 0,0-1,0 1,0 0,0-1,0 1,0-1,-7 3,-1 0,1-1,0 0,-1 0,0-1,1 0,-1-1,0 0,1-1,-1 1,1-1,-1-1,1 0,-6-2,-23-7</inkml:trace>
  <inkml:trace contextRef="#ctx0" brushRef="#br0" timeOffset="130746.995">1828 14347,'14'-11,"11"-6,8-5,6 1,5 2,1 3,1 3,-4 4,-6 4,-9 2</inkml:trace>
  <inkml:trace contextRef="#ctx0" brushRef="#br0" timeOffset="130965.469">1173 13946,'-11'-2,"5"-1,15 0,22-1,26-6,29-4,28-8,26-1,19-2,16 1,7 2,-27 5</inkml:trace>
  <inkml:trace contextRef="#ctx0" brushRef="#br0" timeOffset="132663.957">5625 13024,'153'1,"9"3,-1-8,0-6,127-27,-278 35,-6 2,0 0,1 0,-1-1,0 1,0-1,0 0,0 0,-1-1,1 1,0-1,0 0,-1 0,1 0,-1 0,0 0,1-1,-1 0,0 1,0-1,-1 0,1-1,-1 1,0 0,1-1,-1 1,-1-1,2-1,1-16,0 0,-1 1,-1-1,0 0,-2 0,-1 0,-1 0,-2-14,-3-104,8 93,8-1008,-4 401,-12 498,-7 1,-18-72,6 41,8-2,6-37,-13-100,12-33,13 356,0 0,0-1,0 1,0-1,0 1,0-1,0 1,0 0,1-1,-1 1,1-1,-1 1,1 0,0 0,-1-1,1 1,0 0,0 0,0 0,0 0,0 0,0 0,0 0,0 0,0 0,0 0,0 1,1-1,-1 0,0 1,1-1,-1 1,0-1,1 1,-1 0,1 0,-1-1,0 1,1 0,-1 0,1 1,-1-1,1 0,294-3,936 8,-993 2,-222-5,-32-1,-25-3,-9 0</inkml:trace>
  <inkml:trace contextRef="#ctx0" brushRef="#br0" timeOffset="133578.138">5412 8518,'0'0,"0"-1,0 1,0-1,0 1,0-1,0 0,0 1,0-1,1 1,-1-1,0 1,0-1,1 1,-1-1,0 1,1-1,-1 1,1-1,-1 1,0 0,1-1,-1 1,1 0,-1-1,1 1,-1 0,1-1,0 1,-1 0,1 0,-1 0,1 0,-1 0,1-1,0 1,-1 0,1 0,-1 0,1 1,-1-1,1 0,0 0,-1 0,1 0,-1 0,1 1,-1-1,1 0,-1 1,1-1,-1 0,1 1,-1-1,3 0,1786-106,-566 75,-1160 29,-63 1,1 1,-1 0,1 0,-1-1,1 1,-1 0,0-1,1 1,-1 0,1-1,-1 1,0 0,1-1,-1 1,0-1,0 1,1-1,-1 1,0-1,0 1,0-1,0 1,0-1,0 1,0-1,0 1,0-1,0 1,0-1,0 1,0-1,0 1,0-1,0 1,0-1,-1 1,1-1,0 1,0-1,-1 1,1-1,0 1,-1 0,1-1,0 1,-1-1,1 1,0 0,-1-1,1 1,-1 0,1 0,-1 0,1-1,-1 1,1 0,-1 0,1 0,-1 0,1 0,-1 0,1 0,-1 0,1 0,-1 0,1 0,-1 0,0 0,-4-4,-9-9</inkml:trace>
  <inkml:trace contextRef="#ctx0" brushRef="#br0" timeOffset="133929.818">8406 7864,'0'-17,"0"23,0 33,12 682,18 186,-25-846,-1 119,-4-181,0 0,-1 0,1 0,-1 1,0-1,1 0,-1 0,0 0,1 0,-1 1,0-1,0 0,0 1,0-1,0 1,0-1,0 1,0-1,0 1,0 0,0-1,0 1,0 0,0 0,0 0,0 0,0 0,0 0,0 0,0 0,0 0,0 0,0 1,0-1,0 0,0 1,0-1,0 1,0-1,0 1,0-1,0 1,0 0,1-1,-1 1,0 0,0 0,1 0,-1-1,0 1,1 0,-1 0,1 0,0 0,-1 0,1 0,0 0,-1 0,1 0,0 0,0 0,0 1,0-1,0 0,0 0,0 0,0 0,1 0,-1 1,-37-69,22 28</inkml:trace>
  <inkml:trace contextRef="#ctx0" brushRef="#br0" timeOffset="134433.463">8272 7930,'-8'-129,"9"126,1 0,0-1,0 1,0 0,0 0,1 0,-1 1,1-1,0 0,-1 1,1 0,1-1,-1 1,0 0,0 1,1-1,-1 1,1-1,-1 1,1 0,-1 0,1 1,0-1,0 1,-1 0,1 0,0 0,0 0,-1 1,1-1,0 1,0 0,72 4,-1 2,-1 4,1 3,25 11,13 2,-1 4,-2 6,-1 4,-2 5,28 21,-106-51,-1 2,0 1,-2 0,0 3,-2 0,20 22,-33-30,1 0,-2 0,0 2,-1-1,-1 1,0 0,-1 1,0 0,-2 0,0 0,-1 1,0-1,-1 9,-2 3,-1-1,-1 1,-1-1,-2 1,-1-1,-1 0,-2-1,0 1,-8 14,-8 14,-3-1,-2-1,-34 48,29-52,-2-2,-2-1,-2-2,-2-2,-2-1,-1-3,-2-1,-2-3,-1-2,-2-2,-1-2,-1-2,-2-4,0-1,-1-3,-37 7,54-17,0-1,0-2,-1-2,0-2,-36-2,76 0,0 1,-1-1,1 0,0 0,0 1,-1-1,1 0,0 0,0 0,-1-1,1 1,0 0,0 0,0-1,-1 1,1-1,0 1,0-1,0 1,0-1,0 0,0 1,0-1,0 0,0 0,0 0,0 0,0 0,1 0,-1 0,0 0,1 0,-1 0,1 0,-1-1,1 1,0 0,-1 0,1 0,0-1,0 1,0 0,0-1,10-9</inkml:trace>
  <inkml:trace contextRef="#ctx0" brushRef="#br0" timeOffset="135034.274">9796 8599,'-10'10,"1"1,0 0,1 0,0 0,0 1,1 0,1 1,0 0,0 0,2 0,0 0,0 1,1 0,1 0,0 0,1 0,0 0,1 0,1 0,0 0,2 2,-1-4,1 0,1-1,0 0,0 1,1-2,0 1,1 0,1-1,-1 0,2-1,-1 0,1 0,1 0,0-1,0 0,0-1,1 0,0 0,0-1,1-1,0 1,0-2,0 0,0 0,1-1,-1 0,1-1,0 0,0-1,0 0,0-1,0-1,0 0,0 0,0-1,7-3,-8 2,1-2,-2 0,1 0,0-1,-1 0,0 0,-1-1,0-1,0 0,0 0,-1-1,0 1,0-2,-1 1,-1-1,0 0,0-1,-1 0,0 1,2-10,-1 3,0 0,-2-1,0 1,-1-1,-1 0,0 0,-1 0,-1 0,-1-1,-1 1,0 1,-2-1,-1-6,1 12,0 2,-1-1,0 0,-1 1,0 0,-1 0,1 1,-2 0,0 0,0 0,0 1,-1 1,0-1,0 1,-1 1,0 0,-1 0,1 1,-1 0,0 1,0 0,0 1,0 0,-1 1,1 0,-1 1,0 0,0 1,1 0,-1 1,0 0,1 1,-5 1,8-1,1 0,0 0,0 1,1 0,-1 0,0 0,1 1,0 0,0 0,0 1,0-1,1 1,0 1,0-1,0 1,1 0,-1 0,2 0,-1 0,1 1,-1 0,2-1,-1 1,1 0,0 1,1-1,-1 0,1 0,1 1,0-1,0 0,0 1,1-1,0 1,0-1,1 0,0 0,0 0,1 2,4 4,0-1,0 0,1 0,1-1,0 0,1 0,0-1,0 0,4 2,43 32</inkml:trace>
  <inkml:trace contextRef="#ctx0" brushRef="#br0" timeOffset="135350.003">10384 8692,'269'-19,"80"12,-156 4,769-10,-778 7,-184 6,-1 1,1-1,-1 0,1 0,-1 1,1-1,0 0,-1 0,1 1,0-1,-1 0,1 1,0-1,-1 1,1-1,0 0,0 1,0-1,-1 1,1-1,0 1,0-1,0 0,0 1,0-1,0 1,0-1,0 1,0-1,0 1,0-1,0 1,0-1,0 1,0-1,0 1,0-1,1 0,-1 1,0-1,0 1,1-1,-1 0,0 1,1-1,-1 0,0 1,1-1,-1 0,0 1,1-1,-1 0,1 0,-1 1,0-1,-19 9</inkml:trace>
  <inkml:trace contextRef="#ctx0" brushRef="#br0" timeOffset="136150.397">6734 5377,'-4'13,"-2"15,0 15,2 14,3 14,2 10,3 12,1 9,-1 6,-3 5,-6-1,-4-4,-6-10,0-21</inkml:trace>
  <inkml:trace contextRef="#ctx0" brushRef="#br0" timeOffset="136432.502">7015 5537,'0'-6,"0"3,0 15,0 21,0 23,0 20,0 20,0 16,0 10,0 7,0-1,0-6,0-10,0-24</inkml:trace>
  <inkml:trace contextRef="#ctx0" brushRef="#br0" timeOffset="136669.587">6440 6112,'0'23,"9"19,17 13,20 9,22 3,18 1,11-4,1-6,-3-6,-12-10,-15-10,-20-10</inkml:trace>
  <inkml:trace contextRef="#ctx0" brushRef="#br0" timeOffset="136871.744">7430 6260,'-14'7,"-13"13,-11 15,-9 13,-5 12,0 6,1 7,3 0,3-7,8-13</inkml:trace>
  <inkml:trace contextRef="#ctx0" brushRef="#br0" timeOffset="137314.239">6721 5230,'-38'24,"0"2,2 2,1 1,-11 13,15-14,-2 1,-110 112,144-141,-1 0,0 0,1 0,-1 0,0 0,1 0,-1 0,1 0,-1 0,0 1,1-1,-1 0,0 0,1 0,-1 0,0 1,1-1,-1 0,0 0,1 0,-1 1,0-1,0 0,1 1,-1-1,0 0,0 1,0-1,1 0,-1 1,0-1,0 0,0 1,0-1,0 0,0 1,0-1,0 1,35-24,-1-2,-1-2,-2-1,0-1,-2-1,1-4,22-29,-3-2,-3-2,-3-2,-3-2,-2-1,2-18,-6 24,-21 67,26 75,-15-28,2-1,2-2,2-1,2-1,2-2,1-1,3-2,1-1,1-2,2-2,1-2,37 19,53 21,-13-16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9.6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295 348,'0'0,"0"-1,0 1,0 0,0-1,0 1,0 0,0-1,0 1,0 0,0-1,0 1,0 0,0-1,-1 1,1 0,0 0,0-1,0 1,-1 0,1 0,0-1,0 1,0 0,-1 0,1-1,0 1,-1 0,1 0,0 0,-1 0,1 0,0-1,0 1,-1 0,1 0,0 0,-1 0,1 0,0 0,-1 0,1 0,0 0,-1 0,1 0,0 0,-1 1,1-1,0 0,-1 0,1 0,0 0,-1 0,1 1,0-1,0 0,-1 0,1 1,0-1,0 0,0 0,-1 1,1-1,0 0,-13 23,-99 333,106-344,5-22,32-260,-21-118,-10 380,-1 5,1 0,0 0,0 0,0 0,0-1,0 1,1 0,-1 0,1 0,0 0,0 0,0 0,1 0,-1 0,0 0,1 1,0-1,0 0,0 3,0 0,0 0,0 0,0 1,0-1,0 1,0-1,-1 1,1 0,0 0,0 0,-1 0,1 0,-1 0,1 0,-1 0,1 1,-1-1,0 0,1 1,-1 0,0-1,0 1,0 0,0-1,-1 0,19 29,-1 1,-1 1,-2 1,-1 0,-2 1,-1 1,-2-1,-1 1,-2 1,-2 0,1 23,3 90,-10 118,-36-402,29 120,-1 2,0-1,0 1,-2 0,0 1,0 1,-1 0,0 0,-1 1,0 1,-1 0,0 1,0 1,0 0,-1 2,0-1,-1 2,1 0,-1 1,0 0,1 2,-1 0,-1 1,6-4,32-2,-15 5,547-118,-412 94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8.7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4772 0,'-39'11,"-56"6,-121 0,110-3,-452 70,70-17,202-33,194-25,0-5,-46-5,45 0,-143-25,23 17,-121-18,-72 16,-283-34,668 43</inkml:trace>
  <inkml:trace contextRef="#ctx0" brushRef="#br0" timeOffset="2834.241">4812 803,'-97'17,"-69"-2,-152-7,199-7,-840 25,104-27,626 22,85-3,-204-16,-200-2,536-2,12-1</inkml:trace>
  <inkml:trace contextRef="#ctx0" brushRef="#br0" timeOffset="3738.923">53 736,'0'0,"1"0,-1 0,1 0,-1-1,0 1,1 0,-1 0,1 0,-1 0,1 0,-1 0,0 0,1 1,-1-1,1 0,-1 0,1 0,-1 0,0 0,1 1,-1-1,0 0,1 0,-1 1,0-1,1 0,-1 1,0-1,1 0,-1 1,0-1,0 0,1 1,-1-1,0 0,0 1,0-1,0 1,0-1,1 0,-1 1,0-1,0 1,0-1,0 1,0-1,0 1,0-1,-1 0,1 1,0-1,0 1,0-1,0 0,0 1,-1-1,1 1,0-1,0 0,-1 1,1-1,0 0,-1 1,1-1,3 68,-4 0,-6 48,5-98,2-17,-2 20,2-21,-1 0,1 0,0-1,0 1,0 0,0 0,0 0,-1 0,1 0,0 0,0 0,0 0,0 0,0 0,-1 0,1 0,0 0,0-1,0 1,-1 0,1 1,0-1,0 0,0 0,0 0,-1 0,1 0,0 0,0 0,0 0,0 0,0 0,-1 0,1 0,0 0,0 0,0 1,0-1,0 0,0 0,-1 0,1 0,0 0,0 1,0-1,-12-47,1 0,3-1,2 0,1-12,4 47,-2-175,3 183,0 1,0 0,1-1,0 1,-1-1,2 1,-1 0,0 0,1 0,0 0,0 0,0 0,0 0,1 0,-1 1,1-1,0 1,0 0,0 0,1 0,-1 0,1 1,0-1,-1 1,1 0,0 0,0 0,1 0,-1 1,4-1,-2 1,0 1,0 0,0 0,1 0,-1 1,0 0,-1 0,1 0,0 1,0 0,0 0,-1 0,1 1,-1 0,0 0,0 0,0 1,0 0,-1 0,1 0,-1 0,0 1,0 0,0-1,-1 1,0 1,0-1,0 0,-1 1,0 0,0-1,0 1,0 0,-1 0,0 0,-1 0,1 0,-1 0,0 0,-1 4,-2 3,-2 1,1-1,-2 0,0 0,0-1,-1 0,-1 0,0 0,0-1,-1 0,-1-1,1 0,-2-1,-10 9,7-5,43-17,-7-1,-1 1,1 1,0 0,0 2,0 1,4 1,-19-1,0 1,0 0,0 0,1 0,-1 1,0 0,-1 1,1 0,0 0,-1 0,0 1,1 0,-2 0,1 0,0 1,-1 0,0 0,0 0,0 1,2 2,-5-4,0 1,0-1,0 0,0 1,-1-1,1 1,-1 0,-1-1,1 1,0 0,-1 0,0-1,0 1,-1 0,1 0,-1-1,0 1,0 0,-1-1,1 1,-1-1,0 0,0 1,-1-1,1 0,-1 0,0 0,-2 2,-5 5,0 0,0-1,-1 0,0 0,-1-2,0 1,0-1,-13 5,12-6,0-1,-1 0,0-1,0-1,-1 0,1-1,-1-1,0 0,0-1,1 0,-1-1,-5-1,-8-14,23 5</inkml:trace>
  <inkml:trace contextRef="#ctx0" brushRef="#br0" timeOffset="11285.117">2673 575,'156'56,"-144"-52,1 0,-2 1,1 1,-1-1,1 2,-2 0,1 0,-1 1,0 0,0 1,-1 0,-1 0,1 1,-2 0,1 1,-1-1,-1 2,2 2,-7-9,0-1,-1 1,1-1,-1 1,0 0,0-1,0 1,-1 0,0-1,1 1,-2-1,1 1,0-1,-1 0,0 1,0-1,0 0,-1 0,1 0,-1-1,0 1,0-1,-2 2,-89 64,-35-15,67-36</inkml:trace>
  <inkml:trace contextRef="#ctx0" brushRef="#br0" timeOffset="11781.637">2646 67,'1'-1,"0"0,1 0,-1 0,1 0,-1 0,1 0,-1 0,1 1,-1-1,1 1,-1-1,1 1,0-1,-1 1,1 0,0 0,0 0,-1 0,1 0,0 0,-1 0,1 1,0-1,0 1,195 44,-22-4,-173-41,-1 0,1 0,-1 0,1 0,-1 1,1-1,-1 0,0 1,1-1,-1 1,1-1,-1 1,0 0,1 0,-1-1,0 1,0 0,0 0,0 0,0 1,0-1,0 0,0 0,0 0,0 1,-1-1,1 0,0 1,-1-1,1 1,-1-1,0 1,1-1,-1 1,0-1,0 1,0-1,0 1,0-1,0 1,-1-1,1 2,-64 64,57-61,-77 57,-3-3,-1-5,-85 39,40-29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14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3709 200,'-3'-3,"0"1,0-1,0 1,-1 0,1 0,-1 0,1 0,-1 0,0 1,1 0,-1 0,0 0,0 0,0 0,0 1,0 0,0 0,0 0,0 0,0 1,0-1,0 1,0 0,0 0,1 1,-2 0,0-1,-95 17,1-5,-2-4,-2-4,-315 7,-472 53,450-49,-82-17,520 1,2 0,0-1,1 1,-1-1,0 1,0-1,1 1,-1-1,0 1,0-1,0 1,1-1,-1 1,0-1,0 1,0-1,0 0,0 1,0-1,0 1,0-1,0 1,-1-1,1 1,0-1,0 1,0-1,-1 1,1-1,0 1,-1-1,1 1,0-1,-1 1,1 0,0-1,-1 1,1-1,-1 1,1 0,-1 0,1-1,-1 1,1 0,-1 0,1-1,-1 1,1 0,-1 0,1 0,-1 0,0 0,1 0,-1 0,1 0,-1 0,1 0,-1 0,1 0,-1 1,1-1,-1 0,1 0,-1 0,1 1,-1-1,1 0,-1 1,1-1,-1 0,7-7</inkml:trace>
  <inkml:trace contextRef="#ctx0" brushRef="#br0" timeOffset="514.215">434 93,'-25'-48,"20"44,-1-1,1 1,-1 0,-1 0,1 0,0 1,-1 0,0 0,1 1,-1 0,0 0,-1 1,1-1,0 2,0-1,0 1,-1 0,1 0,0 1,0 0,0 0,-6 2,2 1,-1 0,0 0,1 1,0 1,0-1,0 2,1 0,0 0,0 1,1 0,0 0,0 1,0 2,-3 4,1 1,0 0,1 1,0 0,2 1,0-1,1 2,1-1,0 1,2 0,0 0,1 1,1-1,1 1,1-1,1 13,0-27,-1 1,2 0,-1-1,1 1,-1-1,1 1,1-1,-1 0,1 0,0 0,0 0,1 0,-1-1,1 0,0 1,0-1,1-1,-1 1,1-1,-1 1,1-1,0-1,1 1,4 1,13 2,0-1,1-2,0 0,0-2,-1 0,1-2,0 0,0-2,-1-1,1 0,-1-2,1-1,154-46,-106 25</inkml:trace>
  <inkml:trace contextRef="#ctx0" brushRef="#br0" timeOffset="5128.079">1690 40,'7'5,"9"3,8 5,10 3,8 3,6 3,1 2,0 4,-5 4,-6 1,-11 2,-10 1,-14 0,-19 0,-18-1,-20-3,0-5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06.4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1 218,'0'0</inkml:trace>
  <inkml:trace contextRef="#ctx0" brushRef="#br0" timeOffset="10628.547">5696 218,'-30'14,"-213"22,-99-11,-297-18,369-9,-232 24,140-8,-70 22,93-19,-199-12,198 22,324-27,1 0,0 1,0 1,0 0,1 1,-1 0,-3 3,-13 3,-1 0,0-2,0-2,0-1,-1-1,0-1,1-3,-19-2,-63-10,59 13,41 0</inkml:trace>
  <inkml:trace contextRef="#ctx0" brushRef="#br0" timeOffset="11491.814">468 85,'-7'16,"2"207,6-189,2 50,3 1,4-1,16 60,-101-570,27 158,48 265,-2-38,3 40,-1 0,0 1,0-1,0 0,0 1,1-1,-1 0,0 0,1 1,-1-1,0 1,1-1,-1 0,1 1,-1-1,1 1,-1-1,1 1,-1-1,1 1,0-1,-1 1,1 0,0-1,-1 1,1 0,0 0,-1-1,1 1,0 0,0 0,-1 0,1 0,0 0,0 0,-1 0,1 0,0 0,0 0,-1 1,1-1,0 0,-1 0,1 1,0-1,-1 0,1 1,0 0,14 7,-1 1,0 1,-1 0,0 1,0 0,-1 1,-1 0,8 11,-17-20,25 24,-1 2,-1 1,-2 0,-2 2,0 1,-2 0,-2 2,-1 0,-2 0,-1 2,-2-1,-1 2,-2-1,-2 1,1 22,-7-54,1 1,-1-1,0 0,0 1,0-1,-1 1,0-1,0 0,-1 1,0-1,0 0,-1 0,1 0,-1-1,0 1,-1 0,1-1,-1 0,0 0,-1 0,1-1,-1 1,0-1,0 0,0 0,-1-1,1 0,-1 0,0 0,0 0,0-1,-15 1,1 0,-1-2,1 0,-1-1,0-1,1-1,-1-1,1-1,-6-2,-52-7,78 12,0 1,0 0,0 0,1-1,-1 1,0 0,0 0,0-1,0 1,0 0,0-1,1 1,-1 0,0 0,0-1,0 1,0 0,0-1,0 1,0 0,0-1,-1 1,1 0,0 0,0-1,0 1,0 0,0-1,0 1,0 0,-1 0,1-1,0 1,0 0,0 0,-1 0,1-1,0 1,0 0,-1 0,1 0,0 0,0-1,-1 1,8-4,7-4</inkml:trace>
  <inkml:trace contextRef="#ctx0" brushRef="#br0" timeOffset="12362.357">3516 44,'3'3,"-1"0,1 0,0 0,0 0,0-1,1 1,-1-1,0 0,1 0,0-1,-1 1,1-1,0 1,0-1,2 0,3 2,145 38,-119-35,-2 2,1 1,-1 2,-1 1,0 2,22 12,-49-24,0 1,0 0,0 0,0 0,-1 1,1-1,-1 1,0 0,0 0,0 1,-1-1,0 1,1 0,-1 0,-1 0,1 0,-1 1,0-1,0 0,-1 1,1 0,-1-1,-1 1,1 0,-1-1,0 1,0 0,0 0,-2 3,-5 6,0-2,-1 1,-1-1,0-1,-1 1,-1-2,0 1,0-1,-1-1,0 0,-1-1,0 0,0-1,-12 5,-107 56,76-45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3:24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1475 25,'-1'-2,"0"1,0-1,0 1,0-1,0 1,-1-1,1 1,0 0,-1-1,1 1,-1 0,1 0,-1 0,1 0,-1 0,0 1,0-1,1 0,-1 1,0-1,0 1,0 0,1 0,-1-1,0 1,0 0,0 1,0-1,0 0,1 0,-1 1,0-1,0 1,-315 37,-139-12,407-25,-1 2,1 2,0 3,-31 8,78-15,-1 0,1-1,0 1,0 0,0 1,0-1,0 0,0 1,0-1,1 1,-1-1,0 1,1 0,-1 0,1-1,0 1,-1 0,1 0,0 1,0-1,1 0,-1 0,0 0,1 1,-1-1,1 0,0 1,-1-1,1 0,0 1,1-1,-1 0,0 1,1-1,-1 1,39 293,-26-211,22 144,-8 36,-23-233,1-42,0-78,-2 69</inkml:trace>
  <inkml:trace contextRef="#ctx0" brushRef="#br0" timeOffset="2648.199">1501 788,'-227'23,"-31"-18,118-5,-88 14,11-3,215-12,1 1,0 0,-1 0,1 0,-1 0,1 0,-1 0,1 0,0 1,-1-1,1 0,-1 1,1-1,0 1,-1 0,1-1,0 1,0 0,0 0,-1 0,1 0,0 0,0 0,0 0,0 0,1 0,-1 0,0 0,0 1,1-1,-1 0,1 1,-1-1,1 0,-1 1,1-1,0 1,0-1,0 1,0-1,0 0,0 1,0-1,0 1,1-1,-1 1,0-1,1 0,-1 1,1-1,0 0,-1 1,1-1,0 0,0 1,1 1,-1-1,1 0,0-1,-1 1,1 0,0 0,0-1,0 1,0-1,0 0,1 0,-1 0,0 0,1 0,-1 0,0 0,1-1,-1 1,1-1,-1 0,1 1,-1-1,1-1,-1 1,1 0,-1 0,1-1,-1 0,1 1,-1-1,0 0,1 0,-1 0,2-2,4-1,1 0,-1-1,0 0,-1 0,1-1,-1 0,0 0,0-1,0-1,-5 6,0 0,0 0,0 0,0 0,-1 0,1 0,-1 0,1-1,-1 1,0 0,0-1,0 1,0-1,-1 0,1 1,-1-1,1 0,-1 1,0-1,0 0,0 1,0-1,0 0,-1 1,1-1,-1 1,0-1,0 0,0 1,0-1,0 1,-1 0,1-1,-1 1,1 0,-1 0,0 0,0 0,0 0,0 1,0-1,0 0,0 1,-1 0,1-1,0 1,-2 0,-7-3,-1 1,0 1,-1-1,1 2,0 0,0 0,-1 2,1-1,0 1,0 1,0 0,0 1,0 0,0 1,1 0,-1 1,1 0,0 1,1 0,-1 1,1 0,1 1,-1 0,0 1,8-7,-1 0,0 1,1-1,-1 1,1 0,0 0,0 0,0 0,0 0,1 0,-1 1,1-1,0 0,0 1,0-1,0 1,1-1,-1 1,1 0,0-1,0 1,0-1,1 1,-1 0,1-1,0 1,0-1,0 0,0 1,1-1,-1 0,1 1,0-1,0 0,0 0,0-1,7 5,-1-1,1 0,0-1,0 0,1 0,0-1,0 0,0-1,0 0,0 0,0-2,1 1,-1-1,1 0,-1-1,1 0,-1-1,1 0,-1-1,1 0,-1-1,0 0,0 0,0-1,-1-1,2 0,-3 1,0-1,0 0,0 0,-1 0,0-1,0-1,0 1,-1-1,0 0,0 0,2-5,-6 9,0 0,-1 0,1 0,-1 0,1 0,-1-1,0 1,0-1,-1 1,1-1,-1 1,1-1,-1 1,0-1,-1 1,1-1,-1 1,1-1,-1 1,0-1,0 1,-1 0,1-1,-1 1,1 0,-1 0,0 0,0 0,0 1,-1-1,0-1,-7-4,0 0,-1 1,0 0,0 1,0 0,-1 0,0 1,0 1,0 0,-1 0,1 2,-1-1,0 2,1 0,-1 0,0 1,-7 1,16-1,-1 1,0 0,0 0,0 0,1 0,-1 1,1 0,-1-1,1 2,-1-1,1 1,0-1,0 1,0 0,1 0,-1 1,1-1,0 1,0 0,0 0,0 0,1 0,-1 0,1 1,0-1,0 1,1-1,-1 1,1 0,0 0,1-1,-1 1,1 0,0 0,0 0,0 0,1 0,0 3,3 3,0-1,1 1,0-1,1 0,0 0,0 0,1-1,1 0,-1-1,1 0,1 0,-1 0,1-1,1 0,-1-1,1 0,0-1,1 0,-1 0,1-1,0-1,0 0,0 0,1-1,-1 0,1-1,-1 0,1-1,-1-1,1 0,-5 0,0 0,0-1,0 0,0 0,0 0,0-1,-1 0,1-1,-1 1,0-1,0-1,0 1,-1-1,1 0,-1 0,0 0,-1-1,1 0,-1 0,0 0,-1 0,1-1,-1 0,-1 1,1-1,-1 0,0 0,-1 0,0 0,0-1,0 1,-1 0,0-1,0 1,-1 0,0 0,0 0,-1-1,0 1,0 1,-1-1,0 0,0 0,0 1,-1 0,0 0,-4-5,6 8,0-1,-1 1,1 0,-1 0,0 0,0 1,0-1,-1 1,1 0,0-1,-1 2,0-1,1 0,-1 1,0-1,0 1,0 0,0 0,0 1,0-1,0 1,0 0,0 0,0 0,0 1,0-1,0 1,0 0,0 0,0 0,1 1,-1-1,0 1,1 0,-1 0,1 1,-1-1,1 0,-1 2,-2 3,-1 0,2 1,-1-1,1 1,0 0,1 1,-1-1,2 1,-1 0,1 0,1 0,0 0,0 1,1-1,0 0,0 1,1-1,0 2,1-9,-1 0,1 0,0 0,0 0,0 0,0 0,0-1,0 1,0 0,0 0,1-1,-1 1,1-1,-1 1,1-1,0 0,0 1,-1-1,1 0,0 0,0 0,0-1,0 1,0 0,0-1,0 1,0-1,1 0,-1 0,0 0,0 0,0 0,0 0,0 0,0-1,1 1,-1-1,0 1,0-1,0 0,0 0,-1 0,1 0,0 0,0 0,-1-1,1 1,0-1,-1 1,1-1,-1 1,0-1,0 0,1 0,-1 1,0-2,3-2,-1 1,0 0,0-1,0 1,0-1,-1 0,1 0,-1 0,-1-1,1 1,-1 0,0-1,0 1,0 0,-1-1,0 1,0-1,0 1,-1-5,0 9,1 1,0-1,0 0,-1 0,1 0,0 0,-1 1,1-1,-1 0,1 1,-1-1,1 0,-1 1,0-1,1 0,-1 1,0-1,1 1,-1 0,0-1,0 1,0-1,1 1,-1 0,0 0,0-1,0 1,0 0,1 0,-1 0,0 0,0 0,0 0,0 0,0 0,1 0,-1 1,0-1,0 0,0 1,0-1,1 0,-1 1,0-1,0 1,1-1,-1 1,-28 31,26-21,1 1,0-1,0 1,1-1,1 1,0-1,0 1,2 8,0 22,-2 923,14-782,0-55,-6-172,-6 23</inkml:trace>
  <inkml:trace contextRef="#ctx0" brushRef="#br0" timeOffset="3368.25">4 2231,'17'-4,"-1"1,1 0,0 1,0 1,0 0,9 2,6-1,99-1,262-12,229-55,-672 64,27 1</inkml:trace>
  <inkml:trace contextRef="#ctx0" brushRef="#br0" timeOffset="4770.964">58 2365,'0'-1,"-1"0,1 0,0 1,-1-1,1 0,-1 0,1 0,-1 0,1 0,-1 0,0 0,1 1,-1-1,0 0,0 1,0-1,1 0,-1 1,0-1,0 1,0-1,0 1,0 0,0-1,0 1,0 0,0 0,0 0,0-1,0 1,0 0,0 1,0-1,0 0,0 0,0 0,0 0,0 1,0-1,0 0,0 1,0-1,0 1,0-1,0 1,1 0,-1-1,0 1,0 0,1 0,-1-1,0 1,1 0,-1 0,1 0,-1 0,1 0,-1 0,1 0,0 0,1 141,9 52,-10 75,-9-111,-1 186,9-344,1 1,-1 0,1 0,0 0,-1 0,1-1,0 1,0 0,0 0,0 0,0 0,0 0,0 0,0 0,0 0,0 0,0-1,0 1,1 0,-1 0,0 0,1 0,-1 0,0-1,1 1,-1 0,1 0,0-1,-1 1,1 0,0-1,-1 1,1-1,0 1,-1 0,1-1,0 0,0 1,0-1,0 1,-1-1,1 0,0 0,0 0,0 1,0-1,0 0,0 0,0 0,0 0,0-1,-1 1,1 0,1 0,22-18,64-30,-48 39,1 2,0 2,1 1,8 3,17-3,580-22,-267 27,-378-1,0 1,0-1,0 0,0 0,0 0,-1 0,1-1,0 1,0 0,0-1,0 0,0 1,-1-1,1 0,0 0,-1 0,1 0,-1 0,1 0,-1 0,1 0,-1-1,0 1,1-1,-1 1,0-1,0 1,0-1,0 0,-1 1,1-1,0 0,-1 0,1 0,-1 1,1-1,-1 0,0 0,0 0,0 0,0 0,0-1,-27-172,-52-706,76 858,-18-63,21 86,-1-1,1 1,0-1,0 1,-1-1,1 1,0-1,-1 1,1-1,0 1,-1 0,1-1,-1 1,1 0,-1-1,1 1,-1 0,1 0,-1-1,1 1,-1 0,1 0,-1 0,0 0,1 0,-1-1,1 1,-1 0,1 0,-1 1,0-1,1 0,-1 0,1 0,-1 0,1 0,-1 1,1-1,-1 0,1 0,-1 1,1-1,-1 0,-11 9</inkml:trace>
  <inkml:trace contextRef="#ctx0" brushRef="#br0" timeOffset="6151.367">485 2645,'0'-3,"0"-19,0 1,1-1,1 0,1 1,1-1,2 0,0 13,-2 24,-1 106,-5 1,-12 69,2-35,12-150,1 20,-1-26,0 0,0 1,1-1,-1 1,0-1,1 0,-1 1,0-1,1 0,-1 1,1-1,-1 0,0 0,1 0,-1 1,1-1,-1 0,1 0,-1 0,0 0,1 0,-1 0,1 0,-1 0,1 0,-1 0,1 0,-1 0,1 0,-1 0,1 0,-1 0,1 0,-1-1,0 1,1 0,-1 0,1 0,-1-1,0 1,1 0,-1-1,0 1,1 0,-1-1,0 1,1-1,14-5,0-1,1 2,0 0,0 1,1 1,-1 0,1 1,0 1,-1 0,1 2,0 0,5 1,26-1,227 0,-276 0,1-1,-1 0,0 0,0 1,1-1,-1 0,1 1,-1-1,0 0,1 1,-1-1,1 1,-1-1,1 1,-1 0,1-1,-1 1,1-1,0 1,-1 0,1-1,0 1,0 0,-1-1,1 1,0 0,0 0,0-1,0 1,0 0,0-1,0 1,0 0,0 0,0-1,0 1,0 0,1-1,-1 1,0 0,1-1,-1 1,0 0,1-1,-1 1,1 0,-1-1,1 1,-1-1,1 1,-1-1,1 0,-1 1,1-1,0 1,-1-1,1 0,0 1,-1-1,1 0,0 0,-1 0,1 0,0 0,0 1,-1-1,2 0,-27 22</inkml:trace>
  <inkml:trace contextRef="#ctx0" brushRef="#br0" timeOffset="8136.027">579 2566,'0'2,"0"5,0 9,0 1</inkml:trace>
  <inkml:trace contextRef="#ctx0" brushRef="#br0" timeOffset="8831.795">1114 2926,'-7'0,"-2"3,2 4,8 9,10 10,5 8,0-2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7.5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83,'-2'68,"-3"1,-3-1,-7 20,11-67,-3-51,6-3,2 0,1 0,2 1,1-1,2 1,1 0,2-4,-6 27,0 0,0 0,0 0,1 1,0 0,1 0,0 0,6-5,-10 11,-1 0,1 0,0 0,0 1,0-1,0 1,1 0,-1-1,0 1,0 0,1 0,-1 0,1 1,-1-1,1 1,-1-1,1 1,-1 0,1 0,-1 0,1 0,0 0,-1 1,1-1,-1 1,0-1,1 1,-1 0,1 0,-1 0,0 0,0 1,0-1,3 2,-2 1,1 1,-1-1,0 1,0 0,0-1,0 1,-1 1,0-1,0 0,0 0,-1 1,0-1,0 1,0-1,-1 1,0-1,0 1,0 0,-1-1,1 1,-1-1,-1 1,1-1,-1 0,0 1,0-1,0 0,-1 0,0 0,0-1,0 1,-1-1,1 0,-4 4,4-5,0 0,1 0,-1 0,0 0,-1-1,1 1,0-1,-1 0,1 0,-1 0,0 0,0-1,0 1,0-1,0 0,0 0,0-1,19-8,-9 7,-1 0,1 1,-1-1,1 1,0 0,-1 1,1 0,-1-1,1 2,-1-1,0 1,0-1,1 1,-1 1,0-1,-1 1,1 0,0 0,-1 0,0 1,1-1,-1 1,-1 0,1 1,-1-1,1 0,-1 1,0 0,-1 0,1 0,-1 0,0 0,-1 0,1 1,-1-1,0 0,0 1,0 4,-1-5,-1 0,0 0,0 0,0 0,0-1,-1 1,1 0,-1-1,-1 1,1-1,0 0,-1 0,0 0,0 0,0 0,-1 0,1-1,-1 0,0 1,0-2,-1 2,-96 47,2-27,75-32,26-1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8.1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360 126,'-2'-7,"0"0,0 1,0 0,-1-1,0 1,0 0,-1 0,1 0,-1 1,-1-1,1 1,-1 0,0 0,0 1,0-1,-1 1,1 0,-1 1,0-1,0 1,-1 1,1-1,0 1,-1 0,0 0,1 1,-1 0,0 0,0 0,0 1,0 0,1 0,-6 2,2 1,0 0,0 1,0 0,0 1,1 0,0 1,0 0,0 0,1 1,0 0,0 0,1 1,0 0,0 0,1 1,0 0,0 0,1 1,0-1,1 1,0 0,1 0,0 1,0-1,1 0,0 1,1 0,0-1,1 1,0 0,1 0,0-1,1 1,0-1,0 1,2 0,-1-4,1 0,0-1,1 1,-1-1,1 0,1 0,-1 0,1-1,0 0,0 0,0 0,1-1,0 0,0 0,0-1,0 1,0-2,1 1,-1-1,1 0,0-1,0 0,-1 0,1 0,0-1,2-1,50 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8.9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202 121,'-5'9,"-1"10,1 10,0 8,-1 7,1 4,-1 1,0-3,1-5,2-9</inkml:trace>
  <inkml:trace contextRef="#ctx0" brushRef="#br0" timeOffset="302.193">122 0,'5'13,"0"0,1 0,0 0,1-1,1-1,0 1,0-1,4 3,-2-1,34 43,-29-42,-1 0,-1 1,-1 1,0 0,-1 1,-1 0,0 1,-2 0,0 1,-1-1,0 1,-2 1,0-1,-2 1,0 0,0 3,-5-14,1-1,-1 1,0-1,-1 1,0-1,-1 0,1 0,-1 0,-1-1,1 0,-2 1,1-2,-1 1,0 0,0-1,0 0,-1-1,0 0,0 0,-1 0,1 0,-26 12,1 0,-2-2,0-2,-15 3,34-10,-32 9,9-2</inkml:trace>
  <inkml:trace contextRef="#ctx0" brushRef="#br0" timeOffset="707.145">108 963,'-51'324,"50"-319,0-1,0 1,1 0,0 0,0-1,0 1,0 0,1 0,-1-1,1 1,0 0,1-1,-1 1,1-1,0 0,0 1,1-1,-1 0,1 0,-1 0,1-1,1 1,-1-1,0 0,1 1,0-1,0-1,2 2,7-1,1-1,-1-1,1 0,-1-1,1-1,-1 0,1-1,-1 0,1-1,-1 0,0-1,-1-1,1 0,0-1,-11 5,193-83,-170 70</inkml:trace>
  <inkml:trace contextRef="#ctx0" brushRef="#br0" timeOffset="950.523">54 1204,'16'-7,"12"-7,11-5,5-2,2 0,-3 2,-3 2,-9 3</inkml:trace>
  <inkml:trace contextRef="#ctx0" brushRef="#br0" timeOffset="1102.629">28 990,'13'-7,"17"-5,14-2,13-3,13-1,8 2,2 4,-5 4,-16 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36.3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187 110,'-113'415,"109"-397,103-478,-96 447,-2 7,0-1,0 1,1 0,0 0,0 0,1 0,0 1,0-1,0 1,4-6,-6 11,0 0,0 0,0 0,0 0,0 0,0 1,0-1,0 0,0 0,0 1,0-1,-1 0,1 1,0-1,0 1,0-1,0 1,-1 0,1-1,0 1,0 0,-1-1,1 1,-1 0,1 0,-1 0,1 0,-1-1,1 1,-1 0,0 0,1 0,-1 0,0 0,0 0,0 0,0 0,0 0,0 0,0 0,0 0,0 0,8 35,-1 1,-2 0,-1 0,-3 2,4 25,32 199,-35-248</inkml:trace>
  <inkml:trace contextRef="#ctx0" brushRef="#br0" timeOffset="180.242">0 351,'5'-2,"10"-3,16-1,17-2,16-1,11-2,6 1,-11 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40.8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94 130,'-23'298,"6"-116,29-340,-26-87,4 134,9 109,1 0,-1 0,1 0,-1 0,1 0,0-1,0 1,-1 0,2 0,-1 0,0 0,0 0,1 0,-1-1,1 1,-1 0,1 0,0 0,0 1,0-1,0 0,0 0,1 0,-1 1,0-1,1 1,-1-1,1 1,0-1,-1 1,1 0,0 0,0 0,0 0,0 0,1 0,176-18,-17 7,-127 26,-29-3</inkml:trace>
  <inkml:trace contextRef="#ctx0" brushRef="#br0" timeOffset="218.928">1 317,'23'-4,"18"-7,16-5,15-5,6-3,-1 2,-14 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3:46:02.8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7340 1930,'1'801,"4"-625,0-10,-13 124,-5-145,-6 65,8 161,11-383,0-5</inkml:trace>
  <inkml:trace contextRef="#ctx0" brushRef="#br0" timeOffset="1438.61">7367 1984,'33'-11,"72"6,1 5,102 13,-174-10,-1 1,1 2,-2 1,1 2,-1 1,0 1,-1 2,-1 1,0 2,0 1,1 3,192 143,-199-148,-2 0,0 2,-1 0,0 1,-2 2,0 0,-1 1,-1 0,-1 2,-1 1,12 30,-2 2,-2 0,-4 2,-1 0,-4 1,-1 1,-3 5,-2 9,-3 0,-3 1,-3-1,-7 41,6-88,0 0,-2 0,-1 0,-1 0,-1-1,-1 0,-2 0,0-1,-2 0,-1-1,-1 0,-9 11,-23 19,-2-2,-3-2,-2-2,-44 29,58-52,-2-1,0-1,-1-3,-2-2,0-1,0-3,-2-1,-14 1,-35 3,-1-4,-49-1,135-12,-100 3,-73 9,94 11,101-26,5-4</inkml:trace>
  <inkml:trace contextRef="#ctx0" brushRef="#br0" timeOffset="2301.366">8864 3093,'-6'11,"0"0,0 0,1 1,0 0,1 0,1 0,0 0,0 1,1-1,1 1,0 0,1-1,0 1,1-1,0 1,1 0,1-1,2 8,-3-15,-1 1,1-1,0 0,1 0,-1 0,1 0,0-1,1 1,-1-1,1 1,-1-1,1 0,1-1,-1 1,0-1,1 0,0 0,0 0,0 0,0-1,0 0,0 0,0 0,1-1,-1 0,1 0,-1 0,1-1,-1 0,4 0,1 0,0-2,0 1,0-1,-1 0,1-1,-1 0,1-1,-1 0,0 0,0-1,-1 0,1-1,-1 0,0 0,-1-1,1 0,-1 0,-1 0,0-1,0 0,0-1,-1 1,0-1,1-4,-2 5,0 0,0 0,-1 0,0-1,-1 1,0-1,0 0,-1 1,0-1,-1 0,0 0,0 0,-1 0,0 1,0-1,-1 0,0 0,-1 1,0 0,0-1,-1 1,0 0,0 1,-1-1,0 1,0 0,-4-4,5 6,0 1,-1 0,1 1,-1-1,1 1,-1-1,0 1,-1 1,1-1,0 1,-1 0,1 0,-1 0,0 1,1 0,-1 0,0 1,0-1,0 1,0 1,1-1,-1 1,0 0,0 0,1 0,-1 1,1 0,-1 0,1 1,0-1,-1 1,2 0,-1 1,0-1,0 1,1 0,0 0,0 0,0 1,1-1,-1 1,0 2,3-4,0 0,0 1,0-1,1 1,-1-1,1 1,0-1,0 1,0-1,1 1,-1-1,1 1,0-1,0 0,0 1,0-1,1 0,-1 0,1 0,0 0,0 0,0 0,0 0,0-1,1 1,-1-1,1 1,-1-1,1 0,0 0,0 0,0-1,0 1,2 0,28 16</inkml:trace>
  <inkml:trace contextRef="#ctx0" brushRef="#br0" timeOffset="3420.131">9332 3213,'208'21,"900"63,-979-70,33 3,98-4,-152-35,-33 11,0 4,1 3,60 6,-48-1,-98-1,-5 0</inkml:trace>
  <inkml:trace contextRef="#ctx0" brushRef="#br0" timeOffset="4251.976">11017 2786,'4'-2,"1"-1,-1 0,0 0,0 0,0-1,0 1,0-1,-1 0,0 0,1 0,-2 0,1 0,0-1,-1 0,0 1,0-1,0 0,-1 0,1 0,-1 0,0 0,-1 0,1 0,-1-1,0 1,-1 0,1 0,-1 0,0 0,0 0,0 0,-1 0,0 0,-1-3,0 5,1 0,0 1,-1-1,1 1,-1 0,0 0,1 0,-1 0,0 0,-1 1,1-1,0 1,0 0,0 0,-1 0,1 0,-1 1,1-1,0 1,-1 0,1 0,-1 0,1 0,-1 1,1 0,0-1,-1 1,-1 1,-3 0,1 1,0 0,-1 1,1-1,1 1,-1 1,0-1,1 1,0 0,0 0,1 1,-1 0,-1 4,-1 0,1 0,1 0,0 1,1 0,0 0,0 0,1 1,1-1,0 1,1 0,0 0,0 0,2 0,-1 11,1-20,1-1,-1 1,0 0,1-1,-1 1,1 0,0-1,0 1,0 0,0-1,1 0,-1 1,0-1,1 0,0 0,-1 1,1-1,0-1,0 1,1 0,-1 0,0-1,0 1,1-1,-1 0,1 0,-1 0,1 0,-1 0,1 0,0-1,-1 1,1-1,0 0,0 0,-1 0,1 0,3 0,1 0,0 0,0 0,0-1,0 0,0 0,0-1,0 0,0 0,-1 0,1-1,-1 0,1 0,-1-1,0 0,0 0,-1 0,1-1,-1 1,0-1,0-1,-1 1,1-1,-1 0,0 0,-1 0,1 0,-1 0,-1-1,1 0,-1 0,0 1,0-6,0-64,-2 146,2-60,1-1,0 0,0 0,1 0,0-1,0 1,1-1,0 0,1 0,0-1,0 1,0-1,1-1,0 1,0-1,1 0,0-1,0 0,0 0,0-1,1 0,7 3,1-1,0 0,1-1,-1-1,1 0,0-2,0 0,0-1,0 0,0-2,1 0,10-3,-22 3,0 0,0-1,0 1,0-2,0 1,0-1,-1 0,0 0,1 0,-1-1,0 0,-1-1,1 1,2-4,-3-4,-5 3</inkml:trace>
  <inkml:trace contextRef="#ctx0" brushRef="#br0" timeOffset="12202.82">95 5246,'493'-3,"62"-35,-68 26,198-3,-499 16,141-16,-101 8,185 2,-183 18,-225-15,-1 0,1 0,-1 0,0 0,0 0,0-1,0 1,-1 0,1-1,0 0,-1 1,0-1,0 0,0 0,0 0,0 0,0 0,-1 0,0 0,1 0,-1 0,0 0,-1 0,1 0,0 0,-1 0,1 0,-1 0,0 1,-1-4,-54-224,24 118,-53-281,41-20,15 201,7-41,3 48,-2-81,22 7,12 154,-1 45,-11 79,1 0,-1-1,1 1,0 0,-1-1,1 1,0 0,0 0,0 1,0-1,0 0,0 1,0-1,0 1,0-1,0 1,0 0,0 0,0 0,0 0,0 0,0 1,0-1,0 1,0-1,0 1,0 0,0 0,0-1,0 1,0 1,-1-1,2 1,12 2,64 10,2-4,-1-3,9-4,-40-1,579 3,-322 8,439-13,-407 14,-26-6,184-2,-313-7,-24 27,-66-12,-64-8,-23-6</inkml:trace>
  <inkml:trace contextRef="#ctx0" brushRef="#br0" timeOffset="15786.627">82 7652,'580'-40,"-378"37,261-13,247-35,9 0,-35-16,-377 43,137 22,-209 42,-144-41,-88 0,-1 0,1-1,-1 1,0-1,0 0,1 0,-2 0,1 0,0 0,0 0,0 0,-1-1,1 1,-1 0,0-1,0 0,0 1,0-1,0 1,-1-1,1 0,-1 0,1 1,-1-1,0 0,0 0,-1 0,1 1,0-1,-1 0,0 0,1 1,-1-1,-1-1,1-6,-47-365,33-130,8 299,1-518,14 148,-14 486,-4 0,-4 1,-4 0,-18-48,20 68,3-1,3-1,3 1,3-6,-9-108,-26-249,25 238,-12 6,26 188,-1 0,1 0,0-1,0 1,0 0,0 0,0 0,0 0,0 0,0 0,0-1,1 1,-1 0,0 0,1 0,-1 0,1 0,-1 0,1 0,0 0,-1 0,1 0,0 0,-1 1,1-1,0 0,0 0,0 1,0-1,0 1,0-1,0 0,0 1,0 0,0-1,0 1,0 0,0-1,0 1,1 0,-1 0,0 0,0 0,0 0,0 0,0 0,1 1,-1-1,0 0,0 1,0-1,0 1,0-1,0 1,0-1,575 75,-427-65,137-8,-153-4,1370 2,-1400 13,36 13,-136-29,-12-3</inkml:trace>
  <inkml:trace contextRef="#ctx0" brushRef="#br0" timeOffset="24283.075">68 13213,'49'-11,"28"-1,-1 2,46 3,317-1,268 2,-582 0,-52 1,-1 3,55 7,-41-1,0-3,0-4,27-7,21-1,302-15,231 18,-114 1,-343 9,165-2,-221 27,157 36,-159-45,-146-17,-5-1,0 0,0 1,0-1,0 0,0 0,0 0,0 1,0-1,0 0,0 0,0 0,0-1,0 1,0 0,0 0,0 0,0-1,0 1,-1-1,1 1,0-1,0 1,0-1,0 1,0-1,-1 0,1 1,0-1,-1 0,1 0,0 1,-1-1,1 0,-1 0,1 0,-1 0,0 0,1 0,-1 0,0 0,0 0,1 0,34-317,-20 209,-4 0,-6-7,-6-759,-7 708,-7 0,-21-82,-3-22,-42-337,34 11,32 108,29 42,-6 130,-4 134,-12-78,7 236,-3-541,-23 75,27 428,1-101,-20-149,11 207,5 0,5-21,-1 7,-1-765,-27 298,28 156,1 393,2-1,2 1,1 0,2 1,4-9,24-34,-35 77,1 1,-1-1,1 0,0 1,-1 0,1-1,1 1,-1 0,0 1,0-1,1 0,-1 1,1 0,-1 0,1 0,0 0,-1 1,1-1,0 1,-1 0,1 0,0 0,0 1,-1-1,1 1,0 0,2 1,8-1,255 14,334 12,397-27,-874 24,-94-21,-36-10</inkml:trace>
  <inkml:trace contextRef="#ctx0" brushRef="#br0" timeOffset="49765.24">54 14884,'2'-2,"-1"0,0 0,1-1,-1 1,1 0,-1 0,1 1,0-1,0 0,0 0,0 1,0-1,0 1,1 0,-1 0,0 0,1 0,-1 0,1 0,-1 1,1-1,-1 1,1 0,-1-1,1 1,0 0,1 1,12-4,110-15,17-8,263 26,-125 14,128-25,-34 6,-99-20,216 17,17-10,-25-10,657 29,-923 7,157-3,-163 23,-163-22,-45-5,1 1,0-1,0 0,0-1,0 1,0-1,0 0,0 0,0 0,0-1,0 0,0 0,0 0,0 0,-1-1,1 0,0 0,-1 0,4-3,-1 0,0-1,0-1,-1 1,0-1,0 0,0 0,-1-1,0 1,-1-1,1 0,-2-1,1 1,-1-1,0 0,-1 1,0-1,0-6,22-248,21 8,-1-175,-34 333,-4-1,-4 1,-6-23,-24-205,-11 1,21 214,5 0,3-57,4 36,-18-95,3 34,-8-139,29-362,-5 630,-2 0,-14-47,-12-125,33-220,5 372,3 0,4 1,11-38,17-115,-10-97,6 32,7-167,-4 125,-13-27,-20-171,-7 322,1 103,17-570,-7 480,-11-31,3-81,23 8,-17 22,-4 256,-2 0,-1-1,-2 1,-1-1,-4-18,-13-97,16 128,3 18,-1 0,0-1,1 1,-1 0,1 0,-1-1,1 1,0 0,0-1,-1 1,1 0,0-1,0 1,0-1,0 1,1 0,-1-1,0 1,0 0,1-1,-1 1,1 0,-1 0,1-1,0 1,-1 0,1 0,0 0,0 0,0 0,0 0,0 0,0 0,0 0,0 0,0 1,1-1,-1 0,0 1,0-1,1 1,-1-1,1 1,138 11,177-9,-48-28,-75 12,-87 0,107 15,-167 8,-46-5,-6-3</inkml:trace>
  <inkml:trace contextRef="#ctx0" brushRef="#br0" timeOffset="50004.594">7207 4055,'0'3,"0"2,0 3,0 5,-2 5,-2 5,1 5,3 3,4-1,1-5</inkml:trace>
  <inkml:trace contextRef="#ctx0" brushRef="#br0" timeOffset="51886.1">11752 3307,'178'1,"1030"-21,-686 12,-474 3,-47 2</inkml:trace>
  <inkml:trace contextRef="#ctx0" brushRef="#br0" timeOffset="54368.377">14893 125,'-5'29,"2"0,0 0,2 0,2 0,2 21,0 3,-4 144,-14 68,-2 31,13 317,-8-477,7-91,1 0,2 0,2 0,4 26,5 207,3-199,-12-76,1-1,0 1,0-1,0 1,1-1,-1 0,1 1,-1-1,1 0,0 0,0 0,0 0,0-1,0 1,0 0,0-1,0 0,1 1,-1-1,1 0,-1 0,1 0,-1 0,1-1,0 1,-1-1,1 0,0 0,53 0,0-3,0-3,0-2,2-3,13-1,614-58,-385 47,678-35,-583 60,-381-4,-23-1</inkml:trace>
  <inkml:trace contextRef="#ctx0" brushRef="#br0" timeOffset="56132.359">14826 192,'5'-11,"1"1,0-1,0 1,1 0,0 1,1 0,0 0,0 1,1-1,0 2,1 0,0 0,0 0,0 1,0 1,1 0,0 0,0 1,1 0,-1 1,1 1,0 0,4 0,105-13,1 5,0 5,52 8,-45-2,792 41,-299-32,241 42,-827-50,540 45,-319-30,-117-2,-124-13,-13-2,-1-1,1 1,0 0,0 0,0 0,-1 0,1 1,0-1,0 1,-1 0,1-1,0 1,-1 0,1 1,-1-1,1 0,-1 1,0-1,1 1,-1 0,0 0,0 0,0 0,0 0,-1 0,1 1,-1-1,1 0,-1 1,0-1,0 1,0 0,0-1,0 1,0 2,-18 160,-10 232,18 287,7-190,-25-131,27-218,-1-143,1 0,-1-1,0 1,0-1,0 1,0-1,0 1,0-1,-1 0,1 1,0-1,-1 0,1 0,-1 0,1 0,-1 0,0-1,1 1,-1 0,0-1,0 1,1-1,-1 1,0-1,0 0,1 0,-1 0,0 0,0 0,0 0,0-1,1 1,-1 0,0-1,1 0,-1 1,0-1,1 0,-1 0,0 0,1 0,-1 0,-278-82,65 41,-2 10,-218-5,249 28</inkml:trace>
  <inkml:trace contextRef="#ctx0" brushRef="#br0" timeOffset="56898.543">16551 553,'0'-15,"0"20,0 19,-10 621,18-511,-6-128,-1-1,1 0,-1 0,2 0,-1 0,0 0,1-1,0 1,0-1,0 0,1 1,-1-1,1-1,0 1,0-1,1 1,-1-1,1 0,-1-1,1 1,0-1,0 0,3 1,14 2,0-1,0-2,1 0,-1-1,1-1,12-2,-15 1,159-9,79-19,-238 27,-14 2,1-1,-1 1,1-2,-1 1,1 0,-1-1,0-1,0 1,0-1,5-2,-4-3</inkml:trace>
  <inkml:trace contextRef="#ctx0" brushRef="#br0" timeOffset="57451.6">16538 486,'13'-10,"-1"0,2 1,-1 1,1 0,1 1,-1 0,1 1,0 1,0 0,1 1,0 1,-1 0,1 1,0 1,7 1,-19-1,113-11,0 5,59 7,-170-1,0 1,0 1,0-1,0 1,0 0,0 0,0 1,0-1,-1 1,1 1,0-1,-1 1,0 0,0 0,0 1,0-1,0 1,-1 0,1 0,-1 1,0-1,0 1,0 1,11 20,-1 1,-1 0,-2 0,-1 2,0-1,-3 1,0 0,-2 1,-1-1,0 26,-3 38,-5 0,-13 76,-4 136,23-275,1-7</inkml:trace>
  <inkml:trace contextRef="#ctx0" brushRef="#br0" timeOffset="57787.702">16565 967,'13'-2,"19"-3,19-1,20 1,18 1,11 1,6-1,-2 1,-10 0,-14 0,-18 2,-24 2,-25 2,-16 0</inkml:trace>
  <inkml:trace contextRef="#ctx0" brushRef="#br0" timeOffset="62064.328">15575 2077,'-1'-3,"0"0,-1 0,1 1,-1-1,0 1,0-1,0 1,0 0,0 0,-1 0,1 0,0 0,-1 0,0 1,1-1,-1 1,0 0,0 0,0 0,0 0,0 0,0 0,0 1,0 0,0-1,0 1,0 0,0 1,0-1,0 0,0 1,0 0,0 0,0 0,0 0,1 0,-1 0,0 1,0 0,1-1,-1 1,1 0,0 0,-2 2,-3 3,0 0,1 0,0 1,0 0,1 0,0 0,0 1,1-1,0 1,1 0,0 1,0-1,0 6,3-13,-1 0,1-1,0 1,-1 0,1-1,0 1,0 0,1 0,-1-1,0 1,0 0,1-1,-1 1,1-1,0 1,-1 0,1-1,0 1,0-1,0 0,0 1,0-1,0 0,0 1,0-1,1 0,-1 0,0 0,1 0,-1 0,1-1,-1 1,1 0,-1-1,1 1,0-1,-1 1,1-1,0 0,-1 1,1-1,0 0,-1 0,1-1,0 1,0 0,-1 0,1-1,-1 1,1-1,9-3,0 0,-1-1,0 0,0 0,0-1,-1-1,0 1,0-2,0 1,-1-1,0 0,-1-1,0 0,0 0,-1-1,0 0,-1 0,0 0,0 0,1-6,0-8,-11 38,0 2,1 0,1 0,0 0,1 1,1-1,0 1,1-1,1 1,1-1,2 12,-1-22,0-1,0 1,1 0,-1-1,1 0,1 0,-1 0,0 0,1-1,0 0,0 0,1 0,-1-1,1 1,-1-1,1 0,0-1,0 0,0 0,1 0,-1-1,0 1,1-2,-1 1,1-1,5 0,39 3</inkml:trace>
  <inkml:trace contextRef="#ctx0" brushRef="#br0" timeOffset="63399.276">13557 3307,'44'16,"3"-6,1-2,0-2,0-2,8-2,-50-1,761-1,-326-6,-377 5,0 4,-1 2,1 3,-2 2,36 13,-34-8,-64-16,1 0,0 1,-1-1,1 0,-1 0,1 0,-1 0,1 0,-1 0,0 0,0 0,1 0,-1 0,0 0,0 0,0 0,0 0,0 0,0 0,0 0,0 0,-1 0,1 0,0 0,-1 0,1 1,0-1,-1 0,1 0,-1 0,0 0,1 0,-1 1,1-1,-1 0,0 0,-2-6,-3-15,2 0,1 0,1 0,0 0,2 0,1-14,0-2,12-595,-17 569,-1 13</inkml:trace>
  <inkml:trace contextRef="#ctx0" brushRef="#br1" timeOffset="211883.819">10415 5085,'23'514,"-14"-373,-6 0,-12 116,-12 59,15 11,2-97,-1-78,8 0,6 6,3 34,-11 125,-2-149,0 335,-12-318,10-175,0-18</inkml:trace>
  <inkml:trace contextRef="#ctx0" brushRef="#br1" timeOffset="213647.218">10455 5111,'3'-3,"0"0,0 1,1-1,-1 1,1-1,-1 1,1 0,0 0,0 1,0-1,0 1,0 0,0 0,1 0,-1 1,4-1,-3 0,39-4,1 1,0 2,-1 2,1 2,30 6,-9 4,0 3,-1 3,-1 3,-1 3,-1 2,-1 3,-1 3,54 38,-31-10,-2 3,-4 3,-2 4,36 46,-82-85,-1 1,-1 1,-2 1,-1 1,-2 1,-2 1,-1 1,2 11,21 79,-6 3,5 55,-24-79,-4 1,-5 0,-5 1,-4-1,-13 80,7-96,-4 0,-4-1,-24 79,14-85,-4-1,-3-1,-4-2,-3-1,-4-2,-39 52,28-65,-2-2,-60 50,43-43,20-22,-2-2,-2-2,-36 19,72-50,-9 8,-1-1,-1-2,-1-1,-32 11,7-7,19-7,0 0,-1-3,0-1,-31 2,-54 6,-87 4,202-22,0-1,1 1,0 0,0 0,0 1,-1 1,1-1,0 1,1 1,-1 0,-7 3,34-5,3-8</inkml:trace>
  <inkml:trace contextRef="#ctx0" brushRef="#br1" timeOffset="214653.678">12326 6877,'-6'2,"-1"1,1 1,0-1,0 1,0 0,0 0,0 1,1 0,0 0,0 0,1 0,-3 4,5-7,1 1,-1-1,1 1,0 0,0-1,0 1,0 0,0 0,0 0,1-1,0 1,-1 0,1 0,0 0,0 0,1 0,-1 0,1 0,-1-1,1 1,0 0,0 0,0 0,0-1,1 1,-1-1,1 1,-1-1,1 0,0 1,1-1,11 11,0-1,1-1,0 0,1-1,0-1,1-1,0 0,0-1,1-1,0 0,0-2,10 2,-14-3,1 0,-1-1,1 0,-1-1,1-1,-1 0,1-1,-10 0,0 0,-1 0,1 0,0 0,-1-1,0 1,1-1,-1 0,0-1,0 1,0-1,0 1,0-1,-1-1,1 1,-1 0,0-1,0 1,0-1,-1 0,1 0,-1 0,1-2,1-4,-1 0,0-1,-1 1,0 0,-1-1,0 0,0 1,-1-1,-1 1,0-1,0 1,-1-1,0 1,-1 0,0-1,-1 1,0 1,0-1,-1 1,0-1,-1 1,0 1,0-1,-1 1,0 0,-1 1,0 0,0 0,0 0,-1 1,0 0,0 1,0 0,-1 1,0 0,0 0,0 1,0 0,0 1,-1 0,1 0,-1 1,0 1,1 0,-1 0,1 1,-1 1,1-1,-5 3,6-1,1 1,-1 0,1 1,0 0,0 0,0 1,1 0,0 0,0 0,1 1,-1 0,1 1,1 0,0-1,-4 8,6-10,1 1,-1-1,1 0,1 1,-1 0,1-1,0 1,0 0,0-1,1 1,0 0,0 0,0 0,1-1,0 1,0 0,1-1,-1 1,1-1,0 1,1-1,-1 0,1 0,0 0,4 4,18 21</inkml:trace>
  <inkml:trace contextRef="#ctx0" brushRef="#br1" timeOffset="-214177.241">12781 6984,'17'-5,"1"2,-1 0,1 1,0 1,0 0,8 2,6-1,828-31,-265-12,203-5,-737 54,-61-6,0 1,0-1,0 0,0 1,0-1,0 0,0 1,0-1,0 0,-1 1,1-1,0 0,0 1,0-1,0 0,0 1,-1-1,1 0,0 1,0-1,-1 0,1 0,0 1,-1-1,1 0,0 0,0 0,-1 0,1 1,0-1,-1 0,1 0,0 0,-1 0,1 0,-1 0,1 0,0 0,-1 0,1 0,0 0,-1 0,1 0,0 0,-1 0,1 0,0 0,-1 0,1-1,0 1,-1 0,1 0,-10-2</inkml:trace>
  <inkml:trace contextRef="#ctx0" brushRef="#br1" timeOffset="-213261.054">13770 5967,'0'495,"4"-441,-4-53,1-1,-1 1,1-1,0 1,-1-1,1 0,0 1,0-1,-1 0,1 1,0-1,0 0,0 0,-1 0,1 0,0 0,0 0,0 0,-1 0,1 0,0 0,0 0,0 0,-1-1,1 1,0 0,0 0,-1-1,1 1,0-1,-1 1,1-1,0 1,-1-1,1 1,-1-1,1 1,-1-1,1 0,-1 1,1-1,-1 0,0 0,1 1,-1-1,0 0,1 0,-1 1,0-1,0 0,0 0,0 0,30-51,-25 40,1 1,0 0,1 0,0 0,1 1,0 0,0 1,1 0,4-3,-10 10,0 0,0 0,0 1,0-1,1 1,-1-1,0 1,1 0,-1 1,1-1,0 0,-1 1,1 0,-1 0,1 0,0 0,-1 1,1-1,-1 1,1 0,-1 0,1 0,-1 1,0-1,0 1,0 0,1-1,-1 1,-1 1,1-1,0 0,-1 1,2 0,1 3,0 0,0 0,0 0,-1 0,0 1,0 0,0-1,-1 2,0-1,0 0,-1 0,0 1,-1 0,1-1,-1 2,-1-4,0-1,-1 1,1-1,-1 0,0 1,-1-1,1 0,0 0,-1 0,0 0,0 0,-1 0,1 0,-1-1,1 1,-1-1,0 0,0 0,-1 0,1 0,-1 0,1-1,-1 1,0-1,0 0,0 0,-1 0,-10 4,-1 0,1-1,-1-1,0 0,-1-1,-10 0,-63-2,90-1,0 0,0 0,1 0,-1 0,0 0,0 0,1 0,-1 0,0 0,0 0,0 0,1-1,-1 1,0 0,0 0,0 0,0 0,1-1,-1 1,0 0,0 0,0 0,0-1,0 1,0 0,0 0,0 0,1-1,-1 1,0 0,0 0,0-1,0 1,0 0,0 0,0 0,0-1,0 1,-1 0,1 0,0-1,0 1,0 0,0 0,0 0,0-1,0 1,0 0,-1 0,1 0,0-1,0 1,0 0,0 0,-1 0,1 0,0 0,15-7</inkml:trace>
  <inkml:trace contextRef="#ctx0" brushRef="#br1" timeOffset="-211649.295">16177 1690,'-14'68,"4"2,3-1,3 16,0-17,8-56,6-32,-8 16,-1 2,-1 0,0 0,0 0,1 0,-1 0,1 0,0 0,0 0,0 0,0 0,0 0,0 0,0 0,0 1,1-1,-1 1,1-1,-1 1,1-1,-1 1,1 0,0 0,0 0,0 0,0 0,0 0,0 0,0 1,0-1,0 1,0-1,0 1,0 0,0 0,0 0,0 0,0 0,1 0,-1 1,0-1,0 1,0 0,0-1,0 1,0 0,-1 0,1 0,0 0,68 98,-69-99,0 1,0 0,0 0,0 0,0 1,0-1,0 0,0 0,0 1,-1-1,1 0,0 1,-1-1,1 1,-1-1,1 1,-1-1,0 1,0-1,1 1,-1-1,0 1,-1 0,1-1,0 1,0-1,-1 1,1-1,-1 1,1-1,-1 1,1-1,-1 0,0 1,0-1,0 0,0 0,0 1,0-1,-10 3,1 0,-1-1,0-1,0 0,-1 0,1-1,0-1,-1 1,8-1,-22 1</inkml:trace>
  <inkml:trace contextRef="#ctx0" brushRef="#br1" timeOffset="-209729.249">15028 6796,'147'-1,"169"2,19 15,-130 5,172 10,-367-31,-8 1,1 0,0 0,-1-1,1 0,-1 1,1-1,0 0,-1 0,1 0,0-1,-1 1,1-1,-1 1,1-1,0 0,-1 0,0 0,1 0,-1-1,0 1,1-1,-1 1,0-1,0 0,0 1,-1-1,1 0,0 0,-1-1,1 1,-1 0,-5-112,2-713,2 796,17-830,-10 719,-6 0,-15-111,-8-98,5 3,15 295,-2 0,-3 0,-2 1,-6-13,9 25,1 0,2 0,1-30,1 11,-24-123,-11-29,10 38,21 133,-13-37,1 51</inkml:trace>
  <inkml:trace contextRef="#ctx0" brushRef="#br1" timeOffset="-197271.689">121 8427,'782'-1,"-390"-12,5 0,-199 22,76 4,46-8,-165 10,56-8,-24 9,-183-15,1 0,-1 0,0 0,1-1,-1 1,0-1,1 0,-1-1,0 1,1-1,-1 1,0-1,1 0,-1-1,0 1,0-1,0 0,0 0,0 0,-1-1,1 1,-1-1,1 0,-1 0,0 0,0 0,0 0,-1-1,1 1,-1-1,0 0,0 0,15-102,-16 77,16-374,-16 386,28-643,-28 505,20-145,-9 180,-6 0,-7-116,-13 107,-25-77,25 53,14 141,11-53,-10 65,0-1,1 0,-1 1,0-1,1 1,-1 0,1-1,-1 1,1 0,-1 0,0 0,1 0,-1 0,1 0,-1 0,1 1,-1-1,1 0,-1 1,0-1,1 1,-1 0,0-1,1 1,-1 0,0 0,0 0,0 0,0 0,1 0,7 4,18 5,1-2,0 0,0-2,0-2,1 0,0-2,0-1,0-1,5-2,4 2,739-24,109-7,-181 17,118 23,167 18,-221-14,58-7,-507-7,8 1,-181 13,19 14,-101-16,-65-11,0 0,0 0,0 0,0 0,0 0,0 1,0-1,0 0,0 0,-1 0,1 0,0 0,0 0,0 1,0-1,1 0,-1 0,0 0,0 0,-12 1</inkml:trace>
  <inkml:trace contextRef="#ctx0" brushRef="#br1" timeOffset="-193596.276">41 9242,'742'0,"-63"-54,-439 53,256-10,9-22,-328 18,161-5,-203 14,-90 2,0 3,0 1,0 2,7 3,136 14,-112-23,-74 2,0 0,0-1,0 1,0-1,-1 1,1-1,-1 0,0 0,0 0,0 1,0-1,0 0,-1 0,1 0,-1-1,0 1,0 0,0 0,0 0,0 0,-1 0,0-2,1-6,-5-68,-3-1,-15-65,15 99,-11-58,-10-63,-1-92,-20-353,44 172,7 264,8-43,-4 16,-19 74,9 66,7 61,-1 1,0-1,0 0,1 1,-1-1,1 1,-1-1,1 1,0 0,-1 0,1 0,0 0,0 0,0 0,0 0,0 0,0 1,0-1,0 1,0 0,0-1,0 1,0 0,0 0,0 0,1 1,-1-1,0 0,0 1,0-1,0 1,1 0,6 0,717-7,8-19,-226 9,570-25,-427 35,-398 8,462-2,-189 13,-28-13,-171 27,-155-13,-43-1,27 1,-25-3,-105-11,-17-3</inkml:trace>
  <inkml:trace contextRef="#ctx0" brushRef="#br1" timeOffset="-173591.936">5148 6984,'-11'25,"11"-24,0 1,-1-1,1 1,0-1,0 1,0-1,0 1,0-1,0 1,1-1,-1 0,0 1,1-1,-1 1,1-1,-1 0,1 1,0-1,0 0,0 1,-1-1,1 0,0 0,0 0,1 0,-1 0,0 0,0 0,0 0,1-1,-1 1,0 0,1-1,-1 1,1-1,-1 1,0-1,1 0,-1 0,1 1,-1-1,1 0,-1 0,1-1,-1 1,1 0,-1 0,1-1,-1 1,1-1,1 0,-1-1,0 1,0-1,0 1,0-1,-1 0,1 1,0-1,-1 0,1 0,-1 0,0-1,1 1,-1 0,0 0,-1-1,1 1,0 0,-1-1,1 1,-1-1,1 1,-1-1,0 1,0-1,-1 1,1-1,0 1,-1-1,1 1,-1 0,0-1,0 1,0 0,0-1,0 1,-1 0,1 0,-1 0,1 0,-1 0,0 0,1 1,-1-1,0 0,-1 0,-2 1,1-1,-1 1,1-1,-1 1,0 1,0-1,1 1,-1 0,0 0,0 0,1 0,-1 1,0 0,1 0,-1 0,0 1,1-1,0 1,-1 0,1 1,0-1,0 1,0-1,0 1,1 0,-1 1,1-1,0 1,0-1,0 1,0 0,1 0,-1 0,1 1,0-1,0 0,-1 5,3-7,1 0,-1 0,0 0,0 0,1 0,-1 0,1 0,0 0,-1-1,1 1,0 0,0 0,0-1,0 1,1-1,-1 1,0-1,1 1,-1-1,0 0,1 0,0 1,-1-1,1 0,0 0,0-1,-1 1,1 0,0-1,0 1,1-1,64 11,-65-11,3 1,1 0,-1 0,0 0,1-1,-1 0,0 0,1 0,-1-1,0 1,1-1,-1-1,0 1,0-1,0 0,0 0,0 0,0-1,-1 1,1-1,-1 0,1-1,-1 1,0-1,-1 0,1 0,-1 0,1 0,-1-1,-1 1,1-1,-1 0,1 0,0-5,-2 5,-1-1,0 1,0-1,0 0,-1 1,0-1,0 1,-1-1,1 1,-1 0,0 0,-1 0,1 0,-1 0,0 0,0 0,-1 1,1 0,-1-1,0 1,0 1,0-1,-1 1,1-1,-1 1,-3-1,5 2,0 0,-1 0,1 0,-1 1,1-1,-1 1,0 0,1 0,-1 0,0 0,0 1,0 0,1 0,-1 0,0 0,0 0,0 1,0 0,1-1,-1 2,0-1,1 0,-1 1,1-1,-1 1,1 0,0 0,0 0,0 1,0-1,0 1,0 0,1 0,-1 0,1 0,0 0,0 0,-1 2,0-1,1 0,-1-1,1 1,0 0,0 1,1-1,-1 0,1 1,0-1,0 0,0 1,1-1,-1 1,1 0,0-1,0 1,1-1,0 1,-1-1,1 1,1-1,-1 0,1 1,0-1,0 0,0 0,0 0,1 0,-1-1,1 1,0-1,0 1,0-1,1 0,-1 0,1-1,3 3,2-2,1-1,-1 0,0 0,1-1,-1 0,1-1,-1 0,1-1,-1 0,1 0,-1-1,0 0,1 0,-1-1,0-1,-1 1,1-2,-1 1,0-1,0 0,0-1,0 1,-1-2,3-2,-8 7,1-1,-1 1,0-1,0 1,0-1,0 0,0 0,-1 0,1 0,-1 0,0 0,0 0,0 0,0 0,-1-1,1 1,-1 0,0-1,0 1,0 0,0-1,0 1,-1 0,0 0,0-1,0 1,0 0,0 0,0 0,-1 0,1 0,-1 0,0 0,0 1,0-1,0 1,-1-1,1 1,-1 0,1 0,-1 0,0 0,0 1,0-1,0 0,-5-1,0 1,0 0,0 0,0 1,0 0,0 0,-1 1,1 0,0 0,0 1,-1 0,1 0,0 1,0 0,1 1,-1 0,0 0,1 0,-1 1,1 0,0 1,1-1,-1 1,1 1,0-1,0 1,0 0,1 1,-3 3,7-8,0-1,0 1,0-1,0 1,0 0,0-1,1 1,-1 0,1-1,-1 1,1 0,-1 0,1 0,0-1,0 1,0 0,0 0,0 0,1-1,-1 1,0 0,1 0,-1-1,1 1,0 0,0-1,-1 1,1 0,0-1,0 1,1-1,-1 0,0 1,0-1,1 0,-1 0,1 0,-1 0,1 0,-1 0,1 0,1 0,7 3,1 0,-1-1,1-1,0 0,0 0,0-1,1 0,-1-1,0-1,0 1,0-2,0 0,0 0,0-1,-1 0,2-1,-10 4,-1 0,1-1,-1 1,1-1,-1 1,1-1,-1 1,1-1,-1 0,1 0,-1 1,0-1,0 0,1 0,-1-1,0 1,0 0,0 0,0 0,0-1,0 1,-1-1,1 1,0 0,-1-1,1 1,-1-1,1 0,-1 1,0-1,0 1,1-1,-1 1,0-1,-1 0,1 1,0-1,0 1,-1-1,1 1,-1-1,1 0,-1 1,0 0,1-1,-1 1,0 0,0-1,0 1,0 0,0 0,0 0,-2-1,-6-4,-1 2,0-1,0 1,0 1,-1-1,0 2,1 0,-1 0,0 1,0 0,0 1,0 0,0 1,-7 1,-1 3,19-5,1 0,-1 0,0 0,0 0,0 0,1 0,-1 0,0 0,0 0,0 0,1 0,-1 1,0-1,0 0,0 0,0 0,1 0,-1 0,0 0,0 1,0-1,0 0,0 0,0 0,1 0,-1 1,0-1,0 0,0 0,0 0,0 0,0 1,0-1,0 0,0 0,0 0,0 1,0-1,0 0,0 0,0 0,0 1,0-1,0 0,0 0,0 0,0 1,-1-1,1 0,0 0,0 0,0 0,0 1,24 2,0-1,0-2,0 0,0-1,0-1,1-2,35-1,221-12,-171 7,0 5,17 5,180-11,105-37,-61 26,-343 21,203-24,278 13,294 13,-396 12,42 9,-38-17,-245-19,349 14,-471-3,-16 1</inkml:trace>
  <inkml:trace contextRef="#ctx0" brushRef="#br1" timeOffset="-167763.502">108 14002,'400'-13,"147"4,94 15,56-3,-280-18,-115-5,17 9,-82-22,-101 23,-30-3,-1-1,240 9,-191-9,14 23,-22-4,-144-5,-1-1,1 1,-1-1,1 0,-1 1,1-1,-1 0,1 0,-1 0,0 0,0 0,1-1,-1 1,0 0,0-1,0 1,0 0,0-1,-1 1,1-1,0 0,-1 1,1-1,-1 0,1 1,-1-1,0 0,0 1,0-1,0 0,0 1,0-1,-4-60,4 60,-30-146,18 101,2-1,3 0,0-24,17-287,-7 209,-6 0,-7 1,-19-91,20 149,5 0,6-90,3 75,0 44,-4 0,-2 0,-2 0,-6-18,-54-217,-12-64,41 112,-6-166,1 126,21 182,5-1,3-10,-25-243,28 58,9 183,-2-615,0 730,0-1,1 1,0 0,0-1,0 1,0 0,1 0,0 0,0 0,1 0,-1 0,1 1,0-1,0 1,0 0,1-1,0 2,0-1,0 0,0 1,4-3,108-50,-50 29,-42 14,1 1,0 1,1 1,0 2,20-4,219-40,136-23,201 11,-28-26,233-6,-188 10,-585 82,249-35,1 12,27 12,194 3,-292 26,438-15,-668 1</inkml:trace>
  <inkml:trace contextRef="#ctx0" brushRef="#br1" timeOffset="-151145.496">1 15700,'135'-37,"64"32,-125 6,1298-1,-1195 7,101-5,204-38,853 37,-1310-1,529 14,-163-1,-68 1,-71-7,0 7,-119-8,82 10,87 31,-135-44,-163-3,0 0,0 0,0-1,0 1,0-1,0 0,0 0,0 0,0-1,0 1,0-1,-1 0,1 0,0 0,-1-1,0 1,0-1,0 0,0 0,0 0,0 0,-1 0,1-1,-1 1,0-1,0 0,-1 1,1-1,-1 0,1 0,-1-4,1-17,-1-1,-1 0,-2 0,-1 0,0 0,-2 1,-7-20,3 3,8 36,-30-135,6-1,6-1,5-37,10-388,-15-30,33 38,-9 471,2-579,-9 418,0 18,-12-29,-6 53,-8-80,11-47,-16-236,27 472,4-1,5 0,13-87,21-135,1 58,-23 183,25-136,10-8,-32 141,-10 55,-2 0,-1-1,-1 1,0-24,8-79,-12-44,1 173,0 0,1 1,-1 0,1-1,0 1,0 0,-1 0,1-1,1 2,-1-1,0 0,0 0,1 1,-1-1,1 1,-1 0,1 0,0-1,-1 2,1-1,0 0,0 1,0-1,-1 1,1 0,0 0,0 0,2 0,8-1,56-11,224-27,234-6,-355 27,644-32,-564 20,-16 2,5 11,216 17,-197 8,-162 0,-73 5,-18-9</inkml:trace>
  <inkml:trace contextRef="#ctx0" brushRef="#br1" timeOffset="-147026.374">68 16395,'4'-3,"1"0,-1 0,1 0,0 0,0 1,0 0,0 0,1 1,-1-1,0 1,1 0,-1 0,1 1,-1 0,1 0,-1 0,1 1,-1-1,6 3,53-4,22-21,-67 15,1 1,0 1,0 1,1 1,-1 1,5 0,20 5,-1 2,1 2,29 9,45 8,71-5,0-7,27-10,994-14,-433 8,-252-42,-35 2,99 1,104 8,73-40,13 15,-259 44,-455 17,-18 1,1-3,-1-1,37-8,-83 10,-1-1,1 1,-1 0,1-1,-1 0,1 1,-1-1,1 0,-1 0,0 0,1 0,-1 0,0 0,0 0,0 0,1 0,-1-1,-1 1,1 0,0-1,0 1,0-1,-1 1,1-1,-1 1,1-1,-1 1,0-1,1 0,-1 1,0-1,0 1,0-1,0 0,-1 1,1-1,-17-62,15 56,-107-283,-88-265,161 433,5-1,6-1,5-1,5-5,-11-578,3 64,27 383,17-59,76-372,-30 263,5-172,-26-15,-30 208,20-12,-19 246,4 105,-13 49,-2 1,-1-1,0 0,-1-1,-2 1,1-16,-4-207,14 134,7-24,24 44,-39 87,-1 0,0 0,1 1,-1-1,1 1,0 0,0 0,0 1,0-1,0 1,0 0,1 1,-1-1,5 1,11-2,451-45,227-7,-655 52,323-14,-63 14,-64 15,-114-8,-117-2</inkml:trace>
  <inkml:trace contextRef="#ctx0" brushRef="#br1" timeOffset="-146383.093">10321 8708,'3'-1,"-1"1,1 0,-1 0,1 0,-1 0,1 0,-1 0,1 1,-1-1,0 1,1 0,-1-1,0 1,1 0,-1 0,0 1,0-1,0 0,0 1,0-1,0 1,0 0,-1 0,1 0,0 0,-1 0,0 0,1 0,-1 0,0 0,0 0,0 1,-1-1,1 1,0-1,-1 0,0 1,1-1,-1 2,-2 236,2-211</inkml:trace>
  <inkml:trace contextRef="#ctx0" brushRef="#br1" timeOffset="-204070.189">11912 10914,'0'-5,"0"-1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09:34.576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470 560,'5'0,"1"2,2 5,-1 4,-1 5,-2 4,-1 5,-6 3,-2-3</inkml:trace>
  <inkml:trace contextRef="#ctx0" brushRef="#br0" timeOffset="533.3">443 493,'2'7,"1"6,0 11,-1 10,0 10,-1 10,-3 7,-3 6,-1 1,1-2,1-5,1-9,2-8,2-10,4-10,3-10,1-6</inkml:trace>
  <inkml:trace contextRef="#ctx0" brushRef="#br0" timeOffset="982.865">136 212,'213'152,"-127"-95,-2 5,15 18,-74-58,-1 1,-1 2,-1 0,-2 2,0 0,-2 1,-1 1,12 29,-21-41,-2 1,0 1,-1-1,0 1,-2 0,0 0,-2 0,0 0,-1 0,-1 0,-1 10,1-20,-1-1,0 1,0-1,0 1,-1-1,-1 0,1 0,-1 0,-1 0,1-1,-1 0,0 0,-1 0,0 0,0-1,-1 0,1-1,-1 1,0-1,-1 0,1-1,-1 0,0 0,0-1,-8 3,-12-1,-1-1,1-2,-1-1,0-1,1-1,-1-2,1 0,0-2,-1-2,2 0,-13-6,-8 1,-16-4,-1 3,-59-4,68 21,57 4,64 13,-18-12</inkml:trace>
  <inkml:trace contextRef="#ctx0" brushRef="#br0" timeOffset="1402.081">898 1174,'66'-1,"-1"-3,1-2,-1-4,7-3,17-23,-86 35,-1-1,0 0,1 0,-1 0,0 0,0 0,0 0,-1 0,1-1,0 1,-1-1,1 1,-1-1,0 0,0 0,0 1,0-1,-1 0,1 0,-1 0,0 0,1 0,-1 0,-1 0,1 0,0 0,-1 0,1 1,-1-1,-1-2,-2-2,0-1,-1 1,0 0,-1 0,0 1,0 0,0 0,-1 0,1 1,-1 0,-1 0,1 0,-1 1,0 1,1-1,-2 1,1 0,0 1,-1 0,1 0,-1 1,1 0,-1 1,0 0,1 0,-1 1,-3 0,6 0,0 0,0 1,0 0,1 0,-1 0,1 1,-1 0,1 0,0 0,0 0,0 1,1 0,-1 0,1 0,0 1,0 0,0-1,1 1,-1 0,1 1,1-1,-1 1,1-1,0 1,0 0,0 0,1-1,-1 4,0 1,1-1,0 1,0-1,1 1,0-1,0 1,1 0,1-1,-1 0,1 1,1-1,0 0,0 0,1 0,0 0,1-1,4 8,4-5,0 0,0-1,1 0,0-1,0 0,1-1,1-1,-1 0,1-2,0 1,0-2,1 0,-1-1,1-1,0 0,0-1,3-1,186 4,-115-11</inkml:trace>
  <inkml:trace contextRef="#ctx0" brushRef="#br0" timeOffset="4966.107">3010 974,'-1'0,"1"-1,0 1,0 0,0-1,-1 1,1 0,0 0,0 0,-1-1,1 1,0 0,-1 0,1 0,0 0,-1-1,1 1,0 0,-1 0,1 0,0 0,-1 0,1 0,0 0,-1 0,1 0,-1 0,1 0,0 0,-1 0,1 0,0 1,-1-1,1 0,0 0,-1 0,1 0,0 1,0-1,-1 0,1 0,-3-11,-2 3,0 1,0-1,0 1,-1 1,0-1,-1 1,1 0,-1 1,0-1,-1 1,1 1,-1-1,0 1,0 1,0-1,-1 1,1 1,-1 0,1 0,-1 0,0 1,0 1,0-1,-7 2,9-1,1 0,-1 1,0 0,1 0,-1 1,0 0,1 0,0 0,-1 1,1 0,0 0,0 0,1 1,-1 0,1 0,0 1,0-1,0 1,1 0,-1 0,1 1,0-1,1 1,0 0,0 0,0 0,0 1,1-1,0 0,0 1,1 0,0-1,0 1,1 0,-1 0,1-1,1 1,-1 0,1 0,1-1,-1 1,1-1,0 1,1-1,-1 0,1 1,0-1,9 6,0 0,1 0,0-1,0-1,1 0,1-1,-1 0,2-1,-1-1,1 0,0-1,0-1,1-1,-1 0,1-1,0-1,0 0,10-1,10 2,0-1,1-1,-1-3,0-1,0-1,0-2,-1-2,32-11,-61 17,-1 0,1-1,0 0,-1 0,0 0,1-1,-1 0,-1 0,1-1,-1 0,1 0,-1 0,-1 0,1-1,2-3,-7 14,0 0,0 1,1-1,-1 1,2-1,-1 1,0-1,1 0,0 0,0 0,1 0,-1 0,1 0,0-1,1 1,1 1,0-1,1 1,0-1,0 0,0-1,0 1,1-1,0-1,0 1,0-1,0 0,1-1,-1 1,1-2,-1 1,1-1,0 0,3 0,-9-1,0 0,0 0,0-1,0 1,0 0,-1-1,1 1,0-1,0 0,0 1,-1-1,1 0,0 0,-1 0,1 0,0 0,-1-1,0 1,1 0,-1-1,0 1,0-1,0 0,0 1,0-1,0 0,0 1,0-1,-1 0,1 0,-1 0,1 0,-1 0,0 1,1-1,-1 0,0 0,-1 0,-20-72,9 56,-2 1,0 1,-1 0,-1 0,0 2,-1 0,0 1,-1 1,-1 0,0 2,0 0,-1 1,-1 1,1 1,-1 0,-2 2,1 2,22 3,1 1,-1-1,0 0,0 0,0 0,1 0,-1 0,0 0,0 1,0-1,0 0,1 0,-1 0,0 0,0 1,0-1,0 0,0 0,0 0,0 1,0-1,0 0,0 0,1 0,-1 1,0-1,0 0,0 0,0 1,0-1,-1 0,1 0,0 0,0 1,0-1,0 0,0 0,0 0,0 1,0-1,0 0,-1 0,1 0,0 1,0-1,14 6,0-1,1 0,0-1,0-1,0 0,11 0,-8-1,354 34,-366-35,-2-2,0 1,-1 0,1-1,0 1,-1 0,1 1,0-1,-1 1,1 0,0-1,-1 2,1-1,-1 0,0 1,1-1,-1 1,0 0,0 0,0 0,0 1,-1-1,1 1,0-1,-1 1,0 0,0 0,0 0,0 0,0 1,0-1,-1 0,0 1,0-1,0 1,1 3,-12 42,1 25,11-71,1 1,-1-1,0 1,1-1,0 0,0 0,0 0,0-1,0 1,0-1,1 0,-1 1,1-2,0 1,-1 0,1-1,0 1,0-1,0 0,0-1,0 1,0-1,1 1,-1-1,0 0,4-1,3 2,0 0,1 0,-1-1,0-1,0 1,0-2,1 0,-1 0,0-1,-1 0,1-1,-1-1,1 1,-1-1,-1-1,1 0,-1 0,0-1,0-1,-1 1,0-1,0 0,-1-1,0 0,-1 0,0-1,0 1,-1-1,0 0,3-10,-6 13,-1 0,0 0,0-1,0 1,-1 0,0 0,-1 0,1-1,-1 1,-1 0,1 0,-1 0,-1 0,1 0,2 7,0 0,-1-1,1 1,0 0,0-1,0 1,0 0,-1-1,1 1,0 0,0-1,-1 1,1 0,0 0,-1-1,1 1,0 0,-1 0,1-1,0 1,-1 0,1 0,0 0,-1 0,1 0,0 0,-1 0,1 0,-1 0,1 0,0 0,-1 0,1 0,-1 0,1 0,0 0,-1 0,1 0,0 0,-1 0,1 1,0-1,-1 0,1 0,0 0,-1 1,1-1,0 0,0 1,-1-1,1 0,0 0,0 1,-1-1,1 0,0 1,0-1,0 0,0 1,0-1,0 1,-1-1,1 0,0 1,0-1,0 1,0-1,0 0,-8 30,5-19,0 1,1 0,1 0,0 0,1 0,0 0,1 0,0 0,1 0,0 0,1 0,1-1,0 1,0-1,3 5,-5-12,1-1,-1 0,1 0,0 0,0-1,0 1,0-1,0 1,1-1,-1 0,1 0,-1-1,1 1,-1-1,1 1,0-1,0 0,0-1,0 1,0-1,0 0,0 0,0 0,0 0,0 0,0-1,0 0,-1 0,1 0,0-1,1 0,7-2,0-2,-1 0,1 0,-1-1,-1 0,1-1,-1 0,-1-1,2-1,4-6,-1-1,0 1,-1-2,-2 0,1-1,-2 0,6-14,-12 22,-7 17,-6 19,8-20,1 1,0-1,0 0,1 0,-1 0,1 1,0-1,1 0,-1 0,1-1,0 1,0 0,0 0,1-1,0 1,0-1,0 0,0 0,1 0,-1-1,1 1,0-1,0 1,1-1,-1-1,1 1,-1-1,1 1,0-1,0-1,-1 1,1-1,1 0,-1 0,0 0,0 0,0-1,0 0,1 0,-1-1,0 0,0 1,3-2,-2 0,1 0,0 0,0 0,-1-1,1 0,-1-1,0 1,0-1,0 0,-1-1,1 1,-1-1,0 0,-1 0,1-1,-1 1,0-1,0 0,-1-1,1 1,-2 0,2-3,4-12,-1 0,-1 0,-1 0,-1-1,0 0,-1-11,-2 8,-4 18,-1 20,-3 35,3-1,1 1,2 0,3 0,2-1,2 9,42 266,-19-145,1 93,-29-230,-2-26,-3-21,-7-201,11 170,13-292,39-197,-35 441,-16 84,0 2,0-1,0 0,0 0,1 0,-1 0,0 1,0-1,1 1,-1-1,1 1,-1-1,0 1,1 0,-1 0,1-1,-1 1,1 0,-1 0,1 1,-1-1,0 0,1 0,-1 1,1-1,-1 1,0-1,1 1,-1 0,0-1,1 1,-1 0,0 0,0 0,0 0,0 0,0 0,0 0,0 0,0 1,-1-1,1 0,0 0,0 2,1-1,27 26,-1 2,-2 0,-1 2,-1 1,7 15,-29-46,0 0,0 1,-1-1,1 0,0 0,-1 1,1-1,-1 1,0-1,0 1,0 0,0-1,0 1,-1 0,1 0,-1 0,0-1,0 1,0 0,0 0,0 0,-1 0,1-1,-1 1,0 0,0 0,0-1,0 1,0-1,0 1,-1-1,1 1,-1-1,0 0,0 0,0 0,0 0,0 0,0 0,0 0,-3 1,-3 0,-1 0,-1 0,1-1,0 0,-1 0,1-1,-1-1,1 0,-1 0,1 0,0-1,-1-1,1 0,0 0,-1-1,1 0,1 0,-1-1,0 0,7 3,-1-1,1 1,0-1,0 1,0-1,0 0,0 1,1-1,-1 0,0 0,1 0,0-1,-1 1,1 0,0 0,0-1,0 1,0-1,1 1,-1-1,1 1,-1-1,1 1,0-1,0 0,0 1,0-1,1 1,-1-1,1 1,-1-1,1 1,0-1,0 1,0 0,0-1,1 1,-1 0,1 0,-1 0,1 0,0 0,1-2,14-11,1 0,0 2,1 0,1 0,0 2,0 1,13-5,18-10,-26 14,0-2,0 0,-2-2,0 0,0-2,-2-1,0 0,-1-1,-1-2,-1 0,-1-1,0 0,-2-1,-1-1,-1-1,3-8,-7 11,-2-1,0 0,-2 0,0 0,-2-1,-1 1,0-1,-2 0,-1 0,0 1,-2-1,-1 1,-1-1,-5-15,9 35,-1 0,1 1,0-1,-1 0,0 1,0-1,0 1,0-1,0 1,-1 0,0 0,1 0,-1 0,0 1,0-1,-1 1,1 0,0 0,-1 0,1 0,-1 0,0 1,0 0,0 0,1 0,-1 0,0 0,0 1,0 0,-3 2,0 1,0 0,1 0,0 1,0-1,0 1,0 1,0-1,1 1,0 0,0 0,0 1,1-1,-1 1,1 0,1 1,-1-1,1 0,0 1,1 0,-1 0,-10 28,1 1,1 0,3 1,0-1,3 2,1-1,1 0,3 1,0 0,3-1,1 0,2 1,10 33,-10-43,1 0,2-1,0 0,2 0,1-1,1 0,1-1,2-1,0 0,2-1,0-1,1 0,5 2,-18-18,1-1,-1 0,1 0,1 0,-1-1,0 0,1 0,0 0,0-1,0-1,0 0,1 0,-1 0,0-1,1 0,0 0,-1-1,1-1,-1 1,1-1,-1-1,0 1,1-2,-1 1,0-1,0 0,0-1,-1 1,4-4,0-2,-1 0,-1 0,1-1,-2-1,1 1,-2-2,1 1,-1-1,-1 0,0 0,-1-1,0 1,-1-1,-1-1,0 1,0 0,-1-1,-1 1,-1-14,1 26,0-1,-1 1,1-1,-1 1,1 0,-1-1,0 1,0-1,0 1,0-1,0 1,0-1,0 1,0-1,0 1,-1-1,1 1,-1-1,1 1,-1 0,1-1,-1 1,0 0,0 0,0-1,1 1,-1 0,0 0,-1 0,1 0,0 0,0 0,0 0,0 1,-1-1,1 0,0 1,-1-1,1 1,-1-1,1 1,-1-1,1 1,-1 0,1 0,0 0,-1 0,1 0,-1 0,1 0,-1 1,1-1,-1 0,0 1,-4 4,2 1,-1-1,1 1,0-1,0 1,0 0,1 1,0-1,0 0,1 1,0 0,0 0,0 0,1 0,0 0,0 0,1 0,0 0,0 0,1 0,0 0,0 0,0 0,1 1,1-1,1 1,-1 0,1-1,1 0,-1 0,1 0,0 0,1-1,0 0,0 0,0 0,0-1,1 0,0 0,0-1,0 0,1 0,0 0,-1-1,1 0,0-1,0 0,1 0,-1-1,0 0,1 0,-1-1,0 0,1-1,-1 1,1-2,-1 1,0-1,0 0,0-1,0 0,0 0,-1-1,1 0,-1 0,0-1,0 0,1-1,8-12,-2-1,0-1,0 0,-2 0,-1-1,-1-1,0 0,-2 0,0-1,-2 0,0 0,-2 0,2-24,12-70,-6-1,-4 0,-6-39,-3 147,2-10,-1 0,-1 0,-1 0,-1 0,-1 1,0-1,-7-16,11 35,0 0,-1-1,1 1,0 0,-1 0,1 0,-1-1,1 1,-1 0,0 0,0 0,1 0,-1 0,0 0,0 0,0 1,0-1,0 0,0 0,0 1,0-1,0 0,0 1,-1-1,1 1,0 0,0-1,0 1,-1 0,1 0,0 0,0 0,-1 0,1 0,0 0,0 0,-1 0,1 1,0-1,0 0,-1 1,1-1,0 1,0-1,0 1,0 0,0-1,0 1,0 0,0 0,0 0,0 0,0 0,1 0,-1 0,0 0,1 0,-1 1,-6 10,0 0,2 0,-1 1,2-1,0 1,0 0,1 1,1-1,0 0,1 1,0 5,0 40,3 0,3 0,2 0,2-1,4 0,1-1,4-1,1 0,3-1,15 23,-9-18,2-1,37 53,-67-113,0 1,1 0,-1 0,0 0,0 0,1-1,-1 1,0 0,0 0,1 0,-1 0,0 0,1 0,-36-63,-3 2,-2 1,-17-16,44 60,-170-205,158 194,26 27,-1 0,1 0,-1 0,0 0,1 0,-1 0,0 0,1 0,-1 0,0 0,1-1,-1 1,0 0,1 0,-1 0,0-1,1 1,-1 0,0 0,0-1,0 1,1 0,-1-1,0 1,0 0,0-1,1 1,-1 0,0-1,0 1,0 0,0-1,0 1,0-1,0 1,0 0,0-1,0 1,0 0,0-1,0 1,0 0,0-1,0 1,-1-1,1 1,0 0,0-1,0 1,-1 0,179 52,443 78,-571-120,-33-5,-27-1,-52-3,46-2,0 1,0 0,1 1,-1 1,0 1,0 0,1 1,0 0,-1 1,13-3,1-1,-1 0,0 1,0-1,1 1,-1 0,1 0,-1 0,1 0,0 0,-1 1,1-1,1 1,-1-1,0 1,1 0,-1 0,1-1,0 1,0 0,0 0,0 1,0-1,1 0,-1 0,1 0,0 0,0 0,0 1,1-1,-1 0,1 0,-1 0,1 0,0 0,0 0,1 0,-1 0,2 2,4 4,1-1,0 1,1-1,0-1,0 0,1 0,-1-1,1 0,1 0,-1-1,1-1,0 0,0 0,0-1,1-1,-1 1,1-2,-1 0,1 0,-4 0,0 0,0 0,0-1,0 0,0-1,0 0,0 0,-1 0,1-1,0 0,-1-1,1 1,-1-2,0 1,0-1,0 0,0 0,-1-1,1 0,-1 0,0 0,-1-1,0 0,0 0,0-1,0 1,0-3,3-10,-1-1,0 0,-2 0,0 0,-1-1,0-10,-1 10,-2 97,-1-60,1 0,0 0,2 0,0 0,0 0,2 0,0-1,1 0,4 8,-7-16,1 0,0 0,1-1,0 0,0 0,0 0,0 0,1-1,0 0,0 0,1-1,-1 1,1-1,0-1,0 1,0-1,0-1,1 1,-1-1,8 1,-8-2,0-1,0 1,-1-1,1 0,0-1,0 0,0 0,0-1,-1 1,1-1,-1-1,1 1,-1-1,0 0,0-1,0 1,0-1,-1 0,1-1,-1 1,0-1,-1 0,2-2,6-9,0 0,-2 0,0-1,0 0,-2 0,0-1,4-17,14-59,-3-1,-6-1,-3-1,-2-44,-6 88,-3 0,-3 1,-1-1,-7-35,7 80,0 1,0 0,-1-1,0 1,0 0,-1 0,0 0,0 0,0 1,-1-1,0 1,-1 0,0-1,2 5,1 1,-1 0,1 0,-1 0,1 0,-1 0,0 1,1-1,-1 1,0-1,0 1,1 0,-1 0,0 1,0-1,1 0,-1 1,0 0,1-1,-1 1,0 0,1 1,-1-1,1 0,0 1,-1-1,1 1,0 0,0-1,0 1,0 0,0 1,1-1,-1 0,1 0,-1 1,1-1,0 1,0-1,0 1,0-1,0 1,-10 22,1 1,1-1,2 1,0 1,2 0,1 0,1 0,1 0,1 0,2 0,0 1,4 9,1 16,2 1,3-1,2-1,3 0,1-1,3 0,2-2,3 0,1-2,2-1,10 9,-27-38,1 0,1-1,1-1,0 0,1-1,0 0,1-1,6 3,-22-15,1-1,0 1,0 0,0 0,0 0,0 0,0-1,0 1,0 0,0-1,0 1,0-1,0 1,0-1,1 0,-1 1,0-1,0 0,0 0,1 0,-1 0,0 0,0 0,0 0,1 0,-1-1,0 1,0 0,0-1,0 1,1-1,-1 1,0-1,0 1,0-1,0 0,0 0,0 1,-1-1,1 0,0 0,0 0,-1 0,1 0,0 0,-1 0,1 0,-1 0,1-1,-1 1,0 0,1 0,-1 0,0-1,0 1,0 0,0 0,0 0,0-2,-1-27</inkml:trace>
  <inkml:trace contextRef="#ctx0" brushRef="#br0" timeOffset="5203.028">7288 439,'27'-2,"30"-1,30 2,25 4,18 4,13 0,0 1,-14 2,-27 0</inkml:trace>
  <inkml:trace contextRef="#ctx0" brushRef="#br0" timeOffset="5833.906">644 2672,'0'18,"0"20,2 17,1 17,0 12,-1 11,-5 9,-6 5,-9 0,-8-5,-5-9,0-13,-1-19,4-20,6-17</inkml:trace>
  <inkml:trace contextRef="#ctx0" brushRef="#br0" timeOffset="6104.7">483 3193,'1'-465,"-2"462,1 1,-1-1,1 0,0 1,0-1,0 0,0 1,0-1,0 0,1 1,0-1,-1 1,1-1,0 1,0-1,0 1,1-1,-1 1,1 0,-1 0,1 0,-1 0,1 0,0 0,0 0,0 0,1 1,-1-1,0 1,0 0,1-1,-1 1,1 0,-1 0,1 1,-1-1,1 1,2-1,16 1,0 1,0 0,0 2,-1 1,1 0,-1 2,0 0,0 1,-1 1,0 1,10 7,-24-15,0 1,0 1,0-1,0 1,0-1,0 2,-1-1,0 0,0 1,0 0,0 0,0 0,-1 0,1 1,-1-1,0 1,-1 0,1 0,-1 0,0 0,0 0,-1 1,1-1,-1 0,0 1,-1-1,0 1,1-1,-2 1,1-1,-1 2,-4 2,-1-1,0 0,-1 0,1 0,-2-1,1 0,-1 0,0-1,0 0,-1 0,0-1,0 0,0-1,-1 0,1 0,-1-1,0 0,-6 0,-80 10,60-16</inkml:trace>
  <inkml:trace contextRef="#ctx0" brushRef="#br0" timeOffset="7065.539">938 2912,'21'-3,"-1"-2,0 0,0-1,-1-1,0-1,0-1,0 0,-1-2,-1 0,0-1,0 0,-1-2,-1 0,0 0,-1-1,-1-1,0-1,-1 0,6-11,-14 21,1-1,-1 0,0 0,-1 0,0 0,0-1,-1 1,0-1,0 0,-1 0,0 0,0 1,-2-5,0 10,-1 0,0 0,0 1,0-1,0 1,0 0,-1-1,1 1,-1 0,0 0,1 1,-1-1,0 0,0 1,0 0,0 0,0 0,-1 0,1 0,0 1,0-1,0 1,-1 0,1 0,0 0,-1 0,1 1,0-1,0 1,0 0,0 0,-1 0,1 0,0 1,-2 1,-2-1,0 1,0 0,1 1,-1-1,1 1,0 1,0-1,0 1,0 0,1 1,0-1,0 1,1 0,0 0,0 0,0 1,0-1,1 1,0 0,1 0,0 0,0 1,0-1,1 0,0 1,0-1,1 1,0-1,0 1,1-1,0 0,0 1,1-1,0 0,0 0,1 1,1 1,1 1,1 0,1-1,-1 0,2 0,-1 0,1-1,0 0,1-1,0 0,0 0,1-1,0 0,0 0,0-1,4 1,8 2,0 0,1-1,0-1,0-2,0 0,22 0,-35-2,-1-1,0 0,0-1,0 0,0-1,0 0,0 0,0-1,0 0,0-1,0 0,-1 0,1 0,-1-1,0-1,0 1,0-2,-1 1,0-1,0 0,0 0,-1-1,0 1,0-1,0-2,2-10,0 0,-2-1,0 0,-1 0,-1-1,-1 0,-1-3,9-47,-7 55,2 49,-6 8,9 90,-7-124,-1 0,1 0,0 0,1 0,-1-1,1 0,1 1,-1-1,1 0,0 0,0-1,1 1,0-1,0 0,0 0,5 3,-4-4,1-1,-1 0,0-1,1 1,-1-1,1 0,0-1,-1 0,1 0,0 0,0-1,0 0,0 0,0-1,0 0,-1 0,1 0,0-1,-1 0,4-2,6-2,1-1,-1-1,-1 0,1-1,-1-1,-1-1,6-5,-5 4,-2-1,1-1,-1 0,-1-1,-1 0,0-1,-1 0,0-1,-2 0,0-1,1-4,-7 14,0 3,-8 37,5-23,1-1,0 0,1 1,-1-1,2 0,-1 1,1-1,0 0,1 0,0 0,0-1,1 1,0-1,0 0,1 0,0 0,0 0,0-1,1 0,0 0,0 0,1-1,0 0,0 0,0-1,0 0,0 0,1-1,0 1,1-1,-1 0,1 0,-1 0,1-1,0 0,-1 0,1-1,0 0,0-1,0 0,0 0,0-1,0 0,0-1,-1 0,1 0,0-1,-1 0,0 0,0-1,0 0,0-1,0 0,-1 0,0 0,0-1,-1 0,1 0,-1-1,0 0,-1 0,0 0,1-2,6-21,-2 0,0-1,-2-1,-2 1,0-1,-3 0,0 0,-2-1,-3-21,3 37,-4-446,2 439,2 13,-1 1,0-1,-1 1,0-1,-1 1,0-1,-1 1,0 0,0 0,-2-3,4 12,0 1,0-1,0 0,0 0,-1 1,1-1,0 1,0-1,0 1,-1 0,1-1,0 1,0 0,-1 0,1 0,0 0,-1 0,1 0,0 0,0 0,-1 1,1-1,0 0,0 1,0-1,-1 1,1-1,0 1,0 0,0 0,0-1,0 1,0 0,0 0,0 0,0 0,1 0,-1 0,0 0,1 0,-1 0,0 0,1 1,0-1,-1 0,1 0,0 1,-1-1,1 0,0 0,0 1,0-1,0 1,-11 30,1 0,2 1,1 0,2 0,1 1,2-1,1 11,-1-2,1-1,2 0,2 0,2 1,2-2,1 1,2-1,2 0,2-1,1-1,2 0,2-1,1-1,1-1,10 9,-24-35,0 0,0-1,1 0,0-1,1 0,0 0,0 0,0-1,1-1,5 3,6-2</inkml:trace>
  <inkml:trace contextRef="#ctx0" brushRef="#br0" timeOffset="7314.675">2248 2257,'-18'-7,"-11"-2,0-2,9-1,17 1,23 1,29-1,28-1,26 2,23 3,15 2,4 5,-22 1</inkml:trace>
  <inkml:trace contextRef="#ctx0" brushRef="#br0" timeOffset="8053.241">3170 2818,'4'-27,"-2"-1,0 1,-2-1,-2 0,0 1,-2-1,-1 1,-1 0,-1 0,-32-75,39 101,-1 0,1 1,0-1,-1 0,1 1,-1-1,1 0,0 0,0 1,0-1,-1 0,1 0,0 0,0 1,0-1,0 0,0 0,0 0,1 1,-1-1,0 0,0 0,0 1,1-1,-1 0,0 0,1 1,-1-1,1 0,-1 1,1-1,-1 1,1-1,-1 0,1 1,0-1,-1 1,1-1,0 1,-1 0,1-1,0 1,0 0,37-3,-35 3,57 3,0 3,-1 3,28 8,-80-16,-1 0,1 0,0 1,-1-1,0 2,1-1,-1 1,0 0,0 0,0 0,-1 1,1 0,-1 0,0 1,0-1,-1 1,1 0,-1 1,0-1,0 1,-1-1,1 1,-1 0,-1 0,1 1,1 5,1 136,-4-144,0-1,0 0,1 0,-1 0,1 0,-1 0,1 0,0-1,0 1,0 0,0-1,1 0,-1 1,1-1,-1 0,1 0,0 0,0-1,0 1,0-1,0 1,0-1,0 0,1 0,-1-1,0 1,0-1,1 1,-1-1,0 0,1 0,5 0,0-1,-1 0,1 0,0-1,0 0,-1 0,0-1,1 0,-1 0,0-1,2-2,-1 1,-2-1,1 0,0-1,-1 0,0 0,-1-1,0 1,0-1,0-1,-1 1,-1-1,1 0,-1 0,-1 0,0 0,0-1,-1 0,0 1,0-1,-1 0,0-7,2 80,-1-55,0 0,1-1,1 1,-1 0,1-1,0 0,1 0,0 0,0 0,0-1,1 0,0 0,0 0,1-1,-1 0,1 0,0-1,0 0,1 0,-1 0,1-1,0-1,0 1,5 0,-9-3,0 0,0 0,0 0,0-1,-1 0,1 1,0-2,0 1,0 0,-1-1,1 1,-1-1,1 0,-1 0,0-1,0 1,0-1,0 1,0-1,-1 0,1 0,-1 0,0 0,1-1,-1 0,38-93,-28-1,-11 97,-1 0,0 1,0-1,0 1,0-1,0 0,1 1,-1-1,0 1,-1-1,1 0,0 1,0-1,0 1,0-1,0 0,-1 1,1-1,0 1,0-1,-1 1,1-1,0 1,-1-1,1 1,-1-1,1 1,-1 0,1-1,-1 1,1-1,-1 1,1 0,-1 0,1-1,-1 1,1 0,-1 0,0 0,1-1,-1 1,1 0,-1 0,0 0,1 0,-1 0,-17 25,16-22,1 1,0-1,0 1,1 0,-1-1,1 1,0 0,0-1,0 1,0 0,1-1,-1 1,1 0,0-1,0 1,1-1,-1 1,1-1,-1 0,1 1,0-1,0 0,1 0,-1 0,0-1,2 2,3 2,0 0,1 0,0-1,0 0,0 0,0-1,1 0,-1-1,1 0,3 1,64 12,1-5</inkml:trace>
  <inkml:trace contextRef="#ctx0" brushRef="#br0" timeOffset="8796.134">5456 2658,'23'-151,"-13"104,-3 0,-1 0,-3 0,-1 0,-6-46,4 87,0 1,-1-1,1 0,-1 1,0-1,-1 1,0 0,0-1,0 1,0 0,-1 0,1 0,-1 0,-1 1,1-1,-1 1,1 0,-1 0,-1 0,3 3,1 1,-1 0,1 0,-1 0,0 0,1 0,-1 0,0 0,1 0,-1 1,0-1,1 0,-1 1,1 0,-1-1,1 1,-1 0,1 0,0 0,-1 0,1 0,0 0,0 0,-1 0,1 0,0 1,0-1,0 0,1 1,-1-1,0 1,0-1,1 1,-1-1,1 1,0 0,-1-1,1 1,0 0,0-1,0 1,0-1,0 1,0 0,0-1,1 1,-1 0,1-1,-1 1,1-1,-1 1,1-1,0 1,0-1,0 0,0 2,7 3,-1 0,1 0,0-1,1 0,-1-1,1 1,0-2,0 1,1-1,-1 0,1-1,-1 0,1-1,0 0,8-1,105 9,55 9,-174-18,0 1,1-1,-1 1,0 0,0 1,0-1,0 1,0-1,0 1,-1 1,1-1,0 0,-1 1,0-1,0 1,1 0,-2 0,1 1,0-1,-1 1,1-1,-1 1,0 0,0-1,1 5,-3 73,-1-76,-1 1,1 0,0 0,1 0,-1 0,1 0,0 0,1 0,-1 0,1 0,1 0,-1 0,1 0,0 0,0-1,1 1,-1-1,1 0,0 1,1-1,-1-1,1 1,0 0,0-1,4 3,2-2,0-1,0 0,0-1,1 0,-1-1,1 0,0-1,-1 0,1 0,0-1,0-1,-1 0,1 0,0-1,-1 0,1-1,-1 0,0-1,0 0,0 0,-1-1,6-4,-6 2,0-1,-1 0,0 0,0-1,-1 0,-1-1,1 1,-1-1,-1 0,0-1,0 1,-1-1,-1 0,1 0,-2 0,0 0,0-1,-1 1,0-1,-1 1,0-1,-1 1,0-1,-2-1,3 11,1-1,-1 1,0 0,-1 0,1 0,0 0,0 0,-1 0,1 0,-1 1,0-1,0 0,0 0,1 0,-2 0,1 1,0-1,0 1,0-1,-1 1,1-1,-1 1,1 0,-1-1,0 1,1 0,-1 0,0 0,0 0,0 1,0-1,0 0,0 1,0 0,0-1,0 1,0 0,0 0,0 0,0 0,0 0,0 0,0 1,0-1,0 1,0 0,1-1,-1 1,0 0,0 0,0 0,0 0,-3 6,0 0,0 0,0 0,1 1,0-1,1 1,-1 0,2 0,-1 0,1 1,0-1,1 1,0-1,0 1,1-1,0 1,0-1,1 1,0-1,1 1,2 7,0-5,1-1,0 1,0-1,1 0,0-1,1 1,0-1,0 0,1-1,0 0,1 0,0-1,0 0,1 0,-1-1,1 0,1-1,-1 0,1-1,0 0,0-1,0 0,3 0,39 8</inkml:trace>
  <inkml:trace contextRef="#ctx0" brushRef="#br0" timeOffset="10034.136">6860 2163,'-14'-4,"-1"-1,1 2,-1 0,0 1,0 0,0 1,0 1,0 1,1 0,-1 0,0 2,0 0,1 0,-1 1,1 1,0 1,-8 4,20-9,0 1,0-1,0 1,0 0,0 0,0 0,1 0,-1 0,0 0,1 0,0 0,-1 1,1-1,0 1,0-1,1 1,-1-1,0 1,1-1,-1 1,1 0,0-1,0 1,0 0,0-1,1 1,-1-1,1 1,-1 0,1-1,0 1,0-1,0 0,0 1,1-1,-1 0,1 0,-1 1,1-1,0 0,0-1,0 2,22 20,1 0,0-1,2-2,1-1,28 15,-12-6,-21-13,0-2,-2 1,0 1,0 1,-1 1,3 5,-22-21,0 0,-1-1,1 1,0 0,0 0,0-1,-1 1,1 0,0 0,-1 0,1 0,-1 0,1 0,-1 0,1 0,-1 0,0 0,1 1,-1-1,0 0,0 0,0 0,0 0,0 0,0 0,0 1,-1-1,1 0,0 0,0 0,-1 0,1 0,-1 0,1 0,-1 0,1 0,-1 0,0 0,0 0,1 0,-1-1,0 1,0 0,0-1,0 1,0 0,0-1,0 1,0-1,0 1,0-1,0 0,0 1,0-1,0 0,0 0,0 0,-1 0,1 0,0 0,0 0,0 0,0 0,-1-1,-3 3,-1-1,1 0,-1 0,1-1,-1 1,1-1,-1 0,1-1,-1 1,1-1,0 0,-1-1,1 1,0-1,0 0,0-1,0 1,0-1,0 0,0 0,4 0,1 0,-1 0,1 1,-1-1,1 0,0 0,0 0,0 0,0 0,1 0,-1 0,1 0,0 1,-1-1,1 0,1 0,-1 1,0-1,1 1,-1-1,1 1,0 0,0-1,0 1,0 0,0 0,-2 2,201-218,-159 172,-2-1,-2-2,-2-2,-3-1,-2-1,-2-2,-3-1,-2-1,4-21,-23 64,0-1,-1 1,-1-1,-1 1,0-1,0 0,-2 0,0 0,0 0,-1 1,-1-1,-1 0,0 1,-1-1,-2-4,5 17,-1 0,1 0,0 0,-1 0,1 0,-1 0,0 0,0 1,1-1,-1 0,0 1,0 0,-1-1,1 1,0 0,0 0,-1 0,1 1,0-1,-1 1,1-1,-1 1,1 0,0-1,-1 1,1 1,-1-1,1 0,-1 0,1 1,0 0,-1-1,1 1,0 0,-1 0,1 0,0 1,0-1,0 0,0 1,0-1,0 1,1 0,-1 0,0-1,1 1,-1 0,1 0,0 1,-1-1,-7 15,1 0,0 0,1 1,1-1,1 2,0-1,1 0,1 1,1 0,1 0,0 0,2 16,4 37,3-2,3 1,3-1,3-1,4-1,2 0,31 63,-48-118,1 6,0-1,1-1,1 0,1 0,0 0,1-1,1-1,0 0,6 5,-17-19,1 0,0 1,-1-1,1 0,0 0,0 0,0 0,0 0,0 0,0-1,0 1,0-1,0 1,0-1,0 0,0 0,1 0,-1 0,0 0,0 0,0-1,0 1,0-1,0 1,0-1,0 0,0 0,0 0,0 0,0 0,-1 0,1 0,0-1,-1 1,1-1,-1 1,1-1,-1 0,1 0,44-78,-41 71,73-179,-84 202,0 1,1 0,1 0,0 0,1 1,1-1,1 1,0 0,0-1,2 1,0 0,1 1,-1-13,1 0,-1 0,1 0,0-1,0 1,1-1,-1 0,1 1,-1-1,1 0,0-1,0 1,1 0,-1-1,0 0,1 1,0-2,-1 1,1 0,0-1,0 1,0-1,0 0,0 0,0-1,0 1,0-1,0 0,0 0,3-1,4 0,0 0,1-1,-1 0,0-1,0 0,0 0,-1-2,1 1,-1-1,6-4,-1-2,-1-1,0 1,-1-2,-1 0,1-1,-2 0,0-1,-1 0,-1 0,0-1,4-10,3-2,-16 28,1 0,-1-1,1 1,-1 0,0 0,1 0,-1 0,1 0,-1 0,0 0,1 0,-1 0,1 0,-1 0,0 0,1 0,-1 1,0-1,1 0,-1 0,1 0,-1 0,0 1,1-1,-1 0,0 0,1 1,-1-1,0 0,0 1,1-1,-1 0,0 1,0-1,0 0,1 1,-1-1,0 0,0 1,0-1,0 1,0-1,0 0,0 1,0-1,0 1,0-1,0 0,0 1,0-1,0 1,0-1,0 0,0 1,0-1,-1 1,1-1,0 0,0 1,-1-1,1 0,0 1,0-1,-1 0,1 0,0 1,-1-1,1 0,-1 7,1 0,0 0,0 0,1 0,0 0,0-1,1 1,0 0,0-1,0 1,1-1,0 1,0-1,1 0,-1-1,1 1,1 0,-1-1,1 0,0 0,0-1,0 1,6 0,-1 0,1-1,-1 0,1-1,0 0,0-1,1 0,-1-1,0 0,1 0,-1-2,1 1,-1-1,0-1,0 0,1-1,-1 0,-1 0,1-1,-1-1,1 0,-1 0,0-1,-1 0,0-1,0 0,0-1,-1 1,0-1,0-1,-1 0,0 0,1-3,14-26,-1 0,-3-1,-1-1,-2-1,-1 0,-3-1,-1 0,-2-1,-2 0,-2-2,1 5,-1 0,-2-1,-3 1,0-1,-3 1,-8-38,10 71,0 1,0-1,0 1,-1 0,0 0,-1 0,1 0,-1 0,0 1,0 0,-3-3,5 6,0 1,0-1,0 1,0-1,0 1,0 0,-1 0,1 0,0 0,-1 0,1 0,-1 1,1-1,-1 1,1-1,-1 1,1 0,-1 0,1 1,-1-1,0 0,1 1,-1-1,1 1,0 0,-1 0,1 0,0 0,-1 0,-1 2,-6 5,1 0,0 0,1 1,-1 0,1 0,1 1,0 0,1 1,0 0,0 0,1 0,0 0,1 1,0 3,-6 16,1 2,2-1,1 1,2 0,1 0,1 0,2 1,1-1,2 0,2 0,0 0,7 16,1-2,2-1,2-1,2 0,2-1,2-1,2-1,1-2,11 11,56 52,-59-74</inkml:trace>
  <inkml:trace contextRef="#ctx0" brushRef="#br0" timeOffset="10284.974">6887 1762,'18'-4,"27"-2,32 2,33 3,28 3,17 1,5 3,-11 0,-30-1</inkml:trace>
  <inkml:trace contextRef="#ctx0" brushRef="#br0" timeOffset="13566.047">1085 4530,'23'-96,"-4"0,-4-1,2-88,-15 154,-2 17,0 0,1 0,1 0,0 1,1-1,0 0,1 1,1 0,0 0,1 0,3-5,-7 15,1 1,-1 0,0 0,1 0,0 0,-1 0,1 0,0 1,0-1,0 1,0 0,0 0,0 0,0 0,0 1,0-1,1 1,-1 0,0 0,0 0,0 0,1 1,-1-1,0 1,0 0,0-1,0 2,1-1,81 42,-70-33,-2 0,0 1,0 0,-1 1,0 1,-1 0,-1 0,0 1,0 1,-6-9,-1 0,1 0,-1 1,0-1,0 1,-1-1,0 1,0 0,-1 0,0 0,0 0,-1 0,1 0,-2 1,1-1,-1 0,0 0,0 0,-1 0,0 0,0-1,-3 5,4-7,-1-1,0 1,0-1,0 1,-1-1,1 0,-1 0,1 0,-1-1,0 1,0-1,-1 1,1-1,0 0,-1 0,1 0,-1-1,0 1,0-1,1 0,-1 0,0 0,0-1,0 1,0-1,0 0,0 0,0 0,0-1,0 1,0-1,0 0,1 0,-1-1,0 1,1-1,-1 0,1 1,-1-2,1 1,0 0,0-1,0 1,0-1,0 0,0 0,1 0,0 0,-1-2,0 1,1-1,0 1,0-1,0 0,1 0,-1 0,1 0,0 0,1 0,-1 0,1 0,0 0,0 0,1 0,-1-1,1 1,0 0,1 0,-1 1,1-1,0 0,0 0,1 1,-1-1,1 1,0 0,0 0,0 0,1 0,0 1,-1-1,1 1,0 0,1 0,3-2,7-1,0 2,1-1,0 2,0 0,0 1,0 1,0 0,0 1,7 1,32-1,-27-1,-1-1,0-1,0-2,0 0,0-2,-1-1,0-1,25-12,-49 20,1 1,-1-1,1 0,-1 0,1 0,-1 0,0-1,1 1,-1-1,0 1,0-1,0 0,0 0,-1 1,1-1,0-1,-1 1,1 0,-1 0,0-1,0 1,0 0,0-1,0 1,0-1,-1 0,1 1,-1-1,0 1,0-1,0 0,0 1,0-1,0 1,-1-1,0 0,1 1,-1-1,0 1,0-1,0 1,0 0,-1-1,1 1,-1 0,1 0,-1 0,0 0,1 0,-2 0,-4-2,-1-1,1 2,-1-1,0 1,0 1,0-1,0 1,0 1,0-1,-1 1,1 1,-1 0,1 0,0 0,-1 1,1 0,0 1,0 0,0 0,0 1,0 0,0 1,-7 3,12-4,1 0,-1 0,0 0,1 0,0 1,-1-1,2 1,-1-1,0 1,0 0,1-1,0 1,0 0,0 0,0 0,1 0,0 0,0 0,0 0,0 0,0 0,1 0,0 0,-1 0,2 0,-1 0,0 0,1 0,0-1,0 1,0-1,0 1,0-1,1 0,-1 0,1 0,0 0,0 0,0-1,0 1,1-1,-1 0,1 0,0 1,24 13,-1-1,2-1,0-1,1-2,0-1,0-1,1-1,0-2,1-2,-1 0,11-2,-15 1,0-1,0-2,0 0,1-2,-1-1,0-1,-1-1,1-2,-1 0,0-2,-1-1,14-8,-34 15,1-1,0-1,-1 1,0-1,0 0,-1 0,1 0,-1-1,0 0,0 1,-1-1,0-1,0 1,0-1,-2 4,0 1,0-1,-1 0,1 0,-1 0,0 0,1 0,-1 0,-1 0,1 0,0 0,-1 0,0 0,1 0,-1 0,0 0,-1 0,1 1,0-1,-1 0,1 1,-1-1,0 1,0 0,0-1,0 1,0 0,-1 0,1 1,-1-1,1 0,-2 0,-6-2,0 0,-1 1,1 0,0 1,-1 0,0 1,1 0,-1 0,0 1,1 1,-1 0,0 0,1 1,-1 0,1 1,0 0,-1 1,2 0,-1 1,0 0,1 0,0 1,0 0,1 1,-1 0,2 0,-1 0,1 1,0 1,0-1,-1 4,6-10,0 1,0 0,0 0,0 0,0 0,1 0,-1 0,1 0,0 1,0-1,0 0,1 1,-1-1,1 1,-1-1,1 0,0 1,1-1,-1 1,1-1,-1 1,1-1,0 0,0 1,0-1,1 0,-1 0,1 0,0 0,0 0,0 0,0-1,0 1,1 0,-1-1,1 0,0 0,1 1,9 3,0-2,0 0,0 0,1-2,-1 1,1-2,0 0,-1 0,1-1,0-1,0 0,-1-1,1-1,-1 0,1-1,-1 0,0-1,-1 0,1-1,-1-1,0 0,-5 4,-1 0,0-1,1 0,-2 0,1 0,0-1,-1 0,0 0,0 0,0-1,-1 1,0-1,0 0,0 0,-1-1,0 1,0-1,1-3,-6 37,1 0,1 1,2-1,1 0,1 0,5 19,-8-41,36 174,-14-72,-3 0,3 103,-31-73,7-130,0 0,-1 0,0 0,0 0,-1 0,0-1,0 1,-1-1,1 0,-1 0,-1 0,1-1,-1 1,0-1,0 0,-1-1,-4 4,6-6,-1 0,0-1,0 1,0-1,0 0,0-1,0 1,-1-1,1 0,0 0,0 0,0-1,0 0,0 0,0 0,0-1,0 1,0-1,1-1,-1 1,1 0,-1-1,1 0,0 0,0 0,0-1,1 0,-1 1,1-1,0 0,0 0,0-1,0 1,1-1,0 1,0-1,-1-2,-6-18,0 0,2 0,1-1,1 0,1 0,2-1,0 1,2-1,0 1,2 0,1-1,2 1,0 0,1 1,2-1,6-12,0-2,2 0,1 1,3 1,0 1,3 1,1 1,1 1,2 1,2 2,1 0,14-10,50-19,-93 59,0 1,0-1,1 0,-1 1,1-1,-1 0,0 1,1 0,-1-1,1 1,-1 0,1 0,-1 0,1 0,-1 0,1 0,-1 0,1 1,-1-1,1 0,-1 1,1-1,-1 1,0 0,1-1,-1 1,0 0,0 0,1 0,-1 0,0 0,0 0,0 0,0 0,0 1,0-1,-1 0,1 0,0 1,-1-1,1 1,-1-1,1 0,-1 1,1-1,-1 1,0-1,0 1,0-1,0 1,3 118,-5-105,1-1,1 0,0 1,0-1,2 1,0-1,0 0,1 0,1 0,0 0,1-1,1 1,2 3,-5-12,1-1,-1 0,1 0,-1 0,1 0,0-1,1 1,-1-1,1 0,-1 0,1-1,0 0,0 1,0-2,0 1,0 0,1-1,-1 0,0 0,1-1,-1 0,0 0,1 0,-1 0,5-1,-1-1,1 0,-1 0,0-1,0 0,0 0,0-1,0 0,-1-1,0 0,0 0,0-1,-1 0,1 0,0-2,1-4,-1 0,0 0,-1-1,0 0,-1-1,-1 1,0-1,0 0,-2-1,0 1,0-1,-1 1,-1-1,-1 0,0 0,-1-9,-1 6,-6 30,5 3,0 0,1 0,1 1,0-1,1 1,1-1,1 0,0 1,0-1,2 0,4 13,-7-26,0 1,0-1,0 1,1-1,-1 0,1 1,0-1,-1 0,1 0,0 0,0 0,0 0,0-1,1 1,-1-1,0 1,1-1,-1 0,1 0,-1 0,1 0,0 0,-1-1,1 1,0-1,-1 0,1 1,0-1,0-1,-1 1,1 0,0-1,-1 1,1-1,0 0,-1 0,1 0,-1 0,1 0,-1 0,1-1,-1 0,0 1,0-1,17-14,0-1,-2 0,0-1,-1-1,-1-1,0 0,-2-1,0 0,-2-1,20-28,-18 30,-13 20,0 0,0 0,0 1,0-1,0 0,0 0,1 0,-1 1,0-1,0 0,0 0,0 0,0 1,0-1,0 0,0 0,1 0,-1 1,0-1,0 0,0 0,0 0,1 0,-1 0,0 1,0-1,0 0,0 0,1 0,-1 0,0 0,0 0,1 0,-1 0,0 0,0 0,0 0,1 0,-1 0,0 0,0 0,1 0,-1 0,0 0,0 0,0 0,1 0,-1 0,0 0,0-1,0 1,1 0,-1 0,0 0,0 0,0 0,0-1,1 1,-1 0,-2 23,2-22,-3 17,1-12,0 1,0-1,0 0,1 1,0-1,0 1,1-1,0 1,0-1,1 1,-1-1,1 1,1-1,-1 1,1-1,0 0,1 0,0 0,-1 0,2 0,-1-1,1 1,0-1,0 0,0 0,1 0,0-1,0 1,10 1,0-1,0 0,1-2,-1 1,1-2,0 0,-1-1,1 0,0-2,0 0,0 0,0-1,2-2,4 2,-1-1,1-1,-1-1,1 0,-1-2,-1-1,0 0,0-2,0 0,-1-1,-1-1,0-1,0 0,-2-1,1-1,-2-1,5-6,-17 19,-1 0,1 0,-1 0,0-1,0 1,0 0,-1-1,1 1,-1-1,0 0,0 0,0 1,0-1,-1 0,1 0,-1 0,0 0,0 1,-1-1,1 0,-1 0,0 0,0 0,0 1,0-1,-1 1,1-1,-1 1,0-1,0 1,0 0,-1 0,1 0,-2-1,0 1,0 1,-1 0,0 0,1 0,-1 0,0 1,0-1,0 1,0 1,0-1,-1 1,1-1,0 2,0-1,0 0,0 1,0 0,0 0,0 1,0-1,0 1,1 0,-1 1,0-1,1 1,0 0,0 0,0 0,0 0,0 1,0-1,1 1,0 0,0 0,0 1,0-1,1 1,-1-1,1 1,0 0,1-1,-1 1,1 0,0 0,0 0,1 1,-1 1,1 1,1 0,-1-1,1 1,1 0,-1-1,1 0,1 1,-1-1,1 0,0 0,1 0,0 0,0-1,0 0,1 1,0-2,0 1,0 0,1-1,0 0,0-1,0 1,1-1,-1 0,1-1,0 1,4 0,0 1,0 0,1-1,0-1,-1 0,1 0,0-1,0-1,0 0,0 0,1-2,-1 1,0-1,0-1,0 0,0-1,-1 0,12-5,-13 1,0-1,0 0,-1 0,0-1,0 0,-1-1,0 0,-1 0,0 0,-1-1,0 0,0-1,-1 1,-1-1,0 0,-1 0,0-1,0 1,-2 0,1-1,-2 0,0-2,2-4,-8 46,3-6,2 0,0 0,1 0,1 1,3 12,-3-30,-1 0,1 0,0 1,0-1,0 0,1 0,-1-1,1 1,0 0,0 0,0-1,1 1,-1-1,1 0,0 0,0 0,0 0,0 0,1-1,-1 1,1-1,-1 0,1 0,0 0,0-1,0 1,0-1,0 0,0 0,0 0,3-1,1 0,-1 0,1 0,-1-1,1-1,0 1,-1-1,0-1,1 1,-1-1,0 0,-1-1,1 0,0 0,-1 0,0-1,0 0,0 0,-1 0,0-1,3-3,2-4,-1 1,0-1,0-1,-2 0,0 0,0 0,-1-1,-1 0,2-9,-6 21,0-2,1 0,-1 1,0-1,0 0,-1 1,1-1,-1 0,0 0,0 1,-1-1,0 0,1 1,-2-3,-10 20,10-3,-1 0,1-1,1 1,0 0,0 0,1 0,1 0,-1 0,2 0,-1 0,1 0,1 0,-1 0,2-1,0 0,0 0,0 0,1 0,0 0,1-1,0 0,0 0,1-1,0 1,0-2,1 1,0-1,0 0,0 0,1-1,0-1,0 1,0-1,4 1,0-1,0 0,0 0,1-2,-1 1,1-2,-1 0,1 0,0-1,-1-1,1 0,-1-1,1-1,-1 0,0-1,0 0,0-1,0 0,-1-1,0 0,0-1,-1-1,0 0,0 0,-1-1,0-1,0 1,-1-1,0-1,-1 0,6-10,-2-8,-2 0,-1 0,-1-1,-2 0,0 0,-2 0,-2-1,-1 1,-2-28,1 54,1-89,-4 1,-4 0,-11-43,16 120,-1 0,-1 0,0 1,-1-1,0 1,-1 0,-6-9,11 20,0 1,0 0,0 0,0 0,-1 0,1 1,-1-1,1 0,-1 0,0 1,1-1,-1 1,0 0,0-1,0 1,0 0,-1 0,1 0,0 1,0-1,0 0,-1 1,1-1,0 1,-1 0,1 0,0 0,-1 0,1 0,0 1,-1-1,1 1,0-1,0 1,-1 0,1 0,0 0,0 0,0 0,0 0,0 1,0-1,1 1,-1-1,0 1,0 0,-7 10,1-1,0 1,1 0,0 0,1 1,1 0,0 0,0 1,2-1,-1 1,2 0,-1 5,0 10,0 1,2-1,1 1,2-1,1 1,1-1,1 0,2 0,1-1,1 0,1 0,1-1,2 0,1-1,1-1,1 0,1-1,1-1,1 0,1-1,1-2,10 8,-16-15,1-1,0 0,1-1,0-1,1-1,0 0,3 0,-15-6,0-1,-1 0,1 0,0-1,0 0,0 0,0 0,1-1,-1 0,0 0,0 0,0-1,0 0,0 0,0 0,0-1,0 0,-1 0,1-1,0 0,-1 0,0 0,0 0,5-4,-3-4,0 0,0-1,-1 0,0 0,-1 0,-1 0,0-1,0 0,-2 0,1 0,-1 0,-1 0,-1 0,0 0,0-1,-1 1,-1 0,-1-1,-5-27,0 50,8 6,0 0,2-1,-1 1,2 0,0 0,0-1,2 0,-1 1,2-2,0 1,1-1,0 1,1-2,0 1,1-1,0-1,1 0,1 0,0-1,0 0,3 2,13 7</inkml:trace>
  <inkml:trace contextRef="#ctx0" brushRef="#br0" timeOffset="20353.591">5068 3500,'-13'0,"-10"2,-3 1,4 3,9-1,14 2,18 0,25-2,24-2,24-1,17-3,10-1,0-1,-5 0,-14 4,-24 0</inkml:trace>
  <inkml:trace contextRef="#ctx0" brushRef="#br0" timeOffset="21412.23">6005 4088,'20'-38,"-7"19,1 1,0 0,1 1,1 0,0 1,2 1,43-46,-39 36,0-2,-2-1,-2 0,0-1,-2-1,-1-1,-1 0,-2-1,-2 0,0-1,-2 0,-2-1,-1 0,-1 0,-2 0,-2 0,-19-66,19 97,-1 0,-1 1,1-1,0 0,-1 1,1-1,-1 1,0-1,0 1,0 0,0 0,0 0,0 0,-1 0,1 0,-1 1,1-1,-1 1,0 0,1-1,-1 1,0 1,0-1,0 0,0 1,0-1,0 1,0 0,1 0,-1 0,-3 1,-2 1,0 2,0-1,0 1,0 1,1-1,0 1,0 1,0-1,1 1,0 0,0 1,0-1,1 1,0 0,0 1,1-1,0 1,0 0,1 0,-1 3,-7 17,0 0,2 0,2 1,0 1,2-1,1 1,1 0,2 0,1 0,1 0,2 0,1 0,1-1,9 28,-8-36,0-2,1 1,1-1,1 0,0 0,2-1,0-1,1 1,1-2,0 0,1-1,1 0,0-1,1 0,1-2,0 0,0 0,1-2,1 0,0-1,17 5,-26-10,-1-1,1-1,0 0,0 0,-1 0,1-1,0-1,0 0,0 0,0-1,0 0,0-1,0 0,0-1,-1 0,1 0,-1-1,0 0,0-1,0 0,-1 0,0-1,0 0,0 0,0-1,-1 0,-1 0,1-1,-1 0,0 0,-1 0,0-1,0 0,-1 0,1-3,-1-4,-1 4,-2 21,-2-3,1 1,0-1,0 0,0 0,0 0,1 1,0-1,1 0,0 0,-1 0,2 0,-1-1,1 1,0 0,0-1,0 0,1 0,0 0,0 0,0 0,0-1,1 0,0 0,0 0,0-1,0 1,1-1,-1 0,1-1,0 1,0-1,0-1,4 2,-2-3,0 0,0-1,-1 0,1-1,0 1,-1-2,1 1,-1-1,0 0,0 0,0-1,0 0,-1 0,1-1,-1 1,0-1,0-1,-1 1,0-1,0 0,0 0,3-6,-5 7,1 0,-1 0,0 0,0 0,-1-1,0 1,0-1,0 1,-1-1,1 0,-1 1,-1-1,1 0,-1 0,0 0,0 0,-1 0,1 0,-2 1,1-1,0 0,-1 1,0-1,-1 1,1-1,-1 1,0 0,0 0,0 0,-2-1,1 2,0 0,0 0,0 1,-1-1,1 1,-1 0,0 0,0 1,0-1,0 1,0 0,0 0,-1 1,1 0,-1 0,1 0,-1 0,1 1,-1 0,0 0,1 1,-1 0,1-1,-1 2,1-1,0 1,-1 0,1 0,0 0,0 1,0-1,1 1,-1 1,1-1,-1 1,1-1,0 1,0 0,1 1,-1-1,1 1,0-1,0 1,1 0,-1 0,0 4,-3 24</inkml:trace>
  <inkml:trace contextRef="#ctx0" brushRef="#br0" timeOffset="21817.628">7221 4049,'0'-374,"0"373,4-28,-3 29,-1-1,1 1,-1-1,0 1,1-1,-1 1,1 0,-1-1,1 1,-1 0,1-1,-1 1,1 0,-1 0,1 0,0-1,-1 1,1 0,-1 0,1 0,-1 0,1 0,0 0,-1 0,1 0,-1 0,1 0,0 0,-1 1,1-1,-1 0,1 0,-1 1,1-1,-1 0,1 1,-1-1,1 0,-1 1,1-1,-1 1,0-1,1 1,278 160,-272-157,-1-1,1 1,-1-1,0 2,0-1,-1 1,1 0,-1 0,0 0,0 1,-1 0,0 0,0 0,0 0,-1 1,0-1,0 1,0 0,-1 0,0 0,0 0,-1 1,0 1,-12 53,8-54,1 1,0-1,0 0,1 1,0-1,1 1,0-1,0 0,1 1,0-1,1 4,-1-9,1 0,-1 1,1-1,0 0,0-1,0 1,1 0,-1 0,1-1,-1 0,1 1,0-1,0 0,0 0,0-1,0 1,1-1,-1 1,0-1,1 0,2 0,17 5,0-2,0 0,0-2,1-1,-1 0,0-2,4-1,131-13,-34-7,0-5,42-19,41-20</inkml:trace>
  <inkml:trace contextRef="#ctx0" brushRef="#br0" timeOffset="23933.446">3518 5532,'-2'2,"1"0,0-1,1 0,-1 0,0 1,0-1,0 0,0 0,0 0,0 0,0 0,-1 0,1 0,0-1,0 1,-1 0,1-1,-1 1,1-1,0 1,-1-1,1 0,-1 1,1-1,-1 0,1 0,-1 0,1 0,-1 0,1-1,0 1,-1 0,1-1,-1 1,1-1,0 1,-1-1,1 0,0 0,-1 1,1-1,0 0,-4-21,4 16,-1-1,1 1,-1-1,-1 1,1-1,-1 1,0 0,-1 0,1 0,-1 1,-2-3,-1 2,1 0,-1 0,1 1,-1 0,-1 1,1 0,-1 0,0 0,0 1,0 0,0 1,0 0,-1 0,1 0,0 1,-1 1,0-1,1 2,-1-1,1 1,-1 0,1 1,0 0,-1 0,1 1,0 0,0 0,1 1,-1 0,1 0,-1 1,1 0,1 0,-1 0,1 1,0 0,0 1,1-1,0 1,0 0,0 1,1-1,0 1,1 0,-1-1,1 5,1-3,2 1,-1-1,2 0,-1 1,1-1,0 0,1 1,0-1,1 0,0 0,0-1,1 1,0-1,0 1,1-1,0 0,0-1,1 1,0-1,1-1,-1 1,1-1,1 0,-1 0,1-1,0 0,0 0,0-1,1 0,0-1,1 1,19 6,0-2,0-1,1-1,0-1,0-2,4-1,32 2</inkml:trace>
  <inkml:trace contextRef="#ctx0" brushRef="#br0" timeOffset="24182.653">4026 5760,'7'16,"7"9,0 8,-1 5,-6 5,-12 7,-20 6,-19 2,-2-8</inkml:trace>
  <inkml:trace contextRef="#ctx0" brushRef="#br0" timeOffset="25775.662">5029 5626,'-13'-2,"0"1,0 0,0 1,1 0,-1 1,0 0,0 1,1 1,-1 0,8-2,0 1,0 0,0 0,0 0,1 1,-1-1,1 1,0 0,0 1,0-1,0 1,0-1,1 1,0 0,-1 1,2-1,-1 0,0 1,1 0,0-1,0 1,0 0,0 2,2-5,-1-1,1 0,-1 1,1-1,0 0,0 1,0-1,-1 1,1-1,0 0,1 1,-1-1,0 1,0-1,1 0,-1 1,1-1,-1 0,1 1,-1-1,1 0,0 0,-1 1,1-1,0 0,0 0,0 0,0 0,0 0,0 0,1-1,-1 1,0 0,0 0,0-1,1 1,-1-1,0 1,1-1,56-3,-44-5,0 0,0-1,0 0,-2-1,1 0,-1-1,0 0,-1-1,-1-1,0 0,-1 0,0-1,0 0,-2 0,0-1,-1 0,0 0,-1-1,-1 1,0-1,-1 0,-1-1,5-43,-2 0,-2-1,-4 1,-2-5,-8 5,11 59,-1 1,1-1,-1 1,1-1,-1 1,0-1,0 1,1-1,-1 1,0 0,0-1,1 1,-1 0,0 0,0 0,1-1,-1 1,0 0,0 0,0 0,0 0,1 1,-1-1,0 0,0 0,0 0,1 1,-1-1,0 0,1 1,-1-1,0 0,0 1,1-1,-1 1,1-1,-1 1,0 0,1-1,-1 1,1 0,-1-1,1 1,0 0,-1-1,1 1,0 0,-1 0,1-1,0 1,0 0,0 0,0 0,0-1,0 1,0 0,0 0,0 0,0 0,0-1,0 1,-7 27,0 1,2 0,1 0,1 0,2 0,1 11,-1-14,-2 15,2 1,2-1,2 1,2-1,1 0,2 0,2 0,3 2,-10-34,1 0,1 0,0 0,0 0,1-1,0 1,0-2,1 1,0-1,0 0,0 0,1-1,0 0,1 0,-1-1,1 0,0 0,1-1,-1-1,2 1,34 8</inkml:trace>
  <inkml:trace contextRef="#ctx0" brushRef="#br0" timeOffset="26021.005">5657 5800,'-2'18,"-1"11,0 7,5 4,7 2,4 1,2 0,-1 0,-4-2,-5-2,-8-6,-4-8</inkml:trace>
  <inkml:trace contextRef="#ctx0" brushRef="#br0" timeOffset="26386.108">6272 5626,'19'9,"1"-2,0 0,1-1,-1-1,1-1,0-1,1-1,-1-1,0-1,0 0,4-2,37-19,-60 20,0 0,-1 1,1-1,-1 0,1-1,-1 1,1 0,-1 0,0-1,1 1,-1 0,0-1,0 1,0-1,0 0,-1 1,1-1,0 0,-1 0,1 1,-1-1,1 0,-1 0,0 0,0 1,0-1,0 0,0 0,0 0,0 0,-1 1,1-1,-1-1,-2-1,-1 0,1 1,-1-1,0 1,0-1,0 1,-1 0,1 1,-1-1,1 1,-1 0,0 0,0 0,0 0,0 1,0 0,0 0,0 1,-1-1,1 1,0 0,0 1,0-1,-1 1,1 0,-3 1,2-1,0 0,0 0,1 0,-1 1,0 0,1 0,-1 1,1-1,0 1,0 0,0 1,0-1,1 1,-1 0,1 0,0 0,0 1,0-1,1 1,0 0,0 0,0 0,0 1,1-1,0 0,0 1,0 0,1 0,0-1,0 1,0 0,1 0,0 0,0 0,0 0,1 0,0-1,0 1,1 0,-1 0,1-1,1 1,6 6,1-2,0 1,1-1,0 0,1-1,0-1,1 0,-1-1,2 0,-1 0,1-2,-1 0,1 0,1-1,-1-1,1 0,6-1,196 30,-111-24</inkml:trace>
  <inkml:trace contextRef="#ctx0" brushRef="#br0" timeOffset="27249.854">7997 5559,'12'2,"0"0,0 0,0-1,1 0,-1-1,0-1,1 0,-1-1,0 0,0-1,0 0,0-1,-1 0,0-1,1 0,-1-1,-1 0,1-1,-1 0,-1 0,1-1,-1 0,0-1,-1 0,0-1,-1 0,0 0,0 0,-1-1,0 0,-1 0,-1 0,1-1,-2 0,0 0,0 0,-1 0,0 0,-1 0,-1-1,0-4,-1 8,0 0,-1 0,0 0,-1 0,1 0,-2 0,1 1,-1 0,-1-1,1 2,-1-1,-1 0,-4-4,7 8,0 1,-1 0,1-1,-1 2,1-1,-1 0,0 1,0 0,0-1,0 2,0-1,-1 0,1 1,-1 0,1 0,-1 0,1 0,-1 1,1 0,-1 0,0 0,1 1,-1-1,1 1,-1 0,1 0,0 1,-2 0,0 1,0 0,0 1,0 0,1 0,0 0,-1 1,2 0,-1 0,0 0,1 0,0 1,0-1,1 1,0 0,0 0,0 1,1-1,-1 1,-24 124,28-75,1 0,3 0,3-1,2 0,2-1,3 0,2 0,3-2,13 25,56 179,-60-106,-28-142,-1 0,0 1,0-1,0 0,-1 1,-1-1,1 0,-1 0,-1 0,1 0,-1 0,-1-1,0 1,0-1,0 0,-5 6,-13 8</inkml:trace>
  <inkml:trace contextRef="#ctx0" brushRef="#br0" timeOffset="27454.253">7916 5906,'23'-11,"23"-6,22-3,16 0,9 4,-3 4,-11 7,-19 4</inkml:trace>
  <inkml:trace contextRef="#ctx0" brushRef="#br0" timeOffset="27767.948">7355 6134,'-2'20,"-4"16,0 14,1 7,-1 4,-2 3,0-4,0-5,1-12</inkml:trace>
  <inkml:trace contextRef="#ctx0" brushRef="#br0" timeOffset="28301.236">9040 5853,'-3'20,"-2"17,-1 10,-2 7,1 2,2 2,1 0,-1-3,-4-7,0-11</inkml:trace>
  <inkml:trace contextRef="#ctx0" brushRef="#br0" timeOffset="28967.727">9694 5679,'-1'-7,"-2"0,1 1,-1-1,0 0,0 1,0 0,-1 0,0 0,0 0,-1 1,0-1,0 1,0 0,0 1,-1-1,0 1,0 0,0 1,0-1,-1 1,1 0,-1 1,0 0,0 0,0 0,0 1,0 0,0 0,0 1,0 0,0 0,0 0,-1 1,-3 1,7-1,0-1,0 0,0 1,0 0,0 0,1 0,-1 0,0 1,1-1,-1 1,1 0,-1 0,1 0,0 1,0-1,0 1,0 0,0-1,1 1,-1 1,1-1,0 0,0 0,0 1,0 0,1-1,-1 1,1 0,0-1,0 1,0 0,1 0,-1 0,1 0,0 0,0 0,1 0,-1 0,1 0,-1-1,1 1,1 0,-1 0,0-1,3 4,5 1,1 0,0 0,0-2,1 1,0-1,0-1,0 0,1 0,-1-1,1-1,0 0,1-1,-1 0,0 0,1-2,-1 1,0-2,1 0,86-12,-95 12,0-1,0 1,0 0,-1-1,1 0,0 0,0 0,-1-1,0 1,1-1,-1 0,0 0,0 0,-1 0,1-1,0 1,-1-1,0 1,0-1,0 0,-1 0,1 0,-2 5,0-1,-1 0,1 0,0 0,-1 1,1-1,0 0,-1 0,1 0,0 1,-1-1,1 0,0 0,-1 0,1 0,0 0,-1 0,1 0,0 0,-1 0,1 0,0 0,-1 0,1 0,-1 0,1 0,0 0,-1-1,1 1,0 0,-1 0,1 0,0 0,0-1,-1 1,1 0,0 0,-1-1,1 1,0 0,0 0,0-1,-1 1,-5 16,1 1,1 0,0 1,1-1,1 1,0-1,2 1,0 0,1-1,0 1,6 62,4-1,14 47,5 38,-28-158,0 0,0 0,-1 0,0 0,0 0,-1 0,1 0,-2 1,1-1,0 0,-1 0,0 0,-1 0,1 0,-1 0,0 0,-1-1,1 1,-1-1,0 1,-1-1,1 0,-1 0,0-1,-2 2,-2-3,-2 0,1-1,0-1,0 1,-1-1,1-1,0 0,-1 0,1-1,0 0,-1-1,1 1,0-2,0 0,0 0,0 0,1-1,-1 0,1-1,0 0,1 0,-5-5,2 3,1 0,0-2,1 1,0-1,0 0,1 0,0-1,0 0,1 0,1-1,-2-5,4 11,1-1,0 1,1 0,0-1,-1 1,2-1,-1 1,1-1,-1 0,2 1,-1-1,1 1,-1-1,1 1,1-1,-1 1,1 0,0-1,0 1,1 0,0 0,0 0,0 1,0-1,2-1,8-4,2-1,-1 2,1 0,1 1,-1 0,1 1,1 1,-1 0,1 2,0 0,0 0,0 2,1 0,9 1,-14-1,72-8,-9 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10:06.276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71 373,'9'-15,"-1"0,-1 0,0-1,-1 0,-1-1,1-7,-5 22,-1 1,1 0,-1-1,0 1,0 0,0-1,1 1,-1-1,-1 1,1 0,0-1,0 1,0 0,-1-1,1 1,-1 0,1-1,-1 1,1 0,-1 0,0 0,0-1,1 1,-1 0,0 0,0 0,0 0,0 0,0 1,0-1,-1 0,1 0,0 1,0-1,-1 1,1-1,0 1,0-1,-1 1,1 0,-1 0,1-1,0 1,-1 0,1 0,0 1,-1-1,1 0,0 0,-1 1,1-1,0 0,-1 1,1 0,0-1,0 1,-1 0,1-1,0 1,-4 2,0 0,1 0,-1 0,1 0,0 1,0 0,0 0,0 0,1 0,0 0,-1 1,1-1,1 1,-1 0,1 0,0 0,0 0,1 1,-1-1,1 0,0 1,0-1,1 1,0-1,0 1,0-1,1 0,-1 1,1-1,1 1,-1-1,1 0,0 0,0 0,0 0,1 0,0 0,0-1,2 4,4-1,0 1,0-1,1 0,0-1,1 0,-1-1,1 0,0-1,0 0,1-1,-1 0,1-1,0 0,0 0,2-1,32 3</inkml:trace>
  <inkml:trace contextRef="#ctx0" brushRef="#br0" timeOffset="936.025">432 347,'149'-87,"-142"83,-1 0,-1 0,1-1,-1 0,1 0,-1-1,-1 1,1-1,-1 0,0 0,-1 0,1-1,-1 0,0 1,-1-1,0 0,0 0,0 0,-1-1,1-2,-2 6,1-5,-1 1,1-1,-1 0,-1 1,0-1,0 1,-1-1,0 1,0 0,-1-1,0 1,0 0,-1 1,0-1,3 7,0 1,1 0,-1-1,0 1,0 0,0 0,0-1,0 1,0 0,0 0,0 0,0 0,0 0,1 0,-1 1,0-1,0 0,0 0,0 1,0-1,0 0,0 1,1-1,-1 1,0-1,0 1,0-1,1 1,-1 0,0-1,1 1,-1 0,1 0,-1-1,1 1,-1 0,1 0,0 0,-1 0,1-1,0 1,-1 0,1 0,0 0,0 0,0 0,-10 24,2 1,0 0,2 0,1 1,1-1,0 7,1-6,-12 87,5 0,5 107,6-189,1-1,2 1,2-1,0 0,2 0,1-1,8 16,15 3,-21-41</inkml:trace>
  <inkml:trace contextRef="#ctx0" brushRef="#br0" timeOffset="1185.433">579 507,'18'-12,"13"-5,10-3,10 3,5 1,2 4,-8 4</inkml:trace>
  <inkml:trace contextRef="#ctx0" brushRef="#br0" timeOffset="1648.986">1100 320,'-8'-4,"2"0,0 1,0-1,-1 1,1 0,-1 1,0 0,0 0,0 0,0 1,0 0,0 0,0 1,-1 0,1 0,0 0,0 1,0 0,0 1,0 0,0 0,-3 1,9-2,0 1,-1-1,1 0,0 0,0 1,0-1,0 0,0 1,0-1,0 1,1-1,-1 1,0 0,1-1,-1 1,1 0,0-1,0 1,-1 0,1 0,0-1,0 1,1 0,-1-1,0 1,1 0,-1 0,1-1,-1 1,1-1,0 1,-1-1,1 1,0-1,0 1,0-1,0 1,1-1,-1 0,0 0,0 0,1 0,-1 0,1 0,-1 0,1 0,-1 0,1-1,0 1,-1-1,1 1,0-1,0 0,5 2,1-1,0 0,0 0,-1-1,1 0,0-1,0 1,-1-2,1 1,0-1,5-2,-13 4,1 0,0-1,0 1,-1 0,1 0,0 0,0 0,0 0,-1 0,1 0,0 0,0 0,0 0,-1 0,1 0,0 0,0 1,-1-1,1 0,0 1,0-1,-1 1,1-1,0 0,-1 1,1 0,-1-1,1 1,-1-1,1 1,-1 0,1-1,-1 1,1 0,-1-1,0 1,1 0,-1 0,0-1,0 1,0 0,1 0,-1 0,0-1,0 1,0 0,0 0,-1 0,1-1,0 1,0 0,0 0,-1 0,1-1,0 1,-1 0,1 0,0 3,0 85,0-28,2 1,3-1,3 7,60 246,-67-311,1-1,-1 1,0 0,-1 0,1 1,0-1,-1 0,0 0,0 0,0 0,0 0,0 0,-1 1,1-1,-1 0,0 0,0 0,0 0,0 0,-1-1,1 1,-1 0,1-1,-1 1,0 0,0-1,0 0,-1 0,1 0,0 0,-1 0,1 0,-1 0,0-1,0 1,1-1,-3 1,-3-4,0 1,1-2,-1 1,1-1,-1 0,1-1,0 1,1-1,-1-1,1 1,-1-1,1-1,1 1,-1-1,1 0,0 0,0 0,1-1,0 1,0-1,-1-2,0-2,0 1,0-1,1-1,0 1,1-1,0 1,1-1,0 0,1 0,1 0,-1 0,2 0,0 0,0 0,1 1,1-1,0 0,0 1,1-1,1 1,2-5,1 0,0 1,1 0,1 1,0 0,1 0,1 1,0 1,0 0,1 1,1 0,0 1,11-7,20-5,1 2,0 3,2 1,0 2,33-4,-77 17,108-25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10:05.307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227 246,'-37'-16,"32"14,-1-1,1 1,-1 0,1 1,-1-1,0 1,0 0,1 1,-1-1,0 1,0 0,0 1,0-1,1 1,-1 0,0 1,1-1,-1 1,1 0,-1 1,1-1,0 1,0 0,0 0,0 1,1-1,-1 1,1 0,0 0,0 1,0-1,1 1,0 0,-1 0,1 2,1-4,1 0,0 0,0 0,0 0,1 0,-1 0,1 1,0-1,-1 0,1 0,1 0,-1 0,0 1,1-1,0 0,-1 0,1 0,1 0,-1 0,0 0,1-1,-1 1,1 0,0-1,0 1,0-1,0 1,0-1,1 0,-1 0,1 0,-1 0,1 0,0-1,0 1,-1-1,4 1,14 3,0 0,1-2,-1 0,1-2,-1 0,1-1,0-1,19-3,15-2</inkml:trace>
  <inkml:trace contextRef="#ctx0" brushRef="#br0" timeOffset="650.581">734 326,'-8'-4,"-1"-1,1 1,-1 0,0 1,0 0,0 1,0 0,-1 0,1 1,6 1,0-1,0 1,1 0,-1 0,0 1,0-1,1 1,-1-1,0 1,1 0,-1 0,1 0,-1 0,1 0,-1 1,1-1,0 1,-1 0,1 0,0-1,0 1,0 1,1-1,-1 0,0 0,1 1,0-1,-1 0,1 1,0 0,0-1,0 1,1-1,-1-1,1 1,-1-1,1 0,-1 1,1-1,0 1,0-1,0 1,0-1,0 1,0-1,0 1,0-1,0 1,1-1,-1 0,1 1,-1-1,1 1,-1-1,1 0,0 1,0-1,0 0,0 0,0 0,0 0,0 0,0 0,0 0,0 0,0 0,1 0,-1-1,0 1,1 0,-1-1,0 1,1-1,-1 1,1-1,-1 0,1 0,-1 0,1 0,-1 0,1 0,-1 0,1 0,-1-1,1 1,6-3,0 0,1-1,-1 0,-1 0,1-1,-1 0,0 0,0-1,0 0,-1 0,0-1,0 0,0 0,-1 0,0 0,-1-1,0 0,0 0,0 0,-1-1,0 1,6-15,-1 1,-1-2,-2 1,0-1,-1 1,-1-1,-1 0,-2-11,-5 1,4 35,0-1,0 1,0-1,0 1,0-1,0 1,0 0,0 0,0 0,0-1,1 1,-1 0,0 0,0 0,1 0,-1 0,1 0,-1 0,1 1,-1-1,1 0,0 0,-1 0,1 0,0 1,0-1,0 0,0 1,-3 10,0 1,1 0,0 1,1-1,0 0,1 0,1 1,0-1,1 0,0 0,1 0,1 0,0-1,1 1,0-1,0 0,2 0,-1-1,1 0,1 0,0 0,1-1,0-1,0 1,1-1,0-1,1 0,6 4,19 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1:07.8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 95,'-6'23,"7"-23,-1 0,1 0,0 1,0-1,-1 0,1 0,0 1,-1-1,1 1,-1-1,1 0,0 1,-1-1,1 1,-1-1,1 1,-1 0,0-1,1 1,-1-1,1 1,-1 0,0-1,0 1,1 0,-1-1,0 1,0 0,0 0,0-1,0 1,0 0,0-1,0 1,0 0,0 0,0-1,0 1,-1 0,1-1,0 1,0 0,-1-1,1 1,0 0,-1-1,1 1,-1-1,1 1,-1 0,2-2,0 0,-1-1,1 1,-1 0,1 0,-1 0,1 0,-1-1,1 1,-1 0,0 0,0-1,0 1,0 0,0 0,0-1,0 1,0 0,0-1,-1 1,1 0,0 0,-1 0,1-1,-1 1,1 0,-1 0,0 0,0 0,1 0,-2-1,2 2,0 1,-1-1,1 0,0 0,-1 0,1 0,0 0,0 1,-1-1,1 0,0 0,0 0,-1 1,1-1,0 0,0 1,0-1,-1 0,1 0,0 1,0-1,0 0,0 1,0-1,0 0,0 1,-1-1,1 0,0 1,0-1,0 0,0 1,1-1,-1 0,0 1,0-1,0 0,0 0,0 1,0-1,0 0,1 1,-1-1,0 0,0 0,0 1,0-1,1 0,-1 0,0 1,0-1,1 0,-1 0,0 0,1 1,-1-1,0 0,1 0,-1 0,0 0,0 0,1 0,-1 0,0 0,1 0,-1 0,0 0,1 1,0 0,0-1,0 1,0 0,0-1,0 1,-1-1,1 1,0-1,0 0,1 1,-1-1,0 0,0 0,0 0,0 0,0 0,0 0,0 0,0 0,0 0,0 0,0 0,0-1,0 1,0-1,0 1,0 0,0-1,0 0,0 1,0-1,0 1,-1-1,1 0,0 0,0 0,-1 1,1-1,0 0,-1 0,1 0,-1 0,1 0,-1 0,0 0,1 0,-1 0,10-53,-10 53,1 1,-1-1,1 1,-1-1,0 1,1-1,-1 1,0-1,0 1,1-1,-1 1,0-1,0 1,0-1,0 0,1 1,-1-1,0 1,0-1,0 0,-1 1,1-1,0 1,0-1,0 1,0-1,0 1,-1-1,1 0,0 1,0-1,-1 1,1-1,0 1,-1 0,1-1,-1 1,1-1,-1 1,1 0,0-1,-1 1,1 0,-1-1,0 1,1 0,-1 0,1 0,-1-1,1 1,-1 0,1 0,-1 0,0 0,1 0,-1 0,1 0,-1 0,0 0,1 0,-1 1,1-1,-1 0,1 0,-1 0,1 1,-1-1,1 0,-1 1,-6 10,1 1,0 0,0 0,1 1,1 0,0 0,1 0,1 0,0 0,0 5,1-16,1 0,-1 0,1 0,0 1,-1-1,1 0,0 0,0 0,1 0,-1 1,0-1,1 0,-1 0,1 0,0 0,-1 0,1 0,0 0,0 0,1 0,-1-1,0 1,1 0,-1-1,1 1,-1-1,1 1,-1-1,1 0,0 0,0 1,0-1,0-1,0 1,0 0,0 0,0-1,0 1,0-1,0 0,1 1,4-5,-1 1,0-1,0 0,0 0,0 0,-1-1,1 0,-1 0,-1 0,1-1,-1 0,0 0,0 0,0 0,-1 0,0-1,0 0,-1 0,0 1,0-1,0 0,-1-1,0-4,0 9,0 0,0 0,-1 0,1 0,-1 0,1 0,-1-1,0 1,-1 0,1 0,0 0,-1 0,0 0,1 0,-1 0,-1 0,1 0,0 0,-1 0,1 0,-1 1,0-1,0 1,0-1,0 1,0 0,-1 0,1 0,0 0,-1 0,0 1,0-1,1 1,-1-1,0 1,0 0,0 0,0 0,0 1,0-1,0 1,-1 0,1-1,0 2,-1-1,-2 2,0 0,1 1,-1 0,0 0,1 1,0-1,0 1,0 0,0 1,0-1,1 1,0 0,0 0,0 0,1 0,0 1,0 0,0-1,1 1,-1 0,2 0,-1 1,1-1,-1 0,2 1,-1-1,1 0,0 1,0-1,1-4,-1 0,1 0,0-1,0 1,0 0,0-1,0 1,0 0,0-1,0 1,1-1,-1 0,1 1,-1-1,1 0,0 0,-1 0,1 0,0 0,0-1,-1 1,1 0,0-1,0 1,0-1,0 0,0 0,0 0,0 0,0 0,0 0,1 0,62-15,-58 12,-1 0,1-1,-1 0,0-1,0 1,-1-1,1 0,-1 0,0-1,0 0,-1 0,0 0,-2 4,-1 0,0 0,1-1,-1 1,0 0,-1 0,1-1,0 1,-1-1,1 1,-1-1,0 1,0 0,0-1,0 1,0-1,0 1,-1-1,1 1,-1-1,0 1,0 0,0 0,0-1,0 1,0 0,0 0,-1 0,1 0,-1 0,0 0,1 0,-1 1,0-1,0 1,0-1,-1 1,-2-3,-1 0,1 1,-1 0,0 1,0-1,0 1,0 0,-1 1,1-1,0 1,-1 1,1-1,-1 1,1 0,0 0,-1 1,1 0,-1 0,1 0,0 1,0 0,0 0,0 1,0 0,0 0,1 0,-1 1,1-1,0 1,0 1,0-1,1 1,-1 0,1 0,0 0,1 0,-1 1,1-1,3-4,-1 0,1 1,0-1,0 0,-1 0,1 0,0 0,0 0,0 0,0 0,0 0,0 0,1 0,-1 1,0-1,1 0,-1 0,0 0,1 0,-1 0,1 0,0 0,-1-1,1 1,0 0,-1 0,1 0,0-1,0 1,0 0,0-1,0 1,0-1,0 1,0-1,0 1,0-1,0 0,0 1,0-1,1 0,48 4,-10-12,-3-3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1:09.0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16,'-1'2,"-4"5,1 0,0 0,0 0,1 1,0-1,0 1,0 0,1 0,1 0,-1 0,1 1,1-1,-1 5,3-10,-1-1,1 0,0 1,-1-1,1 0,0 0,1 0,-1 0,0-1,0 1,1 0,-1-1,1 0,-1 0,1 1,0-1,-1-1,1 1,0 0,0-1,0 1,-1-1,1 0,0 0,0 0,0-1,0 1,0 0,-1-1,1 0,0 0,-1 0,1 0,0 0,-1 0,1-1,-1 1,0-1,1 0,-1 0,0 1,0-1,0-1,0 1,0-1,1 0,-1 1,0-1,0 0,0 0,0 0,0 0,0-1,-1 1,0 0,0-1,0 1,0 0,0-1,-1 0,1 1,-1-1,0 1,0-1,0 1,-1-1,1 0,-1 1,0-1,0 1,0 0,0-1,-1 1,1 0,-1 0,0 0,0 0,0 0,0 0,-1 0,1 1,-1-1,1 1,-1 0,0 0,0 0,0 0,0 0,-1 0,1 1,-1 0,0 0,1 1,-1 0,0-1,0 1,1 1,-1-1,0 0,0 1,1 0,-1 0,0 0,1 0,-1 1,1-1,0 1,-1 0,1 0,0 0,0 0,0 1,0-1,1 1,-1 0,1 0,-1 0,1 0,0 0,0 2,-3 3,1 0,0 1,0-1,1 1,0 0,1 0,-1 1,2-1,0 0,0 1,0 4,1-12,0 0,1 0,-1 0,0 0,1 0,-1 0,1 0,-1 0,1-1,0 1,0 0,0 0,0-1,0 1,0 0,0-1,1 1,-1-1,1 1,-1-1,1 0,-1 0,1 0,0 0,0 0,-1 0,1 0,0 0,0-1,0 1,0-1,0 1,0-1,0 0,0 0,0 0,0 0,0 0,0 0,0-1,0 1,0 0,0-1,0 0,0 1,-1-1,1 0,0 0,1-1,1-1,0 0,0 0,0 0,0-1,-1 1,0-1,1 0,-1 0,-1 0,1 0,-1-1,1 1,-1-1,0 1,-1-1,1 0,-1 0,0 1,0-1,-1 0,1 0,-1 0,0 0,-1 0,1-3,-1 7,1-1,-1 1,1-1,-1 1,1 0,-1-1,0 1,1 0,-1-1,0 1,0 0,0 0,0 0,0 0,-1 0,1 0,0 0,0 0,-1 0,1 1,0-1,-1 0,1 1,-1-1,1 1,-1-1,1 1,-1 0,1 0,-1 0,1 0,-1 0,1 0,-1 0,1 0,-1 1,1-1,-1 0,1 1,0 0,-1-1,1 1,-1 0,1-1,0 1,0 0,0 0,-1 0,1 0,0 0,0 1,0-1,0 0,1 0,-1 1,0-1,0 0,1 1,-1 0,-3 3,0 0,0 1,1-1,0 1,0 0,0 0,1 0,-1 0,1 0,1 0,-1 5,2-10,0 0,0 0,0 0,0 0,0-1,0 1,0 0,0 0,1 0,-1 0,0-1,1 1,-1 0,0 0,1-1,-1 1,1 0,-1-1,1 1,0 0,-1-1,1 1,0-1,-1 1,1-1,0 1,0-1,-1 0,1 1,0-1,0 0,0 1,-1-1,1 0,0 0,0 0,0 0,0 0,0 0,-1 0,1 0,0 0,0 0,0-1,0 1,-1 0,2-1,37-17,-35 15,0-1,0 0,-1 0,1-1,-1 1,0-1,0 1,0-1,-1 0,1 0,-1 0,-1-1,1 1,-1 0,0-1,0-1,0 4,-1 1,0-1,0 1,0-1,0 1,0-1,0 1,-1-1,1 1,-1-1,0 1,0-1,0 1,0 0,0-1,0 1,-1 0,1 0,-1 0,1 0,-1 0,0 0,0 1,0-1,0 1,0-1,0 1,0-1,-1 1,1 0,0 0,-1 0,1 1,-1-1,-1 0,2 1,-1-1,1 1,0 0,0-1,0 1,-1 0,1 1,0-1,0 0,0 0,-1 1,1 0,0-1,0 1,0 0,0 0,0 0,0 0,0 0,0 1,1-1,-1 0,0 1,1 0,-1-1,1 1,0 0,-1 0,1 0,0-1,0 1,0 0,0 1,-1 2,0 1,1-1,-1 1,1 0,0 0,1 0,-1-1,1 1,0 0,1 0,-1 0,1 1,5 15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1:10.1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38,'-3'4,"1"0,0 0,0 0,0 0,1 1,-1-1,1 0,0 1,0-1,1 1,-1 0,1-1,0 1,0-1,1 1,-1 0,1-1,0 1,0-1,1 1,-1-1,1 0,0 0,0 0,2 4,-2-7,-1-1,0 1,1 0,-1-1,0 1,1-1,-1 1,0-1,1 0,-1 0,1 0,-1 1,1-1,-1-1,1 1,-1 0,1 0,-1 0,0-1,1 1,-1-1,0 1,1-1,-1 0,0 1,1-1,-1 0,0 0,0 0,0 0,0 0,0 0,0 0,0 0,0 0,0-1,-1 1,1-1,16-54,-17 52,-1 0,1 1,-1-1,0 0,0 0,0 0,-1 1,0-1,1 1,-1-1,0 1,-1 0,1 0,0 0,-1 0,0 0,0 0,0 1,0-1,0 1,0 0,-1 0,1 0,-1 0,1 1,-1-1,0 1,1 0,-1 0,0 0,0 1,0-1,0 1,0 0,0 0,0 1,1-1,-1 1,0 0,0-1,0 2,1-1,-1 0,0 1,1 0,-1 0,1 0,0 0,0 0,0 1,0-1,-2 3,2 0,0 0,0 1,0-1,0 1,1-1,0 1,0 0,1 0,0 0,0 0,0 0,1 0,-1 3,1-7,1 1,-1-1,0 1,0-1,1 1,0-1,-1 0,1 1,0-1,0 0,0 1,1-1,-1 0,0 0,1 0,0 0,-1 0,1 0,0-1,0 1,0 0,0-1,0 0,0 1,0-1,1 0,-1 0,0 0,1-1,-1 1,1 0,-1-1,2 1,1-2,0 1,0-1,0 0,0 0,0 0,0-1,0 1,0-1,-1 0,1-1,-1 1,0-1,1 0,-1 0,0 0,-1-1,1 1,-1-1,1 0,-1 0,0 0,-1-1,1 1,-1-1,0 1,0-1,0 0,0 0,-1 1,0-1,0 0,0-4,-1 6,-1 1,0-1,1 1,-1-1,0 1,0 0,0-1,0 1,-1 0,1 0,-1 0,1 0,-1 0,0 0,0 0,0 1,0-1,0 0,0 1,0 0,0 0,-1-1,1 1,0 1,-1-1,1 0,-1 0,1 1,-1 0,1-1,-1 1,1 0,-1 0,0 0,1 1,-1-1,1 1,-1-1,1 1,0 0,-1 0,1 0,0 0,-1 0,1 0,0 1,0-1,-1 2,-4 2,1 0,1 0,-1 0,1 1,0 0,0 0,0 0,1 0,0 1,1 0,-1 0,1 0,0 0,1 0,0 1,0-1,1 1,-1 1,2-7,0-1,0 1,0 0,0 0,0 0,1 0,-1-1,1 1,-1 0,1 0,-1-1,1 1,0 0,0-1,0 1,0 0,0-1,0 0,0 1,1-1,-1 0,0 1,1-1,-1 0,1 0,0 0,-1 0,1-1,0 1,-1 0,1-1,0 1,0-1,-1 1,1-1,0 0,0 0,1 0,3 1,-1-1,1 0,-1 0,1-1,-1 1,0-1,1-1,-1 1,0-1,0 1,1-2,2-1,-5 3,-1-1,1 0,-1 0,0 0,0 0,0 0,0 0,0 0,0-1,0 1,-1-1,1 1,-1-1,0 1,0-1,0 0,0 0,0 0,-1 0,1 1,-1-1,0 0,0 0,0 0,0 0,0 0,-1 0,1 0,-1 0,0 0,0 1,0-1,0 0,0 0,-1 1,1-1,-1 1,0 0,1-1,-1 1,0 0,-1 0,1 0,0 0,-3-1,2 2,-1 0,1 0,-1 1,1 0,-1-1,1 1,-1 1,0-1,1 0,-1 1,1 0,-1 0,1 0,-1 0,1 0,0 1,-1-1,1 1,0 0,0 0,0 0,1 1,-1-1,0 1,1-1,0 1,-1 0,1 0,0 0,1 0,-1 0,0 0,1 1,0-1,0 1,-1 0,2-3,0 0,0 0,0 0,0 0,0 0,0 0,0 0,0 0,0 0,0 0,0 1,1-1,-1 0,0 0,1 0,-1 0,1 0,-1 0,1-1,0 1,-1 0,1 0,0 0,0 0,-1-1,1 1,0 0,0-1,0 1,0-1,0 1,0-1,0 1,0-1,4 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1:12.0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282 1286,'-7'20,"-2"16,0 16,2 10,2 6,2 3,1-2,2-1,0-3,0-6,-2-8,-3-11,0-12</inkml:trace>
  <inkml:trace contextRef="#ctx0" brushRef="#br0" timeOffset="337.608">1 1138,'28'-12,"1"1,1 2,0 1,0 1,17-1,-37 6,65-11,1 3,0 3,53 3,-120 4,-1 0,0 0,0 1,0 0,0 1,0-1,0 1,0 1,-1 0,1 0,4 3,-11-6,1 1,-1 0,0 0,0 1,0-1,0 0,0 0,0 0,0 1,0-1,0 0,-1 1,1-1,0 1,-1-1,0 1,1-1,-1 1,0 0,1-1,-1 1,0-1,0 1,0-1,-1 1,1 0,0-1,-1 1,1-1,-1 1,1-1,-1 1,1-1,-1 0,0 1,0-1,-40 47,-7-12,-2-1,-1-3,-2-2,-1-3,-41 15,86-38,-81 35,91-39,-1 1,0-1,0 0,1 0,-1 0,0 1,0-1,0 0,0 0,1 1,-1-1,0 0,0 1,0-1,0 0,0 0,0 1,0-1,0 0,0 1,0-1,0 0,0 1,0-1,0 0,0 1,0-1,0 0,26-4</inkml:trace>
  <inkml:trace contextRef="#ctx0" brushRef="#br0" timeOffset="788.048">656 1767,'-27'100,"27"-97,-1 0,1 0,1 1,-1-1,0 0,1 0,-1 0,1 1,0-1,0 0,0 0,1 0,-1-1,1 1,-1 0,1 0,0-1,0 1,0-1,0 0,1 1,-1-1,1 0,-1 0,1-1,0 1,0 0,0-1,0 0,2 1,2-1,0 0,0-1,0 0,0 0,0 0,0-1,0 0,0-1,-1 0,1 0,0 0,-1-1,1 1,-1-2,0 1,0-1,0 0,-1 0,1 0,-1-1,0 0,0 0,0 0,-1-1,0 0,0 1,-1-2,1 1,-1 0,0 0,-1-1,0 0,1-1,-2 4,-1 0,1 0,-1 0,1 0,-1 0,0 0,-1-1,1 1,-1 0,0 0,0 0,0 0,0 0,-1 0,1 1,-1-1,0 0,0 1,-1-1,1 1,-1 0,1 0,-1 0,0 0,0 0,-1 1,1-1,0 1,-1 0,1 0,-1 0,-1 0,-4-2,-1 0,1 1,-1 0,0 0,0 1,0 0,0 1,0 0,0 1,0 0,0 0,-8 2,13-2,0 1,0 0,1 0,-1 0,0 0,1 1,-1-1,1 1,-1 0,1 1,0-1,0 1,0 0,0 0,0 0,1 1,0-1,-1 1,1-1,0 1,1 0,-1 1,1-1,0 0,0 1,0-1,0 1,1-1,0 1,0 0,0 0,1 0,-1-1,1 1,0 0,1 0,-1 0,1 0,0-1,0 2,21 30,5-4</inkml:trace>
  <inkml:trace contextRef="#ctx0" brushRef="#br0" timeOffset="1703.61">950 1927,'-4'-8,"0"-1,1 0,1-1,-1 1,1 0,1-1,0 1,0-1,1 1,0-1,1 0,0 1,0-1,1 1,0 0,1-1,1-1,17-49,-7 25,-3 0,0-1,-3 0,4-28,31 104,-25-32,1 0,0-1,0 0,0-2,1 0,-1-2,1 0,0-1,0-1,0-1,3 0,71 5,-91-5,-1 0,0 0,0 0,0 0,0 1,1-1,-1 0,0 1,0 0,0 0,0-1,0 1,0 0,0 0,0 1,-1-1,1 0,0 1,-1-1,1 1,-1-1,1 1,-1 0,0 0,0 0,0-1,0 1,0 0,0 0,0 1,0-1,-1 0,1 0,-1 0,0 0,0 0,0 1,0-1,-24 91,20-87,1 2,-1-1,2 0,-1 1,1-1,0 1,1 0,-1-1,2 1,-1 0,1 0,0 0,1 0,0-1,0 1,0 0,1 0,1-1,0 4,0-8,0 1,0-1,0 0,1 0,-1 0,1 0,0-1,0 1,0-1,0 0,0 0,0 0,0-1,1 0,-1 0,0 0,1 0,-1 0,1-1,-1 0,1 0,-1 0,1-1,-1 1,1-1,-1 0,1-1,-1 1,0-1,0 1,0-1,0 0,0-1,0 1,0-1,-1 0,1 0,-1 0,0 0,0 0,1-3,17-17,-2-1,-1-1,-1-1,-1-1,-2 0,0 0,-2-2,-1 0,-1 0,-2 0,3-20,15-80,-5-1,-6-2,-6 1,-6-76,-3 179,1-2,-2-1,0 0,-2 1,-2-1,-3-10,8 40,0 1,0-1,1 0,-1 0,0 1,0-1,0 0,0 0,-1 1,1-1,0 0,0 0,0 1,-1-1,1 0,0 1,-1-1,1 0,0 1,-1-1,1 1,-1-1,1 0,-1 1,1-1,-1 1,1 0,-1-1,0 1,1-1,-1 1,0 0,1-1,-1 1,0 0,1 0,-1 0,0-1,0 1,1 0,-1 0,0 0,0 0,1 0,-1 1,0-1,-17 33,9 13,1 1,2 0,2 0,3 0,3 34,5 34,5 0,6 0,30 105,-45-207,2 11,1-1,1 0,0 0,2 0,1-1,1-1,7 13,-16-32,0 1,1-1,-1 1,0-1,1 0,-1 0,1 0,-1 0,1 0,0 0,0-1,0 1,0-1,0 0,0 0,1 0,-1-1,0 1,0-1,1 1,-1-1,0 0,1-1,-1 1,0 0,0-1,1 0,-1 0,0 0,1 0,86-54,63-104,-142 154,-14 22,-2 1,-19 92,24-105,-1 0,2 0,-1 0,0 1,1-1,0 0,0 0,0 0,1-1,0 1,0 0,0 0,0-1,1 1,0-1,0 0,0 0,0 0,1 0,2 2,2-1,1 0,-1 0,0-1,1 0,0-1,0 0,0 0,1-1,-1 0,0 0,1-1,-1-1,1 0,0 0,-1 0,1-2,4 0,29-5</inkml:trace>
  <inkml:trace contextRef="#ctx0" brushRef="#br0" timeOffset="1951.939">2514 1312,'-16'-4,"-7"-2,-3 0,4-1,3-1,0-3,4 2</inkml:trace>
  <inkml:trace contextRef="#ctx0" brushRef="#br0" timeOffset="2182.591">1525 1045,'23'-14,"25"-6,25-5,19 0,9 4,-1 5,-10 11,-21 5</inkml:trace>
  <inkml:trace contextRef="#ctx0" brushRef="#br0" timeOffset="2336.739">1806 1941,'-7'18,"-7"26,-5 23,0 17,4 8,8 4,11-2,8-11,8-15,-1-19</inkml:trace>
  <inkml:trace contextRef="#ctx0" brushRef="#br0" timeOffset="3103.685">3771 1179,'-4'20,"-3"23,-1 23,1 17,0 14,3 5,1 2,2-1,0-4,1-8,0-15,1-20</inkml:trace>
  <inkml:trace contextRef="#ctx0" brushRef="#br0" timeOffset="4267.654">3677 1380,'-1'-24,"0"20,0 0,0-1,1 1,-1 0,1-1,0 1,0 0,0-1,1 1,0-1,-1 1,1 0,1 0,-1 0,1-1,-1 1,1 1,1-1,-1 0,0 0,1 1,0-1,0 1,0 0,0 0,0 0,1 0,-1 1,2-2,9 2,0 0,0 1,1 0,-1 2,0-1,0 2,0 0,0 0,0 1,-1 1,1 0,9 5,-10-5,0 0,0 1,0 0,-1 1,0 1,0 0,-1 0,1 1,-2 0,1 1,-1 1,-1-1,0 2,6 6,-14-14,0 0,1 0,-1-1,0 1,0 0,-1 0,1 0,-1 0,1 1,-1-1,0 0,0 0,0 0,-1 0,1 0,-1 0,0 0,1 0,-1 0,-1 0,1 0,0-1,-1 1,1 0,-1-1,0 1,0-1,0 1,0-1,0 0,-1 0,1 0,-1 0,-1 1,-98 46,78-41,0-2,-1 0,0-2,0-1,0 0,-1-2,-7-2,34 1,-1 0,1-1,-1 1,1-1,-1 1,1-1,-1 0,1 1,-1-1,0 1,1-1,-1 0,0 1,1-1,-1 0,0 0,0 1,0-1,0 0,0 1,0-1,0 0,0 0,0 1,0-1,0 0,0 1,0-1,0 0,-1 1,1-1,0 0,-1 1,1-1,0 0,-1 1,1-1,-1 1,1-1,-1 1,1-1,-1 1,1-1,-1 1,0-1,1 1,-1 0,1-1,-1 1,0 0,0 0,1-1,-1 1,0 0,1 0,-1 0,124-47,-82 35,-5 1,21-5,-1-2,-1-2,-1-3,-1-2,-1-2,44-31,-88 53,0 0,-1-1,1 0,-1-1,0 0,0 0,-1 0,0-1,-1 1,1-2,-1 1,-1 0,0-1,0 0,-1 0,0 0,0 0,0-6,-3 13,0 0,-1-1,1 1,-1 0,1 0,-1 0,0 0,0 0,0 0,0 0,0 0,-1 1,1-1,0 0,-1 1,1-1,-1 1,0-1,1 1,-1 0,0 0,0-1,0 1,0 1,0-1,0 0,0 0,0 1,0-1,0 1,0 0,-1 0,1-1,-1 1,-74 11,70-7,0 0,0 0,0 1,0-1,1 1,0 1,0-1,0 1,1 0,-1 1,2-1,-1 1,1 0,0 0,0 1,1-1,0 1,0-1,1 1,0 0,0 0,1 0,0 0,0 1,1-1,0 0,0 0,1 0,0 0,1 0,0 0,0 0,1 0,0 0,0-1,0 1,1-1,0 0,3 3,4 1,1-1,0-1,0 0,1 0,0-1,0-1,1 0,0-1,0 0,0-1,1-1,0 0,0-1,0-1,0 0,0-1,0-1,1 0,-1-1,0-1,0 0,0-1,13-5,-15 5,-1 0,0-2,0 0,0 0,0-1,-1 0,0-1,-1 0,1-1,-1 0,-1 0,1-1,-2-1,1 0,-1 0,-1 0,0-1,0 0,-1 0,0-1,-1 0,-1 0,0 0,0-1,0-4,3-87,-7 104,0 0,-1 0,1 0,0 0,0 0,0 0,-1 0,1 0,0 0,0 0,0 0,-1 0,1 0,0 0,0 0,0 0,-1 0,1 0,0 0,0 0,0-1,-1 1,1 0,0 0,0 0,0 0,0 0,0 0,-1-1,1 1,0 0,0 0,0 0,0 0,0-1,0 1,0 0,0 0,0 0,0-1,0 1,0 0,0 0,-1 0,1-1,1 1,-8 20,2-2,1 0,1 1,0 0,2-1,0 1,1 0,1 9,0-22,0 1,0 0,0-1,0 1,1-1,0 1,1-1,0 0,0 0,0 0,0 0,1-1,0 1,0-1,0 0,1 0,0-1,0 1,0-1,1 0,-1 0,4 1,-3-2,0-1,0 0,0 0,0-1,1 0,-1 0,0-1,0 1,1-1,-1-1,0 1,0-1,1 0,-1 0,0-1,0 0,0 0,-1 0,1-1,0 0,-1 0,1 0,-1-1,0 0,9-6,-1-1,-1 0,0-1,0 0,-2-1,1 0,-1 0,4-9,4-14,-1-1,-2-1,11-37,-29 83,1 1,0-1,1 1,-1 0,2 0,-1-1,1 1,1 0,-1 0,1 0,1-1,0 1,0 0,1-1,0 0,0 1,1-1,0-1,1 1,-1 0,1-1,1 0,-1 0,1-1,1 0,-1 0,1 0,0-1,0 1,1-2,1 2,5-1,0 0,0-1,0 0,1-1,0-1,-1 0,1-1,0 0,0-1,0-1,-1-1,1 0,0 0,-1-2,0 0,1 0,-2-2,1 0,-1 0,1-1,-2-1,1 0,-1 0,-1-2,1 1,-1-1,-1-1,0 0,1-3,10-23,-1-1,-2-1,-1 0,-2-1,-2-1,-2-1,-2 0,-1 0,-3 0,0-24,17-136,-6-186,-16 364,1 9,-1 0,0 1,-1-1,-1 0,0 0,-1 0,-1 1,-1-3,5 16,0 1,0-1,0 1,0-1,0 1,0-1,0 1,-1-1,1 1,0-1,0 1,0-1,-1 1,1-1,0 1,0 0,-1-1,1 1,0-1,-1 1,1 0,0-1,-1 1,1 0,-1 0,1-1,-1 1,1 0,-1 0,1 0,0-1,-1 1,1 0,-1 0,1 0,-1 0,1 0,-1 0,0 0,1 0,-1 0,1 0,-1 0,1 0,0 1,-1-1,1 0,-1 0,1 0,-1 1,1-1,-1 0,1 1,0-1,-1 0,1 1,0-1,-15 28,9 4,0 1,2-1,2 1,1 0,1 0,5 26,7 71,7-2,5-1,38 114,-52-203,2 0,2-1,1 0,2-1,1-1,14 19,-31-52,0 0,0 1,1-1,-1 0,0 0,1 0,-1 0,1 0,0 0,0 0,0 0,0-1,0 1,0-1,0 0,0 1,1-1,-1 0,0 0,1 0,-1-1,1 1,-1-1,1 1,-1-1,1 0,-1 0,1 0,0 0,1 0,8-12</inkml:trace>
  <inkml:trace contextRef="#ctx0" brushRef="#br0" timeOffset="4522.971">5630 457,'-14'-5,"-16"-5,-7-4,0 0,7 1,17 0,27 0,34 0,33 0,31 0,23 2,16 2,6 4,-5 7,-27 3</inkml:trace>
  <inkml:trace contextRef="#ctx0" brushRef="#br0" timeOffset="5285.945">6257 1232,'6'-3,"-1"-1,0 0,0 0,0-1,0 1,0-1,-1 0,0 0,0-1,-1 1,1-1,-1 0,0 0,-1 0,1 0,-1 0,1-5,17-113,-20 120,3-27,-2 0,0-1,-3 1,0 0,-2 0,-2-1,4 24,1 7,0 0,1 0,-1 0,1 0,-1 0,1 0,-1 0,1 0,-1 0,1 0,0-1,0 1,-1 0,1 0,0 0,0 0,0-1,1 1,-1 0,0 0,0 0,0 0,1-1,-1 1,1 0,-1 0,1 0,-1 0,1 0,0 0,-1 0,1 0,0 1,0-1,0 0,0 0,-1 0,1 1,1-1,110 19,-63-10,-16-3,-1 0,0 2,0 2,-1 1,19 9,-45-17,0 1,-1-1,0 1,1 0,-1 1,0-1,-1 0,1 1,0 0,-1 0,0 0,0 0,0 1,-1-1,1 1,-1 0,0-1,0 1,-1 0,0 0,0 0,0 1,0-1,-1 0,1 0,-1 0,-1 1,0 1,-5 49,0 52,7-106,-1 0,1 0,-1 0,1 0,-1 0,1 0,0 0,0 0,0 0,1 0,-1 0,0 0,1-1,-1 1,1-1,-1 1,1-1,0 1,-1-1,1 0,0 0,0 0,0 0,0 0,0 0,0-1,0 1,1 0,-1-1,0 0,0 0,0 0,0 0,1 0,-1 0,0 0,0 0,2-1,79-32,-64 19,0-2,-1 0,0-1,-1-1,-1-1,-1 0,-1-1,-1 0,0-1,-2-1,0 0,-1 0,-1-4,-7 19,-9 24,2-8,2 1,-1-1,1 1,0 0,1 0,0 0,1 0,0 0,0 0,1 0,1 0,0 0,0 0,1 0,0 0,0 0,1 0,0-7,-1 0,0 0,1 0,-1 0,1-1,0 1,0-1,0 0,0 0,0 0,1 0,-1-1,0 1,1-1,-1 0,1 0,0 0,-1 0,1-1,0 1,0-1,-1 0,1 0,0-1,0 1,91-29,-81 21,0 0,-1-1,0-1,-1 0,0-1,0 0,-1 0,-1-1,0-1,0 0,-2 0,1-1,-2 0,0-1,0 1,-2-1,0-1,0 1,-2-1,0 1,0-1,-1-8,-2 23,1 0,-1 0,0-1,0 1,0 0,1 0,-1-1,0 1,-1 0,1-1,0 1,0 0,-1-1,1 1,0 0,-1 0,1 0,-1-1,0 1,1 0,-1 0,0 0,0 0,1 0,-1 0,0 0,0 0,0 1,0-1,-1 0,1 0,0 1,0-1,0 1,0-1,-1 1,1-1,0 1,0 0,-1 0,1 0,0-1,-1 1,1 1,0-1,-1 0,1 0,0 0,0 1,-1-1,1 0,0 1,0-1,0 1,-1 0,1-1,0 1,0 0,-1 0,-3 6,0 1,0-1,1 1,0 0,0 0,0 0,1 1,1-1,-1 1,2-1,-1 1,1 0,0 0,1 0,0 0,0-1,2 7,-1-2,1 0,1 0,0 0,1 0,0-1,1 0,0 0,1 0,0 0,1-1,0 0,1 0,0-1,1 0,0-1,1 0,0 0,0-1,4 3,12 6,0-1,1-2,1 0,0-2,0-1,2-1,20 4,30 5</inkml:trace>
  <inkml:trace contextRef="#ctx0" brushRef="#br0" timeOffset="6434.411">709 3638,'45'-304,"-38"58,-18 193,11 52,0 0,-1 0,1 0,0-1,-1 1,1 0,-1 1,1-1,-1 0,1 0,-1 0,0 0,1 0,-1 0,0 1,0-1,0 0,0 1,0-1,1 1,-1-1,0 1,0-1,0 1,-1-1,1 1,0 0,0 0,0-1,0 1,0 0,0 0,0 0,0 0,0 1,0-1,0 0,-1 0,1 1,0-1,0 0,0 1,0-1,0 1,-1 0,1 0,-1 0,1-1,-1 1,1 1,-1-1,1 0,0 0,0 0,0 1,-1-1,1 1,0-1,1 1,-1-1,0 1,0-1,1 1,-1 0,1 0,-1-1,1 1,0 0,-1 0,1-1,0 1,0 0,1 0,-1-1,0 1,0 0,1 0,-1-1,1 1,0 0,-1-1,1 1,0-1,0 1,0-1,0 1,0-1,0 1,1-1,-1 0,0 0,1 0,-1 0,1 0,-1 0,1 0,-1 0,1 0,0-1,-1 1,1-1,16 4,-1-1,1-1,-1-1,1-1,0 0,-1-1,3-1,11 0,2-1,-21 2,0-1,0 2,0-1,0 2,0 0,0 0,-1 1,1 0,0 1,5 2,-13-1,1 1,-1-1,0 1,0 0,-1 0,1 0,-1 1,0-1,-1 1,1 0,-1 0,0 0,-1 0,1 0,-1 0,0 0,-1 0,1 1,-1-1,-1 0,1 0,-1 0,0 1,-1-1,2 8,-3 42,1-34,1 0,1-1,1 1,0 0,4 13,-4-32,0 1,0-1,0 0,0 0,0 0,1 0,0 0,-1 0,1-1,0 1,0 0,0-1,1 1,-1-1,1 0,-1 0,1 0,0 0,0 0,0-1,0 1,0-1,0 0,0 0,0 0,0 0,1-1,-1 1,2-1,4 1,0-1,0-1,0 1,0-2,0 1,0-1,-1 0,1-1,-1 0,4-2,2-1,0 0,-1-1,0-1,0 0,0-1,-1 0,-1-1,0 0,0-1,-1 0,0 0,-1-1,0-1,-1 0,0 0,-1 0,-1-1,0 0,-1 0,0-1,-1 1,-1-1,0-4,-2 15,0 0,0 0,-1-1,1 1,-1 0,0 0,-1-1,1 1,-1 0,0 0,0 0,0 0,0 0,-1 0,0 0,0 0,0 0,0 1,0-1,-1 1,0-1,1 1,-1 0,0 0,-1 0,1 1,-1-1,1 1,-1 0,1 0,-1 0,0 0,0 0,0 1,0 0,-1 0,1 0,0 1,0-1,0 1,-1 0,1 0,0 0,0 1,-1-1,-2 2,1 1,0 0,0 0,1 1,0 0,-1 0,1 0,1 1,-1 0,1-1,0 2,0-1,0 0,1 1,0 0,0-1,0 1,1 0,0 1,0-1,0 0,1 1,-1 3,1 0,-1-1,2 1,-1 0,1 0,1 0,0-1,0 1,1 0,0-1,1 1,0-1,0 0,1 1,4 6,-1-7,-1-1,1 0,1 0,-1-1,1 0,1 0,-1-1,1 0,0 0,1-1,-1 0,1-1,0 0,0 0,0-1,1-1,-1 0,1 0,0-1,-1 0,1-1,0 0,-1-1,1 0,0-1,43-6</inkml:trace>
  <inkml:trace contextRef="#ctx0" brushRef="#br0" timeOffset="7604.057">2087 2930,'-30'7,"0"1,1 2,0 1,1 1,0 2,1 0,0 2,2 1,0 1,-11 11,35-29,-1 1,0-1,1 1,-1 0,1 0,-1 0,1 0,0 0,-1 0,1 0,0 0,0 1,0-1,0 0,0 1,0-1,0 1,0-1,0 1,1-1,-1 1,1 0,-1-1,1 1,0 0,-1-1,1 1,0 0,0 0,0-1,0 1,1 0,-1-1,0 1,1 0,-1-1,1 1,0-1,-1 1,1 0,0-1,0 0,0 1,0-1,0 0,0 1,1-1,-1 0,0 0,1 0,-1 0,2 1,124 30,-69-21,-44-9,-1 0,1 1,-1 1,0 0,0 1,0 0,0 1,-1 0,0 1,0 0,-1 1,0 1,0-1,-1 2,6 6,-15-13,1 0,0 1,-1-1,0 0,0 1,0-1,0 1,-1 0,1-1,-1 1,0-1,0 1,0-1,0 1,-1 0,0-1,1 1,-1-1,0 1,-1-1,1 0,-1 1,1-1,-1 0,0 0,0 0,-1 1,-2 1,1 1,-1-1,0 0,0 0,-1 0,1-1,-1 0,0 0,0 0,-1-1,1 0,-1 0,-3 1,9-4,0 0,0 0,-1 0,1 1,0-1,0 0,0 0,-1-1,1 1,0 0,0 0,0-1,-1 1,1 0,0-1,0 1,0-1,0 0,0 1,0-1,0 0,0 1,0-1,0 0,1 0,-1 0,0 0,0 0,1 0,-1 0,1 0,-1 0,1 0,-1 0,1-1,0 1,-1 0,1 0,0 0,0-1,0 1,0 0,0 0,0 0,0-1,0 1,1 0,-1 0,0 0,1-1,-1 1,1 0,0 0,4-21,1 0,0 0,2 1,1 0,0 1,2 0,3-4,-1 1,46-87,130-265,-164 317,-3-1,-3-1,-2-1,-3-1,3-38,-13 83,-2 0,-1-1,0 1,-1-1,-1 1,0-1,-2 1,0 0,-4-15,7 31,0 0,0-1,0 1,-1-1,1 1,0-1,-1 1,1 0,-1-1,1 1,-1 0,0-1,1 1,-1 0,0 0,0 0,0 0,0-1,0 1,0 1,0-1,0 0,-1 0,1 0,0 1,0-1,-1 0,1 1,0-1,-1 1,1 0,-1-1,1 1,-1 0,1 0,0 0,-1 0,1 0,-1 0,1 0,-1 1,1-1,0 0,-1 1,1-1,0 1,-1 0,1-1,0 1,-1 0,-5 8,0 1,0 0,1 0,0 0,1 1,1-1,-1 1,2 1,-1-1,2 0,-1 1,1 9,-6 42,3 0,3 1,3 0,2-1,4 0,2 0,2 0,4-1,2-1,3 0,2-2,6 6,-25-59,3 13,1 0,1-1,1 0,1 0,0-1,1-1,1 0,0 0,12 10,-21-24,-1 0,1 0,-1-1,1 1,0-1,-1 0,1 0,0 0,0 0,0 0,0-1,0 1,0-1,0 0,0 0,0 0,0 0,0 0,0-1,0 1,0-1,0 0,0 0,0 0,0 0,-1 0,1-1,0 0,-1 1,1-1,-1 0,0 0,0 0,1 0,-1-1,-1 1,1 0,0-1,-1 0,2 0,12-20,-1-1,-1 0,-1 0,-2-1,2-7,46-91,-25 85,-32 38,0 1,0-1,0 0,0 1,-1-1,1 0,0 1,0-1,0 1,-1-1,1 1,0-1,-1 1,1 0,0-1,-1 1,1 0,-1-1,1 1,-1 0,0 0,1 0,-1-1,0 1,1 0,-1 0,0 0,0 0,0 0,0 0,0-1,0 1,0 0,0 0,0 0,0 0,7 93,-7-79,-1-1,2 1,0-1,1 1,0-1,1 0,1 0,0 0,1 0,1-1,0 1,3 4,-7-15,1 0,-1 0,1 0,-1 0,1-1,0 1,0-1,0 0,0 0,1 0,-1 0,0 0,1-1,-1 1,1-1,0 0,0 0,-1 0,1-1,0 0,0 1,0-1,-1 0,1-1,0 1,0-1,0 0,-1 1,1-2,0 1,0-1,8-3,0 0,0-1,-1-1,0 0,0-1,0 0,-1 0,5-7,10-12,-2-1,0-2,-3 0,0-1,-2-1,5-15,-3 11,-9 30,-9 27,-2 6,-2-19,1 1,1 0,-1 0,1-1,1 1,0 0,0 0,1-1,0 1,0-1,1 1,0-1,0 0,1 0,0 0,1-1,0 1,0-1,0 0,1-1,0 1,4 2,-3-4,0-1,1 0,0-1,0 0,0 0,0 0,0-1,0-1,0 1,1-1,-1-1,1 1,-1-2,0 1,1-1,-1 0,0-1,1 0,-1 0,0-1,0 0,6-3,1-1,-1-1,0 0,0-1,-1-1,0 0,-1-1,0 0,-1-1,0 0,-1 0,5-9,11-26,-2-1,-2-1,-2-2,-2 1,-3-2,-2 0,-2-1,2-35,-1 10,-4 0,-4 0,-3-4,-1 82,1-8,-1-1,0 0,-1 1,0-1,0 1,-1 0,0-1,0 1,-1 0,0 0,-1 0,-1-2,4 9,0 0,-1 0,1 0,0 0,-1 0,0 0,1 0,-1 1,1-1,-1 1,0-1,1 1,-1-1,0 1,1 0,-1 0,0 0,0 0,1 0,-1 0,0 1,1-1,-1 1,0-1,1 1,-1-1,0 1,1 0,-1 0,1 0,-1 0,1 0,0 0,0 0,-1 0,1 1,0-1,0 0,0 1,0 0,-11 11,0 1,2 0,-1 1,2 1,0-1,1 1,-2 7,-9 18,3 0,1 1,2 0,1 2,3-1,2 1,1 0,3 0,1 1,2-1,4 24,-1-48,1 0,0-1,2 0,0 0,1 0,1-1,0 1,1-2,2 0,-1 0,2-1,0 0,1-1,1 0,0-1,1-1,0 0,1-1,1 0,0-2,0 0,1-1,5 2,19-1,-12-8</inkml:trace>
  <inkml:trace contextRef="#ctx0" brushRef="#br0" timeOffset="7852.391">2314 2436,'-20'-3,"-8"-2,14-1,24 1,35-4,41-4,43-7,39-7,31-4,22 0,-28 4</inkml:trace>
  <inkml:trace contextRef="#ctx0" brushRef="#br0" timeOffset="10570.071">5335 3157,'3'-25,"79"-411,-78 414,-3 13,0 0,0-1,1 1,1 0,0 0,0 0,1 1,0-1,0 1,1 0,0 0,-4 6,1 1,0-1,-1 1,1 0,0-1,0 1,0 0,0 0,0 0,0 1,0-1,0 0,0 1,0 0,1-1,-1 1,0 0,0 0,0 0,1 0,-1 0,0 1,0-1,0 1,0 0,0-1,2 2,55 29,-43-20,1 1,-1 0,-1 1,0 1,-1 0,-1 1,0 0,-1 1,-1 1,0 0,-1 0,-1 1,-1 0,5 15,-12-30,1 0,-1 1,0-1,0 1,-1-1,1 1,-1 0,0-1,1 1,-2-1,1 1,0 0,-1-1,1 1,-1-1,0 1,0-1,-1 1,1-1,-1 0,0 0,1 0,-2 0,1 0,0 0,0 0,-1 0,1-1,-1 0,0 1,0-1,-2 1,0-1,1 0,-1 0,-1-1,1 0,0 0,0 0,0 0,0-1,-1 0,1 0,0 0,0-1,-1 1,1-1,0-1,0 1,0-1,0 0,0 0,1 0,-1-1,0 1,1-1,0-1,0 1,-1-1,4 3,0-1,1 1,-1 0,0-1,1 1,-1-1,1 1,-1-1,1 1,0-1,0 1,0-1,0 1,0-1,0 1,0-1,0 1,1-1,-1 1,0-1,1 1,0 0,-1-1,1 1,0 0,-1-1,1 1,0 0,0 0,0-1,0 1,0 0,0 0,1 0,46-32,92-25,-110 48,-1-1,-1-1,0-1,-1-1,0-2,-1-1,-1-1,20-38,-44 55,0-1,0 0,0 1,0-1,-1 0,1 0,-1 0,1 0,-1 0,0 0,1 0,-1 0,0 1,-1-1,1 0,0 0,0 0,-1 0,1 0,-1 0,0 0,1 1,-1-1,0 0,0 0,0 1,0-1,0 1,-1-1,1 1,0-1,-1 1,1 0,-2-1,-2 0,0 0,-1 0,1 0,-1 1,1-1,-1 1,1 1,-1-1,0 1,1 0,-1 0,0 1,1 0,-1 0,1 0,-1 0,1 1,-1 0,1 0,0 1,0 0,0-1,0 1,1 1,-1-1,1 1,0 0,0 0,0 0,0 0,1 1,0 0,0-1,0 1,0 0,1 1,0-1,0 0,0 1,0 1,0-1,1 1,-1-1,1 1,1 0,-1-1,1 1,0 0,0-1,1 1,0-1,0 1,1-1,-1 1,2-1,-1 0,0 0,1 0,1 0,-1 0,1 0,-1-1,2 0,-1 0,0 0,1 0,0-1,0 1,1-1,-1-1,1 1,0-1,0 0,5 2,17 4,-1-1,2-1,-1-2,1 0,0-2,0-2,0 0,0-2,0-1,0-1,-1-2,26-7,-24 5,0-1,-1-1,0-2,-1-1,0-1,18-11,-37 18,1 0,-1 0,0-1,0 0,-1-1,0 0,-1 0,1-1,-1 1,-1-2,0 1,0-1,-1 0,0 0,-1 0,0-1,-1 1,0-1,1-8,-3 15,-1 1,0-1,0 0,0 0,0 1,-1-1,1 0,-1 1,0-1,0 1,0-1,-1 1,1-1,-1 1,0 0,0-1,0 1,0 0,0 1,-1-1,1 0,-1 1,0-1,0 1,0 0,0 0,0 0,-1 0,1 1,0-1,-1 1,1 0,-1 0,0 0,-2 0,-5-1,-1 1,1 0,-1 1,1 0,-1 1,0 0,1 1,0 1,-1-1,1 2,0 0,0 0,1 1,-1 0,1 0,0 1,1 1,-1 0,1 0,1 1,-1 0,1 0,1 1,-1 0,-5 10,12-16,-1-1,1 1,-1 0,1 0,0 0,0 0,0 0,1 0,-1 0,1 0,0 0,-1 0,1 0,1 0,-1 1,0-1,1 0,0 0,-1 0,1 0,0 0,1 0,-1-1,0 1,1 0,0 0,-1-1,1 1,0-1,0 0,1 0,-1 1,0-1,1-1,-1 1,1 0,0-1,1 2,14 3,0 0,1-2,-1 0,1 0,0-2,0-1,0 0,0-1,0-1,0-1,-1 0,1-2,2-1,175-39,-193 42,0 1,0 0,-1 1,1-1,0 0,0 1,0 0,0 0,0 0,0 0,0 0,0 0,0 1,0-1,0 1,0 0,-1 0,1 0,0 0,0 1,-1-1,1 1,-1-1,1 1,-1 0,0 0,0 0,0 0,0 1,0-1,0 0,-1 1,1-1,-1 1,1 0,-1 1,8 23,-1 0,-1 1,-2 0,-1 0,-1 0,-1 6,-1-23,0-5,4 31,-2 0,-2 0,-1 0,-2 0,-1 0,-2 0,-5 14,9-46,0-1,0 1,-1-1,0 1,0-1,0 1,0-1,0 0,-1 0,0 0,0 0,0-1,0 1,-1-1,0 0,1 0,-1 0,0 0,0-1,-1 1,1-1,0 0,-1-1,1 1,-1-1,0 0,1 0,-1 0,0 0,0-1,1 0,-1 0,0 0,0-1,0 0,1 0,-1 0,0 0,-2-2,-1-3,-1 0,1 0,1-1,0-1,0 1,0-1,1 0,0-1,0 0,1 0,0 0,1 0,0-1,0 1,1-1,0 0,1 0,0 0,1-1,0 1,1 0,0 0,0-1,1 1,0 0,1-2,6-20,1 2,1-1,2 1,0 1,3 0,0 1,1 1,2 0,1 1,1 1,6-4,16-22,2 3,2 2,2 2,2 1,1 3,19-8,0 14,-69 34,0 0,1 1,-1-1,0 1,1 0,-1-1,0 1,0 0,0 0,1 0,-1 0,0 0,0 0,0 0,-1 0,1 0,0 0,0 1,-1-1,1 0,0 1,-1-1,0 0,1 1,-1-1,0 1,1-1,-1 0,0 1,0-1,0 1,0-1,-1 1,1-1,0 0,-1 1,1-1,-1 0,1 1,-1-1,1 0,-1 1,0 0,0-1,-19 86,14-70,0 0,2 1,0-1,1 1,1 0,0 0,2 0,0 0,1 0,0 0,2 0,0 0,2 3,-4-17,0 0,1 0,0 0,0 0,0 0,0 0,1 0,-1-1,1 1,0-1,0 0,0 0,0 0,1 0,-1-1,1 1,0-1,-1 0,1 0,0 0,1 0,-1-1,0 0,0 0,0 0,1 0,-1-1,1 1,-1-1,0 0,1-1,-1 1,0-1,1 0,-1 0,0 0,0 0,1-1,7-7,0-1,-1 0,0 0,-1-1,0 0,-1-1,0 0,-1-1,0 0,-1 0,-1 0,0-1,0 0,-2-1,0 1,0-1,1-12,16-84,-21 104,-2 18,-4 22,5-19,-1-6,0-1,1 1,0 0,0 0,1 1,0-1,0 0,1 0,0 0,0 0,1 0,0-1,0 1,1 0,0-1,1 0,-1 1,1-1,3 3,-5-9,1 1,-1-1,1 1,-1-1,1 0,-1 0,1 0,0 0,0-1,-1 1,1-1,0 1,0-1,0 0,0 0,0-1,-1 1,1 0,0-1,0 0,-1 1,1-1,0 0,-1-1,2 0,61-41,-49 28,-1 0,-1-1,-1 0,0-1,-1-1,-1 0,0 0,-2-1,0-1,-1 1,-1-1,-1-1,0 1,-1-6,-5 12,-8 42,4-11,1-1,0 1,2-1,0 1,1 0,0 0,3 15,-2-26,0-1,0 1,1-1,-1 0,1 0,1 0,-1 0,0 0,1 0,0 0,0-1,1 1,-1-1,1 0,0 0,0-1,0 1,1-1,-1 1,1-2,0 1,-1 0,1-1,1 0,-1 0,1 0,4 0,0 0,1-1,-1 0,1 0,-1-2,1 1,-1-1,1 0,-1-1,1-1,-1 0,0 0,0 0,-1-2,1 1,13-7,-1-1,-1-2,0 0,0-1,14-14,-20 17,-1-1,0-1,-1 0,0-1,-1 0,0-1,-2 0,0-1,-1 0,0-1,-2 0,0 0,-1-1,1-7,-6 24,-1-1,1 1,-1-1,0 1,0 0,0-1,0 1,0-1,-1 1,1 0,-1-1,1 1,-1 0,0-1,0 1,0 0,0 0,0 0,-1 0,1 0,-1 0,1 0,-1 0,0 1,0-1,1 0,-1 1,0 0,0-1,-1 1,1 0,0 0,0 0,-1 1,1-1,0 0,-1 1,1-1,0 1,-1 0,1 0,-1 0,1 0,0 0,-1 1,1-1,-3 1,-2 2,0 1,0-1,0 1,0 0,0 1,1 0,0 0,0 0,0 0,1 1,0 0,0 0,0 1,1-1,0 1,0 0,1 0,0 1,0-1,0 1,1-1,0 1,1 0,0 0,0 0,1-1,-1 1,2 0,-1 0,1 0,0 0,1 0,0-1,0 1,1-1,0 1,0-1,1 0,0 0,0 0,5 6,0-5,0-1,0 0,1 0,-1-1,2 0,-1 0,1-1,0-1,0 0,0 0,0-1,1 0,-1-1,1-1,0 0,-1 0,1-1,0 0,0-1,-1-1,1 0,-1 0,1-1,-1-1,0 0,0 0,0-1,-1-1,0 0,8-5,-2-4,-1 0,0-1,-2-1,0 0,0 0,-2-2,0 1,-1-1,-1-1,-1 0,-1 0,0-1,-2 1,0-2,-1-2,4-6,-13 97,5-66,-3 13,1 1,1-1,0 0,1 1,1-1,0 1,1-1,1 0,0 0,0 0,2 0,0-1,0 1,1-1,1 0,7 10,-11-21,0 1,0-1,0 1,0-1,1 0,-1 0,1-1,-1 1,1-1,0 0,0 0,-1 0,1 0,0-1,0 1,0-1,0 0,0 0,0-1,0 1,-1-1,1 0,0 0,0 0,0 0,-1-1,1 1,0-2,9-3,0-2,0 0,-1 0,0-1,0 0,8-10,6-8,-2-1,-1-2,-1 0,-2-1,-1-1,12-26,-11 7,-31 58,5 3,0 1,0 0,1-1,1 2,0-1,0 0,1 1,1 0,0-1,0 1,1 0,1 0,0 0,1 0,0 0,0 0,2 0,-1 0,0-8,0 0,0 0,0 0,0 0,0 0,1 0,0-1,0 1,0-1,0 0,0 0,1 0,-1 0,1 0,0-1,0 0,0 0,0 0,0 0,0-1,1 1,-1-1,0 0,1 0,-1-1,4 1,3-1,0 0,1 0,-1-1,0-1,0 0,0 0,0-1,0-1,0 0,1-1,5-3,0-1,0-1,-1-1,-1 0,0-1,0 0,-2-2,1 1,-2-2,1 0,-2 0,0-1,6-14,6-15,-1-1,-3-1,-3-1,9-34,12-66,-7-2,10-141,-36 172,-4 118,0 1,0-1,1 0,-1 0,0 1,0-1,0 0,0 1,0-1,0 0,0 0,-1 1,1-1,0 0,0 1,0-1,-1 0,1 1,0-1,-1 0,1 1,-1-1,1 1,0-1,-1 1,1-1,-1 1,0-1,1 1,-1-1,1 1,-1 0,0-1,1 1,-1 0,0-1,1 1,-1 0,0 0,1 0,-1 0,0 0,0 0,1 0,-1 0,0 0,1 0,-1 0,0 0,-26 28,9 7,1 2,2 0,1 1,2 0,2 0,1 2,2-1,-1 29,1-21,2 1,2 0,2-1,2 1,2 0,3-1,1 1,3-2,1 1,3-1,1-1,12 20,-23-55,2-1,-1 0,1 0,1 0,0-1,0 0,0 0,1-1,4 4,-8-9,-1 0,1 0,-1 0,1 0,0 0,0-1,0 1,0-1,0 0,0 0,0-1,0 1,0-1,0 0,0 0,1 0,-1-1,0 0,0 1,0-1,0 0,0-1,0 1,-1-1,3-1,13-10,-1-1,-1-1,0 0,-1-1,-1-1,0 0,-1-1,-1-1,-1 0,-1-1,-1 0,1-2,-3 7,-3 6,1 0,-2-1,1 0,-1 0,0 0,-1 0,-1-1,1 1,-1-7,-2 17,0-1,0 1,1-1,-1 1,0-1,0 1,0-1,-1 1,1-1,0 1,0-1,0 1,0 0,0-1,-1 1,1-1,0 1,0-1,0 1,-1 0,1-1,0 1,-1-1,1 1,0 0,-1 0,1-1,-1 1,1 0,-1-1,1 1,0 0,-1 0,1 0,-1 0,1 0,-1-1,1 1,-1 0,1 0,-1 0,1 0,-1 0,1 0,-1 0,1 1,-1-1,1 0,0 0,-1 0,1 0,-1 1,1-1,-1 0,1 0,0 1,-1-1,1 0,-1 1,1-1,0 1,-10 7,1 0,1 1,-1 1,1-1,1 1,0 1,1-1,-1 1,2 0,0 1,0-1,-1 8,1-4,0 0,1-1,1 1,0 1,2-1,-1 0,2 0,1 16,-1-26,0 0,1 0,0 0,0 0,0 0,0 0,1 0,0-1,0 1,0 0,1-1,0 0,0 1,0-1,0 0,0-1,1 1,-1-1,1 1,0-1,1 0,-1 0,0-1,1 1,-1-1,1 0,0-1,1 2,25 3</inkml:trace>
  <inkml:trace contextRef="#ctx0" brushRef="#br0" timeOffset="10784.015">9332 1513,'18'-11,"31"-7,37-2,38 1,34-2,24-2,14-1,-1 1,-32 4</inkml:trace>
  <inkml:trace contextRef="#ctx0" brushRef="#br0" timeOffset="11504.087">10469 1848,'1'15,"0"0,1-1,0 1,1 0,1-1,0 1,2-1,-1 0,1-1,1 1,1-1,0-1,0 1,3 0,-10-11,1 0,0 0,0-1,1 1,-1-1,0 0,0 1,1-1,-1 0,1 0,-1-1,1 1,-1 0,1-1,-1 0,1 1,-1-1,1 0,0 0,-1-1,1 1,-1 0,1-1,-1 0,1 1,-1-1,1 0,-1 0,0-1,1 1,-1 0,0-1,0 1,0-1,0 0,1-1,62-76,-27 15,-3-2,-4-1,-2-2,-3 0,-4-2,8-44,-25 96,2-6,-1-1,-2 1,0-1,-2 0,0-26,-2 49,0 1,0-1,-1 0,1 1,-1-1,0 1,1-1,-1 1,0-1,-1 1,1 0,0-1,-1 1,1 0,-1 0,1 0,-1 0,0 0,0 0,0 1,0-1,0 1,-1-1,1 1,0 0,-1 0,1 0,-1 0,1 0,-1 0,1 1,-1-1,1 1,-1 0,0 0,1 0,-1 0,0 0,1 1,-1-1,1 1,-1-1,1 1,-1 0,1 0,-1 0,-1 2,-15 7,1 1,1 1,0 1,0 0,2 1,-1 1,2 0,0 1,1 0,1 2,0-1,1 1,1 1,1 0,0 0,1 3,-6 14,1 0,2 1,1 0,2 1,2-1,1 1,2 1,2-1,1 0,4 26,-1-40,0 1,2-1,1 0,0-1,2 1,1-1,1-1,1 0,0 0,2-1,0-1,2 0,0 0,1-2,1 0,1-1,2 1,-15-13,0 0,0 0,1 0,0-1,0 1,0-1,0-1,1 1,-1-1,1 0,0-1,0 0,0 0,0 0,0-1,1 0,-1 0,0-1,1 0,-1 0,0-1,1 0,-1 0,0-1,0 0,0 0,0 0,0-1,-1 0,1-1,-1 1,0-1,5-4,1-8,-1 0,-1 0,0-1,-1 0,-1-1,-1 0,-1 0,0-1,-1 0,-1 0,1-17,-17 61,6-8,1 1,0 0,2 0,0 0,1 0,1 0,1 0,0 1,2 9,-1-24,0 0,0 0,1 0,-1 0,1-1,-1 1,1 0,0-1,1 1,-1-1,1 0,-1 0,1 0,0 0,0 0,0-1,0 1,1-1,-1 0,1 0,0 0,-1 0,1-1,0 1,0-1,0 0,0-1,0 1,0 0,0-1,0 0,3 0,5-1,0 1,0-2,0 0,-1 0,1-1,-1-1,0 1,0-2,0 0,9-5,-10 3,0 0,0 0,-1-1,0 0,-1-1,0 0,0-1,-1 1,0-1,0 0,-1-1,-1 0,0 0,0 0,-1-1,-1 1,0-1,0 0,-1 0,0 0,-2 0,1 0,-1 0,-1 0,0 0,-1 0,0-2,0 9,0-1,0 0,0 1,-1 0,0 0,0 0,0 0,0 0,-1 0,0 1,0 0,0 0,-1 0,1 0,-1 0,0 1,0 0,0 0,-1 1,1-1,0 1,-1 0,0 1,1-1,-1 1,0 0,0 1,0-1,0 1,1 0,-1 1,0-1,0 1,0 0,0 1,1-1,-1 1,1 0,-6 3,3-2,1 1,-1 0,1 0,0 0,0 1,0 0,0 0,1 1,0 0,0 0,1 1,0-1,0 1,0 0,1 0,0 1,0-1,1 1,0 0,1 0,-1 0,1 0,1 0,0 1,0-1,0 1,1-1,1 0,-1 1,1-1,1 0,-1 1,1-1,1 0,0 0,0 1,25 36,2-8</inkml:trace>
  <inkml:trace contextRef="#ctx0" brushRef="#br0" timeOffset="11902.033">11418 2288,'3'-79,"3"1,16-73,-19 130,0 0,2 1,1-1,0 1,1 0,1 0,1 1,1 0,5-6,-14 23,1 0,-1 0,1 0,-1 1,1-1,-1 0,1 1,0-1,0 1,0 0,0 0,0-1,0 1,0 1,0-1,1 0,-1 0,0 1,0-1,1 1,-1 0,0 0,1 0,-1 0,0 0,1 0,-1 1,0-1,1 1,-1-1,0 1,0 0,0 0,0 0,0 0,0 1,0-1,0 0,0 1,0-1,16 15,0 0,0 2,-2 0,0 0,-1 2,-1 0,-1 0,0 1,-2 1,6 16,-14-31,0-1,0 1,-1 0,0 0,0 0,-1 1,1-1,-2 0,1 0,-1 1,0-1,-1 0,1 1,-2-1,1 0,-1 0,0 0,0 0,-1 0,0 0,0 0,-126 146,127-151,1 0,0-1,0 1,1 0,-1 0,0 0,1 0,-1 0,1 0,-1 0,1 0,0 0,0 0,0 0,0 0,1 0,-1 1,0-1,1 0,-1 0,1-1,0 1,0 0,0 0,0 0,0 0,0-1,0 1,0 0,1-1,-1 1,1-1,-1 0,1 1,-1-1,1 0,0 0,0 0,0 0,0 0,86 24,-46-20,1-2,0-2,0-2,-1-1,43-9,23-8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1:27.3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243 1,'-6'89,"7"-58,-1 34,-3 0,-3 0,-2 0,-4-1,-15 50,-68 195,94-307,0 1,0 0,0 0,0 0,1 0,-1-1,1 1,0 0,0 0,0 0,0 0,0 0,1 0,-1 0,1 0,0 0,0 0,0-1,0 1,0 0,1-1,-1 1,1-1,0 1,0-1,0 0,0 0,0 0,0 0,0 0,1 0,-1 0,7-1,-1 0,1 0,-1 0,1-1,-1-1,1 1,-1-1,1-1,-1 0,0 0,0 0,0-1,0 0,4-3,-9 5,120-50,-86 34,0 0,1 3,1 1,0 2,1 2,0 1,22 0,-20 7,-4 1</inkml:trace>
  <inkml:trace contextRef="#ctx0" brushRef="#br0" timeOffset="451.322">858 469,'6'68,"-4"0,-2 1,-9 66,4-67,4-65,0 0,0 1,1-1,-1 0,1 0,-1 0,1 1,0-1,1 0,-1 0,0 1,1-1,0 0,0 0,0 0,0 0,0 0,0 0,1 0,0 0,-1-1,1 1,0 0,0-1,1 0,-1 1,0-1,1 0,-1 0,1 0,0-1,0 1,0-1,-1 1,3 0,9-3,0 0,0-1,-1-1,1 0,-1 0,0-2,0 0,0 0,0-1,-1 0,0-1,0-1,-1 0,0 0,-1-1,1-1,2-3,1 0,0 0,-1-1,0-1,-1 0,-1-1,0 0,-1-1,-1 0,0 0,-1-1,-2 0,1-1,-2 1,-1-1,0 0,0-7,-9-27,4 53,0 0,0-1,0 1,0 0,0 0,0-1,0 1,0 0,0 0,0 0,0 0,0 0,0 1,0-1,0 0,0 0,0 1,0-1,1 0,-1 1,0-1,0 1,0-1,0 1,1 0,-1-1,0 1,0 0,1-1,-1 1,1 0,-1 0,0 0,1 0,0-1,-1 1,1 0,-1 0,1 0,0 0,0 0,0 0,0 0,-1 0,1 0,0 0,1 0,-5 7,1 0,0 0,1 0,0 1,0-1,0 0,2 1,-1-1,1 1,0-1,0 1,1-1,0 1,1-1,0 0,0 1,1-1,0 0,0 0,1-1,0 1,1-1,-1 0,1 0,1 0,-1-1,3 2,4 1,0-1,1-1,0 0,0 0,1-2,13 5,30 8</inkml:trace>
  <inkml:trace contextRef="#ctx0" brushRef="#br0" timeOffset="1395.629">2102 549,'-22'-7,"0"0,-1 1,0 1,1 1,-2 1,1 1,-22 1,41 2,-1-1,0 1,1 0,-1 0,1 0,0 1,-1-1,1 1,0 0,0 1,0-1,0 1,0-1,1 1,-1 0,1 0,0 1,0-1,0 1,0 0,1-1,-1 1,1 0,0 1,0-1,0 0,1 1,0-1,-1 1,1 3,0-1,0 0,0 1,1-1,0 1,0-1,1 1,0-1,1 0,-1 1,1-1,1 0,-1 0,1 0,0 0,1-1,4 7,5 1,2 0,0-1,0-1,1 0,0-1,1 0,1-2,-1 0,2-1,-1-1,1 0,0-2,0 0,1-1,-1-1,1-1,0-1,1 0,4 2,1-1,0-1,0-1,0-1,0-1,-1-2,1 0,-1-2,0-1,-1-1,1-1,-1-1,-1-1,0-1,-1-1,0-1,16-13,-27 15,-1-1,-1 0,0-1,0 0,-2 0,1 0,-2-1,0 0,-1-1,0 1,-2-1,1 0,-2 0,0 0,-1 0,-1 0,0-1,-1 1,-1 0,-1 0,-1-3,3 10,-1 1,0-1,0 1,-1-1,-1 1,1 0,-1 1,0-1,-1 0,0 1,-5-6,10 14,0 0,0-1,0 1,0-1,0 1,0 0,0-1,-1 1,1-1,0 1,0-1,-1 1,1-1,0 1,-1-1,1 1,-1-1,1 1,-1-1,1 1,0-1,-1 0,0 1,1-1,-1 0,1 0,-1 1,1-1,-1 0,1 0,-1 0,0 0,1 0,-1 0,0 0,1 0,-1 0,1 0,-1 0,0 0,1 0,-1 0,0 0,12 8,0 1,1-1,0-1,0 0,1-1,0 0,0-1,0 0,0-1,1-1,3 1,-7-1,48 12,-29-9,0 2,0 1,-1 1,0 2,5 3,-27-11,-1-1,0 1,0 0,0 0,0 1,-1 0,0-1,0 1,0 1,0-1,-1 1,0-1,0 1,0 0,-1 0,0 0,0 0,0 1,-1-1,0 0,-1 1,1-1,-1 1,0-1,0 0,-1 1,0-1,0 1,-1 0,-7 36,6-34,0 0,1 0,0 1,0-1,1 1,1 0,-1-1,2 1,-1-1,1 1,1 0,0-1,2 9,0-14,1 1,-1-1,1 0,-1 0,1-1,0 0,1 1,-1-2,1 1,-1-1,1 1,0-2,0 1,-1-1,1 1,0-2,0 1,1-1,-1 0,0 0,0 0,0-1,0 0,2-1,10 0,-1-1,1 0,-1-1,0-1,0-1,-1-1,0 0,0-1,0 0,-1-2,0 0,-1 0,0-1,-1-1,0 0,-1-1,0-1,-1 1,-1-2,0 0,-1 0,-1 0,0-1,-1-1,0 1,-1-4,13-89,-33 139,9-12,1 1,1 0,0-1,2 1,0 0,1 0,1 0,0 0,2 0,0 0,1 0,4 10,-5-24,0 1,1 0,-1-1,1 0,0 0,1 0,-1 0,1-1,0 1,0-1,0-1,1 1,-1-1,1 0,0 0,0 0,0-1,0 0,0 0,1-1,2 1,7 1,1-1,0-1,0-1,-1 0,1-1,0 0,13-5,-11 1,0 0,-1-2,0 0,0-1,-1-1,0-1,0 0,-1-1,-1-1,0-1,0 0,-1-1,-1 0,-1-1,0 0,0-1,-2 0,0-1,-1-1,-1 1,0-1,-1 0,2-14,-1 12,-2-1,0 0,-2 0,0 0,-1-1,-1-8,-2 29,1 1,-1 0,0-1,0 1,1 0,-1-1,0 1,0 0,0-1,1 1,-1-1,0 1,0 0,0-1,0 1,0-1,0 1,0-1,0 1,0 0,0-1,0 1,0-1,0 1,0 0,-1-1,1 1,0-1,0 1,0 0,-1-1,1 1,0 0,0-1,-1 1,1 0,0-1,0 1,-1 0,1 0,0-1,-1 1,1 0,-1 0,1 0,0-1,-1 1,1 0,-1 0,1 0,0 0,-1 0,1 0,-1 0,1 0,-1 0,1 0,0 0,-1 0,-13 24,6 1,2 1,1 0,0 1,2-1,2 1,0 0,2 6,-2-22,1 0,1 0,0 0,0-1,1 1,1 0,0-1,0 0,1 0,0 0,1 0,0 0,0-1,1 0,1 0,-1 0,1-1,1 0,-1 0,2-1,-1 0,2 0,7 3,1-1,-1-2,1 1,1-2,-1 0,15 1,40 7</inkml:trace>
  <inkml:trace contextRef="#ctx0" brushRef="#br0" timeOffset="2085.938">190 2541,'-2'14,"-4"4,0-5,1-8,1-8,3-11,5-13,2-12,-1 0</inkml:trace>
  <inkml:trace contextRef="#ctx0" brushRef="#br0" timeOffset="2331.281">3 1766,'-2'-5,"3"2,7 2,10 5,10 3,-1 0</inkml:trace>
  <inkml:trace contextRef="#ctx0" brushRef="#br0" timeOffset="2917.515">283 2247,'-7'5,"-2"5,1 11,1 8,2 9,2 6,1 4,4-1,3-1,3-4,3-4,0-9</inkml:trace>
  <inkml:trace contextRef="#ctx0" brushRef="#br0" timeOffset="3465.713">564 2220,'13'23,"-1"1,0 0,-2 1,-1 1,-1-1,-1 1,-1 1,0 13,8 134,-12-156,4-17,54-83,138-226,-179 283,-18 25,-1 0,0 0,0 1,0-1,0 0,0 0,0 1,1-1,-1 0,0 0,0 1,0-1,1 0,-1 0,0 0,0 1,0-1,1 0,-1 0,0 0,0 0,1 0,-1 0,0 0,1 1,-1-1,0 0,0 0,1 0,-1 0,0 0,1 0,-1 0,0 0,0-1,1 1,-1 0,0 0,0 0,1 0,-1 0,0 0,0 0,1-1,-1 1,0 0,0 0,1 0,-1-1,0 1,0 0,0 0,0-1,1 1,-1 0,0 0,0-1,0 1,0 0,-4 26,4-26,-8 30,-14 105,22-130,0 0,0 0,1 1,0-1,0 0,0 0,1 0,-1 0,1 0,1 0,-1 0,1 0,0-1,0 0,0 1,0-1,1 0,-1 0,1-1,0 1,1-1,-1 0,0 0,2 0,11 4,1 0,0-2,1 0,-1-1,1-1,0 0,0-2,0 0,0-1,0-1,0-1,1 0,48-9,-9-2</inkml:trace>
  <inkml:trace contextRef="#ctx0" brushRef="#br0" timeOffset="4381.262">1914 2327,'-14'-6,"0"0,0 2,0-1,0 2,-1 0,1 1,-1 0,0 1,0 0,0 2,1 0,-1 0,0 1,1 1,-1 1,1 0,0 0,0 2,0 0,1 0,0 1,0 1,1 0,0 1,-2 2,7-4,0 1,1 1,0-1,0 1,1 0,0 1,0-1,1 1,1 0,-1 0,2 0,-1 0,1 6,1-10,1-1,-1 1,1-1,1 1,-1 0,1-1,0 1,0-1,1 1,-1-1,1 0,0 0,1 0,-1 0,1 0,0 0,1-1,-1 1,1-1,-1 0,1 0,1 0,-1 0,0-1,6 3,-1-1,0 0,0-1,1-1,0 1,0-2,0 1,0-1,0-1,0 0,1 0,-1-1,0 0,0-1,1 0,-1 0,0-1,0-1,4-1,5-2,0-1,-1-1,0-1,-1 0,1-1,-2-1,1-1,-2 0,3-3,-2-1,-1 0,-1-1,-1 0,-1-1,0 0,-1-1,-1 0,-1-1,0 0,-2-1,0 0,-2 0,2-9,3-32,-2 0,-4-1,-2 1,-2-4,0 29,0-1,-3 0,-1 1,-1 0,-3 0,-1 0,-3-6,-10 14,21 29,0 0,0 0,0 0,0 0,0 0,0 0,1 0,-1 0,0 1,0-1,0 0,0 1,0-1,0 0,1 1,-1-1,0 1,0 0,1-1,-1 1,0-1,1 1,-1 0,0 0,1-1,-1 1,1 0,0 0,-1 0,1 0,-1-1,1 1,0 0,0 0,0 0,-1 0,1 0,-6 20,1-1,0 1,1 1,2-1,0 0,1 1,2 16,-1-35,1 77,4-2,3 1,4-1,3 0,3-1,4 2,-15-58,0-1,1 0,1 0,1-1,1 0,6 9,-13-23,-1 0,1 0,1 0,-1-1,0 0,1 0,0 0,0 0,0-1,1 0,-1 0,1 0,0 0,0-1,0 0,0-1,0 1,0-1,0 0,0-1,1 1,-1-1,0 0,3-1,8-4,-1 0,1-1,-2 0,1-1,-1-1,0-1,0 0,-1-1,0 0,-1-1,0-1,-1 0,-1-1,0 0,0-1,-1 0,-1 0,0-1,-1 0,-1-1,0 0,-1 0,-1-1,0-3,5-41,-10 61,-1 0,1 0,0 1,0-1,0 0,0 1,0-1,0 0,0 0,0 1,-1-1,1 0,0 0,0 1,0-1,-1 0,1 0,0 1,0-1,-1 0,1 0,0 0,0 0,-1 0,1 1,0-1,-1 0,1 0,0 0,0 0,-1 0,1 0,0 0,-1 0,1 0,0 0,-1 0,1 0,0 0,0 0,-1 0,1 0,0-1,-1 1,1 0,0 0,0 0,-1 0,1-1,0 1,0 0,0 0,-1 0,1-1,0 1,0 0,0 0,-1-1,1 1,0 0,-7 15,1 0,0 1,1-1,0 1,2 1,0-1,0 0,2 1,0 0,1-1,1 5,-1-17,0 1,0-1,1 0,-1 1,1-1,0 0,0 0,1 0,-1 0,1 0,0 0,0 0,1 0,-1-1,1 1,-1-1,1 1,0-1,0 0,1 0,-1-1,1 1,-1-1,1 1,0-1,0 0,0-1,0 1,0-1,2 1,23 2</inkml:trace>
  <inkml:trace contextRef="#ctx0" brushRef="#br0" timeOffset="4636.112">2570 1645,'-23'-5,"-14"-1,-6 3,3 6,8 7,13 7,18 7,20 4,15 2,3-5</inkml:trace>
  <inkml:trace contextRef="#ctx0" brushRef="#br0" timeOffset="4885.38">2836 2100,'26'85,"30"80,-51-154,1-1,-1 0,2 0,0 0,0-1,0 0,1 0,0-1,1 0,0-1,0 1,1-2,4 3,-12-7,1-1,0 1,0-1,0 1,0-1,0 0,1 0,-1-1,0 1,0 0,1-1,-1 0,0 0,1 0,-1 0,0-1,1 1,-1-1,0 0,0 0,0 0,0 0,0 0,0-1,0 0,0 1,0-1,0 0,-1 0,1 0,-1-1,0 1,0-1,1 1,-2-1,1 0,0 0,0 0,-1 0,10-19,-1-1,-2-1,0 1,-1-1,-2-1,0 1,-2-1,0-1,33-140,-35 161,1 1,0 0,0-1,0 1,0 0,1 0,-1 1,1-1,0 0,0 1,1 0,-1 0,1 0,0 0,-1 0,1 1,0-1,3 0,16-4</inkml:trace>
  <inkml:trace contextRef="#ctx0" brushRef="#br0" timeOffset="5135.242">3626 2127,'2'16,"1"9,0 8,-1 5,0 3,-1 1,1-2,4-3,4-6,6-8,4-8,4-8,-1-11,-3-4</inkml:trace>
  <inkml:trace contextRef="#ctx0" brushRef="#br0" timeOffset="5303.698">3759 1713,'-18'-7,"-9"-2,1 4,9 11,19 13,23 12,22 11,4-3</inkml:trace>
  <inkml:trace contextRef="#ctx0" brushRef="#br0" timeOffset="5947.972">4735 2073,'-31'-20,"-1"1,-1 1,-1 2,-1 1,0 2,-1 1,0 2,0 2,-1 1,-9 0,36 6,-1 0,1 0,-1 1,1 0,0 1,-1 0,1 1,0 0,-1 1,1 0,1 0,-1 1,0 0,1 1,0 0,0 0,0 1,1 0,0 1,0 0,0 0,1 1,0 0,1 0,0 0,-2 4,4-3,0 0,1 0,0 0,0 0,1 1,0-1,1 1,0-1,0 1,1-1,1 1,-1 0,1-1,1 1,0-1,0 0,1 1,0-1,1 0,0-1,0 1,1-1,0 0,0 0,1 0,0-1,1 1,-1-1,1-1,1 0,-1 0,1 0,0-1,0 0,3 1,3 0,0 0,1 0,0-1,0-1,1-1,-1 0,1-1,0 0,-1-1,1-1,0-1,0 0,-1-1,1-1,-1 0,1-1,-1-1,13-6,-7 3,0-2,0-1,-1-1,0 0,-1-2,-1 0,0-1,-1 0,0-2,-1 0,-1-1,7-12,-1-9,-3 0,-1-1,-2 0,-1-1,-3-1,-1 0,-2-1,-2 1,-2-2,-2 1,-2-16,1 44,1-17,-1 0,-1 0,-2 0,-1 0,-2 1,-1-1,-1 0,7 30,0 0,0 0,0 0,-1 0,1 0,-1 0,1-1,-1 1,0 0,0 1,0-1,0 0,0 0,0 0,-1 0,1 1,0-1,-1 1,0-1,1 1,-1 0,0-1,1 1,-1 0,0 0,0 0,0 0,0 1,0-1,0 0,0 1,0-1,-1 1,1 0,0 0,0 0,0 0,0 0,0 0,-1 1,1-1,0 1,0-1,0 1,0 0,0 0,0 0,0 0,1 0,-1 0,0 1,1-1,-1 0,0 1,1-1,-1 2,-10 11,1 2,1-1,1 1,0 1,0 0,2 0,0 1,1 0,1 0,1 0,-2 13,-1 7,1 0,2 0,1 0,2 1,2-1,1 0,2 0,2 0,8 30,-8-45,2 0,0 0,1-1,1 0,1-1,1 0,1-1,0 0,2-1,0-1,1 0,1-1,1-1,0-1,1 0,6 2,-15-9,1-1,0 0,1-1,-1-1,1 1,0-2,0 0,1 0,-1-1,1-1,0 0,0 0,-1-2,1 1,0-2,0 0,0 0,0-1,-1-1,1 0,-1-1,0 0,0-1,0 0,0-1,-1 0,0-1,0 0,-1 0,10-10,-9 3,0-1,-1 0,-1-1,0 0,-1 0,-1-1,0 0,-1 0,-1-1,-1 1,0-1,-2 0,0-2,-5 6,-6 34,5-5,0 1,1-1,1 1,0 0,2 0,-1 0,3 12,-2-22,1 0,0 0,0-1,1 1,-1 0,1-1,0 0,1 1,-1-1,1 0,0 0,1 0,-1-1,1 1,0-1,0 0,0 0,0 0,1 0,0-1,0 0,0 0,0 0,3 0,0 0,0 0,0-1,1 0,-1-1,1 1,-1-2,1 1,-1-1,1-1,-1 1,0-2,1 1,-1-1,0 0,0-1,0 1,0-2,0 1,0-1,-1 0,0-1,0 0,4-3,3-4,0 0,-1 0,0-1,-1-1,-1 0,0-1,-1 0,0 0,-1-1,-1-1,0-1,-1 1,0 0,-1 0,-1-1,-1 0,0 0,-2 0,0 0,-1-1,-1-14,0 32,1 0,-1 0,0 0,0 0,0 0,0 0,0 0,0 0,-1 0,1 0,0 1,0-1,-1 0,1 0,0 0,-1 0,1 0,-1 0,1 1,-1-1,1 0,-1 0,0 1,1-1,-1 0,0 1,0-1,0 1,1-1,-1 1,0-1,0 1,0 0,0-1,0 1,0 0,0 0,1 0,-1 0,0 0,0 0,0 0,0 0,0 0,0 0,0 0,0 0,0 1,0-1,0 0,0 1,1-1,-1 1,0-1,0 1,0-1,1 1,-1 0,-4 4,0 0,1 1,-1 0,1-1,1 2,-1-1,1 0,0 1,0-1,1 1,0 0,0 0,1 0,0 0,0 0,1 0,-1 0,1 0,1 1,0-1,0 0,0 0,1 0,0 0,0-1,1 1,-1 0,3 2,2 1,1 1,0-2,0 1,1-1,0 0,1-1,0 0,0-1,1 0,0 0,0-1,10 4,149 46,-52-32,-7-8</inkml:trace>
  <inkml:trace contextRef="#ctx0" brushRef="#br0" timeOffset="6518.003">6901 2060,'-10'-15,"0"0,-2 1,1 0,-2 0,1 2,-2-1,0 2,0 0,-1 0,-1 2,-3-2,12 7,-1 0,0 0,0 1,-1 1,1-1,0 1,-1 1,1 0,-1 0,0 0,1 1,-1 0,0 1,1 0,-1 1,1-1,-1 2,1-1,0 1,0 0,0 1,0 0,1 0,-2 1,1 1,0 1,0 0,1 0,-1 0,2 1,-1 0,1 1,0-1,1 1,0 0,0 0,1 1,-2 7,4-11,0-1,0 1,1 0,0-1,0 1,1 0,-1 0,1 0,1-1,-1 1,1 0,0 0,0 0,1-1,-1 1,1-1,0 1,1-1,0 0,-1 0,2 0,-1 0,0 0,5 3,-1-2,0 0,0-1,1 0,-1 0,1-1,0 0,1-1,-1 1,1-2,-1 1,1-1,0 0,0-1,0 0,0 0,0-1,8-1,0 0,-1-1,0 0,0-2,0 0,0 0,-1-1,0-1,0-1,8-4,-13 4,1 1,-1-2,0 0,0 0,-1 0,0-1,-1-1,0 1,0-2,-1 1,0-1,-1 0,0 0,-1 0,0-1,0-3,-4-4,-1 19,0 0,0 0,0 0,0 0,0 1,0-1,-1 0,1 0,0 0,0 0,0 0,0 1,0-1,-1 0,1 0,0 0,0 0,0 0,0 0,-1 0,1 0,0 0,0 0,0 1,0-1,-1 0,1 0,0 0,0 0,0 0,-1 0,1-1,0 1,0 0,0 0,-1 0,1 0,0 0,0 0,0 0,0 0,-1 0,1 0,0-1,0 1,0 0,0 0,0 0,0 0,-1 0,1-1,0 1,0 0,0 0,-2 5,-1 1,1-1,1 1,-1 0,1 0,0-1,0 1,1 0,-1 0,1 0,1 0,-1 0,1 0,0 0,0-1,1 1,0 0,0-1,0 1,0-1,1 0,0 1,0-2,1 1,-1 0,1 0,0-1,0 0,1 0,-1 0,2 0,10 4,0-1,0 0,0-1,1-1,0-1,0-1,0 0,1-1,-1 0,1-2,-1 0,1-1,-1-1,1 0,-1-1,0-1,9-4,-6 1,0 0,0-1,-1-1,0-1,-1-1,0-1,0 0,-2-1,1-1,-2 0,0-1,0-1,-2-1,0 0,-1 0,0-1,-2-1,7-14,9-28,-3-1,-2-1,-3 0,-2-2,-4 0,-2 0,-4-1,-1-20,-3 63,0 1,-2-1,0 1,-2-1,0 1,-1 0,-2 0,0 0,-1 0,-1 1,-1 0,-7-11,13 28,-1 0,0-1,-1 1,1 0,-1 1,1-1,-1 1,0-1,0 1,-1 0,1 0,-1 1,0 0,1-1,-1 2,0-1,0 0,0 1,0 0,0 0,-1 1,1-1,0 1,0 0,-1 1,1-1,0 1,0 0,0 0,0 1,0-1,0 1,0 0,1 1,-1-1,0 1,-7 5,-1 0,1 1,1 1,0 0,0 1,1 0,0 0,1 1,0 0,1 1,1 0,-6 12,-1 6,1 1,2 0,1 1,1 0,1 8,3-16,0 1,2-1,1 1,1 0,2 0,0 0,1-1,2 1,1-1,1 1,1-1,1-1,1 0,1 0,1 0,1-2,1 1,2-2,0 0,11 12,5-5,2-2,1 0,1-3,1 0,0-3,2-1,1-2,0-1,1-2,0-2,1-2,32 4,136 26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9T14:33:00.4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28.10.2024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895284F-2A1A-40D9-992F-91BD0F732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97F6EE-644A-4A26-B5B3-93D397ECF809}" type="slidenum">
              <a:rPr kumimoji="0" lang="es-ES" altLang="ro-RO" smtClean="0"/>
              <a:pPr>
                <a:spcBef>
                  <a:spcPct val="0"/>
                </a:spcBef>
              </a:pPr>
              <a:t>3</a:t>
            </a:fld>
            <a:endParaRPr kumimoji="0" lang="es-ES" altLang="ro-RO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9951E4D-84D7-4F06-B31C-2A912E0D5D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2C2FD7E-A6F4-42B4-9C2B-698F82583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ro-RO"/>
              <a:t> </a:t>
            </a:r>
            <a:endParaRPr lang="en-US" altLang="ro-RO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895284F-2A1A-40D9-992F-91BD0F732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97F6EE-644A-4A26-B5B3-93D397ECF809}" type="slidenum">
              <a:rPr kumimoji="0" lang="es-ES" altLang="ro-RO" smtClean="0"/>
              <a:pPr>
                <a:spcBef>
                  <a:spcPct val="0"/>
                </a:spcBef>
              </a:pPr>
              <a:t>4</a:t>
            </a:fld>
            <a:endParaRPr kumimoji="0" lang="es-ES" altLang="ro-RO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9951E4D-84D7-4F06-B31C-2A912E0D5D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2C2FD7E-A6F4-42B4-9C2B-698F82583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ro-RO"/>
              <a:t> </a:t>
            </a:r>
            <a:endParaRPr lang="en-US" altLang="ro-RO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5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895284F-2A1A-40D9-992F-91BD0F732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97F6EE-644A-4A26-B5B3-93D397ECF809}" type="slidenum">
              <a:rPr kumimoji="0" lang="es-ES" altLang="ro-RO" smtClean="0"/>
              <a:pPr>
                <a:spcBef>
                  <a:spcPct val="0"/>
                </a:spcBef>
              </a:pPr>
              <a:t>5</a:t>
            </a:fld>
            <a:endParaRPr kumimoji="0" lang="es-ES" altLang="ro-RO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9951E4D-84D7-4F06-B31C-2A912E0D5D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2C2FD7E-A6F4-42B4-9C2B-698F82583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ro-RO"/>
              <a:t> </a:t>
            </a:r>
            <a:endParaRPr lang="en-US" altLang="ro-RO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4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28.10.2024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.png"/><Relationship Id="rId21" Type="http://schemas.openxmlformats.org/officeDocument/2006/relationships/customXml" Target="../ink/ink9.xml"/><Relationship Id="rId42" Type="http://schemas.openxmlformats.org/officeDocument/2006/relationships/image" Target="../media/image108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121.png"/><Relationship Id="rId84" Type="http://schemas.openxmlformats.org/officeDocument/2006/relationships/image" Target="../media/image129.png"/><Relationship Id="rId16" Type="http://schemas.openxmlformats.org/officeDocument/2006/relationships/image" Target="../media/image95.png"/><Relationship Id="rId11" Type="http://schemas.openxmlformats.org/officeDocument/2006/relationships/customXml" Target="../ink/ink4.xml"/><Relationship Id="rId32" Type="http://schemas.openxmlformats.org/officeDocument/2006/relationships/image" Target="../media/image103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116.png"/><Relationship Id="rId74" Type="http://schemas.openxmlformats.org/officeDocument/2006/relationships/image" Target="../media/image124.png"/><Relationship Id="rId79" Type="http://schemas.openxmlformats.org/officeDocument/2006/relationships/customXml" Target="../ink/ink38.xml"/><Relationship Id="rId5" Type="http://schemas.openxmlformats.org/officeDocument/2006/relationships/customXml" Target="../ink/ink1.xml"/><Relationship Id="rId19" Type="http://schemas.openxmlformats.org/officeDocument/2006/relationships/customXml" Target="../ink/ink8.xml"/><Relationship Id="rId14" Type="http://schemas.openxmlformats.org/officeDocument/2006/relationships/image" Target="../media/image94.png"/><Relationship Id="rId22" Type="http://schemas.openxmlformats.org/officeDocument/2006/relationships/image" Target="../media/image98.png"/><Relationship Id="rId27" Type="http://schemas.openxmlformats.org/officeDocument/2006/relationships/customXml" Target="../ink/ink12.xml"/><Relationship Id="rId30" Type="http://schemas.openxmlformats.org/officeDocument/2006/relationships/image" Target="../media/image102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111.png"/><Relationship Id="rId56" Type="http://schemas.openxmlformats.org/officeDocument/2006/relationships/image" Target="../media/image115.png"/><Relationship Id="rId64" Type="http://schemas.openxmlformats.org/officeDocument/2006/relationships/image" Target="../media/image119.png"/><Relationship Id="rId69" Type="http://schemas.openxmlformats.org/officeDocument/2006/relationships/customXml" Target="../ink/ink33.xml"/><Relationship Id="rId77" Type="http://schemas.openxmlformats.org/officeDocument/2006/relationships/customXml" Target="../ink/ink37.xml"/><Relationship Id="rId8" Type="http://schemas.openxmlformats.org/officeDocument/2006/relationships/image" Target="../media/image91.png"/><Relationship Id="rId51" Type="http://schemas.openxmlformats.org/officeDocument/2006/relationships/customXml" Target="../ink/ink24.xml"/><Relationship Id="rId72" Type="http://schemas.openxmlformats.org/officeDocument/2006/relationships/image" Target="../media/image123.png"/><Relationship Id="rId80" Type="http://schemas.openxmlformats.org/officeDocument/2006/relationships/image" Target="../media/image127.png"/><Relationship Id="rId85" Type="http://schemas.openxmlformats.org/officeDocument/2006/relationships/customXml" Target="../ink/ink41.xml"/><Relationship Id="rId3" Type="http://schemas.openxmlformats.org/officeDocument/2006/relationships/oleObject" Target="../embeddings/oleObject1.bin"/><Relationship Id="rId12" Type="http://schemas.openxmlformats.org/officeDocument/2006/relationships/image" Target="../media/image93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106.png"/><Relationship Id="rId46" Type="http://schemas.openxmlformats.org/officeDocument/2006/relationships/image" Target="../media/image110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97.png"/><Relationship Id="rId41" Type="http://schemas.openxmlformats.org/officeDocument/2006/relationships/customXml" Target="../ink/ink19.xml"/><Relationship Id="rId54" Type="http://schemas.openxmlformats.org/officeDocument/2006/relationships/image" Target="../media/image114.png"/><Relationship Id="rId62" Type="http://schemas.openxmlformats.org/officeDocument/2006/relationships/image" Target="../media/image118.png"/><Relationship Id="rId70" Type="http://schemas.openxmlformats.org/officeDocument/2006/relationships/image" Target="../media/image122.png"/><Relationship Id="rId75" Type="http://schemas.openxmlformats.org/officeDocument/2006/relationships/customXml" Target="../ink/ink36.xml"/><Relationship Id="rId83" Type="http://schemas.openxmlformats.org/officeDocument/2006/relationships/customXml" Target="../ink/ink40.xml"/><Relationship Id="rId88" Type="http://schemas.openxmlformats.org/officeDocument/2006/relationships/image" Target="../media/image131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90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01.png"/><Relationship Id="rId36" Type="http://schemas.openxmlformats.org/officeDocument/2006/relationships/image" Target="../media/image105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92.png"/><Relationship Id="rId31" Type="http://schemas.openxmlformats.org/officeDocument/2006/relationships/customXml" Target="../ink/ink14.xml"/><Relationship Id="rId44" Type="http://schemas.openxmlformats.org/officeDocument/2006/relationships/image" Target="../media/image109.png"/><Relationship Id="rId52" Type="http://schemas.openxmlformats.org/officeDocument/2006/relationships/image" Target="../media/image113.png"/><Relationship Id="rId60" Type="http://schemas.openxmlformats.org/officeDocument/2006/relationships/image" Target="../media/image117.png"/><Relationship Id="rId65" Type="http://schemas.openxmlformats.org/officeDocument/2006/relationships/customXml" Target="../ink/ink31.xml"/><Relationship Id="rId73" Type="http://schemas.openxmlformats.org/officeDocument/2006/relationships/customXml" Target="../ink/ink35.xml"/><Relationship Id="rId78" Type="http://schemas.openxmlformats.org/officeDocument/2006/relationships/image" Target="../media/image126.png"/><Relationship Id="rId81" Type="http://schemas.openxmlformats.org/officeDocument/2006/relationships/customXml" Target="../ink/ink39.xml"/><Relationship Id="rId86" Type="http://schemas.openxmlformats.org/officeDocument/2006/relationships/image" Target="../media/image130.png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96.png"/><Relationship Id="rId39" Type="http://schemas.openxmlformats.org/officeDocument/2006/relationships/customXml" Target="../ink/ink18.xml"/><Relationship Id="rId34" Type="http://schemas.openxmlformats.org/officeDocument/2006/relationships/image" Target="../media/image104.png"/><Relationship Id="rId50" Type="http://schemas.openxmlformats.org/officeDocument/2006/relationships/image" Target="../media/image112.png"/><Relationship Id="rId55" Type="http://schemas.openxmlformats.org/officeDocument/2006/relationships/customXml" Target="../ink/ink26.xml"/><Relationship Id="rId76" Type="http://schemas.openxmlformats.org/officeDocument/2006/relationships/image" Target="../media/image125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13.xml"/><Relationship Id="rId24" Type="http://schemas.openxmlformats.org/officeDocument/2006/relationships/image" Target="../media/image99.png"/><Relationship Id="rId40" Type="http://schemas.openxmlformats.org/officeDocument/2006/relationships/image" Target="../media/image107.png"/><Relationship Id="rId45" Type="http://schemas.openxmlformats.org/officeDocument/2006/relationships/customXml" Target="../ink/ink21.xml"/><Relationship Id="rId66" Type="http://schemas.openxmlformats.org/officeDocument/2006/relationships/image" Target="../media/image120.png"/><Relationship Id="rId87" Type="http://schemas.openxmlformats.org/officeDocument/2006/relationships/customXml" Target="../ink/ink42.xml"/><Relationship Id="rId61" Type="http://schemas.openxmlformats.org/officeDocument/2006/relationships/customXml" Target="../ink/ink29.xml"/><Relationship Id="rId82" Type="http://schemas.openxmlformats.org/officeDocument/2006/relationships/image" Target="../media/image12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.png"/><Relationship Id="rId117" Type="http://schemas.openxmlformats.org/officeDocument/2006/relationships/customXml" Target="../ink/ink99.xml"/><Relationship Id="rId21" Type="http://schemas.openxmlformats.org/officeDocument/2006/relationships/customXml" Target="../ink/ink51.xml"/><Relationship Id="rId42" Type="http://schemas.openxmlformats.org/officeDocument/2006/relationships/image" Target="../media/image108.png"/><Relationship Id="rId47" Type="http://schemas.openxmlformats.org/officeDocument/2006/relationships/customXml" Target="../ink/ink64.xml"/><Relationship Id="rId63" Type="http://schemas.openxmlformats.org/officeDocument/2006/relationships/customXml" Target="../ink/ink72.xml"/><Relationship Id="rId68" Type="http://schemas.openxmlformats.org/officeDocument/2006/relationships/image" Target="../media/image121.png"/><Relationship Id="rId84" Type="http://schemas.openxmlformats.org/officeDocument/2006/relationships/image" Target="../media/image129.png"/><Relationship Id="rId89" Type="http://schemas.openxmlformats.org/officeDocument/2006/relationships/customXml" Target="../ink/ink85.xml"/><Relationship Id="rId112" Type="http://schemas.openxmlformats.org/officeDocument/2006/relationships/image" Target="../media/image143.png"/><Relationship Id="rId16" Type="http://schemas.openxmlformats.org/officeDocument/2006/relationships/image" Target="../media/image95.png"/><Relationship Id="rId107" Type="http://schemas.openxmlformats.org/officeDocument/2006/relationships/customXml" Target="../ink/ink94.xml"/><Relationship Id="rId11" Type="http://schemas.openxmlformats.org/officeDocument/2006/relationships/customXml" Target="../ink/ink46.xml"/><Relationship Id="rId32" Type="http://schemas.openxmlformats.org/officeDocument/2006/relationships/image" Target="../media/image103.png"/><Relationship Id="rId37" Type="http://schemas.openxmlformats.org/officeDocument/2006/relationships/customXml" Target="../ink/ink59.xml"/><Relationship Id="rId53" Type="http://schemas.openxmlformats.org/officeDocument/2006/relationships/customXml" Target="../ink/ink67.xml"/><Relationship Id="rId58" Type="http://schemas.openxmlformats.org/officeDocument/2006/relationships/image" Target="../media/image116.png"/><Relationship Id="rId74" Type="http://schemas.openxmlformats.org/officeDocument/2006/relationships/image" Target="../media/image124.png"/><Relationship Id="rId79" Type="http://schemas.openxmlformats.org/officeDocument/2006/relationships/customXml" Target="../ink/ink80.xml"/><Relationship Id="rId102" Type="http://schemas.openxmlformats.org/officeDocument/2006/relationships/image" Target="../media/image138.png"/><Relationship Id="rId5" Type="http://schemas.openxmlformats.org/officeDocument/2006/relationships/customXml" Target="../ink/ink43.xml"/><Relationship Id="rId90" Type="http://schemas.openxmlformats.org/officeDocument/2006/relationships/image" Target="../media/image132.png"/><Relationship Id="rId95" Type="http://schemas.openxmlformats.org/officeDocument/2006/relationships/customXml" Target="../ink/ink88.xml"/><Relationship Id="rId22" Type="http://schemas.openxmlformats.org/officeDocument/2006/relationships/image" Target="../media/image98.png"/><Relationship Id="rId27" Type="http://schemas.openxmlformats.org/officeDocument/2006/relationships/customXml" Target="../ink/ink54.xml"/><Relationship Id="rId43" Type="http://schemas.openxmlformats.org/officeDocument/2006/relationships/customXml" Target="../ink/ink62.xml"/><Relationship Id="rId48" Type="http://schemas.openxmlformats.org/officeDocument/2006/relationships/image" Target="../media/image111.png"/><Relationship Id="rId64" Type="http://schemas.openxmlformats.org/officeDocument/2006/relationships/image" Target="../media/image119.png"/><Relationship Id="rId69" Type="http://schemas.openxmlformats.org/officeDocument/2006/relationships/customXml" Target="../ink/ink75.xml"/><Relationship Id="rId113" Type="http://schemas.openxmlformats.org/officeDocument/2006/relationships/customXml" Target="../ink/ink97.xml"/><Relationship Id="rId118" Type="http://schemas.openxmlformats.org/officeDocument/2006/relationships/image" Target="../media/image146.png"/><Relationship Id="rId80" Type="http://schemas.openxmlformats.org/officeDocument/2006/relationships/image" Target="../media/image127.png"/><Relationship Id="rId85" Type="http://schemas.openxmlformats.org/officeDocument/2006/relationships/customXml" Target="../ink/ink83.xml"/><Relationship Id="rId12" Type="http://schemas.openxmlformats.org/officeDocument/2006/relationships/image" Target="../media/image93.png"/><Relationship Id="rId17" Type="http://schemas.openxmlformats.org/officeDocument/2006/relationships/customXml" Target="../ink/ink49.xml"/><Relationship Id="rId33" Type="http://schemas.openxmlformats.org/officeDocument/2006/relationships/customXml" Target="../ink/ink57.xml"/><Relationship Id="rId38" Type="http://schemas.openxmlformats.org/officeDocument/2006/relationships/image" Target="../media/image106.png"/><Relationship Id="rId59" Type="http://schemas.openxmlformats.org/officeDocument/2006/relationships/customXml" Target="../ink/ink70.xml"/><Relationship Id="rId103" Type="http://schemas.openxmlformats.org/officeDocument/2006/relationships/customXml" Target="../ink/ink92.xml"/><Relationship Id="rId108" Type="http://schemas.openxmlformats.org/officeDocument/2006/relationships/image" Target="../media/image141.png"/><Relationship Id="rId54" Type="http://schemas.openxmlformats.org/officeDocument/2006/relationships/image" Target="../media/image114.png"/><Relationship Id="rId70" Type="http://schemas.openxmlformats.org/officeDocument/2006/relationships/image" Target="../media/image122.png"/><Relationship Id="rId75" Type="http://schemas.openxmlformats.org/officeDocument/2006/relationships/customXml" Target="../ink/ink78.xml"/><Relationship Id="rId91" Type="http://schemas.openxmlformats.org/officeDocument/2006/relationships/customXml" Target="../ink/ink86.xml"/><Relationship Id="rId96" Type="http://schemas.openxmlformats.org/officeDocument/2006/relationships/image" Target="../media/image135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90.png"/><Relationship Id="rId23" Type="http://schemas.openxmlformats.org/officeDocument/2006/relationships/customXml" Target="../ink/ink52.xml"/><Relationship Id="rId28" Type="http://schemas.openxmlformats.org/officeDocument/2006/relationships/image" Target="../media/image101.png"/><Relationship Id="rId49" Type="http://schemas.openxmlformats.org/officeDocument/2006/relationships/customXml" Target="../ink/ink65.xml"/><Relationship Id="rId114" Type="http://schemas.openxmlformats.org/officeDocument/2006/relationships/image" Target="../media/image144.png"/><Relationship Id="rId119" Type="http://schemas.openxmlformats.org/officeDocument/2006/relationships/customXml" Target="../ink/ink100.xml"/><Relationship Id="rId44" Type="http://schemas.openxmlformats.org/officeDocument/2006/relationships/image" Target="../media/image109.png"/><Relationship Id="rId60" Type="http://schemas.openxmlformats.org/officeDocument/2006/relationships/image" Target="../media/image117.png"/><Relationship Id="rId65" Type="http://schemas.openxmlformats.org/officeDocument/2006/relationships/customXml" Target="../ink/ink73.xml"/><Relationship Id="rId81" Type="http://schemas.openxmlformats.org/officeDocument/2006/relationships/customXml" Target="../ink/ink81.xml"/><Relationship Id="rId86" Type="http://schemas.openxmlformats.org/officeDocument/2006/relationships/image" Target="../media/image130.png"/><Relationship Id="rId4" Type="http://schemas.openxmlformats.org/officeDocument/2006/relationships/image" Target="../media/image2.png"/><Relationship Id="rId9" Type="http://schemas.openxmlformats.org/officeDocument/2006/relationships/customXml" Target="../ink/ink45.xml"/><Relationship Id="rId13" Type="http://schemas.openxmlformats.org/officeDocument/2006/relationships/customXml" Target="../ink/ink47.xml"/><Relationship Id="rId18" Type="http://schemas.openxmlformats.org/officeDocument/2006/relationships/image" Target="../media/image96.png"/><Relationship Id="rId39" Type="http://schemas.openxmlformats.org/officeDocument/2006/relationships/customXml" Target="../ink/ink60.xml"/><Relationship Id="rId109" Type="http://schemas.openxmlformats.org/officeDocument/2006/relationships/customXml" Target="../ink/ink95.xml"/><Relationship Id="rId34" Type="http://schemas.openxmlformats.org/officeDocument/2006/relationships/image" Target="../media/image104.png"/><Relationship Id="rId50" Type="http://schemas.openxmlformats.org/officeDocument/2006/relationships/image" Target="../media/image112.png"/><Relationship Id="rId55" Type="http://schemas.openxmlformats.org/officeDocument/2006/relationships/customXml" Target="../ink/ink68.xml"/><Relationship Id="rId76" Type="http://schemas.openxmlformats.org/officeDocument/2006/relationships/image" Target="../media/image125.png"/><Relationship Id="rId97" Type="http://schemas.openxmlformats.org/officeDocument/2006/relationships/customXml" Target="../ink/ink89.xml"/><Relationship Id="rId104" Type="http://schemas.openxmlformats.org/officeDocument/2006/relationships/image" Target="../media/image139.png"/><Relationship Id="rId120" Type="http://schemas.openxmlformats.org/officeDocument/2006/relationships/image" Target="../media/image147.png"/><Relationship Id="rId7" Type="http://schemas.openxmlformats.org/officeDocument/2006/relationships/customXml" Target="../ink/ink44.xml"/><Relationship Id="rId71" Type="http://schemas.openxmlformats.org/officeDocument/2006/relationships/customXml" Target="../ink/ink76.xml"/><Relationship Id="rId92" Type="http://schemas.openxmlformats.org/officeDocument/2006/relationships/image" Target="../media/image133.png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55.xml"/><Relationship Id="rId24" Type="http://schemas.openxmlformats.org/officeDocument/2006/relationships/image" Target="../media/image99.png"/><Relationship Id="rId40" Type="http://schemas.openxmlformats.org/officeDocument/2006/relationships/image" Target="../media/image107.png"/><Relationship Id="rId45" Type="http://schemas.openxmlformats.org/officeDocument/2006/relationships/customXml" Target="../ink/ink63.xml"/><Relationship Id="rId66" Type="http://schemas.openxmlformats.org/officeDocument/2006/relationships/image" Target="../media/image120.png"/><Relationship Id="rId87" Type="http://schemas.openxmlformats.org/officeDocument/2006/relationships/customXml" Target="../ink/ink84.xml"/><Relationship Id="rId110" Type="http://schemas.openxmlformats.org/officeDocument/2006/relationships/image" Target="../media/image142.png"/><Relationship Id="rId115" Type="http://schemas.openxmlformats.org/officeDocument/2006/relationships/customXml" Target="../ink/ink98.xml"/><Relationship Id="rId61" Type="http://schemas.openxmlformats.org/officeDocument/2006/relationships/customXml" Target="../ink/ink71.xml"/><Relationship Id="rId82" Type="http://schemas.openxmlformats.org/officeDocument/2006/relationships/image" Target="../media/image128.png"/><Relationship Id="rId19" Type="http://schemas.openxmlformats.org/officeDocument/2006/relationships/customXml" Target="../ink/ink50.xml"/><Relationship Id="rId14" Type="http://schemas.openxmlformats.org/officeDocument/2006/relationships/image" Target="../media/image94.png"/><Relationship Id="rId30" Type="http://schemas.openxmlformats.org/officeDocument/2006/relationships/image" Target="../media/image102.png"/><Relationship Id="rId35" Type="http://schemas.openxmlformats.org/officeDocument/2006/relationships/customXml" Target="../ink/ink58.xml"/><Relationship Id="rId56" Type="http://schemas.openxmlformats.org/officeDocument/2006/relationships/image" Target="../media/image115.png"/><Relationship Id="rId77" Type="http://schemas.openxmlformats.org/officeDocument/2006/relationships/customXml" Target="../ink/ink79.xml"/><Relationship Id="rId100" Type="http://schemas.openxmlformats.org/officeDocument/2006/relationships/image" Target="../media/image137.png"/><Relationship Id="rId105" Type="http://schemas.openxmlformats.org/officeDocument/2006/relationships/customXml" Target="../ink/ink93.xml"/><Relationship Id="rId8" Type="http://schemas.openxmlformats.org/officeDocument/2006/relationships/image" Target="../media/image91.png"/><Relationship Id="rId51" Type="http://schemas.openxmlformats.org/officeDocument/2006/relationships/customXml" Target="../ink/ink66.xml"/><Relationship Id="rId72" Type="http://schemas.openxmlformats.org/officeDocument/2006/relationships/image" Target="../media/image123.png"/><Relationship Id="rId93" Type="http://schemas.openxmlformats.org/officeDocument/2006/relationships/customXml" Target="../ink/ink87.xml"/><Relationship Id="rId98" Type="http://schemas.openxmlformats.org/officeDocument/2006/relationships/image" Target="../media/image136.png"/><Relationship Id="rId121" Type="http://schemas.openxmlformats.org/officeDocument/2006/relationships/customXml" Target="../ink/ink101.xml"/><Relationship Id="rId3" Type="http://schemas.openxmlformats.org/officeDocument/2006/relationships/oleObject" Target="../embeddings/oleObject2.bin"/><Relationship Id="rId25" Type="http://schemas.openxmlformats.org/officeDocument/2006/relationships/customXml" Target="../ink/ink53.xml"/><Relationship Id="rId46" Type="http://schemas.openxmlformats.org/officeDocument/2006/relationships/image" Target="../media/image110.png"/><Relationship Id="rId67" Type="http://schemas.openxmlformats.org/officeDocument/2006/relationships/customXml" Target="../ink/ink74.xml"/><Relationship Id="rId116" Type="http://schemas.openxmlformats.org/officeDocument/2006/relationships/image" Target="../media/image145.png"/><Relationship Id="rId20" Type="http://schemas.openxmlformats.org/officeDocument/2006/relationships/image" Target="../media/image97.png"/><Relationship Id="rId41" Type="http://schemas.openxmlformats.org/officeDocument/2006/relationships/customXml" Target="../ink/ink61.xml"/><Relationship Id="rId62" Type="http://schemas.openxmlformats.org/officeDocument/2006/relationships/image" Target="../media/image118.png"/><Relationship Id="rId83" Type="http://schemas.openxmlformats.org/officeDocument/2006/relationships/customXml" Target="../ink/ink82.xml"/><Relationship Id="rId88" Type="http://schemas.openxmlformats.org/officeDocument/2006/relationships/image" Target="../media/image131.png"/><Relationship Id="rId111" Type="http://schemas.openxmlformats.org/officeDocument/2006/relationships/customXml" Target="../ink/ink96.xml"/><Relationship Id="rId15" Type="http://schemas.openxmlformats.org/officeDocument/2006/relationships/customXml" Target="../ink/ink48.xml"/><Relationship Id="rId36" Type="http://schemas.openxmlformats.org/officeDocument/2006/relationships/image" Target="../media/image105.png"/><Relationship Id="rId57" Type="http://schemas.openxmlformats.org/officeDocument/2006/relationships/customXml" Target="../ink/ink69.xml"/><Relationship Id="rId106" Type="http://schemas.openxmlformats.org/officeDocument/2006/relationships/image" Target="../media/image140.png"/><Relationship Id="rId10" Type="http://schemas.openxmlformats.org/officeDocument/2006/relationships/image" Target="../media/image92.png"/><Relationship Id="rId31" Type="http://schemas.openxmlformats.org/officeDocument/2006/relationships/customXml" Target="../ink/ink56.xml"/><Relationship Id="rId52" Type="http://schemas.openxmlformats.org/officeDocument/2006/relationships/image" Target="../media/image113.png"/><Relationship Id="rId73" Type="http://schemas.openxmlformats.org/officeDocument/2006/relationships/customXml" Target="../ink/ink77.xml"/><Relationship Id="rId78" Type="http://schemas.openxmlformats.org/officeDocument/2006/relationships/image" Target="../media/image126.png"/><Relationship Id="rId94" Type="http://schemas.openxmlformats.org/officeDocument/2006/relationships/image" Target="../media/image134.png"/><Relationship Id="rId99" Type="http://schemas.openxmlformats.org/officeDocument/2006/relationships/customXml" Target="../ink/ink90.xml"/><Relationship Id="rId101" Type="http://schemas.openxmlformats.org/officeDocument/2006/relationships/customXml" Target="../ink/ink91.xml"/><Relationship Id="rId122" Type="http://schemas.openxmlformats.org/officeDocument/2006/relationships/image" Target="../media/image1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53.png"/><Relationship Id="rId18" Type="http://schemas.openxmlformats.org/officeDocument/2006/relationships/customXml" Target="../ink/ink108.xml"/><Relationship Id="rId3" Type="http://schemas.openxmlformats.org/officeDocument/2006/relationships/oleObject" Target="../embeddings/oleObject3.bin"/><Relationship Id="rId21" Type="http://schemas.openxmlformats.org/officeDocument/2006/relationships/image" Target="../media/image157.png"/><Relationship Id="rId7" Type="http://schemas.openxmlformats.org/officeDocument/2006/relationships/image" Target="../media/image150.png"/><Relationship Id="rId12" Type="http://schemas.openxmlformats.org/officeDocument/2006/relationships/customXml" Target="../ink/ink105.xml"/><Relationship Id="rId17" Type="http://schemas.openxmlformats.org/officeDocument/2006/relationships/image" Target="../media/image155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107.xml"/><Relationship Id="rId20" Type="http://schemas.openxmlformats.org/officeDocument/2006/relationships/customXml" Target="../ink/ink109.xml"/><Relationship Id="rId1" Type="http://schemas.openxmlformats.org/officeDocument/2006/relationships/vmlDrawing" Target="../drawings/vmlDrawing3.vml"/><Relationship Id="rId6" Type="http://schemas.openxmlformats.org/officeDocument/2006/relationships/customXml" Target="../ink/ink102.xml"/><Relationship Id="rId11" Type="http://schemas.openxmlformats.org/officeDocument/2006/relationships/image" Target="../media/image152.png"/><Relationship Id="rId5" Type="http://schemas.openxmlformats.org/officeDocument/2006/relationships/image" Target="../media/image3.png"/><Relationship Id="rId15" Type="http://schemas.openxmlformats.org/officeDocument/2006/relationships/image" Target="../media/image154.png"/><Relationship Id="rId23" Type="http://schemas.openxmlformats.org/officeDocument/2006/relationships/image" Target="../media/image158.png"/><Relationship Id="rId10" Type="http://schemas.openxmlformats.org/officeDocument/2006/relationships/customXml" Target="../ink/ink104.xml"/><Relationship Id="rId19" Type="http://schemas.openxmlformats.org/officeDocument/2006/relationships/image" Target="../media/image156.png"/><Relationship Id="rId4" Type="http://schemas.openxmlformats.org/officeDocument/2006/relationships/image" Target="../media/image2.png"/><Relationship Id="rId9" Type="http://schemas.openxmlformats.org/officeDocument/2006/relationships/image" Target="../media/image151.png"/><Relationship Id="rId14" Type="http://schemas.openxmlformats.org/officeDocument/2006/relationships/customXml" Target="../ink/ink106.xml"/><Relationship Id="rId22" Type="http://schemas.openxmlformats.org/officeDocument/2006/relationships/customXml" Target="../ink/ink11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7.xml"/><Relationship Id="rId21" Type="http://schemas.openxmlformats.org/officeDocument/2006/relationships/customXml" Target="../ink/ink119.xml"/><Relationship Id="rId42" Type="http://schemas.openxmlformats.org/officeDocument/2006/relationships/image" Target="../media/image177.png"/><Relationship Id="rId63" Type="http://schemas.openxmlformats.org/officeDocument/2006/relationships/customXml" Target="../ink/ink140.xml"/><Relationship Id="rId84" Type="http://schemas.openxmlformats.org/officeDocument/2006/relationships/image" Target="../media/image118.png"/><Relationship Id="rId16" Type="http://schemas.openxmlformats.org/officeDocument/2006/relationships/image" Target="../media/image164.png"/><Relationship Id="rId107" Type="http://schemas.openxmlformats.org/officeDocument/2006/relationships/customXml" Target="../ink/ink162.xml"/><Relationship Id="rId11" Type="http://schemas.openxmlformats.org/officeDocument/2006/relationships/customXml" Target="../ink/ink114.xml"/><Relationship Id="rId32" Type="http://schemas.openxmlformats.org/officeDocument/2006/relationships/image" Target="../media/image172.png"/><Relationship Id="rId37" Type="http://schemas.openxmlformats.org/officeDocument/2006/relationships/customXml" Target="../ink/ink127.xml"/><Relationship Id="rId53" Type="http://schemas.openxmlformats.org/officeDocument/2006/relationships/customXml" Target="../ink/ink135.xml"/><Relationship Id="rId58" Type="http://schemas.openxmlformats.org/officeDocument/2006/relationships/image" Target="../media/image185.png"/><Relationship Id="rId74" Type="http://schemas.openxmlformats.org/officeDocument/2006/relationships/image" Target="../media/image111.png"/><Relationship Id="rId79" Type="http://schemas.openxmlformats.org/officeDocument/2006/relationships/customXml" Target="../ink/ink148.xml"/><Relationship Id="rId102" Type="http://schemas.openxmlformats.org/officeDocument/2006/relationships/image" Target="../media/image127.png"/><Relationship Id="rId123" Type="http://schemas.openxmlformats.org/officeDocument/2006/relationships/customXml" Target="../ink/ink170.xml"/><Relationship Id="rId128" Type="http://schemas.openxmlformats.org/officeDocument/2006/relationships/image" Target="../media/image201.png"/><Relationship Id="rId5" Type="http://schemas.openxmlformats.org/officeDocument/2006/relationships/customXml" Target="../ink/ink111.xml"/><Relationship Id="rId90" Type="http://schemas.openxmlformats.org/officeDocument/2006/relationships/image" Target="../media/image121.png"/><Relationship Id="rId95" Type="http://schemas.openxmlformats.org/officeDocument/2006/relationships/customXml" Target="../ink/ink156.xml"/><Relationship Id="rId22" Type="http://schemas.openxmlformats.org/officeDocument/2006/relationships/image" Target="../media/image167.png"/><Relationship Id="rId27" Type="http://schemas.openxmlformats.org/officeDocument/2006/relationships/customXml" Target="../ink/ink122.xml"/><Relationship Id="rId43" Type="http://schemas.openxmlformats.org/officeDocument/2006/relationships/customXml" Target="../ink/ink130.xml"/><Relationship Id="rId48" Type="http://schemas.openxmlformats.org/officeDocument/2006/relationships/image" Target="../media/image180.png"/><Relationship Id="rId64" Type="http://schemas.openxmlformats.org/officeDocument/2006/relationships/image" Target="../media/image188.png"/><Relationship Id="rId69" Type="http://schemas.openxmlformats.org/officeDocument/2006/relationships/customXml" Target="../ink/ink143.xml"/><Relationship Id="rId113" Type="http://schemas.openxmlformats.org/officeDocument/2006/relationships/customXml" Target="../ink/ink165.xml"/><Relationship Id="rId118" Type="http://schemas.openxmlformats.org/officeDocument/2006/relationships/image" Target="../media/image196.png"/><Relationship Id="rId134" Type="http://schemas.openxmlformats.org/officeDocument/2006/relationships/image" Target="../media/image204.png"/><Relationship Id="rId80" Type="http://schemas.openxmlformats.org/officeDocument/2006/relationships/image" Target="../media/image115.png"/><Relationship Id="rId85" Type="http://schemas.openxmlformats.org/officeDocument/2006/relationships/customXml" Target="../ink/ink151.xml"/><Relationship Id="rId12" Type="http://schemas.openxmlformats.org/officeDocument/2006/relationships/image" Target="../media/image162.png"/><Relationship Id="rId17" Type="http://schemas.openxmlformats.org/officeDocument/2006/relationships/customXml" Target="../ink/ink117.xml"/><Relationship Id="rId33" Type="http://schemas.openxmlformats.org/officeDocument/2006/relationships/customXml" Target="../ink/ink125.xml"/><Relationship Id="rId38" Type="http://schemas.openxmlformats.org/officeDocument/2006/relationships/image" Target="../media/image175.png"/><Relationship Id="rId59" Type="http://schemas.openxmlformats.org/officeDocument/2006/relationships/customXml" Target="../ink/ink138.xml"/><Relationship Id="rId103" Type="http://schemas.openxmlformats.org/officeDocument/2006/relationships/customXml" Target="../ink/ink160.xml"/><Relationship Id="rId108" Type="http://schemas.openxmlformats.org/officeDocument/2006/relationships/image" Target="../media/image191.png"/><Relationship Id="rId124" Type="http://schemas.openxmlformats.org/officeDocument/2006/relationships/image" Target="../media/image199.png"/><Relationship Id="rId129" Type="http://schemas.openxmlformats.org/officeDocument/2006/relationships/customXml" Target="../ink/ink173.xml"/><Relationship Id="rId54" Type="http://schemas.openxmlformats.org/officeDocument/2006/relationships/image" Target="../media/image183.png"/><Relationship Id="rId70" Type="http://schemas.openxmlformats.org/officeDocument/2006/relationships/image" Target="../media/image109.png"/><Relationship Id="rId75" Type="http://schemas.openxmlformats.org/officeDocument/2006/relationships/customXml" Target="../ink/ink146.xml"/><Relationship Id="rId91" Type="http://schemas.openxmlformats.org/officeDocument/2006/relationships/customXml" Target="../ink/ink154.xml"/><Relationship Id="rId96" Type="http://schemas.openxmlformats.org/officeDocument/2006/relationships/image" Target="../media/image124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9.png"/><Relationship Id="rId23" Type="http://schemas.openxmlformats.org/officeDocument/2006/relationships/customXml" Target="../ink/ink120.xml"/><Relationship Id="rId28" Type="http://schemas.openxmlformats.org/officeDocument/2006/relationships/image" Target="../media/image170.png"/><Relationship Id="rId49" Type="http://schemas.openxmlformats.org/officeDocument/2006/relationships/customXml" Target="../ink/ink133.xml"/><Relationship Id="rId114" Type="http://schemas.openxmlformats.org/officeDocument/2006/relationships/image" Target="../media/image194.png"/><Relationship Id="rId119" Type="http://schemas.openxmlformats.org/officeDocument/2006/relationships/customXml" Target="../ink/ink168.xml"/><Relationship Id="rId44" Type="http://schemas.openxmlformats.org/officeDocument/2006/relationships/image" Target="../media/image178.png"/><Relationship Id="rId60" Type="http://schemas.openxmlformats.org/officeDocument/2006/relationships/image" Target="../media/image186.png"/><Relationship Id="rId65" Type="http://schemas.openxmlformats.org/officeDocument/2006/relationships/customXml" Target="../ink/ink141.xml"/><Relationship Id="rId81" Type="http://schemas.openxmlformats.org/officeDocument/2006/relationships/customXml" Target="../ink/ink149.xml"/><Relationship Id="rId86" Type="http://schemas.openxmlformats.org/officeDocument/2006/relationships/image" Target="../media/image119.png"/><Relationship Id="rId130" Type="http://schemas.openxmlformats.org/officeDocument/2006/relationships/image" Target="../media/image202.png"/><Relationship Id="rId135" Type="http://schemas.openxmlformats.org/officeDocument/2006/relationships/customXml" Target="../ink/ink176.xml"/><Relationship Id="rId13" Type="http://schemas.openxmlformats.org/officeDocument/2006/relationships/customXml" Target="../ink/ink115.xml"/><Relationship Id="rId18" Type="http://schemas.openxmlformats.org/officeDocument/2006/relationships/image" Target="../media/image165.png"/><Relationship Id="rId39" Type="http://schemas.openxmlformats.org/officeDocument/2006/relationships/customXml" Target="../ink/ink128.xml"/><Relationship Id="rId109" Type="http://schemas.openxmlformats.org/officeDocument/2006/relationships/customXml" Target="../ink/ink163.xml"/><Relationship Id="rId34" Type="http://schemas.openxmlformats.org/officeDocument/2006/relationships/image" Target="../media/image173.png"/><Relationship Id="rId50" Type="http://schemas.openxmlformats.org/officeDocument/2006/relationships/image" Target="../media/image181.png"/><Relationship Id="rId55" Type="http://schemas.openxmlformats.org/officeDocument/2006/relationships/customXml" Target="../ink/ink136.xml"/><Relationship Id="rId76" Type="http://schemas.openxmlformats.org/officeDocument/2006/relationships/image" Target="../media/image112.png"/><Relationship Id="rId97" Type="http://schemas.openxmlformats.org/officeDocument/2006/relationships/customXml" Target="../ink/ink157.xml"/><Relationship Id="rId104" Type="http://schemas.openxmlformats.org/officeDocument/2006/relationships/image" Target="../media/image128.png"/><Relationship Id="rId120" Type="http://schemas.openxmlformats.org/officeDocument/2006/relationships/image" Target="../media/image197.png"/><Relationship Id="rId125" Type="http://schemas.openxmlformats.org/officeDocument/2006/relationships/customXml" Target="../ink/ink171.xml"/><Relationship Id="rId7" Type="http://schemas.openxmlformats.org/officeDocument/2006/relationships/customXml" Target="../ink/ink112.xml"/><Relationship Id="rId71" Type="http://schemas.openxmlformats.org/officeDocument/2006/relationships/customXml" Target="../ink/ink144.xml"/><Relationship Id="rId92" Type="http://schemas.openxmlformats.org/officeDocument/2006/relationships/image" Target="../media/image122.png"/><Relationship Id="rId2" Type="http://schemas.openxmlformats.org/officeDocument/2006/relationships/slideLayout" Target="../slideLayouts/slideLayout7.xml"/><Relationship Id="rId29" Type="http://schemas.openxmlformats.org/officeDocument/2006/relationships/customXml" Target="../ink/ink123.xml"/><Relationship Id="rId24" Type="http://schemas.openxmlformats.org/officeDocument/2006/relationships/image" Target="../media/image168.png"/><Relationship Id="rId40" Type="http://schemas.openxmlformats.org/officeDocument/2006/relationships/image" Target="../media/image176.png"/><Relationship Id="rId45" Type="http://schemas.openxmlformats.org/officeDocument/2006/relationships/customXml" Target="../ink/ink131.xml"/><Relationship Id="rId66" Type="http://schemas.openxmlformats.org/officeDocument/2006/relationships/image" Target="../media/image189.png"/><Relationship Id="rId87" Type="http://schemas.openxmlformats.org/officeDocument/2006/relationships/customXml" Target="../ink/ink152.xml"/><Relationship Id="rId110" Type="http://schemas.openxmlformats.org/officeDocument/2006/relationships/image" Target="../media/image192.png"/><Relationship Id="rId115" Type="http://schemas.openxmlformats.org/officeDocument/2006/relationships/customXml" Target="../ink/ink166.xml"/><Relationship Id="rId131" Type="http://schemas.openxmlformats.org/officeDocument/2006/relationships/customXml" Target="../ink/ink174.xml"/><Relationship Id="rId136" Type="http://schemas.openxmlformats.org/officeDocument/2006/relationships/image" Target="../media/image205.png"/><Relationship Id="rId61" Type="http://schemas.openxmlformats.org/officeDocument/2006/relationships/customXml" Target="../ink/ink139.xml"/><Relationship Id="rId82" Type="http://schemas.openxmlformats.org/officeDocument/2006/relationships/image" Target="../media/image117.png"/><Relationship Id="rId19" Type="http://schemas.openxmlformats.org/officeDocument/2006/relationships/customXml" Target="../ink/ink118.xml"/><Relationship Id="rId14" Type="http://schemas.openxmlformats.org/officeDocument/2006/relationships/image" Target="../media/image163.png"/><Relationship Id="rId30" Type="http://schemas.openxmlformats.org/officeDocument/2006/relationships/image" Target="../media/image171.png"/><Relationship Id="rId35" Type="http://schemas.openxmlformats.org/officeDocument/2006/relationships/customXml" Target="../ink/ink126.xml"/><Relationship Id="rId56" Type="http://schemas.openxmlformats.org/officeDocument/2006/relationships/image" Target="../media/image184.png"/><Relationship Id="rId77" Type="http://schemas.openxmlformats.org/officeDocument/2006/relationships/customXml" Target="../ink/ink147.xml"/><Relationship Id="rId100" Type="http://schemas.openxmlformats.org/officeDocument/2006/relationships/image" Target="../media/image126.png"/><Relationship Id="rId105" Type="http://schemas.openxmlformats.org/officeDocument/2006/relationships/customXml" Target="../ink/ink161.xml"/><Relationship Id="rId126" Type="http://schemas.openxmlformats.org/officeDocument/2006/relationships/image" Target="../media/image200.png"/><Relationship Id="rId8" Type="http://schemas.openxmlformats.org/officeDocument/2006/relationships/image" Target="../media/image160.png"/><Relationship Id="rId51" Type="http://schemas.openxmlformats.org/officeDocument/2006/relationships/customXml" Target="../ink/ink134.xml"/><Relationship Id="rId72" Type="http://schemas.openxmlformats.org/officeDocument/2006/relationships/image" Target="../media/image110.png"/><Relationship Id="rId93" Type="http://schemas.openxmlformats.org/officeDocument/2006/relationships/customXml" Target="../ink/ink155.xml"/><Relationship Id="rId98" Type="http://schemas.openxmlformats.org/officeDocument/2006/relationships/image" Target="../media/image125.png"/><Relationship Id="rId121" Type="http://schemas.openxmlformats.org/officeDocument/2006/relationships/customXml" Target="../ink/ink169.xml"/><Relationship Id="rId3" Type="http://schemas.openxmlformats.org/officeDocument/2006/relationships/oleObject" Target="../embeddings/oleObject4.bin"/><Relationship Id="rId25" Type="http://schemas.openxmlformats.org/officeDocument/2006/relationships/customXml" Target="../ink/ink121.xml"/><Relationship Id="rId46" Type="http://schemas.openxmlformats.org/officeDocument/2006/relationships/image" Target="../media/image179.png"/><Relationship Id="rId67" Type="http://schemas.openxmlformats.org/officeDocument/2006/relationships/customXml" Target="../ink/ink142.xml"/><Relationship Id="rId116" Type="http://schemas.openxmlformats.org/officeDocument/2006/relationships/image" Target="../media/image195.png"/><Relationship Id="rId20" Type="http://schemas.openxmlformats.org/officeDocument/2006/relationships/image" Target="../media/image166.png"/><Relationship Id="rId41" Type="http://schemas.openxmlformats.org/officeDocument/2006/relationships/customXml" Target="../ink/ink129.xml"/><Relationship Id="rId62" Type="http://schemas.openxmlformats.org/officeDocument/2006/relationships/image" Target="../media/image187.png"/><Relationship Id="rId83" Type="http://schemas.openxmlformats.org/officeDocument/2006/relationships/customXml" Target="../ink/ink150.xml"/><Relationship Id="rId88" Type="http://schemas.openxmlformats.org/officeDocument/2006/relationships/image" Target="../media/image120.png"/><Relationship Id="rId111" Type="http://schemas.openxmlformats.org/officeDocument/2006/relationships/customXml" Target="../ink/ink164.xml"/><Relationship Id="rId132" Type="http://schemas.openxmlformats.org/officeDocument/2006/relationships/image" Target="../media/image203.png"/><Relationship Id="rId15" Type="http://schemas.openxmlformats.org/officeDocument/2006/relationships/customXml" Target="../ink/ink116.xml"/><Relationship Id="rId36" Type="http://schemas.openxmlformats.org/officeDocument/2006/relationships/image" Target="../media/image174.png"/><Relationship Id="rId57" Type="http://schemas.openxmlformats.org/officeDocument/2006/relationships/customXml" Target="../ink/ink137.xml"/><Relationship Id="rId106" Type="http://schemas.openxmlformats.org/officeDocument/2006/relationships/image" Target="../media/image129.png"/><Relationship Id="rId127" Type="http://schemas.openxmlformats.org/officeDocument/2006/relationships/customXml" Target="../ink/ink172.xml"/><Relationship Id="rId10" Type="http://schemas.openxmlformats.org/officeDocument/2006/relationships/image" Target="../media/image161.png"/><Relationship Id="rId31" Type="http://schemas.openxmlformats.org/officeDocument/2006/relationships/customXml" Target="../ink/ink124.xml"/><Relationship Id="rId52" Type="http://schemas.openxmlformats.org/officeDocument/2006/relationships/image" Target="../media/image182.png"/><Relationship Id="rId73" Type="http://schemas.openxmlformats.org/officeDocument/2006/relationships/customXml" Target="../ink/ink145.xml"/><Relationship Id="rId78" Type="http://schemas.openxmlformats.org/officeDocument/2006/relationships/image" Target="../media/image113.png"/><Relationship Id="rId94" Type="http://schemas.openxmlformats.org/officeDocument/2006/relationships/image" Target="../media/image123.png"/><Relationship Id="rId99" Type="http://schemas.openxmlformats.org/officeDocument/2006/relationships/customXml" Target="../ink/ink158.xml"/><Relationship Id="rId101" Type="http://schemas.openxmlformats.org/officeDocument/2006/relationships/customXml" Target="../ink/ink159.xml"/><Relationship Id="rId122" Type="http://schemas.openxmlformats.org/officeDocument/2006/relationships/image" Target="../media/image198.png"/><Relationship Id="rId4" Type="http://schemas.openxmlformats.org/officeDocument/2006/relationships/image" Target="../media/image2.png"/><Relationship Id="rId9" Type="http://schemas.openxmlformats.org/officeDocument/2006/relationships/customXml" Target="../ink/ink113.xml"/><Relationship Id="rId26" Type="http://schemas.openxmlformats.org/officeDocument/2006/relationships/image" Target="../media/image169.png"/><Relationship Id="rId47" Type="http://schemas.openxmlformats.org/officeDocument/2006/relationships/customXml" Target="../ink/ink132.xml"/><Relationship Id="rId68" Type="http://schemas.openxmlformats.org/officeDocument/2006/relationships/image" Target="../media/image190.png"/><Relationship Id="rId89" Type="http://schemas.openxmlformats.org/officeDocument/2006/relationships/customXml" Target="../ink/ink153.xml"/><Relationship Id="rId112" Type="http://schemas.openxmlformats.org/officeDocument/2006/relationships/image" Target="../media/image193.png"/><Relationship Id="rId133" Type="http://schemas.openxmlformats.org/officeDocument/2006/relationships/customXml" Target="../ink/ink175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9.xml"/><Relationship Id="rId21" Type="http://schemas.openxmlformats.org/officeDocument/2006/relationships/image" Target="../media/image215.png"/><Relationship Id="rId42" Type="http://schemas.openxmlformats.org/officeDocument/2006/relationships/customXml" Target="../ink/ink197.xml"/><Relationship Id="rId47" Type="http://schemas.openxmlformats.org/officeDocument/2006/relationships/image" Target="../media/image228.png"/><Relationship Id="rId63" Type="http://schemas.openxmlformats.org/officeDocument/2006/relationships/image" Target="../media/image236.png"/><Relationship Id="rId68" Type="http://schemas.openxmlformats.org/officeDocument/2006/relationships/customXml" Target="../ink/ink210.xml"/><Relationship Id="rId2" Type="http://schemas.openxmlformats.org/officeDocument/2006/relationships/customXml" Target="../ink/ink177.xml"/><Relationship Id="rId16" Type="http://schemas.openxmlformats.org/officeDocument/2006/relationships/customXml" Target="../ink/ink184.xml"/><Relationship Id="rId29" Type="http://schemas.openxmlformats.org/officeDocument/2006/relationships/image" Target="../media/image219.png"/><Relationship Id="rId11" Type="http://schemas.openxmlformats.org/officeDocument/2006/relationships/image" Target="../media/image210.png"/><Relationship Id="rId24" Type="http://schemas.openxmlformats.org/officeDocument/2006/relationships/customXml" Target="../ink/ink188.xml"/><Relationship Id="rId32" Type="http://schemas.openxmlformats.org/officeDocument/2006/relationships/customXml" Target="../ink/ink192.xml"/><Relationship Id="rId37" Type="http://schemas.openxmlformats.org/officeDocument/2006/relationships/image" Target="../media/image223.png"/><Relationship Id="rId40" Type="http://schemas.openxmlformats.org/officeDocument/2006/relationships/customXml" Target="../ink/ink196.xml"/><Relationship Id="rId45" Type="http://schemas.openxmlformats.org/officeDocument/2006/relationships/image" Target="../media/image227.png"/><Relationship Id="rId53" Type="http://schemas.openxmlformats.org/officeDocument/2006/relationships/image" Target="../media/image231.png"/><Relationship Id="rId58" Type="http://schemas.openxmlformats.org/officeDocument/2006/relationships/customXml" Target="../ink/ink205.xml"/><Relationship Id="rId66" Type="http://schemas.openxmlformats.org/officeDocument/2006/relationships/customXml" Target="../ink/ink209.xml"/><Relationship Id="rId74" Type="http://schemas.openxmlformats.org/officeDocument/2006/relationships/customXml" Target="../ink/ink213.xml"/><Relationship Id="rId5" Type="http://schemas.openxmlformats.org/officeDocument/2006/relationships/image" Target="../media/image207.png"/><Relationship Id="rId61" Type="http://schemas.openxmlformats.org/officeDocument/2006/relationships/image" Target="../media/image235.png"/><Relationship Id="rId19" Type="http://schemas.openxmlformats.org/officeDocument/2006/relationships/image" Target="../media/image214.png"/><Relationship Id="rId14" Type="http://schemas.openxmlformats.org/officeDocument/2006/relationships/customXml" Target="../ink/ink183.xml"/><Relationship Id="rId22" Type="http://schemas.openxmlformats.org/officeDocument/2006/relationships/customXml" Target="../ink/ink187.xml"/><Relationship Id="rId27" Type="http://schemas.openxmlformats.org/officeDocument/2006/relationships/image" Target="../media/image218.png"/><Relationship Id="rId30" Type="http://schemas.openxmlformats.org/officeDocument/2006/relationships/customXml" Target="../ink/ink191.xml"/><Relationship Id="rId35" Type="http://schemas.openxmlformats.org/officeDocument/2006/relationships/image" Target="../media/image222.png"/><Relationship Id="rId43" Type="http://schemas.openxmlformats.org/officeDocument/2006/relationships/image" Target="../media/image226.png"/><Relationship Id="rId48" Type="http://schemas.openxmlformats.org/officeDocument/2006/relationships/customXml" Target="../ink/ink200.xml"/><Relationship Id="rId56" Type="http://schemas.openxmlformats.org/officeDocument/2006/relationships/customXml" Target="../ink/ink204.xml"/><Relationship Id="rId64" Type="http://schemas.openxmlformats.org/officeDocument/2006/relationships/customXml" Target="../ink/ink208.xml"/><Relationship Id="rId69" Type="http://schemas.openxmlformats.org/officeDocument/2006/relationships/image" Target="../media/image239.png"/><Relationship Id="rId8" Type="http://schemas.openxmlformats.org/officeDocument/2006/relationships/customXml" Target="../ink/ink180.xml"/><Relationship Id="rId51" Type="http://schemas.openxmlformats.org/officeDocument/2006/relationships/image" Target="../media/image230.png"/><Relationship Id="rId72" Type="http://schemas.openxmlformats.org/officeDocument/2006/relationships/customXml" Target="../ink/ink212.xml"/><Relationship Id="rId3" Type="http://schemas.openxmlformats.org/officeDocument/2006/relationships/image" Target="../media/image206.png"/><Relationship Id="rId12" Type="http://schemas.openxmlformats.org/officeDocument/2006/relationships/customXml" Target="../ink/ink182.xml"/><Relationship Id="rId17" Type="http://schemas.openxmlformats.org/officeDocument/2006/relationships/image" Target="../media/image213.png"/><Relationship Id="rId25" Type="http://schemas.openxmlformats.org/officeDocument/2006/relationships/image" Target="../media/image217.png"/><Relationship Id="rId33" Type="http://schemas.openxmlformats.org/officeDocument/2006/relationships/image" Target="../media/image221.png"/><Relationship Id="rId38" Type="http://schemas.openxmlformats.org/officeDocument/2006/relationships/customXml" Target="../ink/ink195.xml"/><Relationship Id="rId46" Type="http://schemas.openxmlformats.org/officeDocument/2006/relationships/customXml" Target="../ink/ink199.xml"/><Relationship Id="rId59" Type="http://schemas.openxmlformats.org/officeDocument/2006/relationships/image" Target="../media/image234.png"/><Relationship Id="rId67" Type="http://schemas.openxmlformats.org/officeDocument/2006/relationships/image" Target="../media/image238.png"/><Relationship Id="rId20" Type="http://schemas.openxmlformats.org/officeDocument/2006/relationships/customXml" Target="../ink/ink186.xml"/><Relationship Id="rId41" Type="http://schemas.openxmlformats.org/officeDocument/2006/relationships/image" Target="../media/image225.png"/><Relationship Id="rId54" Type="http://schemas.openxmlformats.org/officeDocument/2006/relationships/customXml" Target="../ink/ink203.xml"/><Relationship Id="rId62" Type="http://schemas.openxmlformats.org/officeDocument/2006/relationships/customXml" Target="../ink/ink207.xml"/><Relationship Id="rId70" Type="http://schemas.openxmlformats.org/officeDocument/2006/relationships/customXml" Target="../ink/ink211.xml"/><Relationship Id="rId75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9.xml"/><Relationship Id="rId15" Type="http://schemas.openxmlformats.org/officeDocument/2006/relationships/image" Target="../media/image212.png"/><Relationship Id="rId23" Type="http://schemas.openxmlformats.org/officeDocument/2006/relationships/image" Target="../media/image216.png"/><Relationship Id="rId28" Type="http://schemas.openxmlformats.org/officeDocument/2006/relationships/customXml" Target="../ink/ink190.xml"/><Relationship Id="rId36" Type="http://schemas.openxmlformats.org/officeDocument/2006/relationships/customXml" Target="../ink/ink194.xml"/><Relationship Id="rId49" Type="http://schemas.openxmlformats.org/officeDocument/2006/relationships/image" Target="../media/image229.png"/><Relationship Id="rId57" Type="http://schemas.openxmlformats.org/officeDocument/2006/relationships/image" Target="../media/image233.png"/><Relationship Id="rId10" Type="http://schemas.openxmlformats.org/officeDocument/2006/relationships/customXml" Target="../ink/ink181.xml"/><Relationship Id="rId31" Type="http://schemas.openxmlformats.org/officeDocument/2006/relationships/image" Target="../media/image220.png"/><Relationship Id="rId44" Type="http://schemas.openxmlformats.org/officeDocument/2006/relationships/customXml" Target="../ink/ink198.xml"/><Relationship Id="rId52" Type="http://schemas.openxmlformats.org/officeDocument/2006/relationships/customXml" Target="../ink/ink202.xml"/><Relationship Id="rId60" Type="http://schemas.openxmlformats.org/officeDocument/2006/relationships/customXml" Target="../ink/ink206.xml"/><Relationship Id="rId65" Type="http://schemas.openxmlformats.org/officeDocument/2006/relationships/image" Target="../media/image237.png"/><Relationship Id="rId73" Type="http://schemas.openxmlformats.org/officeDocument/2006/relationships/image" Target="../media/image241.png"/><Relationship Id="rId4" Type="http://schemas.openxmlformats.org/officeDocument/2006/relationships/customXml" Target="../ink/ink178.xml"/><Relationship Id="rId9" Type="http://schemas.openxmlformats.org/officeDocument/2006/relationships/image" Target="../media/image209.png"/><Relationship Id="rId13" Type="http://schemas.openxmlformats.org/officeDocument/2006/relationships/image" Target="../media/image211.png"/><Relationship Id="rId18" Type="http://schemas.openxmlformats.org/officeDocument/2006/relationships/customXml" Target="../ink/ink185.xml"/><Relationship Id="rId39" Type="http://schemas.openxmlformats.org/officeDocument/2006/relationships/image" Target="../media/image224.png"/><Relationship Id="rId34" Type="http://schemas.openxmlformats.org/officeDocument/2006/relationships/customXml" Target="../ink/ink193.xml"/><Relationship Id="rId50" Type="http://schemas.openxmlformats.org/officeDocument/2006/relationships/customXml" Target="../ink/ink201.xml"/><Relationship Id="rId55" Type="http://schemas.openxmlformats.org/officeDocument/2006/relationships/image" Target="../media/image232.png"/><Relationship Id="rId7" Type="http://schemas.openxmlformats.org/officeDocument/2006/relationships/image" Target="../media/image208.png"/><Relationship Id="rId71" Type="http://schemas.openxmlformats.org/officeDocument/2006/relationships/image" Target="../media/image2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customXml" Target="../ink/ink221.xml"/><Relationship Id="rId26" Type="http://schemas.openxmlformats.org/officeDocument/2006/relationships/customXml" Target="../ink/ink225.xml"/><Relationship Id="rId39" Type="http://schemas.openxmlformats.org/officeDocument/2006/relationships/image" Target="../media/image273.png"/><Relationship Id="rId21" Type="http://schemas.openxmlformats.org/officeDocument/2006/relationships/image" Target="../media/image264.png"/><Relationship Id="rId34" Type="http://schemas.openxmlformats.org/officeDocument/2006/relationships/customXml" Target="../ink/ink229.xml"/><Relationship Id="rId42" Type="http://schemas.openxmlformats.org/officeDocument/2006/relationships/customXml" Target="../ink/ink233.xml"/><Relationship Id="rId47" Type="http://schemas.openxmlformats.org/officeDocument/2006/relationships/image" Target="../media/image277.png"/><Relationship Id="rId7" Type="http://schemas.openxmlformats.org/officeDocument/2006/relationships/image" Target="../media/image257.png"/><Relationship Id="rId2" Type="http://schemas.openxmlformats.org/officeDocument/2006/relationships/image" Target="../media/image6.png"/><Relationship Id="rId16" Type="http://schemas.openxmlformats.org/officeDocument/2006/relationships/customXml" Target="../ink/ink220.xml"/><Relationship Id="rId29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5.xml"/><Relationship Id="rId11" Type="http://schemas.openxmlformats.org/officeDocument/2006/relationships/image" Target="../media/image259.png"/><Relationship Id="rId24" Type="http://schemas.openxmlformats.org/officeDocument/2006/relationships/customXml" Target="../ink/ink224.xml"/><Relationship Id="rId32" Type="http://schemas.openxmlformats.org/officeDocument/2006/relationships/customXml" Target="../ink/ink228.xml"/><Relationship Id="rId37" Type="http://schemas.openxmlformats.org/officeDocument/2006/relationships/image" Target="../media/image272.png"/><Relationship Id="rId40" Type="http://schemas.openxmlformats.org/officeDocument/2006/relationships/customXml" Target="../ink/ink232.xml"/><Relationship Id="rId45" Type="http://schemas.openxmlformats.org/officeDocument/2006/relationships/image" Target="../media/image276.png"/><Relationship Id="rId5" Type="http://schemas.openxmlformats.org/officeDocument/2006/relationships/image" Target="../media/image256.png"/><Relationship Id="rId15" Type="http://schemas.openxmlformats.org/officeDocument/2006/relationships/image" Target="../media/image261.png"/><Relationship Id="rId23" Type="http://schemas.openxmlformats.org/officeDocument/2006/relationships/image" Target="../media/image265.png"/><Relationship Id="rId28" Type="http://schemas.openxmlformats.org/officeDocument/2006/relationships/customXml" Target="../ink/ink226.xml"/><Relationship Id="rId36" Type="http://schemas.openxmlformats.org/officeDocument/2006/relationships/customXml" Target="../ink/ink230.xml"/><Relationship Id="rId10" Type="http://schemas.openxmlformats.org/officeDocument/2006/relationships/customXml" Target="../ink/ink217.xml"/><Relationship Id="rId19" Type="http://schemas.openxmlformats.org/officeDocument/2006/relationships/image" Target="../media/image263.png"/><Relationship Id="rId31" Type="http://schemas.openxmlformats.org/officeDocument/2006/relationships/image" Target="../media/image269.png"/><Relationship Id="rId44" Type="http://schemas.openxmlformats.org/officeDocument/2006/relationships/customXml" Target="../ink/ink234.xml"/><Relationship Id="rId4" Type="http://schemas.openxmlformats.org/officeDocument/2006/relationships/customXml" Target="../ink/ink214.xml"/><Relationship Id="rId9" Type="http://schemas.openxmlformats.org/officeDocument/2006/relationships/image" Target="../media/image258.png"/><Relationship Id="rId14" Type="http://schemas.openxmlformats.org/officeDocument/2006/relationships/customXml" Target="../ink/ink219.xml"/><Relationship Id="rId22" Type="http://schemas.openxmlformats.org/officeDocument/2006/relationships/customXml" Target="../ink/ink223.xml"/><Relationship Id="rId27" Type="http://schemas.openxmlformats.org/officeDocument/2006/relationships/image" Target="../media/image267.png"/><Relationship Id="rId30" Type="http://schemas.openxmlformats.org/officeDocument/2006/relationships/customXml" Target="../ink/ink227.xml"/><Relationship Id="rId35" Type="http://schemas.openxmlformats.org/officeDocument/2006/relationships/image" Target="../media/image271.png"/><Relationship Id="rId43" Type="http://schemas.openxmlformats.org/officeDocument/2006/relationships/image" Target="../media/image275.png"/><Relationship Id="rId8" Type="http://schemas.openxmlformats.org/officeDocument/2006/relationships/customXml" Target="../ink/ink216.xml"/><Relationship Id="rId3" Type="http://schemas.openxmlformats.org/officeDocument/2006/relationships/image" Target="../media/image5.png"/><Relationship Id="rId12" Type="http://schemas.openxmlformats.org/officeDocument/2006/relationships/customXml" Target="../ink/ink218.xml"/><Relationship Id="rId17" Type="http://schemas.openxmlformats.org/officeDocument/2006/relationships/image" Target="../media/image262.png"/><Relationship Id="rId25" Type="http://schemas.openxmlformats.org/officeDocument/2006/relationships/image" Target="../media/image266.png"/><Relationship Id="rId33" Type="http://schemas.openxmlformats.org/officeDocument/2006/relationships/image" Target="../media/image270.png"/><Relationship Id="rId38" Type="http://schemas.openxmlformats.org/officeDocument/2006/relationships/customXml" Target="../ink/ink231.xml"/><Relationship Id="rId46" Type="http://schemas.openxmlformats.org/officeDocument/2006/relationships/customXml" Target="../ink/ink235.xml"/><Relationship Id="rId20" Type="http://schemas.openxmlformats.org/officeDocument/2006/relationships/customXml" Target="../ink/ink222.xml"/><Relationship Id="rId41" Type="http://schemas.openxmlformats.org/officeDocument/2006/relationships/image" Target="../media/image2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8.xml"/><Relationship Id="rId13" Type="http://schemas.openxmlformats.org/officeDocument/2006/relationships/image" Target="../media/image282.png"/><Relationship Id="rId18" Type="http://schemas.openxmlformats.org/officeDocument/2006/relationships/customXml" Target="../ink/ink243.xml"/><Relationship Id="rId26" Type="http://schemas.openxmlformats.org/officeDocument/2006/relationships/customXml" Target="../ink/ink247.xml"/><Relationship Id="rId3" Type="http://schemas.openxmlformats.org/officeDocument/2006/relationships/image" Target="../media/image6.png"/><Relationship Id="rId21" Type="http://schemas.openxmlformats.org/officeDocument/2006/relationships/image" Target="../media/image286.png"/><Relationship Id="rId7" Type="http://schemas.openxmlformats.org/officeDocument/2006/relationships/image" Target="../media/image279.png"/><Relationship Id="rId12" Type="http://schemas.openxmlformats.org/officeDocument/2006/relationships/customXml" Target="../ink/ink240.xml"/><Relationship Id="rId17" Type="http://schemas.openxmlformats.org/officeDocument/2006/relationships/image" Target="../media/image284.png"/><Relationship Id="rId25" Type="http://schemas.openxmlformats.org/officeDocument/2006/relationships/image" Target="../media/image288.png"/><Relationship Id="rId2" Type="http://schemas.openxmlformats.org/officeDocument/2006/relationships/image" Target="../media/image5.png"/><Relationship Id="rId16" Type="http://schemas.openxmlformats.org/officeDocument/2006/relationships/customXml" Target="../ink/ink242.xml"/><Relationship Id="rId20" Type="http://schemas.openxmlformats.org/officeDocument/2006/relationships/customXml" Target="../ink/ink244.xml"/><Relationship Id="rId29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7.xml"/><Relationship Id="rId11" Type="http://schemas.openxmlformats.org/officeDocument/2006/relationships/image" Target="../media/image281.png"/><Relationship Id="rId24" Type="http://schemas.openxmlformats.org/officeDocument/2006/relationships/customXml" Target="../ink/ink246.xml"/><Relationship Id="rId5" Type="http://schemas.openxmlformats.org/officeDocument/2006/relationships/image" Target="../media/image278.png"/><Relationship Id="rId15" Type="http://schemas.openxmlformats.org/officeDocument/2006/relationships/image" Target="../media/image283.png"/><Relationship Id="rId23" Type="http://schemas.openxmlformats.org/officeDocument/2006/relationships/image" Target="../media/image287.png"/><Relationship Id="rId28" Type="http://schemas.openxmlformats.org/officeDocument/2006/relationships/customXml" Target="../ink/ink248.xml"/><Relationship Id="rId10" Type="http://schemas.openxmlformats.org/officeDocument/2006/relationships/customXml" Target="../ink/ink239.xml"/><Relationship Id="rId19" Type="http://schemas.openxmlformats.org/officeDocument/2006/relationships/image" Target="../media/image285.png"/><Relationship Id="rId4" Type="http://schemas.openxmlformats.org/officeDocument/2006/relationships/customXml" Target="../ink/ink236.xml"/><Relationship Id="rId9" Type="http://schemas.openxmlformats.org/officeDocument/2006/relationships/image" Target="../media/image280.png"/><Relationship Id="rId14" Type="http://schemas.openxmlformats.org/officeDocument/2006/relationships/customXml" Target="../ink/ink241.xml"/><Relationship Id="rId22" Type="http://schemas.openxmlformats.org/officeDocument/2006/relationships/customXml" Target="../ink/ink245.xml"/><Relationship Id="rId27" Type="http://schemas.openxmlformats.org/officeDocument/2006/relationships/image" Target="../media/image28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1.xml"/><Relationship Id="rId3" Type="http://schemas.openxmlformats.org/officeDocument/2006/relationships/image" Target="../media/image6.png"/><Relationship Id="rId7" Type="http://schemas.openxmlformats.org/officeDocument/2006/relationships/image" Target="../media/image29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0.xml"/><Relationship Id="rId11" Type="http://schemas.openxmlformats.org/officeDocument/2006/relationships/image" Target="../media/image295.png"/><Relationship Id="rId5" Type="http://schemas.openxmlformats.org/officeDocument/2006/relationships/image" Target="../media/image292.png"/><Relationship Id="rId10" Type="http://schemas.openxmlformats.org/officeDocument/2006/relationships/customXml" Target="../ink/ink252.xml"/><Relationship Id="rId4" Type="http://schemas.openxmlformats.org/officeDocument/2006/relationships/customXml" Target="../ink/ink249.xml"/><Relationship Id="rId9" Type="http://schemas.openxmlformats.org/officeDocument/2006/relationships/image" Target="../media/image29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260.xml"/><Relationship Id="rId26" Type="http://schemas.openxmlformats.org/officeDocument/2006/relationships/customXml" Target="../ink/ink264.xml"/><Relationship Id="rId39" Type="http://schemas.openxmlformats.org/officeDocument/2006/relationships/customXml" Target="../ink/ink271.xml"/><Relationship Id="rId21" Type="http://schemas.openxmlformats.org/officeDocument/2006/relationships/image" Target="../media/image16.png"/><Relationship Id="rId34" Type="http://schemas.openxmlformats.org/officeDocument/2006/relationships/image" Target="../media/image310.png"/><Relationship Id="rId42" Type="http://schemas.openxmlformats.org/officeDocument/2006/relationships/image" Target="../media/image314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6" Type="http://schemas.openxmlformats.org/officeDocument/2006/relationships/customXml" Target="../ink/ink259.xml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4.xml"/><Relationship Id="rId11" Type="http://schemas.openxmlformats.org/officeDocument/2006/relationships/image" Target="../media/image11.png"/><Relationship Id="rId24" Type="http://schemas.openxmlformats.org/officeDocument/2006/relationships/customXml" Target="../ink/ink263.xml"/><Relationship Id="rId32" Type="http://schemas.openxmlformats.org/officeDocument/2006/relationships/customXml" Target="../ink/ink267.xml"/><Relationship Id="rId37" Type="http://schemas.openxmlformats.org/officeDocument/2006/relationships/customXml" Target="../ink/ink270.xml"/><Relationship Id="rId40" Type="http://schemas.openxmlformats.org/officeDocument/2006/relationships/image" Target="../media/image313.png"/><Relationship Id="rId45" Type="http://schemas.openxmlformats.org/officeDocument/2006/relationships/customXml" Target="../ink/ink274.xml"/><Relationship Id="rId5" Type="http://schemas.openxmlformats.org/officeDocument/2006/relationships/image" Target="../media/image114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265.xml"/><Relationship Id="rId36" Type="http://schemas.openxmlformats.org/officeDocument/2006/relationships/image" Target="../media/image311.png"/><Relationship Id="rId10" Type="http://schemas.openxmlformats.org/officeDocument/2006/relationships/customXml" Target="../ink/ink256.xml"/><Relationship Id="rId19" Type="http://schemas.openxmlformats.org/officeDocument/2006/relationships/image" Target="../media/image15.png"/><Relationship Id="rId31" Type="http://schemas.openxmlformats.org/officeDocument/2006/relationships/image" Target="../media/image309.png"/><Relationship Id="rId44" Type="http://schemas.openxmlformats.org/officeDocument/2006/relationships/image" Target="../media/image315.png"/><Relationship Id="rId4" Type="http://schemas.openxmlformats.org/officeDocument/2006/relationships/customXml" Target="../ink/ink253.xml"/><Relationship Id="rId9" Type="http://schemas.openxmlformats.org/officeDocument/2006/relationships/image" Target="../media/image10.png"/><Relationship Id="rId14" Type="http://schemas.openxmlformats.org/officeDocument/2006/relationships/customXml" Target="../ink/ink258.xml"/><Relationship Id="rId22" Type="http://schemas.openxmlformats.org/officeDocument/2006/relationships/customXml" Target="../ink/ink262.xml"/><Relationship Id="rId27" Type="http://schemas.openxmlformats.org/officeDocument/2006/relationships/image" Target="../media/image19.png"/><Relationship Id="rId30" Type="http://schemas.openxmlformats.org/officeDocument/2006/relationships/customXml" Target="../ink/ink266.xml"/><Relationship Id="rId35" Type="http://schemas.openxmlformats.org/officeDocument/2006/relationships/customXml" Target="../ink/ink269.xml"/><Relationship Id="rId43" Type="http://schemas.openxmlformats.org/officeDocument/2006/relationships/customXml" Target="../ink/ink273.xml"/><Relationship Id="rId8" Type="http://schemas.openxmlformats.org/officeDocument/2006/relationships/customXml" Target="../ink/ink255.xml"/><Relationship Id="rId3" Type="http://schemas.openxmlformats.org/officeDocument/2006/relationships/image" Target="../media/image8.png"/><Relationship Id="rId12" Type="http://schemas.openxmlformats.org/officeDocument/2006/relationships/customXml" Target="../ink/ink257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customXml" Target="../ink/ink268.xml"/><Relationship Id="rId38" Type="http://schemas.openxmlformats.org/officeDocument/2006/relationships/image" Target="../media/image312.png"/><Relationship Id="rId46" Type="http://schemas.openxmlformats.org/officeDocument/2006/relationships/image" Target="../media/image316.png"/><Relationship Id="rId20" Type="http://schemas.openxmlformats.org/officeDocument/2006/relationships/customXml" Target="../ink/ink261.xml"/><Relationship Id="rId41" Type="http://schemas.openxmlformats.org/officeDocument/2006/relationships/customXml" Target="../ink/ink27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7.xml"/><Relationship Id="rId13" Type="http://schemas.openxmlformats.org/officeDocument/2006/relationships/image" Target="../media/image22.png"/><Relationship Id="rId18" Type="http://schemas.openxmlformats.org/officeDocument/2006/relationships/customXml" Target="../ink/ink282.xml"/><Relationship Id="rId3" Type="http://schemas.openxmlformats.org/officeDocument/2006/relationships/image" Target="../media/image21.png"/><Relationship Id="rId7" Type="http://schemas.openxmlformats.org/officeDocument/2006/relationships/image" Target="../media/image319.png"/><Relationship Id="rId12" Type="http://schemas.openxmlformats.org/officeDocument/2006/relationships/customXml" Target="../ink/ink279.xml"/><Relationship Id="rId17" Type="http://schemas.openxmlformats.org/officeDocument/2006/relationships/image" Target="../media/image324.png"/><Relationship Id="rId2" Type="http://schemas.openxmlformats.org/officeDocument/2006/relationships/image" Target="../media/image8.png"/><Relationship Id="rId16" Type="http://schemas.openxmlformats.org/officeDocument/2006/relationships/customXml" Target="../ink/ink2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6.xml"/><Relationship Id="rId11" Type="http://schemas.openxmlformats.org/officeDocument/2006/relationships/image" Target="../media/image321.png"/><Relationship Id="rId5" Type="http://schemas.openxmlformats.org/officeDocument/2006/relationships/image" Target="../media/image318.png"/><Relationship Id="rId15" Type="http://schemas.openxmlformats.org/officeDocument/2006/relationships/image" Target="../media/image23.png"/><Relationship Id="rId10" Type="http://schemas.openxmlformats.org/officeDocument/2006/relationships/customXml" Target="../ink/ink278.xml"/><Relationship Id="rId19" Type="http://schemas.openxmlformats.org/officeDocument/2006/relationships/image" Target="../media/image325.png"/><Relationship Id="rId4" Type="http://schemas.openxmlformats.org/officeDocument/2006/relationships/customXml" Target="../ink/ink275.xml"/><Relationship Id="rId9" Type="http://schemas.openxmlformats.org/officeDocument/2006/relationships/image" Target="../media/image320.png"/><Relationship Id="rId14" Type="http://schemas.openxmlformats.org/officeDocument/2006/relationships/customXml" Target="../ink/ink280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3" Type="http://schemas.openxmlformats.org/officeDocument/2006/relationships/customXml" Target="../ink/ink283.xml"/><Relationship Id="rId12" Type="http://schemas.openxmlformats.org/officeDocument/2006/relationships/customXml" Target="../ink/ink285.xml"/><Relationship Id="rId2" Type="http://schemas.openxmlformats.org/officeDocument/2006/relationships/image" Target="../media/image24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11" Type="http://schemas.openxmlformats.org/officeDocument/2006/relationships/customXml" Target="../ink/ink284.xml"/><Relationship Id="rId15" Type="http://schemas.openxmlformats.org/officeDocument/2006/relationships/image" Target="../media/image331.png"/><Relationship Id="rId10" Type="http://schemas.openxmlformats.org/officeDocument/2006/relationships/image" Target="../media/image114.png"/><Relationship Id="rId14" Type="http://schemas.openxmlformats.org/officeDocument/2006/relationships/customXml" Target="../ink/ink286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21" Type="http://schemas.openxmlformats.org/officeDocument/2006/relationships/customXml" Target="../ink/ink296.xml"/><Relationship Id="rId42" Type="http://schemas.openxmlformats.org/officeDocument/2006/relationships/image" Target="../media/image46.png"/><Relationship Id="rId47" Type="http://schemas.openxmlformats.org/officeDocument/2006/relationships/customXml" Target="../ink/ink309.xml"/><Relationship Id="rId63" Type="http://schemas.openxmlformats.org/officeDocument/2006/relationships/customXml" Target="../ink/ink317.xml"/><Relationship Id="rId68" Type="http://schemas.openxmlformats.org/officeDocument/2006/relationships/image" Target="../media/image59.png"/><Relationship Id="rId84" Type="http://schemas.openxmlformats.org/officeDocument/2006/relationships/image" Target="../media/image67.png"/><Relationship Id="rId89" Type="http://schemas.openxmlformats.org/officeDocument/2006/relationships/customXml" Target="../ink/ink330.xml"/><Relationship Id="rId16" Type="http://schemas.openxmlformats.org/officeDocument/2006/relationships/image" Target="../media/image33.png"/><Relationship Id="rId11" Type="http://schemas.openxmlformats.org/officeDocument/2006/relationships/customXml" Target="../ink/ink291.xml"/><Relationship Id="rId32" Type="http://schemas.openxmlformats.org/officeDocument/2006/relationships/image" Target="../media/image41.png"/><Relationship Id="rId37" Type="http://schemas.openxmlformats.org/officeDocument/2006/relationships/customXml" Target="../ink/ink304.xml"/><Relationship Id="rId53" Type="http://schemas.openxmlformats.org/officeDocument/2006/relationships/customXml" Target="../ink/ink312.xml"/><Relationship Id="rId58" Type="http://schemas.openxmlformats.org/officeDocument/2006/relationships/image" Target="../media/image54.png"/><Relationship Id="rId74" Type="http://schemas.openxmlformats.org/officeDocument/2006/relationships/image" Target="../media/image62.png"/><Relationship Id="rId79" Type="http://schemas.openxmlformats.org/officeDocument/2006/relationships/customXml" Target="../ink/ink325.xml"/><Relationship Id="rId5" Type="http://schemas.openxmlformats.org/officeDocument/2006/relationships/customXml" Target="../ink/ink288.xml"/><Relationship Id="rId90" Type="http://schemas.openxmlformats.org/officeDocument/2006/relationships/image" Target="../media/image70.png"/><Relationship Id="rId95" Type="http://schemas.openxmlformats.org/officeDocument/2006/relationships/customXml" Target="../ink/ink333.xml"/><Relationship Id="rId22" Type="http://schemas.openxmlformats.org/officeDocument/2006/relationships/image" Target="../media/image36.png"/><Relationship Id="rId27" Type="http://schemas.openxmlformats.org/officeDocument/2006/relationships/customXml" Target="../ink/ink299.xml"/><Relationship Id="rId43" Type="http://schemas.openxmlformats.org/officeDocument/2006/relationships/customXml" Target="../ink/ink307.xml"/><Relationship Id="rId48" Type="http://schemas.openxmlformats.org/officeDocument/2006/relationships/image" Target="../media/image49.png"/><Relationship Id="rId64" Type="http://schemas.openxmlformats.org/officeDocument/2006/relationships/image" Target="../media/image57.png"/><Relationship Id="rId69" Type="http://schemas.openxmlformats.org/officeDocument/2006/relationships/customXml" Target="../ink/ink320.xml"/><Relationship Id="rId80" Type="http://schemas.openxmlformats.org/officeDocument/2006/relationships/image" Target="../media/image65.png"/><Relationship Id="rId85" Type="http://schemas.openxmlformats.org/officeDocument/2006/relationships/customXml" Target="../ink/ink328.xml"/><Relationship Id="rId3" Type="http://schemas.openxmlformats.org/officeDocument/2006/relationships/customXml" Target="../ink/ink287.xml"/><Relationship Id="rId12" Type="http://schemas.openxmlformats.org/officeDocument/2006/relationships/image" Target="../media/image31.png"/><Relationship Id="rId17" Type="http://schemas.openxmlformats.org/officeDocument/2006/relationships/customXml" Target="../ink/ink294.xml"/><Relationship Id="rId25" Type="http://schemas.openxmlformats.org/officeDocument/2006/relationships/customXml" Target="../ink/ink298.xml"/><Relationship Id="rId33" Type="http://schemas.openxmlformats.org/officeDocument/2006/relationships/customXml" Target="../ink/ink302.xml"/><Relationship Id="rId38" Type="http://schemas.openxmlformats.org/officeDocument/2006/relationships/image" Target="../media/image44.png"/><Relationship Id="rId46" Type="http://schemas.openxmlformats.org/officeDocument/2006/relationships/image" Target="../media/image48.png"/><Relationship Id="rId59" Type="http://schemas.openxmlformats.org/officeDocument/2006/relationships/customXml" Target="../ink/ink315.xml"/><Relationship Id="rId67" Type="http://schemas.openxmlformats.org/officeDocument/2006/relationships/customXml" Target="../ink/ink319.xml"/><Relationship Id="rId20" Type="http://schemas.openxmlformats.org/officeDocument/2006/relationships/image" Target="../media/image35.png"/><Relationship Id="rId41" Type="http://schemas.openxmlformats.org/officeDocument/2006/relationships/customXml" Target="../ink/ink306.xml"/><Relationship Id="rId54" Type="http://schemas.openxmlformats.org/officeDocument/2006/relationships/image" Target="../media/image52.png"/><Relationship Id="rId62" Type="http://schemas.openxmlformats.org/officeDocument/2006/relationships/image" Target="../media/image56.png"/><Relationship Id="rId70" Type="http://schemas.openxmlformats.org/officeDocument/2006/relationships/image" Target="../media/image60.png"/><Relationship Id="rId75" Type="http://schemas.openxmlformats.org/officeDocument/2006/relationships/customXml" Target="../ink/ink323.xml"/><Relationship Id="rId83" Type="http://schemas.openxmlformats.org/officeDocument/2006/relationships/customXml" Target="../ink/ink327.xml"/><Relationship Id="rId88" Type="http://schemas.openxmlformats.org/officeDocument/2006/relationships/image" Target="../media/image69.png"/><Relationship Id="rId91" Type="http://schemas.openxmlformats.org/officeDocument/2006/relationships/customXml" Target="../ink/ink331.xml"/><Relationship Id="rId9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5" Type="http://schemas.openxmlformats.org/officeDocument/2006/relationships/customXml" Target="../ink/ink293.xml"/><Relationship Id="rId23" Type="http://schemas.openxmlformats.org/officeDocument/2006/relationships/customXml" Target="../ink/ink297.xml"/><Relationship Id="rId28" Type="http://schemas.openxmlformats.org/officeDocument/2006/relationships/image" Target="../media/image39.png"/><Relationship Id="rId36" Type="http://schemas.openxmlformats.org/officeDocument/2006/relationships/image" Target="../media/image43.png"/><Relationship Id="rId49" Type="http://schemas.openxmlformats.org/officeDocument/2006/relationships/customXml" Target="../ink/ink310.xml"/><Relationship Id="rId57" Type="http://schemas.openxmlformats.org/officeDocument/2006/relationships/customXml" Target="../ink/ink314.xml"/><Relationship Id="rId10" Type="http://schemas.openxmlformats.org/officeDocument/2006/relationships/image" Target="../media/image30.png"/><Relationship Id="rId31" Type="http://schemas.openxmlformats.org/officeDocument/2006/relationships/customXml" Target="../ink/ink301.xml"/><Relationship Id="rId44" Type="http://schemas.openxmlformats.org/officeDocument/2006/relationships/image" Target="../media/image47.png"/><Relationship Id="rId52" Type="http://schemas.openxmlformats.org/officeDocument/2006/relationships/image" Target="../media/image51.png"/><Relationship Id="rId60" Type="http://schemas.openxmlformats.org/officeDocument/2006/relationships/image" Target="../media/image55.png"/><Relationship Id="rId65" Type="http://schemas.openxmlformats.org/officeDocument/2006/relationships/customXml" Target="../ink/ink318.xml"/><Relationship Id="rId73" Type="http://schemas.openxmlformats.org/officeDocument/2006/relationships/customXml" Target="../ink/ink322.xml"/><Relationship Id="rId78" Type="http://schemas.openxmlformats.org/officeDocument/2006/relationships/image" Target="../media/image64.png"/><Relationship Id="rId81" Type="http://schemas.openxmlformats.org/officeDocument/2006/relationships/customXml" Target="../ink/ink326.xml"/><Relationship Id="rId86" Type="http://schemas.openxmlformats.org/officeDocument/2006/relationships/image" Target="../media/image68.png"/><Relationship Id="rId94" Type="http://schemas.openxmlformats.org/officeDocument/2006/relationships/image" Target="../media/image72.png"/><Relationship Id="rId99" Type="http://schemas.openxmlformats.org/officeDocument/2006/relationships/customXml" Target="../ink/ink335.xml"/><Relationship Id="rId4" Type="http://schemas.openxmlformats.org/officeDocument/2006/relationships/image" Target="../media/image27.png"/><Relationship Id="rId9" Type="http://schemas.openxmlformats.org/officeDocument/2006/relationships/customXml" Target="../ink/ink290.xml"/><Relationship Id="rId13" Type="http://schemas.openxmlformats.org/officeDocument/2006/relationships/customXml" Target="../ink/ink292.xml"/><Relationship Id="rId18" Type="http://schemas.openxmlformats.org/officeDocument/2006/relationships/image" Target="../media/image34.png"/><Relationship Id="rId39" Type="http://schemas.openxmlformats.org/officeDocument/2006/relationships/customXml" Target="../ink/ink305.xml"/><Relationship Id="rId34" Type="http://schemas.openxmlformats.org/officeDocument/2006/relationships/image" Target="../media/image42.png"/><Relationship Id="rId50" Type="http://schemas.openxmlformats.org/officeDocument/2006/relationships/image" Target="../media/image50.png"/><Relationship Id="rId55" Type="http://schemas.openxmlformats.org/officeDocument/2006/relationships/customXml" Target="../ink/ink313.xml"/><Relationship Id="rId76" Type="http://schemas.openxmlformats.org/officeDocument/2006/relationships/image" Target="../media/image63.png"/><Relationship Id="rId97" Type="http://schemas.openxmlformats.org/officeDocument/2006/relationships/customXml" Target="../ink/ink334.xml"/><Relationship Id="rId7" Type="http://schemas.openxmlformats.org/officeDocument/2006/relationships/customXml" Target="../ink/ink289.xml"/><Relationship Id="rId71" Type="http://schemas.openxmlformats.org/officeDocument/2006/relationships/customXml" Target="../ink/ink321.xml"/><Relationship Id="rId92" Type="http://schemas.openxmlformats.org/officeDocument/2006/relationships/image" Target="../media/image71.png"/><Relationship Id="rId2" Type="http://schemas.openxmlformats.org/officeDocument/2006/relationships/image" Target="../media/image26.png"/><Relationship Id="rId29" Type="http://schemas.openxmlformats.org/officeDocument/2006/relationships/customXml" Target="../ink/ink300.xml"/><Relationship Id="rId24" Type="http://schemas.openxmlformats.org/officeDocument/2006/relationships/image" Target="../media/image37.png"/><Relationship Id="rId40" Type="http://schemas.openxmlformats.org/officeDocument/2006/relationships/image" Target="../media/image45.png"/><Relationship Id="rId45" Type="http://schemas.openxmlformats.org/officeDocument/2006/relationships/customXml" Target="../ink/ink308.xml"/><Relationship Id="rId66" Type="http://schemas.openxmlformats.org/officeDocument/2006/relationships/image" Target="../media/image58.png"/><Relationship Id="rId87" Type="http://schemas.openxmlformats.org/officeDocument/2006/relationships/customXml" Target="../ink/ink329.xml"/><Relationship Id="rId61" Type="http://schemas.openxmlformats.org/officeDocument/2006/relationships/customXml" Target="../ink/ink316.xml"/><Relationship Id="rId82" Type="http://schemas.openxmlformats.org/officeDocument/2006/relationships/image" Target="../media/image66.png"/><Relationship Id="rId19" Type="http://schemas.openxmlformats.org/officeDocument/2006/relationships/customXml" Target="../ink/ink295.xml"/><Relationship Id="rId14" Type="http://schemas.openxmlformats.org/officeDocument/2006/relationships/image" Target="../media/image32.png"/><Relationship Id="rId30" Type="http://schemas.openxmlformats.org/officeDocument/2006/relationships/image" Target="../media/image40.png"/><Relationship Id="rId35" Type="http://schemas.openxmlformats.org/officeDocument/2006/relationships/customXml" Target="../ink/ink303.xml"/><Relationship Id="rId56" Type="http://schemas.openxmlformats.org/officeDocument/2006/relationships/image" Target="../media/image53.png"/><Relationship Id="rId77" Type="http://schemas.openxmlformats.org/officeDocument/2006/relationships/customXml" Target="../ink/ink324.xml"/><Relationship Id="rId100" Type="http://schemas.openxmlformats.org/officeDocument/2006/relationships/image" Target="../media/image75.png"/><Relationship Id="rId8" Type="http://schemas.openxmlformats.org/officeDocument/2006/relationships/image" Target="../media/image29.png"/><Relationship Id="rId51" Type="http://schemas.openxmlformats.org/officeDocument/2006/relationships/customXml" Target="../ink/ink311.xml"/><Relationship Id="rId72" Type="http://schemas.openxmlformats.org/officeDocument/2006/relationships/image" Target="../media/image61.png"/><Relationship Id="rId93" Type="http://schemas.openxmlformats.org/officeDocument/2006/relationships/customXml" Target="../ink/ink332.xml"/><Relationship Id="rId98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13" Type="http://schemas.openxmlformats.org/officeDocument/2006/relationships/customXml" Target="../ink/ink341.xml"/><Relationship Id="rId18" Type="http://schemas.openxmlformats.org/officeDocument/2006/relationships/image" Target="../media/image388.png"/><Relationship Id="rId3" Type="http://schemas.openxmlformats.org/officeDocument/2006/relationships/customXml" Target="../ink/ink336.xml"/><Relationship Id="rId21" Type="http://schemas.openxmlformats.org/officeDocument/2006/relationships/customXml" Target="../ink/ink345.xml"/><Relationship Id="rId7" Type="http://schemas.openxmlformats.org/officeDocument/2006/relationships/customXml" Target="../ink/ink338.xml"/><Relationship Id="rId12" Type="http://schemas.openxmlformats.org/officeDocument/2006/relationships/image" Target="../media/image385.png"/><Relationship Id="rId17" Type="http://schemas.openxmlformats.org/officeDocument/2006/relationships/customXml" Target="../ink/ink343.xml"/><Relationship Id="rId2" Type="http://schemas.openxmlformats.org/officeDocument/2006/relationships/image" Target="../media/image26.png"/><Relationship Id="rId16" Type="http://schemas.openxmlformats.org/officeDocument/2006/relationships/image" Target="../media/image387.png"/><Relationship Id="rId20" Type="http://schemas.openxmlformats.org/officeDocument/2006/relationships/image" Target="../media/image3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2.png"/><Relationship Id="rId11" Type="http://schemas.openxmlformats.org/officeDocument/2006/relationships/customXml" Target="../ink/ink340.xml"/><Relationship Id="rId24" Type="http://schemas.openxmlformats.org/officeDocument/2006/relationships/image" Target="../media/image391.png"/><Relationship Id="rId5" Type="http://schemas.openxmlformats.org/officeDocument/2006/relationships/customXml" Target="../ink/ink337.xml"/><Relationship Id="rId15" Type="http://schemas.openxmlformats.org/officeDocument/2006/relationships/customXml" Target="../ink/ink342.xml"/><Relationship Id="rId23" Type="http://schemas.openxmlformats.org/officeDocument/2006/relationships/customXml" Target="../ink/ink346.xml"/><Relationship Id="rId10" Type="http://schemas.openxmlformats.org/officeDocument/2006/relationships/image" Target="../media/image384.png"/><Relationship Id="rId19" Type="http://schemas.openxmlformats.org/officeDocument/2006/relationships/customXml" Target="../ink/ink344.xml"/><Relationship Id="rId4" Type="http://schemas.openxmlformats.org/officeDocument/2006/relationships/image" Target="../media/image381.png"/><Relationship Id="rId9" Type="http://schemas.openxmlformats.org/officeDocument/2006/relationships/customXml" Target="../ink/ink339.xml"/><Relationship Id="rId14" Type="http://schemas.openxmlformats.org/officeDocument/2006/relationships/image" Target="../media/image386.png"/><Relationship Id="rId22" Type="http://schemas.openxmlformats.org/officeDocument/2006/relationships/image" Target="../media/image3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0.xml"/><Relationship Id="rId13" Type="http://schemas.openxmlformats.org/officeDocument/2006/relationships/image" Target="../media/image397.png"/><Relationship Id="rId3" Type="http://schemas.openxmlformats.org/officeDocument/2006/relationships/image" Target="../media/image392.png"/><Relationship Id="rId7" Type="http://schemas.openxmlformats.org/officeDocument/2006/relationships/image" Target="../media/image394.png"/><Relationship Id="rId12" Type="http://schemas.openxmlformats.org/officeDocument/2006/relationships/customXml" Target="../ink/ink352.xml"/><Relationship Id="rId2" Type="http://schemas.openxmlformats.org/officeDocument/2006/relationships/customXml" Target="../ink/ink3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9.xml"/><Relationship Id="rId11" Type="http://schemas.openxmlformats.org/officeDocument/2006/relationships/image" Target="../media/image396.png"/><Relationship Id="rId5" Type="http://schemas.openxmlformats.org/officeDocument/2006/relationships/image" Target="../media/image393.png"/><Relationship Id="rId15" Type="http://schemas.openxmlformats.org/officeDocument/2006/relationships/image" Target="../media/image398.png"/><Relationship Id="rId10" Type="http://schemas.openxmlformats.org/officeDocument/2006/relationships/customXml" Target="../ink/ink351.xml"/><Relationship Id="rId4" Type="http://schemas.openxmlformats.org/officeDocument/2006/relationships/customXml" Target="../ink/ink348.xml"/><Relationship Id="rId9" Type="http://schemas.openxmlformats.org/officeDocument/2006/relationships/image" Target="../media/image395.png"/><Relationship Id="rId14" Type="http://schemas.openxmlformats.org/officeDocument/2006/relationships/customXml" Target="../ink/ink35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13" Type="http://schemas.openxmlformats.org/officeDocument/2006/relationships/customXml" Target="../ink/ink359.xml"/><Relationship Id="rId18" Type="http://schemas.openxmlformats.org/officeDocument/2006/relationships/image" Target="../media/image388.png"/><Relationship Id="rId26" Type="http://schemas.openxmlformats.org/officeDocument/2006/relationships/image" Target="../media/image399.png"/><Relationship Id="rId3" Type="http://schemas.openxmlformats.org/officeDocument/2006/relationships/customXml" Target="../ink/ink354.xml"/><Relationship Id="rId21" Type="http://schemas.openxmlformats.org/officeDocument/2006/relationships/customXml" Target="../ink/ink363.xml"/><Relationship Id="rId7" Type="http://schemas.openxmlformats.org/officeDocument/2006/relationships/customXml" Target="../ink/ink356.xml"/><Relationship Id="rId12" Type="http://schemas.openxmlformats.org/officeDocument/2006/relationships/image" Target="../media/image385.png"/><Relationship Id="rId17" Type="http://schemas.openxmlformats.org/officeDocument/2006/relationships/customXml" Target="../ink/ink361.xml"/><Relationship Id="rId25" Type="http://schemas.openxmlformats.org/officeDocument/2006/relationships/customXml" Target="../ink/ink365.xml"/><Relationship Id="rId2" Type="http://schemas.openxmlformats.org/officeDocument/2006/relationships/image" Target="../media/image26.png"/><Relationship Id="rId16" Type="http://schemas.openxmlformats.org/officeDocument/2006/relationships/image" Target="../media/image387.png"/><Relationship Id="rId20" Type="http://schemas.openxmlformats.org/officeDocument/2006/relationships/image" Target="../media/image389.png"/><Relationship Id="rId29" Type="http://schemas.openxmlformats.org/officeDocument/2006/relationships/customXml" Target="../ink/ink36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2.png"/><Relationship Id="rId11" Type="http://schemas.openxmlformats.org/officeDocument/2006/relationships/customXml" Target="../ink/ink358.xml"/><Relationship Id="rId24" Type="http://schemas.openxmlformats.org/officeDocument/2006/relationships/image" Target="../media/image391.png"/><Relationship Id="rId5" Type="http://schemas.openxmlformats.org/officeDocument/2006/relationships/customXml" Target="../ink/ink355.xml"/><Relationship Id="rId15" Type="http://schemas.openxmlformats.org/officeDocument/2006/relationships/customXml" Target="../ink/ink360.xml"/><Relationship Id="rId23" Type="http://schemas.openxmlformats.org/officeDocument/2006/relationships/customXml" Target="../ink/ink364.xml"/><Relationship Id="rId28" Type="http://schemas.openxmlformats.org/officeDocument/2006/relationships/image" Target="../media/image400.png"/><Relationship Id="rId10" Type="http://schemas.openxmlformats.org/officeDocument/2006/relationships/image" Target="../media/image384.png"/><Relationship Id="rId19" Type="http://schemas.openxmlformats.org/officeDocument/2006/relationships/customXml" Target="../ink/ink362.xml"/><Relationship Id="rId4" Type="http://schemas.openxmlformats.org/officeDocument/2006/relationships/image" Target="../media/image381.png"/><Relationship Id="rId9" Type="http://schemas.openxmlformats.org/officeDocument/2006/relationships/customXml" Target="../ink/ink357.xml"/><Relationship Id="rId14" Type="http://schemas.openxmlformats.org/officeDocument/2006/relationships/image" Target="../media/image386.png"/><Relationship Id="rId22" Type="http://schemas.openxmlformats.org/officeDocument/2006/relationships/image" Target="../media/image390.png"/><Relationship Id="rId27" Type="http://schemas.openxmlformats.org/officeDocument/2006/relationships/customXml" Target="../ink/ink366.xml"/><Relationship Id="rId30" Type="http://schemas.openxmlformats.org/officeDocument/2006/relationships/image" Target="../media/image40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png"/><Relationship Id="rId13" Type="http://schemas.openxmlformats.org/officeDocument/2006/relationships/customXml" Target="../ink/ink373.xml"/><Relationship Id="rId3" Type="http://schemas.openxmlformats.org/officeDocument/2006/relationships/customXml" Target="../ink/ink368.xml"/><Relationship Id="rId7" Type="http://schemas.openxmlformats.org/officeDocument/2006/relationships/customXml" Target="../ink/ink370.xml"/><Relationship Id="rId12" Type="http://schemas.openxmlformats.org/officeDocument/2006/relationships/image" Target="../media/image40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4.png"/><Relationship Id="rId11" Type="http://schemas.openxmlformats.org/officeDocument/2006/relationships/customXml" Target="../ink/ink372.xml"/><Relationship Id="rId5" Type="http://schemas.openxmlformats.org/officeDocument/2006/relationships/customXml" Target="../ink/ink369.xml"/><Relationship Id="rId10" Type="http://schemas.openxmlformats.org/officeDocument/2006/relationships/image" Target="../media/image406.png"/><Relationship Id="rId4" Type="http://schemas.openxmlformats.org/officeDocument/2006/relationships/image" Target="../media/image403.png"/><Relationship Id="rId9" Type="http://schemas.openxmlformats.org/officeDocument/2006/relationships/customXml" Target="../ink/ink371.xml"/><Relationship Id="rId14" Type="http://schemas.openxmlformats.org/officeDocument/2006/relationships/image" Target="../media/image19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</a:t>
            </a:r>
            <a:r>
              <a:rPr lang="en-US" sz="3600" b="1" dirty="0">
                <a:solidFill>
                  <a:srgbClr val="FF0000"/>
                </a:solidFill>
              </a:rPr>
              <a:t>Seminar </a:t>
            </a:r>
            <a:r>
              <a:rPr lang="ro-RO" sz="3600" b="1" dirty="0">
                <a:solidFill>
                  <a:srgbClr val="FF0000"/>
                </a:solidFill>
              </a:rPr>
              <a:t>3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C1</a:t>
            </a:r>
            <a:r>
              <a:rPr lang="en-US" sz="3600" b="1" dirty="0">
                <a:solidFill>
                  <a:srgbClr val="FF0000"/>
                </a:solidFill>
              </a:rPr>
              <a:t> – </a:t>
            </a:r>
            <a:r>
              <a:rPr lang="en-US" sz="3600" b="1" dirty="0" err="1">
                <a:solidFill>
                  <a:srgbClr val="FF0000"/>
                </a:solidFill>
              </a:rPr>
              <a:t>grupa</a:t>
            </a:r>
            <a:r>
              <a:rPr lang="en-US" sz="3600" b="1" dirty="0">
                <a:solidFill>
                  <a:srgbClr val="FF0000"/>
                </a:solidFill>
              </a:rPr>
              <a:t> 1</a:t>
            </a:r>
            <a:endParaRPr lang="ro-RO" sz="3600" b="1" dirty="0">
              <a:solidFill>
                <a:srgbClr val="FF0000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5         29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12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9440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>
                <a:solidFill>
                  <a:srgbClr val="0000FF"/>
                </a:solidFill>
              </a:rPr>
              <a:t>Implementarea funcțiilor binare cu DCD</a:t>
            </a:r>
          </a:p>
          <a:p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DCD – funcționare</a:t>
            </a: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Mod de lucru</a:t>
            </a:r>
          </a:p>
          <a:p>
            <a:pPr marL="571500" indent="-5715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Aplicații</a:t>
            </a:r>
          </a:p>
          <a:p>
            <a:pPr marL="571500" indent="-571500">
              <a:buFontTx/>
              <a:buChar char="-"/>
            </a:pPr>
            <a:endParaRPr lang="ro-RO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12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Rectangle 8">
            <a:extLst>
              <a:ext uri="{FF2B5EF4-FFF2-40B4-BE49-F238E27FC236}">
                <a16:creationId xmlns:a16="http://schemas.microsoft.com/office/drawing/2014/main" id="{2637817F-94A5-4C6A-A134-6DDEC0AC3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868708"/>
            <a:ext cx="4914900" cy="51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ro-RO" sz="2000" i="1" dirty="0" err="1"/>
              <a:t>Decodificatorul</a:t>
            </a:r>
            <a:r>
              <a:rPr lang="en-US" altLang="ro-RO" sz="2000" i="1" dirty="0"/>
              <a:t> (DCD)</a:t>
            </a:r>
            <a:endParaRPr lang="ro-RO" altLang="ro-RO" sz="2000" i="1" dirty="0"/>
          </a:p>
          <a:p>
            <a:pPr eaLnBrk="1" hangingPunct="1">
              <a:buClrTx/>
              <a:buSzTx/>
              <a:buFontTx/>
              <a:buNone/>
            </a:pPr>
            <a:r>
              <a:rPr lang="ro-RO" altLang="ro-RO" sz="2000" b="0" i="1" dirty="0"/>
              <a:t>Caracteristici</a:t>
            </a: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en-US" altLang="ro-RO" sz="1800" i="1" dirty="0"/>
              <a:t>n</a:t>
            </a:r>
            <a:r>
              <a:rPr lang="ro-RO" altLang="ro-RO" sz="1800" i="1" dirty="0"/>
              <a:t> </a:t>
            </a:r>
            <a:r>
              <a:rPr lang="ro-RO" altLang="ro-RO" sz="1800" b="0" dirty="0"/>
              <a:t>intrări</a:t>
            </a:r>
            <a:r>
              <a:rPr lang="en-US" altLang="ro-RO" sz="1800" b="0" dirty="0"/>
              <a:t> de </a:t>
            </a:r>
            <a:r>
              <a:rPr lang="en-US" altLang="ro-RO" sz="1800" b="0" dirty="0" err="1"/>
              <a:t>selec</a:t>
            </a:r>
            <a:r>
              <a:rPr lang="ro-RO" altLang="ro-RO" sz="1800" b="0" dirty="0" err="1"/>
              <a:t>ţie</a:t>
            </a:r>
            <a:r>
              <a:rPr lang="ro-RO" altLang="ro-RO" sz="1800" b="0" dirty="0"/>
              <a:t>;</a:t>
            </a: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ro-RO" altLang="ro-RO" sz="1800" i="1" dirty="0"/>
              <a:t>2 la puterea n </a:t>
            </a:r>
            <a:r>
              <a:rPr lang="ro-RO" altLang="ro-RO" sz="1800" b="0" dirty="0" err="1"/>
              <a:t>ieşiri</a:t>
            </a:r>
            <a:r>
              <a:rPr lang="ro-RO" altLang="ro-RO" sz="1800" b="0" dirty="0"/>
              <a:t>:</a:t>
            </a:r>
          </a:p>
          <a:p>
            <a:pPr lvl="1">
              <a:spcBef>
                <a:spcPts val="300"/>
              </a:spcBef>
              <a:buFontTx/>
              <a:buChar char="-"/>
            </a:pPr>
            <a:r>
              <a:rPr lang="ro-RO" altLang="ro-RO" sz="1800" b="0" dirty="0"/>
              <a:t>Doar o singură </a:t>
            </a:r>
            <a:r>
              <a:rPr lang="ro-RO" altLang="ro-RO" sz="1800" b="0" dirty="0" err="1"/>
              <a:t>ieşire</a:t>
            </a:r>
            <a:r>
              <a:rPr lang="ro-RO" altLang="ro-RO" sz="1800" b="0" dirty="0"/>
              <a:t> poate fi activă;</a:t>
            </a:r>
          </a:p>
          <a:p>
            <a:pPr>
              <a:spcBef>
                <a:spcPts val="300"/>
              </a:spcBef>
              <a:buClrTx/>
              <a:buSzTx/>
              <a:buNone/>
            </a:pPr>
            <a:r>
              <a:rPr lang="ro-RO" altLang="ro-RO" sz="1800" b="0" dirty="0"/>
              <a:t>Intrările de </a:t>
            </a:r>
            <a:r>
              <a:rPr lang="ro-RO" altLang="ro-RO" sz="1800" b="0" dirty="0" err="1"/>
              <a:t>selecţie</a:t>
            </a:r>
            <a:r>
              <a:rPr lang="ro-RO" altLang="ro-RO" sz="1800" b="0" dirty="0"/>
              <a:t> (adresă) pot fi notate în mai multe moduri:</a:t>
            </a:r>
          </a:p>
          <a:p>
            <a:pPr lvl="1">
              <a:spcBef>
                <a:spcPts val="300"/>
              </a:spcBef>
              <a:buNone/>
            </a:pPr>
            <a:r>
              <a:rPr lang="ro-RO" altLang="ro-RO" sz="1800" b="0" dirty="0"/>
              <a:t>	   - C B A;</a:t>
            </a:r>
          </a:p>
          <a:p>
            <a:pPr lvl="2">
              <a:spcBef>
                <a:spcPts val="300"/>
              </a:spcBef>
              <a:buClrTx/>
              <a:buFontTx/>
              <a:buChar char="-"/>
            </a:pPr>
            <a:r>
              <a:rPr lang="ro-RO" altLang="ro-RO" sz="1800" b="0" dirty="0"/>
              <a:t>S2 S1 S0; </a:t>
            </a:r>
          </a:p>
          <a:p>
            <a:pPr lvl="2">
              <a:spcBef>
                <a:spcPts val="300"/>
              </a:spcBef>
              <a:buClrTx/>
              <a:buFontTx/>
              <a:buChar char="-"/>
            </a:pPr>
            <a:r>
              <a:rPr lang="ro-RO" altLang="ro-RO" sz="1800" b="0" dirty="0"/>
              <a:t>A2 A1 A0; </a:t>
            </a:r>
          </a:p>
          <a:p>
            <a:pPr>
              <a:spcBef>
                <a:spcPts val="300"/>
              </a:spcBef>
              <a:buClrTx/>
              <a:buSzTx/>
              <a:buNone/>
            </a:pPr>
            <a:r>
              <a:rPr lang="ro-RO" altLang="ro-RO" sz="1800" b="0" dirty="0" err="1"/>
              <a:t>Ieşirile</a:t>
            </a:r>
            <a:r>
              <a:rPr lang="ro-RO" altLang="ro-RO" sz="1800" b="0" dirty="0"/>
              <a:t> pot fi:</a:t>
            </a:r>
          </a:p>
          <a:p>
            <a:pPr>
              <a:spcBef>
                <a:spcPts val="300"/>
              </a:spcBef>
              <a:buClrTx/>
              <a:buSzTx/>
              <a:buNone/>
            </a:pPr>
            <a:r>
              <a:rPr lang="ro-RO" altLang="ro-RO" sz="1800" b="0" dirty="0"/>
              <a:t>	- active pe zero logic (vezi circuitul </a:t>
            </a:r>
            <a:r>
              <a:rPr lang="ro-RO" altLang="ro-RO" sz="1800" b="0" dirty="0" err="1"/>
              <a:t>alaturat</a:t>
            </a:r>
            <a:r>
              <a:rPr lang="ro-RO" altLang="ro-RO" sz="1800" b="0" dirty="0"/>
              <a:t>);</a:t>
            </a:r>
          </a:p>
          <a:p>
            <a:pPr>
              <a:spcBef>
                <a:spcPts val="300"/>
              </a:spcBef>
              <a:buClrTx/>
              <a:buSzTx/>
              <a:buNone/>
            </a:pPr>
            <a:r>
              <a:rPr lang="ro-RO" altLang="ro-RO" sz="1800" b="0" dirty="0"/>
              <a:t>	- active pe unu logic;</a:t>
            </a:r>
          </a:p>
          <a:p>
            <a:pPr>
              <a:spcBef>
                <a:spcPts val="300"/>
              </a:spcBef>
              <a:buClrTx/>
              <a:buSzTx/>
              <a:buNone/>
            </a:pPr>
            <a:endParaRPr lang="ro-RO" altLang="ro-RO" sz="1800" b="0" dirty="0"/>
          </a:p>
          <a:p>
            <a:pPr>
              <a:spcBef>
                <a:spcPts val="300"/>
              </a:spcBef>
              <a:buClrTx/>
              <a:buSzTx/>
              <a:buNone/>
            </a:pPr>
            <a:r>
              <a:rPr lang="ro-RO" altLang="ro-RO" sz="1800" b="0" i="1" dirty="0" err="1">
                <a:solidFill>
                  <a:srgbClr val="0000FF"/>
                </a:solidFill>
              </a:rPr>
              <a:t>Ieşirile</a:t>
            </a:r>
            <a:r>
              <a:rPr lang="ro-RO" altLang="ro-RO" sz="1800" b="0" i="1" dirty="0">
                <a:solidFill>
                  <a:srgbClr val="0000FF"/>
                </a:solidFill>
              </a:rPr>
              <a:t> active pe zero au un </a:t>
            </a:r>
            <a:r>
              <a:rPr lang="ro-RO" altLang="ro-RO" sz="1800" b="0" i="1" dirty="0" err="1">
                <a:solidFill>
                  <a:srgbClr val="0000FF"/>
                </a:solidFill>
              </a:rPr>
              <a:t>cerculeţ</a:t>
            </a:r>
            <a:r>
              <a:rPr lang="ro-RO" altLang="ro-RO" sz="1800" b="0" i="1" dirty="0">
                <a:solidFill>
                  <a:srgbClr val="0000FF"/>
                </a:solidFill>
              </a:rPr>
              <a:t> în simbolul grafic;</a:t>
            </a:r>
          </a:p>
        </p:txBody>
      </p:sp>
      <p:pic>
        <p:nvPicPr>
          <p:cNvPr id="66568" name="Picture 2">
            <a:extLst>
              <a:ext uri="{FF2B5EF4-FFF2-40B4-BE49-F238E27FC236}">
                <a16:creationId xmlns:a16="http://schemas.microsoft.com/office/drawing/2014/main" id="{37E6624A-874A-4364-AC27-95901B3CC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878" y="685830"/>
            <a:ext cx="4754828" cy="579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Dreptunghi 1">
            <a:extLst>
              <a:ext uri="{FF2B5EF4-FFF2-40B4-BE49-F238E27FC236}">
                <a16:creationId xmlns:a16="http://schemas.microsoft.com/office/drawing/2014/main" id="{9BCE495A-00A7-44DC-A05B-1E85F4103401}"/>
              </a:ext>
            </a:extLst>
          </p:cNvPr>
          <p:cNvSpPr/>
          <p:nvPr/>
        </p:nvSpPr>
        <p:spPr>
          <a:xfrm>
            <a:off x="243904" y="137196"/>
            <a:ext cx="1927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DCD – funcționare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CF10E588-4F1F-42BF-9048-6C038C903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EC5CDF-E91E-4DA9-9765-0812F44C69AB}" type="slidenum">
              <a:rPr lang="es-ES" altLang="ro-RO" sz="1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s-ES" altLang="ro-RO" sz="1400" b="0">
              <a:latin typeface="Times New Roman" panose="02020603050405020304" pitchFamily="18" charset="0"/>
            </a:endParaRPr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9BCE495A-00A7-44DC-A05B-1E85F4103401}"/>
              </a:ext>
            </a:extLst>
          </p:cNvPr>
          <p:cNvSpPr/>
          <p:nvPr/>
        </p:nvSpPr>
        <p:spPr>
          <a:xfrm>
            <a:off x="243904" y="137196"/>
            <a:ext cx="1927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DCD – funcționare</a:t>
            </a:r>
          </a:p>
        </p:txBody>
      </p:sp>
    </p:spTree>
    <p:extLst>
      <p:ext uri="{BB962C8B-B14F-4D97-AF65-F5344CB8AC3E}">
        <p14:creationId xmlns:p14="http://schemas.microsoft.com/office/powerpoint/2010/main" val="2321233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CF10E588-4F1F-42BF-9048-6C038C903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EC5CDF-E91E-4DA9-9765-0812F44C69AB}" type="slidenum">
              <a:rPr lang="es-ES" altLang="ro-RO" sz="1400" b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s-ES" altLang="ro-RO" sz="1400" b="0">
              <a:latin typeface="Times New Roman" panose="02020603050405020304" pitchFamily="18" charset="0"/>
            </a:endParaRPr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9BCE495A-00A7-44DC-A05B-1E85F4103401}"/>
              </a:ext>
            </a:extLst>
          </p:cNvPr>
          <p:cNvSpPr/>
          <p:nvPr/>
        </p:nvSpPr>
        <p:spPr>
          <a:xfrm>
            <a:off x="243904" y="137196"/>
            <a:ext cx="5146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 în implementarea FB – Mod de lucru 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D6A6EF7-8E05-4E0B-8E38-086E5EDF7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1064119" cy="420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en-US" altLang="ro-RO" sz="2400" i="1" dirty="0" err="1">
                <a:solidFill>
                  <a:srgbClr val="0000FF"/>
                </a:solidFill>
              </a:rPr>
              <a:t>Implementarea</a:t>
            </a:r>
            <a:r>
              <a:rPr kumimoji="0" lang="en-US" altLang="ro-RO" sz="2400" i="1" dirty="0">
                <a:solidFill>
                  <a:srgbClr val="0000FF"/>
                </a:solidFill>
              </a:rPr>
              <a:t> FB cu DCD</a:t>
            </a:r>
            <a:endParaRPr kumimoji="0" lang="ro-RO" altLang="ro-RO" sz="2400" i="1" dirty="0">
              <a:solidFill>
                <a:srgbClr val="0000FF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0" lang="ro-RO" altLang="ro-RO" sz="2000" i="1" dirty="0"/>
              <a:t>Observații:</a:t>
            </a:r>
          </a:p>
          <a:p>
            <a:pPr eaLnBrk="1" hangingPunct="1">
              <a:buClrTx/>
              <a:buSzTx/>
              <a:buFontTx/>
              <a:buNone/>
            </a:pPr>
            <a:endParaRPr kumimoji="0" lang="ro-RO" altLang="ro-RO" sz="2000" i="1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en-US" altLang="ro-RO" sz="2000" dirty="0" err="1"/>
              <a:t>Variabilele</a:t>
            </a:r>
            <a:r>
              <a:rPr kumimoji="0" lang="en-US" altLang="ro-RO" sz="2000" dirty="0"/>
              <a:t> </a:t>
            </a:r>
            <a:r>
              <a:rPr kumimoji="0" lang="en-US" altLang="ro-RO" sz="2000" dirty="0" err="1"/>
              <a:t>func</a:t>
            </a:r>
            <a:r>
              <a:rPr kumimoji="0" lang="ro-RO" altLang="ro-RO" sz="2000" dirty="0" err="1"/>
              <a:t>ției</a:t>
            </a:r>
            <a:r>
              <a:rPr kumimoji="0" lang="ro-RO" altLang="ro-RO" sz="2000" dirty="0"/>
              <a:t> se conectează la intrările de selecție ale DCD;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ro-RO" altLang="ro-RO" sz="2000" dirty="0"/>
              <a:t>Se recomandă legături cu respectarea ponderilor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ro-RO" altLang="ro-RO" sz="2000" dirty="0"/>
              <a:t>DCD este folosit pentru a calcula toți </a:t>
            </a:r>
            <a:r>
              <a:rPr kumimoji="0" lang="ro-RO" altLang="ro-RO" sz="2000" dirty="0" err="1"/>
              <a:t>mintermenii</a:t>
            </a:r>
            <a:r>
              <a:rPr kumimoji="0" lang="ro-RO" altLang="ro-RO" sz="2000" dirty="0"/>
              <a:t>;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ro-RO" altLang="ro-RO" sz="2000" dirty="0" err="1"/>
              <a:t>Mintermenii</a:t>
            </a:r>
            <a:r>
              <a:rPr kumimoji="0" lang="ro-RO" altLang="ro-RO" sz="2000" dirty="0"/>
              <a:t> sunt disponibili sub formă negată – dacă DCD are ieșiri </a:t>
            </a:r>
            <a:r>
              <a:rPr kumimoji="0" lang="ro-RO" altLang="ro-RO" sz="2000" dirty="0" err="1"/>
              <a:t>actvie</a:t>
            </a:r>
            <a:r>
              <a:rPr kumimoji="0" lang="ro-RO" altLang="ro-RO" sz="2000" dirty="0"/>
              <a:t> pe zero;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ro-RO" altLang="ro-RO" sz="2000" dirty="0" err="1"/>
              <a:t>Mintermenii</a:t>
            </a:r>
            <a:r>
              <a:rPr kumimoji="0" lang="ro-RO" altLang="ro-RO" sz="2000" dirty="0"/>
              <a:t> sunt disponibili sub formă directă  – dacă DCD are ieșiri active pe unu;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kumimoji="0" lang="ro-RO" altLang="ro-RO" sz="2000" dirty="0"/>
              <a:t>Mai este necesară o poartă pentru realizarea sumării </a:t>
            </a:r>
            <a:r>
              <a:rPr kumimoji="0" lang="ro-RO" altLang="ro-RO" sz="2000" dirty="0" err="1"/>
              <a:t>mintermenilor</a:t>
            </a:r>
            <a:r>
              <a:rPr kumimoji="0" lang="ro-RO" altLang="ro-RO" sz="2000" dirty="0"/>
              <a:t> ce trebuie folosiți în calculul funcției;</a:t>
            </a:r>
          </a:p>
        </p:txBody>
      </p:sp>
    </p:spTree>
    <p:extLst>
      <p:ext uri="{BB962C8B-B14F-4D97-AF65-F5344CB8AC3E}">
        <p14:creationId xmlns:p14="http://schemas.microsoft.com/office/powerpoint/2010/main" val="202419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8174F4B-2E4F-4F45-B1D0-07A76DA5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143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id="{7A28E0BE-BE63-409A-83EB-DFFD70F7D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62421"/>
              </p:ext>
            </p:extLst>
          </p:nvPr>
        </p:nvGraphicFramePr>
        <p:xfrm>
          <a:off x="518221" y="868708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0724006-D012-4BB7-B3F1-AEF96C8E14BE}"/>
                  </a:ext>
                </a:extLst>
              </p14:cNvPr>
              <p14:cNvContentPartPr/>
              <p14:nvPr/>
            </p14:nvContentPartPr>
            <p14:xfrm>
              <a:off x="11596509" y="155425"/>
              <a:ext cx="405000" cy="295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0724006-D012-4BB7-B3F1-AEF96C8E1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78509" y="137785"/>
                <a:ext cx="4406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BFC5250-1848-417F-BD26-67183A4F863B}"/>
                  </a:ext>
                </a:extLst>
              </p14:cNvPr>
              <p14:cNvContentPartPr/>
              <p14:nvPr/>
            </p14:nvContentPartPr>
            <p14:xfrm>
              <a:off x="9490149" y="78025"/>
              <a:ext cx="1905840" cy="589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BFC5250-1848-417F-BD26-67183A4F86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72506" y="60374"/>
                <a:ext cx="1941487" cy="624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0514467-C440-4CC1-913F-F291A8711838}"/>
                  </a:ext>
                </a:extLst>
              </p14:cNvPr>
              <p14:cNvContentPartPr/>
              <p14:nvPr/>
            </p14:nvContentPartPr>
            <p14:xfrm>
              <a:off x="8874549" y="230665"/>
              <a:ext cx="344880" cy="189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0514467-C440-4CC1-913F-F291A87118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56549" y="212665"/>
                <a:ext cx="3805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DC11EDC7-826B-4D74-AA1D-9416FFBE74ED}"/>
                  </a:ext>
                </a:extLst>
              </p14:cNvPr>
              <p14:cNvContentPartPr/>
              <p14:nvPr/>
            </p14:nvContentPartPr>
            <p14:xfrm>
              <a:off x="7179309" y="111145"/>
              <a:ext cx="1453680" cy="648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DC11EDC7-826B-4D74-AA1D-9416FFBE74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61673" y="93505"/>
                <a:ext cx="1489311" cy="6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04BF666-E561-4629-99F5-C9D3531C4364}"/>
                  </a:ext>
                </a:extLst>
              </p14:cNvPr>
              <p14:cNvContentPartPr/>
              <p14:nvPr/>
            </p14:nvContentPartPr>
            <p14:xfrm>
              <a:off x="6674949" y="229225"/>
              <a:ext cx="307440" cy="5227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04BF666-E561-4629-99F5-C9D3531C43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56949" y="211585"/>
                <a:ext cx="34308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E0D95C03-531A-4A98-98A3-4019F2F68470}"/>
                  </a:ext>
                </a:extLst>
              </p14:cNvPr>
              <p14:cNvContentPartPr/>
              <p14:nvPr/>
            </p14:nvContentPartPr>
            <p14:xfrm>
              <a:off x="5574069" y="223105"/>
              <a:ext cx="853920" cy="537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E0D95C03-531A-4A98-98A3-4019F2F684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56069" y="205105"/>
                <a:ext cx="88956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CFD6CFC2-BF3C-497C-A46D-5B68D38E26B0}"/>
                  </a:ext>
                </a:extLst>
              </p14:cNvPr>
              <p14:cNvContentPartPr/>
              <p14:nvPr/>
            </p14:nvContentPartPr>
            <p14:xfrm>
              <a:off x="4841109" y="303025"/>
              <a:ext cx="548640" cy="280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CFD6CFC2-BF3C-497C-A46D-5B68D38E26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23109" y="285025"/>
                <a:ext cx="584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2EFDD66-CA48-41E1-902E-FCA46921309A}"/>
                  </a:ext>
                </a:extLst>
              </p14:cNvPr>
              <p14:cNvContentPartPr/>
              <p14:nvPr/>
            </p14:nvContentPartPr>
            <p14:xfrm>
              <a:off x="3657429" y="182425"/>
              <a:ext cx="904680" cy="354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2EFDD66-CA48-41E1-902E-FCA46921309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9429" y="164785"/>
                <a:ext cx="9403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2" name="Cerneală 1031">
                <a:extLst>
                  <a:ext uri="{FF2B5EF4-FFF2-40B4-BE49-F238E27FC236}">
                    <a16:creationId xmlns:a16="http://schemas.microsoft.com/office/drawing/2014/main" id="{7A937589-738F-4793-A36D-8D682F3C30E9}"/>
                  </a:ext>
                </a:extLst>
              </p14:cNvPr>
              <p14:cNvContentPartPr/>
              <p14:nvPr/>
            </p14:nvContentPartPr>
            <p14:xfrm>
              <a:off x="1092069" y="5281105"/>
              <a:ext cx="1213920" cy="416520"/>
            </p14:xfrm>
          </p:contentPart>
        </mc:Choice>
        <mc:Fallback xmlns="">
          <p:pic>
            <p:nvPicPr>
              <p:cNvPr id="1032" name="Cerneală 1031">
                <a:extLst>
                  <a:ext uri="{FF2B5EF4-FFF2-40B4-BE49-F238E27FC236}">
                    <a16:creationId xmlns:a16="http://schemas.microsoft.com/office/drawing/2014/main" id="{7A937589-738F-4793-A36D-8D682F3C30E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74429" y="5263105"/>
                <a:ext cx="12495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33" name="Cerneală 1032">
                <a:extLst>
                  <a:ext uri="{FF2B5EF4-FFF2-40B4-BE49-F238E27FC236}">
                    <a16:creationId xmlns:a16="http://schemas.microsoft.com/office/drawing/2014/main" id="{9F8957C1-69D7-4F20-AD22-1128B0DE8FE6}"/>
                  </a:ext>
                </a:extLst>
              </p14:cNvPr>
              <p14:cNvContentPartPr/>
              <p14:nvPr/>
            </p14:nvContentPartPr>
            <p14:xfrm>
              <a:off x="477189" y="5437345"/>
              <a:ext cx="359280" cy="239760"/>
            </p14:xfrm>
          </p:contentPart>
        </mc:Choice>
        <mc:Fallback xmlns="">
          <p:pic>
            <p:nvPicPr>
              <p:cNvPr id="1033" name="Cerneală 1032">
                <a:extLst>
                  <a:ext uri="{FF2B5EF4-FFF2-40B4-BE49-F238E27FC236}">
                    <a16:creationId xmlns:a16="http://schemas.microsoft.com/office/drawing/2014/main" id="{9F8957C1-69D7-4F20-AD22-1128B0DE8FE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9549" y="5419372"/>
                <a:ext cx="394920" cy="27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1" name="Cerneală 1040">
                <a:extLst>
                  <a:ext uri="{FF2B5EF4-FFF2-40B4-BE49-F238E27FC236}">
                    <a16:creationId xmlns:a16="http://schemas.microsoft.com/office/drawing/2014/main" id="{3A65D703-849A-4107-AC37-B4B7C382FC10}"/>
                  </a:ext>
                </a:extLst>
              </p14:cNvPr>
              <p14:cNvContentPartPr/>
              <p14:nvPr/>
            </p14:nvContentPartPr>
            <p14:xfrm>
              <a:off x="1010349" y="5871145"/>
              <a:ext cx="853920" cy="335520"/>
            </p14:xfrm>
          </p:contentPart>
        </mc:Choice>
        <mc:Fallback xmlns="">
          <p:pic>
            <p:nvPicPr>
              <p:cNvPr id="1041" name="Cerneală 1040">
                <a:extLst>
                  <a:ext uri="{FF2B5EF4-FFF2-40B4-BE49-F238E27FC236}">
                    <a16:creationId xmlns:a16="http://schemas.microsoft.com/office/drawing/2014/main" id="{3A65D703-849A-4107-AC37-B4B7C382FC1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92349" y="5853505"/>
                <a:ext cx="8895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2" name="Cerneală 1041">
                <a:extLst>
                  <a:ext uri="{FF2B5EF4-FFF2-40B4-BE49-F238E27FC236}">
                    <a16:creationId xmlns:a16="http://schemas.microsoft.com/office/drawing/2014/main" id="{33C87F5A-5700-4D8F-A44A-2EFCA2E0DA22}"/>
                  </a:ext>
                </a:extLst>
              </p14:cNvPr>
              <p14:cNvContentPartPr/>
              <p14:nvPr/>
            </p14:nvContentPartPr>
            <p14:xfrm>
              <a:off x="344349" y="5808505"/>
              <a:ext cx="513720" cy="395280"/>
            </p14:xfrm>
          </p:contentPart>
        </mc:Choice>
        <mc:Fallback xmlns="">
          <p:pic>
            <p:nvPicPr>
              <p:cNvPr id="1042" name="Cerneală 1041">
                <a:extLst>
                  <a:ext uri="{FF2B5EF4-FFF2-40B4-BE49-F238E27FC236}">
                    <a16:creationId xmlns:a16="http://schemas.microsoft.com/office/drawing/2014/main" id="{33C87F5A-5700-4D8F-A44A-2EFCA2E0DA2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26362" y="5790865"/>
                <a:ext cx="549335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3" name="Cerneală 1042">
                <a:extLst>
                  <a:ext uri="{FF2B5EF4-FFF2-40B4-BE49-F238E27FC236}">
                    <a16:creationId xmlns:a16="http://schemas.microsoft.com/office/drawing/2014/main" id="{81DB0F31-73E9-41D5-BD4B-7245C7551A5C}"/>
                  </a:ext>
                </a:extLst>
              </p14:cNvPr>
              <p14:cNvContentPartPr/>
              <p14:nvPr/>
            </p14:nvContentPartPr>
            <p14:xfrm>
              <a:off x="2449629" y="5625625"/>
              <a:ext cx="162720" cy="40680"/>
            </p14:xfrm>
          </p:contentPart>
        </mc:Choice>
        <mc:Fallback xmlns="">
          <p:pic>
            <p:nvPicPr>
              <p:cNvPr id="1043" name="Cerneală 1042">
                <a:extLst>
                  <a:ext uri="{FF2B5EF4-FFF2-40B4-BE49-F238E27FC236}">
                    <a16:creationId xmlns:a16="http://schemas.microsoft.com/office/drawing/2014/main" id="{81DB0F31-73E9-41D5-BD4B-7245C7551A5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1629" y="5607985"/>
                <a:ext cx="1983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4" name="Cerneală 1043">
                <a:extLst>
                  <a:ext uri="{FF2B5EF4-FFF2-40B4-BE49-F238E27FC236}">
                    <a16:creationId xmlns:a16="http://schemas.microsoft.com/office/drawing/2014/main" id="{79412F4F-829F-4B20-9DA8-6E9F296074E8}"/>
                  </a:ext>
                </a:extLst>
              </p14:cNvPr>
              <p14:cNvContentPartPr/>
              <p14:nvPr/>
            </p14:nvContentPartPr>
            <p14:xfrm>
              <a:off x="2511909" y="5736505"/>
              <a:ext cx="189360" cy="15120"/>
            </p14:xfrm>
          </p:contentPart>
        </mc:Choice>
        <mc:Fallback xmlns="">
          <p:pic>
            <p:nvPicPr>
              <p:cNvPr id="1044" name="Cerneală 1043">
                <a:extLst>
                  <a:ext uri="{FF2B5EF4-FFF2-40B4-BE49-F238E27FC236}">
                    <a16:creationId xmlns:a16="http://schemas.microsoft.com/office/drawing/2014/main" id="{79412F4F-829F-4B20-9DA8-6E9F296074E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94269" y="5718865"/>
                <a:ext cx="2250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5" name="Cerneală 1044">
                <a:extLst>
                  <a:ext uri="{FF2B5EF4-FFF2-40B4-BE49-F238E27FC236}">
                    <a16:creationId xmlns:a16="http://schemas.microsoft.com/office/drawing/2014/main" id="{8163DAF0-A69E-4658-8B9A-628148FABFAB}"/>
                  </a:ext>
                </a:extLst>
              </p14:cNvPr>
              <p14:cNvContentPartPr/>
              <p14:nvPr/>
            </p14:nvContentPartPr>
            <p14:xfrm>
              <a:off x="1972269" y="5943145"/>
              <a:ext cx="111240" cy="425520"/>
            </p14:xfrm>
          </p:contentPart>
        </mc:Choice>
        <mc:Fallback xmlns="">
          <p:pic>
            <p:nvPicPr>
              <p:cNvPr id="1045" name="Cerneală 1044">
                <a:extLst>
                  <a:ext uri="{FF2B5EF4-FFF2-40B4-BE49-F238E27FC236}">
                    <a16:creationId xmlns:a16="http://schemas.microsoft.com/office/drawing/2014/main" id="{8163DAF0-A69E-4658-8B9A-628148FABFA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954269" y="5925505"/>
                <a:ext cx="14688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65" name="Cerneală 1064">
                <a:extLst>
                  <a:ext uri="{FF2B5EF4-FFF2-40B4-BE49-F238E27FC236}">
                    <a16:creationId xmlns:a16="http://schemas.microsoft.com/office/drawing/2014/main" id="{92E519DD-F32A-467D-AED4-5D9A1DBAC5A9}"/>
                  </a:ext>
                </a:extLst>
              </p14:cNvPr>
              <p14:cNvContentPartPr/>
              <p14:nvPr/>
            </p14:nvContentPartPr>
            <p14:xfrm>
              <a:off x="3965229" y="6226825"/>
              <a:ext cx="962640" cy="415440"/>
            </p14:xfrm>
          </p:contentPart>
        </mc:Choice>
        <mc:Fallback xmlns="">
          <p:pic>
            <p:nvPicPr>
              <p:cNvPr id="1065" name="Cerneală 1064">
                <a:extLst>
                  <a:ext uri="{FF2B5EF4-FFF2-40B4-BE49-F238E27FC236}">
                    <a16:creationId xmlns:a16="http://schemas.microsoft.com/office/drawing/2014/main" id="{92E519DD-F32A-467D-AED4-5D9A1DBAC5A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47589" y="6209185"/>
                <a:ext cx="9982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66" name="Cerneală 1065">
                <a:extLst>
                  <a:ext uri="{FF2B5EF4-FFF2-40B4-BE49-F238E27FC236}">
                    <a16:creationId xmlns:a16="http://schemas.microsoft.com/office/drawing/2014/main" id="{CCA9AC4B-BFA4-4B6B-A630-3BA5EFB97DF1}"/>
                  </a:ext>
                </a:extLst>
              </p14:cNvPr>
              <p14:cNvContentPartPr/>
              <p14:nvPr/>
            </p14:nvContentPartPr>
            <p14:xfrm>
              <a:off x="3124269" y="6131065"/>
              <a:ext cx="597240" cy="353880"/>
            </p14:xfrm>
          </p:contentPart>
        </mc:Choice>
        <mc:Fallback xmlns="">
          <p:pic>
            <p:nvPicPr>
              <p:cNvPr id="1066" name="Cerneală 1065">
                <a:extLst>
                  <a:ext uri="{FF2B5EF4-FFF2-40B4-BE49-F238E27FC236}">
                    <a16:creationId xmlns:a16="http://schemas.microsoft.com/office/drawing/2014/main" id="{CCA9AC4B-BFA4-4B6B-A630-3BA5EFB97DF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06269" y="6113065"/>
                <a:ext cx="63288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67" name="Cerneală 1066">
                <a:extLst>
                  <a:ext uri="{FF2B5EF4-FFF2-40B4-BE49-F238E27FC236}">
                    <a16:creationId xmlns:a16="http://schemas.microsoft.com/office/drawing/2014/main" id="{AF4709F9-C7B6-40CA-A6BC-3630A356C298}"/>
                  </a:ext>
                </a:extLst>
              </p14:cNvPr>
              <p14:cNvContentPartPr/>
              <p14:nvPr/>
            </p14:nvContentPartPr>
            <p14:xfrm>
              <a:off x="4008789" y="5636425"/>
              <a:ext cx="1157040" cy="427680"/>
            </p14:xfrm>
          </p:contentPart>
        </mc:Choice>
        <mc:Fallback xmlns="">
          <p:pic>
            <p:nvPicPr>
              <p:cNvPr id="1067" name="Cerneală 1066">
                <a:extLst>
                  <a:ext uri="{FF2B5EF4-FFF2-40B4-BE49-F238E27FC236}">
                    <a16:creationId xmlns:a16="http://schemas.microsoft.com/office/drawing/2014/main" id="{AF4709F9-C7B6-40CA-A6BC-3630A356C29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990789" y="5618440"/>
                <a:ext cx="1192680" cy="463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68" name="Cerneală 1067">
                <a:extLst>
                  <a:ext uri="{FF2B5EF4-FFF2-40B4-BE49-F238E27FC236}">
                    <a16:creationId xmlns:a16="http://schemas.microsoft.com/office/drawing/2014/main" id="{37A86522-CFAC-4814-B75D-91DA2AD4C1D3}"/>
                  </a:ext>
                </a:extLst>
              </p14:cNvPr>
              <p14:cNvContentPartPr/>
              <p14:nvPr/>
            </p14:nvContentPartPr>
            <p14:xfrm>
              <a:off x="3085389" y="5664145"/>
              <a:ext cx="521640" cy="300600"/>
            </p14:xfrm>
          </p:contentPart>
        </mc:Choice>
        <mc:Fallback xmlns="">
          <p:pic>
            <p:nvPicPr>
              <p:cNvPr id="1068" name="Cerneală 1067">
                <a:extLst>
                  <a:ext uri="{FF2B5EF4-FFF2-40B4-BE49-F238E27FC236}">
                    <a16:creationId xmlns:a16="http://schemas.microsoft.com/office/drawing/2014/main" id="{37A86522-CFAC-4814-B75D-91DA2AD4C1D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67749" y="5646505"/>
                <a:ext cx="5572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85" name="Cerneală 1084">
                <a:extLst>
                  <a:ext uri="{FF2B5EF4-FFF2-40B4-BE49-F238E27FC236}">
                    <a16:creationId xmlns:a16="http://schemas.microsoft.com/office/drawing/2014/main" id="{430B1CC3-6750-48DE-893B-580A6C8861E5}"/>
                  </a:ext>
                </a:extLst>
              </p14:cNvPr>
              <p14:cNvContentPartPr/>
              <p14:nvPr/>
            </p14:nvContentPartPr>
            <p14:xfrm>
              <a:off x="5914629" y="890185"/>
              <a:ext cx="770400" cy="362160"/>
            </p14:xfrm>
          </p:contentPart>
        </mc:Choice>
        <mc:Fallback xmlns="">
          <p:pic>
            <p:nvPicPr>
              <p:cNvPr id="1085" name="Cerneală 1084">
                <a:extLst>
                  <a:ext uri="{FF2B5EF4-FFF2-40B4-BE49-F238E27FC236}">
                    <a16:creationId xmlns:a16="http://schemas.microsoft.com/office/drawing/2014/main" id="{430B1CC3-6750-48DE-893B-580A6C8861E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96981" y="872185"/>
                <a:ext cx="806057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17" name="Cerneală 1116">
                <a:extLst>
                  <a:ext uri="{FF2B5EF4-FFF2-40B4-BE49-F238E27FC236}">
                    <a16:creationId xmlns:a16="http://schemas.microsoft.com/office/drawing/2014/main" id="{AC1D2EF0-C878-44A5-BEEC-5BF5C0DD646E}"/>
                  </a:ext>
                </a:extLst>
              </p14:cNvPr>
              <p14:cNvContentPartPr/>
              <p14:nvPr/>
            </p14:nvContentPartPr>
            <p14:xfrm>
              <a:off x="4427469" y="1325903"/>
              <a:ext cx="4228920" cy="3621960"/>
            </p14:xfrm>
          </p:contentPart>
        </mc:Choice>
        <mc:Fallback xmlns="">
          <p:pic>
            <p:nvPicPr>
              <p:cNvPr id="1117" name="Cerneală 1116">
                <a:extLst>
                  <a:ext uri="{FF2B5EF4-FFF2-40B4-BE49-F238E27FC236}">
                    <a16:creationId xmlns:a16="http://schemas.microsoft.com/office/drawing/2014/main" id="{AC1D2EF0-C878-44A5-BEEC-5BF5C0DD646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409469" y="1307903"/>
                <a:ext cx="426456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26" name="Cerneală 1125">
                <a:extLst>
                  <a:ext uri="{FF2B5EF4-FFF2-40B4-BE49-F238E27FC236}">
                    <a16:creationId xmlns:a16="http://schemas.microsoft.com/office/drawing/2014/main" id="{A4F4E1D3-7146-4AD3-B140-77CB94A8FB5E}"/>
                  </a:ext>
                </a:extLst>
              </p14:cNvPr>
              <p14:cNvContentPartPr/>
              <p14:nvPr/>
            </p14:nvContentPartPr>
            <p14:xfrm>
              <a:off x="7193349" y="4253665"/>
              <a:ext cx="141120" cy="16920"/>
            </p14:xfrm>
          </p:contentPart>
        </mc:Choice>
        <mc:Fallback xmlns="">
          <p:pic>
            <p:nvPicPr>
              <p:cNvPr id="1126" name="Cerneală 1125">
                <a:extLst>
                  <a:ext uri="{FF2B5EF4-FFF2-40B4-BE49-F238E27FC236}">
                    <a16:creationId xmlns:a16="http://schemas.microsoft.com/office/drawing/2014/main" id="{A4F4E1D3-7146-4AD3-B140-77CB94A8FB5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75349" y="4236025"/>
                <a:ext cx="176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27" name="Cerneală 1126">
                <a:extLst>
                  <a:ext uri="{FF2B5EF4-FFF2-40B4-BE49-F238E27FC236}">
                    <a16:creationId xmlns:a16="http://schemas.microsoft.com/office/drawing/2014/main" id="{CC6DDD8D-D1CC-4E08-B1B0-478CE4404BFD}"/>
                  </a:ext>
                </a:extLst>
              </p14:cNvPr>
              <p14:cNvContentPartPr/>
              <p14:nvPr/>
            </p14:nvContentPartPr>
            <p14:xfrm>
              <a:off x="7145829" y="4638865"/>
              <a:ext cx="116640" cy="35280"/>
            </p14:xfrm>
          </p:contentPart>
        </mc:Choice>
        <mc:Fallback xmlns="">
          <p:pic>
            <p:nvPicPr>
              <p:cNvPr id="1127" name="Cerneală 1126">
                <a:extLst>
                  <a:ext uri="{FF2B5EF4-FFF2-40B4-BE49-F238E27FC236}">
                    <a16:creationId xmlns:a16="http://schemas.microsoft.com/office/drawing/2014/main" id="{CC6DDD8D-D1CC-4E08-B1B0-478CE4404BF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127829" y="4621225"/>
                <a:ext cx="1522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28" name="Cerneală 1127">
                <a:extLst>
                  <a:ext uri="{FF2B5EF4-FFF2-40B4-BE49-F238E27FC236}">
                    <a16:creationId xmlns:a16="http://schemas.microsoft.com/office/drawing/2014/main" id="{207BFD95-51AB-4745-8099-311D2D1DE326}"/>
                  </a:ext>
                </a:extLst>
              </p14:cNvPr>
              <p14:cNvContentPartPr/>
              <p14:nvPr/>
            </p14:nvContentPartPr>
            <p14:xfrm>
              <a:off x="7201269" y="2757145"/>
              <a:ext cx="94680" cy="12240"/>
            </p14:xfrm>
          </p:contentPart>
        </mc:Choice>
        <mc:Fallback xmlns="">
          <p:pic>
            <p:nvPicPr>
              <p:cNvPr id="1128" name="Cerneală 1127">
                <a:extLst>
                  <a:ext uri="{FF2B5EF4-FFF2-40B4-BE49-F238E27FC236}">
                    <a16:creationId xmlns:a16="http://schemas.microsoft.com/office/drawing/2014/main" id="{207BFD95-51AB-4745-8099-311D2D1DE32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83629" y="2739145"/>
                <a:ext cx="1303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29" name="Cerneală 1128">
                <a:extLst>
                  <a:ext uri="{FF2B5EF4-FFF2-40B4-BE49-F238E27FC236}">
                    <a16:creationId xmlns:a16="http://schemas.microsoft.com/office/drawing/2014/main" id="{3842025C-6453-470F-8B3B-BAFAF154F1B3}"/>
                  </a:ext>
                </a:extLst>
              </p14:cNvPr>
              <p14:cNvContentPartPr/>
              <p14:nvPr/>
            </p14:nvContentPartPr>
            <p14:xfrm>
              <a:off x="933309" y="5033785"/>
              <a:ext cx="360" cy="360"/>
            </p14:xfrm>
          </p:contentPart>
        </mc:Choice>
        <mc:Fallback xmlns="">
          <p:pic>
            <p:nvPicPr>
              <p:cNvPr id="1129" name="Cerneală 1128">
                <a:extLst>
                  <a:ext uri="{FF2B5EF4-FFF2-40B4-BE49-F238E27FC236}">
                    <a16:creationId xmlns:a16="http://schemas.microsoft.com/office/drawing/2014/main" id="{3842025C-6453-470F-8B3B-BAFAF154F1B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15309" y="5015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33" name="Cerneală 1132">
                <a:extLst>
                  <a:ext uri="{FF2B5EF4-FFF2-40B4-BE49-F238E27FC236}">
                    <a16:creationId xmlns:a16="http://schemas.microsoft.com/office/drawing/2014/main" id="{40FAB176-24BD-452B-811D-4AFCAC3D4017}"/>
                  </a:ext>
                </a:extLst>
              </p14:cNvPr>
              <p14:cNvContentPartPr/>
              <p14:nvPr/>
            </p14:nvContentPartPr>
            <p14:xfrm>
              <a:off x="4042269" y="1554025"/>
              <a:ext cx="440640" cy="381960"/>
            </p14:xfrm>
          </p:contentPart>
        </mc:Choice>
        <mc:Fallback xmlns="">
          <p:pic>
            <p:nvPicPr>
              <p:cNvPr id="1133" name="Cerneală 1132">
                <a:extLst>
                  <a:ext uri="{FF2B5EF4-FFF2-40B4-BE49-F238E27FC236}">
                    <a16:creationId xmlns:a16="http://schemas.microsoft.com/office/drawing/2014/main" id="{40FAB176-24BD-452B-811D-4AFCAC3D401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24269" y="1536025"/>
                <a:ext cx="4762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35" name="Cerneală 1134">
                <a:extLst>
                  <a:ext uri="{FF2B5EF4-FFF2-40B4-BE49-F238E27FC236}">
                    <a16:creationId xmlns:a16="http://schemas.microsoft.com/office/drawing/2014/main" id="{4937699F-778F-403F-8841-A6BBA8442821}"/>
                  </a:ext>
                </a:extLst>
              </p14:cNvPr>
              <p14:cNvContentPartPr/>
              <p14:nvPr/>
            </p14:nvContentPartPr>
            <p14:xfrm>
              <a:off x="724149" y="282865"/>
              <a:ext cx="2238120" cy="1183680"/>
            </p14:xfrm>
          </p:contentPart>
        </mc:Choice>
        <mc:Fallback xmlns="">
          <p:pic>
            <p:nvPicPr>
              <p:cNvPr id="1135" name="Cerneală 1134">
                <a:extLst>
                  <a:ext uri="{FF2B5EF4-FFF2-40B4-BE49-F238E27FC236}">
                    <a16:creationId xmlns:a16="http://schemas.microsoft.com/office/drawing/2014/main" id="{4937699F-778F-403F-8841-A6BBA844282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72952" y="264865"/>
                <a:ext cx="2406595" cy="12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42" name="Cerneală 1141">
                <a:extLst>
                  <a:ext uri="{FF2B5EF4-FFF2-40B4-BE49-F238E27FC236}">
                    <a16:creationId xmlns:a16="http://schemas.microsoft.com/office/drawing/2014/main" id="{8B5B798B-0722-45DE-A053-0085D1D546C7}"/>
                  </a:ext>
                </a:extLst>
              </p14:cNvPr>
              <p14:cNvContentPartPr/>
              <p14:nvPr/>
            </p14:nvContentPartPr>
            <p14:xfrm>
              <a:off x="4027509" y="2632225"/>
              <a:ext cx="352080" cy="371520"/>
            </p14:xfrm>
          </p:contentPart>
        </mc:Choice>
        <mc:Fallback xmlns="">
          <p:pic>
            <p:nvPicPr>
              <p:cNvPr id="1142" name="Cerneală 1141">
                <a:extLst>
                  <a:ext uri="{FF2B5EF4-FFF2-40B4-BE49-F238E27FC236}">
                    <a16:creationId xmlns:a16="http://schemas.microsoft.com/office/drawing/2014/main" id="{8B5B798B-0722-45DE-A053-0085D1D546C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009509" y="2614585"/>
                <a:ext cx="3877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143" name="Cerneală 1142">
                <a:extLst>
                  <a:ext uri="{FF2B5EF4-FFF2-40B4-BE49-F238E27FC236}">
                    <a16:creationId xmlns:a16="http://schemas.microsoft.com/office/drawing/2014/main" id="{54AD72C4-D7D1-4534-BAEE-9DE219648182}"/>
                  </a:ext>
                </a:extLst>
              </p14:cNvPr>
              <p14:cNvContentPartPr/>
              <p14:nvPr/>
            </p14:nvContentPartPr>
            <p14:xfrm>
              <a:off x="3973509" y="2146225"/>
              <a:ext cx="232560" cy="337680"/>
            </p14:xfrm>
          </p:contentPart>
        </mc:Choice>
        <mc:Fallback xmlns="">
          <p:pic>
            <p:nvPicPr>
              <p:cNvPr id="1143" name="Cerneală 1142">
                <a:extLst>
                  <a:ext uri="{FF2B5EF4-FFF2-40B4-BE49-F238E27FC236}">
                    <a16:creationId xmlns:a16="http://schemas.microsoft.com/office/drawing/2014/main" id="{54AD72C4-D7D1-4534-BAEE-9DE21964818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55869" y="2128585"/>
                <a:ext cx="2682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150" name="Cerneală 1149">
                <a:extLst>
                  <a:ext uri="{FF2B5EF4-FFF2-40B4-BE49-F238E27FC236}">
                    <a16:creationId xmlns:a16="http://schemas.microsoft.com/office/drawing/2014/main" id="{1F28C0D3-1A15-4F4E-92D6-C0015FE076BB}"/>
                  </a:ext>
                </a:extLst>
              </p14:cNvPr>
              <p14:cNvContentPartPr/>
              <p14:nvPr/>
            </p14:nvContentPartPr>
            <p14:xfrm>
              <a:off x="7810749" y="1778665"/>
              <a:ext cx="302400" cy="20520"/>
            </p14:xfrm>
          </p:contentPart>
        </mc:Choice>
        <mc:Fallback xmlns="">
          <p:pic>
            <p:nvPicPr>
              <p:cNvPr id="1150" name="Cerneală 1149">
                <a:extLst>
                  <a:ext uri="{FF2B5EF4-FFF2-40B4-BE49-F238E27FC236}">
                    <a16:creationId xmlns:a16="http://schemas.microsoft.com/office/drawing/2014/main" id="{1F28C0D3-1A15-4F4E-92D6-C0015FE076B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792749" y="1760665"/>
                <a:ext cx="338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153" name="Cerneală 1152">
                <a:extLst>
                  <a:ext uri="{FF2B5EF4-FFF2-40B4-BE49-F238E27FC236}">
                    <a16:creationId xmlns:a16="http://schemas.microsoft.com/office/drawing/2014/main" id="{C9C89F0B-A126-49A9-9E1A-DDFD9A896177}"/>
                  </a:ext>
                </a:extLst>
              </p14:cNvPr>
              <p14:cNvContentPartPr/>
              <p14:nvPr/>
            </p14:nvContentPartPr>
            <p14:xfrm>
              <a:off x="7666389" y="2347825"/>
              <a:ext cx="403560" cy="34560"/>
            </p14:xfrm>
          </p:contentPart>
        </mc:Choice>
        <mc:Fallback xmlns="">
          <p:pic>
            <p:nvPicPr>
              <p:cNvPr id="1153" name="Cerneală 1152">
                <a:extLst>
                  <a:ext uri="{FF2B5EF4-FFF2-40B4-BE49-F238E27FC236}">
                    <a16:creationId xmlns:a16="http://schemas.microsoft.com/office/drawing/2014/main" id="{C9C89F0B-A126-49A9-9E1A-DDFD9A89617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648389" y="2330185"/>
                <a:ext cx="4392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56" name="Cerneală 1155">
                <a:extLst>
                  <a:ext uri="{FF2B5EF4-FFF2-40B4-BE49-F238E27FC236}">
                    <a16:creationId xmlns:a16="http://schemas.microsoft.com/office/drawing/2014/main" id="{2D222C01-F860-423C-A3EA-86CBF7759021}"/>
                  </a:ext>
                </a:extLst>
              </p14:cNvPr>
              <p14:cNvContentPartPr/>
              <p14:nvPr/>
            </p14:nvContentPartPr>
            <p14:xfrm>
              <a:off x="7709589" y="2887465"/>
              <a:ext cx="341640" cy="5040"/>
            </p14:xfrm>
          </p:contentPart>
        </mc:Choice>
        <mc:Fallback xmlns="">
          <p:pic>
            <p:nvPicPr>
              <p:cNvPr id="1156" name="Cerneală 1155">
                <a:extLst>
                  <a:ext uri="{FF2B5EF4-FFF2-40B4-BE49-F238E27FC236}">
                    <a16:creationId xmlns:a16="http://schemas.microsoft.com/office/drawing/2014/main" id="{2D222C01-F860-423C-A3EA-86CBF775902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691589" y="2869465"/>
                <a:ext cx="377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59" name="Cerneală 1158">
                <a:extLst>
                  <a:ext uri="{FF2B5EF4-FFF2-40B4-BE49-F238E27FC236}">
                    <a16:creationId xmlns:a16="http://schemas.microsoft.com/office/drawing/2014/main" id="{598BEFF8-9D86-4F24-9FCF-E72B81B5E267}"/>
                  </a:ext>
                </a:extLst>
              </p14:cNvPr>
              <p14:cNvContentPartPr/>
              <p14:nvPr/>
            </p14:nvContentPartPr>
            <p14:xfrm>
              <a:off x="7781949" y="3368785"/>
              <a:ext cx="366840" cy="18360"/>
            </p14:xfrm>
          </p:contentPart>
        </mc:Choice>
        <mc:Fallback xmlns="">
          <p:pic>
            <p:nvPicPr>
              <p:cNvPr id="1159" name="Cerneală 1158">
                <a:extLst>
                  <a:ext uri="{FF2B5EF4-FFF2-40B4-BE49-F238E27FC236}">
                    <a16:creationId xmlns:a16="http://schemas.microsoft.com/office/drawing/2014/main" id="{598BEFF8-9D86-4F24-9FCF-E72B81B5E26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63949" y="3350785"/>
                <a:ext cx="402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168" name="Cerneală 1167">
                <a:extLst>
                  <a:ext uri="{FF2B5EF4-FFF2-40B4-BE49-F238E27FC236}">
                    <a16:creationId xmlns:a16="http://schemas.microsoft.com/office/drawing/2014/main" id="{13D87936-81D2-4174-8225-F4086D619D37}"/>
                  </a:ext>
                </a:extLst>
              </p14:cNvPr>
              <p14:cNvContentPartPr/>
              <p14:nvPr/>
            </p14:nvContentPartPr>
            <p14:xfrm>
              <a:off x="7825149" y="4307305"/>
              <a:ext cx="433440" cy="283680"/>
            </p14:xfrm>
          </p:contentPart>
        </mc:Choice>
        <mc:Fallback xmlns="">
          <p:pic>
            <p:nvPicPr>
              <p:cNvPr id="1168" name="Cerneală 1167">
                <a:extLst>
                  <a:ext uri="{FF2B5EF4-FFF2-40B4-BE49-F238E27FC236}">
                    <a16:creationId xmlns:a16="http://schemas.microsoft.com/office/drawing/2014/main" id="{13D87936-81D2-4174-8225-F4086D619D3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807509" y="4289328"/>
                <a:ext cx="469080" cy="319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69" name="Cerneală 1168">
                <a:extLst>
                  <a:ext uri="{FF2B5EF4-FFF2-40B4-BE49-F238E27FC236}">
                    <a16:creationId xmlns:a16="http://schemas.microsoft.com/office/drawing/2014/main" id="{A8C21A14-B224-40C2-B6A0-2945A6EB4F8B}"/>
                  </a:ext>
                </a:extLst>
              </p14:cNvPr>
              <p14:cNvContentPartPr/>
              <p14:nvPr/>
            </p14:nvContentPartPr>
            <p14:xfrm>
              <a:off x="7795989" y="3851185"/>
              <a:ext cx="423360" cy="294120"/>
            </p14:xfrm>
          </p:contentPart>
        </mc:Choice>
        <mc:Fallback xmlns="">
          <p:pic>
            <p:nvPicPr>
              <p:cNvPr id="1169" name="Cerneală 1168">
                <a:extLst>
                  <a:ext uri="{FF2B5EF4-FFF2-40B4-BE49-F238E27FC236}">
                    <a16:creationId xmlns:a16="http://schemas.microsoft.com/office/drawing/2014/main" id="{A8C21A14-B224-40C2-B6A0-2945A6EB4F8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78334" y="3833545"/>
                <a:ext cx="45903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70" name="Cerneală 1169">
                <a:extLst>
                  <a:ext uri="{FF2B5EF4-FFF2-40B4-BE49-F238E27FC236}">
                    <a16:creationId xmlns:a16="http://schemas.microsoft.com/office/drawing/2014/main" id="{522BD3CA-759D-4800-89E0-612749EE1288}"/>
                  </a:ext>
                </a:extLst>
              </p14:cNvPr>
              <p14:cNvContentPartPr/>
              <p14:nvPr/>
            </p14:nvContentPartPr>
            <p14:xfrm>
              <a:off x="7881309" y="3440785"/>
              <a:ext cx="299880" cy="228600"/>
            </p14:xfrm>
          </p:contentPart>
        </mc:Choice>
        <mc:Fallback xmlns="">
          <p:pic>
            <p:nvPicPr>
              <p:cNvPr id="1170" name="Cerneală 1169">
                <a:extLst>
                  <a:ext uri="{FF2B5EF4-FFF2-40B4-BE49-F238E27FC236}">
                    <a16:creationId xmlns:a16="http://schemas.microsoft.com/office/drawing/2014/main" id="{522BD3CA-759D-4800-89E0-612749EE128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863287" y="3422785"/>
                <a:ext cx="335563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71" name="Cerneală 1170">
                <a:extLst>
                  <a:ext uri="{FF2B5EF4-FFF2-40B4-BE49-F238E27FC236}">
                    <a16:creationId xmlns:a16="http://schemas.microsoft.com/office/drawing/2014/main" id="{FD577A92-6B8B-4C22-A139-D7E54191843B}"/>
                  </a:ext>
                </a:extLst>
              </p14:cNvPr>
              <p14:cNvContentPartPr/>
              <p14:nvPr/>
            </p14:nvContentPartPr>
            <p14:xfrm>
              <a:off x="7767549" y="2966665"/>
              <a:ext cx="392040" cy="232200"/>
            </p14:xfrm>
          </p:contentPart>
        </mc:Choice>
        <mc:Fallback xmlns="">
          <p:pic>
            <p:nvPicPr>
              <p:cNvPr id="1171" name="Cerneală 1170">
                <a:extLst>
                  <a:ext uri="{FF2B5EF4-FFF2-40B4-BE49-F238E27FC236}">
                    <a16:creationId xmlns:a16="http://schemas.microsoft.com/office/drawing/2014/main" id="{FD577A92-6B8B-4C22-A139-D7E54191843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749549" y="2948693"/>
                <a:ext cx="427680" cy="267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72" name="Cerneală 1171">
                <a:extLst>
                  <a:ext uri="{FF2B5EF4-FFF2-40B4-BE49-F238E27FC236}">
                    <a16:creationId xmlns:a16="http://schemas.microsoft.com/office/drawing/2014/main" id="{8B1D3DE6-EF6C-4EDC-AF89-0CC98383DF8C}"/>
                  </a:ext>
                </a:extLst>
              </p14:cNvPr>
              <p14:cNvContentPartPr/>
              <p14:nvPr/>
            </p14:nvContentPartPr>
            <p14:xfrm>
              <a:off x="7743429" y="2449345"/>
              <a:ext cx="430920" cy="211320"/>
            </p14:xfrm>
          </p:contentPart>
        </mc:Choice>
        <mc:Fallback xmlns="">
          <p:pic>
            <p:nvPicPr>
              <p:cNvPr id="1172" name="Cerneală 1171">
                <a:extLst>
                  <a:ext uri="{FF2B5EF4-FFF2-40B4-BE49-F238E27FC236}">
                    <a16:creationId xmlns:a16="http://schemas.microsoft.com/office/drawing/2014/main" id="{8B1D3DE6-EF6C-4EDC-AF89-0CC98383DF8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725429" y="2431345"/>
                <a:ext cx="4665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73" name="Cerneală 1172">
                <a:extLst>
                  <a:ext uri="{FF2B5EF4-FFF2-40B4-BE49-F238E27FC236}">
                    <a16:creationId xmlns:a16="http://schemas.microsoft.com/office/drawing/2014/main" id="{C30F4AE4-3985-493B-A97C-FC03DF35F93A}"/>
                  </a:ext>
                </a:extLst>
              </p14:cNvPr>
              <p14:cNvContentPartPr/>
              <p14:nvPr/>
            </p14:nvContentPartPr>
            <p14:xfrm>
              <a:off x="7786629" y="1895305"/>
              <a:ext cx="307800" cy="156960"/>
            </p14:xfrm>
          </p:contentPart>
        </mc:Choice>
        <mc:Fallback xmlns="">
          <p:pic>
            <p:nvPicPr>
              <p:cNvPr id="1173" name="Cerneală 1172">
                <a:extLst>
                  <a:ext uri="{FF2B5EF4-FFF2-40B4-BE49-F238E27FC236}">
                    <a16:creationId xmlns:a16="http://schemas.microsoft.com/office/drawing/2014/main" id="{C30F4AE4-3985-493B-A97C-FC03DF35F93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768989" y="1877346"/>
                <a:ext cx="343440" cy="192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74" name="Cerneală 1173">
                <a:extLst>
                  <a:ext uri="{FF2B5EF4-FFF2-40B4-BE49-F238E27FC236}">
                    <a16:creationId xmlns:a16="http://schemas.microsoft.com/office/drawing/2014/main" id="{BBD4CE45-39D4-4766-AC99-99A4A3A078CB}"/>
                  </a:ext>
                </a:extLst>
              </p14:cNvPr>
              <p14:cNvContentPartPr/>
              <p14:nvPr/>
            </p14:nvContentPartPr>
            <p14:xfrm>
              <a:off x="7752789" y="1235785"/>
              <a:ext cx="412560" cy="288000"/>
            </p14:xfrm>
          </p:contentPart>
        </mc:Choice>
        <mc:Fallback xmlns="">
          <p:pic>
            <p:nvPicPr>
              <p:cNvPr id="1174" name="Cerneală 1173">
                <a:extLst>
                  <a:ext uri="{FF2B5EF4-FFF2-40B4-BE49-F238E27FC236}">
                    <a16:creationId xmlns:a16="http://schemas.microsoft.com/office/drawing/2014/main" id="{BBD4CE45-39D4-4766-AC99-99A4A3A078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735149" y="1218123"/>
                <a:ext cx="448200" cy="323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50" name="Cerneală 1249">
                <a:extLst>
                  <a:ext uri="{FF2B5EF4-FFF2-40B4-BE49-F238E27FC236}">
                    <a16:creationId xmlns:a16="http://schemas.microsoft.com/office/drawing/2014/main" id="{D0921C7C-8617-4169-8142-8DB20E62BA7C}"/>
                  </a:ext>
                </a:extLst>
              </p14:cNvPr>
              <p14:cNvContentPartPr/>
              <p14:nvPr/>
            </p14:nvContentPartPr>
            <p14:xfrm>
              <a:off x="11088189" y="6361825"/>
              <a:ext cx="915120" cy="397080"/>
            </p14:xfrm>
          </p:contentPart>
        </mc:Choice>
        <mc:Fallback xmlns="">
          <p:pic>
            <p:nvPicPr>
              <p:cNvPr id="1250" name="Cerneală 1249">
                <a:extLst>
                  <a:ext uri="{FF2B5EF4-FFF2-40B4-BE49-F238E27FC236}">
                    <a16:creationId xmlns:a16="http://schemas.microsoft.com/office/drawing/2014/main" id="{D0921C7C-8617-4169-8142-8DB20E62BA7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070189" y="6344185"/>
                <a:ext cx="9507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51" name="Cerneală 1250">
                <a:extLst>
                  <a:ext uri="{FF2B5EF4-FFF2-40B4-BE49-F238E27FC236}">
                    <a16:creationId xmlns:a16="http://schemas.microsoft.com/office/drawing/2014/main" id="{03DB1B6C-ACF1-472A-BF71-3C4B750659AA}"/>
                  </a:ext>
                </a:extLst>
              </p14:cNvPr>
              <p14:cNvContentPartPr/>
              <p14:nvPr/>
            </p14:nvContentPartPr>
            <p14:xfrm>
              <a:off x="5535549" y="4834345"/>
              <a:ext cx="5403600" cy="1978920"/>
            </p14:xfrm>
          </p:contentPart>
        </mc:Choice>
        <mc:Fallback xmlns="">
          <p:pic>
            <p:nvPicPr>
              <p:cNvPr id="1251" name="Cerneală 1250">
                <a:extLst>
                  <a:ext uri="{FF2B5EF4-FFF2-40B4-BE49-F238E27FC236}">
                    <a16:creationId xmlns:a16="http://schemas.microsoft.com/office/drawing/2014/main" id="{03DB1B6C-ACF1-472A-BF71-3C4B750659A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517909" y="4816705"/>
                <a:ext cx="5439240" cy="201456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Dreptunghi 45">
            <a:extLst>
              <a:ext uri="{FF2B5EF4-FFF2-40B4-BE49-F238E27FC236}">
                <a16:creationId xmlns:a16="http://schemas.microsoft.com/office/drawing/2014/main" id="{E7E0F77F-388A-4D61-8418-3465859F0A6B}"/>
              </a:ext>
            </a:extLst>
          </p:cNvPr>
          <p:cNvSpPr/>
          <p:nvPr/>
        </p:nvSpPr>
        <p:spPr>
          <a:xfrm>
            <a:off x="243904" y="45757"/>
            <a:ext cx="1334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1  </a:t>
            </a:r>
          </a:p>
        </p:txBody>
      </p:sp>
    </p:spTree>
    <p:extLst>
      <p:ext uri="{BB962C8B-B14F-4D97-AF65-F5344CB8AC3E}">
        <p14:creationId xmlns:p14="http://schemas.microsoft.com/office/powerpoint/2010/main" val="196111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8174F4B-2E4F-4F45-B1D0-07A76DA5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143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id="{7A28E0BE-BE63-409A-83EB-DFFD70F7D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221" y="868708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7A28E0BE-BE63-409A-83EB-DFFD70F7D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0724006-D012-4BB7-B3F1-AEF96C8E14BE}"/>
                  </a:ext>
                </a:extLst>
              </p14:cNvPr>
              <p14:cNvContentPartPr/>
              <p14:nvPr/>
            </p14:nvContentPartPr>
            <p14:xfrm>
              <a:off x="11596509" y="155425"/>
              <a:ext cx="405000" cy="2952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0724006-D012-4BB7-B3F1-AEF96C8E1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78509" y="137785"/>
                <a:ext cx="4406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BFC5250-1848-417F-BD26-67183A4F863B}"/>
                  </a:ext>
                </a:extLst>
              </p14:cNvPr>
              <p14:cNvContentPartPr/>
              <p14:nvPr/>
            </p14:nvContentPartPr>
            <p14:xfrm>
              <a:off x="9490149" y="78025"/>
              <a:ext cx="1905840" cy="589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BFC5250-1848-417F-BD26-67183A4F86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72506" y="60374"/>
                <a:ext cx="1941487" cy="624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0514467-C440-4CC1-913F-F291A8711838}"/>
                  </a:ext>
                </a:extLst>
              </p14:cNvPr>
              <p14:cNvContentPartPr/>
              <p14:nvPr/>
            </p14:nvContentPartPr>
            <p14:xfrm>
              <a:off x="8874549" y="230665"/>
              <a:ext cx="344880" cy="189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0514467-C440-4CC1-913F-F291A87118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56549" y="212665"/>
                <a:ext cx="3805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DC11EDC7-826B-4D74-AA1D-9416FFBE74ED}"/>
                  </a:ext>
                </a:extLst>
              </p14:cNvPr>
              <p14:cNvContentPartPr/>
              <p14:nvPr/>
            </p14:nvContentPartPr>
            <p14:xfrm>
              <a:off x="7179309" y="111145"/>
              <a:ext cx="1453680" cy="648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DC11EDC7-826B-4D74-AA1D-9416FFBE74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61673" y="93505"/>
                <a:ext cx="1489311" cy="6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E04BF666-E561-4629-99F5-C9D3531C4364}"/>
                  </a:ext>
                </a:extLst>
              </p14:cNvPr>
              <p14:cNvContentPartPr/>
              <p14:nvPr/>
            </p14:nvContentPartPr>
            <p14:xfrm>
              <a:off x="6674949" y="229225"/>
              <a:ext cx="307440" cy="5227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E04BF666-E561-4629-99F5-C9D3531C43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56949" y="211585"/>
                <a:ext cx="343080" cy="5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E0D95C03-531A-4A98-98A3-4019F2F68470}"/>
                  </a:ext>
                </a:extLst>
              </p14:cNvPr>
              <p14:cNvContentPartPr/>
              <p14:nvPr/>
            </p14:nvContentPartPr>
            <p14:xfrm>
              <a:off x="5574069" y="223105"/>
              <a:ext cx="853920" cy="537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E0D95C03-531A-4A98-98A3-4019F2F684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56069" y="205105"/>
                <a:ext cx="88956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CFD6CFC2-BF3C-497C-A46D-5B68D38E26B0}"/>
                  </a:ext>
                </a:extLst>
              </p14:cNvPr>
              <p14:cNvContentPartPr/>
              <p14:nvPr/>
            </p14:nvContentPartPr>
            <p14:xfrm>
              <a:off x="4841109" y="303025"/>
              <a:ext cx="548640" cy="280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CFD6CFC2-BF3C-497C-A46D-5B68D38E26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23109" y="285025"/>
                <a:ext cx="584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2EFDD66-CA48-41E1-902E-FCA46921309A}"/>
                  </a:ext>
                </a:extLst>
              </p14:cNvPr>
              <p14:cNvContentPartPr/>
              <p14:nvPr/>
            </p14:nvContentPartPr>
            <p14:xfrm>
              <a:off x="3657429" y="182425"/>
              <a:ext cx="904680" cy="354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2EFDD66-CA48-41E1-902E-FCA46921309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9429" y="164785"/>
                <a:ext cx="9403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2" name="Cerneală 1031">
                <a:extLst>
                  <a:ext uri="{FF2B5EF4-FFF2-40B4-BE49-F238E27FC236}">
                    <a16:creationId xmlns:a16="http://schemas.microsoft.com/office/drawing/2014/main" id="{7A937589-738F-4793-A36D-8D682F3C30E9}"/>
                  </a:ext>
                </a:extLst>
              </p14:cNvPr>
              <p14:cNvContentPartPr/>
              <p14:nvPr/>
            </p14:nvContentPartPr>
            <p14:xfrm>
              <a:off x="1092069" y="5281105"/>
              <a:ext cx="1213920" cy="416520"/>
            </p14:xfrm>
          </p:contentPart>
        </mc:Choice>
        <mc:Fallback xmlns="">
          <p:pic>
            <p:nvPicPr>
              <p:cNvPr id="1032" name="Cerneală 1031">
                <a:extLst>
                  <a:ext uri="{FF2B5EF4-FFF2-40B4-BE49-F238E27FC236}">
                    <a16:creationId xmlns:a16="http://schemas.microsoft.com/office/drawing/2014/main" id="{7A937589-738F-4793-A36D-8D682F3C30E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74429" y="5263105"/>
                <a:ext cx="12495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33" name="Cerneală 1032">
                <a:extLst>
                  <a:ext uri="{FF2B5EF4-FFF2-40B4-BE49-F238E27FC236}">
                    <a16:creationId xmlns:a16="http://schemas.microsoft.com/office/drawing/2014/main" id="{9F8957C1-69D7-4F20-AD22-1128B0DE8FE6}"/>
                  </a:ext>
                </a:extLst>
              </p14:cNvPr>
              <p14:cNvContentPartPr/>
              <p14:nvPr/>
            </p14:nvContentPartPr>
            <p14:xfrm>
              <a:off x="477189" y="5437345"/>
              <a:ext cx="359280" cy="239760"/>
            </p14:xfrm>
          </p:contentPart>
        </mc:Choice>
        <mc:Fallback xmlns="">
          <p:pic>
            <p:nvPicPr>
              <p:cNvPr id="1033" name="Cerneală 1032">
                <a:extLst>
                  <a:ext uri="{FF2B5EF4-FFF2-40B4-BE49-F238E27FC236}">
                    <a16:creationId xmlns:a16="http://schemas.microsoft.com/office/drawing/2014/main" id="{9F8957C1-69D7-4F20-AD22-1128B0DE8FE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9549" y="5419372"/>
                <a:ext cx="394920" cy="27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41" name="Cerneală 1040">
                <a:extLst>
                  <a:ext uri="{FF2B5EF4-FFF2-40B4-BE49-F238E27FC236}">
                    <a16:creationId xmlns:a16="http://schemas.microsoft.com/office/drawing/2014/main" id="{3A65D703-849A-4107-AC37-B4B7C382FC10}"/>
                  </a:ext>
                </a:extLst>
              </p14:cNvPr>
              <p14:cNvContentPartPr/>
              <p14:nvPr/>
            </p14:nvContentPartPr>
            <p14:xfrm>
              <a:off x="1010349" y="5871145"/>
              <a:ext cx="853920" cy="335520"/>
            </p14:xfrm>
          </p:contentPart>
        </mc:Choice>
        <mc:Fallback xmlns="">
          <p:pic>
            <p:nvPicPr>
              <p:cNvPr id="1041" name="Cerneală 1040">
                <a:extLst>
                  <a:ext uri="{FF2B5EF4-FFF2-40B4-BE49-F238E27FC236}">
                    <a16:creationId xmlns:a16="http://schemas.microsoft.com/office/drawing/2014/main" id="{3A65D703-849A-4107-AC37-B4B7C382FC1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92349" y="5853505"/>
                <a:ext cx="8895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42" name="Cerneală 1041">
                <a:extLst>
                  <a:ext uri="{FF2B5EF4-FFF2-40B4-BE49-F238E27FC236}">
                    <a16:creationId xmlns:a16="http://schemas.microsoft.com/office/drawing/2014/main" id="{33C87F5A-5700-4D8F-A44A-2EFCA2E0DA22}"/>
                  </a:ext>
                </a:extLst>
              </p14:cNvPr>
              <p14:cNvContentPartPr/>
              <p14:nvPr/>
            </p14:nvContentPartPr>
            <p14:xfrm>
              <a:off x="344349" y="5808505"/>
              <a:ext cx="513720" cy="395280"/>
            </p14:xfrm>
          </p:contentPart>
        </mc:Choice>
        <mc:Fallback xmlns="">
          <p:pic>
            <p:nvPicPr>
              <p:cNvPr id="1042" name="Cerneală 1041">
                <a:extLst>
                  <a:ext uri="{FF2B5EF4-FFF2-40B4-BE49-F238E27FC236}">
                    <a16:creationId xmlns:a16="http://schemas.microsoft.com/office/drawing/2014/main" id="{33C87F5A-5700-4D8F-A44A-2EFCA2E0DA2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26362" y="5790865"/>
                <a:ext cx="549335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43" name="Cerneală 1042">
                <a:extLst>
                  <a:ext uri="{FF2B5EF4-FFF2-40B4-BE49-F238E27FC236}">
                    <a16:creationId xmlns:a16="http://schemas.microsoft.com/office/drawing/2014/main" id="{81DB0F31-73E9-41D5-BD4B-7245C7551A5C}"/>
                  </a:ext>
                </a:extLst>
              </p14:cNvPr>
              <p14:cNvContentPartPr/>
              <p14:nvPr/>
            </p14:nvContentPartPr>
            <p14:xfrm>
              <a:off x="2449629" y="5625625"/>
              <a:ext cx="162720" cy="40680"/>
            </p14:xfrm>
          </p:contentPart>
        </mc:Choice>
        <mc:Fallback xmlns="">
          <p:pic>
            <p:nvPicPr>
              <p:cNvPr id="1043" name="Cerneală 1042">
                <a:extLst>
                  <a:ext uri="{FF2B5EF4-FFF2-40B4-BE49-F238E27FC236}">
                    <a16:creationId xmlns:a16="http://schemas.microsoft.com/office/drawing/2014/main" id="{81DB0F31-73E9-41D5-BD4B-7245C7551A5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31629" y="5607985"/>
                <a:ext cx="1983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44" name="Cerneală 1043">
                <a:extLst>
                  <a:ext uri="{FF2B5EF4-FFF2-40B4-BE49-F238E27FC236}">
                    <a16:creationId xmlns:a16="http://schemas.microsoft.com/office/drawing/2014/main" id="{79412F4F-829F-4B20-9DA8-6E9F296074E8}"/>
                  </a:ext>
                </a:extLst>
              </p14:cNvPr>
              <p14:cNvContentPartPr/>
              <p14:nvPr/>
            </p14:nvContentPartPr>
            <p14:xfrm>
              <a:off x="2511909" y="5736505"/>
              <a:ext cx="189360" cy="15120"/>
            </p14:xfrm>
          </p:contentPart>
        </mc:Choice>
        <mc:Fallback xmlns="">
          <p:pic>
            <p:nvPicPr>
              <p:cNvPr id="1044" name="Cerneală 1043">
                <a:extLst>
                  <a:ext uri="{FF2B5EF4-FFF2-40B4-BE49-F238E27FC236}">
                    <a16:creationId xmlns:a16="http://schemas.microsoft.com/office/drawing/2014/main" id="{79412F4F-829F-4B20-9DA8-6E9F296074E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94269" y="5718865"/>
                <a:ext cx="2250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5" name="Cerneală 1044">
                <a:extLst>
                  <a:ext uri="{FF2B5EF4-FFF2-40B4-BE49-F238E27FC236}">
                    <a16:creationId xmlns:a16="http://schemas.microsoft.com/office/drawing/2014/main" id="{8163DAF0-A69E-4658-8B9A-628148FABFAB}"/>
                  </a:ext>
                </a:extLst>
              </p14:cNvPr>
              <p14:cNvContentPartPr/>
              <p14:nvPr/>
            </p14:nvContentPartPr>
            <p14:xfrm>
              <a:off x="1972269" y="5943145"/>
              <a:ext cx="111240" cy="425520"/>
            </p14:xfrm>
          </p:contentPart>
        </mc:Choice>
        <mc:Fallback xmlns="">
          <p:pic>
            <p:nvPicPr>
              <p:cNvPr id="1045" name="Cerneală 1044">
                <a:extLst>
                  <a:ext uri="{FF2B5EF4-FFF2-40B4-BE49-F238E27FC236}">
                    <a16:creationId xmlns:a16="http://schemas.microsoft.com/office/drawing/2014/main" id="{8163DAF0-A69E-4658-8B9A-628148FABFA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954269" y="5925505"/>
                <a:ext cx="14688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65" name="Cerneală 1064">
                <a:extLst>
                  <a:ext uri="{FF2B5EF4-FFF2-40B4-BE49-F238E27FC236}">
                    <a16:creationId xmlns:a16="http://schemas.microsoft.com/office/drawing/2014/main" id="{92E519DD-F32A-467D-AED4-5D9A1DBAC5A9}"/>
                  </a:ext>
                </a:extLst>
              </p14:cNvPr>
              <p14:cNvContentPartPr/>
              <p14:nvPr/>
            </p14:nvContentPartPr>
            <p14:xfrm>
              <a:off x="3965229" y="6226825"/>
              <a:ext cx="962640" cy="415440"/>
            </p14:xfrm>
          </p:contentPart>
        </mc:Choice>
        <mc:Fallback xmlns="">
          <p:pic>
            <p:nvPicPr>
              <p:cNvPr id="1065" name="Cerneală 1064">
                <a:extLst>
                  <a:ext uri="{FF2B5EF4-FFF2-40B4-BE49-F238E27FC236}">
                    <a16:creationId xmlns:a16="http://schemas.microsoft.com/office/drawing/2014/main" id="{92E519DD-F32A-467D-AED4-5D9A1DBAC5A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47589" y="6209185"/>
                <a:ext cx="9982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66" name="Cerneală 1065">
                <a:extLst>
                  <a:ext uri="{FF2B5EF4-FFF2-40B4-BE49-F238E27FC236}">
                    <a16:creationId xmlns:a16="http://schemas.microsoft.com/office/drawing/2014/main" id="{CCA9AC4B-BFA4-4B6B-A630-3BA5EFB97DF1}"/>
                  </a:ext>
                </a:extLst>
              </p14:cNvPr>
              <p14:cNvContentPartPr/>
              <p14:nvPr/>
            </p14:nvContentPartPr>
            <p14:xfrm>
              <a:off x="3124269" y="6131065"/>
              <a:ext cx="597240" cy="353880"/>
            </p14:xfrm>
          </p:contentPart>
        </mc:Choice>
        <mc:Fallback xmlns="">
          <p:pic>
            <p:nvPicPr>
              <p:cNvPr id="1066" name="Cerneală 1065">
                <a:extLst>
                  <a:ext uri="{FF2B5EF4-FFF2-40B4-BE49-F238E27FC236}">
                    <a16:creationId xmlns:a16="http://schemas.microsoft.com/office/drawing/2014/main" id="{CCA9AC4B-BFA4-4B6B-A630-3BA5EFB97DF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06269" y="6113065"/>
                <a:ext cx="63288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67" name="Cerneală 1066">
                <a:extLst>
                  <a:ext uri="{FF2B5EF4-FFF2-40B4-BE49-F238E27FC236}">
                    <a16:creationId xmlns:a16="http://schemas.microsoft.com/office/drawing/2014/main" id="{AF4709F9-C7B6-40CA-A6BC-3630A356C298}"/>
                  </a:ext>
                </a:extLst>
              </p14:cNvPr>
              <p14:cNvContentPartPr/>
              <p14:nvPr/>
            </p14:nvContentPartPr>
            <p14:xfrm>
              <a:off x="4008789" y="5636425"/>
              <a:ext cx="1157040" cy="427680"/>
            </p14:xfrm>
          </p:contentPart>
        </mc:Choice>
        <mc:Fallback xmlns="">
          <p:pic>
            <p:nvPicPr>
              <p:cNvPr id="1067" name="Cerneală 1066">
                <a:extLst>
                  <a:ext uri="{FF2B5EF4-FFF2-40B4-BE49-F238E27FC236}">
                    <a16:creationId xmlns:a16="http://schemas.microsoft.com/office/drawing/2014/main" id="{AF4709F9-C7B6-40CA-A6BC-3630A356C29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990789" y="5618440"/>
                <a:ext cx="1192680" cy="463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68" name="Cerneală 1067">
                <a:extLst>
                  <a:ext uri="{FF2B5EF4-FFF2-40B4-BE49-F238E27FC236}">
                    <a16:creationId xmlns:a16="http://schemas.microsoft.com/office/drawing/2014/main" id="{37A86522-CFAC-4814-B75D-91DA2AD4C1D3}"/>
                  </a:ext>
                </a:extLst>
              </p14:cNvPr>
              <p14:cNvContentPartPr/>
              <p14:nvPr/>
            </p14:nvContentPartPr>
            <p14:xfrm>
              <a:off x="3085389" y="5664145"/>
              <a:ext cx="521640" cy="300600"/>
            </p14:xfrm>
          </p:contentPart>
        </mc:Choice>
        <mc:Fallback xmlns="">
          <p:pic>
            <p:nvPicPr>
              <p:cNvPr id="1068" name="Cerneală 1067">
                <a:extLst>
                  <a:ext uri="{FF2B5EF4-FFF2-40B4-BE49-F238E27FC236}">
                    <a16:creationId xmlns:a16="http://schemas.microsoft.com/office/drawing/2014/main" id="{37A86522-CFAC-4814-B75D-91DA2AD4C1D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67749" y="5646505"/>
                <a:ext cx="5572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85" name="Cerneală 1084">
                <a:extLst>
                  <a:ext uri="{FF2B5EF4-FFF2-40B4-BE49-F238E27FC236}">
                    <a16:creationId xmlns:a16="http://schemas.microsoft.com/office/drawing/2014/main" id="{430B1CC3-6750-48DE-893B-580A6C8861E5}"/>
                  </a:ext>
                </a:extLst>
              </p14:cNvPr>
              <p14:cNvContentPartPr/>
              <p14:nvPr/>
            </p14:nvContentPartPr>
            <p14:xfrm>
              <a:off x="5914629" y="890185"/>
              <a:ext cx="770400" cy="362160"/>
            </p14:xfrm>
          </p:contentPart>
        </mc:Choice>
        <mc:Fallback xmlns="">
          <p:pic>
            <p:nvPicPr>
              <p:cNvPr id="1085" name="Cerneală 1084">
                <a:extLst>
                  <a:ext uri="{FF2B5EF4-FFF2-40B4-BE49-F238E27FC236}">
                    <a16:creationId xmlns:a16="http://schemas.microsoft.com/office/drawing/2014/main" id="{430B1CC3-6750-48DE-893B-580A6C8861E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896981" y="872185"/>
                <a:ext cx="806057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17" name="Cerneală 1116">
                <a:extLst>
                  <a:ext uri="{FF2B5EF4-FFF2-40B4-BE49-F238E27FC236}">
                    <a16:creationId xmlns:a16="http://schemas.microsoft.com/office/drawing/2014/main" id="{AC1D2EF0-C878-44A5-BEEC-5BF5C0DD646E}"/>
                  </a:ext>
                </a:extLst>
              </p14:cNvPr>
              <p14:cNvContentPartPr/>
              <p14:nvPr/>
            </p14:nvContentPartPr>
            <p14:xfrm>
              <a:off x="4427469" y="1325903"/>
              <a:ext cx="4228920" cy="3621960"/>
            </p14:xfrm>
          </p:contentPart>
        </mc:Choice>
        <mc:Fallback xmlns="">
          <p:pic>
            <p:nvPicPr>
              <p:cNvPr id="1117" name="Cerneală 1116">
                <a:extLst>
                  <a:ext uri="{FF2B5EF4-FFF2-40B4-BE49-F238E27FC236}">
                    <a16:creationId xmlns:a16="http://schemas.microsoft.com/office/drawing/2014/main" id="{AC1D2EF0-C878-44A5-BEEC-5BF5C0DD646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409469" y="1307903"/>
                <a:ext cx="426456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26" name="Cerneală 1125">
                <a:extLst>
                  <a:ext uri="{FF2B5EF4-FFF2-40B4-BE49-F238E27FC236}">
                    <a16:creationId xmlns:a16="http://schemas.microsoft.com/office/drawing/2014/main" id="{A4F4E1D3-7146-4AD3-B140-77CB94A8FB5E}"/>
                  </a:ext>
                </a:extLst>
              </p14:cNvPr>
              <p14:cNvContentPartPr/>
              <p14:nvPr/>
            </p14:nvContentPartPr>
            <p14:xfrm>
              <a:off x="7193349" y="4253665"/>
              <a:ext cx="141120" cy="16920"/>
            </p14:xfrm>
          </p:contentPart>
        </mc:Choice>
        <mc:Fallback xmlns="">
          <p:pic>
            <p:nvPicPr>
              <p:cNvPr id="1126" name="Cerneală 1125">
                <a:extLst>
                  <a:ext uri="{FF2B5EF4-FFF2-40B4-BE49-F238E27FC236}">
                    <a16:creationId xmlns:a16="http://schemas.microsoft.com/office/drawing/2014/main" id="{A4F4E1D3-7146-4AD3-B140-77CB94A8FB5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75349" y="4236025"/>
                <a:ext cx="176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27" name="Cerneală 1126">
                <a:extLst>
                  <a:ext uri="{FF2B5EF4-FFF2-40B4-BE49-F238E27FC236}">
                    <a16:creationId xmlns:a16="http://schemas.microsoft.com/office/drawing/2014/main" id="{CC6DDD8D-D1CC-4E08-B1B0-478CE4404BFD}"/>
                  </a:ext>
                </a:extLst>
              </p14:cNvPr>
              <p14:cNvContentPartPr/>
              <p14:nvPr/>
            </p14:nvContentPartPr>
            <p14:xfrm>
              <a:off x="7145829" y="4638865"/>
              <a:ext cx="116640" cy="35280"/>
            </p14:xfrm>
          </p:contentPart>
        </mc:Choice>
        <mc:Fallback xmlns="">
          <p:pic>
            <p:nvPicPr>
              <p:cNvPr id="1127" name="Cerneală 1126">
                <a:extLst>
                  <a:ext uri="{FF2B5EF4-FFF2-40B4-BE49-F238E27FC236}">
                    <a16:creationId xmlns:a16="http://schemas.microsoft.com/office/drawing/2014/main" id="{CC6DDD8D-D1CC-4E08-B1B0-478CE4404BF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127829" y="4621225"/>
                <a:ext cx="1522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28" name="Cerneală 1127">
                <a:extLst>
                  <a:ext uri="{FF2B5EF4-FFF2-40B4-BE49-F238E27FC236}">
                    <a16:creationId xmlns:a16="http://schemas.microsoft.com/office/drawing/2014/main" id="{207BFD95-51AB-4745-8099-311D2D1DE326}"/>
                  </a:ext>
                </a:extLst>
              </p14:cNvPr>
              <p14:cNvContentPartPr/>
              <p14:nvPr/>
            </p14:nvContentPartPr>
            <p14:xfrm>
              <a:off x="7201269" y="2757145"/>
              <a:ext cx="94680" cy="12240"/>
            </p14:xfrm>
          </p:contentPart>
        </mc:Choice>
        <mc:Fallback xmlns="">
          <p:pic>
            <p:nvPicPr>
              <p:cNvPr id="1128" name="Cerneală 1127">
                <a:extLst>
                  <a:ext uri="{FF2B5EF4-FFF2-40B4-BE49-F238E27FC236}">
                    <a16:creationId xmlns:a16="http://schemas.microsoft.com/office/drawing/2014/main" id="{207BFD95-51AB-4745-8099-311D2D1DE32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83629" y="2739145"/>
                <a:ext cx="1303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29" name="Cerneală 1128">
                <a:extLst>
                  <a:ext uri="{FF2B5EF4-FFF2-40B4-BE49-F238E27FC236}">
                    <a16:creationId xmlns:a16="http://schemas.microsoft.com/office/drawing/2014/main" id="{3842025C-6453-470F-8B3B-BAFAF154F1B3}"/>
                  </a:ext>
                </a:extLst>
              </p14:cNvPr>
              <p14:cNvContentPartPr/>
              <p14:nvPr/>
            </p14:nvContentPartPr>
            <p14:xfrm>
              <a:off x="933309" y="5033785"/>
              <a:ext cx="360" cy="360"/>
            </p14:xfrm>
          </p:contentPart>
        </mc:Choice>
        <mc:Fallback xmlns="">
          <p:pic>
            <p:nvPicPr>
              <p:cNvPr id="1129" name="Cerneală 1128">
                <a:extLst>
                  <a:ext uri="{FF2B5EF4-FFF2-40B4-BE49-F238E27FC236}">
                    <a16:creationId xmlns:a16="http://schemas.microsoft.com/office/drawing/2014/main" id="{3842025C-6453-470F-8B3B-BAFAF154F1B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15309" y="5015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33" name="Cerneală 1132">
                <a:extLst>
                  <a:ext uri="{FF2B5EF4-FFF2-40B4-BE49-F238E27FC236}">
                    <a16:creationId xmlns:a16="http://schemas.microsoft.com/office/drawing/2014/main" id="{40FAB176-24BD-452B-811D-4AFCAC3D4017}"/>
                  </a:ext>
                </a:extLst>
              </p14:cNvPr>
              <p14:cNvContentPartPr/>
              <p14:nvPr/>
            </p14:nvContentPartPr>
            <p14:xfrm>
              <a:off x="4042269" y="1554025"/>
              <a:ext cx="440640" cy="381960"/>
            </p14:xfrm>
          </p:contentPart>
        </mc:Choice>
        <mc:Fallback xmlns="">
          <p:pic>
            <p:nvPicPr>
              <p:cNvPr id="1133" name="Cerneală 1132">
                <a:extLst>
                  <a:ext uri="{FF2B5EF4-FFF2-40B4-BE49-F238E27FC236}">
                    <a16:creationId xmlns:a16="http://schemas.microsoft.com/office/drawing/2014/main" id="{40FAB176-24BD-452B-811D-4AFCAC3D401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24269" y="1536025"/>
                <a:ext cx="4762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35" name="Cerneală 1134">
                <a:extLst>
                  <a:ext uri="{FF2B5EF4-FFF2-40B4-BE49-F238E27FC236}">
                    <a16:creationId xmlns:a16="http://schemas.microsoft.com/office/drawing/2014/main" id="{4937699F-778F-403F-8841-A6BBA8442821}"/>
                  </a:ext>
                </a:extLst>
              </p14:cNvPr>
              <p14:cNvContentPartPr/>
              <p14:nvPr/>
            </p14:nvContentPartPr>
            <p14:xfrm>
              <a:off x="724149" y="282865"/>
              <a:ext cx="2238120" cy="1183680"/>
            </p14:xfrm>
          </p:contentPart>
        </mc:Choice>
        <mc:Fallback xmlns="">
          <p:pic>
            <p:nvPicPr>
              <p:cNvPr id="1135" name="Cerneală 1134">
                <a:extLst>
                  <a:ext uri="{FF2B5EF4-FFF2-40B4-BE49-F238E27FC236}">
                    <a16:creationId xmlns:a16="http://schemas.microsoft.com/office/drawing/2014/main" id="{4937699F-778F-403F-8841-A6BBA844282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72952" y="264865"/>
                <a:ext cx="2406595" cy="12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42" name="Cerneală 1141">
                <a:extLst>
                  <a:ext uri="{FF2B5EF4-FFF2-40B4-BE49-F238E27FC236}">
                    <a16:creationId xmlns:a16="http://schemas.microsoft.com/office/drawing/2014/main" id="{8B5B798B-0722-45DE-A053-0085D1D546C7}"/>
                  </a:ext>
                </a:extLst>
              </p14:cNvPr>
              <p14:cNvContentPartPr/>
              <p14:nvPr/>
            </p14:nvContentPartPr>
            <p14:xfrm>
              <a:off x="4027509" y="2632225"/>
              <a:ext cx="352080" cy="371520"/>
            </p14:xfrm>
          </p:contentPart>
        </mc:Choice>
        <mc:Fallback xmlns="">
          <p:pic>
            <p:nvPicPr>
              <p:cNvPr id="1142" name="Cerneală 1141">
                <a:extLst>
                  <a:ext uri="{FF2B5EF4-FFF2-40B4-BE49-F238E27FC236}">
                    <a16:creationId xmlns:a16="http://schemas.microsoft.com/office/drawing/2014/main" id="{8B5B798B-0722-45DE-A053-0085D1D546C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009509" y="2614585"/>
                <a:ext cx="3877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143" name="Cerneală 1142">
                <a:extLst>
                  <a:ext uri="{FF2B5EF4-FFF2-40B4-BE49-F238E27FC236}">
                    <a16:creationId xmlns:a16="http://schemas.microsoft.com/office/drawing/2014/main" id="{54AD72C4-D7D1-4534-BAEE-9DE219648182}"/>
                  </a:ext>
                </a:extLst>
              </p14:cNvPr>
              <p14:cNvContentPartPr/>
              <p14:nvPr/>
            </p14:nvContentPartPr>
            <p14:xfrm>
              <a:off x="3973509" y="2146225"/>
              <a:ext cx="232560" cy="337680"/>
            </p14:xfrm>
          </p:contentPart>
        </mc:Choice>
        <mc:Fallback xmlns="">
          <p:pic>
            <p:nvPicPr>
              <p:cNvPr id="1143" name="Cerneală 1142">
                <a:extLst>
                  <a:ext uri="{FF2B5EF4-FFF2-40B4-BE49-F238E27FC236}">
                    <a16:creationId xmlns:a16="http://schemas.microsoft.com/office/drawing/2014/main" id="{54AD72C4-D7D1-4534-BAEE-9DE21964818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955869" y="2128585"/>
                <a:ext cx="2682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150" name="Cerneală 1149">
                <a:extLst>
                  <a:ext uri="{FF2B5EF4-FFF2-40B4-BE49-F238E27FC236}">
                    <a16:creationId xmlns:a16="http://schemas.microsoft.com/office/drawing/2014/main" id="{1F28C0D3-1A15-4F4E-92D6-C0015FE076BB}"/>
                  </a:ext>
                </a:extLst>
              </p14:cNvPr>
              <p14:cNvContentPartPr/>
              <p14:nvPr/>
            </p14:nvContentPartPr>
            <p14:xfrm>
              <a:off x="7810749" y="1778665"/>
              <a:ext cx="302400" cy="20520"/>
            </p14:xfrm>
          </p:contentPart>
        </mc:Choice>
        <mc:Fallback xmlns="">
          <p:pic>
            <p:nvPicPr>
              <p:cNvPr id="1150" name="Cerneală 1149">
                <a:extLst>
                  <a:ext uri="{FF2B5EF4-FFF2-40B4-BE49-F238E27FC236}">
                    <a16:creationId xmlns:a16="http://schemas.microsoft.com/office/drawing/2014/main" id="{1F28C0D3-1A15-4F4E-92D6-C0015FE076B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792749" y="1760665"/>
                <a:ext cx="338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153" name="Cerneală 1152">
                <a:extLst>
                  <a:ext uri="{FF2B5EF4-FFF2-40B4-BE49-F238E27FC236}">
                    <a16:creationId xmlns:a16="http://schemas.microsoft.com/office/drawing/2014/main" id="{C9C89F0B-A126-49A9-9E1A-DDFD9A896177}"/>
                  </a:ext>
                </a:extLst>
              </p14:cNvPr>
              <p14:cNvContentPartPr/>
              <p14:nvPr/>
            </p14:nvContentPartPr>
            <p14:xfrm>
              <a:off x="7666389" y="2347825"/>
              <a:ext cx="403560" cy="34560"/>
            </p14:xfrm>
          </p:contentPart>
        </mc:Choice>
        <mc:Fallback xmlns="">
          <p:pic>
            <p:nvPicPr>
              <p:cNvPr id="1153" name="Cerneală 1152">
                <a:extLst>
                  <a:ext uri="{FF2B5EF4-FFF2-40B4-BE49-F238E27FC236}">
                    <a16:creationId xmlns:a16="http://schemas.microsoft.com/office/drawing/2014/main" id="{C9C89F0B-A126-49A9-9E1A-DDFD9A89617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648389" y="2330185"/>
                <a:ext cx="4392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56" name="Cerneală 1155">
                <a:extLst>
                  <a:ext uri="{FF2B5EF4-FFF2-40B4-BE49-F238E27FC236}">
                    <a16:creationId xmlns:a16="http://schemas.microsoft.com/office/drawing/2014/main" id="{2D222C01-F860-423C-A3EA-86CBF7759021}"/>
                  </a:ext>
                </a:extLst>
              </p14:cNvPr>
              <p14:cNvContentPartPr/>
              <p14:nvPr/>
            </p14:nvContentPartPr>
            <p14:xfrm>
              <a:off x="7709589" y="2887465"/>
              <a:ext cx="341640" cy="5040"/>
            </p14:xfrm>
          </p:contentPart>
        </mc:Choice>
        <mc:Fallback xmlns="">
          <p:pic>
            <p:nvPicPr>
              <p:cNvPr id="1156" name="Cerneală 1155">
                <a:extLst>
                  <a:ext uri="{FF2B5EF4-FFF2-40B4-BE49-F238E27FC236}">
                    <a16:creationId xmlns:a16="http://schemas.microsoft.com/office/drawing/2014/main" id="{2D222C01-F860-423C-A3EA-86CBF775902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691589" y="2869465"/>
                <a:ext cx="377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59" name="Cerneală 1158">
                <a:extLst>
                  <a:ext uri="{FF2B5EF4-FFF2-40B4-BE49-F238E27FC236}">
                    <a16:creationId xmlns:a16="http://schemas.microsoft.com/office/drawing/2014/main" id="{598BEFF8-9D86-4F24-9FCF-E72B81B5E267}"/>
                  </a:ext>
                </a:extLst>
              </p14:cNvPr>
              <p14:cNvContentPartPr/>
              <p14:nvPr/>
            </p14:nvContentPartPr>
            <p14:xfrm>
              <a:off x="7781949" y="3368785"/>
              <a:ext cx="366840" cy="18360"/>
            </p14:xfrm>
          </p:contentPart>
        </mc:Choice>
        <mc:Fallback xmlns="">
          <p:pic>
            <p:nvPicPr>
              <p:cNvPr id="1159" name="Cerneală 1158">
                <a:extLst>
                  <a:ext uri="{FF2B5EF4-FFF2-40B4-BE49-F238E27FC236}">
                    <a16:creationId xmlns:a16="http://schemas.microsoft.com/office/drawing/2014/main" id="{598BEFF8-9D86-4F24-9FCF-E72B81B5E26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63949" y="3350785"/>
                <a:ext cx="402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168" name="Cerneală 1167">
                <a:extLst>
                  <a:ext uri="{FF2B5EF4-FFF2-40B4-BE49-F238E27FC236}">
                    <a16:creationId xmlns:a16="http://schemas.microsoft.com/office/drawing/2014/main" id="{13D87936-81D2-4174-8225-F4086D619D37}"/>
                  </a:ext>
                </a:extLst>
              </p14:cNvPr>
              <p14:cNvContentPartPr/>
              <p14:nvPr/>
            </p14:nvContentPartPr>
            <p14:xfrm>
              <a:off x="7825149" y="4307305"/>
              <a:ext cx="433440" cy="283680"/>
            </p14:xfrm>
          </p:contentPart>
        </mc:Choice>
        <mc:Fallback xmlns="">
          <p:pic>
            <p:nvPicPr>
              <p:cNvPr id="1168" name="Cerneală 1167">
                <a:extLst>
                  <a:ext uri="{FF2B5EF4-FFF2-40B4-BE49-F238E27FC236}">
                    <a16:creationId xmlns:a16="http://schemas.microsoft.com/office/drawing/2014/main" id="{13D87936-81D2-4174-8225-F4086D619D3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807509" y="4289328"/>
                <a:ext cx="469080" cy="319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69" name="Cerneală 1168">
                <a:extLst>
                  <a:ext uri="{FF2B5EF4-FFF2-40B4-BE49-F238E27FC236}">
                    <a16:creationId xmlns:a16="http://schemas.microsoft.com/office/drawing/2014/main" id="{A8C21A14-B224-40C2-B6A0-2945A6EB4F8B}"/>
                  </a:ext>
                </a:extLst>
              </p14:cNvPr>
              <p14:cNvContentPartPr/>
              <p14:nvPr/>
            </p14:nvContentPartPr>
            <p14:xfrm>
              <a:off x="7795989" y="3851185"/>
              <a:ext cx="423360" cy="294120"/>
            </p14:xfrm>
          </p:contentPart>
        </mc:Choice>
        <mc:Fallback xmlns="">
          <p:pic>
            <p:nvPicPr>
              <p:cNvPr id="1169" name="Cerneală 1168">
                <a:extLst>
                  <a:ext uri="{FF2B5EF4-FFF2-40B4-BE49-F238E27FC236}">
                    <a16:creationId xmlns:a16="http://schemas.microsoft.com/office/drawing/2014/main" id="{A8C21A14-B224-40C2-B6A0-2945A6EB4F8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78334" y="3833545"/>
                <a:ext cx="45903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70" name="Cerneală 1169">
                <a:extLst>
                  <a:ext uri="{FF2B5EF4-FFF2-40B4-BE49-F238E27FC236}">
                    <a16:creationId xmlns:a16="http://schemas.microsoft.com/office/drawing/2014/main" id="{522BD3CA-759D-4800-89E0-612749EE1288}"/>
                  </a:ext>
                </a:extLst>
              </p14:cNvPr>
              <p14:cNvContentPartPr/>
              <p14:nvPr/>
            </p14:nvContentPartPr>
            <p14:xfrm>
              <a:off x="7881309" y="3440785"/>
              <a:ext cx="299880" cy="228600"/>
            </p14:xfrm>
          </p:contentPart>
        </mc:Choice>
        <mc:Fallback xmlns="">
          <p:pic>
            <p:nvPicPr>
              <p:cNvPr id="1170" name="Cerneală 1169">
                <a:extLst>
                  <a:ext uri="{FF2B5EF4-FFF2-40B4-BE49-F238E27FC236}">
                    <a16:creationId xmlns:a16="http://schemas.microsoft.com/office/drawing/2014/main" id="{522BD3CA-759D-4800-89E0-612749EE128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863287" y="3422785"/>
                <a:ext cx="335563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71" name="Cerneală 1170">
                <a:extLst>
                  <a:ext uri="{FF2B5EF4-FFF2-40B4-BE49-F238E27FC236}">
                    <a16:creationId xmlns:a16="http://schemas.microsoft.com/office/drawing/2014/main" id="{FD577A92-6B8B-4C22-A139-D7E54191843B}"/>
                  </a:ext>
                </a:extLst>
              </p14:cNvPr>
              <p14:cNvContentPartPr/>
              <p14:nvPr/>
            </p14:nvContentPartPr>
            <p14:xfrm>
              <a:off x="7767549" y="2966665"/>
              <a:ext cx="392040" cy="232200"/>
            </p14:xfrm>
          </p:contentPart>
        </mc:Choice>
        <mc:Fallback xmlns="">
          <p:pic>
            <p:nvPicPr>
              <p:cNvPr id="1171" name="Cerneală 1170">
                <a:extLst>
                  <a:ext uri="{FF2B5EF4-FFF2-40B4-BE49-F238E27FC236}">
                    <a16:creationId xmlns:a16="http://schemas.microsoft.com/office/drawing/2014/main" id="{FD577A92-6B8B-4C22-A139-D7E54191843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749549" y="2948693"/>
                <a:ext cx="427680" cy="267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172" name="Cerneală 1171">
                <a:extLst>
                  <a:ext uri="{FF2B5EF4-FFF2-40B4-BE49-F238E27FC236}">
                    <a16:creationId xmlns:a16="http://schemas.microsoft.com/office/drawing/2014/main" id="{8B1D3DE6-EF6C-4EDC-AF89-0CC98383DF8C}"/>
                  </a:ext>
                </a:extLst>
              </p14:cNvPr>
              <p14:cNvContentPartPr/>
              <p14:nvPr/>
            </p14:nvContentPartPr>
            <p14:xfrm>
              <a:off x="7743429" y="2449345"/>
              <a:ext cx="430920" cy="211320"/>
            </p14:xfrm>
          </p:contentPart>
        </mc:Choice>
        <mc:Fallback xmlns="">
          <p:pic>
            <p:nvPicPr>
              <p:cNvPr id="1172" name="Cerneală 1171">
                <a:extLst>
                  <a:ext uri="{FF2B5EF4-FFF2-40B4-BE49-F238E27FC236}">
                    <a16:creationId xmlns:a16="http://schemas.microsoft.com/office/drawing/2014/main" id="{8B1D3DE6-EF6C-4EDC-AF89-0CC98383DF8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725429" y="2431345"/>
                <a:ext cx="4665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173" name="Cerneală 1172">
                <a:extLst>
                  <a:ext uri="{FF2B5EF4-FFF2-40B4-BE49-F238E27FC236}">
                    <a16:creationId xmlns:a16="http://schemas.microsoft.com/office/drawing/2014/main" id="{C30F4AE4-3985-493B-A97C-FC03DF35F93A}"/>
                  </a:ext>
                </a:extLst>
              </p14:cNvPr>
              <p14:cNvContentPartPr/>
              <p14:nvPr/>
            </p14:nvContentPartPr>
            <p14:xfrm>
              <a:off x="7786629" y="1895305"/>
              <a:ext cx="307800" cy="156960"/>
            </p14:xfrm>
          </p:contentPart>
        </mc:Choice>
        <mc:Fallback xmlns="">
          <p:pic>
            <p:nvPicPr>
              <p:cNvPr id="1173" name="Cerneală 1172">
                <a:extLst>
                  <a:ext uri="{FF2B5EF4-FFF2-40B4-BE49-F238E27FC236}">
                    <a16:creationId xmlns:a16="http://schemas.microsoft.com/office/drawing/2014/main" id="{C30F4AE4-3985-493B-A97C-FC03DF35F93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768989" y="1877346"/>
                <a:ext cx="343440" cy="192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174" name="Cerneală 1173">
                <a:extLst>
                  <a:ext uri="{FF2B5EF4-FFF2-40B4-BE49-F238E27FC236}">
                    <a16:creationId xmlns:a16="http://schemas.microsoft.com/office/drawing/2014/main" id="{BBD4CE45-39D4-4766-AC99-99A4A3A078CB}"/>
                  </a:ext>
                </a:extLst>
              </p14:cNvPr>
              <p14:cNvContentPartPr/>
              <p14:nvPr/>
            </p14:nvContentPartPr>
            <p14:xfrm>
              <a:off x="7752789" y="1235785"/>
              <a:ext cx="412560" cy="288000"/>
            </p14:xfrm>
          </p:contentPart>
        </mc:Choice>
        <mc:Fallback xmlns="">
          <p:pic>
            <p:nvPicPr>
              <p:cNvPr id="1174" name="Cerneală 1173">
                <a:extLst>
                  <a:ext uri="{FF2B5EF4-FFF2-40B4-BE49-F238E27FC236}">
                    <a16:creationId xmlns:a16="http://schemas.microsoft.com/office/drawing/2014/main" id="{BBD4CE45-39D4-4766-AC99-99A4A3A078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735149" y="1218123"/>
                <a:ext cx="448200" cy="323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50" name="Cerneală 1249">
                <a:extLst>
                  <a:ext uri="{FF2B5EF4-FFF2-40B4-BE49-F238E27FC236}">
                    <a16:creationId xmlns:a16="http://schemas.microsoft.com/office/drawing/2014/main" id="{D0921C7C-8617-4169-8142-8DB20E62BA7C}"/>
                  </a:ext>
                </a:extLst>
              </p14:cNvPr>
              <p14:cNvContentPartPr/>
              <p14:nvPr/>
            </p14:nvContentPartPr>
            <p14:xfrm>
              <a:off x="11088189" y="6361825"/>
              <a:ext cx="915120" cy="397080"/>
            </p14:xfrm>
          </p:contentPart>
        </mc:Choice>
        <mc:Fallback xmlns="">
          <p:pic>
            <p:nvPicPr>
              <p:cNvPr id="1250" name="Cerneală 1249">
                <a:extLst>
                  <a:ext uri="{FF2B5EF4-FFF2-40B4-BE49-F238E27FC236}">
                    <a16:creationId xmlns:a16="http://schemas.microsoft.com/office/drawing/2014/main" id="{D0921C7C-8617-4169-8142-8DB20E62BA7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070189" y="6344185"/>
                <a:ext cx="9507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51" name="Cerneală 1250">
                <a:extLst>
                  <a:ext uri="{FF2B5EF4-FFF2-40B4-BE49-F238E27FC236}">
                    <a16:creationId xmlns:a16="http://schemas.microsoft.com/office/drawing/2014/main" id="{03DB1B6C-ACF1-472A-BF71-3C4B750659AA}"/>
                  </a:ext>
                </a:extLst>
              </p14:cNvPr>
              <p14:cNvContentPartPr/>
              <p14:nvPr/>
            </p14:nvContentPartPr>
            <p14:xfrm>
              <a:off x="5535549" y="4834345"/>
              <a:ext cx="5403600" cy="1978920"/>
            </p14:xfrm>
          </p:contentPart>
        </mc:Choice>
        <mc:Fallback xmlns="">
          <p:pic>
            <p:nvPicPr>
              <p:cNvPr id="1251" name="Cerneală 1250">
                <a:extLst>
                  <a:ext uri="{FF2B5EF4-FFF2-40B4-BE49-F238E27FC236}">
                    <a16:creationId xmlns:a16="http://schemas.microsoft.com/office/drawing/2014/main" id="{03DB1B6C-ACF1-472A-BF71-3C4B750659A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517909" y="4816705"/>
                <a:ext cx="5439240" cy="20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B683D555-9948-4D52-9C2E-98CF5142D478}"/>
                  </a:ext>
                </a:extLst>
              </p14:cNvPr>
              <p14:cNvContentPartPr/>
              <p14:nvPr/>
            </p14:nvContentPartPr>
            <p14:xfrm>
              <a:off x="731349" y="4591345"/>
              <a:ext cx="297720" cy="3855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B683D555-9948-4D52-9C2E-98CF5142D47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13349" y="4573345"/>
                <a:ext cx="33336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D371A2F-64F3-45B9-9D6D-373C3F86D3FA}"/>
                  </a:ext>
                </a:extLst>
              </p14:cNvPr>
              <p14:cNvContentPartPr/>
              <p14:nvPr/>
            </p14:nvContentPartPr>
            <p14:xfrm>
              <a:off x="787509" y="2112385"/>
              <a:ext cx="1930320" cy="3232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D371A2F-64F3-45B9-9D6D-373C3F86D3F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69869" y="2094385"/>
                <a:ext cx="19659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0AA701A7-9E45-45E4-8982-1510EB4AABC7}"/>
                  </a:ext>
                </a:extLst>
              </p14:cNvPr>
              <p14:cNvContentPartPr/>
              <p14:nvPr/>
            </p14:nvContentPartPr>
            <p14:xfrm>
              <a:off x="343629" y="1517305"/>
              <a:ext cx="74880" cy="900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0AA701A7-9E45-45E4-8982-1510EB4AABC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25989" y="1499665"/>
                <a:ext cx="1105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F89B630-D735-4274-9021-20384C2D312A}"/>
                  </a:ext>
                </a:extLst>
              </p14:cNvPr>
              <p14:cNvContentPartPr/>
              <p14:nvPr/>
            </p14:nvContentPartPr>
            <p14:xfrm>
              <a:off x="355869" y="1808545"/>
              <a:ext cx="25200" cy="171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F89B630-D735-4274-9021-20384C2D312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37869" y="1790905"/>
                <a:ext cx="608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6733BF4-86DC-496A-8175-435CE67840D6}"/>
                  </a:ext>
                </a:extLst>
              </p14:cNvPr>
              <p14:cNvContentPartPr/>
              <p14:nvPr/>
            </p14:nvContentPartPr>
            <p14:xfrm>
              <a:off x="319509" y="2190865"/>
              <a:ext cx="136080" cy="167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6733BF4-86DC-496A-8175-435CE67840D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01869" y="2172865"/>
                <a:ext cx="171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8A4DAF2-BF7B-4119-B251-1A365A924F00}"/>
                  </a:ext>
                </a:extLst>
              </p14:cNvPr>
              <p14:cNvContentPartPr/>
              <p14:nvPr/>
            </p14:nvContentPartPr>
            <p14:xfrm>
              <a:off x="331749" y="2552305"/>
              <a:ext cx="122400" cy="216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8A4DAF2-BF7B-4119-B251-1A365A924F0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14109" y="2534665"/>
                <a:ext cx="1580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58135AA-FD0B-40C3-A675-C6977963CA9C}"/>
                  </a:ext>
                </a:extLst>
              </p14:cNvPr>
              <p14:cNvContentPartPr/>
              <p14:nvPr/>
            </p14:nvContentPartPr>
            <p14:xfrm>
              <a:off x="360909" y="2872705"/>
              <a:ext cx="81360" cy="2358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58135AA-FD0B-40C3-A675-C6977963CA9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42909" y="2855065"/>
                <a:ext cx="1170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1C0385D-05EB-4743-AD45-4DF8510E1CF4}"/>
                  </a:ext>
                </a:extLst>
              </p14:cNvPr>
              <p14:cNvContentPartPr/>
              <p14:nvPr/>
            </p14:nvContentPartPr>
            <p14:xfrm>
              <a:off x="348669" y="3690985"/>
              <a:ext cx="79920" cy="194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1C0385D-05EB-4743-AD45-4DF8510E1CF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31029" y="3672985"/>
                <a:ext cx="1155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62E10E1-39CD-45D8-A76F-3552F1C6C8CF}"/>
                  </a:ext>
                </a:extLst>
              </p14:cNvPr>
              <p14:cNvContentPartPr/>
              <p14:nvPr/>
            </p14:nvContentPartPr>
            <p14:xfrm>
              <a:off x="331749" y="4019305"/>
              <a:ext cx="165240" cy="2210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62E10E1-39CD-45D8-A76F-3552F1C6C8CF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14109" y="4001305"/>
                <a:ext cx="2008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930674A-9420-42F9-969B-539501378DB2}"/>
                  </a:ext>
                </a:extLst>
              </p14:cNvPr>
              <p14:cNvContentPartPr/>
              <p14:nvPr/>
            </p14:nvContentPartPr>
            <p14:xfrm>
              <a:off x="384669" y="3307585"/>
              <a:ext cx="114120" cy="174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930674A-9420-42F9-969B-539501378DB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66669" y="3289585"/>
                <a:ext cx="1497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23EE8114-B513-4F42-B9DF-62CDB2888E4A}"/>
                  </a:ext>
                </a:extLst>
              </p14:cNvPr>
              <p14:cNvContentPartPr/>
              <p14:nvPr/>
            </p14:nvContentPartPr>
            <p14:xfrm>
              <a:off x="811989" y="3195265"/>
              <a:ext cx="1860120" cy="3747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23EE8114-B513-4F42-B9DF-62CDB2888E4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94349" y="3177625"/>
                <a:ext cx="189576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3F1E714-A814-4DA0-97E0-6F2CC910E0A0}"/>
                  </a:ext>
                </a:extLst>
              </p14:cNvPr>
              <p14:cNvContentPartPr/>
              <p14:nvPr/>
            </p14:nvContentPartPr>
            <p14:xfrm>
              <a:off x="1251189" y="4745065"/>
              <a:ext cx="1893240" cy="3445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3F1E714-A814-4DA0-97E0-6F2CC910E0A0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233189" y="4727065"/>
                <a:ext cx="192888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31C4BC1-AA93-4F03-83B7-CF46FA07DB93}"/>
                  </a:ext>
                </a:extLst>
              </p14:cNvPr>
              <p14:cNvContentPartPr/>
              <p14:nvPr/>
            </p14:nvContentPartPr>
            <p14:xfrm>
              <a:off x="3320469" y="4716265"/>
              <a:ext cx="223560" cy="10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31C4BC1-AA93-4F03-83B7-CF46FA07DB9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302469" y="4698265"/>
                <a:ext cx="259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E0E9129-8AEE-4B79-AC28-DA6995FE1EB1}"/>
                  </a:ext>
                </a:extLst>
              </p14:cNvPr>
              <p14:cNvContentPartPr/>
              <p14:nvPr/>
            </p14:nvContentPartPr>
            <p14:xfrm>
              <a:off x="3869109" y="4735345"/>
              <a:ext cx="313200" cy="198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E0E9129-8AEE-4B79-AC28-DA6995FE1EB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851109" y="4717705"/>
                <a:ext cx="348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9A52FCB6-9860-4166-8851-6C8E3B0FCAC5}"/>
                  </a:ext>
                </a:extLst>
              </p14:cNvPr>
              <p14:cNvContentPartPr/>
              <p14:nvPr/>
            </p14:nvContentPartPr>
            <p14:xfrm>
              <a:off x="3248469" y="4595665"/>
              <a:ext cx="1094040" cy="122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9A52FCB6-9860-4166-8851-6C8E3B0FCAC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230469" y="4578025"/>
                <a:ext cx="11296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A3930B3C-1750-4171-B381-C7681D30D96B}"/>
                  </a:ext>
                </a:extLst>
              </p14:cNvPr>
              <p14:cNvContentPartPr/>
              <p14:nvPr/>
            </p14:nvContentPartPr>
            <p14:xfrm>
              <a:off x="3334869" y="4793305"/>
              <a:ext cx="899280" cy="2181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A3930B3C-1750-4171-B381-C7681D30D96B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317229" y="4775305"/>
                <a:ext cx="9349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27" name="Cerneală 1026">
                <a:extLst>
                  <a:ext uri="{FF2B5EF4-FFF2-40B4-BE49-F238E27FC236}">
                    <a16:creationId xmlns:a16="http://schemas.microsoft.com/office/drawing/2014/main" id="{2B6D18BB-5090-4257-8B63-2EC23E770577}"/>
                  </a:ext>
                </a:extLst>
              </p14:cNvPr>
              <p14:cNvContentPartPr/>
              <p14:nvPr/>
            </p14:nvContentPartPr>
            <p14:xfrm>
              <a:off x="8171469" y="2410465"/>
              <a:ext cx="3605040" cy="1821240"/>
            </p14:xfrm>
          </p:contentPart>
        </mc:Choice>
        <mc:Fallback xmlns="">
          <p:pic>
            <p:nvPicPr>
              <p:cNvPr id="1027" name="Cerneală 1026">
                <a:extLst>
                  <a:ext uri="{FF2B5EF4-FFF2-40B4-BE49-F238E27FC236}">
                    <a16:creationId xmlns:a16="http://schemas.microsoft.com/office/drawing/2014/main" id="{2B6D18BB-5090-4257-8B63-2EC23E77057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153829" y="2392465"/>
                <a:ext cx="3640680" cy="185688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Dreptunghi 62">
            <a:extLst>
              <a:ext uri="{FF2B5EF4-FFF2-40B4-BE49-F238E27FC236}">
                <a16:creationId xmlns:a16="http://schemas.microsoft.com/office/drawing/2014/main" id="{433FFED7-49C8-4B46-8E72-0B4A8CB067AF}"/>
              </a:ext>
            </a:extLst>
          </p:cNvPr>
          <p:cNvSpPr/>
          <p:nvPr/>
        </p:nvSpPr>
        <p:spPr>
          <a:xfrm>
            <a:off x="243904" y="45757"/>
            <a:ext cx="1334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1  </a:t>
            </a:r>
          </a:p>
        </p:txBody>
      </p:sp>
    </p:spTree>
    <p:extLst>
      <p:ext uri="{BB962C8B-B14F-4D97-AF65-F5344CB8AC3E}">
        <p14:creationId xmlns:p14="http://schemas.microsoft.com/office/powerpoint/2010/main" val="276340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8174F4B-2E4F-4F45-B1D0-07A76DA5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143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id="{7A28E0BE-BE63-409A-83EB-DFFD70F7D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221" y="868708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7A28E0BE-BE63-409A-83EB-DFFD70F7D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868708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ine 3">
            <a:extLst>
              <a:ext uri="{FF2B5EF4-FFF2-40B4-BE49-F238E27FC236}">
                <a16:creationId xmlns:a16="http://schemas.microsoft.com/office/drawing/2014/main" id="{E945F4AE-F035-4BE8-9281-F8EE737AD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147" y="868708"/>
            <a:ext cx="5596508" cy="57338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2E56CB2-3361-4096-8D77-F372460D3B67}"/>
                  </a:ext>
                </a:extLst>
              </p14:cNvPr>
              <p14:cNvContentPartPr/>
              <p14:nvPr/>
            </p14:nvContentPartPr>
            <p14:xfrm>
              <a:off x="9461349" y="1453225"/>
              <a:ext cx="678600" cy="3744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2E56CB2-3361-4096-8D77-F372460D3B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43359" y="1435568"/>
                <a:ext cx="714221" cy="41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8F696F5-652D-4EE0-9768-AC24ABC05881}"/>
                  </a:ext>
                </a:extLst>
              </p14:cNvPr>
              <p14:cNvContentPartPr/>
              <p14:nvPr/>
            </p14:nvContentPartPr>
            <p14:xfrm>
              <a:off x="9407349" y="2241985"/>
              <a:ext cx="201240" cy="104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8F696F5-652D-4EE0-9768-AC24ABC058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89709" y="2223985"/>
                <a:ext cx="2368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CF4C44E-342B-48DB-B09D-CB3A2BC28F39}"/>
                  </a:ext>
                </a:extLst>
              </p14:cNvPr>
              <p14:cNvContentPartPr/>
              <p14:nvPr/>
            </p14:nvContentPartPr>
            <p14:xfrm>
              <a:off x="10823229" y="1884865"/>
              <a:ext cx="597600" cy="4042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CF4C44E-342B-48DB-B09D-CB3A2BC28F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05589" y="1866865"/>
                <a:ext cx="63324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D90E659-76CC-4CE6-95C7-18435ECE7317}"/>
                  </a:ext>
                </a:extLst>
              </p14:cNvPr>
              <p14:cNvContentPartPr/>
              <p14:nvPr/>
            </p14:nvContentPartPr>
            <p14:xfrm>
              <a:off x="9783909" y="1907545"/>
              <a:ext cx="691560" cy="4021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D90E659-76CC-4CE6-95C7-18435ECE731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65909" y="1889561"/>
                <a:ext cx="727200" cy="437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6C2888E7-CF16-43DA-9E1B-6241B67FFA97}"/>
                  </a:ext>
                </a:extLst>
              </p14:cNvPr>
              <p14:cNvContentPartPr/>
              <p14:nvPr/>
            </p14:nvContentPartPr>
            <p14:xfrm>
              <a:off x="9750789" y="3060625"/>
              <a:ext cx="969120" cy="2631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6C2888E7-CF16-43DA-9E1B-6241B67FFA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32789" y="3042625"/>
                <a:ext cx="10047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4492824-A9F6-4B14-A017-4C92FDCFD543}"/>
                  </a:ext>
                </a:extLst>
              </p14:cNvPr>
              <p14:cNvContentPartPr/>
              <p14:nvPr/>
            </p14:nvContentPartPr>
            <p14:xfrm>
              <a:off x="9721269" y="2501185"/>
              <a:ext cx="2054880" cy="2728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4492824-A9F6-4B14-A017-4C92FDCFD5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03626" y="2483568"/>
                <a:ext cx="2090526" cy="308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E5FFEB5-36D1-47BC-A292-BB548F32B200}"/>
                  </a:ext>
                </a:extLst>
              </p14:cNvPr>
              <p14:cNvContentPartPr/>
              <p14:nvPr/>
            </p14:nvContentPartPr>
            <p14:xfrm>
              <a:off x="9702189" y="4484425"/>
              <a:ext cx="1786680" cy="8532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E5FFEB5-36D1-47BC-A292-BB548F32B2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84193" y="4466425"/>
                <a:ext cx="1822313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8A745F03-A7EA-4417-ADB7-0A609E0081A4}"/>
                  </a:ext>
                </a:extLst>
              </p14:cNvPr>
              <p14:cNvContentPartPr/>
              <p14:nvPr/>
            </p14:nvContentPartPr>
            <p14:xfrm>
              <a:off x="9634869" y="3457345"/>
              <a:ext cx="2182680" cy="8301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8A745F03-A7EA-4417-ADB7-0A609E0081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616869" y="3439353"/>
                <a:ext cx="2218320" cy="865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FFCCD1B-1424-43B9-856C-656D7A0786F4}"/>
                  </a:ext>
                </a:extLst>
              </p14:cNvPr>
              <p14:cNvContentPartPr/>
              <p14:nvPr/>
            </p14:nvContentPartPr>
            <p14:xfrm>
              <a:off x="10976949" y="3130465"/>
              <a:ext cx="756720" cy="156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FFCCD1B-1424-43B9-856C-656D7A0786F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958949" y="3112825"/>
                <a:ext cx="792360" cy="19188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Dreptunghi 13">
            <a:extLst>
              <a:ext uri="{FF2B5EF4-FFF2-40B4-BE49-F238E27FC236}">
                <a16:creationId xmlns:a16="http://schemas.microsoft.com/office/drawing/2014/main" id="{96CA44EC-8B32-4698-8907-D46D169AD7C3}"/>
              </a:ext>
            </a:extLst>
          </p:cNvPr>
          <p:cNvSpPr/>
          <p:nvPr/>
        </p:nvSpPr>
        <p:spPr>
          <a:xfrm>
            <a:off x="243904" y="45757"/>
            <a:ext cx="1334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1  </a:t>
            </a:r>
          </a:p>
        </p:txBody>
      </p:sp>
    </p:spTree>
    <p:extLst>
      <p:ext uri="{BB962C8B-B14F-4D97-AF65-F5344CB8AC3E}">
        <p14:creationId xmlns:p14="http://schemas.microsoft.com/office/powerpoint/2010/main" val="333001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FF7DD187-4555-41F8-ABAF-176A03D32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371172"/>
              </p:ext>
            </p:extLst>
          </p:nvPr>
        </p:nvGraphicFramePr>
        <p:xfrm>
          <a:off x="335343" y="1051586"/>
          <a:ext cx="2488044" cy="3474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7A28E0BE-BE63-409A-83EB-DFFD70F7D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43" y="1051586"/>
                        <a:ext cx="2488044" cy="3474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AE6E713-38F0-4449-B293-9DE82F017F2B}"/>
                  </a:ext>
                </a:extLst>
              </p14:cNvPr>
              <p14:cNvContentPartPr/>
              <p14:nvPr/>
            </p14:nvContentPartPr>
            <p14:xfrm>
              <a:off x="644589" y="779665"/>
              <a:ext cx="360" cy="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AE6E713-38F0-4449-B293-9DE82F017F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949" y="7616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6ED097D7-4998-42B8-A3EE-94F2CB658376}"/>
                  </a:ext>
                </a:extLst>
              </p14:cNvPr>
              <p14:cNvContentPartPr/>
              <p14:nvPr/>
            </p14:nvContentPartPr>
            <p14:xfrm>
              <a:off x="365229" y="644305"/>
              <a:ext cx="266040" cy="630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6ED097D7-4998-42B8-A3EE-94F2CB6583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589" y="626665"/>
                <a:ext cx="3016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68048EA-758A-4DDF-A9D1-80454941AAB1}"/>
                  </a:ext>
                </a:extLst>
              </p14:cNvPr>
              <p14:cNvContentPartPr/>
              <p14:nvPr/>
            </p14:nvContentPartPr>
            <p14:xfrm>
              <a:off x="274149" y="292225"/>
              <a:ext cx="287280" cy="651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68048EA-758A-4DDF-A9D1-80454941AA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6149" y="274324"/>
                <a:ext cx="322920" cy="100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0FC34E77-9EE2-4E6F-B783-E095B0A71D39}"/>
                  </a:ext>
                </a:extLst>
              </p14:cNvPr>
              <p14:cNvContentPartPr/>
              <p14:nvPr/>
            </p14:nvContentPartPr>
            <p14:xfrm>
              <a:off x="408429" y="404185"/>
              <a:ext cx="79560" cy="188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0FC34E77-9EE2-4E6F-B783-E095B0A71D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0789" y="386219"/>
                <a:ext cx="115200" cy="224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2FEAE0A-5506-45AA-9623-5BF09AE1934F}"/>
                  </a:ext>
                </a:extLst>
              </p14:cNvPr>
              <p14:cNvContentPartPr/>
              <p14:nvPr/>
            </p14:nvContentPartPr>
            <p14:xfrm>
              <a:off x="4632309" y="281065"/>
              <a:ext cx="342720" cy="258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2FEAE0A-5506-45AA-9623-5BF09AE193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14669" y="263065"/>
                <a:ext cx="3783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EA826EA-4BCF-4DA4-A607-DAD3845C87DC}"/>
                  </a:ext>
                </a:extLst>
              </p14:cNvPr>
              <p14:cNvContentPartPr/>
              <p14:nvPr/>
            </p14:nvContentPartPr>
            <p14:xfrm>
              <a:off x="3354309" y="315625"/>
              <a:ext cx="1060560" cy="2905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EA826EA-4BCF-4DA4-A607-DAD3845C87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36315" y="297963"/>
                <a:ext cx="1096188" cy="326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F4F741A-7A66-4841-9E63-856041A0FE31}"/>
                  </a:ext>
                </a:extLst>
              </p14:cNvPr>
              <p14:cNvContentPartPr/>
              <p14:nvPr/>
            </p14:nvContentPartPr>
            <p14:xfrm>
              <a:off x="1713069" y="224905"/>
              <a:ext cx="1199520" cy="563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F4F741A-7A66-4841-9E63-856041A0FE3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95429" y="207265"/>
                <a:ext cx="123516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D6F90A59-EBE0-4D44-BD5A-C0F1BC99AA75}"/>
                  </a:ext>
                </a:extLst>
              </p14:cNvPr>
              <p14:cNvContentPartPr/>
              <p14:nvPr/>
            </p14:nvContentPartPr>
            <p14:xfrm>
              <a:off x="957429" y="278905"/>
              <a:ext cx="488880" cy="2538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D6F90A59-EBE0-4D44-BD5A-C0F1BC99AA7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9776" y="261265"/>
                <a:ext cx="524546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25998FD-4279-44C1-A3D7-2F5CCFC51374}"/>
                  </a:ext>
                </a:extLst>
              </p14:cNvPr>
              <p14:cNvContentPartPr/>
              <p14:nvPr/>
            </p14:nvContentPartPr>
            <p14:xfrm>
              <a:off x="6207669" y="431185"/>
              <a:ext cx="325080" cy="3142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25998FD-4279-44C1-A3D7-2F5CCFC513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89669" y="413545"/>
                <a:ext cx="3607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22425BB1-9BEB-4F46-9962-D4DA4854C60C}"/>
                  </a:ext>
                </a:extLst>
              </p14:cNvPr>
              <p14:cNvContentPartPr/>
              <p14:nvPr/>
            </p14:nvContentPartPr>
            <p14:xfrm>
              <a:off x="5293629" y="389425"/>
              <a:ext cx="698400" cy="2325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22425BB1-9BEB-4F46-9962-D4DA4854C60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75629" y="371425"/>
                <a:ext cx="7340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4E249BBE-DB5D-4D0C-A129-61DA2493A3E1}"/>
                  </a:ext>
                </a:extLst>
              </p14:cNvPr>
              <p14:cNvContentPartPr/>
              <p14:nvPr/>
            </p14:nvContentPartPr>
            <p14:xfrm>
              <a:off x="9518949" y="183865"/>
              <a:ext cx="333720" cy="2545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4E249BBE-DB5D-4D0C-A129-61DA2493A3E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501290" y="166225"/>
                <a:ext cx="369398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5E4C376-B395-4B47-9D21-29174E85480B}"/>
                  </a:ext>
                </a:extLst>
              </p14:cNvPr>
              <p14:cNvContentPartPr/>
              <p14:nvPr/>
            </p14:nvContentPartPr>
            <p14:xfrm>
              <a:off x="8780229" y="184945"/>
              <a:ext cx="537480" cy="2689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5E4C376-B395-4B47-9D21-29174E85480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62589" y="167305"/>
                <a:ext cx="5731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44B58E52-7DCC-48FB-B2B2-1C363B3A2FBA}"/>
                  </a:ext>
                </a:extLst>
              </p14:cNvPr>
              <p14:cNvContentPartPr/>
              <p14:nvPr/>
            </p14:nvContentPartPr>
            <p14:xfrm>
              <a:off x="6855669" y="161905"/>
              <a:ext cx="1530000" cy="3420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44B58E52-7DCC-48FB-B2B2-1C363B3A2FB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838029" y="144246"/>
                <a:ext cx="1565640" cy="3776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6639BF4F-4693-43D6-B7A8-8EFD99C50BAE}"/>
                  </a:ext>
                </a:extLst>
              </p14:cNvPr>
              <p14:cNvContentPartPr/>
              <p14:nvPr/>
            </p14:nvContentPartPr>
            <p14:xfrm>
              <a:off x="3185829" y="2415505"/>
              <a:ext cx="360" cy="3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6639BF4F-4693-43D6-B7A8-8EFD99C50BA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67829" y="2397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149172C-3A3B-4276-95BB-C44D7C48B0F5}"/>
                  </a:ext>
                </a:extLst>
              </p14:cNvPr>
              <p14:cNvContentPartPr/>
              <p14:nvPr/>
            </p14:nvContentPartPr>
            <p14:xfrm>
              <a:off x="2303829" y="2002945"/>
              <a:ext cx="252360" cy="2530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149172C-3A3B-4276-95BB-C44D7C48B0F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86189" y="1984945"/>
                <a:ext cx="2880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4576F8B5-0FDE-4049-9EE8-AD22630BEBE4}"/>
                  </a:ext>
                </a:extLst>
              </p14:cNvPr>
              <p14:cNvContentPartPr/>
              <p14:nvPr/>
            </p14:nvContentPartPr>
            <p14:xfrm>
              <a:off x="2194029" y="3082585"/>
              <a:ext cx="211680" cy="261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4576F8B5-0FDE-4049-9EE8-AD22630BEBE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76389" y="3064585"/>
                <a:ext cx="247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8B47B06-D2C4-4A7E-932F-0D4B07CD9093}"/>
                  </a:ext>
                </a:extLst>
              </p14:cNvPr>
              <p14:cNvContentPartPr/>
              <p14:nvPr/>
            </p14:nvContentPartPr>
            <p14:xfrm>
              <a:off x="2232549" y="3788905"/>
              <a:ext cx="198360" cy="6580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8B47B06-D2C4-4A7E-932F-0D4B07CD909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14909" y="3771265"/>
                <a:ext cx="23400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502AFAA3-F310-4263-A40D-C11E1C89EFDC}"/>
                  </a:ext>
                </a:extLst>
              </p14:cNvPr>
              <p14:cNvContentPartPr/>
              <p14:nvPr/>
            </p14:nvContentPartPr>
            <p14:xfrm>
              <a:off x="2210589" y="1250905"/>
              <a:ext cx="232560" cy="6228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502AFAA3-F310-4263-A40D-C11E1C89EFD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192589" y="1233265"/>
                <a:ext cx="26820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6628C0A6-0E13-4481-BB89-9D0D8D48A7C0}"/>
                  </a:ext>
                </a:extLst>
              </p14:cNvPr>
              <p14:cNvContentPartPr/>
              <p14:nvPr/>
            </p14:nvContentPartPr>
            <p14:xfrm>
              <a:off x="3752469" y="1100785"/>
              <a:ext cx="492840" cy="277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6628C0A6-0E13-4481-BB89-9D0D8D48A7C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734469" y="1083145"/>
                <a:ext cx="528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C3FC0E5F-E836-4D1A-86B6-66ECBD2D9426}"/>
                  </a:ext>
                </a:extLst>
              </p14:cNvPr>
              <p14:cNvContentPartPr/>
              <p14:nvPr/>
            </p14:nvContentPartPr>
            <p14:xfrm>
              <a:off x="4581909" y="1058305"/>
              <a:ext cx="402840" cy="4150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C3FC0E5F-E836-4D1A-86B6-66ECBD2D942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563909" y="1040665"/>
                <a:ext cx="43848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4C8990C-E2B9-4438-98C4-7C720AD2DEB2}"/>
                  </a:ext>
                </a:extLst>
              </p14:cNvPr>
              <p14:cNvContentPartPr/>
              <p14:nvPr/>
            </p14:nvContentPartPr>
            <p14:xfrm>
              <a:off x="2280069" y="2686225"/>
              <a:ext cx="227880" cy="2944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4C8990C-E2B9-4438-98C4-7C720AD2DEB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62069" y="2668585"/>
                <a:ext cx="2635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D60CDE35-4254-4E81-BDED-C3DBAC24DFDF}"/>
                  </a:ext>
                </a:extLst>
              </p14:cNvPr>
              <p14:cNvContentPartPr/>
              <p14:nvPr/>
            </p14:nvContentPartPr>
            <p14:xfrm>
              <a:off x="2242629" y="2324425"/>
              <a:ext cx="153000" cy="2775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D60CDE35-4254-4E81-BDED-C3DBAC24DFD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224629" y="2306785"/>
                <a:ext cx="1886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5EBB987-1B1D-4568-8CFD-6C4F31D9F654}"/>
                  </a:ext>
                </a:extLst>
              </p14:cNvPr>
              <p14:cNvContentPartPr/>
              <p14:nvPr/>
            </p14:nvContentPartPr>
            <p14:xfrm>
              <a:off x="2232909" y="3405865"/>
              <a:ext cx="205200" cy="2635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5EBB987-1B1D-4568-8CFD-6C4F31D9F6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215269" y="3388225"/>
                <a:ext cx="2408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F010F45-FC7C-4277-BCD0-2BD55B6A8B73}"/>
                  </a:ext>
                </a:extLst>
              </p14:cNvPr>
              <p14:cNvContentPartPr/>
              <p14:nvPr/>
            </p14:nvContentPartPr>
            <p14:xfrm>
              <a:off x="5134509" y="1047145"/>
              <a:ext cx="400680" cy="4460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F010F45-FC7C-4277-BCD0-2BD55B6A8B7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116525" y="1029145"/>
                <a:ext cx="436288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DA0ED70-3D9C-4892-94B7-BD722D78EE1A}"/>
                  </a:ext>
                </a:extLst>
              </p14:cNvPr>
              <p14:cNvContentPartPr/>
              <p14:nvPr/>
            </p14:nvContentPartPr>
            <p14:xfrm>
              <a:off x="175869" y="1700545"/>
              <a:ext cx="93960" cy="770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DA0ED70-3D9C-4892-94B7-BD722D78EE1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8229" y="1682905"/>
                <a:ext cx="129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694FAB7E-50C7-4F0E-BFE0-FA005C742A3B}"/>
                  </a:ext>
                </a:extLst>
              </p14:cNvPr>
              <p14:cNvContentPartPr/>
              <p14:nvPr/>
            </p14:nvContentPartPr>
            <p14:xfrm>
              <a:off x="211509" y="2431345"/>
              <a:ext cx="115200" cy="1375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694FAB7E-50C7-4F0E-BFE0-FA005C742A3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93509" y="2413345"/>
                <a:ext cx="1508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91B7B14A-6489-4DEB-B2CC-7894339115C2}"/>
                  </a:ext>
                </a:extLst>
              </p14:cNvPr>
              <p14:cNvContentPartPr/>
              <p14:nvPr/>
            </p14:nvContentPartPr>
            <p14:xfrm>
              <a:off x="304749" y="3156745"/>
              <a:ext cx="35640" cy="218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91B7B14A-6489-4DEB-B2CC-7894339115C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7109" y="3139105"/>
                <a:ext cx="712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9AC65781-0433-4C4E-91FA-FFA76AB84739}"/>
                  </a:ext>
                </a:extLst>
              </p14:cNvPr>
              <p14:cNvContentPartPr/>
              <p14:nvPr/>
            </p14:nvContentPartPr>
            <p14:xfrm>
              <a:off x="289989" y="3864145"/>
              <a:ext cx="71640" cy="1461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9AC65781-0433-4C4E-91FA-FFA76AB8473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72349" y="3846145"/>
                <a:ext cx="1072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3091EFD-7556-4200-9461-71964EC00A6C}"/>
                  </a:ext>
                </a:extLst>
              </p14:cNvPr>
              <p14:cNvContentPartPr/>
              <p14:nvPr/>
            </p14:nvContentPartPr>
            <p14:xfrm>
              <a:off x="264429" y="4243585"/>
              <a:ext cx="205200" cy="1720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3091EFD-7556-4200-9461-71964EC00A6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46789" y="4225945"/>
                <a:ext cx="2408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CF8DF7D9-492F-4A7A-A222-FC0ED9D0D589}"/>
                  </a:ext>
                </a:extLst>
              </p14:cNvPr>
              <p14:cNvContentPartPr/>
              <p14:nvPr/>
            </p14:nvContentPartPr>
            <p14:xfrm>
              <a:off x="287829" y="3487585"/>
              <a:ext cx="87480" cy="16236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CF8DF7D9-492F-4A7A-A222-FC0ED9D0D58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69829" y="3469585"/>
                <a:ext cx="1231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CCC41D11-D815-4B3E-94C1-7C4403C9E778}"/>
                  </a:ext>
                </a:extLst>
              </p14:cNvPr>
              <p14:cNvContentPartPr/>
              <p14:nvPr/>
            </p14:nvContentPartPr>
            <p14:xfrm>
              <a:off x="81549" y="2642305"/>
              <a:ext cx="1766880" cy="3542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CCC41D11-D815-4B3E-94C1-7C4403C9E77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3549" y="2624665"/>
                <a:ext cx="18025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1AFA230-C476-4322-84BF-62F2BD173F27}"/>
                  </a:ext>
                </a:extLst>
              </p14:cNvPr>
              <p14:cNvContentPartPr/>
              <p14:nvPr/>
            </p14:nvContentPartPr>
            <p14:xfrm>
              <a:off x="33669" y="1972345"/>
              <a:ext cx="1852920" cy="3006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1AFA230-C476-4322-84BF-62F2BD173F2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5672" y="1954345"/>
                <a:ext cx="1888553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B225BF0F-5CE6-46B1-B321-8203BFEC08F1}"/>
                  </a:ext>
                </a:extLst>
              </p14:cNvPr>
              <p14:cNvContentPartPr/>
              <p14:nvPr/>
            </p14:nvContentPartPr>
            <p14:xfrm>
              <a:off x="5297185" y="1896014"/>
              <a:ext cx="770400" cy="3621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B225BF0F-5CE6-46B1-B321-8203BFEC08F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279537" y="1878014"/>
                <a:ext cx="806057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FA084E82-9761-4A2E-AC20-4CA5DF650BE0}"/>
                  </a:ext>
                </a:extLst>
              </p14:cNvPr>
              <p14:cNvContentPartPr/>
              <p14:nvPr/>
            </p14:nvContentPartPr>
            <p14:xfrm>
              <a:off x="3810025" y="2331732"/>
              <a:ext cx="4228920" cy="3621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FA084E82-9761-4A2E-AC20-4CA5DF650BE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792025" y="2313732"/>
                <a:ext cx="426456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53782D9-7C54-45D2-ADC2-A63C97BFD5AE}"/>
                  </a:ext>
                </a:extLst>
              </p14:cNvPr>
              <p14:cNvContentPartPr/>
              <p14:nvPr/>
            </p14:nvContentPartPr>
            <p14:xfrm>
              <a:off x="6575905" y="5259494"/>
              <a:ext cx="141120" cy="1692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53782D9-7C54-45D2-ADC2-A63C97BFD5A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557905" y="5241854"/>
                <a:ext cx="176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90303F4A-30BA-4631-9DA4-135B668A2467}"/>
                  </a:ext>
                </a:extLst>
              </p14:cNvPr>
              <p14:cNvContentPartPr/>
              <p14:nvPr/>
            </p14:nvContentPartPr>
            <p14:xfrm>
              <a:off x="6528385" y="5644694"/>
              <a:ext cx="116640" cy="352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90303F4A-30BA-4631-9DA4-135B668A246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10385" y="5627054"/>
                <a:ext cx="1522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7055F9F9-DE68-4A83-9838-068E7FE64B46}"/>
                  </a:ext>
                </a:extLst>
              </p14:cNvPr>
              <p14:cNvContentPartPr/>
              <p14:nvPr/>
            </p14:nvContentPartPr>
            <p14:xfrm>
              <a:off x="6583825" y="3762974"/>
              <a:ext cx="94680" cy="122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7055F9F9-DE68-4A83-9838-068E7FE64B4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566185" y="3744974"/>
                <a:ext cx="1303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86057E58-5C3C-4FBB-84B4-C2FF8E931201}"/>
                  </a:ext>
                </a:extLst>
              </p14:cNvPr>
              <p14:cNvContentPartPr/>
              <p14:nvPr/>
            </p14:nvContentPartPr>
            <p14:xfrm>
              <a:off x="3424825" y="2559854"/>
              <a:ext cx="440640" cy="3819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86057E58-5C3C-4FBB-84B4-C2FF8E93120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406825" y="2541854"/>
                <a:ext cx="4762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45BAEA5-CBCE-4FD3-899C-A52B7246A44B}"/>
                  </a:ext>
                </a:extLst>
              </p14:cNvPr>
              <p14:cNvContentPartPr/>
              <p14:nvPr/>
            </p14:nvContentPartPr>
            <p14:xfrm>
              <a:off x="3410065" y="3638054"/>
              <a:ext cx="352080" cy="3715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45BAEA5-CBCE-4FD3-899C-A52B7246A44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392065" y="3620414"/>
                <a:ext cx="3877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019D080A-E77B-49DF-8D6C-48E76B19E1B1}"/>
                  </a:ext>
                </a:extLst>
              </p14:cNvPr>
              <p14:cNvContentPartPr/>
              <p14:nvPr/>
            </p14:nvContentPartPr>
            <p14:xfrm>
              <a:off x="3356065" y="3152054"/>
              <a:ext cx="232560" cy="33768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019D080A-E77B-49DF-8D6C-48E76B19E1B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338425" y="3134414"/>
                <a:ext cx="26820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256C1E9D-8E48-480A-BAF9-9E463867FF65}"/>
                  </a:ext>
                </a:extLst>
              </p14:cNvPr>
              <p14:cNvContentPartPr/>
              <p14:nvPr/>
            </p14:nvContentPartPr>
            <p14:xfrm>
              <a:off x="7193305" y="2784494"/>
              <a:ext cx="302400" cy="205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256C1E9D-8E48-480A-BAF9-9E463867FF6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175305" y="2766494"/>
                <a:ext cx="3380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29FD9B7B-E0D3-43FB-8D6C-23A69BAF83B5}"/>
                  </a:ext>
                </a:extLst>
              </p14:cNvPr>
              <p14:cNvContentPartPr/>
              <p14:nvPr/>
            </p14:nvContentPartPr>
            <p14:xfrm>
              <a:off x="7048945" y="3353654"/>
              <a:ext cx="403560" cy="345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29FD9B7B-E0D3-43FB-8D6C-23A69BAF83B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030945" y="3336014"/>
                <a:ext cx="4392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DADAF0EE-C006-4848-AF88-76DA035FB343}"/>
                  </a:ext>
                </a:extLst>
              </p14:cNvPr>
              <p14:cNvContentPartPr/>
              <p14:nvPr/>
            </p14:nvContentPartPr>
            <p14:xfrm>
              <a:off x="7092145" y="3893294"/>
              <a:ext cx="341640" cy="50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DADAF0EE-C006-4848-AF88-76DA035FB34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074145" y="3875294"/>
                <a:ext cx="377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7B1E2AFB-B593-4B08-B029-C5211AF5BF9B}"/>
                  </a:ext>
                </a:extLst>
              </p14:cNvPr>
              <p14:cNvContentPartPr/>
              <p14:nvPr/>
            </p14:nvContentPartPr>
            <p14:xfrm>
              <a:off x="7164505" y="4374614"/>
              <a:ext cx="366840" cy="183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7B1E2AFB-B593-4B08-B029-C5211AF5BF9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146505" y="4356614"/>
                <a:ext cx="402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A3917E89-9EC1-4DB4-B537-CD1EB522012E}"/>
                  </a:ext>
                </a:extLst>
              </p14:cNvPr>
              <p14:cNvContentPartPr/>
              <p14:nvPr/>
            </p14:nvContentPartPr>
            <p14:xfrm>
              <a:off x="7207705" y="5313134"/>
              <a:ext cx="433440" cy="2836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A3917E89-9EC1-4DB4-B537-CD1EB522012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190065" y="5295157"/>
                <a:ext cx="469080" cy="319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25BFCC8-1B6E-467F-A4D2-D07A6B39BD86}"/>
                  </a:ext>
                </a:extLst>
              </p14:cNvPr>
              <p14:cNvContentPartPr/>
              <p14:nvPr/>
            </p14:nvContentPartPr>
            <p14:xfrm>
              <a:off x="7178545" y="4857014"/>
              <a:ext cx="423360" cy="2941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25BFCC8-1B6E-467F-A4D2-D07A6B39BD8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160890" y="4839374"/>
                <a:ext cx="45903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FCDF8B7C-D4CC-4CE0-931C-F7130F903E5B}"/>
                  </a:ext>
                </a:extLst>
              </p14:cNvPr>
              <p14:cNvContentPartPr/>
              <p14:nvPr/>
            </p14:nvContentPartPr>
            <p14:xfrm>
              <a:off x="7263865" y="4446614"/>
              <a:ext cx="299880" cy="2286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FCDF8B7C-D4CC-4CE0-931C-F7130F903E5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245843" y="4428614"/>
                <a:ext cx="335563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AD50F8DD-09B4-4B81-86F9-80A9957F00EA}"/>
                  </a:ext>
                </a:extLst>
              </p14:cNvPr>
              <p14:cNvContentPartPr/>
              <p14:nvPr/>
            </p14:nvContentPartPr>
            <p14:xfrm>
              <a:off x="7150105" y="3972494"/>
              <a:ext cx="392040" cy="2322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AD50F8DD-09B4-4B81-86F9-80A9957F00E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32105" y="3954522"/>
                <a:ext cx="427680" cy="267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78B290D9-7754-47C7-8ACB-B9081F8ACFD1}"/>
                  </a:ext>
                </a:extLst>
              </p14:cNvPr>
              <p14:cNvContentPartPr/>
              <p14:nvPr/>
            </p14:nvContentPartPr>
            <p14:xfrm>
              <a:off x="7125985" y="3455174"/>
              <a:ext cx="430920" cy="2113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78B290D9-7754-47C7-8ACB-B9081F8ACFD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107985" y="3437174"/>
                <a:ext cx="4665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94A5B2A4-7978-426C-81F1-D2D026EEC599}"/>
                  </a:ext>
                </a:extLst>
              </p14:cNvPr>
              <p14:cNvContentPartPr/>
              <p14:nvPr/>
            </p14:nvContentPartPr>
            <p14:xfrm>
              <a:off x="7169185" y="2901134"/>
              <a:ext cx="307800" cy="1569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94A5B2A4-7978-426C-81F1-D2D026EEC59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151545" y="2883175"/>
                <a:ext cx="343440" cy="192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41B9F79D-AD0F-4869-B5E5-FB4D12CE31B9}"/>
                  </a:ext>
                </a:extLst>
              </p14:cNvPr>
              <p14:cNvContentPartPr/>
              <p14:nvPr/>
            </p14:nvContentPartPr>
            <p14:xfrm>
              <a:off x="7135345" y="2241614"/>
              <a:ext cx="412560" cy="2880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41B9F79D-AD0F-4869-B5E5-FB4D12CE31B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117705" y="2223952"/>
                <a:ext cx="448200" cy="323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DB01223-912A-4A71-B464-B88513A70440}"/>
                  </a:ext>
                </a:extLst>
              </p14:cNvPr>
              <p14:cNvContentPartPr/>
              <p14:nvPr/>
            </p14:nvContentPartPr>
            <p14:xfrm>
              <a:off x="2593629" y="5697985"/>
              <a:ext cx="360" cy="3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DB01223-912A-4A71-B464-B88513A7044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575629" y="56803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AB4B3547-D11B-41C9-B82B-6EFD466DEE90}"/>
                  </a:ext>
                </a:extLst>
              </p14:cNvPr>
              <p14:cNvContentPartPr/>
              <p14:nvPr/>
            </p14:nvContentPartPr>
            <p14:xfrm>
              <a:off x="4921029" y="5842345"/>
              <a:ext cx="2443680" cy="70128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AB4B3547-D11B-41C9-B82B-6EFD466DEE9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903389" y="5824345"/>
                <a:ext cx="2479320" cy="73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229A984-2D80-4B0A-AAE3-134866069FA5}"/>
                  </a:ext>
                </a:extLst>
              </p14:cNvPr>
              <p14:cNvContentPartPr/>
              <p14:nvPr/>
            </p14:nvContentPartPr>
            <p14:xfrm>
              <a:off x="995589" y="5250145"/>
              <a:ext cx="203760" cy="57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229A984-2D80-4B0A-AAE3-134866069FA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77949" y="5232145"/>
                <a:ext cx="2394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F4B3B352-AA5C-4B6C-9A62-649FAF114D30}"/>
                  </a:ext>
                </a:extLst>
              </p14:cNvPr>
              <p14:cNvContentPartPr/>
              <p14:nvPr/>
            </p14:nvContentPartPr>
            <p14:xfrm>
              <a:off x="1024749" y="5327185"/>
              <a:ext cx="157680" cy="540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F4B3B352-AA5C-4B6C-9A62-649FAF114D3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07109" y="5309545"/>
                <a:ext cx="1933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9722B176-2EE7-409C-A208-F6D6F71D0D4E}"/>
                  </a:ext>
                </a:extLst>
              </p14:cNvPr>
              <p14:cNvContentPartPr/>
              <p14:nvPr/>
            </p14:nvContentPartPr>
            <p14:xfrm>
              <a:off x="436509" y="4983025"/>
              <a:ext cx="356760" cy="241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9722B176-2EE7-409C-A208-F6D6F71D0D4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18509" y="4965025"/>
                <a:ext cx="3924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95958751-7AB1-4EF8-B1D4-A8EB75E17705}"/>
                  </a:ext>
                </a:extLst>
              </p14:cNvPr>
              <p14:cNvContentPartPr/>
              <p14:nvPr/>
            </p14:nvContentPartPr>
            <p14:xfrm>
              <a:off x="1381149" y="5202265"/>
              <a:ext cx="444240" cy="254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95958751-7AB1-4EF8-B1D4-A8EB75E1770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363149" y="5184265"/>
                <a:ext cx="4798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A666B04E-66DF-425C-B979-8CB8AF54053C}"/>
                  </a:ext>
                </a:extLst>
              </p14:cNvPr>
              <p14:cNvContentPartPr/>
              <p14:nvPr/>
            </p14:nvContentPartPr>
            <p14:xfrm>
              <a:off x="500949" y="5073025"/>
              <a:ext cx="315360" cy="4280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A666B04E-66DF-425C-B979-8CB8AF54053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83309" y="5055025"/>
                <a:ext cx="3510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8F97A2B4-1744-481B-B2E7-499D14587F7B}"/>
                  </a:ext>
                </a:extLst>
              </p14:cNvPr>
              <p14:cNvContentPartPr/>
              <p14:nvPr/>
            </p14:nvContentPartPr>
            <p14:xfrm>
              <a:off x="164349" y="5649025"/>
              <a:ext cx="1953000" cy="9018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8F97A2B4-1744-481B-B2E7-499D14587F7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46349" y="5631385"/>
                <a:ext cx="1988640" cy="9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625A9247-FDE6-480E-B0C1-4D3B80501D82}"/>
                  </a:ext>
                </a:extLst>
              </p14:cNvPr>
              <p14:cNvContentPartPr/>
              <p14:nvPr/>
            </p14:nvContentPartPr>
            <p14:xfrm>
              <a:off x="5735349" y="1173865"/>
              <a:ext cx="146880" cy="237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625A9247-FDE6-480E-B0C1-4D3B80501D8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717349" y="1155865"/>
                <a:ext cx="1825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34E0FB71-C210-488F-9506-2199A2231DBB}"/>
                  </a:ext>
                </a:extLst>
              </p14:cNvPr>
              <p14:cNvContentPartPr/>
              <p14:nvPr/>
            </p14:nvContentPartPr>
            <p14:xfrm>
              <a:off x="5779629" y="1250905"/>
              <a:ext cx="117360" cy="68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34E0FB71-C210-488F-9506-2199A2231DB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761629" y="1233265"/>
                <a:ext cx="1530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53859935-AF02-4D65-AD56-DD5EEAB8F2C4}"/>
                  </a:ext>
                </a:extLst>
              </p14:cNvPr>
              <p14:cNvContentPartPr/>
              <p14:nvPr/>
            </p14:nvContentPartPr>
            <p14:xfrm>
              <a:off x="6106869" y="1048585"/>
              <a:ext cx="275760" cy="57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53859935-AF02-4D65-AD56-DD5EEAB8F2C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089229" y="1030945"/>
                <a:ext cx="3114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517D78D5-B416-4F71-85CD-06AD45F5CE28}"/>
                  </a:ext>
                </a:extLst>
              </p14:cNvPr>
              <p14:cNvContentPartPr/>
              <p14:nvPr/>
            </p14:nvContentPartPr>
            <p14:xfrm>
              <a:off x="6116589" y="1142185"/>
              <a:ext cx="567720" cy="280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517D78D5-B416-4F71-85CD-06AD45F5CE28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098589" y="1124185"/>
                <a:ext cx="6033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F039A073-9F8E-4A0F-8B54-DA7B4616004F}"/>
                  </a:ext>
                </a:extLst>
              </p14:cNvPr>
              <p14:cNvContentPartPr/>
              <p14:nvPr/>
            </p14:nvContentPartPr>
            <p14:xfrm>
              <a:off x="6795189" y="1010425"/>
              <a:ext cx="302040" cy="216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F039A073-9F8E-4A0F-8B54-DA7B4616004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777549" y="992785"/>
                <a:ext cx="3376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3259F3B9-BAA4-4E16-996C-620273FD55F7}"/>
                  </a:ext>
                </a:extLst>
              </p14:cNvPr>
              <p14:cNvContentPartPr/>
              <p14:nvPr/>
            </p14:nvContentPartPr>
            <p14:xfrm>
              <a:off x="6833349" y="1106545"/>
              <a:ext cx="463320" cy="30996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3259F3B9-BAA4-4E16-996C-620273FD55F7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815695" y="1088545"/>
                <a:ext cx="498988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5C378F8F-64E5-4CD4-8572-D98674CE9FC1}"/>
                  </a:ext>
                </a:extLst>
              </p14:cNvPr>
              <p14:cNvContentPartPr/>
              <p14:nvPr/>
            </p14:nvContentPartPr>
            <p14:xfrm>
              <a:off x="7406469" y="2810065"/>
              <a:ext cx="3941640" cy="24022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5C378F8F-64E5-4CD4-8572-D98674CE9FC1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388829" y="2792425"/>
                <a:ext cx="3977280" cy="243792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Dreptunghi 68">
            <a:extLst>
              <a:ext uri="{FF2B5EF4-FFF2-40B4-BE49-F238E27FC236}">
                <a16:creationId xmlns:a16="http://schemas.microsoft.com/office/drawing/2014/main" id="{E7B1DCE0-F22E-4D09-83FD-7D2F5FE1A3F9}"/>
              </a:ext>
            </a:extLst>
          </p:cNvPr>
          <p:cNvSpPr/>
          <p:nvPr/>
        </p:nvSpPr>
        <p:spPr>
          <a:xfrm>
            <a:off x="10667950" y="137196"/>
            <a:ext cx="1334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2  </a:t>
            </a:r>
          </a:p>
        </p:txBody>
      </p:sp>
    </p:spTree>
    <p:extLst>
      <p:ext uri="{BB962C8B-B14F-4D97-AF65-F5344CB8AC3E}">
        <p14:creationId xmlns:p14="http://schemas.microsoft.com/office/powerpoint/2010/main" val="247839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9773F4D9-954A-452C-A416-214831D05B51}"/>
                  </a:ext>
                </a:extLst>
              </p14:cNvPr>
              <p14:cNvContentPartPr/>
              <p14:nvPr/>
            </p14:nvContentPartPr>
            <p14:xfrm>
              <a:off x="610389" y="226345"/>
              <a:ext cx="10919520" cy="25941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9773F4D9-954A-452C-A416-214831D05B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748" y="208705"/>
                <a:ext cx="10955161" cy="26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C9D1DCD7-18E8-42D9-BD09-B89B9EC24A41}"/>
                  </a:ext>
                </a:extLst>
              </p14:cNvPr>
              <p14:cNvContentPartPr/>
              <p14:nvPr/>
            </p14:nvContentPartPr>
            <p14:xfrm>
              <a:off x="9093429" y="2978545"/>
              <a:ext cx="98640" cy="2588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C9D1DCD7-18E8-42D9-BD09-B89B9EC24A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75429" y="2960905"/>
                <a:ext cx="13428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E5110AD-ECA7-4943-B28D-8588E0EA3C9F}"/>
                  </a:ext>
                </a:extLst>
              </p14:cNvPr>
              <p14:cNvContentPartPr/>
              <p14:nvPr/>
            </p14:nvContentPartPr>
            <p14:xfrm>
              <a:off x="9605349" y="2921665"/>
              <a:ext cx="812160" cy="1425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E5110AD-ECA7-4943-B28D-8588E0EA3C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87349" y="2903980"/>
                <a:ext cx="847800" cy="178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56398F5B-BA82-4381-AA28-5E9B42F24841}"/>
                  </a:ext>
                </a:extLst>
              </p14:cNvPr>
              <p14:cNvContentPartPr/>
              <p14:nvPr/>
            </p14:nvContentPartPr>
            <p14:xfrm>
              <a:off x="7995069" y="2955865"/>
              <a:ext cx="787680" cy="1141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56398F5B-BA82-4381-AA28-5E9B42F248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7421" y="2937865"/>
                <a:ext cx="823336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F2A02FB-4AA9-46BA-BA91-F70D66A0F776}"/>
                  </a:ext>
                </a:extLst>
              </p14:cNvPr>
              <p14:cNvContentPartPr/>
              <p14:nvPr/>
            </p14:nvContentPartPr>
            <p14:xfrm>
              <a:off x="3907629" y="2969185"/>
              <a:ext cx="3887640" cy="2106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F2A02FB-4AA9-46BA-BA91-F70D66A0F7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89629" y="2951545"/>
                <a:ext cx="39232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44AB89D-C758-4C5A-A2ED-E3FEC76F717C}"/>
                  </a:ext>
                </a:extLst>
              </p14:cNvPr>
              <p14:cNvContentPartPr/>
              <p14:nvPr/>
            </p14:nvContentPartPr>
            <p14:xfrm>
              <a:off x="3113469" y="3031825"/>
              <a:ext cx="244800" cy="3225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44AB89D-C758-4C5A-A2ED-E3FEC76F717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95469" y="3013825"/>
                <a:ext cx="2804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D571B801-6D54-4E1A-A24B-98214A949F48}"/>
                  </a:ext>
                </a:extLst>
              </p14:cNvPr>
              <p14:cNvContentPartPr/>
              <p14:nvPr/>
            </p14:nvContentPartPr>
            <p14:xfrm>
              <a:off x="11059389" y="2925985"/>
              <a:ext cx="466200" cy="2563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D571B801-6D54-4E1A-A24B-98214A949F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41389" y="2907985"/>
                <a:ext cx="5018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C26BD74D-9204-43B4-A5B1-179B518FEE05}"/>
                  </a:ext>
                </a:extLst>
              </p14:cNvPr>
              <p14:cNvContentPartPr/>
              <p14:nvPr/>
            </p14:nvContentPartPr>
            <p14:xfrm>
              <a:off x="1077669" y="3960625"/>
              <a:ext cx="232560" cy="64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C26BD74D-9204-43B4-A5B1-179B518FEE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9669" y="3942625"/>
                <a:ext cx="2682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70E3ECC3-62DD-44D3-9D95-123EBDC34BF4}"/>
                  </a:ext>
                </a:extLst>
              </p14:cNvPr>
              <p14:cNvContentPartPr/>
              <p14:nvPr/>
            </p14:nvContentPartPr>
            <p14:xfrm>
              <a:off x="3835989" y="3846505"/>
              <a:ext cx="477720" cy="1407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70E3ECC3-62DD-44D3-9D95-123EBDC34B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18349" y="3828865"/>
                <a:ext cx="5133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547036B-DCAD-4C93-8E56-011D5E71D49E}"/>
                  </a:ext>
                </a:extLst>
              </p14:cNvPr>
              <p14:cNvContentPartPr/>
              <p14:nvPr/>
            </p14:nvContentPartPr>
            <p14:xfrm>
              <a:off x="3152709" y="3710425"/>
              <a:ext cx="260640" cy="2332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547036B-DCAD-4C93-8E56-011D5E71D4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4709" y="3692425"/>
                <a:ext cx="2962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2312331B-3190-4218-84DE-121B1988DC8D}"/>
                  </a:ext>
                </a:extLst>
              </p14:cNvPr>
              <p14:cNvContentPartPr/>
              <p14:nvPr/>
            </p14:nvContentPartPr>
            <p14:xfrm>
              <a:off x="1740429" y="3725905"/>
              <a:ext cx="910440" cy="2653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2312331B-3190-4218-84DE-121B1988DC8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22429" y="3708241"/>
                <a:ext cx="946080" cy="301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0A25DF63-E023-4154-9E8C-9FE555EED065}"/>
                  </a:ext>
                </a:extLst>
              </p14:cNvPr>
              <p14:cNvContentPartPr/>
              <p14:nvPr/>
            </p14:nvContentPartPr>
            <p14:xfrm>
              <a:off x="4778829" y="3882145"/>
              <a:ext cx="658800" cy="1083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0A25DF63-E023-4154-9E8C-9FE555EED06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60829" y="3864145"/>
                <a:ext cx="694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2F896BE4-0439-43F2-B44C-9832AF0664CA}"/>
                  </a:ext>
                </a:extLst>
              </p14:cNvPr>
              <p14:cNvContentPartPr/>
              <p14:nvPr/>
            </p14:nvContentPartPr>
            <p14:xfrm>
              <a:off x="5360949" y="3772705"/>
              <a:ext cx="65880" cy="396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2F896BE4-0439-43F2-B44C-9832AF0664C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42949" y="3755065"/>
                <a:ext cx="101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99EF3308-27F8-4223-B8DF-7899A1E779C0}"/>
                  </a:ext>
                </a:extLst>
              </p14:cNvPr>
              <p14:cNvContentPartPr/>
              <p14:nvPr/>
            </p14:nvContentPartPr>
            <p14:xfrm>
              <a:off x="8745669" y="3608185"/>
              <a:ext cx="362880" cy="2440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99EF3308-27F8-4223-B8DF-7899A1E779C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27669" y="3590185"/>
                <a:ext cx="3985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A1CC6D33-BE44-42F7-8D97-51D0629E5BAF}"/>
                  </a:ext>
                </a:extLst>
              </p14:cNvPr>
              <p14:cNvContentPartPr/>
              <p14:nvPr/>
            </p14:nvContentPartPr>
            <p14:xfrm>
              <a:off x="10693269" y="3506665"/>
              <a:ext cx="1008720" cy="5209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A1CC6D33-BE44-42F7-8D97-51D0629E5B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75629" y="3489025"/>
                <a:ext cx="104436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31EB279A-FF3F-4EA1-AD6F-FA6E027D4AD7}"/>
                  </a:ext>
                </a:extLst>
              </p14:cNvPr>
              <p14:cNvContentPartPr/>
              <p14:nvPr/>
            </p14:nvContentPartPr>
            <p14:xfrm>
              <a:off x="9490509" y="3753625"/>
              <a:ext cx="831960" cy="1479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31EB279A-FF3F-4EA1-AD6F-FA6E027D4AD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72861" y="3735625"/>
                <a:ext cx="867615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63B67224-D4ED-40E4-90D5-38D90C2AB774}"/>
                  </a:ext>
                </a:extLst>
              </p14:cNvPr>
              <p14:cNvContentPartPr/>
              <p14:nvPr/>
            </p14:nvContentPartPr>
            <p14:xfrm>
              <a:off x="1741869" y="4139905"/>
              <a:ext cx="236520" cy="7401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63B67224-D4ED-40E4-90D5-38D90C2AB77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24229" y="4121905"/>
                <a:ext cx="272160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8B4A3EF6-76A7-46E0-A6FD-4BB5EF4DBAF7}"/>
                  </a:ext>
                </a:extLst>
              </p14:cNvPr>
              <p14:cNvContentPartPr/>
              <p14:nvPr/>
            </p14:nvContentPartPr>
            <p14:xfrm>
              <a:off x="1794789" y="4388665"/>
              <a:ext cx="307440" cy="1447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8B4A3EF6-76A7-46E0-A6FD-4BB5EF4DBAF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76789" y="4371025"/>
                <a:ext cx="3430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8EFDB2D3-4562-412E-95E3-44D80D1FA952}"/>
                  </a:ext>
                </a:extLst>
              </p14:cNvPr>
              <p14:cNvContentPartPr/>
              <p14:nvPr/>
            </p14:nvContentPartPr>
            <p14:xfrm>
              <a:off x="2159469" y="4157905"/>
              <a:ext cx="258840" cy="32436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8EFDB2D3-4562-412E-95E3-44D80D1FA95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41469" y="4139905"/>
                <a:ext cx="2944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9E528AFE-B88F-4477-89E6-1D0815A9BCAF}"/>
                  </a:ext>
                </a:extLst>
              </p14:cNvPr>
              <p14:cNvContentPartPr/>
              <p14:nvPr/>
            </p14:nvContentPartPr>
            <p14:xfrm>
              <a:off x="2504709" y="4311985"/>
              <a:ext cx="271440" cy="1249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9E528AFE-B88F-4477-89E6-1D0815A9BCA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86709" y="4293985"/>
                <a:ext cx="307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155AC46E-2E56-461A-8AE8-F51A279B9691}"/>
                  </a:ext>
                </a:extLst>
              </p14:cNvPr>
              <p14:cNvContentPartPr/>
              <p14:nvPr/>
            </p14:nvContentPartPr>
            <p14:xfrm>
              <a:off x="2704509" y="4225225"/>
              <a:ext cx="697320" cy="20196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155AC46E-2E56-461A-8AE8-F51A279B969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86509" y="4207585"/>
                <a:ext cx="732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9B67BAAD-7884-4673-84D2-5DFB59C34DC9}"/>
                  </a:ext>
                </a:extLst>
              </p14:cNvPr>
              <p14:cNvContentPartPr/>
              <p14:nvPr/>
            </p14:nvContentPartPr>
            <p14:xfrm>
              <a:off x="3850029" y="4400545"/>
              <a:ext cx="111600" cy="1029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9B67BAAD-7884-4673-84D2-5DFB59C34D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32389" y="4382545"/>
                <a:ext cx="1472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3BB5F3FB-4F78-499E-960B-A3D328ED7800}"/>
                  </a:ext>
                </a:extLst>
              </p14:cNvPr>
              <p14:cNvContentPartPr/>
              <p14:nvPr/>
            </p14:nvContentPartPr>
            <p14:xfrm>
              <a:off x="5818509" y="3585865"/>
              <a:ext cx="2702880" cy="88272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3BB5F3FB-4F78-499E-960B-A3D328ED780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00867" y="3567865"/>
                <a:ext cx="2738525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0E81D2F4-11FF-48A4-B960-E1B4A7E0D51A}"/>
                  </a:ext>
                </a:extLst>
              </p14:cNvPr>
              <p14:cNvContentPartPr/>
              <p14:nvPr/>
            </p14:nvContentPartPr>
            <p14:xfrm>
              <a:off x="4244589" y="4139185"/>
              <a:ext cx="1387800" cy="7153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0E81D2F4-11FF-48A4-B960-E1B4A7E0D51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26949" y="4121536"/>
                <a:ext cx="1423440" cy="7509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05C71E05-4106-44DD-8DB6-830FAAA492AB}"/>
                  </a:ext>
                </a:extLst>
              </p14:cNvPr>
              <p14:cNvContentPartPr/>
              <p14:nvPr/>
            </p14:nvContentPartPr>
            <p14:xfrm>
              <a:off x="1111509" y="5240785"/>
              <a:ext cx="348480" cy="3672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05C71E05-4106-44DD-8DB6-830FAAA492A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93509" y="5222785"/>
                <a:ext cx="3841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D29EF21E-C0E7-48A2-884E-5C35E41DD1C2}"/>
                  </a:ext>
                </a:extLst>
              </p14:cNvPr>
              <p14:cNvContentPartPr/>
              <p14:nvPr/>
            </p14:nvContentPartPr>
            <p14:xfrm>
              <a:off x="1907109" y="5025505"/>
              <a:ext cx="457920" cy="30456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D29EF21E-C0E7-48A2-884E-5C35E41DD1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89469" y="5007505"/>
                <a:ext cx="4935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6A91D993-BE85-4DC6-A35C-FB5C87BD6589}"/>
                  </a:ext>
                </a:extLst>
              </p14:cNvPr>
              <p14:cNvContentPartPr/>
              <p14:nvPr/>
            </p14:nvContentPartPr>
            <p14:xfrm>
              <a:off x="2534949" y="5000305"/>
              <a:ext cx="506520" cy="31860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6A91D993-BE85-4DC6-A35C-FB5C87BD658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17309" y="4982285"/>
                <a:ext cx="542160" cy="35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1FD84B5A-4430-402A-9306-98CD91DC2DA7}"/>
                  </a:ext>
                </a:extLst>
              </p14:cNvPr>
              <p14:cNvContentPartPr/>
              <p14:nvPr/>
            </p14:nvContentPartPr>
            <p14:xfrm>
              <a:off x="4192389" y="5205505"/>
              <a:ext cx="545400" cy="15408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1FD84B5A-4430-402A-9306-98CD91DC2DA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74389" y="5187505"/>
                <a:ext cx="5810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E886031F-E87A-4596-8B13-5D7B7E9BF8A9}"/>
                  </a:ext>
                </a:extLst>
              </p14:cNvPr>
              <p14:cNvContentPartPr/>
              <p14:nvPr/>
            </p14:nvContentPartPr>
            <p14:xfrm>
              <a:off x="8920629" y="4891945"/>
              <a:ext cx="411120" cy="29628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E886031F-E87A-4596-8B13-5D7B7E9BF8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02629" y="4873945"/>
                <a:ext cx="4467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47B09AF4-B843-4889-A65B-5B460CE886AF}"/>
                  </a:ext>
                </a:extLst>
              </p14:cNvPr>
              <p14:cNvContentPartPr/>
              <p14:nvPr/>
            </p14:nvContentPartPr>
            <p14:xfrm>
              <a:off x="7454349" y="4875385"/>
              <a:ext cx="1215000" cy="36396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47B09AF4-B843-4889-A65B-5B460CE886A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36704" y="4857385"/>
                <a:ext cx="1250651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A1C67419-50F2-46C4-830C-8FD33E6E4174}"/>
                  </a:ext>
                </a:extLst>
              </p14:cNvPr>
              <p14:cNvContentPartPr/>
              <p14:nvPr/>
            </p14:nvContentPartPr>
            <p14:xfrm>
              <a:off x="6025509" y="4869985"/>
              <a:ext cx="1095480" cy="68256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A1C67419-50F2-46C4-830C-8FD33E6E41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07863" y="4851985"/>
                <a:ext cx="1131132" cy="7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6A74B867-DB4B-420C-BBD3-EC44A277949F}"/>
                  </a:ext>
                </a:extLst>
              </p14:cNvPr>
              <p14:cNvContentPartPr/>
              <p14:nvPr/>
            </p14:nvContentPartPr>
            <p14:xfrm>
              <a:off x="5115789" y="5048185"/>
              <a:ext cx="626400" cy="25200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6A74B867-DB4B-420C-BBD3-EC44A27794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97789" y="5030545"/>
                <a:ext cx="6620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E0D6206E-4588-44FD-AF64-5567E0A9C7CC}"/>
                  </a:ext>
                </a:extLst>
              </p14:cNvPr>
              <p14:cNvContentPartPr/>
              <p14:nvPr/>
            </p14:nvContentPartPr>
            <p14:xfrm>
              <a:off x="3652389" y="5035585"/>
              <a:ext cx="289080" cy="29304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E0D6206E-4588-44FD-AF64-5567E0A9C7C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34749" y="5017945"/>
                <a:ext cx="32472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07B1B04A-7DDD-42DE-81BD-4F0FAA99663C}"/>
                  </a:ext>
                </a:extLst>
              </p14:cNvPr>
              <p14:cNvContentPartPr/>
              <p14:nvPr/>
            </p14:nvContentPartPr>
            <p14:xfrm>
              <a:off x="9663309" y="4995265"/>
              <a:ext cx="920880" cy="30096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07B1B04A-7DDD-42DE-81BD-4F0FAA99663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645669" y="4977265"/>
                <a:ext cx="9565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327929AA-DA5C-449F-9A55-B0AA0116FCFE}"/>
                  </a:ext>
                </a:extLst>
              </p14:cNvPr>
              <p14:cNvContentPartPr/>
              <p14:nvPr/>
            </p14:nvContentPartPr>
            <p14:xfrm>
              <a:off x="6409269" y="5624545"/>
              <a:ext cx="1041120" cy="3549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327929AA-DA5C-449F-9A55-B0AA0116FCF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391269" y="5606545"/>
                <a:ext cx="10767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88B978DE-6964-442B-8B66-5407951B8CAC}"/>
                  </a:ext>
                </a:extLst>
              </p14:cNvPr>
              <p14:cNvContentPartPr/>
              <p14:nvPr/>
            </p14:nvContentPartPr>
            <p14:xfrm>
              <a:off x="4110669" y="5565865"/>
              <a:ext cx="1530720" cy="64836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88B978DE-6964-442B-8B66-5407951B8CA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92669" y="5548215"/>
                <a:ext cx="1566360" cy="684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43C7BE3E-47B1-4883-8A5E-050ECFCD2AAF}"/>
                  </a:ext>
                </a:extLst>
              </p14:cNvPr>
              <p14:cNvContentPartPr/>
              <p14:nvPr/>
            </p14:nvContentPartPr>
            <p14:xfrm>
              <a:off x="1811349" y="5529145"/>
              <a:ext cx="1735200" cy="60480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43C7BE3E-47B1-4883-8A5E-050ECFCD2AA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793349" y="5511505"/>
                <a:ext cx="1770840" cy="64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2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628D2134-D091-4AC8-BB94-B7A84834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3975746" cy="222733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D5972084-C097-40AE-827B-DFD8168BD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54" y="1234464"/>
            <a:ext cx="3894958" cy="4251951"/>
          </a:xfrm>
          <a:prstGeom prst="rect">
            <a:avLst/>
          </a:prstGeom>
        </p:spPr>
      </p:pic>
      <p:sp>
        <p:nvSpPr>
          <p:cNvPr id="14" name="Dreptunghi 13">
            <a:extLst>
              <a:ext uri="{FF2B5EF4-FFF2-40B4-BE49-F238E27FC236}">
                <a16:creationId xmlns:a16="http://schemas.microsoft.com/office/drawing/2014/main" id="{AD4A6B68-8888-46B2-89A6-D0DC06A92262}"/>
              </a:ext>
            </a:extLst>
          </p:cNvPr>
          <p:cNvSpPr/>
          <p:nvPr/>
        </p:nvSpPr>
        <p:spPr>
          <a:xfrm>
            <a:off x="335343" y="137196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3645910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AEFED05-41A2-4761-B6CA-A6A5FB42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76" y="502952"/>
            <a:ext cx="7284707" cy="2230013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219A5725-CEF2-4865-8C72-4C4674800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502952"/>
            <a:ext cx="3727434" cy="40690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F6D8FE9-54DA-4791-B273-D28B2ACD4A98}"/>
                  </a:ext>
                </a:extLst>
              </p14:cNvPr>
              <p14:cNvContentPartPr/>
              <p14:nvPr/>
            </p14:nvContentPartPr>
            <p14:xfrm>
              <a:off x="658989" y="5098585"/>
              <a:ext cx="726840" cy="6973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F6D8FE9-54DA-4791-B273-D28B2ACD4A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998" y="5080594"/>
                <a:ext cx="762462" cy="732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8E135CB-470F-40CC-9D07-86E00F0955A6}"/>
                  </a:ext>
                </a:extLst>
              </p14:cNvPr>
              <p14:cNvContentPartPr/>
              <p14:nvPr/>
            </p14:nvContentPartPr>
            <p14:xfrm>
              <a:off x="967149" y="692545"/>
              <a:ext cx="2828880" cy="3914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8E135CB-470F-40CC-9D07-86E00F0955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9509" y="674905"/>
                <a:ext cx="2864520" cy="39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2ACC6E6-299D-4D1F-9E9C-88A8A37FE82D}"/>
                  </a:ext>
                </a:extLst>
              </p14:cNvPr>
              <p14:cNvContentPartPr/>
              <p14:nvPr/>
            </p14:nvContentPartPr>
            <p14:xfrm>
              <a:off x="7627509" y="5544265"/>
              <a:ext cx="158760" cy="64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2ACC6E6-299D-4D1F-9E9C-88A8A37FE82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09869" y="5526265"/>
                <a:ext cx="194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30D709BB-FA4E-44DE-AA1A-6712B43CFA0E}"/>
                  </a:ext>
                </a:extLst>
              </p14:cNvPr>
              <p14:cNvContentPartPr/>
              <p14:nvPr/>
            </p14:nvContentPartPr>
            <p14:xfrm>
              <a:off x="7618149" y="5630665"/>
              <a:ext cx="186480" cy="147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30D709BB-FA4E-44DE-AA1A-6712B43CFA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00509" y="5613025"/>
                <a:ext cx="222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CA02B8EB-868D-400B-81FF-EABEA965A6EC}"/>
                  </a:ext>
                </a:extLst>
              </p14:cNvPr>
              <p14:cNvContentPartPr/>
              <p14:nvPr/>
            </p14:nvContentPartPr>
            <p14:xfrm>
              <a:off x="7102989" y="3715105"/>
              <a:ext cx="176760" cy="288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CA02B8EB-868D-400B-81FF-EABEA965A6E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85349" y="3697105"/>
                <a:ext cx="2124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F9E33231-15EB-4587-A488-B81147C682AA}"/>
                  </a:ext>
                </a:extLst>
              </p14:cNvPr>
              <p14:cNvContentPartPr/>
              <p14:nvPr/>
            </p14:nvContentPartPr>
            <p14:xfrm>
              <a:off x="7165629" y="3840025"/>
              <a:ext cx="142200" cy="36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F9E33231-15EB-4587-A488-B81147C682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47989" y="3822385"/>
                <a:ext cx="177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1DBD63A6-680E-4EDF-8838-957F7392D896}"/>
                  </a:ext>
                </a:extLst>
              </p14:cNvPr>
              <p14:cNvContentPartPr/>
              <p14:nvPr/>
            </p14:nvContentPartPr>
            <p14:xfrm>
              <a:off x="7608429" y="3581905"/>
              <a:ext cx="171720" cy="180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1DBD63A6-680E-4EDF-8838-957F7392D89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90429" y="3564265"/>
                <a:ext cx="2073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B39165E0-1C58-493B-966C-57FACF2376B5}"/>
                  </a:ext>
                </a:extLst>
              </p14:cNvPr>
              <p14:cNvContentPartPr/>
              <p14:nvPr/>
            </p14:nvContentPartPr>
            <p14:xfrm>
              <a:off x="8104149" y="3575785"/>
              <a:ext cx="180000" cy="115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B39165E0-1C58-493B-966C-57FACF2376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86509" y="3557785"/>
                <a:ext cx="2156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A6A1030D-EE5B-4B27-86FD-25CB330729D2}"/>
                  </a:ext>
                </a:extLst>
              </p14:cNvPr>
              <p14:cNvContentPartPr/>
              <p14:nvPr/>
            </p14:nvContentPartPr>
            <p14:xfrm>
              <a:off x="8715429" y="3593785"/>
              <a:ext cx="243360" cy="50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A6A1030D-EE5B-4B27-86FD-25CB330729D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7429" y="3575785"/>
                <a:ext cx="279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5123DBC5-FB4C-4FED-A13D-398E1F8530E7}"/>
                  </a:ext>
                </a:extLst>
              </p14:cNvPr>
              <p14:cNvContentPartPr/>
              <p14:nvPr/>
            </p14:nvContentPartPr>
            <p14:xfrm>
              <a:off x="8152749" y="3662545"/>
              <a:ext cx="896400" cy="201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5123DBC5-FB4C-4FED-A13D-398E1F8530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35102" y="3644545"/>
                <a:ext cx="932054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12398E5-EBF3-4392-B604-0654145C1CC0}"/>
                  </a:ext>
                </a:extLst>
              </p14:cNvPr>
              <p14:cNvContentPartPr/>
              <p14:nvPr/>
            </p14:nvContentPartPr>
            <p14:xfrm>
              <a:off x="7592229" y="3636985"/>
              <a:ext cx="343800" cy="2264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12398E5-EBF3-4392-B604-0654145C1C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74248" y="3619345"/>
                <a:ext cx="379403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7785B9B7-161D-45B6-B93F-F20B235557B9}"/>
                  </a:ext>
                </a:extLst>
              </p14:cNvPr>
              <p14:cNvContentPartPr/>
              <p14:nvPr/>
            </p14:nvContentPartPr>
            <p14:xfrm>
              <a:off x="5302989" y="3572905"/>
              <a:ext cx="1554480" cy="3142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7785B9B7-161D-45B6-B93F-F20B235557B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85349" y="3554905"/>
                <a:ext cx="15901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4CCFF75E-B579-4F77-8164-DBB980993CAC}"/>
                  </a:ext>
                </a:extLst>
              </p14:cNvPr>
              <p14:cNvContentPartPr/>
              <p14:nvPr/>
            </p14:nvContentPartPr>
            <p14:xfrm>
              <a:off x="8242749" y="5346985"/>
              <a:ext cx="424800" cy="237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4CCFF75E-B579-4F77-8164-DBB980993CA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25109" y="5329345"/>
                <a:ext cx="4604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A70AEC0-7A5B-494D-8CE1-4A8F108CD538}"/>
                  </a:ext>
                </a:extLst>
              </p14:cNvPr>
              <p14:cNvContentPartPr/>
              <p14:nvPr/>
            </p14:nvContentPartPr>
            <p14:xfrm>
              <a:off x="8850069" y="5539225"/>
              <a:ext cx="26640" cy="212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A70AEC0-7A5B-494D-8CE1-4A8F108CD5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32069" y="5521585"/>
                <a:ext cx="622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E3F56519-A314-4381-9CDC-2CB95A3AC1C2}"/>
                  </a:ext>
                </a:extLst>
              </p14:cNvPr>
              <p14:cNvContentPartPr/>
              <p14:nvPr/>
            </p14:nvContentPartPr>
            <p14:xfrm>
              <a:off x="9138069" y="5341945"/>
              <a:ext cx="330120" cy="144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E3F56519-A314-4381-9CDC-2CB95A3AC1C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20429" y="5324305"/>
                <a:ext cx="36576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1F756A9B-91FF-4470-9EC0-C1E8E9AB3942}"/>
                  </a:ext>
                </a:extLst>
              </p14:cNvPr>
              <p14:cNvContentPartPr/>
              <p14:nvPr/>
            </p14:nvContentPartPr>
            <p14:xfrm>
              <a:off x="9684189" y="5512585"/>
              <a:ext cx="17280" cy="226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1F756A9B-91FF-4470-9EC0-C1E8E9AB394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66549" y="5494585"/>
                <a:ext cx="529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A52DC121-1C0D-4F92-B77E-48AA3C9D69FF}"/>
                  </a:ext>
                </a:extLst>
              </p14:cNvPr>
              <p14:cNvContentPartPr/>
              <p14:nvPr/>
            </p14:nvContentPartPr>
            <p14:xfrm>
              <a:off x="9942669" y="5294425"/>
              <a:ext cx="348480" cy="11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A52DC121-1C0D-4F92-B77E-48AA3C9D69F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24669" y="5276785"/>
                <a:ext cx="3841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29E5E8F9-BBF0-4995-A7C6-EFBF6FCA5733}"/>
                  </a:ext>
                </a:extLst>
              </p14:cNvPr>
              <p14:cNvContentPartPr/>
              <p14:nvPr/>
            </p14:nvContentPartPr>
            <p14:xfrm>
              <a:off x="9989829" y="5413945"/>
              <a:ext cx="466920" cy="3106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29E5E8F9-BBF0-4995-A7C6-EFBF6FCA57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72175" y="5395966"/>
                <a:ext cx="502588" cy="346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CF237A5A-550A-43E7-AC56-44A845E39D5A}"/>
                  </a:ext>
                </a:extLst>
              </p14:cNvPr>
              <p14:cNvContentPartPr/>
              <p14:nvPr/>
            </p14:nvContentPartPr>
            <p14:xfrm>
              <a:off x="9197469" y="5431225"/>
              <a:ext cx="325800" cy="2840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CF237A5A-550A-43E7-AC56-44A845E39D5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79469" y="5413225"/>
                <a:ext cx="3614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A92E38D9-2016-41EF-A85C-5229BDE246D0}"/>
                  </a:ext>
                </a:extLst>
              </p14:cNvPr>
              <p14:cNvContentPartPr/>
              <p14:nvPr/>
            </p14:nvContentPartPr>
            <p14:xfrm>
              <a:off x="8243829" y="5440225"/>
              <a:ext cx="426600" cy="30708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A92E38D9-2016-41EF-A85C-5229BDE246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26189" y="5422225"/>
                <a:ext cx="46224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D0E8BA14-C57B-45A0-82A3-594E7DA4CA17}"/>
                  </a:ext>
                </a:extLst>
              </p14:cNvPr>
              <p14:cNvContentPartPr/>
              <p14:nvPr/>
            </p14:nvContentPartPr>
            <p14:xfrm>
              <a:off x="1713069" y="4694305"/>
              <a:ext cx="5648400" cy="10638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D0E8BA14-C57B-45A0-82A3-594E7DA4CA1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95429" y="4676305"/>
                <a:ext cx="5684040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4E21161D-F8FB-41B5-B2D3-4A5A78CEAB58}"/>
                  </a:ext>
                </a:extLst>
              </p14:cNvPr>
              <p14:cNvContentPartPr/>
              <p14:nvPr/>
            </p14:nvContentPartPr>
            <p14:xfrm>
              <a:off x="8027109" y="4836505"/>
              <a:ext cx="2494800" cy="2793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4E21161D-F8FB-41B5-B2D3-4A5A78CEAB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09469" y="4818865"/>
                <a:ext cx="2530440" cy="315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Dreptunghi 25">
            <a:extLst>
              <a:ext uri="{FF2B5EF4-FFF2-40B4-BE49-F238E27FC236}">
                <a16:creationId xmlns:a16="http://schemas.microsoft.com/office/drawing/2014/main" id="{2AED3900-0773-445D-BEA8-0D21D721C62E}"/>
              </a:ext>
            </a:extLst>
          </p:cNvPr>
          <p:cNvSpPr/>
          <p:nvPr/>
        </p:nvSpPr>
        <p:spPr>
          <a:xfrm>
            <a:off x="335343" y="137196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332082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ine 25">
            <a:extLst>
              <a:ext uri="{FF2B5EF4-FFF2-40B4-BE49-F238E27FC236}">
                <a16:creationId xmlns:a16="http://schemas.microsoft.com/office/drawing/2014/main" id="{37062A77-A48D-4DEC-A683-85774C61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02952"/>
            <a:ext cx="3727434" cy="4069073"/>
          </a:xfrm>
          <a:prstGeom prst="rect">
            <a:avLst/>
          </a:prstGeom>
        </p:spPr>
      </p:pic>
      <p:pic>
        <p:nvPicPr>
          <p:cNvPr id="27" name="Imagine 26">
            <a:extLst>
              <a:ext uri="{FF2B5EF4-FFF2-40B4-BE49-F238E27FC236}">
                <a16:creationId xmlns:a16="http://schemas.microsoft.com/office/drawing/2014/main" id="{7CB0E418-C13F-4EE8-8597-5158B19B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76" y="502952"/>
            <a:ext cx="7284707" cy="22300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20ACC19-EE45-412E-90EE-FA9AD5930926}"/>
                  </a:ext>
                </a:extLst>
              </p14:cNvPr>
              <p14:cNvContentPartPr/>
              <p14:nvPr/>
            </p14:nvContentPartPr>
            <p14:xfrm>
              <a:off x="7050429" y="3275185"/>
              <a:ext cx="216360" cy="450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20ACC19-EE45-412E-90EE-FA9AD59309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2429" y="3257545"/>
                <a:ext cx="2520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91E484D-78E3-4648-A007-7FA2DC4A7305}"/>
                  </a:ext>
                </a:extLst>
              </p14:cNvPr>
              <p14:cNvContentPartPr/>
              <p14:nvPr/>
            </p14:nvContentPartPr>
            <p14:xfrm>
              <a:off x="7449669" y="3536905"/>
              <a:ext cx="202680" cy="268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91E484D-78E3-4648-A007-7FA2DC4A73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32029" y="3518905"/>
                <a:ext cx="2383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6760B6E-4B13-45A6-B725-349A27FB8C9F}"/>
                  </a:ext>
                </a:extLst>
              </p14:cNvPr>
              <p14:cNvContentPartPr/>
              <p14:nvPr/>
            </p14:nvContentPartPr>
            <p14:xfrm>
              <a:off x="8190909" y="3318385"/>
              <a:ext cx="344880" cy="140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6760B6E-4B13-45A6-B725-349A27FB8C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72909" y="3300385"/>
                <a:ext cx="3805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DE43700-8CB0-4756-84C3-55BF552029A4}"/>
                  </a:ext>
                </a:extLst>
              </p14:cNvPr>
              <p14:cNvContentPartPr/>
              <p14:nvPr/>
            </p14:nvContentPartPr>
            <p14:xfrm>
              <a:off x="4422789" y="4682425"/>
              <a:ext cx="869040" cy="383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DE43700-8CB0-4756-84C3-55BF552029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04789" y="4664442"/>
                <a:ext cx="904680" cy="419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0C6CEAA-BE14-4F9E-AE9A-E32A5A8C8A5E}"/>
                  </a:ext>
                </a:extLst>
              </p14:cNvPr>
              <p14:cNvContentPartPr/>
              <p14:nvPr/>
            </p14:nvContentPartPr>
            <p14:xfrm>
              <a:off x="5971509" y="3296065"/>
              <a:ext cx="910440" cy="884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0C6CEAA-BE14-4F9E-AE9A-E32A5A8C8A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53869" y="3278425"/>
                <a:ext cx="946080" cy="9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0F5B43AE-38C0-4216-9301-A88073A543D6}"/>
                  </a:ext>
                </a:extLst>
              </p14:cNvPr>
              <p14:cNvContentPartPr/>
              <p14:nvPr/>
            </p14:nvContentPartPr>
            <p14:xfrm>
              <a:off x="5058909" y="3888625"/>
              <a:ext cx="786600" cy="2887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0F5B43AE-38C0-4216-9301-A88073A543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40909" y="3870625"/>
                <a:ext cx="8222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D057F78-C6F5-4D59-BE71-6CBAAB751EF3}"/>
                  </a:ext>
                </a:extLst>
              </p14:cNvPr>
              <p14:cNvContentPartPr/>
              <p14:nvPr/>
            </p14:nvContentPartPr>
            <p14:xfrm>
              <a:off x="8989749" y="3022825"/>
              <a:ext cx="2438280" cy="6411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D057F78-C6F5-4D59-BE71-6CBAAB751E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71752" y="3005185"/>
                <a:ext cx="2473915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D403374-BF47-45BA-9BA8-6815A7C5A187}"/>
                  </a:ext>
                </a:extLst>
              </p14:cNvPr>
              <p14:cNvContentPartPr/>
              <p14:nvPr/>
            </p14:nvContentPartPr>
            <p14:xfrm>
              <a:off x="4855149" y="3156745"/>
              <a:ext cx="627480" cy="3409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D403374-BF47-45BA-9BA8-6815A7C5A1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37149" y="3139105"/>
                <a:ext cx="66312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98E2A70-1760-4C0D-BEB3-2BBE6C75F3A1}"/>
                  </a:ext>
                </a:extLst>
              </p14:cNvPr>
              <p14:cNvContentPartPr/>
              <p14:nvPr/>
            </p14:nvContentPartPr>
            <p14:xfrm>
              <a:off x="5702949" y="4607545"/>
              <a:ext cx="6140880" cy="14428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98E2A70-1760-4C0D-BEB3-2BBE6C75F3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84949" y="4589905"/>
                <a:ext cx="6176520" cy="14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3FD33286-AB55-4CFE-A430-6B20C02C968F}"/>
                  </a:ext>
                </a:extLst>
              </p14:cNvPr>
              <p14:cNvContentPartPr/>
              <p14:nvPr/>
            </p14:nvContentPartPr>
            <p14:xfrm>
              <a:off x="5508909" y="6134665"/>
              <a:ext cx="1980720" cy="6501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3FD33286-AB55-4CFE-A430-6B20C02C96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90909" y="6117025"/>
                <a:ext cx="201636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25BCFB0C-2D94-40F8-912E-28326A2AC1B7}"/>
                  </a:ext>
                </a:extLst>
              </p14:cNvPr>
              <p14:cNvContentPartPr/>
              <p14:nvPr/>
            </p14:nvContentPartPr>
            <p14:xfrm>
              <a:off x="4378869" y="6386305"/>
              <a:ext cx="904680" cy="2343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25BCFB0C-2D94-40F8-912E-28326A2AC1B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61222" y="6368665"/>
                <a:ext cx="940334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B662708D-52F7-4DA2-A1EF-BFDC93AC4C03}"/>
                  </a:ext>
                </a:extLst>
              </p14:cNvPr>
              <p14:cNvContentPartPr/>
              <p14:nvPr/>
            </p14:nvContentPartPr>
            <p14:xfrm>
              <a:off x="1434429" y="6430945"/>
              <a:ext cx="1652400" cy="29484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B662708D-52F7-4DA2-A1EF-BFDC93AC4C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16429" y="6413327"/>
                <a:ext cx="1688040" cy="330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1409A411-5002-4AB5-8339-10C6F5A254CA}"/>
                  </a:ext>
                </a:extLst>
              </p14:cNvPr>
              <p14:cNvContentPartPr/>
              <p14:nvPr/>
            </p14:nvContentPartPr>
            <p14:xfrm>
              <a:off x="1091709" y="5397745"/>
              <a:ext cx="3752640" cy="910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1409A411-5002-4AB5-8339-10C6F5A254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74067" y="5380098"/>
                <a:ext cx="3788283" cy="946094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Dreptunghi 18">
            <a:extLst>
              <a:ext uri="{FF2B5EF4-FFF2-40B4-BE49-F238E27FC236}">
                <a16:creationId xmlns:a16="http://schemas.microsoft.com/office/drawing/2014/main" id="{0A83E588-3027-410D-BB9B-5772AB220EB6}"/>
              </a:ext>
            </a:extLst>
          </p:cNvPr>
          <p:cNvSpPr/>
          <p:nvPr/>
        </p:nvSpPr>
        <p:spPr>
          <a:xfrm>
            <a:off x="335343" y="137196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4149569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3E7115AF-269E-43DD-938E-BD8E32EA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2880366"/>
            <a:ext cx="6618002" cy="3863804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0AF1740-A02A-4DC4-966E-CF3D9B04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685830"/>
            <a:ext cx="6827512" cy="20900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D34F8DC-8FE2-4465-84E5-692A07C64082}"/>
                  </a:ext>
                </a:extLst>
              </p14:cNvPr>
              <p14:cNvContentPartPr/>
              <p14:nvPr/>
            </p14:nvContentPartPr>
            <p14:xfrm>
              <a:off x="9212229" y="3902665"/>
              <a:ext cx="28080" cy="158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D34F8DC-8FE2-4465-84E5-692A07C640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94589" y="3885025"/>
                <a:ext cx="637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A550208-D5A6-47C0-A8BE-9FF8222F63F9}"/>
                  </a:ext>
                </a:extLst>
              </p14:cNvPr>
              <p14:cNvContentPartPr/>
              <p14:nvPr/>
            </p14:nvContentPartPr>
            <p14:xfrm>
              <a:off x="9752229" y="3500545"/>
              <a:ext cx="1411200" cy="6274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A550208-D5A6-47C0-A8BE-9FF8222F63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4589" y="3482555"/>
                <a:ext cx="1446840" cy="663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DA94159-595D-4F78-B6D2-156932715121}"/>
                  </a:ext>
                </a:extLst>
              </p14:cNvPr>
              <p14:cNvContentPartPr/>
              <p14:nvPr/>
            </p14:nvContentPartPr>
            <p14:xfrm>
              <a:off x="8239509" y="3571465"/>
              <a:ext cx="831240" cy="3754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DA94159-595D-4F78-B6D2-1569327151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21517" y="3553825"/>
                <a:ext cx="866865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D8F648F-FEA3-4348-8267-AF500E8F4315}"/>
                  </a:ext>
                </a:extLst>
              </p14:cNvPr>
              <p14:cNvContentPartPr/>
              <p14:nvPr/>
            </p14:nvContentPartPr>
            <p14:xfrm>
              <a:off x="8282349" y="935185"/>
              <a:ext cx="1298520" cy="5025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D8F648F-FEA3-4348-8267-AF500E8F43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64349" y="917545"/>
                <a:ext cx="1334160" cy="5382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reptunghi 7">
            <a:extLst>
              <a:ext uri="{FF2B5EF4-FFF2-40B4-BE49-F238E27FC236}">
                <a16:creationId xmlns:a16="http://schemas.microsoft.com/office/drawing/2014/main" id="{2EAE1826-B2B5-4B48-94BD-B54FD7C0FB28}"/>
              </a:ext>
            </a:extLst>
          </p:cNvPr>
          <p:cNvSpPr/>
          <p:nvPr/>
        </p:nvSpPr>
        <p:spPr>
          <a:xfrm>
            <a:off x="335343" y="137196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2807645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AEFED05-41A2-4761-B6CA-A6A5FB42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502952"/>
            <a:ext cx="7284707" cy="2230013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C7D65A1-A24A-4730-98AA-750F9D4B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3429000"/>
            <a:ext cx="6435079" cy="24442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97046A9-2E23-4199-A7B1-D5D54C3F34FD}"/>
                  </a:ext>
                </a:extLst>
              </p14:cNvPr>
              <p14:cNvContentPartPr/>
              <p14:nvPr/>
            </p14:nvContentPartPr>
            <p14:xfrm>
              <a:off x="10250469" y="4076185"/>
              <a:ext cx="360" cy="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97046A9-2E23-4199-A7B1-D5D54C3F34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32829" y="4058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9CF31302-E234-4BEC-8CBD-9A2F376AF15C}"/>
                  </a:ext>
                </a:extLst>
              </p14:cNvPr>
              <p14:cNvContentPartPr/>
              <p14:nvPr/>
            </p14:nvContentPartPr>
            <p14:xfrm>
              <a:off x="6851349" y="1154062"/>
              <a:ext cx="911880" cy="400680"/>
            </p14:xfrm>
          </p:contentPart>
        </mc:Choice>
        <mc:Fallback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9CF31302-E234-4BEC-8CBD-9A2F376AF1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33349" y="1136046"/>
                <a:ext cx="947520" cy="436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E9DE583-4581-4D4C-A4E2-111F337B6B7C}"/>
                  </a:ext>
                </a:extLst>
              </p14:cNvPr>
              <p14:cNvContentPartPr/>
              <p14:nvPr/>
            </p14:nvContentPartPr>
            <p14:xfrm>
              <a:off x="6384429" y="1732222"/>
              <a:ext cx="844560" cy="414720"/>
            </p14:xfrm>
          </p:contentPart>
        </mc:Choice>
        <mc:Fallback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E9DE583-4581-4D4C-A4E2-111F337B6B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66437" y="1714222"/>
                <a:ext cx="880185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B86BC54-1D07-4CAA-A2E7-EBCD764D345F}"/>
                  </a:ext>
                </a:extLst>
              </p14:cNvPr>
              <p14:cNvContentPartPr/>
              <p14:nvPr/>
            </p14:nvContentPartPr>
            <p14:xfrm>
              <a:off x="9772029" y="1280062"/>
              <a:ext cx="249120" cy="438840"/>
            </p14:xfrm>
          </p:contentPart>
        </mc:Choice>
        <mc:Fallback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B86BC54-1D07-4CAA-A2E7-EBCD764D34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54029" y="1262062"/>
                <a:ext cx="28476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DD42EEB-3AD6-4097-9DBF-65B6F2D7998F}"/>
                  </a:ext>
                </a:extLst>
              </p14:cNvPr>
              <p14:cNvContentPartPr/>
              <p14:nvPr/>
            </p14:nvContentPartPr>
            <p14:xfrm>
              <a:off x="10159389" y="1448182"/>
              <a:ext cx="184680" cy="5040"/>
            </p14:xfrm>
          </p:contentPart>
        </mc:Choice>
        <mc:Fallback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DD42EEB-3AD6-4097-9DBF-65B6F2D799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41389" y="1430182"/>
                <a:ext cx="220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3EC06CB-671C-4C54-9E7F-3059E3AE679B}"/>
                  </a:ext>
                </a:extLst>
              </p14:cNvPr>
              <p14:cNvContentPartPr/>
              <p14:nvPr/>
            </p14:nvContentPartPr>
            <p14:xfrm>
              <a:off x="10222029" y="1536382"/>
              <a:ext cx="175320" cy="18000"/>
            </p14:xfrm>
          </p:contentPart>
        </mc:Choice>
        <mc:Fallback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3EC06CB-671C-4C54-9E7F-3059E3AE67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04029" y="1518735"/>
                <a:ext cx="210960" cy="52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472B4F2F-96E7-42E7-B907-D295731D1681}"/>
                  </a:ext>
                </a:extLst>
              </p14:cNvPr>
              <p14:cNvContentPartPr/>
              <p14:nvPr/>
            </p14:nvContentPartPr>
            <p14:xfrm>
              <a:off x="10505709" y="1342342"/>
              <a:ext cx="281160" cy="5760"/>
            </p14:xfrm>
          </p:contentPart>
        </mc:Choice>
        <mc:Fallback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472B4F2F-96E7-42E7-B907-D295731D168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87732" y="1324342"/>
                <a:ext cx="316754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7BAAAC8-19A9-47BB-89E4-052C1C40848A}"/>
                  </a:ext>
                </a:extLst>
              </p14:cNvPr>
              <p14:cNvContentPartPr/>
              <p14:nvPr/>
            </p14:nvContentPartPr>
            <p14:xfrm>
              <a:off x="11010789" y="1462582"/>
              <a:ext cx="21600" cy="29520"/>
            </p14:xfrm>
          </p:contentPart>
        </mc:Choice>
        <mc:Fallback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7BAAAC8-19A9-47BB-89E4-052C1C40848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992789" y="1444582"/>
                <a:ext cx="57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1E78489-303C-4076-A03F-A6FF5D5948DD}"/>
                  </a:ext>
                </a:extLst>
              </p14:cNvPr>
              <p14:cNvContentPartPr/>
              <p14:nvPr/>
            </p14:nvContentPartPr>
            <p14:xfrm>
              <a:off x="11144709" y="1400302"/>
              <a:ext cx="208440" cy="153360"/>
            </p14:xfrm>
          </p:contentPart>
        </mc:Choice>
        <mc:Fallback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1E78489-303C-4076-A03F-A6FF5D5948D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26709" y="1382260"/>
                <a:ext cx="244080" cy="189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79E3C0E-B518-4E15-B43A-D280AF979FB0}"/>
                  </a:ext>
                </a:extLst>
              </p14:cNvPr>
              <p14:cNvContentPartPr/>
              <p14:nvPr/>
            </p14:nvContentPartPr>
            <p14:xfrm>
              <a:off x="11466909" y="1472302"/>
              <a:ext cx="104400" cy="223200"/>
            </p14:xfrm>
          </p:contentPart>
        </mc:Choice>
        <mc:Fallback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79E3C0E-B518-4E15-B43A-D280AF979F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448909" y="1454331"/>
                <a:ext cx="140040" cy="258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C4FB4AE-73FC-48FE-A111-BD3784AFFE1A}"/>
                  </a:ext>
                </a:extLst>
              </p14:cNvPr>
              <p14:cNvContentPartPr/>
              <p14:nvPr/>
            </p14:nvContentPartPr>
            <p14:xfrm>
              <a:off x="10544229" y="1409662"/>
              <a:ext cx="364680" cy="297720"/>
            </p14:xfrm>
          </p:contentPart>
        </mc:Choice>
        <mc:Fallback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C4FB4AE-73FC-48FE-A111-BD3784AFFE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26247" y="1391684"/>
                <a:ext cx="400285" cy="333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1140B9EB-0F39-4D14-AFC8-8E01FFEDF9C8}"/>
                  </a:ext>
                </a:extLst>
              </p14:cNvPr>
              <p14:cNvContentPartPr/>
              <p14:nvPr/>
            </p14:nvContentPartPr>
            <p14:xfrm>
              <a:off x="8482869" y="1270342"/>
              <a:ext cx="856800" cy="574920"/>
            </p14:xfrm>
          </p:contentPart>
        </mc:Choice>
        <mc:Fallback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1140B9EB-0F39-4D14-AFC8-8E01FFEDF9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64869" y="1252353"/>
                <a:ext cx="892440" cy="610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F62565B-B56B-4159-BE24-AE74BB385FA5}"/>
                  </a:ext>
                </a:extLst>
              </p14:cNvPr>
              <p14:cNvContentPartPr/>
              <p14:nvPr/>
            </p14:nvContentPartPr>
            <p14:xfrm>
              <a:off x="11140749" y="1303822"/>
              <a:ext cx="399600" cy="35640"/>
            </p14:xfrm>
          </p:contentPart>
        </mc:Choice>
        <mc:Fallback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F62565B-B56B-4159-BE24-AE74BB385F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122733" y="1285822"/>
                <a:ext cx="435272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212C5A0-BE9F-4EC5-858A-32FCAA99D8E5}"/>
                  </a:ext>
                </a:extLst>
              </p14:cNvPr>
              <p14:cNvContentPartPr/>
              <p14:nvPr/>
            </p14:nvContentPartPr>
            <p14:xfrm>
              <a:off x="3430989" y="2694865"/>
              <a:ext cx="516240" cy="5781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212C5A0-BE9F-4EC5-858A-32FCAA99D8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12989" y="2677225"/>
                <a:ext cx="55188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D95C511F-E293-47A1-BC71-A69EA4872C9F}"/>
                  </a:ext>
                </a:extLst>
              </p14:cNvPr>
              <p14:cNvContentPartPr/>
              <p14:nvPr/>
            </p14:nvContentPartPr>
            <p14:xfrm>
              <a:off x="9115029" y="3883585"/>
              <a:ext cx="360" cy="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D95C511F-E293-47A1-BC71-A69EA4872C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97029" y="38655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AA3A0501-C385-4F44-B56D-7D4597BF37F6}"/>
                  </a:ext>
                </a:extLst>
              </p14:cNvPr>
              <p14:cNvContentPartPr/>
              <p14:nvPr/>
            </p14:nvContentPartPr>
            <p14:xfrm>
              <a:off x="5589909" y="3480025"/>
              <a:ext cx="3284280" cy="1398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AA3A0501-C385-4F44-B56D-7D4597BF37F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572269" y="3462385"/>
                <a:ext cx="3319920" cy="14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D94D95E9-8DDD-473C-BC9E-FF858EDE1E0D}"/>
                  </a:ext>
                </a:extLst>
              </p14:cNvPr>
              <p14:cNvContentPartPr/>
              <p14:nvPr/>
            </p14:nvContentPartPr>
            <p14:xfrm>
              <a:off x="3582189" y="5530585"/>
              <a:ext cx="552600" cy="26136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D94D95E9-8DDD-473C-BC9E-FF858EDE1E0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564201" y="5512585"/>
                <a:ext cx="588217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7A8DAB9-81D2-4426-BD4D-C6F0622B0502}"/>
                  </a:ext>
                </a:extLst>
              </p14:cNvPr>
              <p14:cNvContentPartPr/>
              <p14:nvPr/>
            </p14:nvContentPartPr>
            <p14:xfrm>
              <a:off x="2863269" y="5620945"/>
              <a:ext cx="455400" cy="243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7A8DAB9-81D2-4426-BD4D-C6F0622B050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845283" y="5602945"/>
                <a:ext cx="491012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8177D5C5-B23D-4FFB-ACA5-F740CBDA8551}"/>
                  </a:ext>
                </a:extLst>
              </p14:cNvPr>
              <p14:cNvContentPartPr/>
              <p14:nvPr/>
            </p14:nvContentPartPr>
            <p14:xfrm>
              <a:off x="8257509" y="5650105"/>
              <a:ext cx="284400" cy="50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8177D5C5-B23D-4FFB-ACA5-F740CBDA855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39869" y="5632105"/>
                <a:ext cx="320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E24089A-F988-4A94-845E-75ACF7B663B2}"/>
                  </a:ext>
                </a:extLst>
              </p14:cNvPr>
              <p14:cNvContentPartPr/>
              <p14:nvPr/>
            </p14:nvContentPartPr>
            <p14:xfrm>
              <a:off x="8893269" y="5170945"/>
              <a:ext cx="1980720" cy="5169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E24089A-F988-4A94-845E-75ACF7B663B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875629" y="5152945"/>
                <a:ext cx="20163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296975F9-8F4C-400E-9137-CE2540E880BD}"/>
                  </a:ext>
                </a:extLst>
              </p14:cNvPr>
              <p14:cNvContentPartPr/>
              <p14:nvPr/>
            </p14:nvContentPartPr>
            <p14:xfrm>
              <a:off x="6159789" y="5355265"/>
              <a:ext cx="1625760" cy="6008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296975F9-8F4C-400E-9137-CE2540E880B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141789" y="5337265"/>
                <a:ext cx="1661400" cy="6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11173AAE-9E32-43C2-AD5F-270B92A8213D}"/>
                  </a:ext>
                </a:extLst>
              </p14:cNvPr>
              <p14:cNvContentPartPr/>
              <p14:nvPr/>
            </p14:nvContentPartPr>
            <p14:xfrm>
              <a:off x="4538709" y="5466505"/>
              <a:ext cx="1261440" cy="5313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11173AAE-9E32-43C2-AD5F-270B92A8213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521069" y="5448865"/>
                <a:ext cx="1297080" cy="5670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Dreptunghi 26">
            <a:extLst>
              <a:ext uri="{FF2B5EF4-FFF2-40B4-BE49-F238E27FC236}">
                <a16:creationId xmlns:a16="http://schemas.microsoft.com/office/drawing/2014/main" id="{C0F5F344-B505-447E-8A8E-630902F872B1}"/>
              </a:ext>
            </a:extLst>
          </p:cNvPr>
          <p:cNvSpPr/>
          <p:nvPr/>
        </p:nvSpPr>
        <p:spPr>
          <a:xfrm>
            <a:off x="335343" y="137196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601244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36B6D810-AC7F-4AB0-A199-7D372E1A2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5246372" cy="1992701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BF622117-9B30-4DCA-959E-4FCCD654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513" y="2606049"/>
            <a:ext cx="7746654" cy="41543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A8AEBEF4-3652-4CD8-967A-CFC1E8692AAB}"/>
                  </a:ext>
                </a:extLst>
              </p14:cNvPr>
              <p14:cNvContentPartPr/>
              <p14:nvPr/>
            </p14:nvContentPartPr>
            <p14:xfrm>
              <a:off x="11203389" y="2122825"/>
              <a:ext cx="220680" cy="226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A8AEBEF4-3652-4CD8-967A-CFC1E8692A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85749" y="2104825"/>
                <a:ext cx="2563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EC39F4C-CD31-4CBC-9BBA-0A9319809A6B}"/>
                  </a:ext>
                </a:extLst>
              </p14:cNvPr>
              <p14:cNvContentPartPr/>
              <p14:nvPr/>
            </p14:nvContentPartPr>
            <p14:xfrm>
              <a:off x="11126709" y="2256745"/>
              <a:ext cx="264960" cy="211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EC39F4C-CD31-4CBC-9BBA-0A9319809A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08709" y="2239105"/>
                <a:ext cx="3006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E9739B6-FE92-4643-9548-C774377CA7A1}"/>
                  </a:ext>
                </a:extLst>
              </p14:cNvPr>
              <p14:cNvContentPartPr/>
              <p14:nvPr/>
            </p14:nvContentPartPr>
            <p14:xfrm>
              <a:off x="10553949" y="1610545"/>
              <a:ext cx="1528560" cy="3927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E9739B6-FE92-4643-9548-C774377CA7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36309" y="1592545"/>
                <a:ext cx="15642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A88A939-FEDF-4C7A-A44B-5C7BE2B1EC97}"/>
                  </a:ext>
                </a:extLst>
              </p14:cNvPr>
              <p14:cNvContentPartPr/>
              <p14:nvPr/>
            </p14:nvContentPartPr>
            <p14:xfrm>
              <a:off x="8787789" y="1569505"/>
              <a:ext cx="1491120" cy="423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A88A939-FEDF-4C7A-A44B-5C7BE2B1EC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69789" y="1551865"/>
                <a:ext cx="152676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407599A-C75E-4780-BE4A-0E458C666598}"/>
                  </a:ext>
                </a:extLst>
              </p14:cNvPr>
              <p14:cNvContentPartPr/>
              <p14:nvPr/>
            </p14:nvContentPartPr>
            <p14:xfrm>
              <a:off x="7322883" y="805349"/>
              <a:ext cx="1948680" cy="611280"/>
            </p14:xfrm>
          </p:contentPart>
        </mc:Choice>
        <mc:Fallback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407599A-C75E-4780-BE4A-0E458C6665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04880" y="787349"/>
                <a:ext cx="1984327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9CB6EBE6-DBD4-4CA6-AB0E-1DA90A2015FB}"/>
                  </a:ext>
                </a:extLst>
              </p14:cNvPr>
              <p14:cNvContentPartPr/>
              <p14:nvPr/>
            </p14:nvContentPartPr>
            <p14:xfrm>
              <a:off x="5821683" y="777269"/>
              <a:ext cx="1034640" cy="372600"/>
            </p14:xfrm>
          </p:contentPart>
        </mc:Choice>
        <mc:Fallback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9CB6EBE6-DBD4-4CA6-AB0E-1DA90A2015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03683" y="759269"/>
                <a:ext cx="10702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4EBBAB0-73A7-4662-957C-B8ADF1B65652}"/>
                  </a:ext>
                </a:extLst>
              </p14:cNvPr>
              <p14:cNvContentPartPr/>
              <p14:nvPr/>
            </p14:nvContentPartPr>
            <p14:xfrm>
              <a:off x="1731789" y="853465"/>
              <a:ext cx="761760" cy="2905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4EBBAB0-73A7-4662-957C-B8ADF1B6565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14149" y="835825"/>
                <a:ext cx="7974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6A83938C-2C4D-4118-A161-A1B8DFEAA524}"/>
                  </a:ext>
                </a:extLst>
              </p14:cNvPr>
              <p14:cNvContentPartPr/>
              <p14:nvPr/>
            </p14:nvContentPartPr>
            <p14:xfrm>
              <a:off x="1323189" y="1393465"/>
              <a:ext cx="775080" cy="3265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6A83938C-2C4D-4118-A161-A1B8DFEAA5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05189" y="1375465"/>
                <a:ext cx="810720" cy="3621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Dreptunghi 11">
            <a:extLst>
              <a:ext uri="{FF2B5EF4-FFF2-40B4-BE49-F238E27FC236}">
                <a16:creationId xmlns:a16="http://schemas.microsoft.com/office/drawing/2014/main" id="{A57878F8-7E8F-4D25-A2E7-29E85418B532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3  : Implementarea unui circuit aritmetic (Y=X+3),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335869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 descr="afis1">
            <a:extLst>
              <a:ext uri="{FF2B5EF4-FFF2-40B4-BE49-F238E27FC236}">
                <a16:creationId xmlns:a16="http://schemas.microsoft.com/office/drawing/2014/main" id="{CF94CAB7-905B-4680-BFB6-15749119546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874537"/>
            <a:ext cx="8046632" cy="420619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2856B755-E628-40C2-A400-8BFBB4A7819F}"/>
                  </a:ext>
                </a:extLst>
              </p14:cNvPr>
              <p14:cNvContentPartPr/>
              <p14:nvPr/>
            </p14:nvContentPartPr>
            <p14:xfrm>
              <a:off x="9268749" y="3869185"/>
              <a:ext cx="360" cy="3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2856B755-E628-40C2-A400-8BFBB4A781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50749" y="3851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2D05D40-BD68-41D8-842A-0512A5147A60}"/>
                  </a:ext>
                </a:extLst>
              </p14:cNvPr>
              <p14:cNvContentPartPr/>
              <p14:nvPr/>
            </p14:nvContentPartPr>
            <p14:xfrm>
              <a:off x="9855909" y="3743905"/>
              <a:ext cx="360" cy="3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2D05D40-BD68-41D8-842A-0512A5147A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37909" y="3726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7FDA9413-783E-49B5-889C-E299AA915B15}"/>
                  </a:ext>
                </a:extLst>
              </p14:cNvPr>
              <p14:cNvContentPartPr/>
              <p14:nvPr/>
            </p14:nvContentPartPr>
            <p14:xfrm>
              <a:off x="374949" y="4186705"/>
              <a:ext cx="4539240" cy="18597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7FDA9413-783E-49B5-889C-E299AA915B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309" y="4168705"/>
                <a:ext cx="4574880" cy="18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990ABA70-7F8B-427A-8855-458F041DBC55}"/>
                  </a:ext>
                </a:extLst>
              </p14:cNvPr>
              <p14:cNvContentPartPr/>
              <p14:nvPr/>
            </p14:nvContentPartPr>
            <p14:xfrm>
              <a:off x="274149" y="2449345"/>
              <a:ext cx="415800" cy="427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990ABA70-7F8B-427A-8855-458F041DBC5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6149" y="2431345"/>
                <a:ext cx="451440" cy="4629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reptunghi 9">
            <a:extLst>
              <a:ext uri="{FF2B5EF4-FFF2-40B4-BE49-F238E27FC236}">
                <a16:creationId xmlns:a16="http://schemas.microsoft.com/office/drawing/2014/main" id="{5B58580E-CD5C-47F5-8647-7EE2508B5559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F0F7C691-B834-4166-A1F4-F82C3DFD81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2048" y="385051"/>
            <a:ext cx="3096775" cy="64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2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F2DD9475-DC8E-4030-8DCA-A2674C9B26E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166" y="1124060"/>
            <a:ext cx="3748999" cy="557777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DB48CEED-C0C1-4E84-8C04-CB7E84C18A01}"/>
                  </a:ext>
                </a:extLst>
              </p14:cNvPr>
              <p14:cNvContentPartPr/>
              <p14:nvPr/>
            </p14:nvContentPartPr>
            <p14:xfrm>
              <a:off x="2530612" y="1299616"/>
              <a:ext cx="360" cy="36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DB48CEED-C0C1-4E84-8C04-CB7E84C18A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2612" y="128161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02442B8-23DE-4F0D-9981-55DD9E7DE74B}"/>
                  </a:ext>
                </a:extLst>
              </p14:cNvPr>
              <p14:cNvContentPartPr/>
              <p14:nvPr/>
            </p14:nvContentPartPr>
            <p14:xfrm>
              <a:off x="701452" y="1713256"/>
              <a:ext cx="252000" cy="14040"/>
            </p14:xfrm>
          </p:contentPart>
        </mc:Choice>
        <mc:Fallback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02442B8-23DE-4F0D-9981-55DD9E7DE7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452" y="1695256"/>
                <a:ext cx="2876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617F32A-A786-44D0-BA27-D832724A03F5}"/>
                  </a:ext>
                </a:extLst>
              </p14:cNvPr>
              <p14:cNvContentPartPr/>
              <p14:nvPr/>
            </p14:nvContentPartPr>
            <p14:xfrm>
              <a:off x="489772" y="539656"/>
              <a:ext cx="2723760" cy="672120"/>
            </p14:xfrm>
          </p:contentPart>
        </mc:Choice>
        <mc:Fallback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617F32A-A786-44D0-BA27-D832724A03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1772" y="521656"/>
                <a:ext cx="275940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AB3FC4B-EBAA-4C16-B593-AFF403DD6C3B}"/>
                  </a:ext>
                </a:extLst>
              </p14:cNvPr>
              <p14:cNvContentPartPr/>
              <p14:nvPr/>
            </p14:nvContentPartPr>
            <p14:xfrm>
              <a:off x="4038652" y="1448296"/>
              <a:ext cx="980280" cy="300600"/>
            </p14:xfrm>
          </p:contentPart>
        </mc:Choice>
        <mc:Fallback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AB3FC4B-EBAA-4C16-B593-AFF403DD6C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0659" y="1430296"/>
                <a:ext cx="1015907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49329B3A-B8E6-4E1C-B6A4-B36C0C35C2D2}"/>
                  </a:ext>
                </a:extLst>
              </p14:cNvPr>
              <p14:cNvContentPartPr/>
              <p14:nvPr/>
            </p14:nvContentPartPr>
            <p14:xfrm>
              <a:off x="3322612" y="1333096"/>
              <a:ext cx="406440" cy="574920"/>
            </p14:xfrm>
          </p:contentPart>
        </mc:Choice>
        <mc:Fallback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49329B3A-B8E6-4E1C-B6A4-B36C0C35C2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04596" y="1315096"/>
                <a:ext cx="442112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4EC0528-621A-4C32-9ED7-EA455FB56C5F}"/>
                  </a:ext>
                </a:extLst>
              </p14:cNvPr>
              <p14:cNvContentPartPr/>
              <p14:nvPr/>
            </p14:nvContentPartPr>
            <p14:xfrm>
              <a:off x="1582372" y="1424176"/>
              <a:ext cx="1405440" cy="368640"/>
            </p14:xfrm>
          </p:contentPart>
        </mc:Choice>
        <mc:Fallback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4EC0528-621A-4C32-9ED7-EA455FB56C5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4372" y="1406176"/>
                <a:ext cx="14410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0D5CAD5-D9E7-4D0A-8C52-57815A1B0FFF}"/>
                  </a:ext>
                </a:extLst>
              </p14:cNvPr>
              <p14:cNvContentPartPr/>
              <p14:nvPr/>
            </p14:nvContentPartPr>
            <p14:xfrm>
              <a:off x="1228852" y="1559176"/>
              <a:ext cx="158040" cy="304200"/>
            </p14:xfrm>
          </p:contentPart>
        </mc:Choice>
        <mc:Fallback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0D5CAD5-D9E7-4D0A-8C52-57815A1B0F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10852" y="1541176"/>
                <a:ext cx="19368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04C5359-0D2C-45FD-A0E8-F182D2CF72E9}"/>
                  </a:ext>
                </a:extLst>
              </p14:cNvPr>
              <p14:cNvContentPartPr/>
              <p14:nvPr/>
            </p14:nvContentPartPr>
            <p14:xfrm>
              <a:off x="648892" y="2315176"/>
              <a:ext cx="298440" cy="14400"/>
            </p14:xfrm>
          </p:contentPart>
        </mc:Choice>
        <mc:Fallback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04C5359-0D2C-45FD-A0E8-F182D2CF72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0914" y="2297176"/>
                <a:ext cx="334037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68EB1D0-D2A9-42B9-B066-EFDA79D3E4E4}"/>
                  </a:ext>
                </a:extLst>
              </p14:cNvPr>
              <p14:cNvContentPartPr/>
              <p14:nvPr/>
            </p14:nvContentPartPr>
            <p14:xfrm>
              <a:off x="639532" y="3007456"/>
              <a:ext cx="287280" cy="13680"/>
            </p14:xfrm>
          </p:contentPart>
        </mc:Choice>
        <mc:Fallback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68EB1D0-D2A9-42B9-B066-EFDA79D3E4E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1532" y="2989456"/>
                <a:ext cx="3229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B6F93FF-401F-44BC-A2DB-8AE69B967C18}"/>
                  </a:ext>
                </a:extLst>
              </p14:cNvPr>
              <p14:cNvContentPartPr/>
              <p14:nvPr/>
            </p14:nvContentPartPr>
            <p14:xfrm>
              <a:off x="6385132" y="2592376"/>
              <a:ext cx="1077840" cy="294840"/>
            </p14:xfrm>
          </p:contentPart>
        </mc:Choice>
        <mc:Fallback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B6F93FF-401F-44BC-A2DB-8AE69B967C1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67138" y="2574398"/>
                <a:ext cx="1113468" cy="3304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DAE492D0-66C5-48FC-BE7D-0DF9910B5FD8}"/>
                  </a:ext>
                </a:extLst>
              </p14:cNvPr>
              <p14:cNvContentPartPr/>
              <p14:nvPr/>
            </p14:nvContentPartPr>
            <p14:xfrm>
              <a:off x="1341172" y="1965976"/>
              <a:ext cx="4715640" cy="1949040"/>
            </p14:xfrm>
          </p:contentPart>
        </mc:Choice>
        <mc:Fallback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DAE492D0-66C5-48FC-BE7D-0DF9910B5FD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23173" y="1947979"/>
                <a:ext cx="4751277" cy="1984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EF971456-2F1B-4C19-8346-C1259319F1A7}"/>
                  </a:ext>
                </a:extLst>
              </p14:cNvPr>
              <p14:cNvContentPartPr/>
              <p14:nvPr/>
            </p14:nvContentPartPr>
            <p14:xfrm>
              <a:off x="754732" y="4480576"/>
              <a:ext cx="286920" cy="24120"/>
            </p14:xfrm>
          </p:contentPart>
        </mc:Choice>
        <mc:Fallback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EF971456-2F1B-4C19-8346-C1259319F1A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6732" y="4462576"/>
                <a:ext cx="3225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4A0703ED-8C61-4CCD-A8A7-5704FAC1335D}"/>
                  </a:ext>
                </a:extLst>
              </p14:cNvPr>
              <p14:cNvContentPartPr/>
              <p14:nvPr/>
            </p14:nvContentPartPr>
            <p14:xfrm>
              <a:off x="3451852" y="4312456"/>
              <a:ext cx="339120" cy="246960"/>
            </p14:xfrm>
          </p:contentPart>
        </mc:Choice>
        <mc:Fallback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4A0703ED-8C61-4CCD-A8A7-5704FAC1335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33852" y="4294456"/>
                <a:ext cx="3747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7C0B7B7-2BCA-41B0-87E9-8B4627E4791C}"/>
                  </a:ext>
                </a:extLst>
              </p14:cNvPr>
              <p14:cNvContentPartPr/>
              <p14:nvPr/>
            </p14:nvContentPartPr>
            <p14:xfrm>
              <a:off x="5759812" y="4199416"/>
              <a:ext cx="566280" cy="363600"/>
            </p14:xfrm>
          </p:contentPart>
        </mc:Choice>
        <mc:Fallback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7C0B7B7-2BCA-41B0-87E9-8B4627E4791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741812" y="4181416"/>
                <a:ext cx="6019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0D3F9657-CB9C-461C-AAF7-FB3FB2CE4018}"/>
                  </a:ext>
                </a:extLst>
              </p14:cNvPr>
              <p14:cNvContentPartPr/>
              <p14:nvPr/>
            </p14:nvContentPartPr>
            <p14:xfrm>
              <a:off x="4273012" y="4195096"/>
              <a:ext cx="1110240" cy="325800"/>
            </p14:xfrm>
          </p:contentPart>
        </mc:Choice>
        <mc:Fallback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0D3F9657-CB9C-461C-AAF7-FB3FB2CE401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55018" y="4177076"/>
                <a:ext cx="1145868" cy="3614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2635A47A-5A4F-4699-967B-7714608136AD}"/>
                  </a:ext>
                </a:extLst>
              </p14:cNvPr>
              <p14:cNvContentPartPr/>
              <p14:nvPr/>
            </p14:nvContentPartPr>
            <p14:xfrm>
              <a:off x="1322452" y="4267816"/>
              <a:ext cx="1702800" cy="366480"/>
            </p14:xfrm>
          </p:contentPart>
        </mc:Choice>
        <mc:Fallback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2635A47A-5A4F-4699-967B-7714608136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304452" y="4249816"/>
                <a:ext cx="173844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6BF6DB9A-31C5-4FCD-A4EC-6A46D416D441}"/>
                  </a:ext>
                </a:extLst>
              </p14:cNvPr>
              <p14:cNvContentPartPr/>
              <p14:nvPr/>
            </p14:nvContentPartPr>
            <p14:xfrm>
              <a:off x="2627812" y="4945336"/>
              <a:ext cx="127440" cy="209520"/>
            </p14:xfrm>
          </p:contentPart>
        </mc:Choice>
        <mc:Fallback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6BF6DB9A-31C5-4FCD-A4EC-6A46D416D44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609812" y="4927336"/>
                <a:ext cx="1630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23256490-D3D3-46E6-8A4F-BEAB2BBB2678}"/>
                  </a:ext>
                </a:extLst>
              </p14:cNvPr>
              <p14:cNvContentPartPr/>
              <p14:nvPr/>
            </p14:nvContentPartPr>
            <p14:xfrm>
              <a:off x="2111932" y="4889896"/>
              <a:ext cx="381960" cy="250560"/>
            </p14:xfrm>
          </p:contentPart>
        </mc:Choice>
        <mc:Fallback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23256490-D3D3-46E6-8A4F-BEAB2BBB267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93915" y="4871922"/>
                <a:ext cx="417634" cy="286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0608FBB3-33F4-46E9-8CC8-0436A3ADFA18}"/>
                  </a:ext>
                </a:extLst>
              </p14:cNvPr>
              <p14:cNvContentPartPr/>
              <p14:nvPr/>
            </p14:nvContentPartPr>
            <p14:xfrm>
              <a:off x="1334332" y="4961896"/>
              <a:ext cx="444240" cy="155160"/>
            </p14:xfrm>
          </p:contentPart>
        </mc:Choice>
        <mc:Fallback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0608FBB3-33F4-46E9-8CC8-0436A3ADFA1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16317" y="4943896"/>
                <a:ext cx="479909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23B01D2C-5DD8-4010-BC95-9A0D80D936EA}"/>
                  </a:ext>
                </a:extLst>
              </p14:cNvPr>
              <p14:cNvContentPartPr/>
              <p14:nvPr/>
            </p14:nvContentPartPr>
            <p14:xfrm>
              <a:off x="1448092" y="5335936"/>
              <a:ext cx="121680" cy="313200"/>
            </p14:xfrm>
          </p:contentPart>
        </mc:Choice>
        <mc:Fallback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23B01D2C-5DD8-4010-BC95-9A0D80D936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30092" y="5317957"/>
                <a:ext cx="157320" cy="348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75A5E463-EDA8-49EB-8E28-541173D486F7}"/>
                  </a:ext>
                </a:extLst>
              </p14:cNvPr>
              <p14:cNvContentPartPr/>
              <p14:nvPr/>
            </p14:nvContentPartPr>
            <p14:xfrm>
              <a:off x="1385092" y="5461576"/>
              <a:ext cx="284400" cy="68040"/>
            </p14:xfrm>
          </p:contentPart>
        </mc:Choice>
        <mc:Fallback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75A5E463-EDA8-49EB-8E28-541173D486F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67092" y="5443480"/>
                <a:ext cx="320040" cy="103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1381515F-CE45-4A86-81F1-B05390EF73EF}"/>
                  </a:ext>
                </a:extLst>
              </p14:cNvPr>
              <p14:cNvContentPartPr/>
              <p14:nvPr/>
            </p14:nvContentPartPr>
            <p14:xfrm>
              <a:off x="1711972" y="5317936"/>
              <a:ext cx="182520" cy="318960"/>
            </p14:xfrm>
          </p:contentPart>
        </mc:Choice>
        <mc:Fallback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1381515F-CE45-4A86-81F1-B05390EF73E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93972" y="5299916"/>
                <a:ext cx="218160" cy="35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6FE8B804-D631-475E-A96B-861B3AFDD85B}"/>
                  </a:ext>
                </a:extLst>
              </p14:cNvPr>
              <p14:cNvContentPartPr/>
              <p14:nvPr/>
            </p14:nvContentPartPr>
            <p14:xfrm>
              <a:off x="1683532" y="5263576"/>
              <a:ext cx="809280" cy="325800"/>
            </p14:xfrm>
          </p:contentPart>
        </mc:Choice>
        <mc:Fallback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6FE8B804-D631-475E-A96B-861B3AFDD85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665540" y="5245576"/>
                <a:ext cx="844904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21E42974-B41B-46EC-92D8-67C852EC769B}"/>
                  </a:ext>
                </a:extLst>
              </p14:cNvPr>
              <p14:cNvContentPartPr/>
              <p14:nvPr/>
            </p14:nvContentPartPr>
            <p14:xfrm>
              <a:off x="2413972" y="5401096"/>
              <a:ext cx="44640" cy="13320"/>
            </p14:xfrm>
          </p:contentPart>
        </mc:Choice>
        <mc:Fallback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21E42974-B41B-46EC-92D8-67C852EC769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395972" y="5383096"/>
                <a:ext cx="802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DDD18368-6508-4E44-A12A-70663FC90EDC}"/>
                  </a:ext>
                </a:extLst>
              </p14:cNvPr>
              <p14:cNvContentPartPr/>
              <p14:nvPr/>
            </p14:nvContentPartPr>
            <p14:xfrm>
              <a:off x="2183932" y="5356456"/>
              <a:ext cx="167400" cy="506880"/>
            </p14:xfrm>
          </p:contentPart>
        </mc:Choice>
        <mc:Fallback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DDD18368-6508-4E44-A12A-70663FC90ED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165932" y="5338456"/>
                <a:ext cx="203040" cy="54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8E7D38D1-F7EE-44EE-BCBA-DC2E2CEE619B}"/>
                  </a:ext>
                </a:extLst>
              </p14:cNvPr>
              <p14:cNvContentPartPr/>
              <p14:nvPr/>
            </p14:nvContentPartPr>
            <p14:xfrm>
              <a:off x="2506492" y="5487856"/>
              <a:ext cx="198000" cy="127440"/>
            </p14:xfrm>
          </p:contentPart>
        </mc:Choice>
        <mc:Fallback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8E7D38D1-F7EE-44EE-BCBA-DC2E2CEE619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488492" y="5469856"/>
                <a:ext cx="2336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E4036FB0-7125-4BB9-B239-0744548ECE66}"/>
                  </a:ext>
                </a:extLst>
              </p14:cNvPr>
              <p14:cNvContentPartPr/>
              <p14:nvPr/>
            </p14:nvContentPartPr>
            <p14:xfrm>
              <a:off x="2893132" y="5298856"/>
              <a:ext cx="23040" cy="287640"/>
            </p14:xfrm>
          </p:contentPart>
        </mc:Choice>
        <mc:Fallback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E4036FB0-7125-4BB9-B239-0744548ECE6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875132" y="5280856"/>
                <a:ext cx="586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DA0DAEC2-41CD-45F6-BB22-0E9DBEBB9D77}"/>
                  </a:ext>
                </a:extLst>
              </p14:cNvPr>
              <p14:cNvContentPartPr/>
              <p14:nvPr/>
            </p14:nvContentPartPr>
            <p14:xfrm>
              <a:off x="2903932" y="5678296"/>
              <a:ext cx="72720" cy="81360"/>
            </p14:xfrm>
          </p:contentPart>
        </mc:Choice>
        <mc:Fallback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DA0DAEC2-41CD-45F6-BB22-0E9DBEBB9D7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885842" y="5660296"/>
                <a:ext cx="108537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2708B792-F96B-4D8C-80EF-9E8C5DCC9DC4}"/>
                  </a:ext>
                </a:extLst>
              </p14:cNvPr>
              <p14:cNvContentPartPr/>
              <p14:nvPr/>
            </p14:nvContentPartPr>
            <p14:xfrm>
              <a:off x="7002892" y="5461576"/>
              <a:ext cx="380880" cy="340560"/>
            </p14:xfrm>
          </p:contentPart>
        </mc:Choice>
        <mc:Fallback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2708B792-F96B-4D8C-80EF-9E8C5DCC9DC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984909" y="5443595"/>
                <a:ext cx="416486" cy="376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8A84E631-A8F0-49A7-B389-FD4F97E04CBC}"/>
                  </a:ext>
                </a:extLst>
              </p14:cNvPr>
              <p14:cNvContentPartPr/>
              <p14:nvPr/>
            </p14:nvContentPartPr>
            <p14:xfrm>
              <a:off x="3367252" y="4879816"/>
              <a:ext cx="3432600" cy="803160"/>
            </p14:xfrm>
          </p:contentPart>
        </mc:Choice>
        <mc:Fallback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8A84E631-A8F0-49A7-B389-FD4F97E04CB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349250" y="4861816"/>
                <a:ext cx="3468244" cy="83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EF29D1F0-CD17-4C22-A940-9BD3B93647B7}"/>
                  </a:ext>
                </a:extLst>
              </p14:cNvPr>
              <p14:cNvContentPartPr/>
              <p14:nvPr/>
            </p14:nvContentPartPr>
            <p14:xfrm>
              <a:off x="7698052" y="5409376"/>
              <a:ext cx="198000" cy="196920"/>
            </p14:xfrm>
          </p:contentPart>
        </mc:Choice>
        <mc:Fallback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EF29D1F0-CD17-4C22-A940-9BD3B93647B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680052" y="5391376"/>
                <a:ext cx="2336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DABE78EF-9151-4885-9F05-352052D06D32}"/>
                  </a:ext>
                </a:extLst>
              </p14:cNvPr>
              <p14:cNvContentPartPr/>
              <p14:nvPr/>
            </p14:nvContentPartPr>
            <p14:xfrm>
              <a:off x="7559812" y="5164216"/>
              <a:ext cx="102600" cy="177840"/>
            </p14:xfrm>
          </p:contentPart>
        </mc:Choice>
        <mc:Fallback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DABE78EF-9151-4885-9F05-352052D06D3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41812" y="5146216"/>
                <a:ext cx="1382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251EE559-419B-47FE-9865-CFB6EE670B5D}"/>
                  </a:ext>
                </a:extLst>
              </p14:cNvPr>
              <p14:cNvContentPartPr/>
              <p14:nvPr/>
            </p14:nvContentPartPr>
            <p14:xfrm>
              <a:off x="7914772" y="5183296"/>
              <a:ext cx="70200" cy="144360"/>
            </p14:xfrm>
          </p:contentPart>
        </mc:Choice>
        <mc:Fallback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251EE559-419B-47FE-9865-CFB6EE670B5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896679" y="5165251"/>
                <a:ext cx="106024" cy="1800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03F7C01F-4319-4B78-97C8-EFA9F04D63E3}"/>
                  </a:ext>
                </a:extLst>
              </p14:cNvPr>
              <p14:cNvContentPartPr/>
              <p14:nvPr/>
            </p14:nvContentPartPr>
            <p14:xfrm>
              <a:off x="10264132" y="1660336"/>
              <a:ext cx="156960" cy="14040"/>
            </p14:xfrm>
          </p:contentPart>
        </mc:Choice>
        <mc:Fallback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03F7C01F-4319-4B78-97C8-EFA9F04D63E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246132" y="1641862"/>
                <a:ext cx="192600" cy="50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F451E39D-8DF4-4B82-B117-6E62B4F98F2E}"/>
                  </a:ext>
                </a:extLst>
              </p14:cNvPr>
              <p14:cNvContentPartPr/>
              <p14:nvPr/>
            </p14:nvContentPartPr>
            <p14:xfrm>
              <a:off x="10293292" y="1968136"/>
              <a:ext cx="180720" cy="10080"/>
            </p14:xfrm>
          </p:contentPart>
        </mc:Choice>
        <mc:Fallback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F451E39D-8DF4-4B82-B117-6E62B4F98F2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275256" y="1950136"/>
                <a:ext cx="216431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6A57D10F-6038-4847-B931-1C1976C9F5AE}"/>
                  </a:ext>
                </a:extLst>
              </p14:cNvPr>
              <p14:cNvContentPartPr/>
              <p14:nvPr/>
            </p14:nvContentPartPr>
            <p14:xfrm>
              <a:off x="10297972" y="2258296"/>
              <a:ext cx="129960" cy="9000"/>
            </p14:xfrm>
          </p:contentPart>
        </mc:Choice>
        <mc:Fallback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6A57D10F-6038-4847-B931-1C1976C9F5A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279972" y="2240296"/>
                <a:ext cx="1656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A1B13965-71FE-4645-AE52-7E834E7C8D3C}"/>
                  </a:ext>
                </a:extLst>
              </p14:cNvPr>
              <p14:cNvContentPartPr/>
              <p14:nvPr/>
            </p14:nvContentPartPr>
            <p14:xfrm>
              <a:off x="10634932" y="631456"/>
              <a:ext cx="844200" cy="282960"/>
            </p14:xfrm>
          </p:contentPart>
        </mc:Choice>
        <mc:Fallback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A1B13965-71FE-4645-AE52-7E834E7C8D3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616924" y="613433"/>
                <a:ext cx="879855" cy="318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B836767A-76A8-4E6F-9090-307EF5AD0236}"/>
                  </a:ext>
                </a:extLst>
              </p14:cNvPr>
              <p14:cNvContentPartPr/>
              <p14:nvPr/>
            </p14:nvContentPartPr>
            <p14:xfrm>
              <a:off x="9874612" y="599416"/>
              <a:ext cx="468000" cy="234360"/>
            </p14:xfrm>
          </p:contentPart>
        </mc:Choice>
        <mc:Fallback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B836767A-76A8-4E6F-9090-307EF5AD023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856598" y="581388"/>
                <a:ext cx="503667" cy="270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B920E668-5CD2-4B37-99CE-BEC0DB6427A5}"/>
                  </a:ext>
                </a:extLst>
              </p14:cNvPr>
              <p14:cNvContentPartPr/>
              <p14:nvPr/>
            </p14:nvContentPartPr>
            <p14:xfrm>
              <a:off x="8582572" y="505816"/>
              <a:ext cx="1018440" cy="396000"/>
            </p14:xfrm>
          </p:contentPart>
        </mc:Choice>
        <mc:Fallback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B920E668-5CD2-4B37-99CE-BEC0DB6427A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564566" y="487816"/>
                <a:ext cx="1054093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E4A8975F-F159-4B94-A141-FE6612CED9EF}"/>
                  </a:ext>
                </a:extLst>
              </p14:cNvPr>
              <p14:cNvContentPartPr/>
              <p14:nvPr/>
            </p14:nvContentPartPr>
            <p14:xfrm>
              <a:off x="1587412" y="6056296"/>
              <a:ext cx="276480" cy="51480"/>
            </p14:xfrm>
          </p:contentPart>
        </mc:Choice>
        <mc:Fallback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E4A8975F-F159-4B94-A141-FE6612CED9E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569389" y="6038169"/>
                <a:ext cx="312166" cy="87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B281AC92-C816-438D-9EC2-B46774807B37}"/>
                  </a:ext>
                </a:extLst>
              </p14:cNvPr>
              <p14:cNvContentPartPr/>
              <p14:nvPr/>
            </p14:nvContentPartPr>
            <p14:xfrm>
              <a:off x="1582372" y="6171136"/>
              <a:ext cx="329400" cy="302040"/>
            </p14:xfrm>
          </p:contentPart>
        </mc:Choice>
        <mc:Fallback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B281AC92-C816-438D-9EC2-B46774807B3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564372" y="6153136"/>
                <a:ext cx="3650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13892214-C25C-4732-BEFF-FD921B0964CB}"/>
                  </a:ext>
                </a:extLst>
              </p14:cNvPr>
              <p14:cNvContentPartPr/>
              <p14:nvPr/>
            </p14:nvContentPartPr>
            <p14:xfrm>
              <a:off x="2106892" y="6238816"/>
              <a:ext cx="156240" cy="37440"/>
            </p14:xfrm>
          </p:contentPart>
        </mc:Choice>
        <mc:Fallback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13892214-C25C-4732-BEFF-FD921B0964C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088892" y="6220816"/>
                <a:ext cx="1918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35BE5241-2FDD-4AED-B7E1-BA95D6451695}"/>
                  </a:ext>
                </a:extLst>
              </p14:cNvPr>
              <p14:cNvContentPartPr/>
              <p14:nvPr/>
            </p14:nvContentPartPr>
            <p14:xfrm>
              <a:off x="2106892" y="6343216"/>
              <a:ext cx="219600" cy="35280"/>
            </p14:xfrm>
          </p:contentPart>
        </mc:Choice>
        <mc:Fallback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35BE5241-2FDD-4AED-B7E1-BA95D6451695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088862" y="6325030"/>
                <a:ext cx="255299" cy="712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A736018D-27FB-42CD-AC37-D0977900DF30}"/>
                  </a:ext>
                </a:extLst>
              </p14:cNvPr>
              <p14:cNvContentPartPr/>
              <p14:nvPr/>
            </p14:nvContentPartPr>
            <p14:xfrm>
              <a:off x="2496772" y="6025696"/>
              <a:ext cx="775440" cy="520560"/>
            </p14:xfrm>
          </p:contentPart>
        </mc:Choice>
        <mc:Fallback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A736018D-27FB-42CD-AC37-D0977900DF3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478764" y="6007684"/>
                <a:ext cx="811097" cy="556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98BB9A34-FB4C-4B9B-8A0A-E0EB6CC14A31}"/>
                  </a:ext>
                </a:extLst>
              </p14:cNvPr>
              <p14:cNvContentPartPr/>
              <p14:nvPr/>
            </p14:nvContentPartPr>
            <p14:xfrm>
              <a:off x="3592972" y="6221896"/>
              <a:ext cx="197640" cy="203400"/>
            </p14:xfrm>
          </p:contentPart>
        </mc:Choice>
        <mc:Fallback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98BB9A34-FB4C-4B9B-8A0A-E0EB6CC14A3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574972" y="6203896"/>
                <a:ext cx="233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9E76DE7F-0B9E-4298-AA9E-59082A456E34}"/>
                  </a:ext>
                </a:extLst>
              </p14:cNvPr>
              <p14:cNvContentPartPr/>
              <p14:nvPr/>
            </p14:nvContentPartPr>
            <p14:xfrm>
              <a:off x="4112092" y="6415216"/>
              <a:ext cx="47520" cy="178200"/>
            </p14:xfrm>
          </p:contentPart>
        </mc:Choice>
        <mc:Fallback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9E76DE7F-0B9E-4298-AA9E-59082A456E3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094092" y="6397216"/>
                <a:ext cx="831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EAC6E135-1BA1-4462-802D-69EA658E72C3}"/>
                  </a:ext>
                </a:extLst>
              </p14:cNvPr>
              <p14:cNvContentPartPr/>
              <p14:nvPr/>
            </p14:nvContentPartPr>
            <p14:xfrm>
              <a:off x="4595212" y="6159256"/>
              <a:ext cx="74520" cy="142200"/>
            </p14:xfrm>
          </p:contentPart>
        </mc:Choice>
        <mc:Fallback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EAC6E135-1BA1-4462-802D-69EA658E72C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577212" y="6141256"/>
                <a:ext cx="1101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1DC3D3E4-E697-4E4F-8933-0D9D12E356E1}"/>
                  </a:ext>
                </a:extLst>
              </p14:cNvPr>
              <p14:cNvContentPartPr/>
              <p14:nvPr/>
            </p14:nvContentPartPr>
            <p14:xfrm>
              <a:off x="5378932" y="5995456"/>
              <a:ext cx="2076840" cy="622440"/>
            </p14:xfrm>
          </p:contentPart>
        </mc:Choice>
        <mc:Fallback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1DC3D3E4-E697-4E4F-8933-0D9D12E356E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360932" y="5977456"/>
                <a:ext cx="211248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9DD7841C-0B11-4853-A706-BB9DF85B44B3}"/>
                  </a:ext>
                </a:extLst>
              </p14:cNvPr>
              <p14:cNvContentPartPr/>
              <p14:nvPr/>
            </p14:nvContentPartPr>
            <p14:xfrm>
              <a:off x="4668292" y="6357616"/>
              <a:ext cx="339120" cy="104760"/>
            </p14:xfrm>
          </p:contentPart>
        </mc:Choice>
        <mc:Fallback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9DD7841C-0B11-4853-A706-BB9DF85B44B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650273" y="6339616"/>
                <a:ext cx="374798" cy="140400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Dreptunghi 51">
            <a:extLst>
              <a:ext uri="{FF2B5EF4-FFF2-40B4-BE49-F238E27FC236}">
                <a16:creationId xmlns:a16="http://schemas.microsoft.com/office/drawing/2014/main" id="{FE9FD6D3-B60E-4711-8C18-2AE7450BFE07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247896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D541535-08DF-408F-89F9-AE2025E20D8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67" y="960147"/>
            <a:ext cx="3748999" cy="557777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E3D73D9-05BD-41C0-B623-B41E472D9F58}"/>
                  </a:ext>
                </a:extLst>
              </p14:cNvPr>
              <p14:cNvContentPartPr/>
              <p14:nvPr/>
            </p14:nvContentPartPr>
            <p14:xfrm>
              <a:off x="832149" y="1275025"/>
              <a:ext cx="258480" cy="313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E3D73D9-05BD-41C0-B623-B41E472D9F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4149" y="1257385"/>
                <a:ext cx="29412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8FFE4FE-7AEF-42BA-9103-4B0C40F0EDD9}"/>
                  </a:ext>
                </a:extLst>
              </p14:cNvPr>
              <p14:cNvContentPartPr/>
              <p14:nvPr/>
            </p14:nvContentPartPr>
            <p14:xfrm>
              <a:off x="630549" y="1655185"/>
              <a:ext cx="1732320" cy="415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8FFE4FE-7AEF-42BA-9103-4B0C40F0ED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909" y="1637185"/>
                <a:ext cx="176796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243CD64-6D78-40D2-A3A3-3C291AB40692}"/>
                  </a:ext>
                </a:extLst>
              </p14:cNvPr>
              <p14:cNvContentPartPr/>
              <p14:nvPr/>
            </p14:nvContentPartPr>
            <p14:xfrm>
              <a:off x="1013229" y="2151265"/>
              <a:ext cx="1335600" cy="198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243CD64-6D78-40D2-A3A3-3C291AB406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5584" y="2133625"/>
                <a:ext cx="137125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37377682-1B67-468F-8BF2-0F7454AB2DE7}"/>
                  </a:ext>
                </a:extLst>
              </p14:cNvPr>
              <p14:cNvContentPartPr/>
              <p14:nvPr/>
            </p14:nvContentPartPr>
            <p14:xfrm>
              <a:off x="293229" y="2428825"/>
              <a:ext cx="2050920" cy="3060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37377682-1B67-468F-8BF2-0F7454AB2D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586" y="2411185"/>
                <a:ext cx="2086566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10FA6F0B-D258-4B2C-A643-A4628AFFDABE}"/>
                  </a:ext>
                </a:extLst>
              </p14:cNvPr>
              <p14:cNvContentPartPr/>
              <p14:nvPr/>
            </p14:nvContentPartPr>
            <p14:xfrm>
              <a:off x="1798389" y="2806105"/>
              <a:ext cx="540720" cy="1261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10FA6F0B-D258-4B2C-A643-A4628AFFDA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80737" y="2788105"/>
                <a:ext cx="576384" cy="12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1D42A5F-9395-49A0-B844-996736CF17EB}"/>
                  </a:ext>
                </a:extLst>
              </p14:cNvPr>
              <p14:cNvContentPartPr/>
              <p14:nvPr/>
            </p14:nvContentPartPr>
            <p14:xfrm>
              <a:off x="4039389" y="4710505"/>
              <a:ext cx="100080" cy="183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1D42A5F-9395-49A0-B844-996736CF17E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21749" y="4692865"/>
                <a:ext cx="135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E858B57-E8D5-4EB1-9235-FEE59FE1BAFC}"/>
                  </a:ext>
                </a:extLst>
              </p14:cNvPr>
              <p14:cNvContentPartPr/>
              <p14:nvPr/>
            </p14:nvContentPartPr>
            <p14:xfrm>
              <a:off x="4004469" y="5036665"/>
              <a:ext cx="129960" cy="1504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E858B57-E8D5-4EB1-9235-FEE59FE1BAF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86469" y="5019025"/>
                <a:ext cx="1656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89D185D-392F-4E41-B7AB-5CFC78A26E7A}"/>
                  </a:ext>
                </a:extLst>
              </p14:cNvPr>
              <p14:cNvContentPartPr/>
              <p14:nvPr/>
            </p14:nvContentPartPr>
            <p14:xfrm>
              <a:off x="4022829" y="5308105"/>
              <a:ext cx="192240" cy="5094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89D185D-392F-4E41-B7AB-5CFC78A26E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05189" y="5290105"/>
                <a:ext cx="22788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15D92ED-A071-4AF5-8DE3-FA7A965C041E}"/>
                  </a:ext>
                </a:extLst>
              </p14:cNvPr>
              <p14:cNvContentPartPr/>
              <p14:nvPr/>
            </p14:nvContentPartPr>
            <p14:xfrm>
              <a:off x="3984669" y="4392625"/>
              <a:ext cx="140400" cy="2001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15D92ED-A071-4AF5-8DE3-FA7A965C041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66669" y="4374625"/>
                <a:ext cx="176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18A6F1F-70B5-4EFB-AACF-F4FCE4A57F82}"/>
                  </a:ext>
                </a:extLst>
              </p14:cNvPr>
              <p14:cNvContentPartPr/>
              <p14:nvPr/>
            </p14:nvContentPartPr>
            <p14:xfrm>
              <a:off x="4066389" y="5886985"/>
              <a:ext cx="163800" cy="2196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18A6F1F-70B5-4EFB-AACF-F4FCE4A57F8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48710" y="5868985"/>
                <a:ext cx="199519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B071A7F-85F2-46CE-8CA2-52DB7719D069}"/>
                  </a:ext>
                </a:extLst>
              </p14:cNvPr>
              <p14:cNvContentPartPr/>
              <p14:nvPr/>
            </p14:nvContentPartPr>
            <p14:xfrm>
              <a:off x="4792869" y="51025"/>
              <a:ext cx="6921360" cy="59072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B071A7F-85F2-46CE-8CA2-52DB7719D06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75229" y="33025"/>
                <a:ext cx="6957000" cy="594288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Dreptunghi 13">
            <a:extLst>
              <a:ext uri="{FF2B5EF4-FFF2-40B4-BE49-F238E27FC236}">
                <a16:creationId xmlns:a16="http://schemas.microsoft.com/office/drawing/2014/main" id="{07E6793E-CBC0-4CBE-B992-249D6899FB04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1636761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5C30FFF-5CB0-47CC-9D57-120B49A10E06}"/>
                  </a:ext>
                </a:extLst>
              </p14:cNvPr>
              <p14:cNvContentPartPr/>
              <p14:nvPr/>
            </p14:nvContentPartPr>
            <p14:xfrm>
              <a:off x="5385069" y="1372585"/>
              <a:ext cx="205560" cy="68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5C30FFF-5CB0-47CC-9D57-120B49A10E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7069" y="1354585"/>
                <a:ext cx="2412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3C529DC-A790-43B3-8604-653A42E565BB}"/>
                  </a:ext>
                </a:extLst>
              </p14:cNvPr>
              <p14:cNvContentPartPr/>
              <p14:nvPr/>
            </p14:nvContentPartPr>
            <p14:xfrm>
              <a:off x="5413869" y="1457905"/>
              <a:ext cx="181080" cy="17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3C529DC-A790-43B3-8604-653A42E565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6229" y="1440265"/>
                <a:ext cx="2167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C85175CD-DCFA-45CE-B7B2-BAB69560B64D}"/>
                  </a:ext>
                </a:extLst>
              </p14:cNvPr>
              <p14:cNvContentPartPr/>
              <p14:nvPr/>
            </p14:nvContentPartPr>
            <p14:xfrm>
              <a:off x="307989" y="947785"/>
              <a:ext cx="4766400" cy="13086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C85175CD-DCFA-45CE-B7B2-BAB69560B64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989" y="929785"/>
                <a:ext cx="4802040" cy="13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6472FEEF-DAA5-49C2-8608-D1404BEF92CD}"/>
                  </a:ext>
                </a:extLst>
              </p14:cNvPr>
              <p14:cNvContentPartPr/>
              <p14:nvPr/>
            </p14:nvContentPartPr>
            <p14:xfrm>
              <a:off x="6021909" y="1210945"/>
              <a:ext cx="815040" cy="252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6472FEEF-DAA5-49C2-8608-D1404BEF92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04269" y="1192945"/>
                <a:ext cx="850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4643167A-228B-4245-ADC9-C4C0E9792542}"/>
                  </a:ext>
                </a:extLst>
              </p14:cNvPr>
              <p14:cNvContentPartPr/>
              <p14:nvPr/>
            </p14:nvContentPartPr>
            <p14:xfrm>
              <a:off x="6135669" y="1289785"/>
              <a:ext cx="692280" cy="3006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4643167A-228B-4245-ADC9-C4C0E97925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18029" y="1271785"/>
                <a:ext cx="7279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9C766644-FEA1-4895-8787-4E9B4AB27738}"/>
                  </a:ext>
                </a:extLst>
              </p14:cNvPr>
              <p14:cNvContentPartPr/>
              <p14:nvPr/>
            </p14:nvContentPartPr>
            <p14:xfrm>
              <a:off x="721269" y="2796025"/>
              <a:ext cx="5157720" cy="33951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9C766644-FEA1-4895-8787-4E9B4AB277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3629" y="2778025"/>
                <a:ext cx="5193360" cy="34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7304DA39-4361-4DE6-9859-B37ABA3CFF8C}"/>
                  </a:ext>
                </a:extLst>
              </p14:cNvPr>
              <p14:cNvContentPartPr/>
              <p14:nvPr/>
            </p14:nvContentPartPr>
            <p14:xfrm>
              <a:off x="7118829" y="417505"/>
              <a:ext cx="4443120" cy="592164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7304DA39-4361-4DE6-9859-B37ABA3CFF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01188" y="399506"/>
                <a:ext cx="4478763" cy="5957278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DA307807-E7C3-422B-8693-8C67E8B3FF8D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2736011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D541535-08DF-408F-89F9-AE2025E20D8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67" y="960147"/>
            <a:ext cx="3748999" cy="557777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6E3D73D9-05BD-41C0-B623-B41E472D9F58}"/>
                  </a:ext>
                </a:extLst>
              </p14:cNvPr>
              <p14:cNvContentPartPr/>
              <p14:nvPr/>
            </p14:nvContentPartPr>
            <p14:xfrm>
              <a:off x="832149" y="1275025"/>
              <a:ext cx="258480" cy="313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6E3D73D9-05BD-41C0-B623-B41E472D9F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4149" y="1257385"/>
                <a:ext cx="29412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8FFE4FE-7AEF-42BA-9103-4B0C40F0EDD9}"/>
                  </a:ext>
                </a:extLst>
              </p14:cNvPr>
              <p14:cNvContentPartPr/>
              <p14:nvPr/>
            </p14:nvContentPartPr>
            <p14:xfrm>
              <a:off x="630549" y="1655185"/>
              <a:ext cx="1732320" cy="4158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8FFE4FE-7AEF-42BA-9103-4B0C40F0ED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909" y="1637185"/>
                <a:ext cx="176796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243CD64-6D78-40D2-A3A3-3C291AB40692}"/>
                  </a:ext>
                </a:extLst>
              </p14:cNvPr>
              <p14:cNvContentPartPr/>
              <p14:nvPr/>
            </p14:nvContentPartPr>
            <p14:xfrm>
              <a:off x="1013229" y="2151265"/>
              <a:ext cx="1335600" cy="198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243CD64-6D78-40D2-A3A3-3C291AB406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5584" y="2133625"/>
                <a:ext cx="137125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37377682-1B67-468F-8BF2-0F7454AB2DE7}"/>
                  </a:ext>
                </a:extLst>
              </p14:cNvPr>
              <p14:cNvContentPartPr/>
              <p14:nvPr/>
            </p14:nvContentPartPr>
            <p14:xfrm>
              <a:off x="293229" y="2428825"/>
              <a:ext cx="2050920" cy="3060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37377682-1B67-468F-8BF2-0F7454AB2D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5586" y="2411185"/>
                <a:ext cx="2086566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10FA6F0B-D258-4B2C-A643-A4628AFFDABE}"/>
                  </a:ext>
                </a:extLst>
              </p14:cNvPr>
              <p14:cNvContentPartPr/>
              <p14:nvPr/>
            </p14:nvContentPartPr>
            <p14:xfrm>
              <a:off x="1798389" y="2806105"/>
              <a:ext cx="540720" cy="1261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10FA6F0B-D258-4B2C-A643-A4628AFFDA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80737" y="2788105"/>
                <a:ext cx="576384" cy="12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1D42A5F-9395-49A0-B844-996736CF17EB}"/>
                  </a:ext>
                </a:extLst>
              </p14:cNvPr>
              <p14:cNvContentPartPr/>
              <p14:nvPr/>
            </p14:nvContentPartPr>
            <p14:xfrm>
              <a:off x="4039389" y="4710505"/>
              <a:ext cx="100080" cy="183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1D42A5F-9395-49A0-B844-996736CF17E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21749" y="4692865"/>
                <a:ext cx="1357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E858B57-E8D5-4EB1-9235-FEE59FE1BAFC}"/>
                  </a:ext>
                </a:extLst>
              </p14:cNvPr>
              <p14:cNvContentPartPr/>
              <p14:nvPr/>
            </p14:nvContentPartPr>
            <p14:xfrm>
              <a:off x="4004469" y="5036665"/>
              <a:ext cx="129960" cy="1504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E858B57-E8D5-4EB1-9235-FEE59FE1BAF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86469" y="5019025"/>
                <a:ext cx="1656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489D185D-392F-4E41-B7AB-5CFC78A26E7A}"/>
                  </a:ext>
                </a:extLst>
              </p14:cNvPr>
              <p14:cNvContentPartPr/>
              <p14:nvPr/>
            </p14:nvContentPartPr>
            <p14:xfrm>
              <a:off x="4022829" y="5308105"/>
              <a:ext cx="192240" cy="5094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489D185D-392F-4E41-B7AB-5CFC78A26E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05189" y="5290105"/>
                <a:ext cx="22788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15D92ED-A071-4AF5-8DE3-FA7A965C041E}"/>
                  </a:ext>
                </a:extLst>
              </p14:cNvPr>
              <p14:cNvContentPartPr/>
              <p14:nvPr/>
            </p14:nvContentPartPr>
            <p14:xfrm>
              <a:off x="3984669" y="4392625"/>
              <a:ext cx="140400" cy="2001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15D92ED-A071-4AF5-8DE3-FA7A965C041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66669" y="4374625"/>
                <a:ext cx="176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18A6F1F-70B5-4EFB-AACF-F4FCE4A57F82}"/>
                  </a:ext>
                </a:extLst>
              </p14:cNvPr>
              <p14:cNvContentPartPr/>
              <p14:nvPr/>
            </p14:nvContentPartPr>
            <p14:xfrm>
              <a:off x="4066389" y="5886985"/>
              <a:ext cx="163800" cy="2196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18A6F1F-70B5-4EFB-AACF-F4FCE4A57F8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48710" y="5868985"/>
                <a:ext cx="199519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B071A7F-85F2-46CE-8CA2-52DB7719D069}"/>
                  </a:ext>
                </a:extLst>
              </p14:cNvPr>
              <p14:cNvContentPartPr/>
              <p14:nvPr/>
            </p14:nvContentPartPr>
            <p14:xfrm>
              <a:off x="4792869" y="51025"/>
              <a:ext cx="6921360" cy="59072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B071A7F-85F2-46CE-8CA2-52DB7719D06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75229" y="33025"/>
                <a:ext cx="6957000" cy="59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9A156C7A-DBD5-4C3A-B150-B2804CFC1319}"/>
                  </a:ext>
                </a:extLst>
              </p14:cNvPr>
              <p14:cNvContentPartPr/>
              <p14:nvPr/>
            </p14:nvContentPartPr>
            <p14:xfrm>
              <a:off x="8329869" y="3942265"/>
              <a:ext cx="3583440" cy="2368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9A156C7A-DBD5-4C3A-B150-B2804CFC131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11869" y="3924268"/>
                <a:ext cx="3619080" cy="2404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96B90FDB-2DFA-421A-8F51-06722E890A09}"/>
                  </a:ext>
                </a:extLst>
              </p14:cNvPr>
              <p14:cNvContentPartPr/>
              <p14:nvPr/>
            </p14:nvContentPartPr>
            <p14:xfrm>
              <a:off x="11245509" y="654745"/>
              <a:ext cx="564840" cy="4140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96B90FDB-2DFA-421A-8F51-06722E890A0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227858" y="636761"/>
                <a:ext cx="600503" cy="449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FA6B7F9-21E0-4C4B-AA65-D8D5713EC145}"/>
                  </a:ext>
                </a:extLst>
              </p14:cNvPr>
              <p14:cNvContentPartPr/>
              <p14:nvPr/>
            </p14:nvContentPartPr>
            <p14:xfrm>
              <a:off x="10814229" y="671665"/>
              <a:ext cx="335880" cy="1472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FA6B7F9-21E0-4C4B-AA65-D8D5713EC14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96229" y="653665"/>
                <a:ext cx="371520" cy="1828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Dreptunghi 19">
            <a:extLst>
              <a:ext uri="{FF2B5EF4-FFF2-40B4-BE49-F238E27FC236}">
                <a16:creationId xmlns:a16="http://schemas.microsoft.com/office/drawing/2014/main" id="{B1798F80-91B8-47B5-A4E3-848255E37727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3314785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ine 51">
            <a:extLst>
              <a:ext uri="{FF2B5EF4-FFF2-40B4-BE49-F238E27FC236}">
                <a16:creationId xmlns:a16="http://schemas.microsoft.com/office/drawing/2014/main" id="{96B106C2-D5EF-42A5-8E02-7445E1BCD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20074"/>
            <a:ext cx="10850828" cy="61035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9E403B46-04F7-46DE-B792-156726FB60BD}"/>
                  </a:ext>
                </a:extLst>
              </p14:cNvPr>
              <p14:cNvContentPartPr/>
              <p14:nvPr/>
            </p14:nvContentPartPr>
            <p14:xfrm>
              <a:off x="6926949" y="4629145"/>
              <a:ext cx="89280" cy="882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9E403B46-04F7-46DE-B792-156726FB60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8949" y="4611505"/>
                <a:ext cx="1249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F92B6E16-D672-4277-BC92-1D75F1345321}"/>
                  </a:ext>
                </a:extLst>
              </p14:cNvPr>
              <p14:cNvContentPartPr/>
              <p14:nvPr/>
            </p14:nvContentPartPr>
            <p14:xfrm>
              <a:off x="6953229" y="4965745"/>
              <a:ext cx="65160" cy="74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F92B6E16-D672-4277-BC92-1D75F13453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35229" y="4947745"/>
                <a:ext cx="1008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DE36C35C-01D5-4E08-A47C-DC8F76D46E33}"/>
                  </a:ext>
                </a:extLst>
              </p14:cNvPr>
              <p14:cNvContentPartPr/>
              <p14:nvPr/>
            </p14:nvContentPartPr>
            <p14:xfrm>
              <a:off x="6958629" y="5313865"/>
              <a:ext cx="67320" cy="720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DE36C35C-01D5-4E08-A47C-DC8F76D46E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40629" y="5295865"/>
                <a:ext cx="1029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B377B1B6-2729-4071-A051-6557C31CF761}"/>
                  </a:ext>
                </a:extLst>
              </p14:cNvPr>
              <p14:cNvContentPartPr/>
              <p14:nvPr/>
            </p14:nvContentPartPr>
            <p14:xfrm>
              <a:off x="7415829" y="4272745"/>
              <a:ext cx="4377240" cy="13100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B377B1B6-2729-4071-A051-6557C31CF7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8189" y="4255100"/>
                <a:ext cx="4412880" cy="1345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BA03B726-56C7-4172-B701-FF612C39DA82}"/>
                  </a:ext>
                </a:extLst>
              </p14:cNvPr>
              <p14:cNvContentPartPr/>
              <p14:nvPr/>
            </p14:nvContentPartPr>
            <p14:xfrm>
              <a:off x="5345829" y="1698385"/>
              <a:ext cx="2937240" cy="9615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BA03B726-56C7-4172-B701-FF612C39DA8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28189" y="1680745"/>
                <a:ext cx="2972880" cy="9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446639BE-354B-40A1-B40F-67AE787937D0}"/>
                  </a:ext>
                </a:extLst>
              </p14:cNvPr>
              <p14:cNvContentPartPr/>
              <p14:nvPr/>
            </p14:nvContentPartPr>
            <p14:xfrm>
              <a:off x="11747349" y="2030665"/>
              <a:ext cx="360" cy="3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446639BE-354B-40A1-B40F-67AE787937D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29349" y="201266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675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D9AFFA2-2C1C-4B0E-A05F-22DCC7D0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380235"/>
            <a:ext cx="3096775" cy="6446487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A9F0E114-5F78-40F9-85F1-00AA248EB69A}"/>
              </a:ext>
            </a:extLst>
          </p:cNvPr>
          <p:cNvSpPr/>
          <p:nvPr/>
        </p:nvSpPr>
        <p:spPr>
          <a:xfrm>
            <a:off x="4131000" y="594391"/>
            <a:ext cx="58054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Modul de</a:t>
            </a:r>
            <a:r>
              <a:rPr lang="ro-RO" b="1" dirty="0">
                <a:solidFill>
                  <a:srgbClr val="0000FF"/>
                </a:solidFill>
              </a:rPr>
              <a:t> conectare: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a = ( 1,  4, 11, 13 )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b = ( 5, 6, 11, 12, 14, 15 )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c = ( 2, 12, 14, 15)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 d = ( 1, 4, 7, 10, 15)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e = ( 1, 3, 4, 5, 7, 9)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f = (1, 2,</a:t>
            </a:r>
            <a:r>
              <a:rPr lang="ro-RO" b="1" dirty="0">
                <a:solidFill>
                  <a:srgbClr val="FF0000"/>
                </a:solidFill>
              </a:rPr>
              <a:t> 3</a:t>
            </a:r>
            <a:r>
              <a:rPr lang="ro-RO" b="1" dirty="0">
                <a:solidFill>
                  <a:srgbClr val="0000FF"/>
                </a:solidFill>
              </a:rPr>
              <a:t>, 7, 13)     - NAND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g = (0, 1, 7, 12)     - NAND</a:t>
            </a:r>
          </a:p>
          <a:p>
            <a:endParaRPr lang="ro-RO" b="1" dirty="0">
              <a:solidFill>
                <a:srgbClr val="0000FF"/>
              </a:solidFill>
            </a:endParaRP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F1EA8363-CB20-451A-B534-6B7DDC6651F6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4  : Implementarea unui BCD/7 segmente folosind DCD cu ieșiri active pe zero logic </a:t>
            </a:r>
          </a:p>
        </p:txBody>
      </p:sp>
    </p:spTree>
    <p:extLst>
      <p:ext uri="{BB962C8B-B14F-4D97-AF65-F5344CB8AC3E}">
        <p14:creationId xmlns:p14="http://schemas.microsoft.com/office/powerpoint/2010/main" val="887452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F1EA8363-CB20-451A-B534-6B7DDC6651F6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5 : Să se determine expresia algebrică realizată de circuitul logic de mai jos  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3700E8D-6B36-44A0-B5EB-0C5BD015B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868708"/>
            <a:ext cx="3203339" cy="283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B51C7229-9066-4DFC-882C-8C45E400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03" y="868708"/>
            <a:ext cx="80962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18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F1EA8363-CB20-451A-B534-6B7DDC6651F6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5 : Să se determine expresia algebrică realizată de circuitul logic de mai jos  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3700E8D-6B36-44A0-B5EB-0C5BD015B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502952"/>
            <a:ext cx="3203339" cy="283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A96A0BF6-FE19-404C-98B6-CF10D7F3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03" y="1325903"/>
            <a:ext cx="5562600" cy="38004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C4B7A8A5-DB6F-4196-83B3-50F3F4029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903" y="502952"/>
            <a:ext cx="7038975" cy="70485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07B2C1FF-89F4-4E1B-8B9F-D1F7352B5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903" y="5166341"/>
            <a:ext cx="63722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14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F1EA8363-CB20-451A-B534-6B7DDC6651F6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6 : Să se determine schema logică a unui CLC de ridicare la pătrat a unui număr binar pe 3 </a:t>
            </a:r>
            <a:r>
              <a:rPr lang="ro-RO" b="1" dirty="0" err="1">
                <a:solidFill>
                  <a:srgbClr val="0000FF"/>
                </a:solidFill>
              </a:rPr>
              <a:t>biti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C5DC7E4-0C5A-43CB-9B0B-4FE99B82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6048375" cy="22383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E499543C-9048-4CD4-BEA7-1F5764E33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68" y="960147"/>
            <a:ext cx="3114675" cy="323850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ED3E44E9-20B4-4819-98E4-6CDDAF192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268" y="1417342"/>
            <a:ext cx="43243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77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F1EA8363-CB20-451A-B534-6B7DDC6651F6}"/>
              </a:ext>
            </a:extLst>
          </p:cNvPr>
          <p:cNvSpPr/>
          <p:nvPr/>
        </p:nvSpPr>
        <p:spPr>
          <a:xfrm>
            <a:off x="335343" y="45757"/>
            <a:ext cx="10424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Exemplul 6 : Să se determine schema logică a unui CLC de ridicare la pătrat a unui număr binar pe 3 </a:t>
            </a:r>
            <a:r>
              <a:rPr lang="ro-RO" b="1" dirty="0" err="1">
                <a:solidFill>
                  <a:srgbClr val="0000FF"/>
                </a:solidFill>
              </a:rPr>
              <a:t>biti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499543C-9048-4CD4-BEA7-1F5764E3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3114675" cy="323850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ED3E44E9-20B4-4819-98E4-6CDDAF19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234464"/>
            <a:ext cx="4026695" cy="3840438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500A1BF9-C024-4E63-B1B6-5849132E8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99" y="777269"/>
            <a:ext cx="7515230" cy="43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06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02CEB6B-A95C-425C-9BA3-8470E292A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F2BC3C88-3867-4103-BD6C-64C0CD958B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578154"/>
              </p:ext>
            </p:extLst>
          </p:nvPr>
        </p:nvGraphicFramePr>
        <p:xfrm>
          <a:off x="243904" y="868708"/>
          <a:ext cx="12331027" cy="45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Bitmap Image" r:id="rId3" imgW="8466667" imgH="3134162" progId="Paint.Picture">
                  <p:embed/>
                </p:oleObj>
              </mc:Choice>
              <mc:Fallback>
                <p:oleObj name="Bitmap Image" r:id="rId3" imgW="8466667" imgH="3134162" progId="Paint.Picture">
                  <p:embed/>
                  <p:pic>
                    <p:nvPicPr>
                      <p:cNvPr id="8" name="Obiect 7">
                        <a:extLst>
                          <a:ext uri="{FF2B5EF4-FFF2-40B4-BE49-F238E27FC236}">
                            <a16:creationId xmlns:a16="http://schemas.microsoft.com/office/drawing/2014/main" id="{4A53915E-A62D-4EF6-B501-A5CBFCFFCF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04" y="868708"/>
                        <a:ext cx="12331027" cy="4571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6842008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5176</TotalTime>
  <Words>667</Words>
  <Application>Microsoft Office PowerPoint</Application>
  <PresentationFormat>Ecran lat</PresentationFormat>
  <Paragraphs>84</Paragraphs>
  <Slides>28</Slides>
  <Notes>3</Notes>
  <HiddenSlides>0</HiddenSlides>
  <MMClips>0</MMClips>
  <ScaleCrop>false</ScaleCrop>
  <HeadingPairs>
    <vt:vector size="8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2</vt:i4>
      </vt:variant>
      <vt:variant>
        <vt:lpstr>Titluri diapozitive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Tahoma</vt:lpstr>
      <vt:lpstr>Times New Roman</vt:lpstr>
      <vt:lpstr>Wingdings</vt:lpstr>
      <vt:lpstr>Temă Office</vt:lpstr>
      <vt:lpstr>Bitmap Image</vt:lpstr>
      <vt:lpstr>Paintbrush Picture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226</cp:revision>
  <dcterms:created xsi:type="dcterms:W3CDTF">2020-09-24T15:20:51Z</dcterms:created>
  <dcterms:modified xsi:type="dcterms:W3CDTF">2024-10-29T06:04:26Z</dcterms:modified>
</cp:coreProperties>
</file>