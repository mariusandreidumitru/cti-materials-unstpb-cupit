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324" r:id="rId2"/>
    <p:sldId id="316" r:id="rId3"/>
    <p:sldId id="325" r:id="rId4"/>
    <p:sldId id="326" r:id="rId5"/>
    <p:sldId id="317" r:id="rId6"/>
    <p:sldId id="318" r:id="rId7"/>
    <p:sldId id="319" r:id="rId8"/>
    <p:sldId id="327" r:id="rId9"/>
    <p:sldId id="330" r:id="rId10"/>
    <p:sldId id="333" r:id="rId11"/>
    <p:sldId id="334" r:id="rId12"/>
    <p:sldId id="328" r:id="rId13"/>
    <p:sldId id="331" r:id="rId14"/>
    <p:sldId id="321" r:id="rId15"/>
    <p:sldId id="335" r:id="rId16"/>
    <p:sldId id="329" r:id="rId17"/>
    <p:sldId id="283" r:id="rId18"/>
    <p:sldId id="323" r:id="rId19"/>
    <p:sldId id="320" r:id="rId20"/>
    <p:sldId id="332" r:id="rId21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 mediu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5" autoAdjust="0"/>
  </p:normalViewPr>
  <p:slideViewPr>
    <p:cSldViewPr>
      <p:cViewPr varScale="1">
        <p:scale>
          <a:sx n="99" d="100"/>
          <a:sy n="99" d="100"/>
        </p:scale>
        <p:origin x="126" y="6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png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5.wmf"/><Relationship Id="rId2" Type="http://schemas.openxmlformats.org/officeDocument/2006/relationships/image" Target="../media/image284.png"/><Relationship Id="rId1" Type="http://schemas.openxmlformats.org/officeDocument/2006/relationships/image" Target="../media/image283.png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7:26.47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7:30.43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28 176,'-7'-28,"1"46,-9 421,16-512,-2 16,3 1,3 0,7-33,51-155,-56 223,-6 21,0 0,0 0,0 1,0-1,0 0,0 1,0-1,0 1,0-1,0 1,0-1,0 1,0 0,0-1,-1 1,1 0,0 0,0 0,-1 0,1 0,-1-1,1 1,-1 0,1 0,-1 0,1 1,-1-1,0 0,0 0,0 0,1 0,-1 0,0 0,0 0,0 0,-1 0,1 0,0 1,2 4,2 8,1 1,1-1,0-1,1 1,1-1,0 0,1-1,0 1,1-2,0 0,1 0,6 4,-15-13,1 0,-1-1,1 0,0 0,-1 1,1-2,0 1,0 0,0 0,0-1,0 0,0 0,0 1,0-2,0 1,0 0,0-1,-1 1,1-1,0 0,0 0,0 0,0 0,-1 0,1-1,-1 1,1-1,-1 0,1 0,-1 0,0 0,0 0,0 0,0-1,57-87,-18-20,-39 127,-5 585,3-593,-1-5,1 0,0 0,0 0,0-1,0 1,0 0,1 0,0 0,0-1,0 1,0 0,0-1,1 1,0-1,0 1,0-1,0 0,0 0,0 0,2 1,10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7:30.79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41 21,'-8'21,"0"1,2 0,1 0,0 0,2 1,0 0,1-1,2 1,1 19,36 201,-34-230,0 6,1-1,1 0,0 0,1 0,1-1,4 6,-10-21,0 0,0 0,0 0,1 0,-1 0,0 0,1 0,-1-1,1 1,0 0,-1-1,1 1,0-1,0 0,0 0,0 0,0 0,0 0,1 0,-1 0,0-1,0 1,0-1,1 0,-1 1,0-1,1 0,-1 0,0-1,1 1,-1 0,0-1,0 1,1-1,-1 0,0 0,1 0,9-7,-1 0,1 0,-1-1,-1 0,0-1,0 0,-1-1,0 0,-1-1,0 0,2-5,15-25,-1 0,-3-2,-1-1,-2 0,-3-2,-1 0,-2 0,-3-1,2-34,1 28,-4 45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7:32.26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68 38,'-1'3,"0"0,0 1,0-1,1 0,0 1,-1-1,1 1,0-1,1 0,-1 1,1-1,-1 1,1-1,0 0,0 0,1 1,-1-1,1 0,-1 0,1 0,0-1,0 1,0 0,0-1,1 1,-1-1,1 0,0 0,-1 0,1 0,0 0,0 0,0-1,0 1,0-1,1 0,2 0,-2 0,0 0,0 0,1-1,-1 0,0 0,0 0,0-1,1 1,-1-1,0 0,0 0,0 0,0-1,0 1,0-1,-1 0,1 0,0 0,-1-1,0 1,1-1,-1 0,0 0,0 0,-1 0,1-1,-1 1,0-1,1 1,-1-1,-1 0,1 0,-1 0,1 0,-1-2,-1 3,0 1,0 0,0-1,-1 1,1-1,-1 1,1 0,-1-1,0 1,0 0,0 0,0-1,0 1,-1 0,1 0,0 0,-1 0,0 1,1-1,-1 0,0 1,0-1,0 1,0 0,0-1,-1 1,1 0,0 0,0 1,-1-1,1 0,-1 1,-81-9,78 10,1 1,-1-1,1 1,0 0,0 0,-1 1,1 0,1-1,-1 2,0-1,1 0,0 1,-1 0,1 0,1 0,-1 1,1-1,0 1,0 0,0 0,0 0,1 0,-1 4,-8 22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7:32.56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191 192,'34'-32,"-31"26,0 0,0 0,0 0,-1-1,1 1,-2 0,1-1,-1 0,0 1,0-1,-1 0,0 1,0-6,0 9,-1 0,1 0,-1 1,1-1,-1 0,0 0,0 0,0 0,0 1,-1-1,1 1,-1-1,0 1,0-1,0 1,0 0,0 0,0 0,0 0,-1 0,1 1,-1-1,1 1,-1-1,1 1,-1 0,0 0,0 0,0 1,0-1,-2 0,-4 2,0 0,1 0,-1 1,1 0,-1 1,1 0,0 0,0 0,0 1,1 1,-1-1,1 1,0 0,0 1,1 0,-1 0,1 0,1 1,-1 0,1 0,0 0,1 1,0 0,0-1,-2 7,5-12,0 1,0-1,0 0,0 0,0 1,0-1,1 1,-1-1,1 1,0-1,0 1,0-1,0 1,0-1,0 1,1-1,-1 1,1-1,0 0,-1 1,1-1,0 0,1 1,-1-1,0 0,1 0,-1 0,1 0,-1 0,1 0,0-1,0 1,0-1,0 1,0-1,1 1,36 12,4-5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7:31.70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120 0,'-24'60,"1"1,4 1,2 1,3 0,3 1,-1 32,21-24,-8-70,0 0,-1 0,1 0,0-1,0 1,0 0,1-1,-1 1,0-1,1 0,-1 1,1-1,-1 0,1 0,-1 1,1-1,0-1,0 1,-1 0,1 0,0-1,0 1,0-1,0 1,0-1,0 0,0 0,0 0,0 0,0 0,0 0,-1 0,1-1,0 1,0-1,15-5,-1 0,-1-1,1-1,-1 0,-1-1,0-1,0 0,0-1,4-3,22-16,-5 3</inkml:trace>
  <inkml:trace contextRef="#ctx0" brushRef="#br0" timeOffset="252.323">375 254,'-7'16,"-4"14,-3 16,-1 14,-1 10,1 4,2 2,2-2,2-6,5-7,8-13,3-14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7:31.05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 13,'0'19,"4"14,9 14,9 9,9 7,9 5,7 1,4 1,3-3,-1-5,-3-10,-6-12,-4-14,-11-12</inkml:trace>
  <inkml:trace contextRef="#ctx0" brushRef="#br0" timeOffset="149.033">420 0,'-16'5,"-12"10,-8 16,-7 20,-5 18,-4 18,-2 15,1 9,4-2,9-19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7:35.21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29,'18'0,"15"-2,14-3,9-1,8 0,3 2,0 1,-5 2,-5 0,-7 3,-7 1,-8 3,-12 2,-11 2,-9 4,-5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7:35.80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131 1,'-37'100,"5"2,-17 89,47-181,0-8,1 0,0 1,0-1,0 0,0 1,0-1,0 0,0 1,1-1,0 1,-1-1,1 1,0-1,0 1,0-1,0 1,1-1,-1 1,1-1,0 1,-1-1,1 1,0-1,0 0,1 0,-1 1,0-1,1 0,-1 0,1 0,0 0,0-1,1 3,4-4,0-1,-1 1,1-1,-1 0,1-1,-1 1,0-1,1-1,-1 1,5-4,6-1,9-3,10-3,-2-1,0-2,0-1,-2-2,2-2,-30 18,0-1,0 0,0 0,-1 0,1 0,-1-1,0 1,0-1,0 0,-1 1,0-1,0-1,-1 4,0 0,-1 1,1-1,-1 0,1 0,-1 0,0 0,0 0,0 0,0 0,0 0,0 0,-1 1,1-1,-1 0,1 0,-1 0,0 0,1 1,-1-1,0 0,0 1,-1-1,1 0,0 1,0 0,-1-1,1 1,-1 0,1-1,-1 1,1 0,-1 0,-1 0,1 0,1 0,-1 1,1-1,-1 1,0-1,1 1,-1 0,0-1,1 1,-1 0,0 0,0 0,1 0,-1 1,0-1,1 0,-1 1,0-1,1 1,-1-1,1 1,-1 0,1 0,-1 0,1 0,0 0,-1 0,1 0,0 0,0 1,0-1,0 0,0 1,0-1,0 1,0-1,0 1,1 0,-23 64,19-31,0 0,2-1,2 1,1 0,2 0,1 0,5 12,0-7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7:36.28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160 727,'-2'16,"-3"11,-1 10,-1 3,0 1,1-3,2-5,2-8</inkml:trace>
  <inkml:trace contextRef="#ctx0" brushRef="#br0" timeOffset="759.04">0 232,'35'18,"1"-1,0-1,1-2,0-1,1-3,1-1,8 4,0 1,-1 2,16 9,-56-22,0 0,0 0,0 0,-1 1,1 0,-1 0,0 0,0 1,0 0,-1 0,1 0,-1 0,0 1,-1 0,0-1,1 1,-2 0,1 1,-1-1,0 0,0 1,-1 0,0-1,0 1,0 5,-30 199,29-209,-1 0,1 0,0 0,0 0,0 0,0 0,0 1,0-1,1 0,-1 0,1 0,-1 0,1 0,0 0,0 0,0 0,0-1,0 1,0 0,0 0,1-1,-1 1,1-1,-1 1,1-1,0 0,-1 1,1-1,0 0,0 0,0 0,0 0,0-1,0 1,0-1,0 1,0-1,0 1,0-1,0 0,0 0,0 0,1 0,7-3,0 1,0-2,0 1,0-1,-1-1,1 0,-1 0,0 0,-1-1,0-1,1 0,-2 0,1 0,-1-1,0 0,-1 0,0-1,0 0,-1 0,0 0,-1-1,0 0,0 1,-1-1,0-1,0-7,2-2,-2 5,-2 33,-3 0,1 0,1 0,1 1,1-1,0 0,2 0,0-1,0 1,2-1,0 0,1 0,2 2,-6-15,0 0,0 0,1 0,-1 0,1-1,0 1,0-1,0 0,0 0,1-1,-1 1,1-1,0 0,-1 0,1 0,0-1,0 0,0 0,0 0,0-1,1 1,-1-1,0 0,0-1,0 1,0-1,0 0,1-1,3 0,0-1,0 0,-1 0,1-1,-1 0,0-1,0 1,0-2,-1 1,0-1,0 0,0-1,-1 1,0-2,2-1,4-15,-1-1,-1 0,-1-1,-1 0,-1 0,-1 0,-2-1,-1 0,-1 0,-1 0,-1-8,0 34,1-453,-2 438,-1 21,-2 29,-11 190,9 34,5-231,1-1,1 0,1 0,1 0,2 0,0 0,2-1,0 0,6 10,-10-30,-1 0,1-1,0 1,0-1,0 0,0 0,1 0,0 0,-1-1,2 0,-1 1,0-1,0-1,1 1,0-1,-1 0,1 0,0 0,0 0,0-1,0 0,1 0,-1 0,0-1,0 0,1 0,-1 0,4-1,25-6</inkml:trace>
  <inkml:trace contextRef="#ctx0" brushRef="#br0" timeOffset="1012.859">789 246,'-16'0,"-3"2,11 1,23 0,26-1,32 0,26 1,19 3,8 7,-18 1</inkml:trace>
  <inkml:trace contextRef="#ctx0" brushRef="#br0" timeOffset="1711.331">1537 887,'11'-14,"-2"-2,0 0,-1 0,0 0,-1-1,-1 0,-1 0,-1-1,0 0,-1 0,-1 0,-1 0,0 0,-1 0,-1 0,-1-3,2 17,-1 1,1-1,-1 0,0 0,0 0,0 0,0 1,-1-1,1 0,-1 1,0-1,0 1,-1 0,1 0,-1 0,1 0,-1 0,0 0,0 1,0-1,0 1,-1 0,1 0,-1 0,1 0,-1 1,0 0,-2-1,7 2,-1 0,1 0,-1 0,0 0,1 0,-1 0,0 0,1 0,-1 0,0 0,1 0,-1 0,0 0,1 0,-1 0,0 1,1-1,-1 0,0 0,1 1,-1-1,0 0,0 0,1 1,-1-1,0 0,0 0,1 1,-1-1,0 0,0 1,0-1,0 0,0 1,0-1,1 1,-1-1,0 0,0 1,0-1,0 0,0 1,0-1,0 0,-1 1,1-1,0 1,0-1,0 0,0 1,0-1,0 0,-1 0,1 1,0-1,0 0,-1 1,1-1,0 0,0 0,-1 1,1-1,123 17,-73-14,-30-2,-4-1,0 1,0 1,0 0,-1 1,0 1,1 0,-1 1,0 1,-1 0,6 4,-15-4,0-1,-1 0,0 1,0 0,-1 0,1 0,-1 0,0 0,-1 1,0 0,0-1,0 1,-1 0,0 0,0 0,-1 0,0 0,0 0,0 0,-1-1,0 1,-1 0,1 0,-1 0,-2 2,-2 36,6-44,0 1,0-1,0 1,0 0,0-1,0 1,0-1,0 1,0 0,1-1,-1 1,1-1,-1 1,1-1,0 1,0-1,-1 0,1 1,0-1,0 0,0 0,0 0,1 1,-1-1,0 0,0 0,1-1,-1 1,0 0,1 0,-1-1,1 1,-1-1,1 1,-1-1,1 1,0-1,-1 0,1 0,-1 0,1 0,-1 0,1 0,0 0,-1-1,1 1,-1-1,1 1,-1-1,1 0,26-6,-1-1,0-2,0-1,-1 0,3-4,33-15,-61 29,0 0,1 0,-1 0,0 0,0 1,0-1,1 0,-1 1,0-1,1 0,-1 1,0 0,1-1,-1 1,1 0,-1 0,0 0,1 0,-1 0,1 0,-1 0,1 0,-1 0,0 1,1-1,-1 1,1-1,-1 1,0-1,0 1,1 0,-1 0,0-1,0 1,0 0,0 0,0 0,0 0,0 1,0-1,0 0,0 0,0 1,0 4,0-1,0 0,1 1,-1-1,1 0,1 0,-1 0,1-1,0 1,0-1,0 1,0-1,1 0,0 0,0 0,0-1,4 4,2-2,-1 1,1-1,0-1,0 0,0-1,1 1,-1-2,1 0,0 0,-1-1,1 0,0-1,4 0,-9 0,0-1,0 0,0 0,0 0,-1-1,1 1,0-1,-1-1,0 1,1-1,-1 0,0 0,0-1,-1 1,1-1,-1 0,0-1,0 1,0-1,0 1,-1-1,0 0,0 0,0-1,0 1,0-4,0 0,-1 0,0-1,0 1,-1 0,0-1,0 1,-1 0,-1-1,0 1,0-1,0 1,-1 0,-1 0,-3-9,5 13,-1 0,-1 0,1 0,-1 0,1 0,-1 1,-1 0,1-1,-1 1,1 0,-1 0,0 1,-1-1,1 1,-1 0,1 0,-1 0,0 1,0 0,0 0,0 0,0 0,-1 1,1 0,0 0,-1 1,1-1,-1 1,-3 1,-1 1,1 0,0 0,0 1,0 0,0 0,0 1,1 1,-1-1,1 1,0 1,1-1,-1 2,1-1,0 1,1-1,0 2,0-1,0 1,1 0,0 0,1 1,0-1,0 1,1 0,0 0,0 0,1 0,0 1,1-1,0 2,0-6,1-1,1 1,-1-1,1 1,-1-1,1 1,1-1,-1 1,1-1,-1 0,1 0,0 0,1 0,-1 0,1 0,-1-1,1 1,0-1,1 0,-1 1,0-2,1 1,0 0,0-1,1 1,4 2,0-1,0 0,1-1,-1 0,1 0,0-1,-1-1,1 0,0 0,0 0,1-2,33-1</inkml:trace>
  <inkml:trace contextRef="#ctx0" brushRef="#br0" timeOffset="1962.658">2660 298,'-16'-2,"-12"-1,-5 2,-3 7,4 6,4 5,7 6,10 2,10 4,14 4,3-4</inkml:trace>
  <inkml:trace contextRef="#ctx0" brushRef="#br0" timeOffset="2512.189">2714 820,'1'5,"0"1,0-1,1 1,0-1,0 0,0 0,1 0,0 0,-1 0,2-1,-1 1,1-1,-1 0,1 0,0 0,1 0,-1-1,1 0,-1 0,1 0,0 0,0-1,0 0,1 0,-1 0,6 1,-3-3,1-1,0 0,0 0,-1-1,1 0,-1 0,0-1,1 0,-1-1,0 1,-1-2,1 1,-1-1,0 0,0-1,0 1,-1-1,0-1,0 1,0-1,-1 0,0 0,-1-1,1 1,-1-1,-1 0,0 0,0-1,0 1,-1-1,0 1,0-6,2-11,-1 0,0 0,-2 0,-1-1,-1 1,-2-4,3 26,0 0,0 0,-1-1,1 1,-1 0,0 0,0 0,0 0,0 0,0 0,-1 1,0-1,1 0,-1 1,0-1,0 1,0-1,-2 0,4 3,-1 0,1-1,-1 1,1 1,-1-1,1 0,-1 0,1 0,-1 0,1 0,-1 0,1 1,-1-1,1 0,-1 0,1 1,-1-1,1 0,0 0,-1 1,1-1,0 1,-1-1,1 0,0 1,-1-1,1 1,0-1,0 1,0-1,-1 0,1 1,0-1,0 1,0-1,0 1,0-1,0 1,0 0,0-1,0 1,0-1,0 1,0-1,0 1,0-1,1 0,-1 1,0-1,0 1,1-1,-1 1,0-1,4 5,1 0,-1 0,1-1,0 1,0-1,0-1,0 1,1-1,-1 0,1 0,0 0,0-1,0 0,0 0,1 0,-1-1,3 0,122 20,31 9,-159-29,1 0,-1-1,1 1,-1 0,0 1,0-1,0 1,0-1,0 1,0 0,0 0,0 0,-1 1,1-1,-1 0,1 1,-1 0,0 0,0-1,0 1,-1 0,1 1,-1-1,1 0,-1 0,0 1,0-1,-1 0,1 1,-1-1,0 1,1-1,-1 1,-1-1,1 1,-1 0,-13 26,11-26,1-1,0 0,0 0,1 1,-1-1,1 1,-1 0,1-1,0 1,1 0,-1 0,1 0,-1 0,1-1,0 2,2-3,-1 0,1-1,-1 1,1 0,-1-1,1 1,0-1,0 1,0-1,0 0,0 0,0 0,0 0,1 0,-1 0,0 0,0-1,1 1,-1-1,0 0,1 0,-1 0,0 0,1 0,0 0,12 2,0 0,0-2,-1 0,1 0,0-2,0 0,0 0,-1-1,1-1,-1-1,0 0,0 0,-1-2,0 0,0 0,0-1,-1-1,0 0,-1 0,0-1,0-1,-1 0,0 0,-1-1,-1 0,3-4,-10 13,0 1,1-1,-1 0,0 1,0-1,0 0,0 0,-1 0,1 1,-1-1,0 0,0 0,0 0,0 0,0 0,-1 0,1 0,-1 0,-12 21,9-5,1 0,0 1,1-1,0 1,1-1,1 1,0 0,0-1,2 1,-1-1,2 1,0-1,1 0,0 0,1 1,-2-8,0 0,1-1,-1 1,1-1,0 0,1 0,-1 0,1-1,0 0,0 0,1 0,-1 0,1-1,0 0,-1 0,1 0,1-1,-1 0,0 0,1-1,-1 0,0 0,1 0,0-1,-1 0,1 0,-1 0,27-6</inkml:trace>
  <inkml:trace contextRef="#ctx0" brushRef="#br0" timeOffset="2662.489">3903 339,'21'16,"6"5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7:39.68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270 586,'-8'-4,"0"1,-1 0,0 0,0 1,0 0,0 1,0 0,0 0,-1 1,1 0,0 1,0 0,0 0,0 1,0 0,0 1,0-1,1 2,-1-1,1 1,0 1,0 0,1 0,-1 0,1 1,0 0,-3 3,8-8,0 0,1 0,-1 0,0 1,0-1,1 1,-1-1,0 1,1-1,0 1,-1 0,1 0,0-1,0 1,0 0,0 0,0 0,0 1,1-1,-1 0,1 0,0 0,-1 0,1 0,0 1,0-1,0 0,0 0,1 0,-1 1,1-1,-1 0,1 0,0 0,0 0,0 0,0 0,0 0,0 0,0-1,1 1,-1 0,1-1,-1 1,1-1,0 1,-1-1,1 0,0 0,1 1,9 1,1-1,-1-1,1 0,0 0,-1-1,1-1,0 0,-1-1,1 0,-1-1,0 0,4-2,8-1,0-2,0 0,0-1,-1-1,-1-1,1-1,-2-2,0 0,0-1,-2 0,0-2,-1-1,0 0,-2-1,0-1,-1 0,-1-1,-1-1,-1 0,-1 0,0-2,-1-3,-4 12,-1 0,-1 0,-1 0,0-1,-1 0,0 1,-1-1,-1 0,-1 0,0 0,-1 1,-1-1,0 1,-1-1,0 1,-2 0,0 1,0-1,-2 1,7 11,-1 1,0 0,0-1,0 1,0 0,0 0,0 0,-1 0,1 0,-1 1,1-1,-1 1,0-1,0 1,1 0,-1 0,0 0,0 1,0-1,0 1,0-1,0 1,0 0,0 0,0 1,0-1,0 1,0-1,0 1,0 0,0 0,0 0,-1 1,-3 3,0 0,0 0,1 0,0 1,0 0,0 0,1 1,0 0,0 0,1 0,-1 0,2 1,-1-1,1 1,0 0,0 4,-24 135,24-109,2 0,2 0,1 0,6 24,-6-46,1-1,1 1,1-1,0 0,0 0,2-1,0 0,0 0,2-1,0 1,0-2,6 7,-7-12,0 0,1 0,-1 0,2-1,-1-1,1 1,-1-1,1-1,0 0,1-1,-1 1,1-2,0 0,-1 0,1-1,0 0,11-1,-1-1,1-1,-1-1,0-1,-1 0,1-2,-1-1,0 0,15-8,-27 12,0 0,0-1,-1 0,1 0,-1-1,0 1,0-2,-1 1,1-1,-1 0,0 0,-1-1,1 1,-1-1,-1-1,1 1,-1-1,-1 1,1-1,-1 0,-1 0,0-1,0 1,0 0,0-7,-3 12,1 0,-1 0,0 0,0 0,0 0,0 0,0 0,-1 1,1-1,-1 0,0 1,0 0,0-1,0 1,0 0,0 0,-1 0,1 0,-1 0,1 1,-1-1,0 1,0 0,1-1,-1 1,0 1,0-1,0 0,0 1,0-1,-3 1,0 0,0-1,0 1,0 1,0-1,0 1,0 0,0 0,0 1,0 0,0 0,0 0,1 1,-1 0,1 0,-2 2,4-3,0 0,0 1,0-1,0 1,1-1,-1 1,1 0,0 0,0 0,0 1,0-1,0 0,1 1,0-1,-1 1,1 0,1-1,-1 1,0 0,1-1,0 1,0 0,0 0,0-1,1 1,-1 0,1 0,0-1,0 1,0-1,1 1,-1-1,1 1,0-1,0 0,0 0,1 2,5 3,0-1,0 0,0 0,1 0,0-1,0 0,1-1,-1 0,1 0,0-1,1-1,9 3,130 21,-149-26,97 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7:40.91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263 612,'-24'0,"1"1,0 1,-1 1,1 1,-7 2,23-4,1 0,-1 0,1 0,0 1,0 0,0 0,0 1,0 0,1 0,0 0,-1 0,2 1,-1 0,0 0,1 0,0 1,0 0,1-1,0 1,-1 3,2-7,1 1,0 0,0-1,1 1,-1 0,1 0,-1 0,1-1,0 1,0 0,0 0,0 0,1 0,-1 0,1-1,0 1,0 0,0 0,0-1,0 1,0-1,1 1,-1-1,1 1,0-1,0 0,0 0,0 0,0 0,1 1,3 1,0 0,0-1,0 1,0-1,1 0,-1-1,1 1,0-2,0 1,-1 0,1-1,2-1,7 1,-1-2,1 0,0 0,0-2,-1 0,1 0,-1-2,0 0,0-1,-1 0,0-1,0-1,0 0,-1-1,0 0,-1-1,0 0,0-1,-1-1,-1 1,0-2,-1 0,0 0,0 0,-2-1,0 0,0-1,-2 0,1 0,-2 0,3-10,-1 0,-1 0,-1 0,-1-1,-1 1,-2-1,0 1,-2-1,-1 1,-1-1,-1 1,-1 0,-1 1,-3-5,-31-42,39 69,1 0,-1 0,1 1,-1-1,0 0,0 1,1-1,-1 1,0 0,0 0,-1-1,1 1,0 1,0-1,0 0,-1 0,1 1,0-1,-1 1,1 0,0 0,-1 0,1 0,0 0,-1 0,1 1,0-1,-1 1,1 0,0 0,-2 0,-3 4,1 1,-1 0,1 0,0 0,1 0,-1 1,2 0,-1 0,1 1,0-1,0 1,1 0,0 0,0 0,0 5,-4 6,2 0,0 0,1 0,1 0,1 1,0-1,2 1,0-1,1 1,1-1,1 1,1-1,0 0,2 0,0-1,1 1,1-1,0-1,1 0,2 0,-1 0,2-2,0 1,1-1,0-1,1-1,1 0,0 0,13 6,-7-7,1 0,1-2,0-1,0-1,0-1,1-1,1-1,-1-1,0-1,1-1,0-2,-1 0,1-1,-1-2,1-1,-1 0,0-2,11-4,-25 7,-1 0,0 0,-1-1,1 0,-1 0,0-1,0 0,0 0,0-1,-1 0,0-1,0 0,-1 0,0 0,0 0,-1-1,0 0,0 0,-1-1,0 1,0-2,-3 6,-1 1,0-1,1 1,-1-1,-1 0,1 1,0-1,-1 1,0-1,0 1,0-1,0 1,-1 0,1-1,-1 1,0 0,0 0,0 0,0 0,0 1,-1-1,1 1,-1-1,0 1,0 0,0 0,0 0,0 0,0 0,0 1,-1 0,1-1,0 1,-3 0,-2-2,-1 1,0 0,1 1,-1 0,0 0,0 0,0 1,0 1,0 0,1 0,-1 0,0 1,-5 2,10-2,-1-1,1 1,0 0,0 0,0 0,0 0,0 1,0 0,1-1,-1 1,1 1,0-1,0 0,0 1,0 0,1-1,0 1,-1 0,1 0,1 0,-1 1,0-1,1 0,0 1,0-1,1 1,-1-1,1 1,0 0,0-1,0 1,1-1,-1 1,1-1,0 1,1-1,-1 0,1 1,-1-1,2 0,0 3,6-1,-1 0,0 0,1-1,0 0,1 0,-1-1,1-1,0 1,0-1,0-1,0 0,0-1,0 1,0-2,1 0,-1 0,0-1,1 0,-1 0,0-1,0-1,9-3,-2 1,-1 0,0-1,0 0,0-1,-1-1,0-1,7-5,-23 14,1 0,0 0,0 0,-1 1,1-1,0 0,0 0,0 1,-1-1,1 0,0 0,0 1,0-1,0 0,0 1,0-1,0 0,0 0,0 1,0-1,0 0,0 1,0-1,0 0,0 1,0-1,0 0,0 1,0-1,0 0,0 0,0 1,1-1,-1 0,0 0,0 1,0-1,0 0,1 0,-1 1,0-1,0 0,1 0,-1 0,0 0,0 1,1-1,-1 0,0 0,1 0,-1 0,0 0,1 0,-1 0,0 0,0 0,1 0,-1 0,0 0,1 0,-1 0,-2 21,4-17,1-1,0 1,-1-1,2 0,-1 1,0-2,1 1,-1 0,1-1,0 1,-1-1,1 0,1 0,-1-1,0 1,0-1,0 0,1 0,-1 0,1-1,-1 1,1-1,-1 0,1-1,-1 1,0-1,1 0,3-1,5 1,1-2,0 0,-1 0,0-2,0 1,0-2,-1 1,1-2,-1 0,-1 0,1-1,-1-1,-1 0,1 0,-2-1,1 0,-1 0,-1-1,0-1,-1 0,0 0,0 0,-2 0,1-1,-1 0,0-6,6-26,-3 0,-1-1,-3 0,-2 0,-1-1,-3 1,-1 0,-7-27,-10-8,20 80,0 0,-1 0,1 0,-1 1,1-1,-1 0,0 0,1 0,-1 1,0-1,1 0,-1 1,0-1,0 1,0-1,1 1,-1-1,0 1,0 0,0-1,0 1,0 0,0 0,0-1,0 1,0 0,0 0,0 0,0 0,0 1,0-1,0 0,0 0,0 0,0 1,0-1,1 1,-1-1,0 0,0 1,0 0,0-1,1 1,-1-1,0 1,1 0,-1 0,0-1,1 1,-1 0,1 0,-1 0,1 0,-1 0,1-1,0 1,-1 0,1 0,0 0,0 0,0 0,0 0,0 0,0 1,-14 28,2 1,1 0,1 1,2 0,1 1,-1 22,3-18,1 0,2 0,1 0,2 1,6 35,-5-57,1 0,1 0,0-1,1 1,1-1,0 0,1 0,1-1,0 0,1 0,1-1,0 0,0 0,11 8,-14-15,0 0,1-1,-1 0,1 0,1-1,-1 0,0-1,1 0,0 0,0 0,0-1,0-1,0 1,0-2,0 1,0-1,1-1,-1 1,0-2,0 1,0-1,0 0,0-1,-1 0,1-1,-1 0,3-2,4-1,0-2,-1 0,-1 0,0-2,0 1,0-2,-2 1,1-2,-2 0,0 0,0-1,-1 0,-1 0,5-11,0-37,-13 62,0-1,0 0,-1 0,1 1,0-1,-1 0,1 0,-1 1,1-1,-1 1,1-1,-1 0,0 1,1-1,-1 1,0-1,1 1,-1 0,0-1,0 1,1 0,-1-1,0 1,0 0,0 0,1 0,-1 0,0-1,0 1,0 0,0 1,1-1,-1 0,0 0,0 0,0 0,1 1,-1-1,0 0,0 1,1-1,-1 0,0 1,1-1,-1 1,0 0,1-1,-1 1,1-1,-1 1,1 0,-1-1,1 1,-1 0,1 0,0-1,-1 1,1 0,0 0,-6 7,2-1,-1 1,1 0,0 0,0 0,1 1,0 0,1-1,0 1,0 0,1 0,0 0,1 0,-1 0,2 0,-1 0,2 0,-1 0,1 0,0-1,1 1,0 0,4 7,0-8,0 1,1-2,0 1,0-1,1 0,0-1,0 0,0-1,1 0,0 0,0-1,0 0,1 0,-1-2,1 1,0-1,-1-1,1 0,0 0,4-1,30 3</inkml:trace>
  <inkml:trace contextRef="#ctx0" brushRef="#br0" timeOffset="251.858">1319 252,'7'-7,"18"-2,23 0,26 2,21 2,17 2,10 1,4 2,-18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7:42.76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1,'13'9,"12"5,11 1,10-3,11-3,7-3,5-3,1-2,-2 0,-6 1,-8 0,-12 1,-17-2,-15 1,-15-1,-5-1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7:43.45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73 112,'-2'14,"0"1,1-1,1 1,0 0,1-1,1 1,1 7,-2-17,1 0,-1 1,1-1,0 0,0 0,0-1,1 1,0 0,0-1,0 1,1-1,-1 0,1 0,0-1,0 1,0-1,0 0,1 0,-1 0,1 0,5 1,-3-1,0-1,1 0,-1-1,1 1,0-1,-1-1,1 1,0-1,0-1,-1 1,1-1,-1-1,1 0,-1 0,1 0,-1-1,0 0,0 0,0-1,0 1,-1-2,1 1,-1-1,0 0,-1 0,1-1,-1 1,0-1,0 0,-1-1,0 1,0-1,-1 0,1 0,-1 0,-1 0,0-1,0 1,0-1,-1 1,0-1,0 0,-1 0,0 1,0-1,-1 0,-1-4,0 5,-1 0,0 0,0 0,-1 1,0-1,0 1,-1 0,0 0,0 0,0 1,-1 0,1 0,-1 0,-1 1,1-1,0 1,-1 1,0 0,0 0,0 0,-2 0,-2-1,-1 1,1 0,-1 1,0 0,0 0,0 2,0-1,0 2,0-1,0 2,0-1,1 2,-4 1,9-3,1 1,-1 0,1 0,0 0,0 1,0 0,0 0,0 0,0 1,1 0,0 0,0 0,0 0,0 0,0 1,1 0,0 0,0 0,0 0,1 0,0 0,0 1,0-1,0 1,1 0,0-1,0 1,1 0,0 2,8 37,7-3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7:43.80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145 294,'-14'19,"-4"12,-1 8,2 4,4 2,4-3,6-3,7-5,3-5,4-7,4-8,2-9,-2-5</inkml:trace>
  <inkml:trace contextRef="#ctx0" brushRef="#br0" timeOffset="170.095">91 0,'-16'0,"-7"3,0 4,3 7,11 4,13 5,15 3,5-4</inkml:trace>
  <inkml:trace contextRef="#ctx0" brushRef="#br0" timeOffset="485.819">439 522,'20'-8,"-1"-1,-1-1,1-1,-1-1,-1 0,0-1,4-5,-12 11,1-1,-1-1,0 0,-1 0,0 0,0-1,-1 0,4-8,-10 17,0 0,-1 0,1 0,0-1,-1 1,1 0,-1-1,1 1,-1 0,0-1,1 1,-1 0,0-1,0 1,0-1,0 1,0 0,-1-1,1 1,0 0,-1-1,1 1,0 0,-1-1,0 1,1 0,-1 0,0-1,0 1,1 0,-1 0,0 0,0 0,0 0,0 0,-1 0,1 1,0-1,0 0,0 1,-1-1,1 0,0 1,-1 0,1-1,-1 1,-66-1,57 4,0 0,0 1,0 1,1 0,-1 0,1 1,0 0,1 0,-1 1,1 1,1 0,-1 0,1 0,1 1,0 0,0 1,1 0,0 0,0 0,1 0,1 1,0 0,0 0,1 0,0 1,0 10,3-17,0-1,1 1,0-1,0 1,0-1,1 1,-1-1,1 0,0 0,0 1,1-1,-1-1,1 1,0 0,0-1,0 1,0-1,1 0,-1 0,1 0,0-1,0 1,0-1,0 0,0 0,0 0,1-1,-1 1,1-1,-1 0,3 0,14 3,0-1,0-1,0-1,0-1,0-1,5-1,42-6</inkml:trace>
  <inkml:trace contextRef="#ctx0" brushRef="#br0" timeOffset="969.524">1161 241,'-13'-2,"0"2,1-1,-1 1,1 1,-1 0,1 1,-1 1,1 0,0 0,0 1,0 0,0 1,1 1,0 0,0 0,1 1,-3 3,10-7,1 0,-1 0,1 1,0-1,0 1,1-1,-1 1,1 0,-1 0,1 0,0 0,1 0,-1 0,1 0,0 0,0 0,0 0,0 0,1 0,-1 0,1 0,0 0,0 0,1 0,-1-1,1 1,0 0,0-1,0 1,0-1,2 2,7 10,1-1,0-1,0 0,1-1,1 0,9 5,38 24,48 42,-108-82,0-1,0 1,-1 0,1-1,0 1,-1 0,1 0,0-1,-1 1,1 0,-1 0,1 0,-1 0,0 0,1 0,-1 0,0 0,0 0,1 0,-1 0,0 0,0 0,0 0,0 0,0 0,-1 0,1 0,0 0,0 0,-1 0,1 0,-1 0,1 0,-1 0,1 0,-1-1,1 1,-1 0,0 0,1 0,-1-1,0 1,0 0,0-1,1 1,-1-1,0 1,0-1,0 1,0-1,0 0,0 1,0-1,0 0,0 0,0 0,0 0,0 0,0 0,0 0,0 0,0 0,-1-1,-2 2,1 0,-1-1,1 0,-1 0,1 0,-1 0,1-1,-1 1,1-1,-1 0,1 0,0 0,-1-1,1 1,0-1,0 0,0 1,0-1,0-1,0 1,1 0,-1-1,1 1,-1-1,1 0,0 0,0 0,0 0,1 0,-1 0,1 0,0-1,0 1,0-1,0 1,0-1,1 1,-1-1,1 1,0-1,0 1,1-1,-1 1,1-3,6-6,0 0,0 1,2 0,-1 0,1 1,1 0,0 0,0 1,1 0,0 1,0 1,1-1,0 2,8-4,3-4,0 2,1 0,0 1,0 2,1 0,0 2,1 0,0 2,0 1,14 0,-37 4,-1 0,1 0,0 0,-1 1,1-1,0 1,-1 0,1-1,-1 1,1 0,-1 1,1-1,-1 0,0 1,0-1,1 1,-1 0,0 0,-1-1,1 1,0 1,0-1,-1 0,1 0,-1 1,0-1,0 0,0 1,0-1,0 1,0 0,-1-1,1 1,-1 0,0-1,0 1,0 0,0-1,0 2,-27 146,26-148,1-1,-1 1,1-1,0 1,0-1,0 1,-1-1,2 1,-1-1,0 1,0-1,0 1,1-1,-1 1,1-1,-1 1,1-1,0 1,-1-1,1 0,0 0,0 1,0-1,0 0,0 0,0 0,0 0,1 0,-1 0,0 0,0 0,1-1,-1 1,1 0,-1-1,0 1,1-1,-1 1,1-1,0 0,-1 0,1 0,-1 0,1 0,-1 0,25-4,1-4</inkml:trace>
  <inkml:trace contextRef="#ctx0" brushRef="#br0" timeOffset="1215.867">1695 14,'-16'0,"-5"2,1 5,11 9,11 8,12 9,4-1</inkml:trace>
  <inkml:trace contextRef="#ctx0" brushRef="#br0" timeOffset="1679.445">1963 616,'8'-25,"-1"-1,-1 1,-1-1,-1 0,-2-1,0 1,-2 0,-1-1,-1 1,-1 0,-1 0,-3-6,-15-16,53 58,117 35,-122-40,-1 0,0 2,0 1,-1 1,0 2,0 0,-1 1,-1 1,0 1,18 16,-34-24,0 0,-1 0,0 1,0 0,0 0,-1 0,0 0,0 1,-1 0,0 0,0 0,-1 0,0 0,-1 0,0 1,0-1,0 1,-1-1,-1 0,1 1,-1-1,-1 0,1 1,-1-1,-2 4,3-9,0-2,0 0,0 0,0 0,0 0,1 1,-1-1,1 0,-1 1,0-1,1 0,0 1,-1-1,1 0,0 1,0-1,0 1,0-1,0 0,0 1,0-1,0 1,1-1,-1 0,0 1,1-1,-1 0,1 1,0-1,-1 0,1 0,0 1,0-1,0 0,0 0,0 0,0 0,0 0,0 0,0-1,0 1,0 0,1 0,-1-1,0 1,1-1,-1 1,0-1,1 0,-1 1,1-1,17-2,0 0,0-2,-1 0,1-1,-1 0,0-2,-1 0,8-5,-21 11,11-5,1 0,-1-1,0-1,0 0,-1-1,0 0,-1-1,0-1,-1 0,0 0,0-2,-1 1,-1-1,0-1,6-11,-15 22,1 1,-1-1,0 0,0 0,0 0,0 0,0 0,-1 0,1 1,-1-2,0 1,0 0,0 0,0 0,0 0,-1 0,1 0,-1 0,0 1,0-1,0 0,0 0,-1 0,1 1,-1-1,1 1,-1-1,0 1,0 0,0-1,0 1,-1 0,1 0,0 1,-1-1,0 0,1 1,-1 0,0 0,0-1,1 1,-5 0,1-1,0 1,0 1,0-1,-1 1,1 0,0 0,0 1,-1-1,1 1,0 1,0-1,0 1,0 0,0 1,1-1,-4 3,6-3,0 0,-1 0,1 0,1 0,-1 0,0 1,0 0,1-1,0 1,-1 0,1 0,0 0,0 0,1 1,-1-1,1 0,0 1,-1-1,2 1,-1-1,0 1,1 0,-1-1,1 1,0 0,0-1,1 1,-1 0,1-1,0 2,0-1,1 0,0 0,0 0,0 0,0 0,1 0,-1-1,1 1,0-1,0 0,0 0,0 0,1 0,-1 0,1-1,0 0,0 0,0 0,0 0,0 0,1 0,97 20,97-13,-94-10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7:46.23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264 516,'-10'-7,"-1"0,0 0,0 1,-1 1,0 0,0 0,0 1,0 1,-12-2,19 4,0 0,0 1,0 0,0 0,0 0,0 1,1-1,-1 1,0 0,0 1,0-1,1 1,-1 0,1 0,-1 0,1 1,0 0,0 0,0 0,0 0,1 0,-1 1,1-1,0 1,0 0,-2 3,3-4,0 0,0 0,0-1,1 1,-1 0,1 0,0 1,0-1,0 0,0 0,0 1,1-1,-1 0,1 1,0-1,0 0,0 1,0-1,1 0,-1 1,1-1,0 0,0 1,0-1,1 0,-1 0,1 0,0 0,-1 0,1-1,0 1,1-1,-1 1,2 1,6 0,1 0,0-1,0 0,0-1,0 0,0 0,0-2,1 1,-1-1,0-1,0 0,0 0,1-1,-1-1,-1 0,1 0,0-1,1-2,7 0,0-1,-1-1,1 0,-2-2,1 0,-2-1,1-1,-1 0,-1-1,0-1,-1 0,-1-1,0-1,-1 0,-1 0,0-2,-1 1,-1-1,-1 0,0-1,-2 0,0 0,-1-1,-1 1,1-13,-3 20,0 0,-2 0,1 0,-1 0,-1 0,0 0,-1 0,0 0,-1 0,-1 1,1-1,-2 1,1 0,-2 0,1 0,-2 1,-3-5,9 13,-1 1,1-1,-1 0,0 1,0-1,1 1,-1 0,0-1,-1 1,1 0,0 0,0 0,0 1,-1-1,1 0,0 1,0 0,-1-1,1 1,-1 0,1 0,0 0,-1 1,1-1,0 0,-1 1,1 0,0-1,0 1,0 0,-1 0,1 0,0 1,0-1,0 0,0 2,-4 1,1 2,-1-1,1 0,1 1,-1 0,1 0,0 1,1-1,-1 1,1 0,0 1,-4 16,2 0,0 0,1 1,2-1,1 1,0 0,2-1,1 1,1 0,1-1,1 0,1 0,1 0,6 12,-10-28,0 1,0-1,1 1,0-1,0-1,1 1,0-1,1 1,0-1,0-1,0 1,1-1,0 0,0-1,0 1,1-2,-1 1,1-1,1 0,-1 0,0-1,1-1,0 1,-1-1,1-1,0 1,2-1,3-1,-1-1,0 0,0-1,0 0,0-1,0-1,-1 0,1 0,-1-1,0-1,0 0,-1-1,0 0,0-1,0 0,-1 0,0-1,-1-1,0 1,-1-2,0 1,0-1,-1 0,0-1,-1 0,3-8,-8 17,1 1,-1-1,0 0,0 0,0 0,0 0,0 0,-1 0,1 0,-1 0,0 0,0-1,0 1,0 0,-1 0,1 0,-1 0,0 0,0 0,0 0,0 0,0 0,-1 0,1 1,-1-1,0 1,0-1,0 1,0-1,0 1,0 0,-1 0,1 0,-1 0,1 1,-1-1,0 1,0-1,0 1,0 0,0 0,0 0,0 1,-1-1,-1 1,1 1,-1 0,1 0,0 0,-1 1,1-1,0 1,0 0,0 0,0 1,1-1,-1 1,1 0,-1 0,1 0,0 0,0 0,0 1,1 0,-1-1,1 1,0 0,0 0,0 0,0 0,1 1,0-1,0 0,0 1,0-1,1 0,-1 1,1-1,0 1,1-1,-1 1,1-1,0 1,0-1,0 0,1 0,-1 1,1-1,0 0,0 0,1-1,-1 1,1 0,0-1,0 1,9 6,0-1,0 0,0-1,1-1,0 0,1-1,-1 0,1-1,1-1,-1 0,0-1,1 0,2-1,85 14,-1-5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7:47.48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298 582,'-16'-8,"-1"1,0 1,0 0,-1 1,1 1,-1 0,0 1,-1 2,1 0,-6 0,19 2,0 0,0 0,1 1,-1 0,0 0,1 0,-1 0,1 0,0 1,-1 0,1 0,1 0,-1 0,0 1,1 0,0-1,0 1,0 0,0 1,0-1,1 0,0 1,0 0,0-1,1 1,-1 0,1 0,0 0,1 0,-1 0,1 0,0 0,0 0,0 0,1 0,1 2,0-3,1 0,-1 0,1 0,0-1,1 1,-1-1,0 0,1 0,0 0,0 0,0-1,0 0,0 0,0 0,1 0,-1 0,1-1,-1 0,1 0,0 0,-1-1,1 1,0-1,-1 0,1-1,0 1,-1-1,1 0,0 0,-1 0,1 0,-1-1,0 0,4-2,2 0,1-1,-1-1,0 0,-1 0,1-1,-1 0,0-1,-1 0,0 0,0 0,-1-1,0-1,0 1,-1-1,4-8,2-8,-1 1,-1-1,-1-1,-2 0,0 0,-2-1,3-20,-1 1,-3-1,-2-1,-2 1,-2-2,-15-16,17 66,-1-1,0 1,0-1,0 1,0 0,1-1,-1 1,0 0,0 0,0 0,0 0,0 0,0 0,0 0,0 0,0 0,0 0,0 0,1 0,-1 1,0-1,0 0,0 1,0-1,0 0,1 1,-1-1,0 1,0 0,1-1,-1 1,0 0,1-1,-1 1,1 0,-1 0,1-1,-1 1,1 0,-1 0,1 0,-13 20,0 0,2 0,0 1,2 1,0 0,2 0,0 0,-2 22,2-14,1-1,2 1,1 0,2 0,1 19,1-40,0 1,0-1,1 0,0 0,0 0,1 0,1 0,0-1,0 1,1-1,0 0,0 0,1-1,1 0,-1 0,1 0,0-1,6 4,6 0,0-2,0 0,1-1,1-1,-1-1,1-1,0-1,0-1,1 0,-1-2,1 0,-1-2,0 0,1-1,-1-1,6-3,-5 4,-1-1,0-1,0-1,0-1,0-1,-1 0,0-2,-1 0,0-1,0-1,11-9,-28 19,0-1,0 1,0-1,0 1,0-1,0 0,0 0,0 0,-1 0,1 0,-1 0,1 0,-1 0,0-1,0 1,0 0,0-1,0 1,-1-1,1 1,-1-1,1 0,-1 1,0-1,0 1,0-1,0 0,-1 1,1-1,-1 1,0-1,1 1,-1-1,0 1,-1-1,-3-1,-1 0,0 0,1 0,-2 1,1 0,0 0,-1 1,1-1,-1 1,0 1,0-1,0 1,1 1,-1-1,0 1,-1 0,-3-1,0 0,0 0,0 1,0 0,0 1,0 1,0-1,0 2,0-1,1 2,0-1,-1 2,1-1,0 1,1 1,0-1,-1 2,-3 3,12-9,-1 1,1-1,0 1,-1-1,1 1,0 0,0-1,0 1,0 0,0 0,0 0,1 0,-1 0,1 0,-1 0,1 0,0 0,0 0,0 0,0 0,0 0,0 0,0 0,1 0,-1 0,1 0,0 0,-1 0,1 0,0 0,0 0,0-1,0 1,1 0,-1-1,0 1,1-1,-1 1,1-1,-1 0,1 1,1-1,5 5,0-1,0-1,0 0,1 0,0-1,0 0,0 0,8 1,-6-1,1-1,-1 0,1-1,0 0,-1-1,1 0,0-1,-1 0,1-1,-1 0,1-1,-1 0,0 0,0-2,0 1,-1-2,1 1,-1-1,-1-1,1 0,-1 0,4-4,-5 41,-8-26,1 0,0 0,1 0,-1 0,1 0,-1 0,1 0,0 0,1 0,-1-1,1 1,0-1,-1 0,1 0,1 0,-1 0,0 0,1-1,-1 0,1 1,0-1,0-1,0 1,0 0,0-1,0 0,0 0,3 0,2 0,0 0,0 0,0-1,0-1,0 1,0-1,0-1,0 0,0 0,0-1,-1 0,1 0,1-2,6-5,0 0,-1 0,0-1,-1-1,0-1,-1 0,-1-1,0 0,0-1,-2 0,0-1,-1 0,0 0,-1-1,-1 0,-1-1,0 1,-2-1,0 0,0-1,-1-15,2 4,-2-1,-2 1,-1-1,-1 0,-1 1,-2-1,-1 1,-2 0,-2-4,9 34,0-2,0 0,0 0,0 0,-1 0,1 0,-1 0,1 0,-1 0,0 0,0 1,0-1,0 0,0 0,0 1,0-1,-1 1,1-1,-1 1,1-1,-1 1,1 0,-1 0,0 0,1 0,-1 0,0 0,0 0,0 1,0-1,0 1,0-1,0 1,0 0,0-1,-3 6,0-1,0 1,1 0,0 0,0 1,0-1,1 1,0-1,0 1,0 0,1 1,-1-1,2 0,-1 1,0 2,1-5,-8 26,0 0,3 1,0-1,2 1,1 0,2 1,1-1,1 0,2 0,1 0,2 0,0-1,3 1,2 5,-7-26,0-1,0 0,1 0,0 0,0-1,1 1,0-1,1-1,-1 1,2-1,-1 0,1-1,0 1,0-2,1 1,-1-1,1 0,1-1,-1 0,1-1,-1 0,1 0,0-1,0 0,0-1,0 0,0-1,4 0,0-1,1-1,-1 0,0-1,1-1,-2 0,1-1,0 0,-1-1,0-1,-1 0,1-1,-1 0,-1-1,0 0,0-1,0 0,-1-1,-1 0,0 0,-1-1,0 0,0-1,3-10,-9 22,-1-1,0 1,0-1,0 0,0 1,-1-1,1 0,0 0,-1 0,1 0,-1 1,0-1,1 0,-1 0,0 0,0 0,0 0,-1 0,1 0,0 0,-1 1,1-1,-1 0,0 0,1 0,-1 1,0-1,0 0,0 1,0-1,-1 1,1-1,0 1,-1-1,1 1,0 0,-1 0,0 0,1 0,-1 0,0 0,1 0,-1 0,0 1,0-1,0 1,-1-1,-4 4,1 0,0 0,0 0,0 1,0 0,0 0,1 1,0-1,0 1,0 0,1 1,-1-1,1 1,1 0,-1 0,1 0,0 0,0 1,1-1,0 1,0 0,0-1,1 1,0 0,0 1,0-1,1 0,0 0,1 1,0-1,0 0,0 0,1 0,0 0,0 0,1 0,-1-1,2 1,-1-1,1 0,0 1,0-2,1 1,-1 0,1-1,0 0,1 0,-1-1,1 1,0-1,0-1,1 1,-1-1,1 0,0 0,0-1,-1 0,2 0,-1 0,3-1,90 8,-58-14</inkml:trace>
  <inkml:trace contextRef="#ctx0" brushRef="#br0" timeOffset="253.028">1007 221,'20'0,"28"-3,30 0,29-2,24-2,10-3,-19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8:00.97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11 51,'0'0,"0"0,-1 0,1 0,-1 0,1 0,0 0,-1 0,1 0,-1 0,1 0,-1 0,1-1,0 1,-1 0,1 0,0 0,-1-1,1 1,0 0,-1 0,1-1,0 1,-1 0,1-1,0 1,0 0,-1-1,1 1,0-1,0 1,0 0,0-1,0 1,-1-1,1 1,0 0,0-1,0 1,0-1,0 1,0-1,0 1,0 0,0-1,1 1,-1-1,0 1,0 0,0-1,0 1,1-1,-1 1,0 0,0-1,1 1,-1 0,0-1,1 1,-1 0,0 0,1-1,-1 1,33-6,452 3,-166 3,-258-5,-69-5,-31 2,60 14,-6-4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8:01.99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66 210,'-15'-31,"14"26,0 1,0 0,0-1,0 1,1 0,0-1,0 1,0-1,1 1,-1 0,1-1,0 1,0 0,1 0,-1-1,1 1,0 0,0 0,0 1,1-1,-1 0,1 1,0 0,0-1,0 1,1 0,1-1,5-4,0 1,0 0,0 1,1 0,0 1,1 0,-1 1,1 0,5-1,-11 3,0 0,0 1,1 0,-1 0,0 0,1 1,-1 0,1 0,-1 0,0 1,1 0,-1 0,0 1,0 0,0 0,0 0,0 1,0-1,-1 1,1 1,-1-1,0 1,0 0,0 0,0 1,-1 0,0-1,0 1,0 0,-1 1,1-1,-1 1,0 3,0-1,0 1,0 0,-2 0,1 0,-1 0,0 0,-1 0,0 0,0 0,-1 1,0-1,-1 0,0 0,0-1,-1 1,0 0,-1-1,0 0,0 0,-1 0,0 0,0 0,-4 3,-7 9,-1-1,-1 0,0-2,-2 0,1-1,-2-1,0-1,-8 3,18-9,-1-2,0 1,-1-1,0-1,1-1,-2 1,1-2,0 0,-7 0,19-2,0-1,-1 0,1 0,0 0,-1 0,1 0,0-1,-1 1,1 0,0-1,0 1,-1-1,1 1,0-1,0 1,0-1,0 0,-1 0,1 1,0-1,0 0,1 0,-1 0,0 0,0 0,0 0,1 0,-1-1,0 1,1 0,-1 0,1-1,0 1,-1 0,1 0,0-1,0 1,0 0,0-1,0 1,0 0,0-1,0 1,0 0,1-1,-1 1,0 0,1 0,-1-1,1 1,0 0,-1 0,1 0,0 0,0 0,0 0,-1 0,1 0,0 0,0 0,1 0,-1 1,1-2,2-2,0 0,1 0,-1 1,1-1,0 1,0 0,1 0,-1 1,1-1,-1 1,1 0,0 1,0-1,-1 1,1 1,0-1,0 1,0 0,0 0,0 0,5 2,3 0,-1 2,0-1,1 2,-1-1,-1 2,1 0,-1 0,11 8,95 63,-115-76,0 0,0 0,0-1,0 1,0-1,0 1,0-1,1 0,-1 0,0-1,0 1,0-1,0 1,0-1,0 0,0 0,0 0,0-1,0 1,0-1,-1 1,1-1,-1 0,1 0,-1 0,0 0,0-1,2-1,48-82,-40 61,-10 22,-1 0,1 1,0 0,0-1,0 1,0 0,1 0,-1 0,0 0,1 0,-1 1,1-1,0 1,0-1,-1 1,1 0,2 0,17-5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8:06.16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394 609,'-12'-8,"-1"2,0-1,0 2,-1 0,1 0,-1 1,0 1,0 1,-1 0,1 0,0 1,-1 1,1 1,0 0,-1 1,1 0,0 1,0 1,0 0,1 1,-1 0,1 1,1 1,-10 6,19-12,0 1,0-1,0 1,1 0,-1 0,1 0,0 1,-1-1,1 1,0-1,0 1,1-1,-1 1,1 0,-1 0,1 0,0 0,0 0,0 0,0 0,1 1,-1-1,1 0,0 0,0 1,0-1,0 0,0 0,1 0,0 1,-1-1,1 0,1 0,-1 0,0 0,1 0,0 1,6 1,0-2,0 1,1-1,-1 0,1-1,0 0,-1 0,1-1,0 0,0 0,0-1,0 0,0-1,0 0,0-1,-1 1,1-2,0 1,-1-1,0 0,6-4,9-3,0-1,0-1,-2-1,1 0,-2-2,0-1,0 0,-2-2,0 0,-1-1,-1 0,-1-1,0-1,-2-1,0 0,-2-1,0 0,-2 0,-1-1,0 0,-2-1,-1 0,0 0,-2 0,-1 0,-2-23,1 38,-1 1,0 0,0 0,-1-1,-1 1,1 0,-1 0,-1 0,0 0,0 1,-1-1,0 1,0 0,-1 0,0 0,-1-1,4 7,0 1,-1-1,1 0,0 1,0 0,-1-1,1 1,-1 0,1 0,-1 1,1-1,-1 0,0 1,1 0,-1-1,0 1,1 0,-1 0,0 1,1-1,-1 0,1 1,-1 0,0 0,1-1,-1 2,1-1,0 0,-1 0,1 1,-63 56,52-37,1 0,1 1,1 0,1 0,1 1,1 1,1-1,0 1,2 0,1 0,1 0,1 1,2-1,0 0,4 25,-2-35,0 1,0 0,1-1,1 0,0 0,1 0,1 0,0-1,4 5,-8-13,0-1,0 0,0-1,0 1,1 0,-1-1,1 0,0 0,0 0,0 0,0-1,1 0,-1 0,1 0,-1 0,1 0,0-1,-1 0,1 0,0 0,0-1,0 0,0 0,0 0,0 0,0-1,-1 0,1 0,0 0,1-1,5-3,0-1,0 0,0-1,-1-1,0 1,0-1,-1-1,0 0,0 0,-1-1,0 0,-1-1,0 1,-1-1,0-1,-1 1,0-1,-1 0,0 0,0 0,-2 0,0-1,1-12,-4-14,1 38,0 0,0 1,0-1,0 0,0 1,-1-1,1 0,0 1,0-1,0 0,-1 1,1-1,0 1,-1-1,1 0,-1 1,1-1,-1 1,1-1,-1 1,1-1,-1 1,1 0,-1-1,1 1,-1 0,0-1,1 1,-1 0,0 0,1 0,-1-1,0 1,1 0,-1 0,0 0,1 0,-1 0,0 0,1 0,-1 0,0 1,1-1,-1 0,0 0,1 1,-1-1,1 0,-1 1,0-1,1 0,-6 5,1 0,1 0,-1 1,1-1,0 1,0 0,0 0,1 1,0-1,1 0,-1 1,1 0,0 0,1 0,-1 0,2 0,-1 0,1 0,-1 0,1 1,0-1,0 0,1 1,0-1,1 0,-1 0,1 0,1 0,-1 0,1 0,0 0,1-1,-1 1,2-1,-1 0,0-1,1 1,0-1,0 0,1 0,0 0,0-1,0 1,0-2,0 1,2 0,52 20,0-7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8:02.34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120 622,'-4'18,"-4"13,-1 11,1 6,5 3,4-1,6-5,2-7,3-10,-1-10</inkml:trace>
  <inkml:trace contextRef="#ctx0" brushRef="#br0" timeOffset="743.544">0 261,'3'6,"-1"-1,1 0,1 0,-1 0,1-1,0 1,0-1,0 1,0-2,1 1,0 0,-1-1,1 0,1 0,-1 0,0 0,1-1,3 1,0 1,86 38,-66-31,-1 1,0 1,-1 1,-1 2,0 0,1 4,-21-15,0 1,0 0,0 0,-1 1,0-1,-1 1,1 0,-1 1,-1-1,1 1,-1 0,-1 0,1 0,-1 0,-1 0,1 6,-8 132,6-141,-1-2,0-1,1 1,-1-1,0 0,1 1,-1-1,1 0,-1 1,1-1,0 0,0 1,0-1,1 1,-1-1,0 0,1 1,0-1,-1 0,1 0,0 1,0-1,0 0,1 0,-1 0,0 0,1 0,0 0,-1-1,1 1,0 0,0-1,0 1,0-1,0 0,0 1,7-3,0-1,0 1,0-1,-1-1,1 1,-1-2,1 1,-1-1,0 0,-1-1,1 0,-1 0,0 0,0-1,0-1,9-5,0-2,-1 0,-1-1,0 0,-1-1,-1-1,0 0,-1-1,-1 11,-9 29,-2-12,1 4,1 1,1-1,0 1,0-1,1 1,1-1,1 0,0-1,1 1,0 0,-2-7,-1-1,1 0,1 0,-1 0,1-1,0 0,0 1,0-2,1 1,0-1,0 1,0-2,0 1,1-1,-1 0,1 0,0 0,0-1,0 0,0-1,2 1,-1-2,1 1,-1-1,1 0,-1-1,0 0,0 0,1-1,-1 0,0 0,0-1,-1 0,1 0,0-1,-1 0,0 0,0-1,0 0,-1 0,0-1,0 0,6-6,0-3,0-1,-1 0,0 0,-2-1,0-1,0 0,-2 0,5-18,6-37,-3 0,-3-1,-4 0,-1-34,-7 101,3-27,-1 0,-2 0,-2 0,-1 0,-1 0,-2-3,-7 13,-4 41,7 16,2 0,1 0,1 1,2 0,1 15,1-25,-6 76,4 0,4 0,8 30,21 14,-26-136,-1 0,2 0,-1 0,1 0,0-1,1 0,-1 0,1 0,1-1,-1 1,1-1,1 0,-1-1,1 0,0 0,1 0,-5-3,0-1,0 1,0-1,0 0,1 0,-1-1,0 1,0-1,1 0,-1 1,0-1,1-1,-1 1,0 0,1-1,-1 0,0 0,0 0,0 0,1 0,24-15</inkml:trace>
  <inkml:trace contextRef="#ctx0" brushRef="#br0" timeOffset="997.906">829 261,'-16'0,"-1"2,15 4,24 0,31-1,32-1,27-1,18 1,-14 0</inkml:trace>
  <inkml:trace contextRef="#ctx0" brushRef="#br0" timeOffset="1720.541">1551 997,'49'-198,"-47"188,6-28,-1 1,-2-1,-1 0,-2-29,-1 64,-1 0,0 1,0-1,0 0,0 0,0 0,0 0,-1 1,0-1,1 0,-1 1,0-1,0 0,-1 1,1-1,0 1,-1 0,0-1,1 1,-1 0,0 0,0 0,0 0,-1 0,1 0,0 1,-1-1,1 1,-1 0,1 0,-1 0,1 0,-1 0,0 0,0 1,-1-1,3 1,0 1,0-1,1 1,-1-1,0 1,1-1,-1 1,1 0,-1-1,1 1,-1 0,1-1,-1 1,1 0,-1 0,1-1,0 1,0 0,-1 0,1 0,0 0,0-1,0 1,0 0,0 0,0 0,0 0,0 0,0-1,0 1,1 0,-1 0,0 0,1-1,-1 1,0 0,1 0,-1-1,1 1,-1 0,1 0,-1-1,1 1,0-1,-1 1,1-1,0 1,-1-1,1 1,0-1,0 1,-1-1,1 0,0 0,0 1,0-1,0 0,-1 0,1 0,0 0,0 0,0 0,0 0,0 0,-1 0,188 37,-51 1,-131-35,1 0,-1 1,0-1,0 1,0 0,0 1,-1-1,0 1,0 0,0 0,0 1,-1 0,0-1,0 1,-1 1,1-1,-1 0,1 6,-1 1,-1 1,0-1,-1 1,0-1,-2 1,1-1,-1 0,-1 1,-1-1,-2 77,5-88,0 0,0 0,1-1,-1 1,0 0,1 0,-1-1,1 1,0 0,0-1,0 1,0-1,0 1,0-1,0 1,0-1,0 0,1 0,-1 1,0-1,1 0,-1 0,1 0,0-1,-1 1,1 0,0 0,-1-1,1 1,0-1,-1 0,1 1,0-1,0 0,0 0,-1 0,1 0,0-1,1 1,71-20,-42 5,-1-1,-1-1,0-2,-2-1,24-21,-50 39,-2 1,0 1,0-1,1 0,-1 1,0-1,1 0,-1 1,0-1,1 1,-1-1,1 0,-1 1,1-1,-1 1,1 0,-1-1,1 1,0-1,-1 1,1 0,-1-1,1 1,0 0,-1 0,1-1,0 1,0 0,-1 0,1 0,0 0,-1 0,1 0,0 0,0 0,-1 0,1 1,0-1,-1 0,1 0,0 0,-1 1,1-1,0 1,-1-1,1 0,-1 1,1-1,-1 1,1-1,-1 1,1-1,-1 1,1-1,-1 1,0 0,1-1,-1 1,3 49,-3-42,0 0,0 0,1 0,0-1,0 1,1 0,0 0,0 0,1-1,2 4,-3-7,0 1,0-1,1-1,0 1,0 0,0-1,0 1,0-1,1 0,-1 0,1 0,0 0,0-1,0 0,0 0,1 0,-1 0,1 0,-1-1,1 0,-1 0,1 0,0-1,-1 1,1-1,0 0,-1-1,1 1,0-1,-1 0,1 0,-1 0,1-1,-1 1,0-1,1 0,-1 0,0-1,6-5,-1 0,0 0,0-1,-1 0,0-1,-1 1,0-1,-1-1,0 0,0 1,-1-2,-1 1,1-1,-2 1,0-1,0 0,-1 0,-1 0,0-1,-1 1,0-10,0 17,-1 0,1 0,-1 0,1 0,-1 0,-1 0,1 0,-1 0,0 0,0 1,0-1,-1 1,1-1,-1 1,0 0,-1 0,1 0,-1 1,1-1,-1 1,0 0,0 0,-1 0,1 0,-1 1,1 0,-1 0,0 0,0 0,0 1,0 0,0 0,0 0,0 1,0-1,-3 1,-4 2,0 0,0 0,0 1,0 1,1 0,-1 0,1 1,0 1,1 0,-1 0,1 1,0 1,1-1,-1 2,2-1,-1 1,1 0,1 1,-1 0,2 0,-1 1,2 0,-1 0,1 0,1 0,-3 12,6-19,0 0,0 0,0 0,0 0,1 0,0 0,0 0,0 0,0 0,1 0,0 0,-1-1,1 1,1 0,-1 0,0 0,1-1,0 1,0-1,0 1,0-1,1 0,-1 0,1 0,0 0,0 0,30 14,2-6</inkml:trace>
  <inkml:trace contextRef="#ctx0" brushRef="#br0" timeOffset="1984.381">2768 341,'-14'-4,"-11"-2,-8 2,-6 7,0 7,4 9,8 8,8 8,13 6,6-5</inkml:trace>
  <inkml:trace contextRef="#ctx0" brushRef="#br0" timeOffset="2486.053">2781 903,'1'9,"-1"0,2 0,-1-1,1 1,1 0,-1-1,1 1,1-1,0 0,0 0,0 0,5 4,-7-11,0 0,1 0,-1 0,0-1,1 1,-1-1,1 0,-1 0,1 0,-1 0,0 0,1 0,-1-1,1 1,-1-1,0 1,1-1,-1 0,0 0,0 0,1 0,-1-1,0 1,0 0,0-1,-1 0,1 1,0-1,0 0,-1 0,1 0,-1 0,0 0,0 0,0 0,0-1,0 1,0 0,0-1,13-26,-1 0,-1-1,-2 0,-1-1,-1 0,-2-1,-1 1,-2-1,0-15,-2-61,-8 101,5 28,5-18,0 1,0-1,0 0,1 0,-1 0,1 0,-1 0,1-1,0 0,0 0,0 0,0 0,0 0,1-1,-1 0,0 0,1 0,-1 0,1-1,3 0,-1 2,34 5,-31-8,-1 1,0 1,1 0,-1 0,0 1,0 0,0 1,0 0,-1 0,1 1,-1 0,1 0,-1 1,-1 0,1 1,-1-1,0 2,0-1,0 1,-1 0,0 0,-1 0,1 3,19 171,-24-177,1-1,-1 0,1-1,0 1,0 0,0 0,0-1,0 1,1-1,-1 0,1 1,-1-1,1 0,0-1,0 1,0 0,0-1,0 0,0 0,0 0,0 0,1 0,-1 0,0-1,1 0,-1 0,0 0,3 0,5 0,-1-1,1-1,0 0,-1 0,1-1,-1 0,0-1,4-1,0-2,0 1,-1-2,1 0,-2 0,1-1,-1-1,0 0,-1-1,0 0,-1 0,-1-1,1-1,-2 0,0 0,0 0,-1-1,1-6,-22 62,10-23,1-1,0 1,2 0,0 0,1-1,2 6,-2-18,1 0,0 0,0-1,1 1,-1 0,1 0,1-1,-1 1,1-1,0 1,0-1,0 0,1 0,0-1,0 1,0-1,1 0,-1 0,1 0,0-1,1 2,30 10,-1-5</inkml:trace>
  <inkml:trace contextRef="#ctx0" brushRef="#br0" timeOffset="2752.842">3770 341,'-16'5,"-5"5,1 7,13 2,7-3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8:09.43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 1104,'-1'-7,"0"0,1 1,-1-1,1 0,0 0,1 0,0 0,0 1,1-1,-1 0,1 1,1-1,-1 1,4-5,0-7,75-214,-63 186,-11 47,30 79,111 146,-147-225,0-1,-1 1,1 0,0-1,-1 1,1-1,0 1,-1 0,1-1,-1 1,1 0,-1 0,0-1,1 1,-1 0,0 0,0 0,1 0,-1 0,0-1,0 1,0 0,0 0,0 0,0 0,0 0,0-1,-1 1,1 0,0 0,0 0,-1 0,1-1,0 1,-1 0,1 0,-1-1,1 1,-1 0,1-1,-1 1,0 0,1-1,-1 1,0-1,0 1,1-1,-1 1,0-1,0 0,1 1,-1-1,0 0,0 0,0 0,0 1,0-1,1 0,-1 0,0 0,-9-4,0 0,1-1,0 0,0 0,0-1,0 0,1-1,0 0,0 0,-5-7,13 14,-1-1,1 1,-1 0,1-1,-1 1,1-1,-1 1,1-1,-1 1,1-1,0 1,-1-1,1 1,0-1,-1 0,1 1,0-1,0 1,0-1,-1 0,1 1,0-1,0 0,0 1,0-1,0 0,0 1,0-1,1 0,-1 1,0-1,0 0,0 1,1-1,-1 1,0-1,0 0,1 1,-1-1,1 1,-1-1,1 1,-1-1,0 1,1 0,0-1,-1 1,1-1,-1 1,1 0,-1 0,1-1,0 1,38-7,23 3,-37 5,0-2,0-1,-1 0,1-2,-1-1,0-1,0-1,0-1,-1-1,19-11,-39 19,0 0,-1 0,1-1,-1 1,0-1,1 1,-1-1,0 0,0 0,0 0,0 0,0 0,0 0,-1-1,1 1,-1 0,1-1,-1 1,0-1,0 0,0 1,0-1,-1 0,1 0,-1 0,0 1,0-1,0 0,0 0,0 0,0 1,-1-1,1 0,-1 0,0 0,0 1,0-1,0 0,-5-1,1 0,-1 1,0 0,0 0,0 0,0 1,0-1,-1 1,1 1,-1 0,0-1,1 2,-1-1,0 1,1 0,-1 1,0-1,-1 2,4-2,-1 0,0 0,0 1,0 0,1 0,-1 0,0 0,1 1,0 0,-1 0,1 0,0 1,0-1,0 1,0 0,0 0,1 0,-1 1,1-1,0 1,0 0,0 0,1 0,-1 0,1 0,0 0,0 1,1-1,-1 1,1 0,0-1,0 1,0 0,1 0,0-1,0 1,0 0,0 0,1 0,0-1,0 3,2 0,0-1,1 1,0-1,0 0,0 0,0 0,1-1,0 0,0 0,1 0,-1 0,1-1,0 0,0 0,1 0,-1-1,6 2,7 2,0 0,0-2,0 0,1-1,18 1,36 0,-5-4</inkml:trace>
  <inkml:trace contextRef="#ctx0" brushRef="#br0" timeOffset="575.507">1100 850,'173'-245,"-156"212,-1-2,-1 0,-2 0,-2-2,-1 1,-1-1,-3-1,-1 1,-1-1,-2-32,-2 61,1 0,-1 0,-1 0,0 0,0-1,-1 1,0 0,0 1,-1-1,0 0,-1 1,0 0,0-1,-1 1,4 7,-1-1,1 1,0-1,-1 1,1 0,-1 0,0 0,1 0,-1 0,0 0,0 0,1 0,-1 1,0-1,0 1,0-1,0 1,0 0,0-1,0 1,0 0,0 1,0-1,0 0,0 0,1 1,-1 0,0-1,0 1,0 0,0-1,1 1,-3 2,-50 44,31-12,2 0,1 1,1 2,3 0,1 0,2 1,1 1,2 0,2 1,-2 34,4-48,1 0,1 0,2 0,0 0,2 1,1-1,2 1,0-1,2 0,0 0,2-1,1 0,5 8,-7-24,1-1,1 0,0 0,0 0,1-1,-1 0,2-1,-1 0,1-1,0 0,1 0,-1-1,1 0,0-1,0 0,1-1,-1 0,1-1,-1-1,1 1,0-2,0 1,-1-2,1 0,0 0,0-1,-1 0,1-1,-1-1,0 1,0-2,0 0,-1 0,0-1,1 0,-2 0,1-1,-1-1,0 0,-1 0,1-2,-3 4,0-1,0-1,-1 1,0-1,-1 0,1 0,-2 0,1-1,-1 1,0-1,-1 0,0 0,0 0,-1 0,-1 0,1 0,-1 0,-1 0,1-1,-2 1,1 0,-2-2,1 9,0 0,0-1,0 1,0 0,-1 0,1 0,-1 1,1-1,-1 1,0-1,0 1,0 0,1 0,-1 0,0 0,0 1,0-1,0 1,-1 0,1-1,0 2,0-1,0 0,0 0,0 1,0 0,0 0,0 0,0 0,1 0,-1 0,0 1,0-1,1 1,-1 0,1 0,0 0,-1 0,1 0,0 0,0 1,0-1,1 1,-1-1,1 1,-1 1,-2 0,0 0,1 0,0 1,0-1,0 1,0 0,1-1,0 1,0 0,0 1,1-1,-1 0,1 0,0 1,1-1,-1 1,1-1,0 0,1 1,-1-1,1 1,0-1,1 0,-1 0,1 1,0-1,0 0,0-1,1 1,0 0,0-1,0 1,1-1,-1 0,2 1,8 5,1-1,0 0,0-1,1-1,0 0,0-1,1-1,-1 0,1-1,9 0,40 9</inkml:trace>
  <inkml:trace contextRef="#ctx0" brushRef="#br0" timeOffset="1204.847">2142 810,'-26'0,"15"-2,-1 1,1 0,-1 1,1 0,-1 1,1 0,-1 1,1 0,0 1,0 0,0 1,0 0,1 1,-1 0,1 1,0 0,1 0,-6 6,12-10,1 1,0 0,1 0,-1 0,0-1,1 1,0 1,-1-1,1 0,0 0,1 0,-1 1,1-1,-1 0,1 1,0-1,0 0,0 1,1-1,-1 0,1 0,0 1,0-1,0 0,0 0,1 0,-1 0,1 0,0 0,1 2,3 2,0 0,0 0,0 0,1-1,0 0,0-1,1 1,-1-1,1-1,8 4,6 1,1-1,-1-1,1-1,1-1,-1-1,1-1,-1-1,1-1,0-2,0 0,-1-1,1-1,-1-2,1 0,-2-1,1-1,-1-2,0 0,5-4,-8 1,0-1,-1 0,0-2,-1 0,-1-1,0 0,-1-2,-1 0,-1 0,0-1,-2-1,0 0,-1-1,-1 1,6-23,1-8,-3-1,-2-1,-2 1,-3-1,-2-1,-2-14,-1 35,-1 0,-1 0,-2 0,-1 1,-2-1,-1 1,-2-1,8 29,1 1,-1-1,0 1,0-1,0 1,-1 0,1 0,-1-1,1 1,-1 0,0 0,0 0,-1 1,1-1,-1 1,1-1,-1 1,0 0,0 0,0 0,0 0,0 0,0 1,0-1,-1 1,1 0,0 0,-1 0,1 0,-1 1,1 0,-4-1,-1 6,0 0,1 0,-1 0,1 1,1 0,-1 0,1 1,0 0,1 0,-1 1,1-1,1 1,0 0,0 0,0 1,1-1,0 1,1-1,0 1,0 3,-5 27,2 1,2-1,2 1,1-1,2 1,1-1,3 1,1-1,2-1,1 1,3-2,0 1,3-2,1 0,1-1,14 18,-17-26,1-1,1 0,1-2,1 0,1-1,1-1,1-1,4 2,-22-19,0-1,0 0,0-1,1 1,-1-1,1 1,-1-1,1-1,0 1,0-1,0 1,0-1,0-1,0 1,0-1,1 0,-1 0,0-1,0 1,0-1,0 0,0 0,0-1,0 0,-1 0,1 0,0 0,-1-1,1 1,-1-1,0 0,0-1,0 1,3-4,7-11,0-1,0 0,-2-1,-1 0,0-1,-2-1,0 1,2-13,-29 78,0 59,18-99,-1 0,1 0,0 0,1 1,-1-1,1 0,0 0,0 0,0 0,0 0,1 0,0 0,-1-1,1 1,1 0,-1-1,0 0,1 1,0-1,0 0,0 0,0-1,2 3,26 7,1-6</inkml:trace>
  <inkml:trace contextRef="#ctx0" brushRef="#br0" timeOffset="1460.162">3212 610,'-16'-5,"-10"-1,-5-2,1 1,3 0,3 1,7 0</inkml:trace>
  <inkml:trace contextRef="#ctx0" brushRef="#br0" timeOffset="1710.495">2489 329,'16'-5,"19"-1,22-2,21 1,21 0,13 3,9 6,-17 2</inkml:trace>
  <inkml:trace contextRef="#ctx0" brushRef="#br0" timeOffset="1878.059">3386 957,'13'1,"0"-2,0 0,0 0,0-1,-1-1,1 0,-1-1,1 0,-1-1,0 0,0-1,-1 0,0-1,0 0,-1-1,0 0,0-1,0 0,-1 0,-1-1,0 0,0-1,-1 0,0 0,-1 0,2-5,-7 14,1-1,-1 1,0-1,0 1,0-1,0 0,0 0,0 1,-1-1,0 0,1 0,-1 0,0 1,0-1,0 0,-1 0,1 0,-1 0,0 1,1-1,-1 0,0 1,-1-1,1 0,0 1,-1 0,1-1,-1 1,0 0,0 0,0 0,0 0,0 0,0 0,-1 0,1 1,-1-1,1 1,-1 0,1 0,-1 0,0 0,1 0,-1 0,0 1,-1-1,-5 3,0 1,0-1,1 1,-1 1,1-1,0 2,0-1,0 1,1 0,-1 1,1-1,0 1,1 1,0 0,0-1,0 2,1-1,0 1,0 0,1 0,0 0,0 2,1-4,0 0,0 1,1-1,0 1,1-1,-1 1,1 0,0-1,1 1,0 0,0 0,0 0,1 0,0 0,0-1,0 1,1 0,0-1,1 0,0 1,0-1,0 0,0 0,1 0,0-1,0 1,2 0,7 5,1 0,1-1,0 0,1-2,-1 1,2-2,-1 0,1-1,0-1,0 0,0-1,1-1,0-1,0-1,47 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8:13.16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71 68,'-31'200,"-6"194,37-380,2-19,1-23,13-478,6 411,-21 93,0-1,1 1,-1-1,0 1,1 0,-1-1,1 1,0 0,0 0,0 0,0 0,0 0,0 1,1-1,-1 1,0-1,1 1,-1 0,1 0,0 0,-1 0,1 1,0-1,-1 1,1-1,0 1,0 0,-1 0,1 0,0 1,0-1,-1 0,2 1,6 3,-1 0,1 1,-1 0,0 0,0 1,0 0,-1 0,0 1,-1 0,1 1,-1 0,0 0,-1 0,0 1,-1 0,1 0,-2 0,1 1,-1-1,-1 1,0 0,1 6,-4-9,1-1,-2 0,1 0,-1 1,0-1,0 0,-1 0,0 0,0 0,0 0,0-1,-1 1,0 0,-1-1,1 0,-1 0,0 0,0 0,0-1,-1 0,0 0,0 0,0 0,0-1,0 1,-1-1,0-1,1 1,-1-1,0 0,0 0,0-1,0 0,-1 0,1 0,-2-1,8 0,0 0,1-1,-1 1,0 0,0-1,0 1,0 0,0 0,0-1,0 1,0 0,0-1,0 1,0 0,0-1,0 1,0 0,0-1,-1 1,1 0,0 0,0-1,0 1,0 0,0 0,-1-1,1 1,0 0,0 0,-1-1,1 1,0 0,0 0,-1 0,1 0,0-1,0 1,-1 0,1 0,0 0,-1 0,1 0,0 0,-1 0,12-3,0 2,1-1,-1 1,0 1,0 0,0 1,1 0,-1 0,0 1,0 1,-1 0,1 0,0 1,5 3,-3-1,0 1,0 0,-1 0,0 1,-1 1,1 0,-2 0,10 11,-17-17,0 0,0 0,0 1,0 0,-1-1,0 1,1 0,-1 0,-1 1,1-1,0 0,-1 0,0 1,0-1,0 1,-1-1,0 1,0-1,0 1,0-1,0 1,-1-1,0 1,0-1,0 1,-1-1,1 0,-1 0,-1 3,-7 3,1 0,-1-1,-1 0,0 0,0-1,0-1,-1 0,0 0,-1-1,1-1,-1 0,0-1,-1 0,1-1,0-1,-1 0,-7 0,2 1,0-1,0-1,0 0,0-2,0 0,0-1,0-1,-15-4,33 7,0 0,0 0,0 0,0 0,-1 0,1 0,0 0,0-1,0 1,0 0,-1-1,1 1,0-1,0 1,0-1,0 1,0-1,0 0,0 0,0 1,1-1,-1 0,0 0,0 0,0 0,1 0,-1 0,1 0,-1 0,1 0,-1 0,1 0,0 0,-1-1,1 1,0 0,0 0,0 0,0 0,0-1,0 1,0 0,0 0,0 0,1-1,55-28,-17 15</inkml:trace>
  <inkml:trace contextRef="#ctx0" brushRef="#br0" timeOffset="465.753">766 256,'-17'24,"0"1,2 1,1 0,0 1,2 0,2 1,-3 9,-3 9,2 1,1 1,-2 32,12-53,3-27,1-1,-1 1,0 0,0-1,0 1,0 0,0 0,0-1,1 1,-1 0,0-1,0 1,1 0,-1 0,0 0,0-1,1 1,-1 0,0 0,0 0,1 0,-1-1,0 1,1 0,-1 0,0 0,0 0,1 0,-1 0,0 0,1 0,-1 0,0 0,1 0,-1 0,0 0,1 0,-1 0,0 0,1 1,-1-1,0 0,0 0,1 0,-1 0,0 1,0-1,1 0,-1 0,0 0,0 1,1-1,-1 0,12-26,-2 0,-1-1,0 0,-2-1,-2 1,0-4,-1 10,64-377,-68 397,0-1,0 0,0 0,0 0,0-1,0 1,0 0,1 0,-1 0,1 0,-1 0,1 0,0 0,0 0,0 0,0 0,0 0,1 0,-1 1,0-1,1 0,-1 1,1-1,0 1,-1 0,1 0,0-1,0 1,0 0,0 0,0 1,0-1,0 0,0 1,0-1,0 1,1 0,-1 0,1 0,6 6,-1 0,0 1,0 1,-1 0,0 0,0 0,-1 0,0 1,0 0,-1 1,1 2,-2-5,14 31,-1 2,-2 0,-1 0,-3 2,-1-1,-2 2,0 20,40 162,-23-168,-14-42</inkml:trace>
  <inkml:trace contextRef="#ctx0" brushRef="#br0" timeOffset="685.15">580 416,'18'0,"22"0,22-2,21-3,15-3,4 0,-3 1,-20 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8:18.46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409 152,'0'0,"-1"0,0 0,0 0,0 0,0 0,0 0,0 0,0 0,0 0,1-1,-1 1,0 0,0 0,0-1,0 1,1-1,-1 1,0-1,0 1,1-1,-1 1,0-1,1 0,-1 1,1-1,-1 0,1 0,-1 1,1-1,-1 0,1 0,0 0,-1 1,1-1,0 0,0 0,0 0,-1 0,1 0,0 0,0 0,0 1,1-1,-1 0,0 0,0 0,0 0,1 0,-1 0,0 1,1-1,-1 0,1 0,-1 1,1-1,-1 0,1 0,0 1,-1-1,1 1,0-1,-1 0,1 1,0 0,0-1,15-8,0 0,0 2,0 0,1 1,0 0,0 2,5-1,-16 3,40-8,1 1,-1 3,1 2,0 1,1 3,36 5,151 41,-166-30,-54-13,-1 0,1 1,-1 0,0 2,0-1,0 2,-1 0,0 0,0 1,-1 1,0 0,0 1,-1 0,-1 1,0 0,0 1,4 6,6 20,-1 1,-2 1,-1 0,-3 1,8 38,-4-16,-4-21,-2 0,-2 1,-1 1,-3-1,-2 1,-1 0,-2 0,-3 0,-1 0,-8 34,-22 37,-6-1,-24 43,57-138,-7 16,-2 1,-1-2,-1 0,-2-2,-2 0,-1-1,-1-1,-1-1,-2-1,-1-2,-1-1,-1-1,-1-1,-4 0,-4-2,0-2,-2-2,0-2,0-1,-2-2,1-2,-1-2,-1-2,0-2,-42-1,-196-8,270 5,0 0,1-1,-1-1,0 0,1-1,-1 0,1 0,0-1,0-1,0 0,0-1,1 0,0 0,0-1,1 0,0-1,0 0,1 0,0-1,0 0,1-1,0 0,1 0,-3-6,0-12,2 0,1 0,2 0,0-1,2 1,1-1,2 0,2-16,-2 7,-1 32,4-273,-15-60,2 242,2 39,3-1,2 0,3 0,5-21,-2 56,2 0,1 1,0-1,2 2,0-1,2 1,0 1,2 0,0 1,2 0,0 1,0 0,2 2,1 0,4-3,11-7,2 0,0 2,2 2,1 1,1 3,0 0,2 3,3 0,-24 8,1 2,0 0,0 1,0 1,1 1,-1 1,22 1,-38 1,-1 1,1 0,-1 0,1 0,-1 0,0 1,0-1,0 1,0 0,0 0,0 1,0-1,-1 1,1 0,8 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8:19.23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331 120,'-32'14,"-1"0,2 2,0 2,1 0,1 2,1 2,-14 13,36-30,0 0,0 0,0 0,1 1,0 0,0 0,0 0,1 1,0-1,0 1,0 0,1 0,0 1,1-1,0 0,0 1,-1 6,6-10,-1 1,0-1,1 1,0-1,0 0,0 0,1 0,-1-1,1 1,0-1,0 0,0 0,1 0,-1 0,0-1,1 0,0 0,0 0,-1 0,1-1,0 0,0 0,1 0,3-1,67 15,-59-14,0 1,-1 1,0 0,1 1,-1 1,-1 1,1 0,-1 1,0 1,0 0,-1 1,2 2,-12-8,0 1,-1-1,0 1,0 0,0 0,0 0,-1 0,1 0,-1 1,0-1,-1 1,1-1,-1 1,0 0,0 0,0 0,0-1,-1 1,0 0,0 0,0 0,-1 0,0 0,0-1,0 1,0 0,-1-1,0 1,0-1,0 1,0-1,-1 0,0 0,0 1,-6 5,0 0,-1-1,0 0,-1-1,0 0,0-1,0 0,-1-1,0 0,0-1,-1 0,1-1,-1 0,0-1,0-1,-1 0,1 0,-7-1,19-1,0 1,0-1,0 1,-1-1,1 0,0 1,0-1,-1 0,1 0,0 0,-1 0,1 0,0 0,0 0,-1 0,1-1,0 1,0 0,0-1,-1 1,1-1,0 0,0 1,0-1,0 0,0 1,0-1,0 0,0 0,0 0,0 0,1 0,-1 0,0 0,1 0,-1 0,1-1,-1 1,1 0,-1 0,1 0,0-1,-1 1,1 0,0-1,13-19,5-1</inkml:trace>
  <inkml:trace contextRef="#ctx0" brushRef="#br0" timeOffset="279.917">559 294,'-11'14,"-10"152,19-136,-1-14,0 1,2 0,0 0,1 0,1 0,1 0,0 0,1-1,1 1,0-1,5 10,-7-21,1-1,0 0,0 0,0 0,1 0,0 0,-1-1,1 1,0-1,1 0,-1 0,0-1,1 1,0-1,-1 0,1 0,0-1,0 0,0 1,0-2,0 1,1 0,-1-1,0 0,3-1,8 0,1-1,-1 0,1-1,-1-1,0-1,0-1,4-1,89-50,-66 28</inkml:trace>
  <inkml:trace contextRef="#ctx0" brushRef="#br0" timeOffset="517.284">465 494,'16'-4,"16"-7,15-7,12-9,13-5,5-5,1 0,-7 3,-9 4,-17 6</inkml:trace>
  <inkml:trace contextRef="#ctx0" brushRef="#br0" timeOffset="916.218">692 107,'67'-24,"1"3,2 3,-1 3,11 2,-68 11,155-11,-164 12,0 1,0 1,0-1,0 0,0 1,0-1,0 1,0 0,0 0,0 0,-1 1,1-1,0 0,-1 1,1 0,-1 0,0 0,1 0,-1 0,0 0,0 0,-1 1,1-1,0 1,-1-1,1 1,-1 0,0 0,0-1,0 1,0 0,0 0,-1 0,0 0,1 0,-1 0,0 0,0 0,-1 0,1 2,-38 145,18-90,8-20,1-1,2 2,1-1,3 1,1 0,2 17,1-55,1 1,0 0,0-1,0 1,1-1,-1 1,1-1,0 0,0 1,0-1,1 0,-1 1,1-1,-1 0,1 0,0 0,0 0,1-1,-1 1,0-1,1 1,0-1,0 0,-1 0,1 0,0 0,1 0,-1-1,1 1,7-1,-1 0,1-1,0 0,0-1,0 0,-1-1,1 0,-1 0,1-2,-1 1,0-1,0 0,7-5,-9 5,267-132,-225 110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8:25.47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243 541,'-9'0,"-1"1,1 0,0 1,0 0,0 0,1 1,-1 0,1 0,-1 1,1 1,0-1,0 1,1 0,0 1,0 0,0 0,0 0,1 1,0 0,1 1,-1-1,-2 6,0-2,1-1,0 1,1 1,0-1,0 1,1 0,1 0,0 1,1-1,0 1,1 0,-1 10,3-21,0 0,0 1,0-1,1 0,-1 0,1 0,-1 0,1 0,0 0,0-1,-1 1,1 0,1 0,-1 0,0-1,0 1,1 0,-1-1,1 0,-1 1,1-1,-1 0,1 0,0 1,0-1,0-1,0 1,-1 0,1 0,0-1,0 1,0-1,1 1,-1-1,0 0,0 0,0 0,0 0,0-1,0 1,0 0,0-1,0 1,0-1,0 0,0 0,0 0,1 0,11-8,1 0,-2 0,1-1,-1-1,-1 0,0-1,-1-1,0 1,0-2,-2 1,0-2,0 1,-1-1,-1 0,-1-1,3-9,3-7,-1-1,-2-1,-1 0,-2 0,-1 0,-2-1,-1 1,-2-1,-1 0,-2 1,-1-1,-6-21,9 49,-1 1,0-1,0 1,-1-1,1 1,-1 0,0 0,-1 0,0 0,0 0,-4-4,6 9,-1 1,1-1,0 0,-1 1,1 0,0-1,-1 1,1 0,0 0,-1 0,1 1,-1-1,1 0,0 1,0 0,-1 0,1-1,0 1,0 0,0 1,0-1,0 0,0 1,0-1,0 1,0-1,1 1,-1 0,1 0,-1 0,1 0,0 0,0 0,0 0,0 0,0 0,0 1,0-1,1 0,-1 1,1 1,-11 23,1 1,2 0,1 1,1 0,1 0,1 0,2 1,1-1,3 18,-3-29,2 0,1 0,0 0,1 0,1 0,1 0,0-1,1 1,1-1,1-1,0 0,1 0,1 0,1-1,0-1,0 0,2 0,0-1,0-1,1 0,0-1,1 0,1-1,3 0,-3-2,1-2,1 0,-1-1,1-1,0 0,0-1,0-1,1-1,-1-1,1-1,-9 1,0-1,-1 0,1 0,0-1,-1-1,0 0,1 0,-1-1,0 0,-1 0,1-1,-1 0,0-1,0 0,0 0,-1 0,0-1,0 0,2-4,-6 7,-1 1,1-1,0 0,-1 1,0-1,0-1,0 1,0 0,-1 0,1-1,-1 1,0-1,-1 1,1-1,-1 1,0-1,0 1,0-1,-1 1,1-1,-1 1,0-1,-1 1,1-1,-1 1,1 0,-1 0,-1 0,1 0,-1 0,1 0,-1 1,0-1,0 1,-1 0,1 0,-1 0,-3-2,2 2,0 0,0 1,0-1,0 1,-1 0,1 0,-1 1,1 0,-1 0,0 0,1 1,-1-1,0 1,0 1,1-1,-1 1,0 0,1 0,-1 1,1 0,-1 0,1 0,0 0,0 1,0 0,0 0,0 0,1 1,-1 0,1 0,0 0,0 0,1 0,-1 1,1 0,0 0,0 0,0 0,-1 5,3-6,-1 0,1 1,1-1,-1 0,1 1,0-1,0 0,0 1,0-1,1 1,0-1,0 0,0 0,0 1,1-1,-1 0,1 0,0 0,0 0,1-1,-1 1,1-1,0 1,0-1,0 0,0 0,0 0,1 0,0-1,-1 1,1-1,0 0,0 0,0-1,0 1,0-1,1 0,3 1,1-1,0 0,0-1,1 0,-1 0,0-1,0 0,0-1,0 1,-1-2,1 0,0 0,-1 0,0-1,0 0,0-1,0 1,-1-2,1 1,-1-1,-1 0,5-5,-11 10,1 1,-1 0,1 0,-1-1,1 1,-1 0,1 0,-1 0,1 0,-1-1,1 1,-1 0,1 0,-1 0,1 0,-1 0,1 0,-1 0,1 0,-1 1,1-1,-1 0,0 0,1 0,-1 0,1 1,-1-1,1 0,-1 0,1 1,-1-1,0 0,1 1,-1-1,0 0,1 1,-1-1,0 1,0-1,1 1,-1-1,0 1,0-1,0 0,1 1,-1-1,0 1,0-1,0 1,0-1,0 1,0-1,0 1,0-1,0 1,0-1,-1 1,1-1,0 1,0-1,0 1,-1-1,1 1,0-1,0 1,-1-1,1 0,0 1,-1-1,1 1,1 12,1-10,0 0,0 0,1 0,0-1,-1 1,1-1,0 0,0 0,0 0,0 0,1 0,-1 0,0-1,1 0,-1 0,1 0,0 0,-1 0,1-1,0 1,-1-1,1 0,0 0,-1-1,1 1,0-1,-1 0,1 0,-1 0,1 0,-1 0,2-1,3-3,0 1,0-1,-1 0,1-1,-1 0,0 0,-1 0,0-1,0 0,0 0,-1-1,0 0,0 0,3-7,44-123,-37 80,-2-1,-3 0,-3-1,-2 0,-3-55,-2 108,1-2,-1 0,0 0,-1 0,0 0,0 0,0 0,-1 0,-1 0,0 1,0-1,0 1,-1 0,-1 0,-1-2,5 9,-1 0,0 0,0 0,1 0,-1 0,0 1,0-1,0 1,0-1,0 1,0 0,0 0,0 0,0 0,0 0,0 0,0 0,0 1,0-1,0 1,0 0,0-1,0 1,0 0,0 0,1 0,-1 0,0 1,1-1,-1 0,1 1,-1-1,1 1,0-1,0 1,-1 0,1-1,0 1,1 0,-1 0,0 0,0 1,-11 20,0 1,2 0,1 0,1 0,1 1,1 1,1-1,2 1,-1 18,2-15,1-1,2 0,1 0,1 0,1 0,1 0,2-1,1 1,10 23,-11-35,0-1,1 1,0-2,1 1,1-2,0 1,1-1,0-1,1 0,0 0,1-1,1-1,-1 0,2-1,-1 0,1-2,5 2,-14-6,1 0,-1 0,1-1,0 0,0-1,0 0,1 0,-1 0,0-1,0 0,0 0,0-1,1 0,-1 0,0 0,0-1,0 0,-1-1,1 0,-1 0,1 0,-1-1,0 0,0 0,0 0,-1-1,1 0,4-5,-2-1,1 0,-1 0,-1-1,0 0,-1 0,0-1,0 1,-2-1,0-1,0 1,-1 0,-1-1,1-3,-3 16,1 0,-1 0,1 0,-1 1,0-1,1 0,-1 0,0 0,0 0,0 0,1 0,-1 0,0 0,0 0,0 1,0-1,-1 0,1 0,0 0,0 0,0 0,-1 0,1 0,0 1,-1-1,1 0,-1 0,1 0,-1 1,0-1,1 0,-1 1,1-1,-1 0,0 1,0-1,1 1,-1-1,0 1,0-1,0 1,0 0,0 0,1-1,-1 1,0 0,0 0,0 0,0 0,0 0,0 0,0 0,0 0,0 0,0 0,-6 7,1 0,1 1,-1-1,1 1,0 0,1 1,0-1,0 1,1-1,0 1,1 0,0 1,0-1,0 5,1-7,0 0,0 0,1 1,0-1,0 0,0 1,1-1,0 0,1 0,0 0,0 0,0 0,1 0,0 0,0-1,1 1,-1-1,2 0,-1 0,1-1,-1 1,1-1,1 0,-1 0,1-1,0 1,0-1,5 2,-1-1,1 0,-1-1,1 0,0-1,0 0,1 0,-1-1,0-1,1 0,-1-1,1 0,-1 0,0-2,1 1,6-3,19-7</inkml:trace>
  <inkml:trace contextRef="#ctx0" brushRef="#br0" timeOffset="248.37">884 354,'21'0,"24"2,26 6,18 3,8 7,-12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7:33.16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87 382,'10'-38,"1"1,1 0,2 1,2 1,1 0,11-15,6-14,-9 15,-51 147,12-18,4 2,4-1,3 1,4 0,6 32,-5-61,-1 28,-2-80,0-1,1 0,-1 0,0 1,0-1,1 0,-1 0,0 0,0 0,1 0,-1 0,0 0,1 0,-1 0,0 0,0-1,1 1,-1 0,0 0,1-1,-1 1,0 0,1-1,-1 1,0-1,1 1,-1-1,1 1,-1-1,1 1,-1-1,1 0,0 1,-1-1,1 1,0-1,-1 0,1 0,0 1,0-1,-1 0,1 1,0-1,0 0,0 0,-1 0,1 0,-1 1,1-1,-1 1,1-1,-1 1,1-1,-1 0,1 1,0-1,-1 0,1 1,0-1,0 0,-1 0,1 1,0-1,0 0,0 0,0 0,0 1,0-1,0 0,0 0,0 1,0-1,1 0,-1 0,0 1,0-1,1 0,-1 1,1-1,-1 0,0 1,1-1,-1 1,1-1,-1 0,1 1,0-1,-1 1,1-1,0 1,-1 0,1-1,0 1,-1 0,1-1,0 1,-1 0,2 0,45-6,-39 6,396-12,-370 12</inkml:trace>
  <inkml:trace contextRef="#ctx0" brushRef="#br0" timeOffset="252.34">1036 648,'5'-2,"1"-3,-1-3,0-1</inkml:trace>
  <inkml:trace contextRef="#ctx0" brushRef="#br0" timeOffset="48605.708">7 2172,'-2'-8,"0"-1,1 1,0-1,1 0,0 1,0-1,1 0,0 0,0 1,1-1,1 1,-1 0,1-1,1 1,-1 1,4-6,-7 12,12-29,1 0,2 1,0 0,2 1,1 1,1 1,2 0,0 2,2 0,0 2,13-9,-17 21,1 1,0 1,0 1,0 0,1 2,0 0,0 2,1 0,-1 1,0 2,1 0,-1 1,1 1,-1 1,19 5,52 12,0 3,-1 5,-2 4,-1 4,47 28,-74-36,-57-27,39 20,2-3,0-2,21 4,-53-16,-1-2,1 1,0-2,0 0,1 0,-1-1,0-1,0 0,0-1,0 0,0-1,-1-1,1 0,11-5,0-7,-1-1,0-1,-1-2,-1 0,-1 0,-1-2,-1-1,-1 0,-1-1,-1-1,9-19,5-4,-25 42,8-15,1 1,2 0,0 1,1 1,5-5,-17 19,1 0,-1 0,1 1,0-1,0 1,0 0,0 1,0-1,1 1,-1 0,1 0,-1 1,1 0,0 0,-1 0,1 0,0 1,0 0,0 1,0-1,-1 1,1 0,0 0,3 2,4 3,-2 0,1 1,-1 0,0 0,0 2,-1-1,0 1,-1 1,5 5,21 20,-17-19,1-1,1-1,-1-1,2 0,0-2,0 0,1-2,1 0,-1-2,1 0,1-1,20 1,6-1,1-3,0-2,0-2,0-3,0-1,-1-3,0-2,34-13,42-17,-2-6,88-48,-161 68,0 2,2 2,0 3,2 2,0 2,0 3,1 2,1 2,29 2,-75 6,1 0,-1 1,0 1,0-1,0 2,-1 0,1 0,-1 1,1 0,-1 0,0 2,-1-1,1 1,-1 0,0 1,-1 0,1 1,-2-1,1 2,-1-1,0 1,-1 0,0 0,0 1,-1 0,1 1,6 25,-1 1,-1 1,-2-1,-2 2,-1 10,0-11,6 40,59 352,-61-394</inkml:trace>
  <inkml:trace contextRef="#ctx0" brushRef="#br0" timeOffset="49453.278">3282 942,'-5'21,"-1"15,1 9,4 6,7 1,5-4,6-6,2-7,1-8,-4-8</inkml:trace>
  <inkml:trace contextRef="#ctx0" brushRef="#br0" timeOffset="50189.007">3122 622,'31'6,"0"2,-1 0,0 3,0 0,-1 2,-1 0,0 3,9 7,-19-12,0 1,-1 0,0 2,-2 0,1 1,-2 0,0 1,-1 1,0 0,-1 0,-1 2,-1-1,-1 1,-1 1,0 0,-1 0,-1 0,-2 1,1 0,-2 0,-1 7,0 59,-2-86,0 0,0 0,1 0,-1 0,0-1,1 1,-1 0,0 0,1 0,-1-1,1 1,0 0,-1-1,1 1,-1 0,1-1,0 1,0-1,-1 1,1-1,0 1,0-1,0 0,-1 1,1-1,0 0,0 0,0 0,0 1,0-1,0 0,-1 0,1 0,0 0,0-1,0 1,0 0,0 0,0 0,-1-1,1 1,0-1,0 1,0 0,0-1,39-22,-39 23,32-26,0-2,-2-1,19-23,-46 47,-2 4,-2 0,0 0,1 0,-1 0,0 0,1 0,-1 1,1-1,0 0,-1 0,1 0,0 1,-1-1,1 0,0 1,0-1,-1 1,1-1,0 1,0-1,0 1,0 0,0-1,0 1,0 0,0 0,0-1,0 1,0 0,0 0,0 0,0 0,0 0,0 1,-1-1,1 0,0 0,0 1,0-1,0 0,0 1,0-1,0 1,0 0,8 33,-8-29,-1 0,1-1,0 1,1-1,-1 1,1-1,0 0,0 0,0 0,1 0,-1 0,1 0,0 0,0-1,1 1,-1-2,1 1,0 0,-1-1,1 0,1 1,-1-2,0 1,0 0,1-1,-1 0,1 0,-1 0,1-1,-1 1,1-1,-1 0,1 0,0-1,-1 1,1-1,-1 0,1-1,-1 1,0-1,0 1,1-1,-1 0,0-1,-1 1,4-3,3-2,-1-1,1 1,-2-2,1 1,-1-1,0-1,-1 1,0-1,-1-1,0 1,1-4,3-14,-2 0,-1-1,-1 0,-1 0,-2 0,-1-1,-1 1,-1-1,-4-20,0 2,-2-1,-2 1,-3 0,-1 0,-12-26,2 34,16 49,2 107,5-94,0 32,3 1,2-1,3 0,1-1,4 0,1 0,3-2,2 0,2-1,12 17,-31-60,0-1,1 0,0-1,0 1,0 0,0-1,1 0,0 0,0-1,1 1,-1-1,1 0,0 0,0-1,0 0,1 0,-1 0,1-1,-1 0,4 0,11-4</inkml:trace>
  <inkml:trace contextRef="#ctx0" brushRef="#br0" timeOffset="50436.347">3910 635,'16'-2,"21"-1,25 0,22 1,16 5,5 6,-14 3</inkml:trace>
  <inkml:trace contextRef="#ctx0" brushRef="#br0" timeOffset="50803.492">4552 1183,'8'-38,"-1"-1,-2 1,-2-1,-1 0,-2 0,-2 0,-2 0,4 34,0-1,0 1,-1 0,0 0,0 0,0 0,-1 0,0 0,0 0,0 1,0-1,-1 1,0-1,0 1,0 0,0 0,-1 0,1 0,-4-2,6 6,0 0,0-1,-1 1,1 0,0 0,0 0,0 0,-1 0,1 0,0 0,0 0,0 0,-1 1,1-1,0 0,0 1,0-1,0 1,0-1,0 1,0 0,0-1,0 1,0 0,0 0,0 0,1 0,-1 0,0-1,1 1,-1 0,0 1,1-1,-1 0,1 0,0 0,-1 0,1 0,0 0,0 1,-1-1,1 0,0 0,0 0,0 1,1-1,-1 0,0 0,0 0,1 0,-1 1,0-1,1 0,-1 0,1 0,0 0,-1 0,1 0,0 0,6 5,-1-1,1 0,1 0,-1-1,0 0,1 0,0-1,0 0,0 0,1-1,-1 0,0 0,1-1,-1 0,1-1,6 0,-9 1,205 16,-208-18,-1 1,0 0,0 0,0 0,1 0,-1 0,0 1,0-1,0 1,1 0,-1-1,0 1,0 0,0 0,0 0,0 0,-1 1,1-1,0 0,0 1,-1 0,1-1,-1 1,0 0,1-1,-1 1,0 0,0 0,0 0,0 0,0 0,-1 1,1-1,-1 0,1 0,-1 0,0 0,0 1,0-1,0 0,0 2,-45 89,3-9,41-83,0 1,1-1,0 1,-1 0,1-1,0 1,0-1,0 1,0 0,0-1,0 1,0-1,0 1,1 0,-1-1,1 1,-1-1,1 1,0-1,-1 1,1-1,0 0,0 1,0-1,0 0,0 0,0 0,1 0,-1 0,0 0,1 0,-1 0,0 0,1 0,-1-1,1 1,-1-1,1 1,-1-1,1 1,0-1,0 0,73 2,-19-10,0-3</inkml:trace>
  <inkml:trace contextRef="#ctx0" brushRef="#br0" timeOffset="51064.182">5421 1023,'-9'0,"-1"0,8 0,5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8:26.94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245 0,'22'631,"-13"269,-8-835,2 1,3-2,4 1,13 51,-14-97,1-26,-8-67,-2 49</inkml:trace>
  <inkml:trace contextRef="#ctx0" brushRef="#br0" timeOffset="337.121">71 1190,'-3'0,"0"1,-1-1,1 1,0 0,0 0,0 0,0 1,-1-1,2 1,-1-1,0 1,0 0,1 0,-1 0,1 1,-1-1,1 1,0-1,0 1,0 0,0 0,1-1,-1 1,1 1,0-1,0 0,0 0,0 0,0 1,1-1,-1 0,1 2,0 5,0-1,0 0,2 0,-1 1,1-1,0 0,1-1,-1 1,2 0,0-1,2 4,18 25,1-1,3-1,0-1,3-2,0-1,2-1,16 10,-44-36,6 6,0-1,0 0,1-1,0 0,0-1,1 0,3 0,-14-6,-1-1,1 1,-1-1,1 1,-1-1,1 0,0 0,-1 0,1 0,-1 0,1 0,0 0,-1 0,1-1,-1 1,1-1,-1 1,1-1,-1 1,1-1,-1 0,1 0,-1 0,0 0,0 0,1 0,-1 0,0 0,0 0,0-1,0 1,0 0,0-1,0 0,17-56,-10-4,-2-1,-3 1,-4-28,1-24,-1 105,1 0,0 0,0 0,1 0,0 0,0 0,1 0,0 0,1 1,0-1,0 1,1-1,0 1,1 0,-1 1,1-1,1 1,0 0,0 0,6-4,26-9,1 7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8:27.71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53 320,'-7'21,"-5"15,1 14,1 6,3 6,2 2,4-4,8-8,4-9,0-13</inkml:trace>
  <inkml:trace contextRef="#ctx0" brushRef="#br0" timeOffset="533.504">226 668,'40'-25,"-26"18,-1-1,1-1,-1 0,-1-1,0 0,0-1,-1 0,0-1,-1 0,8-13,-17 24,0 0,-1 0,1 0,0 0,-1 0,1 0,0 0,-1 0,0 0,1 0,-1-1,1 1,-1 0,0 0,0 0,0 0,0-1,0 1,0 0,0 0,0 0,0 0,-1-1,1 1,0 0,-1 0,1 0,-1 0,1 0,-1 0,1 0,-1 0,0 0,0 0,1 0,-1 0,0 1,0-1,0 0,0 0,0 1,0-1,0 1,0-1,0 1,0-1,0 1,-1 0,1-1,0 1,0 0,0 0,0 0,-1 0,1 0,0 0,-8 2,-1 1,1 1,0-1,0 1,0 1,1 0,-1 0,1 0,1 1,-1 1,1-1,0 1,-3 4,2-3,1 0,0 0,1 0,0 1,1-1,0 2,0-1,-2 7,6-14,0 0,0 1,0 0,0-1,1 1,-1-1,1 1,0 0,-1 0,1-1,1 1,-1 0,0-1,1 1,-1 0,1-1,0 1,0-1,0 1,0-1,0 1,0-1,1 0,-1 0,1 1,0-1,-1 0,1 0,0-1,0 1,1 0,-1-1,0 1,0-1,1 0,6 3,0 0,1-1,-1-1,1 0,0 0,0-1,0 0,-1 0,1-1,0-1,0 0,3 0,36-6</inkml:trace>
  <inkml:trace contextRef="#ctx0" brushRef="#br0" timeOffset="1000.257">708 348,'-6'1,"1"0,0 0,0 1,1 0,-1 0,0 0,1 1,-1-1,1 1,0 0,0 0,0 1,0-1,0 1,1 0,0 0,-1 0,2 0,-1 1,0-1,1 1,0 0,0 0,0-1,1 1,0 0,-1 1,2-1,-1 0,1 0,0 0,0 0,0 0,1 2,4 8,1 0,0 0,2 0,0-1,0 0,1-1,6 7,18 28,-25-35,-2-5,-1 1,1 0,-2 0,1 1,-1-1,0 1,-1 0,-1 0,1 1,-3-10,0 0,0-1,0 1,0 0,0 0,0-1,0 1,0 0,0-1,0 1,0 0,0 0,-1-1,1 1,0 0,-1-1,1 1,0-1,-1 1,1 0,-1-1,1 1,-1-1,1 1,-1-1,0 1,1-1,-1 0,1 1,-1-1,0 0,1 1,-1-1,0 0,1 0,-1 0,0 0,0 1,1-1,-1 0,0 0,1 0,-1 0,0-1,0 1,1 0,-1 0,0-1,-33-15,30 10,-1-1,2 0,-1 0,1 0,0-1,0 1,1-1,0 0,1 1,0-1,0 0,0 0,1 0,0 0,1 0,-1 0,2 1,-1-1,1 0,0 1,1-1,0 1,0-1,3-3,0-2,1 1,0 0,1 0,0 0,1 1,0 1,1-1,0 1,1 1,0 0,1 1,-1 0,1 0,1 2,4-3,-15 8,0 0,0-1,1 1,-1 0,0 0,1 1,-1-1,1 0,-1 1,1-1,-1 1,1 0,-1 0,1 0,0 0,-1 0,1 1,-1-1,1 1,-1-1,1 1,-1 0,0 0,1 0,-1 1,0-1,0 0,0 1,0 0,0-1,0 1,0 0,0 0,-1 0,1 0,0 1,3 11,0 1,0-1,-2 1,0 1,0-1,-2 0,0 0,0 2,4 42,5-20,-10-38,1 0,-1-1,0 1,0-1,1 1,-1 0,0-1,1 1,-1-1,1 1,-1-1,1 1,-1-1,1 1,-1-1,1 0,-1 1,1-1,-1 0,1 1,0-1,-1 0,1 0,0 0,-1 1,1-1,0 0,-1 0,1 0,0 0,-1 0,1 0,0 0,-1 0,1-1,0 1,-1 0,1 0,-1-1,1 1,0 0,-1 0,1-1,-1 1,1-1,-1 1,1-1,-1 1,1-1,-1 1,1-1,-1 1,13-15</inkml:trace>
  <inkml:trace contextRef="#ctx0" brushRef="#br0" timeOffset="1251.582">962 0,'-14'7,"-8"7,-2 5,5 4,6 3,11 1,13 1,12 0,4-4</inkml:trace>
  <inkml:trace contextRef="#ctx0" brushRef="#br0" timeOffset="2218.343">1283 629,'14'-330,"-15"329,1-1,-1 0,1 0,0 0,0 1,0-1,0 0,0 0,0 0,1 0,-1 1,1-1,-1 0,1 0,-1 1,1-1,0 0,0 1,0-1,0 1,0-1,0 1,0 0,1-1,-1 1,1 0,-1 0,0 0,1 0,0 0,-1 0,1 0,0 0,-1 1,1-1,0 1,0-1,-1 1,1 0,0 0,2 0,4-1,0 0,1 1,-1 0,1 0,-1 1,1 0,-1 1,0 0,0 0,0 1,0 0,0 0,0 1,-1 0,1 0,-1 1,-1 0,1 0,0 1,-1-1,0 1,-1 1,1-1,2 6,-5 0,0 1,-1 0,0-1,-1 1,-1 0,0 0,-1-1,0 1,-1 0,0-1,-1 1,-3 6,-6 45,11-61,0 0,1 0,-1 0,1 0,-1 0,1 0,0 0,0 0,1 0,-1 0,1 0,-1 0,1 0,0 0,0 0,0 0,0 0,1 0,-1-1,1 1,0-1,0 1,0-1,0 1,0-1,0 0,1 0,-1 0,1 0,-1-1,1 1,0-1,-1 1,1-1,8-1,-1 1,1-2,-1 0,1 0,-1-1,0 0,1 0,-1-1,-1-1,1 0,0 0,-1-1,0 0,0 0,0-1,-1-1,0 1,0-1,0-1,-1 1,0-1,5-8,-2 2,-1 1,0-2,-1 1,0-1,-2 0,1-1,-2 1,0-1,-1-1,0 1,-2 0,0-1,0-9,-2 25,1 1,-1-1,0 0,1 0,-1 1,0-1,0 0,0 0,0 1,0-1,0 0,0 0,0 1,0-1,0 0,0 0,0 1,0-1,-1 0,1 1,0-1,0 0,-1 0,1 1,-1-1,1 1,-1-1,1 0,-1 1,1-1,-1 1,1-1,-1 1,0-1,1 1,-1 0,1-1,-1 1,0 0,0-1,1 1,-1 0,0 0,0 0,1 0,-1 0,0 0,0 0,1 0,-1 0,0 0,0 0,1 0,-1 0,0 1,0-1,1 0,-1 0,0 1,1-1,-1 1,1-1,-1 1,0-1,1 1,-1-1,1 1,-1-1,1 1,-5 6,0 0,0 1,1 0,0 0,1 0,0 0,0 0,1 1,0-1,0 1,1 0,0-1,1 1,-1 0,2 0,-1-1,1 1,1 0,0-1,0 2,1-4,-1-1,1 0,0 0,0 0,1 0,-1-1,1 1,0-1,0 0,1 0,-1-1,1 1,0-1,0 0,0 0,0 0,0-1,1 0,-1 0,1 0,-1-1,1 0,2 1,10 0,1 0,0 0,-1-2,1 0,0-2,12-2,0-1,-1-2,0-1,0-2,-1-1,0-1,-1-1,-1-2,0 0,-1-2,18-15,-42 31,0 0,1 0,-1 0,0 0,0-1,0 1,0-1,0 1,-1-1,1 0,0 1,-1-1,1 0,-1 0,0 0,0 0,1-1,-2 1,1 0,0 0,0-1,-1 1,1 0,-1-1,1 1,-1-1,0 1,0-1,0 1,-1 0,1-1,0 1,-1-1,0 1,1 0,-1 0,0-1,0 1,-1 0,1 0,0 0,-1 0,0-1,-2 0,-1 0,0 0,0 0,0 1,0 0,0 0,-1 0,1 1,-1 0,1 0,-1 0,1 0,-1 1,1 0,-1 0,0 1,1-1,-1 1,1 0,-1 1,1 0,0-1,0 2,-1-1,1 0,1 1,-1 0,0 0,-1 2,-1 0,1-1,0 1,0 0,0 1,1-1,0 1,0 0,0 1,1-1,0 1,0 0,0 0,1 0,0 0,1 1,0-1,0 1,0 0,1-1,0 9,1-14,0 1,0 0,0 0,1 0,-1 0,1 0,0 0,0-1,0 1,0 0,0-1,1 1,-1-1,1 1,0-1,0 0,0 1,0-1,0 0,0 0,0-1,1 1,-1 0,1-1,-1 1,1-1,-1 0,1 0,0 0,0 0,0-1,0 1,-1-1,1 1,0-1,2 0,4 0,-1 0,0-1,0 0,1 0,-1-1,0 0,0 0,0-1,-1 0,1-1,-1 1,6-5,106-100,-70 57,-34 46,-19 28,2-17,2-5,-2 2,0 1,1 0,-1 0,1 0,0 0,0 1,0-1,1 0,-1 0,1 0,0 1,0-1,1 0,-1 0,1 1,0-1,0 0,0 0,1 0,0 0,-1 0,1-1,0 1,1 0,-1-1,1 0,0 1,-1-1,4 2,8 1,0 0,1-2,0 1,0-2,0 0,0-1,0 0,1-2,-1 1,1-2,-1 0,14-3,188-29,-163 21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9:46.78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1,'11'9,"13"5,12 1,10-3,8-3,2-4,0-1,-6-3,-11-1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9:46.95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26,'25'7,"22"0,19-6,14-8,9-4,6-1,-13 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9:50.98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174 614,'-2'21,"-1"15,-2 11,0 5,0 2,2-4,1-8,1-10</inkml:trace>
  <inkml:trace contextRef="#ctx0" brushRef="#br0" timeOffset="705.163">1 481,'44'2,"0"3,0 1,-1 2,1 2,35 14,-54-16,1 1,-2 1,1 2,-1 0,15 11,-31-17,1 0,-1 0,-1 1,1-1,-1 2,-1-1,1 1,-1 0,0 1,-1-1,0 1,-1 0,1 0,-2 1,1-1,0 7,-2 100,-3-114,1-1,-1 0,1 0,-1 0,1 0,0 1,-1-1,1 0,0 0,0 1,0-1,0 0,0 0,0 1,0-1,1 0,-1 0,0 1,1-1,-1 0,1 0,-1 0,1 0,0 0,-1 1,1-1,0-1,0 1,0 0,0 0,0 0,-1 0,2 0,-1-1,0 1,0-1,0 1,0 0,0-1,0 0,1 1,-1-1,0 0,1 0,6-3,0-1,0 0,0-1,-1 0,0 0,0 0,0-1,0 0,-1-1,2-1,4-4,82-88,-77 85,-16 15,0 1,-1-1,1 1,0-1,0 1,0-1,0 1,-1 0,1-1,0 1,-1 0,1 0,-1 0,1-1,-1 1,1 0,-1 0,1 0,-1 0,0 0,1 0,-1 0,0 0,0 0,0 0,0 0,0 0,0 0,0 0,0 0,0 0,0 0,-1-1,1 1,0 0,-1 0,1 0,0 0,-1 1,0 2,11 100,-9-100,1 1,-1-1,1 0,0 0,0 0,0-1,0 1,1 0,-1-1,1 1,0-1,0 0,1 0,-1 0,0-1,1 1,0-1,0 0,-1 0,1 0,0 0,4 1,0-2,-1 0,0 0,1 0,-1-1,1 0,-1-1,0 1,1-2,-1 1,0-1,0 0,1 0,-2-1,1 0,0 0,-1 0,4-3,5-4,0 0,-1-1,0 0,-1-1,0-1,8-11,-5 3,-1 0,-1-2,-1 0,-1 0,-1-1,-2-1,0 0,-1 0,-1 0,-2-1,-1 0,0 0,-2-5,0-12,-2 0,-2-1,-1 1,-3 0,-1 0,-2 1,-10-26,14 53,3 5,-1 1,0 0,0 0,-1 0,0 0,-1 0,0 1,0 0,-5-6,9 14,1-1,0 1,-1 0,1 0,0-1,-1 1,1 0,-1 0,1 0,0 0,-1-1,1 1,-1 0,1 0,-1 0,1 0,0 0,-1 0,1 0,-1 0,1 0,-1 1,1-1,0 0,-1 0,1 0,-1 0,1 1,0-1,-1 0,1 0,0 0,-1 1,1-1,0 0,-1 1,1-1,0 0,0 1,-1-1,1 0,0 1,0-1,0 1,0-1,-1 0,1 1,0-1,0 1,0-1,0 1,0-1,0 0,0 1,0-1,0 1,0-1,0 1,0-1,1 0,-1 1,0-1,0 1,-5 171,7-125,24 435,-25-477,-1 7,1 0,0-1,0 1,2 0,-1-1,2 1,-1-1,1 0,1 0,0 0,1-1,0 0,0 0,5 4,-9-12,0 0,0-1,0 0,0 1,0-1,1 0,-1 0,1 0,-1-1,0 1,1 0,-1-1,1 0,0 1,-1-1,1 0,-1 0,1-1,-1 1,1 0,-1-1,1 0,-1 1,1-1,-1 0,0 0,1 0,-1-1,0 1,0-1,0 1,1-2,21-17</inkml:trace>
  <inkml:trace contextRef="#ctx0" brushRef="#br0" timeOffset="951.502">790 361,'-16'0,"-8"0,6 0,16 0,25 0,29 0,28 0,23 2,15 3,-13 1</inkml:trace>
  <inkml:trace contextRef="#ctx0" brushRef="#br0" timeOffset="1365.385">1511 921,'1'-38,"-2"0,-1 1,-2-1,-2 0,-1 1,-10-26,0 9,18 52,0 0,0 1,0-1,0 1,0-1,0 1,0 0,0-1,0 1,1 0,-1 0,1 0,-1 0,1 0,-1 0,1 0,-1 0,1 1,0-1,0 0,-1 1,1 0,0-1,0 1,-1 0,1 0,0 0,0 0,0 0,-1 0,1 1,0-1,0 1,-1-1,2 1,2-1,32 1,0 1,0 2,-1 2,1 1,-1 2,-1 1,0 2,3 3,-34-14,-1 0,0 0,0 0,0 1,-1-1,1 1,0 0,-1 0,1 0,-1 0,1 0,-1 1,0-1,0 1,0-1,0 1,-1 0,1 0,-1 0,1-1,-1 2,0-1,0 0,-1 0,1 0,-1 0,1 1,-1-1,0 0,0 0,0 0,-1 1,0 1,-40 68,35-66,1 0,0 0,0 0,1 1,0-1,0 1,1 0,0 0,0 0,1 0,-1 7,3-12,0-1,1 1,-1 0,1 0,-1 0,1-1,0 1,0 0,0 0,0-1,1 1,-1-1,1 0,-1 1,1-1,0 0,0 0,0 0,0 0,0 0,0 0,1-1,-1 1,1-1,-1 1,1-1,-1 0,1 0,1 0,83 15,-72-16,1-1,-1 0,1-1,-1-1,0-1,0 0,0 0,-1-2,0 0,8-5,4-12,-19 12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9:50.25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0 241,'21'0,"20"0,19 0,15 0,11 0,7 0,1 0,-4 0,-11 0,-11 0,-18 0</inkml:trace>
  <inkml:trace contextRef="#ctx0" brushRef="#br0" timeOffset="299.717">522 0,'4'18,"14"9,14 1,18-1,14-4,10-2,4-4,-5 1,-10 4,-16 4,-20 8,-24 7,-27 5,-24 5,-18 1,-12-2,2-8,12-11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9:47.40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157 179,'-12'7,"1"0,-1 1,2 1,-1 0,1 0,1 1,0 1,0-1,1 1,0 1,1-1,0 1,1 1,1-1,0 1,0 0,1 0,1 1,0-1,1 5,2-13,0-1,0 0,1 1,0-1,0 0,0 0,0 0,1 0,0 0,-1 0,1 0,1 0,-1-1,1 1,-1-1,1 0,0 1,0-1,0-1,1 1,-1 0,1-1,-1 0,1 0,0 0,0 0,0 0,0-1,3 1,5 2,1-1,0-1,-1 0,1 0,0-2,0 1,0-2,0 1,5-3,-7 2,0 0,-1-1,1-1,-1 1,0-2,0 1,0-2,0 1,-1-1,0-1,0 1,0-2,0 1,-1-1,0-1,-1 1,0-1,0 0,0-1,-1 0,-1 0,1 0,-1-1,-1 1,0-1,0-1,-1 1,-1 0,1-1,-2 1,1-1,-1 0,-1 1,0-1,-1 0,-1-6,0 6,-2 1,0 0,0 0,0 0,-2 0,1 1,-1 0,0 0,-1 0,0 1,0 0,-1 0,0 1,-1 0,1 0,-10-4,13 7,0 1,-1 0,1 1,-1-1,0 1,0 0,1 1,-1-1,-1 1,1 0,0 1,0-1,0 1,0 0,0 1,0 0,0 0,-1 0,2 1,-1-1,0 1,0 1,1-1,-1 1,1 0,-1 0,1 1,0-1,1 1,-2 2,0 0,0 0,0 1,1 0,0 0,0 0,1 0,0 1,0 0,1 0,0 0,0 0,1 0,0 1,1-1,-1 1,2-1,-1 1,1 0,0-1,1 1,0-1,1 1,-1-1,2 1,0 2,14 23</inkml:trace>
  <inkml:trace contextRef="#ctx0" brushRef="#br0" timeOffset="547.405">678 326,'19'-58,"3"1,2 0,3 2,9-12,-35 66,14-23,-15 24,0 0,0-1,0 1,0 0,1-1,-1 1,0 0,0-1,0 1,0 0,0 0,1-1,-1 1,0 0,0 0,1-1,-1 1,0 0,0 0,1 0,-1-1,0 1,1 0,-1 0,0 0,0 0,1 0,-1 0,0 0,1 0,-1 0,0 0,1 0,-1 0,0 0,1 0,-1 0,0 0,1 0,-1 0,0 0,1 0,-1 0,0 0,1 1,-1-1,0 0,0 0,1 0,-1 1,0-1,0 0,0 0,1 1,-1-1,0 0,0 0,0 1,0-1,1 0,-1 1,0-1,0 0,0 1,0-1,0 0,0 1,0-1,0 0,-3 95,-3 27,5 0,6 15,-3-130,-1-1,0 0,0 0,0 1,-1-1,0 0,-1 1,1-1,-1 1,0-1,-1 0,1 0,-1 0,0 0,-1 0,0 0,0-1,0 1,0-1,-1 1,0-1,0-1,0 1,-1 0,0-1,0 0,0 0,-81 17,126-34,38-3,1 3,42 0,-78 11</inkml:trace>
  <inkml:trace contextRef="#ctx0" brushRef="#br0" timeOffset="1597.909">1507 727,'1'-4,"-1"0,2 0,-1 0,0 0,1 1,-1-1,1 0,0 1,1-1,-1 1,0 0,1-1,0 1,0 0,0 1,0-1,0 0,0 1,1 0,-1 0,1 0,0 0,0 1,-1-1,1 1,0 0,0 0,0 0,0 1,0-1,1 1,-1 0,0 0,0 1,0 1,-1 0,0 1,1-1,-1 1,0 0,-1 0,1 1,-1-1,1 0,-1 1,0-1,0 1,0 0,-1 0,1 0,-1 0,0 0,0 0,-1 0,1 0,-1 0,0 0,0 1,0-1,0 0,-1 0,0 4,0 4,-1 0,1 0,-2 0,0-1,0 1,-1-1,0 0,-1 0,-1 0,1 0,-2-1,1 0,-2 0,1-1,-1 0,-2 2,-11-1,26-12,-1 0,1 0,-1 1,1 0,0 0,0 0,0 1,-1-1,1 1,0 1,0-1,0 0,0 1,-1 0,1 0,0 1,-1-1,1 1,-1 0,1 0,2 3,112 30,-114-35,1 1,0-1,0 0,-1-1,1 1,0-1,-1 0,1-1,-1 0,1 1,-1-2,1 1,-1 0,0-1,0 0,-1 0,1-1,0 0,-1 1,1-3,-1 2,-1-1,0 1,0-1,-1 0,1 0,-1 0,0 0,0 0,-1-1,0 1,0-1,0 1,0-1,-1 1,0-1,0 1,-1-1,0-3,0-3</inkml:trace>
  <inkml:trace contextRef="#ctx0" brushRef="#br0" timeOffset="1847.274">2108 580,'16'18,"10"13,5 10,-1 8,-5 8,-9 9,-14 7,-19 6,-23 6,-20 0,1-14</inkml:trace>
  <inkml:trace contextRef="#ctx0" brushRef="#br0" timeOffset="2265.975">1453 553,'-13'16,"-10"14,-7 12,-4 11,5 11,7 6,9 3,17-1,18-5,21-9,23-15,17-14,-5-13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9:45.85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78 62,'10'36,"-9"50,-3 1,-5-1,-13 66,18-137,-7 27,3-43,-17-96,15 49,2-1,2 1,2-1,3 0,3-22,-4 65,0-1,1 0,-1 1,1-1,1 1,-1-1,1 1,0-1,1 1,0 0,0 0,0 0,0 1,1-1,0 1,0 0,1 0,-1 0,1 0,0 1,1 0,-1 0,1 0,-1 1,1 0,0 0,0 0,1 1,1 0,1 1,0 0,0 1,0 0,0 0,-1 1,1 0,0 0,0 1,-1 0,1 1,-1 0,0 0,2 2,-6-3,0 0,0 0,0 1,0-1,0 1,-1 0,1 0,-1 1,0-1,0 0,0 1,0 0,-1 0,1 0,-1 0,0 0,-1 0,1 1,-1-1,1 1,-1-1,-1 1,1-1,0 1,-1 0,0-1,-1 5,-3 5,0 1,-1-1,-1 0,0 0,-1 0,-1-1,0 0,-1 0,0-1,-1 0,0-1,-1 0,0-1,0 0,-1-1,-1 0,0 0,-25 8,46-38,3 10,1 1,0 1,1 0,0 0,0 1,1 1,-1 0,2 1,-1 1,1 0,0 0,4 1,-15 3,0-1,0 1,0 0,1 1,-1-1,0 1,0 0,0 0,0 0,1 1,-1-1,0 1,0 0,0 0,0 0,0 1,0-1,0 1,-1 0,1 0,-1 1,1-1,-1 1,0-1,0 1,0 0,0 0,0 1,-1-1,1 0,-1 1,0 0,0-1,-1 1,1 0,-1 0,1 0,-1 0,0 0,-1 0,1 4,-3 5,0 0,0-1,-2 1,1 0,-2-1,1 0,-2 0,0 0,0-1,-1 0,0 0,-1-1,0 0,-1 0,0-1,-1 0,0 0,0-1,-2 0,-1 3,0-1,0-1,-1-1,-1 0,1 0,-1-1,-1-1,1-1,-1 0,0-1,0-1,0 0,-4-1,18-1,0-1,0 0,0 1,0-1,0 0,0 0,0 0,0 0,0-1,0 1,0 0,0-1,0 0,0 1,0-1,0 0,1 0,-1 0,0 0,1 0,-1 0,1-1,-1 1,1 0,-1-1,1 1,0-1,0 0,0 1,0-1,0 0,0 0,0 0,0 1,1-1,-1 0,1 0,0 0,-1 0,1 0,0 0,0 0,0 0,0 0,1 0,-1 0,35-38,-11 22</inkml:trace>
  <inkml:trace contextRef="#ctx0" brushRef="#br0" timeOffset="446.068">666 210,'-63'243,"32"-93,32-182,7-10,2 1,2 0,2 0,1 1,2 1,2 1,1 0,3 2,0 0,8-5,13 1,-42 40,-1 1,1-1,-1 1,1-1,0 1,-1 0,1 0,-1 0,1 0,-1 0,0 0,1 0,-1 1,0-1,0 0,0 1,0-1,0 1,0-1,0 1,-1-1,1 1,0 0,-1-1,1 1,-1 0,0 0,0-1,0 1,0 0,0 0,0-1,0 1,0 0,-1 1,2-1,9 281,-4-46,-5-234,-1 4,0 0,1 0,0 0,0 0,1 0,0-1,0 1,1 0,-1-1,4 6,2-4</inkml:trace>
  <inkml:trace contextRef="#ctx0" brushRef="#br0" timeOffset="695.401">506 424,'6'-2,"17"-4,18-4,17-4,18-3,8-2,5 3,-13 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09:42.06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1190 402,'-5'10,"1"1,0 0,1-1,0 2,1-1,0 0,1 1,0-1,1 0,0 7,-1-2,1-3,0-1,0 1,1 0,1 0,0 0,0-1,5 12,-6-21,0 1,1-1,-1 0,1 1,0-1,0 0,0 0,0-1,0 1,1 0,-1-1,1 1,0-1,0 0,0 0,0 0,0 0,0 0,0-1,0 0,1 1,-1-1,1 0,-1-1,1 1,-1-1,1 1,-1-1,1 0,1 0,4-3,-1 0,1 0,-1 0,0-1,0 0,0-1,-1 0,0 0,0 0,0-1,0 0,-1 0,0-1,0 0,-1 0,0-1,0 1,-1-1,0 0,0 0,-1 0,0-1,2-5,0 0,-1 0,0 0,-1 0,0-1,-1 1,-1-1,0 1,-1-1,0 0,-1 1,-2-7,2 13,-1 0,0 0,-1 0,1 1,-1-1,-1 1,1 0,-1-1,-1 2,1-1,-1 0,0 1,-1 0,1 0,-1 1,0 0,-1 0,1 0,-1 1,0-1,-3 0,4 2,0 1,0 0,0 0,0 0,-1 1,1 0,0 0,-1 0,1 1,-1 0,1 0,0 1,-1 0,1 0,0 0,0 1,-1 0,1 0,1 0,-1 1,0 0,1 0,-1 1,1-1,0 1,-1 1,-4 4,0 1,0 0,1 1,1 0,0 0,0 1,1 0,1 0,0 1,0-1,-2 11,-11 52,8-5</inkml:trace>
  <inkml:trace contextRef="#ctx0" brushRef="#br0" timeOffset="1158.359">1284 1337,'14'-44,"1"1,2 0,19-33,-29 62,14-19,-20 34,0 0,0 0,0 0,0 0,0 0,0 0,0 0,0 1,-1-1,1 0,-1 0,1 1,0-1,-1 0,0 1,1-1,-1 1,0-1,0 0,0 1,0-1,0 1,0-1,0 0,0 1,-1-1,1 0,-2 406,2-401,1-4,-1 0,0 0,1 0,-1 0,0 0,0 0,-1 1,1-1,0 0,-1 0,1 0,-1 0,1 0,-1 0,0 0,0-1,0 1,0 0,0 0,-1-1,1 1,-1 0,1-1,-1 1,-4-3,14-4,47-13,2 3,0 2,50-4,-71 7,-30 4</inkml:trace>
  <inkml:trace contextRef="#ctx0" brushRef="#br1" timeOffset="57982.208">1966 0,'-66'46,"2"3,-38 38,43-36,-266 225,-299 191,463-370,141-88,20-9,-1 0,1 0,0 0,0 0,-1 1,1-1,0 0,-1 0,1 0,0 0,0 0,-1-1,1 1,0 0,-1 0,1 0,0 0,0 0,-1 0,1 0,0 0,0-1,-1 1,1 0,0 0,0 0,0-1,-1 1,1 0,0 0,0 0,0-1,0 1,0 0,-1 0,1-1,0 1,0 0,0-1,0 1,0 0,0 0,0-1,0 1,0 0,0 0,0-1,0 1,0 0,0-1,0 1,0 0,0 0,1-1,-1 1,0 0,0 0,0-1,0 1,0 0,1 0,-1-1,4-10</inkml:trace>
  <inkml:trace contextRef="#ctx0" brushRef="#br1" timeOffset="59372.42">1913 736,'-16'16,"-12"14,-13 14,-10 10,-11 12,-8 11,-11 13,-6 8,-8 7,-3 6,1-1,4-4,8-13,14-14,18-18,21-25,21-26,13-17</inkml:trace>
  <inkml:trace contextRef="#ctx0" brushRef="#br1" timeOffset="62888.708">27 575,'0'0,"0"-1,0 1,0 0,0-1,0 1,-1-1,1 1,0-1,0 1,0-1,-1 1,1 0,0-1,0 1,-1-1,1 1,0 0,-1-1,1 1,-1 0,1 0,0-1,-1 1,1 0,-1 0,1-1,-1 1,1 0,0 0,-1 0,1 0,-1 0,1 0,-1 0,1 0,-1 0,1 0,-1 0,1 0,-1 0,1 0,-1 0,1 1,-1-1,1 0,0 0,-1 0,1 1,-1-1,1 0,0 1,-1-1,1 0,0 1,-1-1,1 0,0 1,0-1,-1 1,1-1,0 0,0 1,0-1,-1 1,1-1,0 1,0 0,34-101,68-157,-73 217,-29 60,-39 264,36-262,-7 47,3 0,3 66,3-134,1 0,0 1,0-1,0 0,0 1,0-1,0 0,1 1,-1-1,0 0,1 0,-1 1,1-1,-1 0,1 0,0 1,-1-1,1 0,0 0,0 0,0 0,0 0,0 0,0-1,0 1,0 0,0 0,1-1,6 2</inkml:trace>
  <inkml:trace contextRef="#ctx0" brushRef="#br1" timeOffset="63917.589">1 1430,'21'-26,"19"-41,-17 27,2 1,1 1,2 2,14-14,-42 51,-1 0,1 0,0 0,0 0,0-1,0 1,0 0,0 0,0 0,0 0,0 0,0 0,0-1,0 1,1 0,-1 0,0 0,1 0,-1-1,1 1,-1 0,1 0,-1-1,1 1,-1 0,1-1,0 1,-1-1,1 1,0-1,0 1,-1-1,1 1,0-1,0 0,0 1,-1-1,1 0,0 0,0 0,0 1,0-1,0 0,-1 0,1 0,0-1,0 1,0 0,0 0,0 0,0-1,-1 1,1 0,0-1,0 1,0 0,-1-1,1 1,0-1,-1 0,1 1,0-1,-1 1,1-1,-1 0,1 0,-1 1,1-1,-1-1,-1 225,-13 198,14-419,1 0,-1-1,1 1,-1 0,0 0,0 0,0 0,0 0,0-1,0 1,-1 0,1 0,0 0,-1 0,1-1,-1 1,0 0,0-1,0 1,0 0,0-1,0 1,0-1,0 1,-1-1,1 0,0 1,-1-1,1 0,-1 0,1 0,-1 0,0-1,1 1,-1 0,0 0,0-1,0 0,1 1,-3-1,-73-3,109-7,54-11,1 4,0 4,2 3,-71 12,-18 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0:22.82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634 0,'0'735,"13"-582,-5-47,5 75,1-96,-4 0,-2 79,-8 764,-13-738,13 117,35-85,54 142,-51-236,70 108,-44-112,30 46,-17-51,33 39,-60-100,-3 2,17 31,16 54,32 79,3 49,-77-187,-4 2,-3 1,-5 1,-3 2,4 52,8 167,-22-38,-14 294,-34-165,26-320,0 199,9-112,-13 37,13 244,-2-508,-1 17</inkml:trace>
  <inkml:trace contextRef="#ctx0" brushRef="#br0" timeOffset="912.2">820 4078,'2'-1,"-1"0,0 0,1 0,-1 0,0 0,1 1,-1-1,1 0,-1 1,1 0,-1-1,1 1,0 0,-1-1,1 1,-1 0,1 0,-1 1,1-1,0 0,-1 0,1 1,-1-1,1 1,-1-1,1 1,-1 0,1 0,134 67,-42-13,-43-22,2-3,2-2,0-2,2-3,0-2,12 0,-68-20,0 0,1 0,-1 0,1-1,-1 1,1 0,-1-1,1 0,-1 1,1-1,-1 0,1 0,0 0,-1 0,1 0,-1 0,1 0,0 0,-1-1,1 1,-1-1,1 1,-1-1,1 0,-1 1,0-1,1 0,-1 0,0 0,1 0,-1 0,0 0,0-1,0 1,0 0,0 0,0-1,-1 1,1-1,0 1,-1 0,1-1,-1 0,1 1,-1-1,0 1,1-1,-1 1,0-1,0 0,0 1,-4-12,0 0,-1 0,-1 1,0-1,0 2,-1-1,-1 1,1 0,-9-8,-9-16,2 2,1-1,3-1,0-1,-10-31,24 53,0 0,2-1,-1 1,2-1,0 0,0 0,1 0,1 0,1 0,0 0,1 0,1 1,0-1,3-6,8-18,-1 7</inkml:trace>
  <inkml:trace contextRef="#ctx0" brushRef="#br0" timeOffset="7553.505">968 4117,'142'-73,"209"-112,-342 180,-23 12,-366 189,327-162,53-34,1 0,-1 0,0 0,1 0,-1 0,0 0,1 0,-1 0,1 0,-1 0,0 0,1 0,-1 0,0 1,1-1,-1 0,0 0,1 0,-1 1,0-1,1 0,-1 0,0 1,0-1,1 0,-1 0,0 1,0-1,0 0,1 1,-1-1,0 0,0 1,0-1,0 1,0-1,0 0,0 1,0-1,0 0,0 1,0-1,0 1,0-1,0 0,0 1,0-1,0 0,18-8,0-2,0 0,-1-1,-1 0,0-2,0 0,10-12,3-1,-28 25,-1 0,1 1,-1-1,1 0,-1 0,1 0,-1 0,1 1,-1-1,1 0,-1 1,1-1,0 0,0 1,-1-1,1 1,0-1,0 1,0-1,-1 1,1 0,0-1,0 1,0 0,0 0,0 0,0-1,0 1,0 0,0 0,0 1,-1-1,1 0,0 0,0 0,0 0,0 1,0-1,0 0,0 1,-1-1,1 1,0-1,0 1,-13 118,15-95,1 0,0 0,2 0,1-1,0 0,2-1,1 0,9 16,13 32,-15-24,-1 1,-2 0,4 37,-45-236,-7 2,-6 1,-10-5,34 112,54 121,14 41,-4 2,-7 1,25 123,-62-235,-3-26,-5-89,-4 0,-5 1,-4 0,-5 1,-31-88,49 176,2 6,0 1,0 0,-1 0,0-1,0 2,-1-1,0 0,0 1,-1 0,1-1,-1 2,4 4,1 1,-1 0,1 0,-1 0,1 0,0 0,-1 0,1 0,-1-1,1 1,-1 1,1-1,-1 0,1 0,-1 0,1 0,0 0,-1 0,1 0,-1 1,1-1,0 0,-1 0,1 1,-1-1,1 0,0 0,-1 1,1-1,0 0,0 1,-1-1,1 0,0 1,0-1,-1 1,1-1,0 1,0-1,0 0,0 1,0-1,0 1,0-1,0 1,0-1,0 1,0-1,0 0,0 1,0-1,0 1,0-1,0 1,0-1,1 0,-1 1,0 15,1 0,1 0,0-1,2 1,-1-1,7 16,-4-9,121 335,-55-168,-34-84,-35-142,-11-46,-4-1,-4 2,-3 0,-4 1,-3 1,-4 1,-4-2,-17-6,33 69,11 20,23 60,147 401,-104-236,-54-206,-16-33,-22-50,-3 3,-2 1,-3 1,-40-42,21 32,-2 2,-4 3,-70-52,54 67,81 47,1 0,-1 0,0 1,0-1,0 0,0 1,0-1,0 0,1 1,-1-1,0 1,0 0,1-1,-1 1,0-1,1 1,-1 0,0 0,1-1,-1 1,1 0,-1 0,1 0,0 0,-1-1,1 1,0 0,0 0,-1 0,1 0,0 0,0 0,0 0,0 0,0 0,0 0,1 0,-1-1,0 1,0 0,1 0,-1 0,0 0,1 0,-1-1,1 1,-1 0,1 0,-1 0,1-1,0 1,-1 0,1-1,0 1,0-1,0 1,15 27,2-1,1 0,2-1,0-2,1 0,19 15,344 304,-369-328,-2 0,0 1,-1 1,0 0,-2 1,9 16,-14-19,-36-33,-210-201,172 165,-2 4,-2 3,-3 3,-1 3,-7 1,60 32,23 8,0 1,0-1,-1 0,1 1,0-1,0 1,-1-1,1 0,0 1,0-1,0 1,0-1,0 1,0-1,0 0,0 1,0-1,0 1,0-1,0 1,0-1,0 0,0 1,0-1,0 1,1-1,-1 0,0 1,0-1,0 1,1-1,-1 0,0 1,1-1,-1 0,0 0,0 1,1-1,-1 0,1 0,-1 1,0-1,1 0,-1 0,1 0,-1 1,0-1,1 0,-1 0,1 0,-1 0,1 0,-1 0,1 0,219 159,-172-127,6 3,-1-2,-1 2,-2 2,-1 2,-3 2,-1 2,30 38,-41-38,-134-179,36 58,-4 4,-3 2,-4 4,-4 1,60 51,-1 1,-1 0,0 1,-1 2,0 0,-1 1,-3 0,25 10,0 1,1-1,-1 1,0-1,0 1,0-1,0 1,1-1,-1 1,0 0,0-1,0 1,0 0,0 0,0 0,0 0,0 0,0 0,0 0,0 0,0 0,0 0,0 0,0 1,0-1,0 0,1 1,-1-1,0 1,0-1,0 1,0-1,1 1,-1 0,0-1,1 1,-1 0,0-1,1 1,-1 0,0 1,41 41,404 309,-416-328,-2 1,-1 1,-1 1,-1 1,-2 1,13 23,-27-36,-18-19,-140-160,57 72,58 60,2-2,1 0,2-3,1 0,2-2,1-2,0-5,-17-46,44 89,-1-1,1 1,1-1,-1 1,0-1,0 1,1 0,-1-1,1 1,0 0,0 0,0-1,0 1,0 0,0 0,1 0,-1 0,1 0,-1 0,1 1,0-1,-1 0,1 1,0 0,0-1,0 1,0 0,1 0,-1 0,0 0,0 0,1 1,1-1,4-4,82-41,3 4,39-11,-98 44,-46 24,-200 104,127-87,112-50,235-79,-263 104,0-6,0 0,0 1,0-1,1 1,-1-1,1 1,-1-1,1 1,0-1,-1 1,1 0,0-1,0 1,0-1,0 1,0 0,1-1,-1 1,0-1,1 1,-1 0,1-1,0 1,105 151,-56-44,-5 2,15 61,-20-52,6-2,12 14,-30-81,-6-16</inkml:trace>
  <inkml:trace contextRef="#ctx0" brushRef="#br1" timeOffset="24115.147">1155 1698,'-27'22,"-26"25,-21 23,-18 21,-18 20,-9 16,-7 14,-4 12,4 8,8-2,16-11,25-31</inkml:trace>
  <inkml:trace contextRef="#ctx0" brushRef="#br1" timeOffset="24366.505">1101 2606,'-22'28,"-24"28,-20 29,-15 26,-13 25,-10 20,-7 16,-5 10,-4 2,19-30</inkml:trace>
  <inkml:trace contextRef="#ctx0" brushRef="#br1" timeOffset="24681.663">1516 3730,'-16'16,"-17"23,-16 30,-18 31,-18 28,-13 23,-7 15,-1 0,19-27</inkml:trace>
  <inkml:trace contextRef="#ctx0" brushRef="#br1" timeOffset="24999.708">1917 5053,'-11'18,"-14"20,-12 24,-18 24,-16 24,-20 24,-14 18,-10 11,15-23</inkml:trace>
  <inkml:trace contextRef="#ctx0" brushRef="#br1" timeOffset="25440.108">2224 6550,'-25'26,"-24"25,-22 25,-17 23,-14 16,10-10</inkml:trace>
  <inkml:trace contextRef="#ctx0" brushRef="#br1" timeOffset="25785.181">2318 7514,'-14'2,"-13"10,-16 19,-21 29,-29 38,-45 48,2 0</inkml:trace>
  <inkml:trace contextRef="#ctx0" brushRef="#br1" timeOffset="33566.572">3641 26,'0'230,"27"1,22 142,4 37,-37-302,8 80,-14 13,-1 58,5-64,-15-124,-3-1,-3 1,-9 32,6-62,-2-1,-1-1,-3 0,-1-1,-1 0,-3-2,0 0,-14 14,-8 12,-2-2,-3-2,-28 24,10-19,-2-3,-4-3,-76 46,-241 151,-200 80,327-176,-120 100,312-206,-27 19,3 4,-40 46,85-75,3 3,2 2,2 2,2 1,-17 34,41-50,1 0,1 2,3-1,1 2,2-1,-1 20,-3 8,-10 70,6 2,4 72,-23 375,17 150,-4-159,6-270,22 27,13 236,-19-458,-16-174,6-42,8 67</inkml:trace>
  <inkml:trace contextRef="#ctx0" brushRef="#br1" timeOffset="36446.345">432 6243,'1'0,"-1"0,0 0,0 1,0-1,1 0,-1 0,0 0,0 0,0 0,1 0,-1 0,0 0,0 0,0 0,1-1,-1 1,0 0,0 0,0 0,1 0,-1 0,0 0,0 0,0 0,0-1,1 1,-1 0,0 0,0 0,0 0,0 0,0-1,0 1,1 0,-1 0,0 0,0-1,0 1,0 0,0 0,0 0,0-1,0 1,0 0,0 0,0 0,0-1,0 1,0 0,0 0,0 0,0-1,0 1,10 20,-8-16,24 57,-3 1,-3 1,-2 1,-4 0,-2 1,-3 1,0 47,-11-435,2 314,-2-38,1 1,3 0,2 0,2 0,1 0,3 0,1 2,9-20,-18 58,0 0,0 0,1 0,0 0,0 0,0 0,0 1,1 0,0 0,0 0,0 0,0 0,1 1,-5 3,1 0,-1 0,0 0,1 0,-1 0,1 0,-1 0,0 0,1 0,-1 1,0-1,1 0,-1 0,0 1,1-1,-1 0,0 0,1 1,-1-1,0 0,0 1,1-1,-1 0,0 1,0-1,0 0,0 1,0-1,1 1,-1-1,0 0,0 1,0-1,0 1,0-1,0 0,0 1,0-1,0 1,0-1,-1 0,1 1,0-1,0 0,0 1,0-1,-1 0,1 1,0-1,0 0,0 1,-1-1,1 0,0 1,-1-1,1 0,0 0,-1 1,1-1,0 0,-1 0,1 0,0 0,-1 0,1 1,-1-1,1 0,0 0,-1 0,-12 17,0-1,-2-1,1 0,-2-1,0 0,-1-1,0-1,-1-1,0 0,-1-1,0-1,0-1,-1-1,0-1,0 0,-1-2,0 0,0-1,-7-1,26-1,1-1,0 1,0-1,0 0,-1 1,1-1,0 0,-1 0,1 0,0 0,-1 0,1 0,0 0,0-1,-1 1,1 0,0-1,0 1,-1-1,1 1,0-1,0 1,0-1,0 0,0 0,0 0,0 1,0-1,0 0,0 0,0 0,1 0,-1-1,0 1,1 0,-1 0,1 0,-1 0,1-1,-1 1,1 0,0-1,0 1,0 0,0 0,0-1,5-3,1-1,-1 1,1 1,1-1,-1 1,0 0,1 1,0-1,0 1,0 1,0-1,1 1,5-1,-6 1,62-21,2 3,0 3,1 3,0 3,1 3,3 4,-41 9,-35-5,1 0,-1 0,1 0,-1 0,1 0,-1 0,0 0,1 1,-1-1,1 0,-1 0,0 0,1 0,-1 1,1-1,-1 0,0 0,1 1,-1-1,0 0,1 1,-1-1,0 0,0 1,1-1,-1 1,0-1,0 0,0 1,0-1,1 1,-1-1,0 0,0 1,0-1,0 1,0-1,0 1,0-1,0 1,0-1,0 0,0 1,-1-1,1 1,0-1,0 1,0-1,0 0,-1 1,1-1,0 0,0 1,-1-1,1 0,0 1,-1-1,1 0,0 1,-1-1,1 0,-1 0,1 0,0 1,-1-1,1 0,-1 0,1 0,-1 0,-9 6,0-2,-1 1,0-1,0-1,-1 0,1-1,0 0,-5 0,-2 1,-2-1,0 1,0 1,0 1,1 0,0 1,0 2,0 0,1 0,1 2,-1 0,1 1,-10 10,8 0,0 2,1 0,2 0,0 2,2 0,1 1,1 0,1 1,1 0,1 1,2 0,1 0,0 5,0 39,6-71,1-1,-1 1,0-1,0 1,0-1,1 1,-1-1,0 1,0-1,1 1,-1-1,0 1,1-1,-1 1,1-1,-1 1,1-1,-1 0,1 1,-1-1,1 0,-1 1,1-1,-1 0,1 0,-1 0,1 1,-1-1,1 0,0 0,-1 0,1 0,-1 0,1 0,0 0,-1 0,1 0,-1-1,1 1,0 0,-1 0,1 0,-1-1,1 1,-1 0,1-1,-1 1,1 0,-1-1,1 1,-1-1,0 1,1 0,-1-1,0 1,1-1,-1 1,0-1,1 0,-1 1,0-1,16-14,0-2,-1 1,-1-2,-1 0,10-18,-1 3,73-107,122-168,-165 252,-53 56,1 1,0-1,0 0,0 1,0-1,-1 0,1 1,0-1,0 0,0 1,0-1,0 0,0 1,0-1,0 0,0 1,0-1,0 1,0-1,0 0,1 1,-1-1,0 0,0 1,0-1,0 0,1 0,-1 1,0-1,0 0,1 1,-1-1,0 0,0 0,1 0,-1 1,0-1,1 0,-1 0,0 0,0 0,1 1,-1-1,1 0,-1 0,0 0,1 0,-1 0,0 0,1 0,-1 0,0 0,1 0,-1 0,0 0,1 0,-1-1,0 1,1 0,-1 0,1 0,-49 110,34-82,-223 370,212-358,8-14,11-20,12-20,256-492,-244 474,-9 24,-11 24,-72 228,56-193,-31 88,-6 14,7 2,-3 42,38-104,18-89,3-20,17-66,-4-1,-3-1,4-57,-9 53,71-376,-66 402,-15 68,-13 124,5-93,-117 888,116-882,6-42,-3 14,-2-24,-33-242,5 93,-7 0,-34-80,33 114,44 108,13 34,10 24,-2 1,-3 1,-1 2,-2 0,-2 0,-2 2,3 28,40 285,-60-434,-7-7,-3 0,-4 1,-4 1,-3 1,-3 1,-20-37,45 108,-7-16,-1 1,0 0,-2 1,0 0,-10-10,22 29,1 1,-1 0,0 0,0-1,0 1,0 0,0-1,0 1,0 0,0 0,0-1,0 1,-1 0,1 0,0-1,0 1,-1 0,1-1,0 1,-1 0,1-1,-1 1,1-1,-1 1,1-1,-1 1,1-1,-1 1,1-1,-1 1,0-1,1 0,-1 1,0-1,1 0,-1 0,0 1,0-1,1 0,-1 0,0 0,0 0,1 0,-1 0,0 0,1 0,-1 0,0 0,0-1,1 1,-1 0,0 0,1-1,-1 1,0 0,1-1,-1 1,0-1,1 1,-1-1,1 1,2 24,1 0,2 1,0-1,2-1,4 11,-3-7,100 278,-88-253</inkml:trace>
  <inkml:trace contextRef="#ctx0" brushRef="#br1" timeOffset="39047.734">2840 3409,'-90'86,"-280"215,354-284,16-17,0 1,1 0,-1-1,0 1,1-1,-1 1,0-1,1 1,-1-1,1 1,-1-1,1 1,-1-1,1 0,-1 1,1-1,-1 0,1 1,0-1,-1 0,1 0,-1 0,1 0,0 1,-1-1,1 0,0 0,-1 0,1 0,0 0,-1 0,1-1,0 1,-1 0,1 0,-1 0,1-1,0 1,-1 0,1 0,-1-1,1 1,-1-1,1 1,-1 0,1-1,-1 1,1-1,-1 1,0-1,1 1,-1-1,1 0,39-13,0 2,0 2,1 2,0 1,11 1,198 5,-170 8,-79-8,0-1,0 1,0-1,-1 0,1 0,0 1,-1-1,1 0,-1 0,1 0,-1 0,0 0,0 0,0 1,0-1,0 0,-1 0,1 0,0 0,-1 0,1 0,-1 1,0-1,0 0,0 0,0 1,0-1,0 1,0-1,0 1,0-1,-1 1,1-2,-123-178,39 62,85 119,-1 0,1 0,-1 0,0 0,1 0,-1 1,1-1,-1 0,0 0,1 1,-1-1,1 0,-1 1,1-1,-1 0,1 1,-1-1,1 1,0-1,-1 1,1-1,0 1,-1-1,1 1,0-1,-1 1,1-1,0 1,0-1,0 1,0 0,0-1,-1 1,1 0,0-1,0 1,1-1,-1 1,0 0,0-1,0 1,0-1,0 1,1 0,-1-1,0 1,0-1,1 1,-1-1,0 1,1-1,-1 1,1-1,-1 1,1-1,-1 1,2 11,1-2,-1 0,0 1,-1-1,0 0,-1 1,0-1,0 1,-1-1,0 0,-1 1,0-1,-1 0,0 0,-1 0,0-1,-4 8,-2-6,0-1,-1 0,0 0,-1-2,0 1,0-1,-1-1,0 0,0-1,-1 0,0-1,0-1,0 0,0-1,-1-1,1 0,-1 0,1-2,-1 0,-7-1,12-1,21-3,-8 4,62-27,-1-3,-2-3,38-28,70-38,-157 94,-19 12,-86 55,-2-4,-3-4,-13 1,63-31,-103 53,139-66,17-6,23-8,329-116,-216 85,-121 35,-20 0,-1 1,0-1,0 1,0-1,1 1,-1 0,0-1,0 1,0-1,0 1,0 0,0-1,0 1,0-1,0 1,-1 0,1-1,0 1,0-1,0 1,-1-1,1 1,0-1,-1 1,1-1,0 1,-1-1,1 1,-1-1,1 1,-1-1,1 0,-1 1,1-1,-1 0,1 1,-1-1,1 0,-1 0,1 0,-1 1,0-1,1 0,-1 0,-56 34,-1-2,-1-3,-2-2,-1-3,-43 10,103-34,-22 9,24-9,0 0,0 0,0 0,1 1,-1-1,0 0,0 0,0 0,1 0,-1 0,0 1,0-1,0 0,0 0,0 0,1 1,-1-1,0 0,0 0,0 1,0-1,0 0,0 0,0 0,0 1,0-1,0 0,0 0,0 1,0-1,0 0,0 0,0 1,0-1,0 0,0 0,32-2,1-2,-1-1,0-2,0-1,16-7,-32 11,171-62,-170 58,-25 9,-33 13,-43 16,-1-3,-68 11,123-32,22-3,21-2,212-36,-192 28,185-48,-192 44,-26 11,0 0,-1 0,1 0,0 0,0 0,-1 0,1 0,0 0,-1 0,1 0,0 0,-1-1,1 1,0 0,-1 0,1 0,0 0,0-1,-1 1,1 0,0 0,0-1,-1 1,1 0,0 0,0-1,0 1,0 0,-1 0,1-1,0 1,0 0,0-1,0 1,0 0,0-1,0 1,0 0,0-1,0 1,0 0,0-1,0 1,0 0,0-1,0 1,0 0,1-1,-158 30,103-16,-216 47,252-53,34-1,17-7,0-1,-1-2,1-1,-1-2,0-1,0-2,-1-1,23-12,72-36,-125 59,1 0,-1-1,0 1,0 0,0-1,0 1,0-1,0 1,0-1,-1 1,1-1,0 1,0-1,0 0,0 0,-1 1,1-1,0 0,-1 0,1 0,-1 0,1 0,-1 0,1 0,-1 0,0 0,1 0,-1 0,0 0,0 0,0 0,0 0,0-1,0 1,0 0,0 0,0 0,0 0,-1 0,1 0,0 0,-1 0,1 0,-1 0,1 0,-1 0,0 0,1 0,-1 1,0-1,1 0,-1 0,0 1,0-1,0 0,0 1,0-1,0 1,0-1,0 1,0-1,-150-43,120 39,86-7,-90 21,46-23,8-1,2-1</inkml:trace>
  <inkml:trace contextRef="#ctx0" brushRef="#br1" timeOffset="40099.413">3200 3275,'-103'47,"54"-20,-235 146,102-76,-26 36,105-49,97-76,16-15,76-58,3 5,39-19,97-64,-81 41,144-76,-286 177,13-7,-19 11,-57 31,37-21</inkml:trace>
  <inkml:trace contextRef="#ctx0" brushRef="#br1" timeOffset="41215.636">2692 3342,'-16'30,"-22"43,-2-1,-4-3,-11 11,13-25,66-108,145-268,-140 270,-29 51,0 0,0 1,0-1,0 0,0 0,0 1,1-1,-1 0,0 0,0 0,0 1,0-1,0 0,1 0,-1 0,0 1,0-1,0 0,0 0,1 0,-1 0,0 0,0 0,1 1,-1-1,0 0,0 0,0 0,1 0,-1 0,0 0,0 0,1 0,-1 0,0 0,0 0,1 0,-1 0,0 0,0 0,1 0,-1-1,0 1,-6 20,-2-1,0-1,-1 1,-1-2,0 1,-1-1,-2 0,-5 10,-142 197,145-208,15-17,-1 0,1 0,-1 0,1 1,-1-1,1 0,0 0,0 0,-1 0,1 1,0-1,0 0,0 0,0 0,0 0,0 0,0 0,0 0,0 0,0 1,1-1,-1 0,0 0,1 0,-1 0,1 0,-1 1,0-1,1 0,0 1,-1-1,1 0,-1 1,1-1,0 0,0 1,89-151,-80 141,-29 38,-29 32,-68 99,115-158,0-1,1 1,-1-1,0 1,1-1,-1 1,1 0,-1-1,1 1,-1 0,1-1,-1 1,1 0,0 0,-1-1,1 1,0 0,0 0,-1 0,1-1,0 1,0 0,0 0,0 0,0 0,0-1,0 1,1 0,-1 0,0 0,0-1,1 1,-1 0,0 0,1 0,-1-1,1 1,-1 0,1-1,-1 1,1 0,-1-1,1 1,0-1,-1 1,1-1,0 1,0-1,-1 0,1 1,0-1,0 0,-1 0,1 1,0-1,0 0,0 0,0 0,-1 0,1 0,0 0,0 0,0 0,0 0,-1-1,1 1,0 0,0 0,0-1,203-23,40-18,-242 41,49-18,-50 19,0-1,0 1,1-1,-1 1,0-1,0 0,0 0,0 0,0 1,0-1,0 0,0 0,0 0,-1 0,1-1,0 1,0 0,-1 0,1 0,-1-1,0 1,1 0,-1-1,0 1,1 0,-1 0,0-1,0 1,0-1,0 1,-1 0,1 0,0-1,0 1,-1 0,1-1,-59-70,49 56,1 0,0-1,1 0,0 0,2 0,0-1,-3-18,6 25,-2 4,6 21,3 1,1-1,0 1,1-1,1-1,0 1,1-1,0 0,1-1,0 0,1 0,0-1,1 0,8 5,-1-3</inkml:trace>
  <inkml:trace contextRef="#ctx0" brushRef="#br1" timeOffset="43548.119">2638 3649,'-108'56,"68"-36,0 1,1 1,2 3,-3 3,-42 36,-2-4,-65 34,-50 27,15-15,61 7,-51 12,71-55,85-58,1 2,1 0,0 1,0 1,2 0,0 1,1 1,0 0,2 1,0 0,1 1,1 0,1 1,-11 24,-2 0,-2-2,-2 0,-1-2,-15 15,38-52,-13 23,0 1,2 1,1 1,-7 25,-13 29,10-32,-1-1,3 2,2 0,-4 23,-35 113,47-39,-2 432,-9-153,8 58,1-112,1-65,-2 56,11-336,-20-52,10 0</inkml:trace>
  <inkml:trace contextRef="#ctx0" brushRef="#br1" timeOffset="45333.186">3708 0,'0'14,"0"13,0 13,0 17,-3 18,0 20,-2 20,0 16,1 13,0 10,7 2,4 1,3-4,3-5,-1-5,-3-2,-10 0,-4-24</inkml:trace>
  <inkml:trace contextRef="#ctx0" brushRef="#br1" timeOffset="46870.967">3722 1979,'0'4,"0"9,0 13,0 14,0 13,-5 16,-8 15,-11 13,-12 13,-15 6,-9-1,5-19</inkml:trace>
  <inkml:trace contextRef="#ctx0" brushRef="#br1" timeOffset="47710.608">3748 2246,'0'9,"-4"14,-7 20,-8 22,-11 23,-18 25,-20 19,-20 15,6-18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0:12.46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17198 12419,'24'-36,"2"0,1 1,24-22,-14 15,33-38,-4-2,-3-4,33-62,-92 142,2-4,0 0,-1 0,-1-1,1 1,-1-1,-1 0,2-10,-5 19,1 1,-1 0,0 0,0 0,0 0,0 0,0-1,0 1,-1 0,1 0,0 0,0 0,-1 0,1-1,-1 1,1 0,-1 0,1 0,-1 0,0 0,1 1,-1-1,0 0,0 0,0 0,0 1,0-1,0 0,0 1,0-1,0 1,0-1,0 1,0-1,0 1,0 0,0-1,0 1,-1 0,0 0,-48 10,29 1,0 1,1 0,0 2,1 1,1 0,0 1,1 1,1 1,1 0,0 1,1 1,2 0,0 1,0 0,-7 22,7-14,1 1,1 0,2 0,1 1,1 0,1 0,2 1,2 2,0-17,2 1,0 0,1-1,0 1,2-1,0 0,1 0,1 0,0-1,1 0,1 0,0 0,2-1,-1-1,3 2,-5-8,0-1,1 0,0 0,0-1,1 0,0 0,0-1,0 0,0 0,1-1,0-1,0 1,0-2,0 1,0-1,1-1,-1 0,1 0,-1-1,0-1,1 0,-1 0,1-1,-1 0,9-3,-7 1,0 1,0-2,0 0,-1 0,0-1,0 0,0-1,-1 0,0-1,0 0,-1 0,0-1,-1 0,0-1,0 0,-1 0,0-1,-1 0,0 0,-1 0,2-7,-6 16,0 0,0 0,0 0,0 0,-1 0,1-1,-1 1,1 0,-1-1,0 1,0 0,0-1,0 1,-1 0,1-1,-1 1,1 0,-1 0,0 0,0-1,0 1,0 0,0 0,0 0,0 0,-1 1,1-1,-1 0,0 0,1 1,-1-1,0 1,0 0,0-1,0 1,0 0,0 0,0 0,0 0,0 1,-1-1,1 1,-1-1,-9-1,0 0,-1 1,1 0,0 1,-1 1,1 0,0 0,0 1,0 1,0 0,0 1,0 0,1 0,0 2,0-1,0 1,0 1,1 0,0 0,1 1,-4 4,11-10,0-1,1 1,0-1,-1 1,1-1,0 1,0 0,0 0,0 0,0 0,0-1,0 1,1 0,-1 0,1 0,0 1,-1-1,1 0,0 0,0 0,0 0,1 0,-1 0,0 0,1 0,-1 0,1 0,0 0,-1 0,1 0,0 0,0 0,1-1,-1 1,0 0,0-1,1 1,-1-1,1 1,0-1,-1 0,1 0,0 0,0 0,-1 0,2 0,9 4,0-1,1-1,0 0,-1-1,1-1,0 0,0 0,0-1,0-1,0 0,0-1,0 0,-1-1,1 0,-1-1,0-1,10-4,46-41,-67 49,0 1,-1 0,1 0,0 0,0 0,0 0,0 0,-1 1,1-1,0 0,0 0,-1 0,1 1,0-1,0 0,-1 1,1-1,0 1,-1-1,1 1,0-1,-1 1,1 0,-1-1,1 1,-1-1,1 1,-1 0,0 0,1-1,-1 1,0 0,1 0,-1-1,0 1,0 0,0 0,0 0,0-1,0 1,0 0,0 0,0 0,0-1,0 1,0 0,-1 0,1 0,0-1,-1 1,5 14,2-4,1 0,1-1,-1 0,2 0,0-1,0 0,0 0,1-1,0-1,1 1,0-2,0 1,0-2,1 1,0-2,0 1,0-2,0 0,10 1,126 21,-83-19</inkml:trace>
  <inkml:trace contextRef="#ctx0" brushRef="#br0" timeOffset="-15039.207">4418 12981,'130'-309,"-129"307,-1 0,0 1,0-1,1 1,-1-1,0 1,1 0,-1-1,1 1,-1 0,1-1,0 1,0 0,-1 0,1 0,0 0,0 0,0 0,0 0,0 0,1 0,-1 0,0 0,0 1,0-1,1 0,-1 1,0-1,1 1,-1-1,1 1,-1 0,0 0,1 0,-1 0,1 0,-1 0,1 0,-1 0,0 0,1 0,-1 1,0-1,1 1,-1-1,10 12,-1 1,0-1,0 2,-2-1,0 1,0 0,-2 1,2 3,-4-8,21 65,-24-74,-1 1,1-1,-1 1,0 0,1-1,-1 1,0-1,0 1,0 0,-1-1,1 1,0-1,0 1,-1 0,1-1,-1 1,0-1,1 1,-1-1,0 1,0-1,0 0,0 1,0-1,0 0,0 0,0 0,-1 0,1 0,0 0,-1 0,1 0,-1-1,1 1,-1 0,1-1,-1 1,1-1,-1 1,1-1,-1 0,0 0,1 0,-1 0,0 0,-2 0,1 0,0-1,0 1,0-1,0 0,0 0,0 0,0 0,0-1,0 1,1-1,-1 0,0 1,1-1,-1 0,1-1,0 1,0 0,0-1,0 1,0-1,0 1,1-1,-1 0,1 0,0 0,0 0,0 0,0-1,2 2,0 0,1 1,-1-1,0 1,1-1,0 1,-1-1,1 1,0 0,0 0,0 0,0 0,0 0,0 0,0 1,0-1,0 0,0 1,0 0,0-1,0 1,0 0,1 0,-1 1,1-1,1 0,83-5,-60 5,-1-1,1-1,-1-2,0 0,0-2,0 0,9-6,-33 12,0 0,0 0,0-1,0 1,0-1,0 1,0-1,0 0,0 0,0 0,0 0,0 0,-1 0,1-1,-1 1,1 0,-1-1,1 1,-1-1,0 0,1 0,-1 1,0-1,0 0,0 0,-1 0,1 0,0 0,-1 0,1 0,-1 0,0 0,0 0,0 0,0 0,0-1,0 1,0 0,-1 0,1 0,-1 0,1 0,-1 0,0 0,0 0,0 1,0-1,0 0,0 0,-1 0,-6-2,-1-1,1 1,-1 1,0-1,0 2,-1-1,1 1,0 1,-1 0,1 0,-1 0,1 2,-1-1,1 1,-1 0,7 0,-1-1,1 1,0 0,0 0,0 0,0 1,1-1,-1 1,0-1,1 1,-1 0,1 0,-1 0,1 0,0 1,0-1,0 0,0 1,0 0,0-1,1 1,0 0,-1 0,1 0,0 0,0 0,1 0,-1 0,0 0,1 0,0 1,0-1,0 0,0 0,1 0,-1 0,1 0,0 1,-1-1,1 0,1 0,0 1,2 4,0 1,1-2,0 1,0 0,1-1,-1 0,2-1,-1 1,1-1,0 0,0-1,1 1,0-2,0 1,0-1,0 0,4 1,8 2,1 0,0-1,0-1,0-1,1-1,18 1,-22-4,0 0,0-1,0-1,0-1,0 0,0-1,-1-1,0-1,0 0,0-1,-1-1,0-1,0 0,-1-1,-1-1,1 0,-2-1,0 0,0-1,-1-1,-1 0,10-15,-2-3,-2-1,-1-1,-2 0,-1-1,-2 0,-2 0,0-2,-3 1,-1-1,-1-10,-2 34,-1 0,-1 0,0 0,0 0,-1 0,-1 0,0 0,-1 0,0 0,-1 1,-3-7,6 17,0 0,0 0,0 0,0 0,0 1,0-1,-1 0,1 1,-1-1,1 1,-1 0,1-1,-1 1,0 0,0 0,1 0,-1 0,0 0,0 0,0 1,0-1,0 1,0-1,0 1,0 0,0 0,0 0,-1 0,1 0,0 0,0 1,0-1,0 1,0-1,0 1,0 0,0-1,1 1,-3 1,-7 7,1 0,0 0,0 1,1 1,1-1,-1 1,2 1,-1-1,2 2,0-1,0 0,1 1,0 0,-1 8,-2 3,1 1,0 0,2 0,1 0,1 1,1-1,1 1,1 0,2-1,0 1,2-1,1 0,1 0,1 0,1 0,-2-13,0 0,1-1,1 0,0 0,0-1,1 0,1 0,-1-1,1-1,1 1,0-2,0 1,0-2,1 1,0-2,0 1,1-2,-1 0,1 0,8 0,-10-1,0-2,0 1,0-1,0-1,0 0,1-1,-1 0,0-1,0 0,0-1,0 0,-1 0,1-1,-1-1,0 0,0 0,0-1,-1 0,0-1,0 0,-1 0,1-1,-2 0,4-4,-6 5,1-1,-1 0,-1 0,1-1,-1 1,-1-1,0 0,0 0,0-5,-2 12,0-1,-1 0,1 1,-1-1,0 0,0 1,0-1,0 0,0 0,-1 1,1-1,-1 0,1 1,-1-1,0 1,0-1,-1 1,1-1,0 1,-1 0,1 0,-1-1,0 1,0 0,0 1,0-1,0 0,0 0,0 1,-1-1,1 1,0 0,-1 0,-1-1,-2 1,-1-1,0 1,0 0,0 1,-1-1,1 1,0 1,0 0,0 0,0 0,0 1,1-1,-1 2,0-1,1 1,-1 0,1 0,0 1,0 0,-5 4,6-5,1 0,0 1,0-1,1 1,-1-1,1 1,0 0,0 0,0 1,0-1,1 1,0-1,0 1,0 0,0 0,1 0,0 0,0 0,0 0,0 0,1 0,0 0,0 0,1 0,-1 1,1-1,0 0,0 0,1 1,5 4,0 1,1-1,0 0,1-1,0 0,0 0,1-1,0 0,0-1,1 0,0 0,1-1,-1-1,1 0,0-1,0 0,0 0,1-2,8 2,65 13,-7-7</inkml:trace>
  <inkml:trace contextRef="#ctx0" brushRef="#br0" timeOffset="-14591.007">6369 12728,'-5'-1,"0"0,-1 0,1 1,0 0,-1 0,1 0,0 1,-1 0,1 0,0 0,0 1,0 0,0 0,0 0,0 0,0 1,1 0,-1 0,1 0,0 0,0 1,0 0,0-1,1 2,-1-1,1 0,0 1,0 1,1 0,1 1,0 0,0 0,1 0,0 0,0-1,1 1,0 0,0 0,0 0,1-1,0 1,0 0,1-1,0 0,0 0,0 0,1 0,0 0,0-1,0 1,1-1,0 0,0 0,0-1,1 0,-1 0,1 0,0 0,0-1,0 0,1-1,-1 1,1-1,-1 0,1-1,0 1,0-1,0-1,2 1,4-1,-1 1,0-2,1 1,-1-2,0 0,0 0,0-1,0 0,0-1,-1-1,1 0,-1 0,0-1,-1-1,1 0,-2 0,1-1,-1 0,0 0,0-1,3-6,7-9,-1 0,-1-1,-1-1,-1 0,-2-2,0 1,-2-1,2-11,2-15,-1 0,-3-1,-2 0,-3 0,-2-1,-3 0,-2-5,1 57,0-5,0 1,0-1,-1 1,0-1,0 1,-1-1,0 1,-1 0,0 0,0 0,0 0,-1 0,-1 1,-4-7,8 13,-1 0,1 0,-1 0,1 0,-1 0,1 0,-1 1,0-1,0 0,1 1,-1-1,0 1,0 0,0 0,1 0,-1 0,0 0,0 0,0 0,1 0,-1 1,0-1,0 1,1-1,-1 1,0 0,1 0,-1 0,1 0,-1 0,1 0,-1 0,1 0,0 0,-1 1,1-1,-1 2,-41 58,27-26,1 0,2 1,2 0,1 1,2 0,2 1,1 0,2 0,1 0,3 0,0 0,3 0,1-1,2 1,1-1,2 0,4 6,-10-29,0 0,1 0,1 0,0-1,1 1,0-1,1-1,1 0,0 0,0 0,1-1,0-1,1 0,1 0,-1-1,9 5,5-7</inkml:trace>
  <inkml:trace contextRef="#ctx0" brushRef="#br0" timeOffset="-14339.021">6356 12460,'-20'-7,"-12"-2,0-2,10 1,20 2,26 3,30 4,30 4,29 7,19 6,11 7,-20 0</inkml:trace>
  <inkml:trace contextRef="#ctx0" brushRef="#br0" timeOffset="-13774.907">7225 12874,'-1'-1,"-8"-8,-1 0,0 1,0 0,0 1,-1 0,0 0,-1 1,0 1,1 0,-2 0,1 1,0 1,-1 0,-5 0,15 4,0-1,0 0,0 1,1 0,-1 0,0 0,0 0,0 0,1 1,-1-1,1 1,-1-1,1 1,-1 0,1 0,0 0,0 0,0 1,0-1,1 0,-1 1,0 0,1-1,0 1,0 0,0 0,0-1,0 1,0 0,1 0,-1 0,1 1,-1 1,0 0,1 1,0-1,0 1,0-1,1 1,-1-1,1 1,1-1,-1 1,1-1,0 0,0 0,0 0,1 0,0 0,1 1,3 0,1 0,0-1,0 0,0-1,0 0,1 0,0 0,0-1,0-1,0 1,0-1,1-1,-1 0,0 0,1-1,-1 0,1-1,-1 0,0 0,1-1,-1 0,0-1,4-1,-1 0,0 1,-1-2,1 1,-1-1,0-1,-1 0,1-1,-1 0,0-1,-1 0,0 0,0-1,-1 0,0 0,0-1,-1 0,0-1,-1 1,0-1,-1 0,0-1,-1 1,0-4,-7-22,3 36,0 1,0-1,-1 1,1-1,0 1,-1-1,1 1,0-1,-1 1,1-1,-1 1,1 0,-1-1,1 1,-1 0,1-1,-1 1,1 0,-1 0,0-1,1 1,-1 0,1 0,-1 0,1 0,-1 0,0 0,1 0,-1 0,0 0,1 0,-1 0,1 0,-1 0,1 0,-1 1,0-1,1 0,-1 1,1-1,-1 0,1 1,-1-1,1 0,-1 1,1-1,0 1,-1-1,1 1,0-1,-1 1,1-1,0 1,-1-1,1 1,-2 2,-1 1,1 0,0 0,0 0,0 0,1 0,-1 0,1 0,0 0,0 1,1-1,-1 0,1 1,0-1,0 0,1 1,-1-1,1 0,0 0,0 1,0-1,0 0,1 0,0 0,0 0,0 0,0-1,1 1,-1-1,1 1,0-1,0 0,0 0,1 0,-1 0,1-1,-1 1,3 0,1 1,1 0,-1 0,1-1,0 0,0 0,0-1,0 0,1 0,-1-1,0 0,1-1,-1 0,1 0,-1-1,1 0,-1 0,0-1,0 0,0-1,0 1,0-2,0 1,-1-1,1 0,-1 0,0-1,0 0,-1-1,0 1,0-1,0 0,0-1,-1 1,0-1,2-5,7-18,-2-1,-1 0,-1-1,-2 0,-1-1,-2 0,-1 0,-1 0,-2-1,-2-9,3-48,-4 1,-11-67,-7 82,20 74,-1 1,0 0,1-1,-1 1,0 0,0-1,1 1,-1 0,0 0,0 0,1-1,-1 1,0 0,0 0,0 0,1 0,-1 1,0-1,0 0,0 0,1 0,-1 1,0-1,0 0,1 1,-1-1,0 0,1 1,-1-1,0 1,1-1,-1 1,1 0,-1-1,1 1,-1 0,1-1,0 1,-1 0,1-1,0 1,-1 0,1 0,0-1,0 1,0 0,-1 0,1 0,-11 25,1 0,0 1,2 0,2 0,0 1,2-1,-1 23,1-1,2 0,3 1,1-1,3 0,2 0,2 0,2-1,2-1,2 0,3 0,20 37,-32-71,-4-7,1 0,-1 0,1 0,1 0,-1-1,1 1,0-1,0 0,0 0,1-1,0 1,0-1,1 1,9-3,-2-7</inkml:trace>
  <inkml:trace contextRef="#ctx0" brushRef="#br0" timeOffset="-13276.967">7425 12513,'120'17,"-2"4,31 14,-133-31,0-1,1 0,-1 1,1 1,-1 1,-1 0,1 1,-1 1,0 0,-1 1,0 0,0 1,-1 1,2 2,-13-7,1 0,-1 0,0 1,0-1,-1 0,0 1,0-1,-1 1,1-1,-2 1,1-1,-1 1,1-1,-2 0,1 1,-1-1,0 0,0 0,-1 0,1 0,-1 0,-1-1,1 1,-1-1,0 0,-2 2,-22 48,28-54,-1 1,0-1,0 1,1-1,-1 1,1-1,-1 1,1-1,0 1,0-1,0 1,-1 0,2-1,-1 1,0 0,0-1,0 1,1-1,-1 1,1-1,-1 1,1-1,0 1,-1-1,1 1,0-1,0 0,0 1,0-1,0 0,0 0,1 0,-1 0,0 0,1 0,-1 0,0 0,1-1,-1 1,1 0,-1-1,1 1,-1-1,1 0,0 1,-1-1,1 0,-1 0,1 0,1 0,9 1,1 0,0-1,-1-1,1 0,-1 0,1-1,-1-1,0 0,0-1,0 0,0-1,-1 0,4-2,-8 3,0 0,0-1,0 1,-1-1,1 0,-1-1,-1 0,1 0,-1 0,0 0,0-1,-1 0,0 0,0 0,0 0,-1-1,0 0,-1 1,0-1,0 0,0-1,-2 5,0 0,0-1,0 1,0-1,-1 1,1 0,-1-1,0 1,0 0,-1 0,1 0,-1 0,0 0,0 0,-1 0,1 0,-1 1,0-1,0 1,0 0,0 0,0 0,-1 0,1 1,-1-1,0 1,1 0,-5-2,-6-2,0 1,-1 0,1 1,-1 0,0 1,0 1,-13-1,17 2,0 1,1 0,-1 1,0 0,0 0,1 1,-1 1,1 0,-9 3,16-4,-1 0,0 0,0 0,1 0,-1 0,1 1,0 0,0-1,0 1,0 0,0 1,1-1,-1 0,1 1,0 0,0-1,0 1,1 0,-1 0,1 0,0 0,0 0,0 0,1 0,-1 1,1 0,1 2,0 0,1 0,0 0,0 0,1 0,-1 0,2-1,-1 1,1-1,0 0,0 0,0 0,1-1,0 1,0-1,1 0,-1-1,1 1,0-1,0 0,1-1,-1 1,1-1,-1-1,1 1,0-1,0 0,0-1,1 0,-1 0,0 0,6-1,31 4</inkml:trace>
  <inkml:trace contextRef="#ctx0" brushRef="#br0" timeOffset="-13027.559">8428 12367,'-21'-7,"-13"-2,-7 2,-2 6,2 8,6 11,8 9,10 9,9 7,6-3</inkml:trace>
  <inkml:trace contextRef="#ctx0" brushRef="#br0" timeOffset="-12774.236">8428 12928,'16'7,"14"2,12-1,9-3,6-5,1-7,-1-10,-11-1</inkml:trace>
  <inkml:trace contextRef="#ctx0" brushRef="#br0" timeOffset="-4736.687">10059 12219,'-21'-2,"-15"-1,-9 3,-1 2,3 7,6 6,8 5,7 6,9-2</inkml:trace>
  <inkml:trace contextRef="#ctx0" brushRef="#br0" timeOffset="-2835.312">13428 12634,'134'-149,"-119"132,-1 0,0-1,-1-1,-2 0,0-1,0 0,-2-1,-1 0,0 0,-2-1,0 1,-1-3,-5 22,1-1,-1 1,1-1,-1 1,0-1,0 1,0-1,-1 0,1 1,-1-1,1 1,-1-1,0 1,0 0,0-1,0 1,0 0,0 0,-1-1,1 1,-1 0,0 0,1 0,-1 1,0-1,0 0,0 1,0-1,0 1,-1 0,1 0,0 0,-1 0,1 0,-1 0,1 1,-1-1,1 1,-1-1,1 1,-1 0,1 0,-1 0,0 1,1-1,-1 0,1 1,-1 0,1 0,0-1,-3 2,-4 5,-1 0,1 1,1 0,-1 0,2 1,-1 0,1 0,0 1,1 0,0 0,1 1,0-1,0 1,1 0,1 1,0-1,0 1,1-1,1 2,-4 10,2 0,1 1,1-1,1 1,1 0,1-1,1 1,1-1,1 3,-2-15,0-1,0 0,1 0,1 0,-1 0,1-1,1 0,0 0,0 0,1 0,0-1,1-1,-1 1,1-1,1 0,0-1,-1 0,2 0,-1-1,11 4,-8-5,0-1,1 0,-1-1,1 0,0-1,-1-1,1 0,0 0,0-2,-1 1,1-2,-1 1,1-2,-1 0,0 0,0-1,-1 0,1-1,-1-1,-1 0,1 0,-1-1,0 0,-1-1,0 0,0 0,-1-1,0 0,-1-1,0 0,-1 0,0 0,-1-1,1-3,-4 13,-1 1,0-1,0 0,0 0,0 0,0 0,0 0,-1 0,1 0,0 0,-1 0,0 0,0 0,1 0,-1 0,0-1,-1 1,1 0,0 0,-1 0,1 0,-1 0,1 0,-1 0,0 0,0 0,0 0,0 0,0 0,-1 1,1-1,0 0,-1 1,1-1,-1 1,0 0,1-1,-1 1,0 0,-1 0,-3 2,1 0,-1 1,1-1,-1 1,1 1,-1-1,1 1,0 0,0 0,1 0,-1 1,1 0,-1 0,1 0,0 0,1 1,-1-1,1 1,0 0,0 0,0 0,1 1,0-1,-1 2,2-3,-1-1,1 1,0 0,0 0,1-1,-1 1,1 0,-1 0,1 0,0 0,1 0,-1 0,1 0,0 0,0-1,0 1,0 0,0 0,1-1,0 1,0-1,0 0,0 1,0-1,1 0,-1 0,1 0,0-1,0 1,0-1,0 1,1-1,-1 0,0 0,3 0,14 5,-1-2,1 0,0-1,1-1,-1-1,1-1,-1-1,1-1,-1 0,0-2,15-3,35-5</inkml:trace>
  <inkml:trace contextRef="#ctx0" brushRef="#br0" timeOffset="-1760.444">14591 12593,'-27'-6,"0"1,0 2,0 0,-1 2,1 1,0 1,-1 1,1 1,0 2,0 1,-10 4,-13 18,49-27,1-1,-1 1,0 0,0 0,1-1,-1 1,1 0,-1 0,1 0,-1 0,1 0,-1 0,1 0,0 0,-1 0,1 0,0 0,0 0,0 0,0 0,0 0,0 0,0 0,0 0,0 0,0 0,1 0,-1 0,0 0,1 0,-1 0,1 0,-1 0,1 0,-1 0,1-1,0 1,-1 0,1 0,0-1,0 1,0 0,-1-1,1 1,0-1,0 1,0-1,0 1,0-1,0 0,1 1,12 4,-1 0,2-1,-1-1,0 0,1-1,-1 0,1-1,-1-1,1-1,0 0,-1 0,1-2,-1 1,6-4,-7 4,-1 0,1-1,-1-1,0 0,0 0,-1-1,1-1,-1 0,-1-1,1 0,-1 0,0-1,0-1,-1 1,0-1,-1-1,0 0,1-3,-9 45,0 18,2 0,2 0,3 0,4 11,6 46,-14-85,2 11,-1 0,-1 0,-2 0,-1 1,-2-1,-3 13,5-41,0-1,-1 1,0-1,0 1,-1-1,1 1,-1-1,0 0,0 0,0 0,-1 0,1 0,-1 0,0-1,0 1,0-1,-1 0,1 0,-1 0,0-1,1 1,-1-1,-1 0,1 0,0 0,0 0,-1-1,1 0,-1 0,1 0,-1 0,1-1,-1 1,-1-1,-4-4,-1 0,1 0,0-1,0 0,1-1,-1 0,1-1,0 0,1 0,0-1,0 0,1 0,0-1,0 0,1 0,0 0,0-1,1 0,-1-5,-2 2,1 0,1-1,0 1,1-1,1 0,0-1,0 1,2-1,0 0,1 0,0 1,1-1,0 0,2 0,0 0,0 0,1 1,1 0,1-1,0 1,0 1,2-1,-1 1,2 0,0 0,0 1,6-6,-1 7,1 0,0 1,0 1,1 0,0 1,1 0,0 1,0 1,0 1,14-3,173-24,-194 31,92-8,174-26,-225 17,-71 8,8 8,-1 0,1 2,-1-1,1 2,-1 0,1 1,-1 0,1 1,0 0,0 1,0 0,0 1,1 1,0 0,-6 5,16-10,0 0,0 0,0 1,1-1,-1 1,1-1,-1 1,1 0,-1 0,1-1,0 1,0 0,0 0,0 0,0 0,0 1,1-1,-1 0,1 0,0 0,-1 1,1-1,0 0,0 0,0 1,0-1,1 0,-1 0,1 0,-1 0,1 1,0-1,0 0,0 0,0 0,0 0,0 0,1-1,-1 1,1 0,-1-1,1 1,-1-1,2 2,8 3,0 0,1 0,0-1,0-1,0 0,0 0,1-2,-1 1,1-1,0-1,0 0,-1-1,1-1,0 0,0 0,-1-1,1-1,8-3,63-26,-82 31,0 1,0-1,0 1,0 0,0 0,0 0,0 0,-1 0,1 1,0-1,0 0,0 1,0-1,0 1,-1 0,1 0,0 0,-1 0,1 0,0 0,-1 0,1 0,-1 0,0 1,1 0,22 13,-19-13,-1-1,1 1,0-1,0-1,0 1,0-1,0 0,0 0,0 0,0-1,0 1,0-1,0-1,0 1,-1-1,1 1,0-1,-1-1,1 1,-1-1,0 1,0-1,0-1,0 1,1-2,5-5,0-1,-1 0,0-1,-1 0,0 0,-1 0,0-1,1-7,13-39,-2 0,-3-2,-3 0,-2-1,-3 0,-3 0,-2-42,-2 75,-2 1,0-1,-2 1,0-1,-3 1,0 0,-9-22,13 44,-1 0,0 0,0 0,0 0,-1 0,0 1,0-1,-1 1,1 0,-1 0,-1 0,4 4,0-1,0 1,1 0,-1 0,0 0,0 0,0 1,0-1,-1 0,1 1,0-1,0 1,0 0,0 0,-1 0,1 0,0 0,0 0,0 1,0-1,-1 1,1 0,0-1,0 1,0 0,0 0,0 0,1 0,-1 1,0-1,0 0,1 1,-1-1,-1 2,-5 8,0 1,0-1,1 1,0 1,1-1,1 1,0 0,0 1,1-1,1 1,1-1,-1 11,-4 13,3 1,1 0,1-1,3 1,0 0,3 0,1-1,2 0,2 0,1 0,1-1,2-1,2 0,1-1,2 0,1-1,2-2,1 0,10 10,-28-37,-1 1,2 0,-1 0,1 0,-1-1,1 0,0 0,1 0,-1 0,1-1,0 0,0 0,0 0,0-1,1 0,7-3</inkml:trace>
  <inkml:trace contextRef="#ctx0" brushRef="#br0" timeOffset="-1311.107">15380 12286,'7'6,"1"1,-1-2,1 1,0-1,0 0,1-1,-1 0,1 0,0-1,0 0,0-1,1 0,-1 0,5 0,3 1,399 65,-410-68,0 0,0 1,-1 0,1 0,0 1,-1-1,1 1,-1 0,0 1,1 0,-1-1,0 1,0 1,-1-1,1 1,-1 0,0 0,0 0,0 1,0-1,-1 1,0 0,0 0,0 0,-1 0,1 0,-1 1,0-1,-1 1,0 0,1 2,-23 128,21-135,0 0,0 1,0-1,0 0,0 1,0-1,0 0,0 0,1 1,-1-1,1 0,-1 0,1 1,-1-1,1 0,0 0,-1 0,1 0,0 0,0 0,0 0,0 0,0 0,0 0,0-1,0 1,0 0,0-1,0 1,1-1,-1 1,0-1,0 1,1-1,-1 0,0 0,1 0,-1 1,0-1,1 0,-1-1,0 1,0 0,1 0,-1-1,1 1,54-30,-50 23,0 0,0-1,-1 0,-1 0,1 0,-1-1,0 0,-1 1,0-1,-1 0,0 0,0-1,-1 1,0-3,0 8,0-1,-1 1,0-1,0 1,-1-1,1 1,-1-1,0 1,0-1,0 1,-1 0,0 0,1 0,-1-1,-1 2,1-1,-1 0,1 0,-1 1,0-1,-1 1,1 0,0 0,-1 0,0 1,1-1,-1 1,0 0,-4-2,1 3,0 0,0 0,0 0,-1 1,1 0,0 1,0 0,0 0,0 0,0 1,1 0,-1 0,0 1,1-1,-1 2,1-1,0 1,0 0,1 0,-1 0,1 1,0 0,0 0,0 0,1 1,-1-1,2 1,-1 0,0 1,1-1,0 0,1 1,-2 5,3-9,0-1,0 1,0-1,1 1,-1 0,1-1,0 1,0 0,0 0,0-1,0 1,0 0,1-1,-1 1,1 0,0-1,0 1,0 0,0-1,0 0,0 1,1-1,-1 0,1 1,0-1,0 0,-1 0,1 0,1-1,-1 1,0 0,0-1,1 0,-1 1,0-1,1 0,-1 0,1 0,0 0,1-1,26 8</inkml:trace>
  <inkml:trace contextRef="#ctx0" brushRef="#br0" timeOffset="-1060.569">16342 12125,'-18'-9,"-15"-5,-9-1,-6 3,-2 8,3 9,5 8,9 7,11 6,9 4,7-4</inkml:trace>
  <inkml:trace contextRef="#ctx0" brushRef="#br0" timeOffset="-810.251">16289 12554,'9'16,"8"7,7 3,11-4,16-5,15-6,-3-5</inkml:trace>
  <inkml:trace contextRef="#ctx0" brushRef="#br0" timeOffset="-3594.295">10941 12781,'15'5,"0"-1,0 0,0-1,0-1,0 0,1-2,-1 1,1-2,-1 0,0-1,1 0,-1-1,0-1,0-1,-1 0,0 0,1-2,-2 0,13-7,32-32,-58 46,1 0,-1 0,1-1,-1 1,1 0,-1-1,1 1,-1-1,1 1,-1-1,0 1,1-1,-1 1,0-1,1 1,-1-1,0 1,1-1,-1 0,0 1,0-1,0 1,0-1,0 0,0 1,0-1,0 1,0-1,0 0,0 1,0-1,0 0,0 1,0-1,-1 1,1-1,0 1,-1-1,1 0,0 1,-1-1,1 1,0-1,-1 1,1 0,-1-1,1 1,-1-1,1 1,-1 0,1-1,-1 1,1 0,-1 0,0-1,1 1,-1 0,1 0,-1 0,0 0,1 0,-1 0,0 0,-41 6,34-3,1 0,0 0,0 1,1-1,-1 1,1 1,0-1,0 1,0 1,1-1,-1 1,1-1,1 1,-1 1,1-1,0 1,1 0,-1 0,1 0,1 0,-1 0,1 1,1-1,-1 1,1-1,0 1,1 0,0-1,0 1,1 0,1-4,-1 0,2 0,-1 0,0 0,1 0,0 0,0-1,0 1,0-1,0 0,1 0,-1 0,1 0,0-1,0 1,0-1,0 0,0 0,1-1,-1 1,0-1,1 0,-1 0,5 0,4 1,0-1,0-1,0 0,1 0,-1-1,0-1,0 0,1-1,4-2,1-1,-1-1,0-1,0-1,-1 0,0-1,-1-1,0 0,-1-1,0-1,-1 0,-1-1,0-1,0 0,-2-1,0 0,0 0,0-4,-11 19,1 0,-1 0,1 0,0 0,-1 1,1-1,0 0,0 0,-1 1,1-1,0 1,0-1,0 0,0 1,0 0,0-1,0 1,0 0,0-1,0 1,0 0,0 0,0 0,0 0,0 0,1 0,-1 0,0 0,0 1,0-1,0 0,0 1,0-1,0 0,0 1,0-1,-1 1,1 0,0-1,0 1,0 0,0 0,39 36,-36-33,3 3,-1-1,1 1,-2-1,1 2,-1-1,0 0,-1 1,1 0,-1 0,-1 1,0-1,0 1,-1-1,0 1,0 0,-1 0,0 3,-1-10,-1 1,1-1,-1 1,1-1,-1 1,0-1,0 0,0 1,0-1,0 0,-1 0,1 0,-1 0,1 0,-1 0,0 0,0 0,1-1,-1 1,-1-1,1 1,0-1,0 0,0 0,-1 0,1 0,-1 0,1-1,0 1,-1-1,1 1,-1-1,1 0,-1 0,0 0,1 0,-1-1,1 1,0-1,-1 1,1-1,-1 0,1 0,0 0,-1 0,1 0,0-1,0 1,0-1,0 1,0-1,0 0,1 0,-1 0,1 0,-1 0,1 0,-1 0,1 0,0 0,0-1,0 1,0-2,2-10,1-1,0 0,0 1,2-1,0 1,0 0,1 0,1 0,1 1,0 0,0 0,2 0,-1-2,42-77,-17 36,-2 0,-3-3,-2 0,-4-1,13-51,-32 51,-3 59,-1 1,1-1,0 1,-1-1,1 1,-1-1,1 1,-1 0,1-1,-1 1,0 0,1-1,-1 1,1 0,-1-1,0 1,1 0,-1 0,0 0,1 0,-1 0,0 0,1 0,-1 0,1 0,-1 0,0 0,1 0,-1 0,0 0,1 1,-1-1,0 0,1 0,-1 1,1-1,-1 1,1-1,-1 0,1 1,-1-1,1 1,-1-1,1 1,0-1,-1 1,1 0,-11 11,2 0,0 1,0 0,2 0,-1 1,2 0,-1 0,2 0,0 1,1 0,-2 11,-3 6,2 0,1 0,1 0,2 1,1 0,2-1,1 1,1 0,2-1,1 1,2-1,1 0,2-1,6 15,-10-35,0 0,0 0,1-1,1 0,0 0,0-1,1 0,0 0,0-1,5 3,-9-8,-1 0,1 0,0 0,-1-1,1 0,1 0,-1 0,0 0,0-1,1 0,-1 0,0-1,1 1,-1-1,1 0,-1-1,1 1,-1-1,0 0,1 0,-1-1,0 1,0-1,3-2,1-2,0 0,0-1,-1 0,0 0,-1-1,0 0,0 0,-1 0,0-1,0 0,-1 0,0-1,0 0,-1 0,-1 0,0 0,0 0,-1-1,0 1,0-1,-2 1,1-8,-6-20,5 37,0 0,0 1,0-1,0 0,0 0,0 1,0-1,-1 0,1 0,0 1,-1-1,1 0,0 1,-1-1,1 0,-1 1,1-1,-1 1,1-1,-1 1,1-1,-1 1,0-1,1 1,-1 0,0-1,1 1,-1 0,0-1,0 1,1 0,-1 0,0 0,0 0,1 0,-1 0,0 0,0 0,1 0,-1 0,0 0,0 0,1 1,-1-1,-2 2,1 1,-1-1,1 1,0 0,0 0,1 0,-1 0,0 0,1 0,0 1,0-1,0 0,0 1,0-1,1 1,-1-1,1 1,0 1,-1 0,0 3,-1 1,1-1,0 0,1 1,0-1,0 1,0-1,2 1,-1-1,1 0,0 0,0 0,1 0,0 0,1 0,0 0,0-1,0 0,1 0,0 0,1-1,-1 1,1-1,0-1,1 1,0-1,-1 0,2 0,-1-1,0 0,1-1,0 1,0-1,0-1,1 1,31-3,-4-5</inkml:trace>
  <inkml:trace contextRef="#ctx0" brushRef="#br0" timeOffset="-3336.983">11690 12367,'-23'-5,"-11"-1,-4 0,11 1,18 2,29 1,34-1,38-1,36 1,33 1,26 1,-19 0</inkml:trace>
  <inkml:trace contextRef="#ctx0" brushRef="#br0" timeOffset="-4988.607">9485 12928,'103'-257,"-102"253,0 0,0 1,0-1,0 1,1-1,0 1,-1 0,1-1,0 1,1 0,-1 0,1 0,-1 1,1-1,0 1,0-1,0 1,0 0,0 0,1 0,-1 1,1-1,-1 1,1 0,-1-1,1 2,0-1,0 0,-1 1,1 0,0 0,0 0,-1 0,1 1,0-1,3 2,5 6,0 2,-1 0,0 0,0 1,-1 0,-1 1,0 0,0 0,-1 1,-1 0,0 1,-1-1,0 1,1 6,-6-15,1-3,-1 1,1 0,-1 0,0 0,0 0,0 0,-1 0,1 0,-1 0,0 0,1 0,-1 0,0 0,-1 0,1 0,-1 0,1 0,-1 0,-1 2,1-4,0-1,-1 0,1 1,-1-1,1 0,-1 0,1 0,0 0,-1 0,1 0,-1 0,1 0,-1-1,1 1,0 0,-1-1,1 1,0-1,-1 0,1 1,0-1,0 0,0 0,0 0,0 0,-1 0,2 0,-1 0,0 0,0 0,0 0,0-1,0 0,-2-1,0 0,-1 0,1 0,0-1,1 1,-1-1,1 0,-1 0,1 0,1 0,-1 0,0 0,1-1,0 1,0-1,0 1,0-1,1 1,0-1,0 1,0-1,1 1,-1-1,1 1,0-1,0 1,1 0,-1 0,1-1,0 1,0 0,0 0,1 0,-1 1,1-1,0 1,0-1,0 1,3-2,13-2,0 0,0 2,0 0,1 1,0 2,0-1,-1 2,1 1,0 0,17 4,-32-5,0 1,-1 0,1 0,0 0,0 1,-1-1,1 1,0 0,-1 1,1-1,-1 1,0 0,1 0,-1 0,0 1,0-1,0 1,-1 0,1 0,-1 1,1-1,-1 1,0-1,0 1,-1 0,1 0,-1 0,1 2,-2 102,-1-107,0 1,0-1,0 0,0 0,0 0,0 0,0 1,1-1,-1 0,0 0,1 0,-1 0,1 0,-1 1,1-1,-1 0,1 0,0 0,0-1,-1 1,1 0,0 0,0 0,0 0,0-1,0 1,0-1,0 1,0 0,0-1,0 0,0 1,1-1,-1 0,0 1,0-1,0 0,0 0,1 0,-1 0,0 0,0 0,0-1,1 1,-1 0,0 0,0-1,0 1,0-1,1 1,19-8</inkml:trace>
  <inkml:trace contextRef="#ctx0" brushRef="#br0" timeOffset="-4494.333">9831 13035,'0'16,"-2"16,-3 13,-1 7,1 4,1-1,2-5,0-9,1-11</inkml:trace>
  <inkml:trace contextRef="#ctx0" brushRef="#br0" timeOffset="3489.694">4551 13490,'0'2,"0"3,3 1,2-1,3 1,3 2,5 4,8 5,8 1,11 3,6-1,5 0,-1-3,-4-3,-8-2,-10-3,-9-4</inkml:trace>
  <inkml:trace contextRef="#ctx0" brushRef="#br0" timeOffset="3843.287">5193 13409,'-35'24,"33"-21,-12 7,1 0,1 1,-1 1,2 0,0 1,0 0,1 1,1 0,0 0,1 1,1 0,0 1,1-1,-2 13,6-3,1 0,1 0,2 1,0-1,2 0,1 0,1-1,1 2,17 93,-22-93,19 65,-13-79</inkml:trace>
  <inkml:trace contextRef="#ctx0" brushRef="#br0" timeOffset="-18527.009">154 12232,'-5'-6,"-1"-6,2 1,5 1,8 3,10 2,11 2,11 2,8 1,8 0,4-2,-7 0</inkml:trace>
  <inkml:trace contextRef="#ctx0" brushRef="#br0" timeOffset="-16389.232">1583 12901,'29'-2,"0"-2,0-1,-1-1,0-2,-1 0,1-2,-2-1,21-12,-36 19,0-1,-1 0,1-1,-1 0,-1-1,1 0,-1 0,0-1,-1 0,0 0,0-1,-1 0,1-3,-7 11,0 1,-1-1,1 0,-1 0,0 0,1 1,-1-1,0 0,1 0,-1 0,0 0,0 0,0 1,1-1,-1 0,0 0,-1 0,1 0,0 0,0 0,0 0,0 1,-1-1,1 0,0 0,-1 0,1 0,0 1,-1-1,0 0,1 0,-1 1,1-1,-1 0,0 1,1-1,-1 1,0-1,1 1,-1-1,0 1,0-1,0 1,0 0,1 0,-1-1,0 1,0 0,0 0,0 0,0 0,0 0,0 0,-49 7,45-5,0 1,0-1,0 0,1 1,-1 0,1 0,-1 1,1-1,0 1,1 0,-1 0,1 0,-1 0,1 1,0 0,1-1,-1 1,1 0,0 0,0 0,1 0,0 1,-1-1,2 0,-1 1,1-1,-1 0,1 1,1-1,-1 1,1-1,0 0,0 1,1-1,0 0,-1 0,2 0,-1 0,1 0,2 3,4-1,0 0,1-1,0 0,0 0,0-1,1 0,0-1,0-1,0 1,0-2,1 1,-1-2,1 0,-1 0,1-1,-1 0,1-1,0 0,-1-1,0 0,1-1,9-4,-14 6,0-1,0 0,0-1,-1 0,1 0,-1 0,0-1,0 1,0-1,0-1,-1 1,0-1,0 0,0-1,0 1,-1-1,0 0,0 0,0 0,-1 0,0-1,0 1,-1-1,0 0,0 0,-1 0,1-1,-1-2,-2 8,1 1,0-1,0 1,0 0,0-1,0 1,0-1,0 1,0 0,0-1,1 1,-1-1,1 1,-1 0,1 0,-1-1,1 1,0 0,0 0,0-1,-1 1,1 0,0 0,0 0,1 0,-1 1,0-1,0 0,0 0,0 1,1-1,-1 0,0 1,1-1,-1 1,1 0,12-1,-1 2,0 0,0 1,0 0,0 0,0 2,-1 0,1 0,5 4,-12-6,7 1,0 2,0 0,0 0,-1 1,1 1,-1 0,-1 1,0 0,0 1,0 0,-1 0,-1 1,4 4,-12-12,0-1,-1 0,1 0,0 0,-1 1,1-1,-1 0,0 1,1-1,-1 0,0 1,0-1,1 0,-1 1,0-1,-1 1,1-1,0 0,0 1,0-1,-1 0,1 1,-1-1,1 0,-1 0,0 1,1-1,-1 0,0 0,0 0,0 0,0 0,0 0,0 0,0 0,0 0,0 0,0-1,0 1,-1 0,1-1,-1 1,-58 14,53-14,0-1,1 0,-1 0,0-1,0 0,1 0,-1-1,0 0,1 0,0 0,-2-2,6 3,0 0,0 0,0 0,0 0,1-1,-1 1,0 0,1-1,-1 1,1-1,0 0,-1 1,1-1,0 0,0 0,0 0,1 0,-1 0,0 0,1 0,-1 0,1 0,-1 0,1 0,0-1,0 1,0 0,0 0,1 0,-1 0,0 0,1 0,0 0,-1 0,1 0,0 0,0-1,5-7,0 0,1 0,0 0,0 1,1 0,0 1,0-1,1 2,4-4,5-5,28-25,-2-2,-2-2,17-24,-47 52,0 0,-1 0,0-1,-2 0,0-1,-1 0,-1-1,-1 1,-1-1,0 0,-2-1,1-5,-16-47,11 71,1 0,-1 0,0 1,0-1,1 0,-1 1,0-1,0 1,-1-1,1 1,0 0,0-1,-1 1,1 0,-1 0,1 0,-1 0,1 0,-1 0,1 0,-1 1,0-1,0 1,1-1,-1 1,0-1,0 1,0 0,1 0,-1 0,0 0,0 0,0 1,1-1,-1 0,0 1,0-1,-1 2,-3 3,0 0,0 0,1 1,0 0,0 0,0 1,1-1,0 1,0 0,1 0,0 1,0-1,0 1,1-1,0 1,1 0,0 0,0-1,1 1,0 5,-1 19,3-1,0 1,2-1,2 0,1 0,1 0,1-1,2 0,1-1,1-1,2 1,0-2,2 0,1-1,10 9,54 55,-78-87,-1 0,1 0,0-1,0 1,0-1,0 0,0 0,0-1,1 1,-1-1,1 0,-1 0,1 0,-1-1,1 0,-1 0,1 0,-1 0,1-1,-1 1,1-1,-1 0,1-1,-1 1,2-2,8-6,0 0,-1-1,0-1,-1 0,0-1,-1 0,0-1,-1 0,-1-1,0 0,0 0,-2-1,0 0,3-8,0-24,-10 47,0 0,0-1,0 1,-1 0,1 0,0-1,0 1,0 0,-1 0,1-1,0 1,0 0,-1 0,1 0,0-1,0 1,-1 0,1 0,0 0,-1 0,1 0,0 0,-1 0,1 0,0 0,0 0,-1 0,1 0,0 0,-1 0,1 0,0 0,-1 0,1 0,0 0,-1 0,1 0,0 0,0 0,-1 1,1-1,0 0,-1 0,1 0,0 1,0-1,0 0,-1 0,1 1,0-1,0 0,0 0,0 1,-1-1,1 0,0 1,0-1,0 0,0 1,0-1,0 0,0 0,0 1,0-1,0 1,-4 6,0 0,1 1,0 0,0-1,1 1,0 0,0 0,1 1,0-1,0 0,1 0,0 1,1-1,-1 0,2 0,-1 1,1-1,2 5,0-7,0-1,0 1,0-1,1 0,0 0,0 0,1-1,-1 0,1 0,0 0,0-1,0 0,0 0,1 0,-1-1,1 0,-1 0,1-1,0 1,0-2,0 1,1-1,33 5</inkml:trace>
  <inkml:trace contextRef="#ctx0" brushRef="#br0" timeOffset="-16145.882">2386 12340,'-18'-5,"0"-1,16 1,25 2,37 5,39 2,40 2,37 3,29 2,-20-1</inkml:trace>
  <inkml:trace contextRef="#ctx0" brushRef="#br0" timeOffset="-19069.321">260 12406,'-5'19,"-1"14,-2 11,1 8,-2 5,2 3,1 2,2-2,4-3,2-6,3-9,1-13</inkml:trace>
  <inkml:trace contextRef="#ctx0" brushRef="#br0" timeOffset="-18820.755">180 12955,'2'-2,"6"-2,7 1,12-1,6-1,6-1,0 0,-4-1,-8 1</inkml:trace>
  <inkml:trace contextRef="#ctx0" brushRef="#br0" timeOffset="-17762.112">661 13115,'6'-29,"2"1,1 1,1-1,1 2,1-1,6-5,-4 3,-3 6,-6 9,2 1,0 0,0 0,1 0,1 1,0 0,9-10,-18 22,1 0,-1 0,0-1,0 1,0 0,1 0,-1-1,0 1,0 0,1 0,-1 0,0-1,1 1,-1 0,0 0,1 0,-1 0,0 0,1 0,-1 0,0 0,1 0,-1 0,0 0,1 0,-1 0,0 0,1 0,-1 0,0 0,1 0,-1 0,0 0,0 0,1 1,-1-1,0 0,1 0,-1 0,0 1,0-1,1 0,-1 0,0 1,0-1,0 0,1 0,-1 1,0-1,0 0,0 1,0-1,0 0,0 1,1-1,-1 0,0 1,0-1,0 0,0 1,0-1,0 0,0 1,-1-1,1 0,0 1,-1 27,1-26,-14 111,6-57,2 0,2 0,4 45,1-89,0 1,1-1,1-1,-1 1,2 0,0-1,0 1,5 7,4 1</inkml:trace>
  <inkml:trace contextRef="#ctx0" brushRef="#br0" timeOffset="993.059">126 13597,'0'16,"0"11,0 9,0 5,0 0,2-3,4-5,0-8</inkml:trace>
  <inkml:trace contextRef="#ctx0" brushRef="#br0" timeOffset="1193.649">100 13436,'-16'-16,"-7"-7,-3-1,4 3,10 6,13 9,8 4</inkml:trace>
  <inkml:trace contextRef="#ctx0" brushRef="#br0" timeOffset="1462.457">461 13810,'14'-5,"0"-1,-1 0,1-1,-1 0,-1-1,1-1,-2 0,1 0,-1-1,0-1,-1 0,0 0,-1-1,3-6,-11 17,1 0,-1 0,0 0,0 0,1-1,-1 1,0 0,0-1,0 1,-1-1,1 1,0-1,-1 1,1-1,-1 0,1 1,-1-1,0 0,1 1,-1-1,0 0,0 0,0 1,-1-1,1 0,0 1,-1-1,1 0,-1 1,1-1,-1 0,0 1,0-1,0 1,0 0,0-1,0 1,0-1,0 1,0 0,-1 0,1 0,0 0,-1 0,1 0,-1 0,1 0,-2 0,-6 2,0 1,-1-1,1 2,0-1,0 1,0 0,1 1,-1 0,1 0,0 1,0 0,0 1,0 0,1 0,-4 5,4-6,0 0,0 1,1 0,0 0,0 0,1 1,0 0,0 0,0 0,1 0,0 1,0 0,1 0,0 0,1 0,-1 1,2-1,-1 1,1-1,0 1,1-1,0 7,3-11,0 0,0 0,0 0,0 0,1 0,-1-1,1 1,0-1,0 0,0 0,1-1,-1 1,1-1,-1 0,1 0,0 0,-1-1,1 0,0 0,0 0,0 0,5-1,39 7</inkml:trace>
  <inkml:trace contextRef="#ctx0" brushRef="#br0" timeOffset="1928.224">1116 13583,'-27'5,"1"1,1 2,-1 1,2 1,-1 0,1 2,-13 10,-20 21,56-43,0 1,0 0,1-1,-1 1,1 0,-1 0,0-1,1 1,-1 0,1 0,0 0,-1 0,1 0,0 0,0 0,-1 0,1 0,0 0,0 0,0-1,0 1,0 0,0 0,0 0,1 0,-1 0,0 0,0 0,1 0,-1 0,1 0,-1 0,1 0,-1-1,1 1,-1 0,1 0,0-1,0 1,-1 0,1-1,0 1,0-1,-1 1,1-1,0 1,0-1,0 0,0 1,50 14,189 14,-238-29,-1 0,0-1,0 1,1 0,-1 0,0 0,1 0,-1 0,0 1,0-1,1 0,-1 1,0-1,0 1,0-1,1 1,-1-1,0 1,0 0,0-1,0 1,0 0,0 0,0 0,0 0,-1 0,1 0,0 0,-1 0,1 0,0 1,-1-1,1 0,-1 0,0 0,1 1,-1-1,0 0,0 0,0 1,0-1,0 0,0 1,0-1,0 0,0 0,-1 1,1-1,-1 0,1 0,-1 0,1 1,-1-1,1 0,-1 0,0 0,0 0,0 0,0 0,-9 7,-1 0,0-1,0 0,-1-1,1-1,-1 0,-1 0,1-1,-4 0,15-3,0 0,0-1,0 1,0 0,0-1,0 1,0-1,0 1,0-1,0 0,0 1,-1-1,1 0,0 0,0 0,0 1,0-1,0-1,-1 1,1 0,0 0,0 0,0-1,0 1,0 0,0-1,0 1,0-1,0 1,0-1,0 0,0 1,0-1,0 0,0 0,0 0,1 0,-1 1,0-1,1 0,-1 0,1 0,-1 0,1-1,-1 1,1 0,0 0,-1 0,1 0,0 0,0 0,0-1,0 1,0-1,5-7,0 0,1 0,0 0,0 1,1-1,0 1,1 1,0 0,0 0,0 0,3-1,0 0,20-18,0 2,2 1,0 2,1 1,2 2,-1 1,8 0,-42 16,0 0,1 0,-1 0,0 0,0 1,1-1,-1 1,0-1,1 1,-1-1,1 1,-1 0,0 0,1-1,-1 1,1 0,-1 0,1 0,-1 1,1-1,-1 0,0 1,1-1,-1 1,1-1,-1 1,0-1,0 1,1 0,-1 0,0 0,0-1,0 1,0 1,0-1,0 0,0 0,0 0,0 0,-1 1,1-1,0 0,-1 0,1 1,0 0,-33 86,25-72,3-10,1 1,0-1,0 1,1 0,0 0,0 0,1 0,0 1,0-1,0 5,19 0,-3-14</inkml:trace>
  <inkml:trace contextRef="#ctx0" brushRef="#br0" timeOffset="2176.555">1316 13303,'0'13,"9"12,3 2</inkml:trace>
  <inkml:trace contextRef="#ctx0" brushRef="#br0" timeOffset="2662.256">1731 13877,'-5'-29,"1"0,2 0,1 0,1 0,1 0,2 0,0 0,3 1,1-3,-7 27,1 0,1 0,-1 1,1-1,-1 0,1 1,0-1,0 1,1-1,-1 1,1 0,-1 0,1 0,0 0,0 1,1-1,-1 1,0 0,1 0,-1 0,1 0,0 1,0-1,-1 1,1 0,0 0,0 0,0 1,0 0,0-1,0 1,0 1,0-1,0 0,0 1,0 0,0 0,0 0,0 1,0-1,-1 1,3 1,5 6,0 1,0 1,-1 0,0 0,-1 1,0 0,-1 1,-1 0,0 0,0 0,-1 1,-1 0,1 4,18 115,-24-130,1-1,0 0,-1 1,1-1,0 0,0 0,1 1,-1-1,0 0,1 0,-1-1,1 1,0 0,-1 0,1-1,0 1,0-1,0 1,0-1,1 0,-1 0,0 0,0 0,1 0,-1-1,0 1,1-1,-1 1,1-1,-1 0,1 0,-1 0,0 0,2-1,83-19,-62 11,0-1,-1-2,0 0,-1-1,0-2,-2 0,1-1,-2-2,0 0,-1 0,-1-2,4-21,-21 41,-1-1,0 0,0 0,1 0,-1 0,0 0,0 1,0-1,0 0,0 0,0 0,0 0,0 0,0 0,0 1,0-1,0 0,-1 0,1 0,0 0,-1 1,1-1,-1 0,1 0,-1 1,1-1,-1 0,1 1,-1-1,0 0,1 1,-1-1,0 1,0-1,1 1,-1 0,0-1,0 1,0 0,0-1,1 1,-1 0,0 0,0 0,0 0,0 0,0 0,-7 1,1 0,0 1,0-1,0 2,1-1,-1 1,0 0,1 0,0 1,0 0,0 0,0 1,1-1,-1 1,1 0,0 1,1-1,-1 1,0 2,3-6,-1 1,1 0,0-1,0 1,0 0,0 0,1 1,-1-1,1 0,0 0,0 1,0-1,0 0,1 1,-1-1,1 1,0-1,0 1,0-1,1 1,-1-1,1 1,0-1,0 1,0-1,0 0,0 0,1 1,-1-1,1 0,0 0,0 0,2 2,9 4,1-1,0 0,0-1,0-1,1 0,0-1,0 0,0-1,1-1,0 0,-1-2,1 1,0-2,9-1,42 3,0-3,1-3,10-4,5-4</inkml:trace>
  <inkml:trace contextRef="#ctx0" brushRef="#br0" timeOffset="2991.425">3241 13730,'-3'-6,"0"-1,0 1,0 0,-1 0,0 0,0 0,0 1,-1 0,0 0,0 0,0 0,-1 1,0 0,1 0,-1 1,-1-1,1 1,0 0,-1 1,1 0,-1 0,0 0,-2 0,-2 0,0 1,1 0,-1 0,0 1,0 0,0 1,0 0,1 0,-1 2,0-1,1 1,0 1,0 0,-7 4,9-4,1 1,0 0,1 0,0 1,-1 0,2 0,-1 1,1-1,0 1,0 1,0 0,3-4,0-1,0 0,1 1,-1 0,1-1,-1 1,1 0,1-1,-1 1,0 0,1 0,0 0,0 0,0 0,0-1,1 1,-1 0,1 0,0 0,0-1,1 1,-1-1,1 1,0-1,0 2,3-1,0 0,0-1,0 0,0 0,1-1,-1 1,1-1,-1 0,1 0,0-1,0 0,0 0,0 0,0-1,0 0,0 0,0 0,-1-1,1 0,0 0,0-1,0 1,-1-1,1 0,0-1,-1 1,0-1,1-1,12-4,0-2,-1-1,0 0,0-1,-1 0,-1-2,0 1,-1-2,0 0,-2-1,0 0,0-2,-14 24,0-1,0 1,0 0,1 0,0 0,0 0,0 0,1 1,0-1,0 0,0 0,1 0,1 2,-1-3,1-1,0 1,0-1,1 1,-1-1,1 0,0 0,0 0,1-1,-1 1,1-1,0 0,0 1,0-2,0 1,0 0,0-1,1 0,1 1,96 27,-16-18,-2-4</inkml:trace>
  <inkml:trace contextRef="#ctx0" brushRef="#br1" timeOffset="61163.26">10046 3624,'0'0</inkml:trace>
  <inkml:trace contextRef="#ctx0" brushRef="#br1" timeOffset="68779.677">8281 11524,'43'19,"19"6,1-2,0-3,2-3,0-2,0-4,1-2,1-3,0-3,0-3,328-27,-288 19,-1-4,0-4,-1-6,35-14,510-153,-521 147,-2-7,58-32,-157 68,99-49,-3-5,-2-6,-4-4,-4-6,56-54,-137 107,-1-2,-1-1,-2-1,-1-1,8-16,169-250,-191 278,-1 0,-2-1,0 0,-1-1,-1 0,-2-1,0 1,-2-1,-1-1,13-54,4 1,2 1,12-18,-6 13,72-363,-13 240,-57 108,-4-2,12-98,-14-143,-13-173,-12 419,-4 23,-4 0,-2 1,-20-68,14 68,12 46,-1-1,-1 1,-2 0,0 1,-2 0,-1 0,0 1,-2 1,-1 0,-1 0,-2 0,-131-140,93 107,-2 2,-2 4,-3 1,-1 4,-60-32,104 65,-38-29,2-2,2-3,2-2,2-2,-25-35,20 25,-3 2,-60-48,87 84,1-2,0-1,2-1,1-2,2 0,0-2,2 0,-12-24,-97-247,69 196,17 31,3-1,4-3,3-1,-18-55,-55-96,84 185,3-1,2-1,1-1,-8-44,-1-109,24 182,-12-97,-28-97,28 137,3 1,4-1,3-1,3-6,-3-39,3 70,-2-1,-3 1,-1 0,-3 0,-2 1,-3 1,-5-11,9 36,2 0,1-1,1 0,1 0,1-1,2 0,0-3,3-87,3 91,-1-1,-2 1,-1 0,0 0,-2 0,-1 0,-1 0,-5-9,-30-48,31 65,1 0,0 0,1-1,1 0,1 0,0-1,-1-14,2-124,7 131,-1 0,-1 0,-2 0,-1 1,-1-1,-1 1,-1-1,-1 1,-2 1,-3-8,-2 11,0 0,-1 0,-1 2,-1 0,-1 1,0 1,-1 0,-2 1,-4-2,15 11,-1-1,2 0,0 0,0-1,0-1,1 0,1 0,0 0,1-1,0 0,0 0,-2-9,-3-2,-2 0,0 0,-2 1,-1 1,0 0,-1 1,-2 1,0 1,-19-15,-19-20,-58-58,-124-26,174 98,27 14,-2 2,-1 1,0 2,-2 2,-43-12,-275-40,-2 18,259 38,1-5,-36-13,48 10,0 5,-1 3,0 5,-84 2,-317-6,245 2,53 1,-91 10,-186 10,130 17,100-4,-295-21,492-1,11 0,1-1,-1-2,1-1,0-1,-21-7,3-3,-1 3,0 1,0 3,-37 1,-349 6,394 3,0 1,1 3,0 1,0 2,1 2,1 2,-22 11,2-3,1 2,2 3,0 2,2 3,2 3,1 2,2 2,-44 43,-127 193,155-186,6-10,3 3,4 2,-32 72,-157 404,176-388,7 4,8 2,8 2,8 1,8 2,-3 159,24-158,-2 29,-17 82,-90 424,77-56,30-397,-5-24,1-32,13 198,110 647,-86-753,44 192,11-58,53 129,-110-484,12 42,4-2,35 70,-44-137,2-1,3-1,1-2,27 27,23 34,-53-67,36 51,3-3,5-4,31 26,-17-38,2-3,23 9,32 24,-95-64,3-3,1-1,1-4,3-1,58 22,407 89,-438-116,0 2,1-3,1-5,1-3,45 1,64-8,-88-8,1 5,-1 5,1 5,56 26,-90-23,1-3,47 4,-30-16,0-4,63-8,86 2,487 11,-353 3,-81-23,-119-12,126 15,142 3,-415 4,-4-1</inkml:trace>
  <inkml:trace contextRef="#ctx0" brushRef="#br1" timeOffset="71795.136">11797 9078,'57'-11,"0"4,0 2,1 2,17 3,-20 0,899-38,-803 41,-140 0</inkml:trace>
  <inkml:trace contextRef="#ctx0" brushRef="#br1" timeOffset="74073.783">13936 8998,'14'-35,"2"0,1 2,1 0,12-14,6-12,-10 14,2-4,1 1,3 1,26-29,-17 44,-40 32,0-1,0 1,1-1,-1 1,0 0,0 0,1 0,-1 0,0 0,1 0,-1 0,0 0,0 0,1 1,-1-1,0 0,0 1,0-1,1 1,-1-1,0 1,0 0,0-1,0 1,0 0,0 0,0 0,0 0,-1 0,1 0,0 0,0 0,-1 0,1 0,-1 0,1 1,-1-1,9 20,-2 1,-1 0,0 0,-2 0,0 0,-2 1,0 9,-1-27,-1 1,1 1,1 1,-2-1,1 1,-1-1,0 1,-1 0,0-1,0 1,-1-1,0 1,0-1,0 0,-3 3,5-9,0 0,-1-1,1 1,0 0,-1-1,1 1,0-1,-1 1,1-1,-1 1,1-1,-1 1,1-1,-1 1,0-1,1 1,-1-1,0 0,1 0,-1 1,0-1,1 0,-1 0,0 0,1 1,-1-1,0 0,1 0,-1 0,0 0,0-1,1 1,-1 0,0 0,1 0,-1 0,0-1,1 1,-1 0,0-1,1 1,-1 0,1-1,-1 1,1-1,-1 1,1-1,-1 1,1-1,-1 1,1-1,0 0,-1 1,-15-37,3-52,14 87,0 1,1-1,-1 1,0-1,1 1,-1-1,1 1,-1 0,1 0,0-1,-1 1,1 0,0 1,0-1,0 0,0 1,0-1,-1 1,1-1,0 1,0 0,1 0,-1 0,0 0,0 0,0 0,0 0,0 1,-1-1,1 1,0 0,0-1,9 1,19 1,0-2,1-1,-1-1,0-2,-1 0,1-3,-1 0,0-2,-1-1,0-1,0-1,-1-2,-1-1,10-7,14-27,-50 48,0 0,1 0,-1 0,0 0,0 0,0 0,0 0,0 0,0 0,-1 0,1 0,0 0,0 0,-1 0,1 0,-1 0,1 0,-1 0,1 0,-1 0,1 0,-1 1,0-1,1 0,-1 0,0 1,0-1,0 0,0 1,0-1,1 1,-1-1,0 1,0-1,0 1,0 0,0 0,-1-1,1 1,0 0,0 0,0 0,0 0,0 0,0 0,0 0,0 1,0-1,0 0,0 1,0-1,0 0,-14 1,1 1,-1 0,1 0,0 1,0 1,0 1,0 0,1 0,0 2,0-1,0 2,1 0,0 0,-4 4,14-10,-1 0,1-1,-1 1,1 0,-1 0,1 1,0-1,0 0,0 1,0-1,1 1,-1 0,1-1,-1 1,1 0,0 0,0 0,0 0,1 0,-1 0,1 0,0 0,-1 1,1-1,1 0,-1 0,0 0,1 0,-1 0,1 0,0 0,0 0,0 0,1 0,-1-1,1 1,-1 0,1-1,0 1,1 1,8 3,1 0,-1 0,1-1,0 0,1-1,-1-1,1 0,0 0,0-1,0-1,0 0,1-1,0-1,-14 0,198 13,-102-11</inkml:trace>
  <inkml:trace contextRef="#ctx0" brushRef="#br1" timeOffset="74645.939">16089 8489,'-13'-4,"-1"-1,1 1,-1 1,0 1,0 0,1 1,-1 0,0 1,0 0,0 1,0 1,0 0,0 1,1 1,-1 0,1 0,0 2,0 0,1 0,0 1,0 0,0 1,1 1,0 0,-2 2,9-7,-1 0,0 0,1 0,0 0,0 1,0-1,1 1,0 0,-1 1,2-1,-1 0,1 1,-1-1,2 1,-2 5,3-10,0 1,0-1,0 1,1-1,-1 1,1-1,-1 1,1-1,0 1,-1-1,1 1,0-1,0 0,0 0,0 1,0-1,0 0,0 0,0 0,1 0,-1 0,0 0,1-1,-1 1,1 0,-1-1,0 1,1-1,-1 1,1-1,0 0,-1 1,2-1,54 1,-40-5,0 0,0-1,-1-1,0 0,0-1,-1-1,0 0,0-2,-1 1,0-2,-1 0,0 0,0-1,-2-1,1 0,-2 0,0-2,0 1,-1-1,-1 0,2-5,-33 65,-3 65,25-106,1-1,0 1,0 0,0-1,0 1,0 0,1-1,0 1,-1 0,1-1,1 1,-1-1,0 0,1 1,0-1,0 0,0 0,0 0,0 0,1 0,-1-1,1 1,0-1,0 1,0-1,0 0,0 0,0 0,2 0,63 5,-33-11</inkml:trace>
  <inkml:trace contextRef="#ctx0" brushRef="#br1" timeOffset="75378.085">16610 8356,'-14'0,"-22"-1,-1 2,0 1,0 2,1 1,-12 5,46-10,0 0,1 0,-1 0,1 0,-1 0,0 0,1 1,-1-1,1 1,-1-1,1 1,-1 0,1-1,-1 1,1 0,0 0,-1 0,1 0,0 0,0 0,0 0,0 1,0-1,0 0,0 1,0-1,0 0,0 1,1-1,-1 1,1 0,-1-1,1 1,0-1,0 1,-1 0,1-1,0 1,0-1,1 1,-1 0,0-1,0 1,1-1,-1 1,1-1,-1 1,1-1,0 2,11 9,0 0,0-1,1 0,0-1,1 0,14 7,30 23,5 21,-62-59,1-1,-1 1,0 0,0-1,0 1,0 0,0 0,0 0,-1 0,1 0,-1-1,1 1,-1 0,0 0,1 0,-1 1,0-1,0 0,-1 0,1 0,0 0,-1 0,1 0,-1-1,0 1,1 0,-1 0,0 0,0 0,0-1,-1 1,1 0,0-1,0 1,-1-1,1 0,-1 1,0-1,1 0,-2 1,-5 2,1 0,-1 0,0-1,0 0,0-1,0 0,0 0,-1 0,1-1,-1 0,1-1,-1 0,1 0,-1-1,1 0,-1-1,1 0,0 0,0 0,-1-1,-4-3,12 6,0-1,-1 1,1-1,0 1,0 0,0-1,0 0,0 1,0-1,0 0,1 1,-1-1,0 0,0 0,0 0,1 0,-1 0,0 0,1 0,-1 0,1 0,-1 0,1 0,0 0,-1 0,1 0,0 0,0 0,0 0,0-1,0 1,0 0,0 0,0 0,0 0,1 0,-1-1,0 1,1 0,-1 0,1 0,-1 0,1 0,-1 0,1 0,0 0,-1 0,1 1,0-1,0 0,0 0,0 1,0-1,0 0,0 1,0-1,0 1,0-1,0 1,1-1,108-31,-64 23,-28 6,-1-1,0 0,0-1,0-1,0 0,-1-2,0 0,-1 0,0-1,0-1,-1-1,0 0,-1-1,0 0,-1-1,0-1,-1 1,-1-2,2-4,-5-33,-7 51,0 0,-1 0,1 0,0 0,-1 0,1 0,-1 0,1 0,-1 0,1 1,-1-1,1 0,-1 0,0 1,0-1,1 0,-1 1,0-1,0 0,0 1,0-1,0 1,1 0,-1-1,0 1,0 0,0-1,0 1,0 0,0 0,0 0,0 0,0 0,0 0,0 0,0 0,0 0,0 1,0-1,0 0,0 1,0-1,0 1,0-1,0 1,0-1,0 1,1-1,-2 2,-5 3,0 0,1 1,-1 0,1 0,0 0,1 1,-1 0,1 0,1 1,0-1,0 1,0 0,1 0,0 0,0 1,1-1,0 1,1-1,0 1,0 0,1 1,0-5,0-1,0 0,1 1,-1-1,1 1,0-1,1 0,-1 0,1 0,0 0,0 0,0 0,0 0,1-1,-1 1,1-1,0 1,0-1,1 0,-1 0,0-1,1 1,0-1,0 1,-1-1,1 0,3 0,8 4,1-1,0 0,0-2,1 0,-1 0,11-1,27 1</inkml:trace>
  <inkml:trace contextRef="#ctx0" brushRef="#br1" timeOffset="75739.116">17345 8449,'-24'-4,"0"1,0 1,0 1,0 2,0 0,0 1,0 1,0 2,1 0,-7 4,27-9,0 1,0 0,0-1,0 1,0 1,0-1,0 0,1 1,-1-1,0 1,1 0,0 0,-1 0,1 0,0 1,0-1,0 0,0 1,0-1,1 1,-1 0,1 0,0 0,-1-1,2 1,-1 0,0 0,0 1,1-1,0 0,-1 0,1 0,0 0,1 0,-1 0,1 0,-1 0,1 1,0-1,0-1,0 1,0 0,1 0,-1 0,1-1,1 3,4 0,1 0,0 0,1 0,-1-1,1 0,-1-1,1 0,0 0,1-1,-1 0,0-1,0 0,1-1,-1 1,1-2,-1 1,0-1,1-1,5-1,-5 1,0 0,0 0,-1 0,1-1,-1-1,0 0,0 0,0 0,-1-1,0-1,1 1,-2-2,1 1,-1-1,0 0,0 0,-1-1,0 0,0 0,-1 0,0-1,-1 1,1-1,-2-1,2-2,-6 13,1 0,-1-1,1 1,-1-1,1 1,-1 0,1-1,-1 1,0-1,1 0,-1 1,0-1,1 1,-1-1,0 0,0 0,1 1,-1-1,0 0,0 0,1 0,-1 0,0 0,0 0,0 0,1 0,-1 0,0 0,0 0,1-1,-1 1,0 0,0 0,1-1,-1 1,0-1,1 1,-1 0,0-1,1 1,-1-1,1 0,-1 1,1-1,-1 1,1-1,0 0,-1 1,1-1,-1 0,1 0,0 1,0-1,0 0,-1 0,1 1,0-1,0 0,0 0,0 1,0-1,0 0,0 0,1 0,-1 1,0-1,0 0,-3 3,0 1,0 1,1-1,-1 0,1 1,-1-1,1 1,0 0,0 0,1-1,-1 1,1 1,0-1,0 0,0 0,1 0,-1 0,1 1,0-1,0 0,1 0,-1 1,1-1,0 0,0 0,0 0,1 0,-1 0,1 0,0 0,0-1,1 1,-1-1,1 1,-1-1,1 0,1 1,26 10,2-6</inkml:trace>
  <inkml:trace contextRef="#ctx0" brushRef="#br1" timeOffset="76653.372">17733 8329,'-7'3,"1"1,0 0,0 0,1 1,-1-1,1 1,0 1,0-1,1 1,0 0,0 0,0 0,0 0,1 0,0 1,0 0,2-3,0 0,0 0,0-1,0 1,1 0,-1 0,1 0,0 0,0 0,1 0,-1 0,1 0,0 0,0 0,0-1,0 1,1 0,-1-1,1 1,0-1,0 1,0-1,1 0,-1 0,1 0,0 0,0 0,0-1,1 2,2-1,1 1,-1-1,0 0,1-1,0 1,0-1,-1-1,1 1,0-1,0-1,0 1,0-1,1 0,-1 0,0-1,0 0,0-1,-1 1,1-1,0-1,-1 1,1-1,-1 0,0-1,0 1,0-1,0 0,0-1,-1 1,0-1,0 0,0-1,-1 1,0-1,0 0,0 0,-1 0,0 0,0-1,0 1,1-1,-1-1,0 1,0 0,-1-1,1 0,-2 0,1 1,-1-1,0 0,-1 0,0 0,0-4,0 12,-1 0,1-1,-1 1,1 0,-1 0,1-1,-1 1,1 0,-1 0,1 0,-1 0,1-1,-1 1,1 0,-1 0,1 0,-1 0,1 0,-1 0,1 0,-1 0,1 1,-1-1,1 0,-1 0,1 0,-1 1,1-1,0 0,-1 0,1 1,-1-1,1 0,-1 1,1-1,0 0,-1 1,1-1,0 1,0-1,-1 1,1-1,0 0,0 1,-1-1,1 1,0-1,0 1,0-1,0 1,0-1,0 1,0 0,0-1,0 1,0-1,0 1,0-1,-2 5,-1 0,1-1,-1 1,1 0,1 0,-1 0,1 1,0-1,0 0,0 0,1 1,0-1,0 0,0 1,0-1,1 0,0 1,0-1,1 0,0 0,-1 0,2 0,-1 0,0 0,1-1,0 1,0-1,0 0,1 0,0 0,-1 0,1-1,1 1,-1-1,0 0,1 0,-1-1,1 1,5 1,-3-2,0-1,1 0,-1-1,1 1,-1-1,0-1,1 1,-1-1,0-1,1 1,-1-1,0 0,0-1,0 0,-1 0,1 0,-1-1,1 0,-1 0,-1-1,3-1,1-2,0 0,0-1,-1-1,0 1,-1-1,1-1,-2 1,0-1,0 0,-1 0,0-1,0-3,-2-9,-2 24,-1 0,0-1,0 1,0 0,0-1,0 1,0 0,0-1,0 1,0 0,0-1,0 1,0 0,0 0,0-1,0 1,0 0,0-1,0 1,-1 0,1-1,0 1,0 0,0 0,-1-1,1 1,0 0,0 0,0-1,-1 1,1 0,0 0,0 0,-1 0,1-1,0 1,-1 0,1 0,0 0,-1 0,1 0,0 0,0 0,-1 0,1 0,0 0,-1 0,1 0,0 0,-1 0,1 0,0 0,-1 0,1 0,0 0,-1 0,1 1,0-1,0 0,-1 0,1 0,0 0,0 1,-1-1,1 0,0 1,-5 3,1 1,0-1,0 1,0 0,1 1,0-1,0 1,0-1,1 1,-1 0,1 0,1 0,-1 0,1 0,0 1,0-1,1 6,0-10,1 0,-1 0,1 0,-1 1,1-1,0 0,0 0,-1 0,2 0,-1 0,0-1,0 1,1 0,-1 0,1-1,-1 1,1-1,0 1,-1-1,1 0,0 0,0 0,0 0,0 0,0 0,0 0,0 0,0-1,1 1,0-1,68 1,-47-5,-1-2,0 0,0-2,-1 0,0-2,0 0,9-8,8 0,-38 19,0 0,0-1,0 1,-1 0,1 0,0 0,0 0,0 0,-1 0,1 0,-1 1,1-1,-1 0,1 0,-1 0,0 0,1 1,-1-1,0 0,0 1,0-1,0 0,0 0,0 1,0-1,0 0,-1 0,1 0,-1 1,1-1,-1 0,1 0,-1 1,0 3,0-2,1 0,-1 0,1 0,0-1,0 1,0 0,0 0,1 0,-1-1,1 1,-1 0,1 0,0-1,0 1,1-1,-1 1,0-1,1 1,-1-1,1 0,0 1,0-1,0 0,0 0,0-1,0 1,1 0,-1-1,0 1,1-1,-1 0,1 0,0 0,-1 0,1 0,0-1,5 3,0-2,1 1,-1-1,1-1,-1 1,1-1,-1-1,1 0,-1 0,1 0,-1-1,0-1,0 1,0-1,7-4,-11 5,1 0,-1 0,0-1,0 0,0 1,0-1,0-1,-1 1,1-1,-1 1,0-1,0 0,0 0,0 0,-1-1,0 1,0-1,0 1,0-1,-1 0,0 1,0-1,0 0,0 0,-1 0,0 0,0-4,-1 3,0 1,-1-1,1 1,-1-1,0 1,-1 0,1 0,-1 0,0 0,0 0,-1 0,1 1,-1 0,0 0,0 0,-1 0,1 0,-1 1,0 0,0 0,0 0,0 1,0-1,-1 1,1 1,-1-1,1 1,-1 0,0 0,1 0,-1 1,0 0,1 0,-1 0,0 1,0 0,1 0,-1 1,1-1,-1 1,1 0,0 1,0-1,0 1,0 0,0 1,-3 1,2 1,-1 1,1-1,0 1,0 0,1 1,0-1,0 1,1 0,-1 1,4-6,-1 0,1-1,0 1,0 0,0 0,0 0,0 0,1 0,-1 0,1 0,0 1,0-1,0 0,0 0,1 0,-1 0,1 0,0 0,0 0,0 0,0 0,0 0,1-1,-1 1,1 0,0-1,0 1,0-1,0 1,1 0,17 10</inkml:trace>
  <inkml:trace contextRef="#ctx0" brushRef="#br1" timeOffset="77628.291">18949 7781,'-12'-1,"-1"1,0 1,0 0,0 1,0 0,0 1,1 0,-1 1,1 1,0 0,1 0,-1 1,1 1,0 0,0 0,1 1,0 0,0 1,1 0,0 1,1 0,0 0,1 1,-1 2,6-5,1 0,0 0,1 0,-1 0,2 1,-1-1,1 0,0 0,1 0,0 0,1 0,-1 0,1-1,1 1,-1-1,1 0,1 0,-1 0,1-1,0 1,1-1,-1 0,1-1,2 2,-1 2,17 18,-2 1,-2 1,0 1,-2 1,-1 1,-1 0,-2 1,8 29,-19-51,15 41,-17-51,0 0,0 1,0-1,0 0,0 0,0 0,0 0,0-1,0 1,0 0,1 0,-1-1,0 1,0-1,1 1,-1-1,0 1,1-1,-1 0,1 0,-1 1,1-1,-1 0,0 0,1-1,-1 1,1 0,-1 0,0-1,1 1,-1-1,0 1,1-1,-1 0,1 0,19-12,-1-1,0-1,-1-1,-1-1,-1 0,0-1,-1-1,-1 0,-1-2,-1 1,5-13,2-6,-25 41,-3 8,0 0,1 1,1 0,-1 1,2-1,0 1,0 0,1 0,0 1,0 7,3-17,0 0,1 0,-1 0,1 0,0 0,-1 0,2 0,-1 0,0 0,0 1,1-1,0 0,0-1,0 1,0 0,0 0,0 0,1 0,-1-1,1 1,0-1,0 1,0-1,0 0,0 0,1 0,-1 0,1 0,-1 0,1 0,-1-1,1 0,0 1,0-1,0 0,0 0,0-1,0 1,0-1,0 1,0-1,10 0,-1-1,0 0,0-1,1 0,-1-1,0 0,-1-1,1 0,-1-1,0 0,0-1,0 0,-1-1,0 0,0-1,-1 0,1 0,-2-1,0 0,0-1,0 0,4-9,-4 4,-23 26,-15 70,29-79,1 1,0-1,-1 0,1 1,0-1,0 1,1-1,-1 0,0 1,1-1,-1 1,1-1,0 0,0 0,0 1,0-1,0 0,1 0,-1 0,1 0,-1 0,1-1,-1 1,1 0,0-1,0 1,0-1,0 0,0 1,0-1,1 0,-1 0,2 0,5 0,0 0,0-1,0 0,-1-1,1 0,0-1,0 1,-1-1,1-1,-1 0,0 0,0-1,0 0,0 0,-1-1,6-3,23-12,-35 20,-1-1,1 0,0 1,0-1,-1 1,1-1,0 1,0 0,-1-1,1 1,0 0,0 0,0-1,0 1,0 0,-1 0,1 0,0 0,0 0,0 0,0 0,0 0,-1 1,1-1,0 0,0 0,0 1,0-1,-1 0,1 1,0-1,0 1,-1-1,1 1,0 0,-1-1,1 1,-1-1,1 1,-1 0,1 0,-1-1,1 1,-1 0,0 0,1 0,-1-1,0 1,0 0,1 0,-1 0,0 0,0 0,0-1,0 1,0 0,0 0,-1 0,1 0,0 0,0 0,-1 1,1 0,0 0,0 0,1 1,-1-1,0 0,1 0,-1 0,1 0,0 0,0 0,-1 0,1 0,1 0,-1 0,0 0,0-1,1 1,-1 0,1-1,-1 0,1 1,0-1,-1 0,1 1,0-1,0 0,0 0,0-1,0 1,0 0,0-1,0 1,0-1,1 0,-1 1,0-1,0 0,0 0,0-1,1 1,-1 0,1-1,5-1,0 0,0 0,0-1,0 0,-1-1,1 1,-1-1,0-1,0 1,0-1,-1-1,0 1,0-1,0 0,-1 0,0-1,0 0,0 0,-1 0,0 0,0-1,-1 1,0-1,-1 0,1 0,-2 0,1 0,-1-1,0-1,-1 7,-1-1,1 0,-1 1,0-1,0 1,0-1,-1 1,1 0,-1-1,0 1,0 0,0 0,0 0,0 0,-1 1,0-1,1 1,-1-1,0 1,0 0,0 0,0 0,0 0,-1 1,1-1,-1 1,1 0,-4-1,-2 0,0 1,0-1,0 2,-1-1,1 1,0 1,0-1,-1 2,1-1,0 1,0 1,0-1,1 0,-1 1,1 0,0 0,0 1,0 0,1 1,0 0,-1 0,2 0,-1 1,1 0,-1 0,2 1,-1 0,1 0,0 0,0 0,1 1,0 0,0 0,1 1,2-6,1-1,0 1,0-1,0 0,1 1,-1-1,1 1,-1-1,1 1,0-1,0 0,0 0,0 1,0-1,0 0,0 0,1 0,0 0,-1 0,1-1,0 1,-1 0,1-1,0 1,0-1,1 0,-1 1,0-1,0 0,0 0,1-1,-1 1,2 0,27 9</inkml:trace>
  <inkml:trace contextRef="#ctx0" brushRef="#br1" timeOffset="77876.677">20046 7861,'-14'-2,"-9"-1,-2 2,-1 6,4 7,4 6,6 6,4 0</inkml:trace>
  <inkml:trace contextRef="#ctx0" brushRef="#br1" timeOffset="78131.565">19965 8517,'14'16,"11"7,12 2,10 0,10-6,5-5,0-5,-9-4</inkml:trace>
  <inkml:trace contextRef="#ctx0" brushRef="#br1" timeOffset="81423.59">13722 9452,'-10'0,"1"-1,-1 1,0 1,1 0,-1 0,1 1,-1 0,1 0,0 1,0 0,0 1,0 0,1 1,-1 0,1 0,0 0,0 1,1 0,0 1,0 0,1 0,0 0,0 1,0 0,1 0,0 0,1 1,-3 7,4-10,1-1,1 1,-1 0,1-1,0 1,0 0,1 0,0 0,0-1,0 1,1 0,0 0,0 0,0-1,1 1,0 0,0-1,0 0,1 1,-1-1,1 0,1 0,-1-1,1 1,-1-1,3 2,5 2,1-1,0-1,1 0,-1 0,1-1,0-1,1 0,-1-1,1 0,-1-1,1-1,0 0,0-1,-1 0,1-1,0-1,-1 0,1-1,-1 0,1-1,-1-1,-1 0,4-2,-7 2,0 1,-1-1,0-1,0 0,0 0,0 0,-1-1,-1 0,1-1,-1 1,0-1,-1 0,0-1,0 1,0-1,-1 0,-1 0,0-1,0 1,-1-1,0 1,0-6,-2 25,0 0,1 0,0-1,1 1,0-1,0 1,1-1,0 0,0 0,1 0,1 0,-1-1,1 1,1-1,0 0,0-1,0 1,1-1,0-1,0 1,3 1,-6-7,0 0,-1-1,1 1,0-1,-1 0,1 0,0 0,-1 0,1 0,0-1,-1 0,1 0,0 0,-1 0,1 0,-1-1,0 1,0-1,1 0,-1 0,0 0,1-2,58-60,-50 48,0 0,-2-1,0-1,0 0,-2 0,0 0,-1-1,2-13,-10 28,-4 23,3-13,1 0,0-1,0 1,0 0,1-1,0 1,0 0,1-1,-1 1,1 0,0-1,1 1,-1 0,1-1,0 0,1 1,-1-1,1 0,0 0,0-1,0 1,1 0,3 2,5 0,0 0,0 0,1-2,0 1,0-2,0 0,1 0,-1-1,1-1,0 0,0-1,5 0,-9-1,67 7</inkml:trace>
  <inkml:trace contextRef="#ctx0" brushRef="#br1" timeOffset="81909.802">15192 9853,'185'-271,"-185"269,1 1,0-1,-1 0,1 1,0-1,0 1,0-1,0 1,0 0,0-1,1 1,-1 0,0 0,1-1,-1 1,1 0,-1 0,1 1,-1-1,1 0,0 1,-1-1,1 1,0-1,0 1,-1 0,1-1,0 1,0 0,-1 0,1 0,0 1,0-1,0 0,-1 1,1-1,0 1,-1-1,1 1,0 0,-1 0,1 0,-1 0,1 0,-1 0,1 1,8 10,-1 0,-1 1,0 0,0 0,-1 0,-1 1,-1 0,0 0,0 1,-2-1,3 15,-6-26,0 1,0-1,0 0,-1 0,1 0,-1 0,0 0,1 0,-1-1,-1 1,1 0,0 0,-1-1,1 1,-1 0,0-1,0 0,0 1,0-1,0 0,-1 0,1 0,0 0,-1-1,0 1,1-1,-1 1,0-1,0 0,0 0,0 0,0-1,0 1,0-1,0 1,0-1,0 0,0 0,0-1,0 1,0 0,0-1,0 0,-1 0,-24-25,22 8</inkml:trace>
  <inkml:trace contextRef="#ctx0" brushRef="#br1" timeOffset="82744.384">15941 9545,'-15'-3,"0"0,0 0,0 2,0-1,0 2,0 0,0 1,-11 2,19-1,1-1,-1 1,1 0,0 0,-1 1,1 0,0 0,0 0,1 1,-1 0,1 0,0 0,0 1,0-1,1 1,-1 1,1-1,0 1,1-1,-2 5,2-6,0 1,1-1,0 1,0 0,0 0,1 0,0 0,0 0,0 0,0 0,1 0,0 1,0-1,0 0,1 0,-1 0,1 0,1 0,-1 0,1 0,0 0,0 0,0 0,0-1,1 1,0-1,0 0,0 0,1 0,-1 0,1 0,0-1,0 0,3 2,-1-2,0 0,1-1,0 0,-1 0,1-1,0 1,0-1,0-1,-1 0,1 0,0 0,0-1,0 1,0-2,0 1,-1-1,1 0,-1 0,1-1,-1 0,2-1,9-6,0 0,-1-1,0 0,0-2,-1 0,12-14,12-17,-3-3,-2 0,-1-3,-3 0,-3-2,-1-1,-3-1,-2-1,-3-1,2-18,-19 73,6-23,-1 0,0 0,-2-1,-1 1,-1-1,-1 0,-1-10,0 33,1 0,-1 0,0 1,0-1,0 0,0 1,0-1,-1 0,1 0,0 1,-1-1,1 0,-1 1,0-1,0 1,1-1,-1 1,0-1,0 1,0-1,0 1,-1 0,1 0,0 0,-1-1,1 1,0 0,-1 1,1-1,-1 0,0 0,1 1,-1-1,1 1,-1-1,0 1,0 0,1-1,-1 1,0 0,1 0,-1 0,0 0,0 1,1-1,-1 0,0 1,1 0,-1-1,0 1,1 0,-1-1,0 2,-12 9,1 1,0 1,1 0,1 0,0 1,1 1,0 0,1 0,1 1,0 0,1 0,1 1,-4 14,-1 0,2 0,0 1,2-1,2 1,1 1,1-1,2 1,1-1,1 1,2-1,2 1,0-1,2-1,2 1,1-1,1-1,2 0,9 15,-20-39,1 0,1 0,-1 0,1-1,0 1,0-1,1 0,0 0,0-1,0 1,0-1,0 0,1-1,0 1,5 1,-9-5,1 0,0-1,0 1,0-1,-1 0,1 0,-1 0,1 0,0 0,-1 0,0-1,1 1,-1-1,0 0,0 1,0-1,0 0,0-1,0 1,0 0,-1 0,1-1,-1 1,0-1,1-2,5-4,5-8,10-16,1 1,2 2,2 0,18-15,-44 44,-1 0,1 0,-1 0,1 0,-1 0,1 0,0 0,0 0,-1 0,1 1,0-1,0 0,0 1,0-1,0 0,0 1,0-1,0 1,0 0,0-1,0 1,0 0,0-1,0 1,1 0,-1 0,0 0,0 0,0 0,0 0,0 1,0-1,0 0,0 1,1-1,-1 0,0 1,0-1,0 1,0-1,-1 1,1 0,0 0,0-1,0 1,0 0,-1 0,1 0,0 0,-1 0,1 0,-1 0,1 0,-1 0,1 0,-1 0,0 0,1 0,-1 0,0 0,2 67,-4-60,2 0,-1 1,1-1,1 0,-1 0,1 0,1 0,0 0,0 0,0 0,1 0,2 3,-3-8,0-1,0 1,0-1,0 1,1-1,0 0,-1 0,1 0,0 0,0 0,0-1,0 1,0-1,0 0,0 0,1 0,-1 0,0 0,1-1,-1 0,0 0,1 0,-1 0,0 0,1 0,0-1,85-29,-76 23,0 0,-1-1,0 0,0-1,-1-1,0 1,0-2,-1 1,-1-2,0 1,0-1,-1 0,-1-1,0 0,0 0,-2-1,1 1,-2-1,0-1,-1 1,0-1,-2 12,0 1,-1-1,0 1,1-1,-1 0,0 1,0-1,-1 1,1-1,0 1,-1-1,0 1,1-1,-1 1,0-1,0 1,-1 0,1-1,0 1,-1 0,1 0,-1 0,0 0,0 0,1 0,-1 1,-1-1,1 1,0-1,0 1,0 0,-1 0,1 0,-1 0,1 0,-1 0,1 1,-1-1,1 1,-1 0,1 0,-1 0,0 0,1 0,-1 0,1 1,-1-1,1 1,-1 0,0 0,-3 3,0 1,1 0,-1 0,1 1,0 0,1-1,0 1,0 1,0-1,0 1,1-1,0 1,1 0,0 0,0 0,0 1,1-1,0 0,0 1,1-1,0 1,0-1,0 1,1-1,1 0,-1 0,1 1,0-1,1 0,2 6,2-5,-1 0,1 0,1 0,-1-1,1 0,0-1,1 0,0 0,0 0,0-1,1-1,-1 0,1 0,0-1,0 0,0 0,1-1,-1-1,2 0,43 7</inkml:trace>
  <inkml:trace contextRef="#ctx0" brushRef="#br1" timeOffset="83292.754">17252 9425,'-7'7,"0"1,1 0,0 0,1 0,-1 1,2 0,-1 0,1 0,0 0,1 1,0-1,1 1,0 0,1 0,0 0,0 0,1 0,0 0,1 0,0-1,0 1,3 6,-2-11,1-1,-1 0,1 0,0 0,1 0,-1-1,1 1,0-1,-1 0,1 0,1 0,-1-1,0 1,1-1,-1 0,1-1,-1 1,1-1,0 1,0-2,0 1,4 0,2 0,0-1,1 0,-1-1,0 0,1 0,-1-1,0-1,0 0,5-3,-8 4,0-1,-1-1,1 0,-1 0,0 0,0 0,-1-1,1-1,-1 1,0-1,0 0,-1 0,0 0,0-1,0 0,-1 0,0 0,-1-1,1 1,-1-1,-1 0,1 0,-2 0,1 0,-1 0,0 0,0-2,-1 9,0-1,1 1,-1-1,0 1,0-1,0 1,0-1,0 1,0-1,0 0,-1 1,1-1,-1 1,1 0,-1-1,1 1,-1-1,0 1,0 0,0-1,0 1,0 0,0 0,0 0,0 0,0 0,0 0,-1 0,1 0,0 0,-1 0,1 1,0-1,-1 0,1 1,-1 0,1-1,-1 1,1 0,-1 0,0 0,1 0,-1 0,1 0,-1 0,1 0,-1 1,1-1,-1 0,1 1,-1 0,1-1,-1 1,1 0,-2 0,-2 4,0 0,1-1,-1 2,1-1,0 0,0 1,1 0,0 0,0 0,0 0,0 1,1-1,0 1,-1 6,3-10,-1 1,0-1,1 1,-1-1,1 1,0-1,0 1,1 0,-1-1,1 1,-1-1,1 1,0-1,1 1,-1-1,1 0,-1 0,1 1,0-1,0 0,0-1,0 1,1 0,-1-1,1 1,0-1,0 0,2 2,5 0,0 0,1-1,0 0,-1-1,1 0,0-1,0 0,0 0,0-2,1 1,-1-1,0-1,-1 0,1 0,0-1,-1 0,1-1,-1-1,0 1,6-5,-5 3,-1-1,0-1,0 1,0-2,-1 1,-1-1,1-1,-1 1,-1-1,0-1,0 1,-1-1,-1 0,0-1,0 1,-1-1,0-2,-4 14,-1 0,1 0,-1 0,1 0,-1 0,1 0,-1 1,1-1,-1 0,1 0,-1 0,1-1,-1 1,1 0,-1 0,1 0,0 0,-1 0,1-1,-1 1,1 0,-1 0,1-1,0 1,-1 0,1-1,-1 1,1 0,0-1,-1 1,1 0,0-1,0 1,-1-1,1 1,0-1,0 1,0-1,0 1,-1-1,1 1,0-1,0 1,0-1,0 1,0-1,0 1,0-1,0 1,1 0,-1-1,0 1,0-1,0 1,0-1,1 1,-1-1,0 1,0-1,1 1,-1 0,0-1,1 1,-1 0,0-1,1 1,-1 0,1-1,-1 1,1 0,-6 6,0 1,1 0,0 0,0 0,1 0,0 0,0 1,1 0,0-1,0 1,1 0,0 0,0 0,1 0,0 0,0 0,1 1,0-5,0 0,1 0,-1 0,1-1,0 1,-1-1,2 1,-1-1,0 0,1 0,-1 0,1 0,0 0,0-1,0 1,0-1,0 0,1 0,-1 0,1 0,0-1,-1 1,1-1,0 0,3 1,103 12,-99-14,53 2</inkml:trace>
  <inkml:trace contextRef="#ctx0" brushRef="#br1" timeOffset="83657.876">18482 9573,'-8'-10,"0"0,-1 1,0 0,0 0,0 1,-1 0,-1 1,1 0,-1 1,0 0,-1 1,0 0,1 0,-1 2,-1-1,1 1,0 1,-1 1,1-1,-1 2,0 0,1 0,-8 2,17-1,-1-1,0 1,1 0,-1 0,1 0,-1 0,1 1,0 0,-1-1,1 1,0 0,0 1,0-1,0 0,1 1,-1 0,1-1,0 1,-1 0,1 0,0 1,1-1,-1 0,1 1,-1-1,1 0,0 1,0 0,0-1,1 1,0 0,-1-1,1 1,0 0,1-1,-1 1,1 0,-1-1,1 1,0-1,1 1,-1-1,0 1,1-1,1 2,0 0,2 0,-1 0,0 0,1-1,0 1,0-1,1 0,-1-1,1 1,-1-1,1 0,0-1,0 1,1-1,-1 0,0-1,1 1,-1-1,1-1,-1 1,1-1,-1 0,3-1,2 0,0 0,0-1,0 0,-1 0,1-1,-1-1,0 0,0 0,0-1,0-1,-1 1,0-2,6-4,-7 4,0-1,-1 0,0 0,0 0,-1-1,0 0,-1 0,1-1,-2 0,0 0,0 0,-1 0,1-3,-18 36,11-17,1-1,-1 1,1 0,1-1,-1 1,1 0,0 0,0 1,0-1,1 0,0 0,1 0,-1 0,1 0,0 0,1 0,-1 0,1 0,0 0,1-1,-1 1,1-1,0 0,1 1,-1-2,1 1,0 0,4 4,6-1,0 0,0 0,1-2,-1 0,1 0,1-1,-1-1,1-1,0 0,7 0,40 5</inkml:trace>
  <inkml:trace contextRef="#ctx0" brushRef="#br1" timeOffset="84693.813">13108 10923,'63'-299,"-44"45,-13 305,-3-46,0-1,0 1,1-1,-1 0,1 0,0 0,0-1,0 1,0-1,1 0,-1 0,1 0,0-1,0 0,0 0,0 0,0 0,0-1,1 0,-1 0,0 0,1-1,-1 0,1 0,-1 0,4-1,75 17,-80-12,0 1,0-1,-1 1,1 0,-1 0,0 0,-1 0,1 0,-1 1,0-1,0 1,-1-1,0 1,0 0,0 0,0 0,-1-1,0 1,-1 0,1 0,-1 0,0 0,0-1,-1 1,0-1,-1 4,-53 194,55-202,1 1,0-1,0 1,-1-1,1 1,0-1,0 0,1 1,-1-1,0 1,0-1,1 0,-1 1,0-1,1 1,0-1,-1 0,1 0,0 1,0-1,-1 0,1 0,0 0,0 0,0 0,0 0,1 0,-1 0,0 0,0-1,0 1,1 0,-1-1,0 1,1-1,-1 1,1-1,-1 0,0 0,1 0,-1 1,1-1,-1-1,1 1,-1 0,0 0,1 0,-1-1,1 1,73-25,-72 23,24-9,0-2,-2-1,1-1,-2-1,0-2,-1 0,-1-1,-1-1,0-1,16-24,-9-13,-28 57,1 0,-1-1,1 1,-1-1,1 1,-1-1,0 1,0-1,0 1,0-1,0 1,0 0,0-1,0 1,-1-1,1 1,-1-1,1 1,-1-1,1 1,-1 0,0-1,0 1,1 0,-1 0,0 0,0 0,0-1,0 1,-1 1,1-1,0 0,0 0,-1 0,1 1,0-1,-1 0,1 1,-1-1,-4 2,0-1,0 1,1 0,-1 1,0 0,1 0,-1 0,1 0,0 1,0 0,0 0,0 0,0 1,1-1,0 1,-1 0,2 0,-1 1,0-1,1 1,-5 4,2 0,-1 0,1 0,1 0,0 1,0 0,1 0,0 1,-3 10,6-17,0 1,0-1,1 1,-1-1,1 1,0 0,0-1,1 1,-1-1,1 1,0-1,0 1,1-1,-1 1,1-1,0 0,0 0,0 0,1 0,-1 0,1 0,0-1,0 1,3 2,4 0,0-1,0 1,0-1,0-1,1 0,0-1,0 0,0 0,0-1,0-1,0 0,1 0,-1-1,0-1,0 0,1 0,-1-1,0 0,46-9</inkml:trace>
  <inkml:trace contextRef="#ctx0" brushRef="#br1" timeOffset="85908.484">14016 10455,'25'0,"1"0,-1 2,0 1,0 1,0 1,16 6,-33-8,0 0,0 0,-1 1,1 0,-1 0,0 1,0 0,0 0,-1 0,0 1,0 0,0 0,-1 1,0 0,0 0,-1 0,0 0,0 1,0 0,-1-1,2 8,-1 16,-1 0,-1 0,-2 0,-1 1,-1-1,-2 0,-1 0,-1-1,-2 0,-1 0,-7 14,5-7,2-6,-9 28,2 1,4 0,1 1,3 11,13 14,-4-83,-1 1,1-1,0 0,0 0,0 0,1 1,-1-1,1 0,-1-1,1 1,0 0,0 0,1-1,-1 1,0-1,1 0,-1 0,1 0,0 0,0 0,0-1,0 1,1 0,0-2,0-1,0 1,1-1,-1 0,0 0,0 0,0-1,0 1,0-1,0 0,-1 0,1-1,-1 1,1-1,-1 1,0-1,0 0,0 0,0-1,-1 1,1 0,-1-1,0 0,0 1,0-1,-1 0,1 0,-1 0,0 0,0 0,0-1,0-2,4-24,0-1,-2 0,-2 1,-1-1,-1 0,-2 0,-1 1,-1-1,-2 1,-1 0,-2 1,-1 0,-5-8,-12-27,-3 1,-2 2,-4 1,-3 1,40 59,-1 1,0-1,1 1,-1-1,1 1,-1-1,1 1,-1-1,1 1,0-1,-1 0,1 1,0-1,-1 0,1 1,0-1,0 0,-1 1,1-1,0 0,0 1,0-1,0 0,0 0,0 1,0-1,0 0,1 0,-1 1,0-1,0 0,0 1,1-1,-1 0,0 1,1-1,-1 1,1-1,-1 0,1 1,-1-1,1 1,-1-1,1 1,-1 0,1-1,0 1,-1 0,1-1,0 1,-1 0,1-1,0 1,-1 0,1 0,0 0,-1 0,1 0,0 0,0 0,-1 0,1 0,0 0,180-5,-155 4,-1 2,1 0,-1 2,1 0,-1 2,0 1,-1 1,0 1,20 10,-40-16,0 0,0 1,-1-1,0 1,1 0,-1 0,0 0,0 1,-1-1,1 1,-1-1,0 1,1 0,-2 0,1 0,0 0,-1 0,0 0,0 1,0-1,0 0,-1 1,0-1,0 0,0 1,0-1,-1 1,0-1,0 0,1-4,0 1,-1 0,1 0,0-1,-1 1,1 0,-1 0,1 0,0 0,0-1,-1 1,1 0,0 0,0 0,0 0,0 0,0 0,0 0,0 0,1-1,-1 1,0 0,0 0,1 0,-1 0,0 0,1-1,-1 1,1 0,-1 0,1-1,-1 1,1 0,0-1,-1 1,1 0,0-1,0 1,-1-1,1 1,0-1,0 0,0 1,0-1,-1 0,1 0,0 1,0-1,0 0,0 0,0 0,0 0,0 0,0 0,11-5,0-1,0 0,-1-1,0 0,0 0,0-2,-1 1,-1-1,1 0,-2-1,2-2,43-51,-53 63,1 0,-1 0,1 0,-1 0,1 0,-1 0,1 0,-1 0,0 0,1 0,-1 0,1 1,-1-1,1 0,-1 0,1 0,-1 1,0-1,1 0,-1 0,0 1,1-1,-1 0,0 1,1-1,-1 0,0 1,1-1,-1 1,0-1,0 0,0 1,1-1,-1 1,0-1,0 1,0-1,0 1,0-1,0 1,0-1,0 0,0 1,0-1,0 1,0-1,0 1,-1-1,1 1,0-1,0 1,0-1,-1 0,1 1,0-1,0 1,-1-1,1 0,0 1,-1-1,1 0,0 0,-1 1,1-1,-1 0,1 0,-1 4,-1 15,0-1,1 0,1 1,1-1,0 0,3 12,-3-25,0 0,1-1,-1 1,1-1,0 1,0-1,0 0,1 0,0 0,-1 0,1 0,1 0,-1-1,0 0,1 1,0-1,0 0,0-1,0 1,0-1,0 0,1 0,-1 0,1 0,-1-1,1 0,0 0,0 0,9-1,0-1,0-1,0 0,0 0,-1-1,1-1,-1-1,0 0,0 0,0-1,-1-1,0 0,0-1,0 0,-1-1,-1 0,1 0,-2-1,3-4,13-11,-1-1,-1-2,-2 0,0-1,-2-2,-2 1,-1-2,-1 0,-1-1,-2-1,-2 0,-1 0,-1-1,-2 0,0-22,-5 49,0 0,-1 0,0 0,0 0,-1 0,0 0,-1 1,1-1,-1 0,-4-6,5 12,0 0,-1 0,1 1,-1-1,0 1,0-1,1 1,-1 0,0 0,0-1,0 2,0-1,-1 0,1 0,0 1,0-1,0 1,-1-1,1 1,0 0,0 0,-1 0,1 0,0 0,0 1,-1-1,1 1,0 0,0-1,0 1,0 0,0 0,0 0,0 0,0 1,0-1,0 0,1 1,-1 0,1-1,-1 1,1 0,-1 0,0 1,-16 18,1 0,1 1,1 0,1 2,1 0,0 0,2 1,2 0,0 1,1 0,2 0,0 1,0 20,3-35,1 0,0 1,1-1,1 1,0 0,0-1,1 1,1-1,0 0,1 1,0-1,1 0,1-1,-1 1,2-1,0 0,0 0,1 0,0-1,1 0,5 6,-3-9,-1 0,1 0,0-1,1-1,0 0,-1 0,2-1,-1 0,0-1,1 0,0-1,-1 0,1-1,0-1,0 0,0 0,-1-1,1 0,0-1,0-1,-1 0,0 0,1-1,-1 0,-1-1,1-1,-1 0,0 0,0 0,0-2,-1 1,4-5,4-5,-1-1,-1 0,-1-1,-1 0,0-1,-2-1,0 0,-1 0,-1-1,1-8,8-28,-3-2,-2 0,-1-22,6-101,-21 166,-7 26,-7 30,2 1,2 1,2 0,-6 38,17-78,-13 62,3-1,3 1,2 1,3 23,2-76,-1 1,2-1,0 0,0 0,1 1,0-1,1 0,0 0,1-1,0 1,1-1,0 0,0 0,1 0,0-1,1 0,1 0,-7-7,1-1,-1 0,1 0,0 0,0 0,-1 0,1 0,0-1,0 1,0-1,0 1,0-1,0 1,0-1,0 0,0 0,0 0,0-1,0 1,0 0,0-1,0 1,0-1,0 1,0-1,-1 0,1 0,0 0,0 0,-1 0,1 0,-1-1,1 1,-1-1,1 1,-1-1,0 1,0-1,1-1,14-23</inkml:trace>
  <inkml:trace contextRef="#ctx0" brushRef="#br1" timeOffset="86608.779">15780 10575,'-13'-14,"-1"0,0 1,-1 1,-1 0,0 1,-1 0,0 2,0 0,-1 1,0 0,-2 1,21 8,-1 0,1-1,-1 1,1 0,-1-1,1 1,-1 0,0 0,1 0,-1 0,0-1,0 1,0 0,1 0,-1 0,0 0,0 0,0 0,0-1,-1 1,1 0,0 0,0 0,0 0,-1 0,1-1,0 1,-1 0,1 0,-1-1,1 1,-1 0,1 0,-1-1,0 1,1-1,-1 1,0 0,1-1,-1 0,0 1,0-1,1 1,-1-1,0 0,0 1,0-1,0 0,1 0,-1 0,0 0,0 0,0 0,0 0,0 0,0 0,13 6,1-1,-1 0,2 0,-1-2,0 0,1 0,-1-1,1-1,8 0,-13 0,343 7,-210-8,-75 7,-66-7,-1 1,0 0,0 0,1-1,-1 1,0 0,0 0,0-1,0 1,0 0,0 0,0 0,0-1,-1 1,1 0,0 0,0-1,-1 1,1 0,0 0,-1-1,1 1,-1 0,1-1,-1 1,1-1,-1 1,1-1,-1 1,1-1,-1 1,0-1,1 1,-1-1,0 0,0 1,1-1,-1 0,0 0,0 1,1-1,-63 42,46-33,0 2,1 0,0 1,1 0,1 2,0-1,-9 13,21-25,1 0,0 0,-1 0,1 1,0-1,-1 1,1-1,0 1,0 0,0-1,0 1,1 0,-1-1,0 1,1 0,-1 0,1 0,0 0,-1 0,1 0,0-1,0 1,0 0,1 0,-1 0,0 0,1 0,-1 0,1 0,0-1,-1 1,1 0,0-1,0 1,0 0,0-1,0 1,1-1,-1 1,0-1,1 0,-1 0,1 0,0 1,1-1,8 1,0-1,0 0,1-1,-1 0,1-1,-1-1,0 1,0-2,0 0,0 0,0-1,-1 0,1 0,-1-2,0 1,6-5,90-75,-106 85,0 0,-1 0,1 1,0-1,0 0,0 1,0-1,0 0,0 1,0-1,0 0,0 1,1-1,-1 0,0 0,0 1,0-1,0 0,0 1,0-1,1 0,-1 0,0 1,0-1,0 0,1 0,-1 1,0-1,0 0,1 0,-1 0,0 0,0 1,1-1,-1 0,0 0,1 0,-1 0,0 0,1 0,-1 0,0 0,1 0,-1 0,0 0,0 0,1 0,-1 0,0 0,1 0,-1 0,0 0,1-1,-1 1,0 0,0 0,1 0,-1 0,0-1,0 1,1 0,-1 0,0 0,0-1,0 1,1 0,-1 0,0-1,-5 35,3-24,1-7,0-1,0 1,1-1,-1 1,0-1,1 1,0-1,-1 1,1-1,0 1,0 0,0-1,1 1,-1-1,1 1,-1 0,1-1,0 1,0-1,0 0,0 1,1-1,-1 0,1 0,-1 0,1 0,0 0,-1 0,1 0,0 0,0-1,1 1,-1-1,0 0,0 1,1-1,-1 0,1 0,-1-1,1 1,-1 0,1-1,0 1,7-5,1 1,-1-1,0-1,0 1,-1-2,1 1,-1-2,0 1,-1-1,0 0,0-1,0 0,-1 0,0-1,0 0,24-36,-1-1,-2-1,-3-2,-1 0,-3-2,-2 0,0-12,2 0,-3 0,-3-2,-3 0,-2-4,-10 64,1 1,0 0,-1 1,1-1,-1 0,0 1,0-1,0 0,-1 1,0-1,1 1,-1-1,0 0,-1 1,1 0,-1-2,0 4,1 1,0 0,-1-1,1 1,-1 0,1 0,-1 0,1 0,-1 0,1 0,-1 0,1 0,0 1,-1-1,1 1,-1-1,1 1,0-1,-1 1,1 0,0 0,0-1,0 1,0 0,-1 0,1 0,0 0,1 1,-1-1,0 0,0 0,0 1,-16 19,1 1,0 0,2 1,1 0,0 2,2-1,1 1,1 1,-3 13,3-11,1-1,1 1,1 0,1 0,2 1,1 0,1-1,2 1,0 0,2-1,2 1,0-1,2 0,1-1,1 1,1-2,1 1,2-1,1-1,0-1,2 0,1 0,-15-22,0 2,1 0,0-1,0 1,0 0,1-1,-1 0,1 0,0 0,0 0,0-1,0 1,0-1,0 0,1 0,-1-1,1 1,0-1,3 1,7-7</inkml:trace>
  <inkml:trace contextRef="#ctx0" brushRef="#br1" timeOffset="87057.391">16449 10307,'6'7,"-1"0,1-1,0 0,0 0,1 0,0-1,0 0,0-1,0 1,1-1,0-1,0 1,0-1,0-1,0 0,8 2,363 72,-373-75,-1 0,1 1,-1 0,0 0,1 0,-1 0,0 1,0 0,-1 0,1 1,-1-1,1 1,-1 0,0 0,0 1,-1-1,1 1,-1-1,0 1,-1 0,1 0,-1 1,0-1,0 0,0 1,-1-1,0 1,0 0,-1 7,0 1,-1-1,-1 1,0-1,-1 0,0 0,-1 0,-2 5,-15 69,20-86,1 0,0 0,0 0,-1 0,1 0,0 0,0 0,0 0,0 0,1 0,-1 1,0-1,0 0,1 0,-1 0,0 0,1 0,-1 0,1-1,0 1,-1 0,1 0,0 0,-1 0,1-1,0 1,0 0,-1 0,1-1,0 1,0-1,0 1,0-1,0 1,0-1,0 0,0 1,0-1,0 0,0 0,0 0,1 0,-1 0,0 0,0 0,0 0,0 0,0 0,0-1,51-20,-44 15,1-1,-1 0,0 0,-1-1,1 0,-2 0,1-1,-1 0,-1 0,1 0,-2-1,1 0,-1 0,-1 0,0 0,0-1,-1 1,0-1,-1 1,0-1,-1 0,0-2,0 10,-1 0,1 0,-1 0,0 0,0 0,0 0,0 0,-1 1,1-1,-1 0,0 1,0-1,0 1,0-1,0 1,0 0,0 0,-1 0,1 0,-1 1,0-1,1 1,-1-1,0 1,0 0,0 0,0 0,0 0,0 1,0-1,0 1,0 0,-1 0,-5 0,1 0,0 1,-1 0,1 0,0 1,-1 1,1-1,0 1,0 0,1 1,-7 3,7-3,0 1,-1 0,2 0,-1 1,0-1,1 1,0 1,1-1,0 1,0 0,0 0,0 1,1-1,1 1,-1 0,0 5,4-10,0 0,0-1,0 1,1-1,-1 1,1 0,0-1,0 1,0-1,0 0,0 1,1-1,-1 0,1 0,-1 1,1-1,0-1,0 1,-1 0,2 0,-1-1,0 1,0-1,0 1,1-1,-1 0,1 0,-1 0,1 0,-1-1,1 1,-1-1,1 1,0-1,-1 0,1 0,-1 0,1 0,0-1,-1 1,2-1,32-1</inkml:trace>
  <inkml:trace contextRef="#ctx0" brushRef="#br1" timeOffset="87312.411">17238 10174,'-16'0,"-10"4,-7 7,0 5,3 5,6 6,8 2,9 4,10 0,4-5</inkml:trace>
  <inkml:trace contextRef="#ctx0" brushRef="#br1" timeOffset="87464.053">17211 10736,'9'16,"15"5,19-1,17-9,0-5</inkml:trace>
  <inkml:trace contextRef="#ctx0" brushRef="#br1" timeOffset="88089.524">18415 10601,'106'-121,"-62"76,-2-2,-3-2,-2-1,-2-3,-2 0,8-23,-38 72,-1 1,0 0,0-1,0 1,0-1,0 1,-1-1,0 0,0 0,0 0,0 0,-1 0,1 0,-1 0,0 0,0 0,-1 0,1 0,-1 0,0 1,0-1,0 0,0 0,-1 0,1 1,-1-1,0 1,0-1,0 1,-1 0,1 0,-3-2,-5 2,0 1,-1 0,1 1,-1 0,1 0,-1 1,0 0,1 1,-1 0,1 1,-1 0,1 1,0 0,0 1,0 0,1 0,-1 1,1 0,0 1,0 0,-3 4,-7 3,0 0,2 2,0 0,1 1,0 1,1 0,1 1,1 1,1 0,0 1,1 0,1 1,2 0,0 0,1 1,0 0,2 0,1 1,-1 18,4-30,1 1,0-1,1 0,0 0,0 1,1-1,1 0,0 0,1 0,-1-1,2 1,0-1,0 0,1 0,0-1,1 0,0 0,0 0,1-1,0 0,0 0,1-1,0 0,1-1,-1 0,1 0,0-1,6 2,2 0,1-1,0-1,1-1,-1 0,1-2,-1 0,1-1,0-1,0-1,-1 0,1-2,-1 0,1-1,-1-1,0-1,-1-1,1 0,-1-2,-1 0,0-1,0 0,-1-1,0-1,-1-1,7-7,-18 16,0 0,0 0,0 0,0-1,-1 1,1-1,-1 0,0 0,-1 0,1 0,-1-1,0 1,-1-1,1 1,-1-1,0 0,0 1,-1-1,0 0,0 0,0 1,-1-1,0-2,-2 5,-1 0,1 1,-1-1,0 1,0 0,0 0,0 0,0 0,0 1,0-1,-1 1,1 0,0 0,-1 1,1 0,-1-1,1 1,-1 1,1-1,-1 1,1 0,0 0,-1 0,1 0,0 1,0 0,0-1,0 2,0-1,-1 1,0-1,-1 1,1-1,-1 1,1 0,0 1,0-1,1 1,-1 0,1 0,-1 1,1-1,1 1,-1 0,1 0,0 0,0 0,0 1,1-1,-1 1,1 0,0 2,3-6,0 1,1-1,-1 0,1 1,-1-1,1 0,0 0,0 0,0 0,0 0,0-1,0 1,0-1,1 1,-1-1,0 0,1 0,0 0,-1 0,1 0,-1-1,1 1,0-1,-1 1,1-1,0 0,0 0,-1 0,1-1,1 1,-1 0,102 5,-102-3,-1-1,0 1,0 0,0 0,0 0,0 0,-1 0,1 0,-1 1,1-1,-1 0,0 1,0-1,0 1,0 0,0-1,0 1,-1 0,1-1,-1 1,0 0,0 1,11 34,-3-30,0-1,0 0,1 0,0-1,0 0,1-1,-1 0,1-1,0 0,1 0,-1-1,0 0,1-1,0 0,0-1,-1 0,1 0,0-1,5-1,15 3,-1-1,1-1,-1-2,0-1,1-1,-2-2,1 0,4-4,1-4</inkml:trace>
  <inkml:trace contextRef="#ctx0" brushRef="#br1" timeOffset="89321.807">13093 13303,'-4'15,"-4"16,-3 14,-2 15,1 10,1 7,-2 6,-2 3,0 0,0-3,2-16</inkml:trace>
  <inkml:trace contextRef="#ctx0" brushRef="#br1" timeOffset="89574.131">12947 13462,'4'-16,"0"0,1 0,1 1,0-1,1 1,1 1,0-1,8-8,-11 16,0 1,0 0,1 0,-1 1,1-1,1 1,-1 0,1 1,-1 0,2 0,-1 0,0 1,0 0,1 1,0-1,0 1,-1 1,8-1,-11 1,-1 1,1-1,0 1,-1 0,1 0,0 1,-1-1,1 1,0 0,-1 0,1 0,-1 0,0 1,1-1,-1 1,0 0,0 0,0 0,0 0,0 0,0 1,-1 0,1-1,-1 1,0 0,0 0,0 0,0 0,0 1,-1-1,1 0,-1 1,0-1,0 1,0 0,-1-1,1 1,-1-1,0 1,0 0,0 0,-4 6,-1 0,0-1,0 0,-1 0,0 0,-1 0,0-1,0 0,-1-1,0 0,0 0,-1 0,0-1,0-1,0 1,-1-1,0-1,-7 3,-56 21,47-20</inkml:trace>
  <inkml:trace contextRef="#ctx0" brushRef="#br1" timeOffset="90122.805">13402 13556,'-11'-48,"3"0,2-1,2 0,3 0,2-25,-1 48,1-5,10 37,-1-1,0 0,0-1,1 0,0 0,0-1,0-1,0 0,0 0,0-1,0 0,1-1,3-1,5 2,15 0,-20-1,1 0,-1 1,1 0,-1 1,0 1,0 1,0 0,0 1,2 1,-13-4,0 1,0 0,0 0,-1 0,1 1,-1-1,1 1,-1 0,0 0,0 0,-1 0,1 0,-1 0,0 1,0 0,-1-1,1 1,-1 0,0-1,0 1,-1 0,1 0,-1 0,0 0,-1 3,-23 121,8-52,16-76,0 0,0 0,0 0,1 0,-1 0,0-1,1 1,-1 0,1 0,-1 0,1-1,-1 1,1 0,0 0,-1-1,1 1,0-1,-1 1,1 0,0-1,0 0,0 1,0-1,-1 1,1-1,0 0,0 0,0 1,0-1,0 0,0 0,0 0,0 0,0 0,-1 0,1 0,0 0,0-1,0 1,0 0,0-1,0 1,0 0,41-17,-25 9,-1-2,0 0,0 0,-1-2,-1 0,0 0,0-2,-2 0,1 0,6-12,-48 99,28-70,-1 1,2 0,-1 0,0-1,1 1,0 0,0 0,0 0,0 0,1 0,-1 0,1-1,0 1,0 0,0-1,1 1,-1 0,1-1,0 0,0 1,0-1,1 0,-1 0,22 14,2-7</inkml:trace>
  <inkml:trace contextRef="#ctx0" brushRef="#br1" timeOffset="91145.116">13870 13075,'153'62,"-123"-53,0 1,-1 2,0 1,-1 1,-1 2,0 0,-1 2,2 3,-22-15,0 0,0 1,-1-1,0 1,0 0,-1 1,0-1,0 1,0 0,-1 0,0 0,-1 0,0 1,0-1,-1 1,0-1,0 1,-1-1,0 1,-1-1,0 1,0-1,-1 1,0-1,0 0,-1 1,0-1,-1-1,-2 7,-26 60,33-73,1 0,-1 0,0 0,0 0,0 0,1-1,-1 1,0 0,1-1,-1 1,1-1,-1 1,1-1,-1 0,1 0,-1 1,1-1,-1 0,1 0,-1-1,1 1,-1 0,1 0,-1-1,1 1,-1-1,0 1,1-1,-1 0,0 1,1-1,-1 0,0 0,0 0,0 0,1 0,-1 0,-1 0,27-14,-1-1,-1-1,-1-2,-1 0,12-14,17-13,-52 47,0-1,0 1,0-1,0 0,0 1,0-1,0 0,0 1,0-1,0 1,0-1,0 0,0 1,0-1,0 0,1 1,-1-1,0 0,0 1,0-1,1 0,-1 1,0-1,0 0,1 0,-1 1,0-1,0 0,1 0,-1 1,0-1,1 0,-1 0,0 0,1 0,-1 0,1 0,-1 1,0-1,1 0,-1 0,0 0,1 0,-1 0,1 0,-1-1,0 1,1 0,-1 0,0 0,1 0,-1 0,0 0,1-1,-1 1,0 0,1 0,-1 0,0-1,1 1,-1 0,0-1,0 1,1 0,-1 0,0-1,0 1,0 0,0-1,1 0,-6 38,4-27,-1-5,1 0,1 0,-1 0,1 0,0 1,0-1,1 0,-1 0,1 0,0 0,1 0,-1-1,1 1,0 0,0 0,0-1,1 1,-1-1,1 0,0 0,1 0,-1 0,1-1,-1 1,1-1,0 0,0 0,1 0,-1 0,1-1,-1 0,2 1,-2-2,0 0,0 0,1 0,-1-1,0 1,0-1,1 0,-1 0,0 0,0-1,0 1,1-1,-1 0,0-1,0 1,0 0,0-1,-1 0,1 0,0 0,-1-1,1 1,-1-1,0 0,0 0,0 0,0 0,-1 0,1-1,-1 1,0-1,1-1,101-207,-94 197,-4 23,-9 35,2-37,-1 0,1 0,0-1,0 1,1 0,0 0,0 0,0 0,1 0,0 0,0 0,0 0,1 0,0-1,0 1,0 0,1-1,0 0,0 0,0 0,1 0,-1 0,1-1,0 1,1-1,2 2,9 1,0-2,1 0,0-1,0-1,0-1,0 0,0-1,1 0,-1-2,0 0,0-1,0-1,14-4,-10 4,-1-1,1 0,-1-2,0 0,-1-2,0 0,0-1,7-4,-24 12,0-1,1 1,-1 0,0-1,0 1,1-1,-1 0,0 0,-1 0,1 0,0 0,-1 0,1 0,-1 0,1-1,-1 1,0 0,0-1,0 1,0-1,-1 0,1 1,-1-1,0 0,1 1,-1-1,0 0,-1 1,1-1,0 0,-1 1,1-1,-1 1,0-1,0 1,0-1,0 1,0-1,-1 1,1 0,-1 0,1 0,-1 0,0 0,0 0,0 0,0 0,0 1,0-1,-2 0,-4-1,-1-1,0 1,0 1,0-1,0 1,0 1,0 0,0 0,-1 1,1 0,0 1,-1 0,1 0,0 1,0 0,0 1,0 0,1 0,-1 1,1 0,0 0,0 1,0 0,0 1,1 0,0 0,0 0,1 1,0 0,0 0,0 1,5-6,0-1,0 1,0 0,0 0,0-1,1 1,-1 0,1 0,-1 0,1 0,0 0,-1 0,1 0,0 0,0 0,1 0,-1 0,0 0,1 0,-1 0,1 0,-1 0,1 0,0 0,0-1,0 1,0 0,0-1,0 1,1 0,-1-1,0 0,1 1,-1-1,1 0,0 0,-1 1,1-1,0-1,0 1,0 0,0 0,-1-1,1 1,1-1,10 2,0 0,-1-1,1-1,0 0,0 0,0-2,0 0,0 0,-1-1,1 0,-1-1,0-1,0 0,0-1,-1 0,0 0,0-2,0 1,2-4,-6 7,-1-1,0 0,0-1,0 1,-1-1,1 0,-2 0,1-1,-1 1,4-8,-8 14,0 0,-1 0,1 1,0-1,-1 0,1 0,0 0,-1 0,1 0,0 0,-1 1,1-1,0 0,-1 0,1 0,0 0,-1 0,1 0,0 0,-1-1,1 1,0 0,-1 0,1 0,0 0,-1 0,1 0,0-1,0 1,-1 0,1 0,0 0,0-1,-1 1,1 0,0 0,0-1,0 1,-1 0,1-1,0 1,0 0,0 0,0-1,-3 3,1 1,0-1,0 1,0 0,0-1,1 1,-1 0,1 0,0 0,0 0,0 0,0 1,0-1,1 0,-1 0,1 1,0-1,0 0,0 0,1 1,-1-1,1 0,-1 0,1 0,0 1,0-1,1 0,-1 0,1-1,-1 1,1 0,0 0,0-1,1 2,63 23,-26-20</inkml:trace>
  <inkml:trace contextRef="#ctx0" brushRef="#br1" timeOffset="91576.9">16128 13142,'31'9,"0"-1,1-2,-1-1,1-1,1-2,4-1,-15 0,0-1,1-1,-1 0,0-2,0-1,11-3,-27 5,0 1,-1-1,1 0,-1 0,1-1,-1 0,0 0,0 0,0 0,0-1,-1 0,1 0,-1 0,0 0,0-1,-1 0,0 0,1 0,-1 0,-1 0,1 0,-1-1,0 1,0-1,-1 0,1-4,-1 4,-1 0,-1 0,1 1,-1-1,0 0,0 0,-1 1,1-1,-1 0,-1 1,1 0,-1 0,-2-5,3 8,1-1,-1 1,1 0,-1-1,0 1,1 0,-1 0,0 0,-1 1,1-1,0 0,0 1,-1-1,1 1,-1 0,1 0,-1 0,0 0,1 0,-1 1,0-1,1 1,-1 0,0 0,0 0,0 0,1 0,-1 0,-2 1,-2 4,1 0,0 0,0 0,0 1,0 0,1 0,0 1,0-1,1 1,0 0,0 0,0 1,1-1,0 1,1-1,0 1,0 0,0 0,1 4,0-8,-17 81,3 1,4 1,2 76,-14 105,22-255,-1 1,0 0,0-1,-1 1,-1-1,0 0,-1 0,-4 9,-6-4,0-9</inkml:trace>
  <inkml:trace contextRef="#ctx0" brushRef="#br1" timeOffset="91768.388">16115 13503,'9'-7,"12"-4,16-6,16-5,10-5,8-2,-9 5</inkml:trace>
  <inkml:trace contextRef="#ctx0" brushRef="#br1" timeOffset="92012.741">16837 13355,'-6'0,"1"-2,9-3,4-1</inkml:trace>
  <inkml:trace contextRef="#ctx0" brushRef="#br1" timeOffset="93859.015">17465 13275,'-40'-7,"19"2,1 2,-1 0,0 0,1 2,-1 1,0 0,0 2,-17 3,33-4,1 0,-1 0,1 1,-1-1,1 1,0 0,-1 1,1-1,0 1,0-1,1 1,-1 0,1 1,-1-1,1 1,0-1,0 1,1 0,-1 0,1 0,0 0,0 1,0-1,0 1,1-1,0 1,0-1,0 1,0 0,1 0,0-1,0 1,0 0,1 0,-1-1,1 1,0 0,2 3,4 2,0-1,0 0,1-1,1 0,-1 0,1-1,1 0,-1 0,1-1,0 0,1-1,-1 0,1-1,0 0,0-1,0 0,1-1,-1 0,1 0,5-1,21 4,1-1,0-1,0-3,0-1,0-2,0-1,-1-3,0-1,0-1,-1-2,0-2,21-11,-49 20,1 0,-1 0,-1-1,1 0,-1-1,0 1,0-2,0 1,-1-1,0 0,0-1,-1 0,4-5,-9 11,-1 1,1-1,0 1,-1-1,1 1,-1-1,0 1,1-1,-1 1,0-1,0 0,0 1,0-1,0 1,0-1,0 0,-1 1,1-1,-1 1,1-1,-1 1,1-1,-1 1,0 0,0-1,0 1,0 0,0-1,0 1,0 0,0 0,0 0,-1 0,1 0,-1 0,-55-19,41 17,0 0,-1 2,1 0,0 1,-1 1,1 0,0 1,0 1,0 0,0 2,0-1,1 2,0 0,0 1,-3 3,16-10,0 1,0 0,1 0,-1 0,1 0,-1 0,1 0,-1 0,1 0,0 1,0-1,0 1,-1-1,1 1,0-1,1 1,-1-1,0 1,0 0,1 0,-1-1,1 1,0 0,-1 0,1 0,0-1,0 1,0 0,0 0,0 0,1 0,-1-1,0 1,1 0,0 0,-1-1,1 1,0 0,0-1,0 1,0-1,0 1,0-1,0 1,0-1,1 0,-1 1,1-1,-1 0,1 0,-1 0,1 0,-1-1,2 1,6 3,0-1,0 0,0-1,1 0,0-1,-1 0,1 0,-1-1,1 0,0-1,-1 0,1-1,-1 0,1 0,-1-1,0 0,0 0,0-1,0-1,-1 1,0-1,2-2,-4 2,0 1,0-1,0 0,-1-1,0 0,0 1,-1-2,0 1,0 0,0-1,-1 0,0 0,0 0,0 0,-1 0,0-1,-1 0,-9 41,6-21,0-3,0 0,1 0,0 0,1 0,0 1,0-1,1 0,0 0,0 0,1 0,1 1,-1-7,1 0,0-1,0 1,0-1,1 0,-1 0,0 0,1 0,-1-1,1 0,0 1,-1-1,1 0,0-1,0 1,0-1,0 1,0-1,-1-1,1 1,0 0,0-1,0 0,0 0,-1 0,1 0,0 0,0-1,4-1,0 0,0 0,0 0,0-1,0 0,-1-1,0 0,0 0,0 0,-1-1,1 0,-1-1,-1 1,1-1,-1 0,0 0,-1-1,0 1,0-1,-1 0,0 0,0 0,0-1,-1 1,-1-1,1 1,-2-1,1-4,-13 31,7-2,0 1,2 0,0 0,1 0,1 0,0 1,2-1,1 17,-1-32,-1 1,1-1,0 1,-1-1,1 0,1 0,-1 1,0-1,0 0,1 0,-1 0,1 0,0 0,-1-1,1 1,0-1,0 1,0-1,0 1,0-1,1 0,-1 0,0 0,1 0,-1 0,0-1,1 1,-1-1,1 0,-1 1,1-1,-1 0,1 0,-1-1,1 1,1-1,6 0,0-1,-1-1,1 1,-1-1,1-1,-1 0,0 0,6-5,-8 5,-1 0,1 0,-1-1,0 0,0 0,-1-1,1 1,-1-1,0 0,-1-1,0 1,0-1,0 0,-1 0,0 0,0 0,0-1,-1 1,-1-1,1 0,-1 0,0 1,-1-1,0-5,0 14,0-1,0 0,-1 0,1 0,0 0,0 1,0-1,-1 0,1 0,0 0,0 0,-1 0,1 0,0 0,0 1,0-1,-1 0,1 0,0 0,0 0,-1 0,1 0,0 0,0 0,-1 0,1 0,0-1,0 1,-1 0,1 0,0 0,0 0,-1 0,1 0,0 0,0-1,0 1,-1 0,1 0,0 0,0-1,0 1,0 0,-1 0,1 0,0-1,0 1,0 0,0 0,0-1,0 1,0 0,0 0,0-1,0 1,0 0,-9 22,7-18,1 0,-1 0,1-1,0 1,-1 0,2 0,-1 1,0-1,1 0,0 0,0 0,0 0,0 0,1 0,0 1,0-1,0 0,0 0,0-1,1 1,0 0,0 0,0-1,0 1,0-1,1 0,0 1,-1-1,1 0,0-1,1 1,-1 0,0-1,1 0,-1 0,2 1,6-3,-1 0,0-1,0 0,0 0,0-1,-1 0,1-1,0 0,-1-1,0 0,1 0,-2-1,1 0,0 0,-1-1,0-1,86-73,-94 80,0 0,0-1,0 1,0 0,1 0,-1 0,0-1,0 1,1 0,-1 0,0 0,0-1,1 1,-1 0,0 0,1 0,-1 0,0 0,0 0,1-1,-1 1,0 0,1 0,-1 0,0 0,1 0,-1 0,0 0,1 1,-1-1,0 0,1 0,-1 0,0 0,0 0,1 0,-1 1,0-1,0 0,1 0,-1 0,0 1,0-1,1 0,-1 0,0 0,0 1,0-1,0 0,1 1,-1-1,0 0,0 0,0 1,0-1,0 0,0 1,0-1,0 0,0 1,0-1,0 0,0 1,0-1,0 0,-2 27,1-21,0-2,1 76,0-78,1 0,-1 0,1 0,0 0,0 0,0 0,0 0,0 0,0 0,0 0,1-1,-1 1,1 0,-1-1,1 1,0-1,0 0,-1 1,1-1,0 0,0 0,0 0,0-1,0 1,1 0,-1-1,0 1,0-1,0 0,0 0,1 1,-1-2,0 1,2 0,5-2,0 0,-1-1,1 0,-1-1,1 0,-1 0,0 0,0-1,-1 0,0-1,1 0,-2 0,1 0,-1-1,0 0,0 0,-1-1,0 0,0 0,-1 0,0 0,-1 0,0-1,0 0,0 0,-1-3,-1 8,0 0,0 0,-1 0,0 0,0 0,0 0,0 0,-1 0,1 0,-1 0,0 0,0 0,-1 1,1-1,-1 0,0 1,0-1,0 1,0-1,0 1,-1 0,0 0,1 0,-1 1,0-1,0 1,-1-1,1 1,-1 0,1 0,-1 0,0 1,-6-4,-1 2,-1-1,1 1,0 1,-1 0,1 1,-1 0,0 0,1 2,-1-1,0 1,1 1,0 0,-1 1,1 0,0 1,0 0,-5 3,15-7,0 0,1 0,-1 0,1 0,-1 1,0-1,1 0,-1 0,0 1,1-1,-1 0,1 1,-1-1,1 1,-1-1,1 0,-1 1,1-1,-1 1,1-1,0 1,-1 0,1-1,0 1,-1-1,1 1,0 0,0-1,0 1,0 0,-1-1,1 1,0 0,0-1,0 1,0 0,0-1,1 1,-1 0,0-1,0 1,0 0,0-1,1 1,-1-1,0 1,1-1,-1 1,1 0,34 13,0-12,0 0,1-3,-1-1,0-1,0-2,0-1,0-3,95-12,-129 20,0 1,1-1,-1 1,0 0,1-1,-1 1,0 0,1 0,-1 0,0 0,1 0,-1 0,0 1,1-1,-1 0,0 1,1-1,-1 1,0-1,0 1,0 0,1-1,-1 1,0 0,0 0,0 0,0 0,0 0,-1 0,1 0,0 0,0 0,-1 0,1 0,0 1,-1-1,1 0,-1 0,0 1,1-1,-1 0,0 1,0-1,0 0,0 1,0-1,0 0,0 1,0-1,-1 0,1 1,-1-1,-12 51,10-45,1 1,-1 0,1 0,1 0,-1 0,1 0,1 0,0 1,0-1,0 0,1 0,1 4,-1-10,-1 0,1-1,0 1,0 0,1-1,-1 1,0-1,0 1,1-1,-1 0,1 0,-1 0,1 1,-1-1,1-1,0 1,-1 0,1 0,0-1,0 1,0-1,-1 1,1-1,0 0,0 0,0 1,0-2,0 1,0 0,0 0,0 0,1-1,59-20,-47 12,0-1,-1-1,0-1,-1 0,0 0,-1-1,-1-1,0 0,0-1,-2 0,1 0,-2-1,0 0,-2-1,2-3,-4 2,-5 18,1-1,-1 1,1 0,-1 0,0 0,1 0,-1 0,0 0,1 0,-1 0,0 0,1 0,-1 1,0-1,1 0,-1 0,0 1,1-1,-1 0,1 1,-1-1,1 0,-1 1,1-1,-1 1,1-1,-1 1,1-1,0 1,-1-1,1 1,0 0,-1-1,1 1,0-1,0 1,-1 0,1-1,0 1,0 0,0-1,0 1,-5 7,1 0,0 0,1 0,0 1,0-1,1 1,0-1,0 1,1 0,0 0,1 0,0 5,0-12,0-1,1 1,-1 0,1 0,-1 0,1-1,0 1,0 0,0-1,0 1,0-1,0 1,1-1,-1 1,0-1,1 0,-1 0,1 1,-1-1,1 0,-1-1,1 1,0 0,0 0,-1-1,1 1,0-1,0 1,0-1,0 0,0 0,-1 0,1 0,0 0,0 0,0 0,2-1,69-18,-59 14,-1 0,0-1,0-1,-1 0,0-1,0 0,-1-1,0 0,0-1,-1 0,6-8,-5-9,-25 38,6 3,1 1,1 1,0-1,1 1,1 0,0 0,2 0,-1 1,2-1,0 7,1-22,-1 1,1-1,0 1,-1 0,1-1,0 1,0-1,0 1,0-1,1 1,-1-1,0 1,1 0,-1-1,1 1,-1-1,1 0,0 1,0-1,-1 0,1 1,0-1,0 0,0 0,1 0,-1 0,0 0,0 0,0 0,1 0,-1 0,1 0,-1-1,1 1,12-2</inkml:trace>
  <inkml:trace contextRef="#ctx0" brushRef="#br1" timeOffset="94110.281">19738 12767,'-19'5,"-9"5,-3 7,3 6,10 7,12 4,6-2</inkml:trace>
  <inkml:trace contextRef="#ctx0" brushRef="#br1" timeOffset="94548.112">19845 13235,'-5'-1,"0"0,1 1,-1 0,0 0,1 0,-1 0,0 1,1 0,-1 0,0 0,1 0,-1 1,1-1,0 1,-1 1,1-1,0 0,0 1,1 0,-1 0,0 0,1 0,0 1,0-1,0 1,0 0,1 0,-1 0,1 0,0 1,0-1,0 0,1 1,0-1,0 1,0 0,0-1,1 1,-1 0,1 2,1-3,0-1,1 1,-1-1,0 0,1 0,0 0,0 1,0-2,0 1,0 0,1 0,-1-1,1 1,0-1,-1 0,1 0,0 0,1 0,-1-1,0 1,0-1,1 1,-1-1,0 0,1-1,-1 1,2 0,5 0,-1 0,1 0,-1 0,1-1,-1-1,1 0,-1 0,1-1,7-2,-13 3,0 0,0 0,0 0,0-1,0 0,0 0,0 0,0 0,-1 0,1-1,-1 0,0 1,0-1,0 0,0-1,0 1,-1-1,1 1,-1-1,-14 15,12-10,0 1,0-1,0 0,0 1,0-1,0 0,0 1,0-1,0 0,1 1,-1-1,0 0,1 1,-1-1,1 0,-1 0,1 0,0 0,0 1,-1-1,1 0,0 0,0 0,0-1,0 1,0 0,0 0,1 0,-1-1,0 1,0-1,0 1,1-1,-1 1,0-1,0 0,1 1,-1-1,0 0,1 0,-1 0,0 0,1 0,59-9,-58 7,0 0,0 1,-1-1,1 0,0 0,-1-1,0 1,1-1,-1 1,0-1,0 0,0 0,-1 1,1-1,-1-1,1 1,-1 0,0 0,0 0,0-1,-1 1,1 0,-1-1,0 1,0 0,0-1,0 1,-1-1,1 1,-1 0,0 0,0-1,0 1,0 0,-1 0,1 0,-1 0,0 0,0 0,0 1,0-1,0 1,-1-1,1 1,-1 0,0 0,1 0,-3-1,0 0,-1 0,0 0,0 1,0 0,0 0,0 0,0 1,0-1,0 2,-1-1,1 1,0 0,-1 0,1 1,0-1,-1 1,1 1,0-1,0 1,0 1,0-1,0 1,1 0,-1 0,1 0,0 1,0 0,0 0,0 0,1 0,0 1,-1 0,2 0,-1 0,-1 4,4-7,0 0,0 0,0 0,0 0,0 0,1 1,-1-1,1 0,0 0,0 1,0-1,0 0,0 0,0 1,0-1,1 0,-1 0,1 1,0-1,0 0,0 0,0 0,0 0,0 0,0 0,1 0,-1 0,1-1,-1 1,1-1,1 2,17 10</inkml:trace>
  <inkml:trace contextRef="#ctx0" brushRef="#br1" timeOffset="94798.441">20085 12835,'-13'0,"-10"4,-5 7,0 7,5 6,6 8,6 5,7 5,5-4</inkml:trace>
  <inkml:trace contextRef="#ctx0" brushRef="#br1" timeOffset="94972.983">20126 13516,'18'0,"15"-5,2-1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2:07.67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0 307,'393'12,"58"4,-397-8,-54-7,1-1,-1 1,0-1,0 1,0-1,-1 1,1 0,0-1,0 1,0-1,0 1,0 0,-1-1,1 1,0-1,-1 1,1-1,0 1,-1-1,1 1,0-1,-1 0,1 1,-1-1,1 0,-1 1,1-1,-1 0,1 1,-1-1,1 0,-1 0,1 0,-1 1,0-1,1 0,-1 0,1 0,-1 0,0 0,1 0,-1 0,1 0,-1 0,1-1,-1 1,0 0,0 0,-19 6</inkml:trace>
  <inkml:trace contextRef="#ctx0" brushRef="#br0" timeOffset="315.727">749 0,'27'27,"4"-13,1-1,0-2,0-1,1-2,0-1,28 2,133 37,-190-46,1 1,-1 1,0-1,1 1,-1 0,0-1,0 2,0-1,-1 0,1 1,-1 0,1 0,-1 0,0 0,0 0,0 1,0 0,-1-1,0 1,1 0,-1 0,-1 0,1 0,0 0,-1 1,0-1,0 0,0 1,-1 1,-2 3,0 1,-1-1,0 0,-1 0,0-1,0 1,-1-1,0 0,0 0,-1 0,-6 6,-32 36,-2-2,-41 32,37-36,2 3,-35 44,62-62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2:12.03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0 241,'21'5,"17"1,17 0,14-2,12-1,6-1,1-1,-5 0,-7 1,-13 1,-12-1,-12 0,-11 0,-12-1,-7-1,-4 0</inkml:trace>
  <inkml:trace contextRef="#ctx0" brushRef="#br0" timeOffset="496.695">616 1,'-1'1,"-1"-1,1 1,0 0,0 0,0 0,1-1,-1 1,0 0,0 0,0 0,1 1,-1-1,0 0,1 0,-1 0,1 0,0 1,-1-1,1 0,0 0,0 1,0-1,0 0,0 0,0 1,0-1,0 0,0 1,0-1,1 0,-1 0,1 0,-1 1,1-1,-1 0,1 0,0 0,-1 0,1 0,0 0,0 0,0 0,0 0,0 0,0 0,55 35,-15-21,0-2,0-2,2-1,6-1,-9-3,0 3,-1 1,0 2,33 15,-68-26,1 1,-1 0,0 0,0 0,1 0,-2 0,1 1,0 0,0 0,-1 0,0 0,1 1,-1-1,0 1,-1 0,1 0,-1 0,0 0,0 0,0 0,0 0,-1 1,1-1,-1 1,-1-1,1 1,0 0,-1-1,0 1,0 1,-3 3,0 1,-1-1,0 0,-1 0,1 0,-2 0,1-1,-1 0,0 0,-1-1,0 1,0-1,-48 42,-1-2,-3-3,-1-2,-2-3,-33 14,87-49,0 1,16-9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2:08.78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474 277,'-9'-9,"0"1,0 0,-1 0,0 1,0 0,-1 1,1 0,-1 1,-1 0,1 1,-1 0,0 1,0 0,0 1,0 0,0 1,0 0,0 1,-1 0,1 1,0 1,0-1,0 2,0 0,0 1,1 0,-1 0,1 1,0 1,0 0,1 0,0 1,0 0,0 1,1 0,1 1,-1 0,1 0,1 1,-1 0,2 0,-1 1,2-1,-1 1,1 2,3-5,0 0,1 1,0-1,1 0,0 0,0 0,0 1,1-1,1 0,-1 0,1 0,1 0,-1-1,1 1,1 0,-1-1,1 0,1 0,-1 0,1 0,0-1,1 0,-1 0,5 3,16 14,1-1,2 0,0-3,1 0,3 0,17 8,-29-17,0 1,0 0,-1 1,-1 1,0 1,-1 1,0 1,-1 0,-1 1,-1 1,0 0,8 15,-20-26,-1 1,0-1,0 1,0-1,-1 1,-1 0,1 0,-1-1,0 1,-1 0,0 0,0-1,-1 1,0-1,0 1,-1-1,0 0,0 0,0 0,-1 0,0 0,-1-1,1 0,-1 0,0 0,-1-1,0 1,1-1,-2-1,1 1,0-1,-1 0,0 0,0-1,0 0,0 0,-3 0,6-2,1 0,-1-1,1 1,-1-1,1 0,-1 0,1 0,-1 0,0 0,1-1,-1 0,1 0,0 0,-1 0,1 0,0-1,0 1,-1-1,1 0,0 0,1 0,-1 0,0-1,1 1,-1-1,1 0,0 1,0-1,0 0,0 0,0-1,1 1,-1 0,1 0,0-1,0 1,0-1,0 1,1-4,-1-8,2-1,0 1,1-1,0 1,1 0,1 0,0 0,1 1,1-1,0 1,1 0,1 1,0 0,1 0,0 0,0 1,2 1,-1 0,2 0,-1 1,5-2,-3 1,1 1,0 0,0 1,1 1,1 0,-1 1,1 1,0 1,6-2,-15 5,0 1,-1 0,1 0,0 0,0 1,-1 0,1 0,0 1,0 0,-1 0,1 1,0-1,-1 1,0 1,1-1,-1 1,0 0,0 1,-1-1,1 1,-1 0,1 1,-1-1,2 4,0 3,0 0,0 0,-1 1,-1-1,0 1,0 1,-1-1,-1 1,0 0,-1 0,0 0,-1 0,-1 0,0 0,0 0,10 86,-10-98,0 1,0-1,0 1,0-1,0 0,1 1,-1-1,0 1,1-1,0 0,-1 1,1-1,0 0,-1 1,1-1,0 0,0 0,0 0,0 0,0 0,0 0,1 0,-1 0,0-1,0 1,1 0,-1-1,0 1,1-1,-1 1,1-1,-1 1,0-1,1 0,-1 0,1 0,-1 0,1 0,-1 0,1 0,-1-1,1 1,-1 0,0-1,1 1,-1-1,0 1,1-1,-1 0,0 0,0 0,1 0,-1 1,0-1,0-1,22-15</inkml:trace>
  <inkml:trace contextRef="#ctx0" brushRef="#br0" timeOffset="2338.978">795 397,'71'26,"-35"-15,-1 2,-1 1,0 1,-2 2,1 2,-2 1,10 9,-29-17,0 1,-1 1,-1 0,0 0,-1 1,-1 0,0 1,-1 0,0 0,-2 0,0 1,0 0,-2 0,0 0,-1 1,-1-1,0 0,-2 1,-1 15,2-28,6 61,-5-64,-1 0,1 0,0-1,-1 1,1 0,0 0,0-1,1 1,-1 0,0-1,0 0,1 1,-1-1,1 1,-1-1,1 0,0 0,-1 0,1 0,0 0,0-1,-1 1,1 0,0-1,0 1,0-1,0 0,0 0,0 1,0-1,1-1,8-1,0-1,-1 0,0-1,0 0,0-1,0 0,-1-1,0 0,0 0,0-1,-1 0,0 0,0-1,4-5,-1 2,-1-1,0 0,0 0,-1-1,-1 0,0-1,-1 0,0 0,-1 0,-1-1,0 0,2-13,-11-2,4 30,-1-1,1 1,-1 0,1-1,-1 1,1 0,-1 0,1 0,-1 0,1 0,-1-1,1 1,-1 0,0 0,1 0,-1 0,1 1,-1-1,1 0,-1 0,1 0,-1 0,1 0,-1 1,1-1,-1 0,1 1,-1-1,1 0,-1 1,1-1,-1 0,1 1,0-1,-1 1,1-1,0 1,-1-1,1 1,0-1,0 1,0-1,-1 1,1-1,0 1,0-1,0 1,0 0,-4 4,1 0,0 0,0 1,0 0,0-1,1 1,0 0,0 0,1 0,0 1,0-1,0 0,1 0,0 1,0-1,0 0,1 0,0 0,0 1,1-1,-1 0,1 0,1 0,-1-1,1 1,0-1,0 1,1-1,0 0,0 0,0 0,0-1,1 0,0 1,-1-2,2 1,0 1,3-2,0 0,1 0,-1-1,0 0,1-1,-1 0,1 0,0-1,-1 0,1-1,-1 0,1 0,-1-1,0-1,1 1,-1-1,0-1,-1 0,1 0,-1-1,1 0,-1 0,-1-1,1 0,-1 0,0-1,-1 0,1 0,-1-1,-1 1,1-1,1-5,44-89,-42 84,-8 19,0 0,0 0,0 0,0 0,0 0,0 0,0 0,-1 0,1 1,-1-1,1 0,-1 0,1 1,-1-1,0 0,1 1,-1-1,0 1,0-1,0 0,0 1,0-1,-1 0,1 1,0-1,-1 1,1-1,0 17,1 0,0 0,2 0,0 0,1 0,0-1,2 1,0-1,5 9,-10-24,1 1,-1-1,1 1,0-1,-1 0,1 1,1-1,-1 0,0 0,0-1,1 1,-1 0,1-1,-1 0,1 1,0-1,0 0,0 0,-1-1,1 1,0 0,0-1,0 0,0 0,0 0,0 0,0 0,0 0,0-1,0 0,-1 1,1-1,0 0,0 0,-1-1,1 1,0 0,-1-1,1 0,-1 0,0 1,0-1,0-1,0 1,0 0,1-2,12-16,-1 0,-1-1,-1 0,-1-1,0-1,-2 1,-1-2,-1 1,-1-1,-1 0,3-25,5-41,-2 0,-5-1,-6-78,0 155,0 4,0-1,-1 1,0-1,0 1,-1 0,0 0,-1 0,0 0,-1 0,-4-7,8 16,0 1,0-1,-1 1,1-1,0 1,-1 0,1-1,-1 1,1-1,-1 1,1 0,-1-1,1 1,-1 0,1-1,-1 1,1 0,-1 0,1 0,-1-1,0 1,1 0,-1 0,1 0,-1 0,0 0,1 0,-1 0,1 0,-1 0,0 1,1-1,-1 0,1 0,-1 0,1 1,-1-1,1 0,-1 1,1-1,-1 0,1 1,-1-1,1 1,0-1,-1 1,1-1,-1 1,1-1,0 1,0-1,-1 1,1-1,0 1,0-1,0 1,-1 0,-4 11,1 0,0 0,1 1,0 0,1-1,0 1,1 0,0 0,1 6,-1-5,4 59,3 0,2 0,4-1,4-1,2 0,3-1,11 18,-26-69,-6-17,0-1,0 0,0 0,0 0,-1 0,1-1,0 1,0 0,0 0,0 0,0 0,1 0,-1-1,0 1,0 0,0 0,1 0,-1-1,0 1,1 0,-1 0,1-1,-1 1,1 0,-1-1,1 1,0 0,-1-1,1 1,0-1,-1 1,1-1,0 1,0-1,-1 0,1 1,0-1,0 0,0 0,-1 1,1-1,0 0,0 0,0 0,0 0,0 0,-1 0,1 0,0-1,0 1,0 0,0 0,-1-1,1 1,0-1,29-50,-26 41,1 0,1 0,0 0,0 1,1 0,0 1,0-1,2 0,-7 6,1 1,-1 0,0-1,1 1,-1 0,1 0,0 1,0-1,0 0,0 1,0 0,0 0,0 0,0 0,1 0,-1 0,0 1,0 0,1 0,-1 0,0 0,1 0,-1 0,0 1,1 0,-1 0,0 0,0 0,0 0,0 0,0 1,0 0,0-1,-1 1,1 0,0 0,-1 1,2 1,1 3,0 0,0 0,-1 1,0 0,-1 0,1 0,-1 0,-1 1,0-1,0 1,-1-1,0 1,0 0,-1-1,0 1,0 0,-1 0,0-1,-1 1,0-1,0 1,-1-1,0 0,-1 0,1 0,-2 0,1-1,-1 1,0-1,-4 4,-37 12,45-23,-1 0,1 0,0 0,0 0,-1-1,1 1,0 0,0-1,0 1,-1-1,1 1,0-1,0 1,0-1,0 0,0 0,0 1,0-1,0 0,1 0,-1 0,0 0,0 0,1 0,-1 0,1 0,-1 0,1-1,-1 1,1 0,0 0,-1 0,1-1,0 1,0 0,0 0,0-1,0 1,0 0,0 0,2-10,-1 0,2 1,-1 0,1 0,1 0,0 0,0 0,1 0,0 1,1 0,0 0,0 1,1 0,0 0,0 0,1 1,0 0,0 0,1 1,0 0,0 1,2-1,-5 3,0-1,0 1,0 0,0 0,1 1,0 0,-1 0,1 0,0 1,0 0,0 1,0-1,0 1,0 1,0-1,-1 1,1 0,0 1,0 0,-1 0,1 0,-1 1,1 0,-1 0,0 0,0 1,0 0,-1 0,0 1,0-1,3 5,24 32,-29-35,1 0,-1 0,1-1,0 0,1 1,0-2,-1 1,2 0,-1-1,0 0,1 0,0 0,0-1,0 0,0 0,0-1,4 2,-6-3,0 1,0-1,0 0,0 0,1 0,-1 0,0-1,0 1,1-1,-1 0,0-1,1 1,-1-1,0 0,0 0,1 0,-1 0,0-1,0 1,-1-1,1 0,0-1,0 1,-1-1,0 1,1-1,-1 0,0 0,0-1,0-1,-1-1,0 0,-1 0,0 0,0 0,0 0,-1-1,0 1,0 0,-1-1,1 1,-2 0,1 0,-1 0,1 0,-2 0,1 0,-1 0,0 1,0-1,0 1,-1 0,1 0,-1 0,-1 0,1 1,-1 0,0 0,0 0,0 0,0 1,-1 0,1 0,-1 0,0 1,1 0,-6-2,4 2,0 0,0 0,0 1,0 0,0 0,0 0,0 1,0 0,0 1,0-1,0 1,0 1,0-1,0 1,0 1,0-1,1 1,0 0,-1 0,1 1,-3 2,9-6,-1 1,0-1,1 1,-1-1,0 1,1-1,-1 1,1-1,-1 1,0-1,1 1,0 0,-1 0,1-1,-1 1,1 0,0 0,-1-1,1 1,0 0,0 0,0 0,0-1,0 1,0 0,0 0,0 0,0-1,0 1,0 0,0 0,0 0,1-1,-1 1,0 0,1 0,-1-1,0 1,1 0,-1-1,1 1,-1 0,1-1,0 1,-1-1,1 1,0-1,-1 1,1-1,0 1,0-1,45 11,-11-14,-1-2,1-1,-1-1,-1-2,1-1,-2-2,15-8,-2 3,-1-1,-1-3,-1-2,-1-1,-1-2,-1-2,-1-2,-2-1,-1-2,-1-1,23-33,-48 57,-1-1,0 0,-1 0,0-1,0 0,-1 0,-1 0,0-1,-1 0,0 0,-1 0,-1-1,0 1,0 0,-2-1,0 1,0-1,-1 0,-1 10,0-1,0 0,0 1,0 0,-1 0,0 0,0 0,0 0,0 0,-1 1,1-1,-1 1,0 0,0 0,0 0,-1 1,1 0,0 0,-1 0,0 0,1 0,-1 1,-3-1,-4 0,1 0,-1 1,0 0,1 0,-1 2,0-1,0 1,1 1,-6 1,8 0,0-1,1 1,-1 0,1 1,0 0,0 0,1 1,-1 0,1 0,0 0,0 1,1 1,0-1,0 1,0 0,1 0,0 0,0 1,1 0,0 0,0 0,1 0,0 1,0-1,1 1,1 0,-1 0,1 0,1 0,0 8,1 6,1 0,1 0,2-1,0 1,1-1,1 0,1 0,1-1,1 0,13 19,20 27,2-2,30 30,-64-82,142 169,-152-179,1-1,-1 0,1 1,-1-1,1 0,0 0,0 0,0 0,0 0,0-1,0 1,1-1,-1 1,1-1,-1 0,1 0,-1 0,1 0,0 0,-1-1,1 1,0-1,-1 1,1-1,0 0,0 0,0-1,-1 1,1 0,0-1,-1 0,1 0,0 1,-1-2,3 0,8-10,0-1,0-1,-1 0,-1-1,0 0,-2 0,7-13,-1 3,81-123,-86 144,-18 29,4-15,0 0,1 0,0 0,0 0,1 1,0-1,1 1,0-1,1 1,0 0,1-1,0 1,1 0,0-1,2 9,-2-16,0-1,0 1,1 0,-1-1,1 1,-1-1,1 0,0 1,0-1,0-1,0 1,0 0,0-1,0 1,0-1,1 0,-1 0,1-1,-1 1,1-1,-1 1,1-1,-1 0,1 0,-1-1,2 1,88-25,-67 11,-1-1,-1-1,0-1,-2-1,0-1,-1-1,-1-1,13-17,-29 34,17-18,-20 22,-1 0,0 0,1-1,-1 1,1 0,-1 0,0 0,1 0,-1 0,1 0,-1 0,1-1,-1 1,0 0,1 1,-1-1,1 0,-1 0,1 0,-1 0,1 0,-1 0,0 0,1 1,-1-1,1 0,-1 0,0 1,1-1,-1 0,0 0,1 1,-1-1,0 0,0 1,1-1,-1 1,0-1,0 0,1 1,-1-1,0 1,0-1,0 0,0 1,0-1,0 1,0-1,0 1,0-1,0 1,0-1,0 0,0 1,0-1,0 1,0-1,0 1,1 35,-1-31,0 1,0-1,0 1,1 0,-1-1,1 0,0 1,1-1,-1 0,1 1,1-1,-1 0,0 0,1 0,0-1,2 3,5 0,0 0,1 0,0-1,0-1,0 1,1-2,0 0,0 0,0-1,0 0,1-1,-1-1,0 0,1-1,7 0,13 1,0-1,-1-1,1-2,-1-1,0-1,0-2,0-2,10-4,-27 7,0 0,0-1,0 0,-1-1,-1-1,1 0,-1-1,-1 0,0-1,0 0,-1-1,-1-1,0 1,0-2,-1 1,-1-1,5-12,-3-1,-1-1,-1-1,-2 1,-1-1,-1 0,-1 0,-2-1,-1 1,-1 0,-1-1,-2 1,-1 0,-8-26,9 41,-1 1,0 0,-1 0,0 0,-1 1,0 0,-1 0,-1 0,0 0,5 9,1-1,0 0,-1 1,0 0,1 0,-1 0,-1 0,1 1,0-1,-1 1,1 0,-1 0,1 1,-1-1,0 1,0 0,0 1,0-1,0 1,1 0,-1 0,0 0,0 1,0 0,0 0,0 0,-1 1,-6 4,1 2,0-1,0 1,1 1,0 0,0 1,1-1,0 2,1-1,0 1,1 1,0-1,1 1,0 0,1 1,0-1,1 1,1 0,-1 4,-5 16,1 0,2 1,1 0,2 0,1 0,2 0,1 0,2 0,1 0,4 13,-4-28,1 0,1 0,0 0,1-1,2 0,-1-1,2 0,0 0,1-1,1 0,1-1,0 0,0-1,2-1,0 0,0-1,1 0,12 5,27 9,-8-11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2:20.03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1 228,'25'2,"22"1,20-2,19-2,11 0,4 0,-2 0,-9 0,-13 3,-14 0,-17 1,-17-1,-17 0,-10-3,-5-2</inkml:trace>
  <inkml:trace contextRef="#ctx0" brushRef="#br0" timeOffset="1065.616">602 1,'-2'3,"-1"0,1 0,0 0,1 0,-1 1,1-1,-1 1,1-1,0 1,0-1,0 1,1 0,-1 0,1-1,0 1,0 0,1 0,-1-1,1 1,-1 0,1-1,0 1,0-1,1 1,-1-1,2 2,4 2,0-1,0 0,0-1,1 0,0 0,0 0,0-1,1 0,-1-1,1 0,0 0,0-1,6 1,-2 0,39 11,-25-9,-1 2,1 1,-1 2,0 0,-1 1,-1 2,9 6,-28-16,-1 0,1 0,-1 1,1 0,-1 0,0 0,0 1,-1-1,1 1,-1 0,0 0,-1 0,1 0,-1 1,0-1,0 1,-1-1,1 1,-1 0,0-1,-1 1,0 0,1 0,-2 0,1-1,-2 5,-4 10,-2 0,0-1,-2 0,0 0,-1-1,-1-1,0 0,-1 0,-1-1,-1-1,0-1,-13 10,-25 23,7-9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2:13.63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322 696,'-21'0,"-15"2,-7 3,0 1,5-1,9 1,15 0,25-1,29-5,29-3,31-9,26-4,18-2,8 2,-22 4</inkml:trace>
  <inkml:trace contextRef="#ctx0" brushRef="#br0" timeOffset="1022.103">3049 642,'-1'5,"0"0,1 0,0 0,0 0,0 0,0 0,1 0,0 0,0 0,0 0,1-1,-1 1,1 0,0-1,1 1,-1-1,1 0,0 1,0-1,0-1,0 1,1 0,0-1,-1 0,1 0,0 0,8 1,0-1,0 0,0-1,0-1,0 1,1-2,-1 0,0 0,0-2,0 1,0-1,0-1,0 0,0-1,-1 0,1-1,4-2,6-1,0-1,-1-1,0 0,-1-2,0 0,0-1,-1-1,-1-1,-1-1,0 0,-1-1,0-2,-15 18,1-1,-1 1,1-1,-1 0,0 1,0-1,0 0,0 0,0 0,0 0,0 0,-1 0,1-1,-1 1,1 0,-1 0,0 0,0 0,0-1,0 1,0 0,0 0,-1 0,1 0,-1-1,0 1,1 0,-1 0,0 0,0 0,0 1,-1-1,1 0,0 0,-1 1,1-1,-1 0,1 1,-1 0,0-1,0 1,1 0,-1 0,0 0,0 0,0 0,0 0,-1 1,1-1,0 1,0-1,0 1,0 0,0 0,-1 0,0 0,-4 3,0 0,1 0,-1 1,1-1,0 1,0 1,0-1,1 1,0 0,0 0,0 1,0 0,1 0,0 0,0 0,1 0,-1 1,1-1,1 1,-1 0,1 0,0 4,-14 52,2 0,4 1,2 0,3 1,3 0,5 42,16 293,-5-178,-10 75,-16-176,4-87</inkml:trace>
  <inkml:trace contextRef="#ctx0" brushRef="#br0" timeOffset="1536.793">3223 1337,'-11'-23,"8"19,0 0,0 0,0-1,1 1,-1-1,1 0,0 1,1-1,-1 0,1 0,0 0,0 0,0 0,1 0,0 0,0-1,0 1,1 0,-1 0,1 0,1 0,-1 0,1 0,-1 0,1 1,1-1,-1 0,1 1,-1 0,1 0,1 0,-1-1,23-12,0 1,1 2,1 0,0 2,1 0,25-5,-52 17,36-15,1 3,1 1,-1 2,2 2,-1 2,33-1,-68 6,0 1,0-1,0 1,0 0,-1 0,1 1,0-1,-1 1,1 0,-1 0,0 1,1-1,-1 1,0 0,-1 0,1 0,-1 1,1-1,-1 1,0 0,0 0,0 0,-1 0,0 0,1 1,-1-1,-1 1,1 0,-1-1,0 1,0 1,8 33,-8-31,0 0,1 1,0-1,0 0,1-1,0 1,0 0,1-1,0 1,2 1,-5-8,0 1,1-1,-1 0,1 1,-1-1,1 0,0 0,-1 0,1 0,0 0,0-1,0 1,0 0,-1-1,1 0,0 1,0-1,0 0,0 0,0 0,0 0,0 0,0 0,0-1,0 1,0-1,0 1,-1-1,1 0,0 0,0 0,0 0,-1 0,2-1,51-46,-39 29,-1-1,-1 0,-1-1,-1-1,-1 0,0 0,2-15,-4 17,-2 51,6 87,-11-113,1 0,0-1,0 1,0 0,0-1,1 1,0-1,-1 0,2 0,-1 0,0 0,1 0,0-1,0 1,0-1,0 0,0-1,1 1,-1-1,1 1,0-1,0 0,26 5,-2-4</inkml:trace>
  <inkml:trace contextRef="#ctx0" brushRef="#br0" timeOffset="1934.351">4466 936,'-1'12,"0"-1,1 1,1-1,0 1,0-1,1 0,1 1,0-1,0 0,1 0,0-1,1 1,0-1,1 0,0 0,1-1,0 1,0-2,1 1,0-1,1 0,0-1,0 0,0 0,4 1,-9-6,1 0,-1-1,1 1,-1-1,1 0,0 0,-1 0,1-1,0 0,0 0,0 0,-1 0,1-1,0 0,-1 0,1 0,0-1,-1 1,0-1,1 0,-1 0,0-1,0 1,0-1,0 0,-1 0,2-1,5-5,0-1,0-1,-1 1,0-1,-1-1,-1 0,0 0,4-10,-7 16,-1 0,0 0,0 0,-1 0,0 0,0-1,0 1,-1-1,0 0,0 1,-1-1,0 0,0 0,0 1,-1-3,-1 8,1-1,-1 1,1 0,-1 0,1 0,-1 0,0 0,1 0,-1 0,0 1,0-1,0 1,0-1,0 1,1 0,-1 0,0 0,0 0,0 0,0 0,0 0,0 1,0-1,0 1,1-1,-1 1,0 0,0-1,1 1,-1 0,0 0,1 1,-1-1,1 0,-1 0,1 1,0-1,0 1,-1-1,1 1,-1 1,-1 1,0 0,1 1,-1-1,1 1,0 0,0-1,0 1,1 0,-1 0,1 1,1-1,-1 0,1 0,0 0,0 0,0 1,0-1,1 0,0 0,0 0,1 0,-1 0,1 0,0 0,1-1,-1 1,1-1,0 1,0-1,0 0,0 0,1 0,0-1,0 1,0-1,0 0,0 0,1 0,-1-1,1 1,0-1,1 0,13 7,1-1,0-1,0-1,0-1,1-1,0 0,2-2,35 5</inkml:trace>
  <inkml:trace contextRef="#ctx0" brushRef="#br0" timeOffset="2615.971">5428 910,'-6'-2,"1"1,-1 0,0 0,0 1,1-1,-1 1,0 0,0 1,1 0,-1-1,0 2,1-1,-1 1,1 0,0 0,-1 0,1 1,0 0,0 0,1 0,-1 0,1 1,-1 0,1 0,0 0,0 0,1 1,0 0,-1 0,1-1,1 2,-1-1,1 0,0 0,0 1,1-1,-1 1,1 5,0-4,1 0,0-1,1 1,0 0,0-1,0 1,1 0,0-1,0 0,0 1,1-1,0 0,0 0,1-1,0 1,0-1,0 1,1-1,-1 0,1-1,0 1,1-1,-1 0,1-1,0 1,-1-1,2 0,-1 0,0-1,0 0,1 0,0 0,-1-1,1 0,0-1,-1 1,1-1,0 0,0-1,-1 0,1 0,3-1,2 0,0-1,0-1,-1 0,1 0,-1-1,0-1,0 0,-1 0,0-1,0 0,0-1,-1 0,0 0,-1-1,0 0,0-1,1-3,6-10,0 0,-2-1,-1-1,-1 0,-1-1,-1 0,1-7,6-36,-3 0,-3-1,-4-1,-2 1,-5-54,1 96,-1 0,-2 1,-1-1,-1 0,-1 1,-5-13,-8 4,19 35,-1 1,1-1,-1 0,1 1,-1-1,1 0,-1 1,0-1,1 1,-1-1,0 1,1 0,-1-1,0 1,0 0,1-1,-1 1,0 0,0 0,0 0,1-1,-1 1,0 0,0 0,0 0,1 1,-1-1,0 0,0 0,0 0,1 0,-1 1,0-1,0 0,1 1,-1-1,0 1,1-1,-1 1,0-1,1 1,-1-1,1 1,-1 0,0-1,-3 7,-1 0,1 0,0 1,0-1,1 1,0 0,0 0,1 0,-1 7,-6 38,1 0,3 0,3 1,2 0,2-1,2 1,3-1,2 0,3 0,2-2,2 1,19 39,-23-57,3 0,0-2,2 0,2-1,1-1,13 15,-31-41,1 0,0 0,0-1,0 1,0-1,1 0,-1 0,1 0,0 0,0-1,0 0,0 1,0-2,0 1,1 0,-1-1,1 0,-1 0,1 0,-1 0,1-1,0 0,-1 0,1 0,0 0,-1-1,1 0,-1 0,1 0,-1 0,14-11,0 0,-2-1,1-1,-2-1,0 0,-1-1,0 0,-1-1,-1-1,-1 0,-1 0,1-4,-16 93,6-67,-1 0,1-1,-1 1,1 0,0 0,1-1,-1 1,0-1,1 1,0-1,0 0,0 0,0 0,1 0,-1 0,1 0,0 0,-1-1,1 1,0-1,1 0,-1 0,0 0,1-1,-1 1,1-1,-1 1,4 0,3 0,0-1,-1 1,1-2,0 1,0-1,-1-1,1 1,0-2,-1 1,8-3,21-8</inkml:trace>
  <inkml:trace contextRef="#ctx0" brushRef="#br0" timeOffset="2866.304">6257 669,'-16'-13,"-5"-6</inkml:trace>
  <inkml:trace contextRef="#ctx0" brushRef="#br0" timeOffset="3032.377">5428 415,'32'-5,"33"-3,33-3,27 0,15 3,6 6,-21 5</inkml:trace>
  <inkml:trace contextRef="#ctx0" brushRef="#br0" timeOffset="4686.681">6659 977,'76'126,"-75"-125,0 1,0-1,0 1,0-1,0 1,1-1,-1 0,0 0,1 0,-1 0,1 0,0 0,-1 0,1 0,0 0,-1-1,1 1,0-1,0 1,0-1,-1 0,1 0,0 0,0 0,0 0,0 0,-1 0,1 0,0-1,0 1,0-1,-1 0,1 1,0-1,-1 0,1 0,-1 0,1 0,-1 0,1 0,-1 0,1-1,-1 0,52-64,-50 62,-1 0,0-1,1 1,-1 0,-1-1,1 1,-1-1,0 1,0-1,0 0,0 1,-1-1,0 0,0 1,0-1,-1 0,1 0,-1 1,0-1,-1 0,1 1,-1 0,0-1,0 1,0 0,0 0,-1 0,0 0,0 0,0 0,0 1,0 0,-1 0,0-1,-12-3,0 0,-1 0,0 2,-1 0,1 1,-1 0,0 2,0 0,0 1,1 1,-1 0,-3 2,-31 4,64 2,71-3,1-4,67-7,-40 1,-74 3,-24 0,1 1,-1 0,0 1,0 1,0 0,0 0,0 2,0 0,11 3,-21-3,0 0,0 1,0-1,0 1,-1-1,1 1,-1 0,0 0,0 0,0 0,-1 0,1 0,-1 1,0-1,-1 1,1-1,-1 0,1 1,-1-1,-1 1,1-1,-1 1,1-1,-1 0,-2 4,2 23,0-28,1 0,-1 1,1-1,0 0,0 1,0-1,1 0,-1 0,1 1,0-1,0 0,0 0,0 0,1 0,-1 0,1 0,0 0,0 0,0-1,0 1,0-1,0 1,1-1,-1 0,1 0,0 0,-1 0,1 0,0-1,0 0,0 1,0-1,1 0,-1 0,0 0,0-1,1 1,1-1,4 0,-1-1,1 0,-1 0,1-1,-1 0,0-1,1 1,-2-2,1 1,0-1,-1 0,1-1,-1 0,0 0,-1 0,6-6,2-2,-1-1,-1 0,0-1,-1 0,0-1,-2 0,2-4,9-33,-23 48,-4 17,6-8,-1-1,1 1,1 0,-1 0,1 0,-1 0,1 0,0 0,1 0,-1 0,1 0,-1 0,1 0,0 0,1 0,-1-1,1 1,-1 0,1-1,0 1,1-1,-1 0,0 0,1 0,0 0,0 0,0 0,0-1,0 1,0-1,1 0,-1 0,2 0,19 8,1-2,0-1,1-1,-1-1,1-1,0-1,0-1,1-2,-1-1,-5 2,34 2,1-3,-1-3,1-1,42-11,-31-9,-65 23,-1 0,1 0,-1 0,1 0,-1 0,0 0,1 0,-1 0,0-1,0 1,0 0,0-1,0 1,0-1,0 1,-1-1,1 1,0-1,-1 0,0 1,1-1,-1 0,0 1,0-1,1 0,-1 1,-1-1,1 0,0 0,0 1,-1-1,1 0,-1 1,1-1,-1 1,0-1,0-1,-6-4,1-1,-1 1,-1 0,0 0,0 1,0 0,0 1,-1 0,0 0,0 0,-1 1,1 1,-1 0,1 0,-1 1,0 0,0 1,0 0,-4 0,7-1,-1 1,0 0,-1 0,1 0,0 1,0 1,0-1,0 1,0 0,0 1,0 0,0 1,1-1,-1 1,1 1,0-1,0 1,0 1,0-1,1 1,-1 0,1 1,1-1,-1 1,1 0,-4 6,8-10,0 0,1 0,-1 0,0 1,1-1,-1 0,1 1,0-1,0 0,0 1,0-1,0 0,1 1,-1-1,1 0,-1 1,1-1,0 0,0 0,0 0,0 0,0 0,0 0,1 0,-1 0,1 0,-1 0,1-1,0 1,-1-1,1 1,0-1,0 0,0 1,0-1,1 0,-1 0,1 0,6 3,1-1,-1 0,1 0,0-1,0 0,-1-1,1 0,8 0,4-3,1 0,-1-2,1 0,-1-2,0 0,-1-1,0-2,0 0,0-1,-1-1,12-9,-4-3,-47 40,18-15,-1 1,0-1,1 0,0 0,-1 1,1-1,0 0,0 1,0-1,1 1,-1 0,1-1,-1 1,1-1,0 1,0 0,0-1,0 1,0 0,1-1,-1 1,1 0,0-1,-1 1,1-1,1 1,-1-1,0 0,0 1,1-1,-1 0,1 0,0 0,0 0,0 0,0-1,0 1,0 0,2 0,10 4,1-1,0 0,1-1,-1 0,1-2,-1 0,1 0,0-2,0 0,0-1,0 0,-1-1,1-1,4-2,-7 4,1-2,-1 1,-1-2,1 0,0 0,-1-1,0-1,0 0,-1 0,1-2,-2 1,1-1,-1-1,0 0,0 0,-1-1,-1 0,0 0,0-1,1-4,4-16,-2 0,-1-1,-1-1,-2 1,-1-1,-2 0,-1-1,-2-18,4 2,-3-1,-2 1,-2 0,-2 0,-3 0,-2 1,-1 0,-12-27,19 67,0 1,-1 1,0-1,0 0,-1 1,0 0,0 0,-1 1,-4-5,8 9,-1 0,1 0,0 1,-1-1,0 1,1-1,-1 1,0 0,0 0,0 0,1 0,-1 1,0-1,0 1,0 0,0 0,0 0,0 0,0 0,0 1,0-1,0 1,0 0,0 0,1 0,-1 0,0 0,-2 2,-9 8,1 0,0 1,0 1,1 0,1 0,0 1,1 1,0 0,1 0,1 1,0 0,2 0,-1 1,2 0,-1 6,-4 10,1 2,2-1,2 1,0 0,3 0,1 1,1-1,2 0,2 0,4 18,-3-30,0 0,2 0,0 0,2-1,0 0,1-1,2 0,0-1,1 0,1 0,1-2,0 0,1-1,1 0,1-1,2 0,-6-7,1 1,0-2,0 0,1 0,0-2,0 0,1-1,0 0,0-2,17 2,-25-3,0-2,1 1,-1-1,0-1,0 0,0 0,0-1,0 0,0 0,0-1,-1 0,1 0,-1-1,0-1,0 1,0-1,-1-1,1 1,-1-1,-1 0,3-3,-6 6,0 0,-1 0,1 0,-1-1,0 1,0-1,0 1,-1-1,1 0,-1 0,1 0,-1 0,-1 0,1 0,-1 0,1-3,-1 8,0-1,-1 0,1 0,0 0,0 1,0-1,0 0,-1 0,1 1,0-1,0 0,-1 0,1 0,0 0,0 0,-1 1,1-1,0 0,0 0,-1 0,1 0,0 0,-1 0,1 0,0 0,-1 0,1 0,0 0,0 0,-1 0,1 0,0 0,-1 0,1-1,0 1,0 0,-1 0,1 0,0 0,0 0,-1-1,1 1,0 0,0 0,0 0,-1-1,1 1,0 0,0 0,0-1,0 1,0 0,0 0,-1-1,1 1,0 0,0-1,0 1,0 0,0 0,0-1,0 1,0 0,0-1,0 1,0 0,0 0,1-1,-13 21,11-16,0 0,0 0,0 0,1 0,0-1,-1 1,2 0,-1 0,0 0,1 0,0 0,0-1,0 1,0 0,0-1,1 1,0-1,-1 1,1-1,1 0,-1 1,0-1,1 0,0-1,-1 1,1 0,0-1,1 0,-1 0,0 0,1 0,-1 0,1 0,-1-1,1 0,0 0,-1 0,1 0,2 0,1 0,0 0,0 0,0-1,1 0,-1 0,0 0,0-1,0 0,0-1,0 0,0 0,0 0,0-1,-1 0,1 0,-1-1,0 1,0-2,0 1,0 0,-1-1,0 0,0-1,0 1,-1-1,0 0,0 0,0 0,0 0,-1-1,1-3,-1 5,-1-1,0 0,0-1,0 1,0 0,-1 0,0-1,-1 1,1-1,-1 1,0-1,-1 1,0-1,0 1,0 0,-1-1,1 1,-2 0,1 0,-1 0,1 0,-2 1,1-1,-1 1,0 0,0 0,0 0,0 0,-1 1,0 0,0 0,0 0,-1 0,1 1,-1 0,0 0,0 0,-5 2,0 0,0 1,1 0,-1 0,0 1,0 0,1 1,-1 1,1-1,-1 2,1-1,0 2,0-1,1 1,-1 1,1-1,0 2,1-1,-1 1,1 0,1 1,-1 0,1 0,1 1,0 0,0 0,0 0,1 1,3-6,1 0,-1-1,1 1,-1 0,1 0,1 1,-1-1,0 0,1 0,0 0,0 0,0 0,0 1,1-1,0 0,0 0,0 0,0 0,1 0,-1 0,1-1,0 1,0 0,0-1,1 1,-1-1,1 0,0 0,0 0,0 0,0-1,3 3,3 0,1-1,0 0,0-1,0 1,0-2,0 0,1 0,-1-1,1 0,-1 0,1-1,4-1,34-3</inkml:trace>
  <inkml:trace contextRef="#ctx0" brushRef="#br0" timeOffset="4955.961">9479 402,'-18'-5,"-16"1,-10 8,-7 8,-2 9,6 7,8 6,12 4,14 5,19 1,15 1,4-8</inkml:trace>
  <inkml:trace contextRef="#ctx0" brushRef="#br0" timeOffset="5201.318">9546 1003,'20'9,"16"3,14 0,11-5,7-6,1-3,-11-1</inkml:trace>
  <inkml:trace contextRef="#ctx0" brushRef="#br0" timeOffset="5202.318">10308 1017,'-3'-2,"-4"-2,-2 1</inkml:trace>
  <inkml:trace contextRef="#ctx0" brushRef="#br0" timeOffset="-511.706">228 883,'-7'25,"-4"17,-3 13,1 9,3 2,5-3,8-6,13-5,15-7,13-10,13-9,11-10,7-8,2-9,-3-10,-7-9,-10-6,-15 1</inkml:trace>
  <inkml:trace contextRef="#ctx0" brushRef="#br0" timeOffset="-251.859">81 1123,'14'2,"15"2,19-1,18-1,12-2,8-7,0-4,-3-4,-9-5,-13-5,-16-6,-16 3</inkml:trace>
  <inkml:trace contextRef="#ctx0" brushRef="#br0" timeOffset="246.863">1311 1271,'7'-4,"-2"2,0 0,-1 0,1 0,-1 0,1-1,-1 0,0 0,0 0,0 0,0-1,-1 1,0-1,1 0,-1 0,-1-1,1 1,1-2,-4 4,-1 1,1-1,0 1,0 0,0-1,-1 1,1-1,-1 1,1 0,-1-1,0 1,1 0,-1 0,0 0,0-1,0 1,0 0,0 0,0 0,0 0,0 1,0-1,0 0,-1 0,1 1,0-1,0 0,-1 1,1 0,0-1,-1 1,1 0,-2-1,-49-7,35 7,1 0,0 1,0 1,-1 0,1 2,0 0,0 0,1 2,-1 0,1 0,0 2,0 0,1 0,0 2,0-1,1 2,0 0,1 0,0 1,1 1,0 0,8-9,0 1,1-1,-1 0,1 1,0-1,0 1,0 0,1 0,-1-1,1 1,0 0,0 0,0 0,1 1,-1-1,1 0,0 0,0 0,1 0,-1 0,1 0,0 0,0 0,0 0,1 0,-1 0,1 0,0-1,0 1,0 0,0-1,1 0,0 0,1 2,10 3,0 0,1 0,0-1,0-1,0-1,1 0,0-1,0-1,0 0,0-1,1-1,-1 0,8-2,-16 2,33 0,0-1,1-2,-1-1,0-3,0-1,-1-2,0-2,1-2,8-5</inkml:trace>
  <inkml:trace contextRef="#ctx0" brushRef="#br0" timeOffset="413.419">1979 1337,'2'0,"4"0,2-2,2-3,0-1</inkml:trace>
  <inkml:trace contextRef="#ctx0" brushRef="#br0" timeOffset="7768.98">656 2874,'0'16,"0"17,0 16,-2 13,-4 11,-2 3,0 0,1-3,2-9,2-15,1-18,1-16</inkml:trace>
  <inkml:trace contextRef="#ctx0" brushRef="#br0" timeOffset="8022.337">0 2781,'18'-11,"27"-11,33-6,30-3,26 2,19 5,7 8,-3 10,-12 13,-30 6</inkml:trace>
  <inkml:trace contextRef="#ctx0" brushRef="#br0" timeOffset="9863.763">1444 3155,'-30'-7,"14"1,0 1,1 1,-1 1,-1 1,1 0,0 1,-1 0,1 1,0 1,-1 1,1 0,0 2,0-1,5 1,0 1,1-1,0 1,0 1,0 0,1 1,0-1,0 2,1-1,0 1,0 1,1-1,0 1,0 0,1 1,0 0,1 0,0 0,-2 7,6-14,0 0,0 0,0 0,1 0,0 0,-1 0,1 0,0 0,0 1,1-1,-1 0,1 0,-1 0,1 0,0 0,0-1,0 1,1 0,-1 0,0 0,1-1,0 1,0-1,0 0,0 1,0-1,0 0,1 0,-1 0,1 0,-1-1,1 1,0-1,-1 0,1 1,0-1,0 0,0-1,0 1,1 0,11-1,-1 0,0 0,1-2,-1 0,0 0,0-1,0-1,-1-1,1 1,-1-2,0 0,0-1,-1 0,0-1,0 0,-1-1,3-3,0 2,0-1,-1-1,-1 0,0 0,0-1,-1-1,-1 0,-1-1,0 1,0-2,2-8,-9 11,-11 28,4 0,1 0,0 1,1-1,1 1,0 0,1 0,1-1,0 3,0-12,1 0,-1 0,1 0,0 0,1 0,-1-1,1 1,0 0,1-1,-1 1,1-1,0 0,1 0,-1 0,1 0,0-1,0 1,0-1,1 0,-1 0,1-1,5 3,-6-4,1 0,0 0,0 0,0-1,0 0,0 0,0-1,0 1,1-1,-1 0,0-1,0 1,0-1,0 0,0 0,0 0,0-1,0 0,0 0,0 0,3-3,4-2,-1 0,0-1,0 0,0-1,-1-1,-1 1,8-10,-2-2,-1 0,0-1,-2 0,-1-1,0-1,-2 0,-1 0,0 0,-2-1,2-24,2-27,-3-1,-5-74,-6 55,-3 79,3 42,3 74,5 0,4 0,4-1,9 24,6 22,-27-144,-1 1,1-1,0 1,0 0,0-1,0 1,0-1,0 1,0 0,0-1,0 1,0-1,0 1,0-1,1 1,-1 0,0-1,0 1,1-1,-1 1,0-1,1 1,-1-1,0 1,1-1,-1 0,1 1,-1-1,0 1,1-1,-1 0,1 1,-1-1,1 0,0 0,-1 0,1 1,-1-1,1 0,-1 0,1 0,0 0,-1 0,1 0,-1 0,1 0,0 0,-1 0,1 0,17-26,-12 16,0 0,1 0,1 1,-1-1,1 2,1-1,0 1,0 0,7-3,-13 8,1 1,-1-1,1 1,0 0,-1 1,1-1,0 1,0-1,0 1,0 0,1 1,-1-1,0 1,0 0,0 0,0 0,1 0,-1 1,0-1,0 1,0 0,0 1,0-1,0 1,0-1,-1 1,1 0,0 1,-1-1,3 4,-1 0,0 0,-1 1,1 0,-2-1,1 1,-1 0,1 1,-2-1,1 1,-1-1,-1 1,1 0,-1-1,0 1,-1 0,0 0,0 0,-1 0,0-1,0 1,-1 0,0-1,0 1,-1-1,0 1,-2 2,4-7,-1 1,0-1,0 0,0 0,0 0,0 0,-1-1,1 1,-1-1,0 1,0-1,0 0,0 0,0 0,0-1,0 1,-1-1,1 0,0 1,-1-1,1-1,-1 1,1-1,-1 1,0-1,1 0,-1 0,0 0,1-1,-1 0,1 1,-1-1,1 0,-1-1,1 1,0 0,0-1,-1 0,1 0,0 0,1 0,-1 0,-2-3,2 3,1-1,-1 1,1-1,-1 0,1 0,0 0,0 0,0 0,0 0,1 0,-1-1,1 1,0-1,0 1,0-1,1 1,-1-1,1 0,0 1,-1-1,2 0,-1 1,0-1,1 0,0 1,0-1,0 1,0-1,1 1,-1-1,1 1,0 0,0 0,0 0,0 0,0 0,1 0,-1 1,1-1,0 1,0-1,10-2,1-1,-1 2,1 0,0 0,0 1,1 1,-1 1,15-1,0 0,14-1,0-2,0-2,-1-1,0-2,-1-3,0 0,2-4,20-34,-62 49,0 1,0 0,0-1,0 1,0-1,0 1,-1-1,1 0,0 1,-1-1,0 0,1 1,-1-1,0 0,0 0,0 1,0-1,0 0,0 0,0 1,0-1,-1 0,1 1,-1-1,1 0,-1 1,0-1,0 1,0-1,0 1,0-1,0 1,0 0,0-1,0 1,-1 0,1 0,0 0,-1 0,1 0,-1 0,1 0,-2 0,-1-1,0 0,0 1,0-1,0 1,0 0,-1 0,1 1,0-1,-1 1,1 0,0 0,-1 0,1 1,0 0,-1-1,1 1,0 1,0-1,0 1,0-1,0 1,0 0,0 1,1-1,-1 1,1-1,0 1,0 0,0 1,0-1,0 0,0 1,1-1,0 1,0 0,0 0,0 0,1 0,-1 0,1 0,0 0,0 1,0-1,1 0,0 1,0 3,0 1,1-1,0 1,0-1,1 0,0 0,0 0,1 0,0 0,1 0,-1-1,1 1,1-1,0 0,0 0,0-1,1 0,-1 0,2 0,-1 0,1-1,-1 0,2-1,-1 1,0-1,1-1,0 1,-1-1,1-1,1 1,-1-1,0-1,0 0,6 1,9-1,0-1,0 0,0-2,0-1,-1 0,1-2,-1 0,0-2,0 0,-1-2,0 0,0-1,-1-2,-1 0,0 0,0-2,-1-1,-1 0,-1-1,0 0,-1-2,0 0,-2 0,0-2,-1 1,-2-2,2-3,4-13,-2 0,-2-1,-1-1,-3 0,0-1,-3 0,-1 0,-2 0,-2 0,-2 0,-6-38,7 61,-1 0,-1 0,-1 0,-1 0,0 1,-1-1,-1 1,0 1,-1-1,-1 2,0-1,-6-5,13 17,-1 0,0 0,0 1,0-1,0 1,-1 0,1 0,-1 0,1 0,-1 1,1 0,-1-1,0 1,0 0,0 1,0-1,1 1,-1 0,0 0,0 0,0 0,0 1,0-1,0 1,1 0,-1 0,0 1,0-1,1 1,-1 0,1-1,0 2,-1-1,1 0,0 1,0-1,-1 3,-9 9,1 2,0 0,1 0,1 1,1 0,0 1,1 0,1 0,0 1,2 0,0 0,1 0,1 0,1 1,1 0,1 2,-3 4,2 1,1-1,1 0,1 0,1 0,2 0,1 0,0-1,2 0,1 0,1-1,1 0,1-1,1 0,1-1,1 0,1-1,1-1,0-1,17 14,-18-19,1 0,1-2,0 0,1 0,0-2,0-1,1 0,1-1,-1-1,1-1,0-1,1-1,-1-1,19 0,-32-3,0-1,0-1,1 1,-2-1,1-1,0 1,0-1,-1-1,0 1,1-1,-1-1,-1 1,1-1,-1 0,1-1,-2 1,1-1,-1-1,0 1,0-1,0 1,1-4,2-6,0 0,0-1,-2 0,0 0,-1 0,0 0,-2-1,0 0,0-12,-6-8,-3 45,1 9,1 0,1 0,0 1,1-1,1 1,0 13,0-26,0 0,1 0,-1 1,1-1,0 0,0 0,1 1,-1-1,1 0,0 0,0 0,0 1,0-1,1 0,-1-1,1 1,0 0,1 0,-1-1,1 1,-1-1,1 0,0 0,0 0,0 0,1 0,-1-1,1 0,-1 1,1-1,0 0,0-1,0 1,0-1,0 0,0 0,0 0,1 0,-1-1,0 0,1 0,12-4,-1-1,1-1,-2-1,1 0,0-1,-2 0,1-2,-1 0,0 0,-1-1,0-1,-1 0,0-1,-1 0,4-7,33-54,-51 81,0 0,0 0,0 0,1 0,0 0,1 0,-1 0,1 1,1-1,0 1,0-1,0 1,1-1,0 0,0 1,1-1,0 0,0 0,1 0,0 0,0 0,0-1,2 2,5 0,0-1,1-1,0 0,0 0,0-1,1-1,-1 0,1 0,0-1,0-1,1 0,-1 0,0-2,1 1,-1-1,0-1,1-1,-1 1,0-2,12-3,-5 2,-1-1,0-1,0 0,0-2,-1 0,0-1,-1 0,0-1,0-1,-1-1,-1 0,0-1,0-1,-1 0,-1 0,0-1,-2-1,1 0,-2-1,0 0,-1 0,1-4,-1-9,0-1,-2 0,-1 0,-2 0,-1 0,-1-1,-1 1,-3-1,0 1,-2 0,-1 0,-1 1,-2-1,-1 2,-10-21,13 36,0 1,0 0,-1 1,-1 0,0 0,0 1,-1 0,-1 0,0 1,8 7,0 1,-1-1,1 1,0 0,-1 0,1 0,-1 0,0 1,1-1,-1 1,0 0,0 0,0 1,0-1,0 1,0 0,0 0,0 0,0 0,0 1,0-1,0 1,1 0,-1 1,0-1,0 0,1 1,-1 0,1 0,-1 0,1 0,0 1,0-1,0 1,-1 1,-6 8,-1 2,2-1,0 1,0 0,2 1,0 0,0 1,1-1,1 1,1 0,0 0,1 1,1 0,-3 4,2 1,1 0,0 0,1-1,2 1,0 0,2 0,0-1,1 1,1-1,1 0,1 0,1-1,1 0,0 0,2-1,0 0,1-1,1-1,0 0,14 13,-1-8,1 0,1-2,1-2,0 0,2-2,0-1,0-1,1-2,1-1,0-2,1-1,1-2,65 12</inkml:trace>
  <inkml:trace contextRef="#ctx0" brushRef="#br0" timeOffset="10552.749">6204 2861,'-9'-2,"1"1,-1-1,1 1,-1 1,0 0,1 0,-1 1,1-1,-1 2,1 0,-1 0,1 0,0 1,0 0,0 1,0 0,0 0,1 0,0 1,0 0,0 1,1-1,-1 1,1 1,1-1,-1 1,1 0,0 1,2-3,1-1,-1 0,1 1,0-1,1 1,-1 0,1 0,0-1,0 1,0 0,1 0,0 0,0 0,0 0,0 0,1 0,0 0,0 0,0-1,0 1,1 0,0-1,0 1,0-1,1 1,0-1,-1 0,1 0,1 0,-1-1,0 1,1-1,0 0,0 0,0 0,0 0,2-1,0 1,0-1,1 0,-1-1,1 0,-1 0,0 0,1-1,0 0,-1 0,1 0,-1-1,0 0,1-1,-1 1,0-1,1 0,-1-1,0 1,-1-1,1 0,0-1,3-3,5-3,-1 0,-1-1,0 0,0-1,-1-1,-1 0,0 0,7-14,-3-1,-1 0,-1-1,-2 0,-1 0,-1-1,-2-1,-1 1,-1-1,-1 0,-2 0,-1 0,-2 0,-1 0,-6-24,7 42,0 0,-1 1,0-1,-1 1,-1 0,0 0,-1 0,0 1,0 0,-1 0,-1 0,0 1,-2-2,8 10,0 0,0 1,0-1,0 1,0-1,0 1,0 0,0 0,-1 0,1 0,-1 0,1 0,0 1,-1-1,1 1,-1 0,1 0,-1 0,1 0,-1 0,0 0,1 1,0-1,-1 1,1-1,-1 1,1 0,0 0,-1 0,0 2,-3 0,1 1,0 1,1-1,-1 0,1 1,0 0,0 0,0 1,1-1,0 1,-2 4,-5 16,2 0,1 0,1 0,1 1,1 0,2 0,0 0,2 0,1 0,1 1,2-1,0-1,2 3,-1-6,2 1,0-1,1-1,1 1,1-1,1-1,1 0,10 13,-16-25,0-1,1 0,0-1,0 1,0-1,1-1,0 1,1-1,-1-1,1 0,0 0,1-1,-1 0,1 0,-1-1,1 0,0-1,0 0,0-1,1 0,5 0,-4-3,1 0,-1-1,0-1,0 0,0 0,0-1,-1-1,1 0,-1-1,-1 0,1 0,-1-1,-1 0,0-1,0 0,0-1,-1 1,-1-2,1 1,-2-1,0 0,0 0,-1-1,0 0,-1 0,0 0,-1 0,0-1,0-11,-2 16,0 1,-1-1,0 1,0-1,-1 1,0-1,0 1,0-1,-1 1,-3-5,5 9,-1 1,0 0,0 0,0 0,-1 0,1 0,0 0,-1 0,1 0,-1 1,0-1,0 0,1 1,-1 0,0-1,0 1,0 0,0 0,-1 0,1 0,0 0,0 1,-1-1,1 1,0-1,-1 1,1 0,0 0,-1 0,1 0,0 0,-1 1,1-1,0 1,-2 0,-3 2,-1 1,0 0,1 0,0 1,0 0,0 0,1 1,0 0,0 0,0 0,1 1,0 0,0 0,1 0,-1 0,2 1,-1 0,1 0,0 0,1 0,0 0,0 0,1 1,0-1,0 1,1-1,0 1,0-1,1 1,0-1,1 0,1 6,0-7,1 0,-1 0,1-1,1 1,-1-1,1 0,0 0,0 0,1-1,-1 0,1 0,1 0,-1-1,0 0,1 0,0 0,2 0,127 35,-52-27</inkml:trace>
  <inkml:trace contextRef="#ctx0" brushRef="#br0" timeOffset="11002.545">8062 2902,'-16'-9,"-1"0,0 2,0 0,-1 1,0 0,0 2,-1 0,1 1,-1 1,-1 0,13 2,-1 0,0 0,0 1,0 0,1 0,-1 0,0 1,1 1,0-1,-1 1,1 0,0 1,1 0,-1 0,0 0,1 1,0 0,0 0,1 0,-1 1,1 0,0 0,1 1,-4 5,6-8,0-1,0 1,1 0,-1-1,1 1,0 0,0 0,0 0,1 0,-1 0,1 0,0 0,0 0,1 0,-1 0,1 0,0 0,0 0,0 0,0 0,1 0,0-1,0 1,0 0,0-1,0 0,0 1,1-1,0 0,0 0,0-1,0 1,0-1,0 1,1-1,-1 0,1 0,-1 0,1-1,0 1,0-1,6 1,0 0,0 0,0-1,0 0,0-1,1 0,-1-1,0 0,0-1,0 0,0 0,0-1,-1 0,1-1,-1 0,0-1,0 0,0 0,-1-1,1 0,-1 0,-1-1,1 0,-1 0,-1-1,1 0,-1 0,-1-1,1 1,-2-1,1-1,-1 1,0 0,-1-1,0 0,-1 0,0 0,0-3,-2 14,-1-1,1 1,-1-1,1 0,-1 1,0-1,1 1,-1-1,1 0,-1 1,0-1,1 0,-1 0,0 1,1-1,-1 0,0 0,1 0,-1 0,0 0,0 0,1 0,-1 0,0 0,1 0,-1-1,0 1,1 0,-1 0,0-1,1 1,-1 0,1-1,-1 1,0 0,1-1,-1 1,1-1,-1 1,1-1,-1 0,1 1,0-1,-1 1,1-1,0 0,-1 1,1-1,0 0,0 1,0-1,-1 0,1 1,0-1,0 0,-3 6,1 0,-1 1,1-1,0 1,0 0,1-1,-1 1,1 0,0 0,1 0,0 0,0 0,0-1,1 1,-1 0,1 0,1 0,-1 0,1-1,0 1,0-1,1 1,0-1,0 0,0 0,0 0,1 0,0-1,0 1,0-1,0 0,1 0,-1-1,1 1,0-1,0 0,1-1,3 3,10 2,1-1,0-1,1-1,-1 0,1-2,-1 0,1-1,17-2,30-2</inkml:trace>
  <inkml:trace contextRef="#ctx0" brushRef="#br0" timeOffset="11602.214">8569 2781,'-12'0,"-1"-1,1 2,-1 0,1 0,0 1,-1 0,1 1,0 1,0 0,1 1,-1 0,1 0,0 1,0 1,1 0,0 0,0 1,1 0,0 1,0 0,1 0,0 1,1 0,0 1,-4 7,9-13,1-1,0 0,-1 0,1 1,1-1,-1 0,1 1,-1-1,1 1,1-1,-1 1,1-1,-1 0,1 1,1-1,-1 0,0 0,1 0,0 0,0 0,0 0,1 0,-1 0,1-1,0 1,0-1,0 0,0 0,0 0,1 0,0-1,-1 0,5 3,4-1,0 1,1-1,-1-1,1 0,0-1,0 0,0-1,0-1,0 0,0-1,0 0,0-1,0 0,0-1,-1 0,1-1,-1-1,0 0,0-1,0 0,-1 0,0-1,0-1,-1 0,0 0,-1-1,1-1,-2 1,6-8,1-6,0-1,-1-1,-2-1,0 0,-2 0,-1-1,-1 0,-1-1,-1 1,-2-1,-1 0,-1-1,-1 1,-2 0,-1-1,-1 1,-6-26,7 39,-1 0,-1 0,0 0,-1 1,-1-1,0 1,-1 0,0 1,-9-12,15 23,0 0,0 1,0-1,0 1,0 0,0-1,0 1,-1 0,1 0,0-1,-1 1,1 0,-1 1,1-1,-1 0,0 0,1 1,-1-1,0 1,0-1,1 1,-1 0,0-1,0 1,1 0,-1 0,0 0,0 1,1-1,-1 0,0 1,0-1,1 1,-1-1,0 1,1 0,-1 0,1 0,-1 0,1 0,0 0,-1 0,1 0,0 1,0-1,-1 1,-6 13,0 1,1-1,0 2,2-1,0 1,0 0,2 0,0 0,1 0,1 1,0-1,2 3,-3 20,3 0,1 0,2-1,2 1,1-1,2 0,2-1,1 0,2-1,2 0,11 18,-18-40,0 0,1-1,1-1,0 0,0 0,2-1,9 8,-17-17,0 1,0 0,0-1,0 0,1 0,-1-1,1 0,0 0,-1 0,1 0,0-1,0 0,0 0,1-1,-1 0,0 0,0 0,0-1,0 0,0 0,0 0,0-1,1 0,7-6,1-1,-1-1,0 0,-1-1,-1-1,1 1,-2-2,0 0,0 0,-1-1,-1 0,-1-1,0 0,0 0,2-11,-3 14,-1-1,-1 1,0-2,-1 1,0 0,-1-1,-1 0,0 0,0-9,-2 22,0 0,0 0,1 0,-1-1,0 1,-1 0,1 0,0 0,0 0,0 0,-1 0,1 0,0-1,-1 1,1 0,-1 0,1 0,-1 0,0 1,1-1,-1 0,0 0,0 0,0 0,1 1,-1-1,0 0,0 1,0-1,0 1,0-1,0 1,0-1,-1 1,1 0,0 0,0-1,0 1,0 0,0 0,0 0,-1 0,1 0,0 1,0-1,-1 0,-47 29,41-20,0 0,1 0,0 0,0 1,1 0,1 1,-1-1,2 1,-1 0,1 0,1 1,0-1,0 9,2-14,0 1,0-1,1 1,0-1,0 0,1 1,0-1,0 1,0-1,1 0,0 0,0 0,0 0,1 0,0 0,0-1,1 1,0-1,-1 0,2 0,-1 0,1-1,-1 0,1 1,5 2,1-1,0-1,1 1,-1-2,1 0,0 0,0-1,1 0,-1-1,0-1,1 0,-1-1,1 0,0-1,45-4</inkml:trace>
  <inkml:trace contextRef="#ctx0" brushRef="#br0" timeOffset="11869.494">9479 2715,'-5'12,"0"0,1 1,0-1,1 1,1 0,0 0,1 0,0 1,1-1,0 0,1 0,1 0,0 0,1 0,0 0,1 0,0-1,1 0,0 0,1 0,1 0,0-1,0 0,1-1,0 0,1 0,1 0,-1-1,1-1,0 0,1 0,0-1,1 0,3 1,-8-5,1 0,0 0,-1-1,1 0,0 0,1-1,-1 0,0-1,0 0,0 0,0-1,0 0,0 0,0-1,0 0,0 0,0-1,-1 0,1 0,-1-1,0 0,0 0,0 0,0-1,-1 0,0-1,0 0,0 1,-1-2,0 1,0-1,1-2,4-13,0 1,-1-1,-2-1,0 0,-1 0,-2 0,0 0,0-24,-2 16</inkml:trace>
  <inkml:trace contextRef="#ctx0" brushRef="#br0" timeOffset="12254.994">10000 2794,'0'36,"7"89,-6-119,1-1,-1 1,1-1,0 1,1-1,-1 0,1 1,0-1,0-1,1 1,0 0,0-1,0 0,0 0,0 0,1 0,0-1,-1 0,5 2,3-1,1 0,0-1,-1-1,1 0,0-1,0 0,0-1,0-1,0 0,0 0,0-2,-1 1,1-2,-1 1,0-2,0 0,0 0,0-1,-1 0,8-7,-8 6,0 0,0 0,-1-2,0 1,-1-1,1 0,5-9,-13 15,1 0,-1 0,1-1,-1 1,0-1,-1 1,1-1,-1 0,1 1,-1-1,0 0,-1 0,1 0,-1 0,1 0,-1 0,0 0,-1 0,1 0,-1 0,1 0,-1 1,0-1,-1 0,1 0,-1 1,0-2,-4-1,0 0,-1 0,0 0,0 1,0 0,-1 1,0 0,0 0,0 0,0 1,0 0,-1 1,1-1,-1 2,0-1,0 1,1 1,-1 0,0 0,0 0,0 1,1 1,-1-1,0 2,1-1,-3 2,-4 1,1 0,0 1,0 0,1 1,0 1,0 0,0 1,1 0,1 1,0 0,0 1,1 1,0-1,1 1,0 1,1 0,1 0,-2 3,7-12,0-1,0 1,1 0,-1 0,1-1,0 1,0 0,0 0,0 0,1 0,-1 1,1-1,0 0,0 0,1 0,-1 0,1 0,0 0,0 0,0 0,1 0,-1-1,1 1,0 0,0-1,0 1,1-1,-1 0,1 0,0 0,0 0,0 0,0-1,0 1,0-1,2 1,8 1,1 0,0-1,0-1,1 0,-1 0,0-2,1 0,-1 0,0-2,0 1,0-2,0 0,0-1,0 0,0-1,-1 0,0-2,7-3,36-19</inkml:trace>
  <inkml:trace contextRef="#ctx0" brushRef="#br0" timeOffset="12503.332">10468 2367,'-16'-2,"-14"-2,-9 6,-5 6,3 7,7 7,8 7,9 8,14 4,17 4,17 4,15 3,8 3,-4-7</inkml:trace>
  <inkml:trace contextRef="#ctx0" brushRef="#br0" timeOffset="12914.232">10615 2981,'3'7,"45"62,-46-67,0 0,0 0,0 0,0 0,0-1,0 1,1-1,-1 1,1-1,-1 0,1 0,0 0,-1 0,1 0,0 0,0-1,-1 1,1-1,0 0,0 0,0 0,0 0,-1-1,1 1,0-1,0 0,0 0,9-6,0-1,-1-1,0 1,-1-2,0 0,0 0,-1-1,0 0,-1 0,0-1,-1 0,0-1,-1 1,-1-1,1-2,4-6,-1 0,-1-1,0 0,-2 0,0 0,-2-1,-1 0,0 0,-1-12,-2 33,0 1,0-1,0 0,0 1,0-1,-1 0,1 0,0 1,-1-1,1 1,-1-1,0 0,0 1,1-1,-1 1,0-1,0 1,0 0,0-1,-1 1,1 0,0 0,0 0,-1 0,1 0,-1 0,0 0,1 1,1 0,-1 0,1 0,-1 1,1-1,-1 0,1 0,0 1,-1-1,1 0,-1 1,1-1,0 1,-1-1,1 1,0-1,0 0,-1 1,1-1,0 1,0-1,-1 1,1-1,0 1,0-1,0 1,0 0,0-1,0 1,0-1,0 1,0-1,0 1,0-1,0 1,1-1,-1 1,0-1,0 1,0-1,1 1,-1-1,0 1,1-1,-1 0,0 1,1-1,-1 1,0-1,1 0,-1 1,1-1,-1 0,1 0,-1 1,9 6,0 1,0-1,0-1,1 0,0 0,0-1,1 0,1 0,15 7,-19-9,-1 0,1 0,0 0,-1 1,1 1,-1-1,-1 1,1 0,0 1,-1-1,0 1,-1 1,1-1,-1 1,0 0,-1 0,0 0,0 1,0-1,-1 1,0 0,-1 0,0 0,0 1,-1-1,0 0,0 1,-1-1,-27 110,27-116,1 0,0 0,-1-1,1 1,0 0,0-1,0 1,0 0,0-1,1 1,-1-1,0 0,1 1,-1-1,1 0,-1 0,1 0,0 0,-1 0,1 0,0-1,0 1,-1 0,1-1,0 1,0-1,0 0,0 0,0 0,0 0,-1 0,1 0,0 0,0-1,0 1,0 0,0-1,0 0,4 1,324-25,-258 18,-51 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2:35.57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0 101,'16'-2,"16"-2,17 1,13 1,13-2,6-5,7-2,0-5,-4-2,-11 1,-17 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2:34.22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121 181,'-11'64,"3"1,2 0,4 1,4 44,-3-105,1 0,1 1,-1-1,1 0,-1 0,1 0,1 0,-1 0,1 0,0-1,0 1,0 0,1-1,-1 0,1 1,0-1,1 0,-1-1,1 1,-1 0,1-1,0 0,1 0,-1 0,0-1,1 1,3 0,6-1,0-2,0 1,0-2,0 0,0-1,-1 0,1-1,0-1,-1 0,0-1,0 0,0-1,12-7,-23 12,117-62,-72 33</inkml:trace>
  <inkml:trace contextRef="#ctx0" brushRef="#br0" timeOffset="250.409">134 408,'12'-7,"12"-6,11-7,10-1,3 1,0 0,-3 3,-9 3</inkml:trace>
  <inkml:trace contextRef="#ctx0" brushRef="#br0" timeOffset="450.873">1 87,'25'-5,"24"-3,20-5,16-5,5-4,-13 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2:36.38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1 350,'7'0,"6"-2,11-3,10-5,8-4,9-3,4 0,1 4,-6 6,-11 9,-12 4</inkml:trace>
  <inkml:trace contextRef="#ctx0" brushRef="#br0" timeOffset="177.54">135 565,'14'0,"18"-5,19-6,17-5,11-5,3-1,-12 3</inkml:trace>
  <inkml:trace contextRef="#ctx0" brushRef="#br0" timeOffset="1680.221">951 310,'-1'12,"0"1,0-1,2 0,-1 1,2-1,0 0,0 0,1 0,0 0,1 0,5 9,-6-15,0 0,0 0,0 0,1-1,0 0,0 1,1-1,-1-1,1 1,0-1,0 0,1 0,-1 0,1-1,0 0,0 0,0 0,0-1,1 0,-1 0,1 0,3 0,-4-2,-1 0,1 0,-1 0,0-1,1 0,-1 0,1 0,-1 0,0-1,0 0,0 0,0-1,0 1,0-1,-1 0,1 0,-1-1,0 1,0-1,0 0,1-2,5-6,0-1,-1 0,0-1,-1 0,0 0,3-10,-3 8,-1 0,0 0,-1-1,-1 0,-1 0,0 0,-2 0,1-1,-2 1,-1-1,0 1,-1-1,0 1,-2-1,0 1,-1 0,-6-15,7 26,-1 0,1 0,-1 1,-1-1,1 1,-1 0,0 1,0-1,0 1,-1 0,0 0,1 0,-1 1,-1 0,1 0,0 1,-1 0,1 0,-1 0,0 1,1 0,-1 0,0 0,0 1,0 0,1 1,-1 0,0 0,0 0,1 1,-1-1,0 2,-9 4,1 1,0 0,1 1,-1 0,2 1,0 1,0 0,1 1,0 1,1-1,0 2,1-1,1 2,0-1,1 1,1 0,0 1,1 0,1 0,0 0,1 1,1 0,0-1,2 4,-7 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2:41.75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428 1603,'962'-28,"-597"0,538-25,-812 55,-91-2,0 0,0 0,0 1,0-1,0 0,0 1,0-1,0 0,0 0,0 1,0-1,0 0,0 0,0 1,0-1,0 0,0 0,0 1,0-1,1 0,-1 0,0 1,0-1,0 0,0 0,1 0,-1 1,0-1,0 0,0 0,1 0,-1 0,0 0,0 0,1 1,-1-1,0 0,0 0,1 0,-1 0,0 0,0 0,1 0,-1 0,0 0,0 0,1 0,-1 0,0 0,1 0,-1 0,-23 6,-8-1,-2-1</inkml:trace>
  <inkml:trace contextRef="#ctx0" brushRef="#br0" timeOffset="1402.846">1070 2993,'-4'20,"2"1,0-1,1 1,1-1,3 17,-3-32,1 1,0-1,0 1,0-1,1 1,0-1,0 0,1 1,-1-1,1 0,0-1,0 1,1 0,-1-1,1 0,0 0,0 0,1 0,-1-1,1 1,-1-1,6 2,-1-3,1-1,-1 1,1-2,0 1,-1-1,1-1,0 0,-1 0,1-1,-1 0,1 0,-1-1,0-1,0 0,-1 0,1 0,-1-1,0 0,0-1,0 0,-1 0,0-1,0 0,0 0,2-5,2 1,-1-1,0-1,-1 0,-1 0,0-1,-1 0,0 0,-1-1,-1 0,0 0,2-14,-5 22,-1-1,0 1,-1 0,1-1,-1 1,-1 0,1-1,-1 1,-1 0,0 0,1 0,-2 0,1 0,-1 0,0 0,-1 1,0 0,0-1,0 1,0 1,-1-1,0 1,0 0,-1 0,0 0,-2-1,-2 0,0 0,-1 1,1 1,-1-1,0 2,-1-1,1 2,0-1,-1 2,0-1,1 2,-1 0,0 0,1 1,-1 0,1 1,-1 0,1 1,-8 3,5-2,-1 1,1 1,1 0,-1 1,1 1,0 0,1 1,0 0,0 0,1 2,0-1,1 1,0 1,-8 12,15-20,0 1,0 0,1 0,-1 0,1 0,0 0,1 0,-1 1,1-1,0 1,1-1,-1 0,1 1,0 0,0-1,1 1,-1-1,1 0,1 1,-1-1,1 0,0 1,0-1,0 0,1 0,0-1,2 4,26 29</inkml:trace>
  <inkml:trace contextRef="#ctx0" brushRef="#br0" timeOffset="1705.859">1912 3113,'52'-544,"-50"532,-1 26,3 437,-1-358,-1-11</inkml:trace>
  <inkml:trace contextRef="#ctx0" brushRef="#br0" timeOffset="665.779">936 2150,'-7'11,"0"0,1 0,0 0,1 1,0 0,0 0,2 0,-1 0,2 1,-1 4,2-12,1-1,-1 1,1 0,0-1,1 1,-1-1,1 1,0-1,0 1,0-1,1 1,0-1,-1 0,1 0,1 0,-1 0,1 0,-1 0,1-1,0 1,1-1,-1 0,0 0,1 0,0 0,0-1,-1 1,2-1,3 1,3 2,0-2,1 0,0 0,0-1,0-1,0 0,0 0,0-1,0-1,0 0,0 0,-1-2,1 1,0-1,-1-1,1 0,-1-1,0 0,-1 0,1-2,-1 1,0-1,-1 0,0-1,0 0,0-1,-1 0,-1 0,1 0,-1-1,-1 0,0-1,-1 0,1 0,-1-1,-4 5,0 0,0-1,0 1,-1-1,0 1,0 0,-1-1,0 1,0-1,-1 1,0 0,0 0,-1 0,0 0,0 0,0 1,-1-1,0 1,-1 0,1 0,-1 1,0-1,0 1,-1 0,0 0,0 1,0-1,-4-1,0 0,-1-1,0 1,0 1,-1 0,1 1,-1 0,0 0,0 2,-1-1,1 2,0-1,-1 2,1-1,-1 2,1 0,-12 2,15 0,0 0,0 1,0 0,1 0,0 1,-1 0,1 0,1 1,-1 0,1 0,0 1,1 0,0 0,0 1,0-1,1 1,0 1,0-1,1 1,0 0,1 0,0 0,1 0,-1 0,2 1,-1-1,1 1,1-1,0 1,0-1,1 1,0-1,0 1,1-1,1 0,-1 1,3 3,31 36,7-10</inkml:trace>
  <inkml:trace contextRef="#ctx0" brushRef="#br0" timeOffset="982.93">1739 2191,'2'7,"0"-1,0 1,1-1,1 1,-1-1,1 0,0 0,0-1,0 1,1-1,0 0,0 0,0 0,1-1,0 0,0 0,0 0,0-1,0 0,1 0,-1 0,1-1,0 0,0-1,0 1,4 0,1-1,-1 0,1 0,-1-1,1-1,-1 0,1-1,-1 0,0 0,0-1,0-1,0 0,0 0,-1-1,1-1,-1 1,0-2,0 1,-1-1,0 0,0-1,-1 0,0 0,0-1,-1 0,0 0,-1-1,0 0,0 0,-1 0,0-1,-1 0,-1 0,1 0,-2 0,1 0,-2-1,1 1,-2-1,1 1,-2-1,0-5,-1 10,-1 1,0-1,0 0,0 1,-1 0,0-1,0 1,-1 1,1-1,-1 1,-1 0,1 0,-1 0,0 1,0 0,0 0,0 0,-1 1,1 0,-1 0,0 1,0-1,0 2,0-1,0 1,-1 0,1 0,0 1,-1 0,1 1,0-1,0 1,-1 1,1-1,0 1,-5 2,-14 5,0 1,1 1,1 1,0 2,0 0,2 1,-1 1,-17 19,-32 27</inkml:trace>
  <inkml:trace contextRef="#ctx0" brushRef="#br0" timeOffset="-1215.973">842 667,'-6'282,"-13"1,-14-417,16 75,4 21,2-1,2-1,2 1,1-1,0-40,5 73,1 1,1 0,-1-1,1 1,0 0,1 0,0 0,-1 0,2 0,-1 0,1 1,0-1,0 1,1-1,-1 1,1 0,0 1,0-1,1 1,0-1,-1 1,2 1,-1-1,0 1,1 0,-1 0,1 0,0 1,0 0,0 0,0 0,0 1,0 0,0 0,1 1,4 0,-6 0,1 1,0 0,0 1,-1-1,1 1,0 0,-1 0,0 1,0 0,1 0,-2 0,1 0,0 1,-1 0,1 0,-1 0,0 0,-1 1,1 0,-1-1,0 1,0 1,0-1,-1 0,0 1,0-1,0 1,0-1,-1 1,0 0,-1 0,1 0,-1 0,0-1,0 1,-1 0,0 0,0 0,0 0,-1-1,1 1,-2-1,1 1,0-1,-1 1,-68 79,88-84,-2-4,3-2,0 1,1 1,-1 1,1 0,-1 1,1 1,0 1,-1 0,1 2,-1 0,0 1,17 6,-32-9,1 1,-1-1,0 1,0-1,0 1,0 0,0 0,0 1,0-1,-1 1,1-1,-1 1,0 0,0 0,0 0,0 0,0 0,-1 0,1 1,-1-1,0 0,0 1,0-1,0 1,-1-1,0 1,1 0,-1-1,0 1,-1-1,1 1,-1-1,1 1,-1-1,0 1,-1-1,1 1,0-1,-1 0,0 0,0 1,-12 13,-1-1,0 0,-1-1,-1 0,0-2,-1 0,0-1,-1 0,-1-2,0 0,0-2,0 0,-3 0,8-2,0 0,0-1,0-1,0 0,-1-1,1-1,-7 0,21-2,0 1,0-1,0 0,1 1,-1-1,0 0,0 0,0 0,1 1,-1-1,0 0,0 0,0 0,0-1,1 1,-1 0,0 0,0 0,0-1,0 1,1 0,-1-1,0 1,0 0,1-1,-1 1,0-1,1 1,-1-1,1 0,-1 1,1-1,-1 0,1 1,-1-1,1 0,-1 0,1 1,0-1,-1 0,1 0,0 0,0 1,0-1,0 0,0 0,0 0,0 0,0 1,0-1,0 0,0-1,10-9</inkml:trace>
  <inkml:trace contextRef="#ctx0" brushRef="#br0" timeOffset="-681.831">1578 774,'5'40,"-1"1,-2-1,-2 1,-2 0,-1-1,-2 0,-2 0,-2 0,-12 35,9-47,12-28,0 0,0 0,-1 0,1-1,0 1,0 0,0 0,-1 0,1 0,0 0,0 0,-1 0,1-1,0 1,0 0,-1 0,1 0,0 0,-1 0,1 0,0 0,0 0,-1 0,1 0,0 1,0-1,-1 0,1 0,0 0,56-229,49-147,-75 315,-28 61,0 0,-1 0,1 0,-1 0,1 1,-1-1,1 0,-1 1,1-1,-1 1,1 0,-1-1,1 1,-1 0,0 0,1 0,-1 0,0 0,0 0,0 0,0 0,0 1,0-1,0 0,0 1,-1-1,1 0,0 1,-1-1,1 1,-1-1,0 1,1 0,-1-1,0 1,0-1,0 1,0 0,1-1,69 250,-49-163,4-1,17 33,-30-93,-3-10</inkml:trace>
  <inkml:trace contextRef="#ctx0" brushRef="#br0" timeOffset="-433.783">1631 935,'21'0,"22"-3,22-4,21-5,14-1,7-2,0 3,-18 2</inkml:trace>
  <inkml:trace contextRef="#ctx0" brushRef="#br0" timeOffset="2529.665">1030 4223,'35'-150,"-22"105,65-250,-71 273,-3 42,-6 179,4 117,7-249,2-15</inkml:trace>
  <inkml:trace contextRef="#ctx0" brushRef="#br0" timeOffset="2847.819">1698 4090,'-1'5,"1"0,-1 0,1 0,0 1,1-1,-1 0,1 0,0 0,0 0,1 0,0 0,-1 0,1 0,1 0,-1-1,1 1,0-1,0 0,0 0,1 0,-1 0,1 0,0-1,0 0,0 1,1-2,-1 1,1 0,-1-1,5 2,2-5,0 1,-1-1,1-1,-1 0,1-1,-1 0,0 0,0-1,0 0,-1-1,1 0,-1-1,0 0,0 0,-1-1,0 0,0 0,-1-1,0 0,0 0,-1-1,2-3,2-2,-1 0,0 0,-1-1,-1 0,0 0,-1-1,-1 1,0-1,1-11,-5 21,0 0,0-1,0 1,-1 0,0 0,0 0,-1-1,1 1,-1 0,-1 0,1 0,-1 0,0 0,-1 0,1 1,-1-1,0 1,0 0,-1-1,0 2,1-1,-2 0,1 1,-1-1,1 1,-1 1,-1-1,1 0,-1 2,1-1,-1 0,0 1,0 0,0 1,0-1,0 1,0 0,0 1,0 0,-1 0,1 0,0 0,0 1,0 0,0 0,0 1,0 0,0 0,0 0,1 1,-1 0,1 0,-1 0,1 1,-11 7,1 1,0 0,1 1,0 1,1 0,0 1,-9 15,-21 38,5-3</inkml:trace>
  <inkml:trace contextRef="#ctx0" brushRef="#br0" timeOffset="3149.703">1364 5239,'-9'-29,"2"0,1-1,2 1,1-1,1 0,1 0,2 0,1 0,4-19,0-17,3-1,17-61,-17 101,-2 24,-5 20,-11 178,4-145,2-1,2 1,2 0,2 0,9 39,-1-47</inkml:trace>
  <inkml:trace contextRef="#ctx0" brushRef="#br0" timeOffset="3434.951">1939 4798,'37'-207,"-34"198,-2 22,-22 323,15-181,9 86,0-201</inkml:trace>
  <inkml:trace contextRef="#ctx0" brushRef="#br0" timeOffset="4352.156">2928 386,'33'262,"-5"113,-19 261,7 163,56 142,-16-111,-53-706,32 651,-24-660,-1-24,-4-1,-5 43,-13-44,4-98,5-7</inkml:trace>
  <inkml:trace contextRef="#ctx0" brushRef="#br0" timeOffset="5414.762">2621 1482,'1'-1,"0"0,0 0,0 0,0 0,0 0,0 0,1 1,-1-1,0 0,0 1,1-1,-1 1,1-1,-1 1,0 0,1-1,-1 1,1 0,-1 0,1 0,-1 0,1 0,-1 0,1 1,2-1,322-10,-147-6,261-12,184 29,347-74,-28 56,-905 16,23-1,1-2,-1-2,22-8,-67 9,-10 0</inkml:trace>
  <inkml:trace contextRef="#ctx0" brushRef="#br0" timeOffset="7190.469">3824 413,'14'16,"13"12,14 6,8 1,8-2,3-6,-1-3,-5-8,-7-5,-8-5,-12-3</inkml:trace>
  <inkml:trace contextRef="#ctx0" brushRef="#br0" timeOffset="7501.67">4412 332,'-129'156,"116"-139,0 0,2 2,0-1,1 1,0 1,2 0,1 0,0 0,1 1,1 0,1 1,2-1,0 0,0 1,2 0,1-1,1 1,1-1,0 1,6 16,58 144,-55-140</inkml:trace>
  <inkml:trace contextRef="#ctx0" brushRef="#br0" timeOffset="8000.226">4038 1736,'0'-2,"0"3,0 9,-3 10,-2 10,-1 9,-1 7,0 5,2 1,1-3,1-4,2-10</inkml:trace>
  <inkml:trace contextRef="#ctx0" brushRef="#br0" timeOffset="8251.584">3958 2191,'4'0,"7"0,7-2,6-4,6 1,2-1,-3 3,-3 0,-6 1</inkml:trace>
  <inkml:trace contextRef="#ctx0" brushRef="#br0" timeOffset="8508.139">3917 1682,'9'-6,"8"-5,8-1,8 2,6 3,2 3,-5 1</inkml:trace>
  <inkml:trace contextRef="#ctx0" brushRef="#br0" timeOffset="8897.133">4412 2057,'-1'11,"-1"-1,1 1,1-1,0 1,0-1,1 1,1-1,0 5,-1-13,-1 1,1-1,0 1,0-1,0 0,0 0,0 1,0-1,0 0,1 0,-1 0,1 0,0-1,-1 1,1 0,0-1,0 1,0-1,0 1,0-1,0 0,1 0,-1 0,0 0,1 0,-1-1,0 1,1-1,-1 1,1-1,-1 0,1 0,-1 0,1 0,-1-1,1 1,1-1,5-2,0 1,0-2,0 1,-1-1,0 0,0-1,0 0,0 0,-1-1,1 1,-1-2,-1 1,1-1,-1 0,-1-1,1 1,-1-1,0 0,-1 0,0-1,0 1,-1-1,0 0,1-8,-4 13,-1 0,1-1,-1 1,0 0,-1-1,1 1,-1 0,0 0,0 0,0 0,0 0,-1 1,1-1,-1 1,0 0,0-1,0 1,-1 0,1 1,-1-1,0 1,1-1,-1 1,0 0,0 1,0-1,-1 1,1 0,0 0,-1 0,1 0,0 1,-1-1,1 1,-1 1,1-1,0 0,-1 1,1 0,0 0,-1 0,1 1,0 0,-1 0,-5 2,1 1,-1 1,1 0,0 0,0 1,0 0,1 0,1 1,-1 0,1 0,0 1,1 0,0 0,0 1,1-1,1 1,-1 1,1-1,1 0,0 1,-1 8,-5 28</inkml:trace>
  <inkml:trace contextRef="#ctx0" brushRef="#br0" timeOffset="14334.823">4078 2819,'2'-2,"1"4,0 8,-3 11,-4 12,-3 11,-1 5,-1 4,1-1,2-7,4-9,3-10</inkml:trace>
  <inkml:trace contextRef="#ctx0" brushRef="#br0" timeOffset="14582.657">3971 3154,'-5'7,"2"1,4-1,10-6,10-6,10-8,7-3,4-2,-2 2,-4 5,-8 3</inkml:trace>
  <inkml:trace contextRef="#ctx0" brushRef="#br0" timeOffset="14786.11">3930 2686,'7'-9,"9"-6,11-2,10 2,6 3,1 6,-1 9,-8 3</inkml:trace>
  <inkml:trace contextRef="#ctx0" brushRef="#br0" timeOffset="15112.24">4332 3221,'37'-262,"-28"225,-3 48,20 336,-21-291,0-10</inkml:trace>
  <inkml:trace contextRef="#ctx0" brushRef="#br0" timeOffset="15537.116">3877 3822,'-2'18,"-4"13,1 8,-1 6,0 5,1 3,0 2,2-2,1-10</inkml:trace>
  <inkml:trace contextRef="#ctx0" brushRef="#br0" timeOffset="15780.43">3771 4330,'6'-5,"10"-1,9-2,6 0,6 0,2 1,2 1,-3 0,-7 1,-8 1</inkml:trace>
  <inkml:trace contextRef="#ctx0" brushRef="#br0" timeOffset="16036.883">3717 3755,'12'-5,"14"-1,17 0,15 2,11 0,-7 2</inkml:trace>
  <inkml:trace contextRef="#ctx0" brushRef="#br0" timeOffset="16291.208">4211 4049,'4'-6,"-1"0,1 0,0 1,1-1,-1 1,1 0,0 0,0 1,1-1,0 1,-1 0,1 1,0-1,1 1,-1 0,1 1,-1 0,1 0,0 0,0 1,-1 0,4 0,-7 2,0 0,-1 0,1 1,0-1,-1 1,0 0,1 0,-1-1,0 2,0-1,0 0,0 0,0 1,0-1,-1 1,1-1,-1 1,0 0,1-1,-1 1,-1 0,1 0,0 0,-1 0,1 0,-1 0,0 0,0 0,0 0,-1 0,1 0,-1 0,1 0,-1 0,-1 2,-4 23,-2-1,-1 0,-1 0,-1 0,-1-1,-2-1,-10 14,-34 72,58-111,-1 2,0-1,0 0,0 1,0-1,0 1,0-1,0 1,1 0,-1-1,1 1,-1 0,1-1,0 1,-1 0,1-1,0 1,0 0,0 0,1-1,-1 1,0 0,1 0,-1-1,1 1,-1-1,1 1,0 0,-1-1,1 1,0-1,0 0,0 1,0-1,1 0,-1 1,1-1,6 2,0-2,0 1,0-1,0 0,0-1,0 0,0 0,0-1,0 0,0 0,0-1,2-1,3 1,187-41,-139 29</inkml:trace>
  <inkml:trace contextRef="#ctx0" brushRef="#br0" timeOffset="16679.234">3958 4717,'0'18,"0"18,-3 14,-2 9,-1 5,1 2,1-3,1-6,-1-5,0-12</inkml:trace>
  <inkml:trace contextRef="#ctx0" brushRef="#br0" timeOffset="16933.549">3810 5239,'3'-3,"6"0,8-2,7 0,8-2,7 1,2-1,-1 0,-7 2</inkml:trace>
  <inkml:trace contextRef="#ctx0" brushRef="#br0" timeOffset="17101.668">3824 4704,'18'-4,"18"-5,16 1,12-2,8 1,-10 2</inkml:trace>
  <inkml:trace contextRef="#ctx0" brushRef="#br0" timeOffset="17579.257">4145 5065,'33'-10,"0"2,1 1,0 2,22 0,-53 4,-1 0,1 0,0 0,0 1,0-1,0 1,0 0,0 0,0 0,1 1,-1-1,0 0,-1 1,1 0,0 0,0 0,0 0,0 0,-1 1,1-1,-1 1,1 0,-1 0,1 0,-1 0,0 0,0 0,0 0,0 1,0-1,-1 1,1 0,-1-1,1 3,-4 4,0 0,0 1,-1-1,0-1,-1 1,0 0,-1-1,1 0,-2 0,1 0,-1-1,0 1,0-1,-1-1,-2 2,7-6,-96 89,95-88,-16 13,19-16,0 1,0-1,0 0,-1 0,1 0,0 1,0-1,0 0,0 0,0 1,0-1,-1 0,1 0,0 1,0-1,0 0,0 1,0-1,0 0,0 0,0 1,0-1,0 0,0 1,0-1,0 0,1 0,-1 1,0-1,0 0,0 0,0 1,0-1,0 0,1 0,-1 0,0 1,0-1,0 0,1 0,-1 0,0 1,0-1,1 0,-1 0,0 0,0 0,1 0,-1 0,0 0,0 0,1 0,-1 1,0-1,1 0,-1 0,0 0,0-1,1 1,-1 0,0 0,0 0,1 0,-1 0,0 0,1 0,-1 0,0 0,0-1,100-5,-84 3,0 1,0 0,0 1,0 0,0 2,0 0,1 0,-1 2,0 0,-1 1,1 0,-1 2,0 0,8 4,-21-9,0 0,-1 1,1-1,0 1,0-1,-1 1,1 0,-1-1,1 1,-1 0,0 0,0 0,0 0,0 0,0 0,0 1,-1-1,1 0,-1 0,1 1,-1-1,0 0,0 0,0 1,0-1,0 0,-1 1,1-1,-1 0,1 0,-1 0,0 1,0-1,0 0,0 0,0 0,-1 0,1 0,0-1,-1 1,0 0,1-1,-1 1,0-1,0 1,0-1,-1 1,-20 15,-1-2,-1 0,0-2,-1 0,0-2,0-1,-2-1,1-2,-3 0,-54 8,85-15,-1 0,0 0,1 0,-1 0,1-1,-1 1,0 0,1 0,-1-1,0 1,0 0,1 0,-1-1,0 1,1 0,-1-1,0 1,0 0,0-1,1 1,-1 0,0-1,0 1,0-1,0 1,0 0,0-1,0 1,0-1,0 1,0-1,0 1,0 0,0-1,0 1,0-1,0 1,0 0,-1-1,1 1,0 0,0-1,0 1,-1 0,1-1,0 1,-1 0,1-1,0 1,0 0,-1 0,1-1,0 1,-1 0,1 0,-1 0,1-1,0 1,-1 0,1 0,-1 0,23-17</inkml:trace>
  <inkml:trace contextRef="#ctx0" brushRef="#br0" timeOffset="17837.082">5027 5333</inkml:trace>
  <inkml:trace contextRef="#ctx0" brushRef="#br0" timeOffset="19919.213">148 279,'-24'600,"35"271,-4-645,-8 281,-47 319,-35 333,73-528,24-324,-14-305,-1 0,1 0,0-1,-1 1,1-1,0 1,0 0,0-1,0 1,0-1,0 1,0 0,1-1,-1 1,0-1,1 1,0-1,-1 1,1-1,0 1,0-1,-1 0,1 1,0-1,1 0,-1 0,0 1,0-1,0 0,1 0,-1-1,0 1,1 0,-1 0,1-1,-1 1,1 0,-1-1,1 0,-1 1,1-1,0 0,43 5,1 2,-1 2,0 2,-1 2,13 6,11 6,-33-11,1-1,1-2,0-1,0-2,18 0,159-1,61 7,100 44,118-52,-295-9,484-5,273-10,-39-22,-280 12,92-16,-655 34,-67 2,-13-2</inkml:trace>
  <inkml:trace contextRef="#ctx0" brushRef="#br0" timeOffset="21935.304">335 253,'5'-13,"0"0,0 1,2 0,-1 0,2 1,0-1,0 2,1-1,0 1,0 0,1 1,1 0,0 1,0 0,0 1,1 0,0 1,0 0,4 0,12 0,0 2,0 2,0 0,1 2,-1 1,0 1,0 1,1 2,59 4,231 2,77-17,-94 0,1438 5,-994-26,55 0,-282 34,425-10,-547-11,-385 14,-9 0,1-1,0 1,0 0,0 1,0-1,-1 0,1 1,0 0,0 0,-1 0,1 1,-1-1,1 1,-1 0,1 0,0 0,-4 0,0-1,1 1,-1-1,0 1,0 0,0-1,0 1,0 0,0-1,-1 1,1-1,0 1,-1 0,1-1,-1 1,0-1,1 0,-1 1,0-1,0 1,0-1,0 0,0 0,0 0,-1 1,1-1,0 0,-1 0,-4 5,-3 10,0 1,1 0,0 0,2 1,0 0,1 0,1 0,0 1,1-1,2 1,0 0,1 16,-3 8,-49 578,13-227,15 65,38 307,-2-400,-9-133,-2-14,28 188,-18-325,9 64,0 132,-22 82,-10-206,23 70,-10-24,-1-192,0-1,-1 0,0 1,0-1,-1 0,0 0,0 1,-1-2,0 1,0 0,-1 0,0-1,0 0,-1 1,2-5,0 0,0 0,0 0,-1-1,1 0,-1 1,1-1,-1 0,1-1,-1 1,0-1,1 1,-1-1,0 0,1-1,-1 1,1-1,-1 1,0-1,1 0,-1 0,0-1,-19-2,-71-3,0 4,0 4,-42 8,-41 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3:16.69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2393 1819,'-6'253,"0"-100,7 1,7 7,9 4,-1-30,-5 2,-7-1,-10 104,-72 248,76-470,2 0,0 0,1 0,0 0,2 0,0 0,4 13,15 105,-18-123,1-1,1 0,0-1,1 1,0-1,1 0,0-1,3 4,-6-11,0 0,1 0,-1 0,0 0,1-1,0 0,-1-1,1 1,0-1,0 0,0 0,0-1,0 1,0-2,0 1,0 0,0-1,-1 0,1-1,0 1,0-1,-1 0,1-1,4-2,11-1,92-18,1 4,1 5,14 4,826-16,-944 28,36-9,-46 6,-1 1,1 0,-1-1,0 1,1-1,-1 1,0-1,0 1,0 0,0-1,0 1,0-1,-1 1,1-1,0 1,-1-1,1 1,-1 0,1-1,-1 1,0 0,0 0,1-1,-2 1,-1-6,-14-43,3-1,2 0,2-1,2 0,0-37,-4-148,11-1,12-39,1-50,-11-510,-16 453,11 340,-2 1,-2-1,-2 1,-1 0,-3 1,-1 1,-2-1,11 23,0 0,2 0,1-1,0 1,1-1,1 1,1-1,1 0,1-1,-1-27,0-25,-3 1,-9-51,4 84,3-1,1 1,2-1,1 0,2 0,8-38,26-28,-36 104,-1 1,1-1,0 0,-1 1,0-1,1 0,-1 1,0-1,0 1,0 0,0-1,0 1,0 0,-1-1,1 1,0 0,0 0,-1 0,1 0,-1 0,1 1,-1-1,1 0,-1 1,0-1,1 1,-1-1,0 1,1 0,-1 0,0 0,0 0,1 0,-1 0,0 0,1 0,-1 1,0-1,1 1,-1-1,0 1,0 0,-7 0,-566 1,532-2,1-2,-1-2,1-1,0-3,0-1,0-2,-37-16,43 11,0 2,-2 2,1 1,-1 2,-1 1,1 2,-1 2,-33 1,-44 18,111-14,0 1,0-1,0 1,0 0,1 1,-1-1,0 1,1 0,0 0,0 0,0 1,0-1,0 1,1 0,0 0,-1 0,2 1,-1-1,0 1,1 0,0-1,0 1,-1 4,-8 11,7-8,-1-1,2 1,0-1,0 1,1 0,0 0,1 1,1-1,0 0,0 0,2 8,-1 15,1 446,6-219,-30-42,8 125,14-176,-17 101,-1-63,14-148</inkml:trace>
  <inkml:trace contextRef="#ctx0" brushRef="#br0" timeOffset="1390.47">0 978,'322'18,"853"-1,-906-12,-114 8,5 1,-5-7,-152-3,-13-3,-1 0</inkml:trace>
  <inkml:trace contextRef="#ctx0" brushRef="#br0" timeOffset="1689.666">2620 750,'0'14,"0"11,-2 10,-1 7,0 4,1 2,0 0,1-2,1-2,0-4,0-4,0-6,0-8</inkml:trace>
  <inkml:trace contextRef="#ctx0" brushRef="#br0" timeOffset="1937.006">2500 1245,'12'0,"9"3,10 0,5-1,1 1,-1-4,-2-1,-6 0</inkml:trace>
  <inkml:trace contextRef="#ctx0" brushRef="#br0" timeOffset="2177.001">2486 670,'18'-2,"18"-1,13 0,11 0,4 2,-3 2,-11 1</inkml:trace>
  <inkml:trace contextRef="#ctx0" brushRef="#br0" timeOffset="2470.461">2821 1298,'-1'6,"1"-1,-1 1,2 0,-1-1,1 1,-1-1,2 1,-1-1,1 1,-1-1,1 1,1-1,-1 0,1 0,0 0,0-1,0 1,1-1,0 0,0 1,0-2,0 1,0 0,1-1,0 0,0 0,0 0,0-1,0 1,0-1,0-1,1 1,-1-1,1 0,2 0,-1 0,0-1,1 0,-1-1,0 0,0 0,0 0,1-1,-1 0,-1 0,1-1,0 0,-1 0,1-1,3-2,-6 3,-1 1,0 0,0-1,0 1,0-1,-1 0,1 0,-1 0,0 0,1-1,-2 1,1-1,0 1,-1-1,1 1,-1-1,0 0,0 0,-1 0,1 1,-1-1,1 0,-1 0,-1 0,1 0,-1 0,1 0,-1 0,-1-3,-2 0,0-1,-1 1,1 0,-2 0,1 1,-1 0,0 0,0 0,0 0,-1 1,0 0,0 1,0-1,-1 1,0 1,1-1,-1 1,0 1,-1 0,1 0,0 0,-1 1,1 0,-1 1,1 0,0 0,-1 1,1 0,-1 0,1 1,0 0,0 1,0-1,0 2,0-1,1 1,-8 5,9-5,1 0,0 0,-1 1,2 0,-1 0,0 0,1 0,0 1,0 0,1 0,0 0,0 0,0 0,1 1,0-1,-2 7,-1 22</inkml:trace>
  <inkml:trace contextRef="#ctx0" brushRef="#br0" timeOffset="14237.187">281 2381,'49'13,"31"-4,0-4,42-4,-63-1,1115-18,-642 8,-608 20,58-8</inkml:trace>
  <inkml:trace contextRef="#ctx0" brushRef="#br0" timeOffset="14563.348">2674 1980,'0'5,"0"8,0 10,0 12,0 10,0 7,0 6,0 2,0-2,0-4,0-7,0-7,0-10</inkml:trace>
  <inkml:trace contextRef="#ctx0" brushRef="#br0" timeOffset="14808.704">2580 2448,'2'0,"6"0,5 0,11 0,7 0,7 0,3-2,-2-1,-5-2,-8-1</inkml:trace>
  <inkml:trace contextRef="#ctx0" brushRef="#br0" timeOffset="15056.164">2554 1900,'20'0,"16"0,16 2,10 4,3-1,-4 5,-13 0</inkml:trace>
  <inkml:trace contextRef="#ctx0" brushRef="#br0" timeOffset="15241.669">2954 2448,'7'-14,"4"-11,5-8,3-5,-1-4,0 2,-4 3,-4 9,-3 17,-6 19,-5 20,-2 16,0 13,1 7,2 4,3 3,6-3,3-12</inkml:trace>
  <inkml:trace contextRef="#ctx0" brushRef="#br0" timeOffset="16106.288">3235 3397,'-17'-2,"1"1,-1 0,0 1,1 1,-1 1,1 0,-1 2,1-1,0 2,0 0,1 1,-1 1,1 0,1 1,-13 8,24-14,1 0,-1-1,0 1,1 0,0 1,-1-1,1 0,0 1,0-1,0 1,0-1,1 1,-1 0,1 0,0 0,-1 0,1 0,0 0,1 0,-1 0,1 1,-1-1,1 0,0 0,0 0,0 1,1-1,-1 0,1 0,0 0,0 0,0 0,0 0,0 0,2 2,7 4,0 0,1-1,0 0,0-1,1-1,0 1,0-2,0 0,1 0,0-1,0-1,11 2,14 6,-25-7,6 1,0 1,0 1,-1 0,0 1,0 2,12 7,-29-16,0 0,1-1,-1 1,0 0,0 0,1 0,-1 0,0 0,0 0,0 0,0 0,0 0,0 0,-1 1,1-1,0 0,-1 0,1 1,-1-1,1 1,-1-1,1 1,-1-1,0 1,0-1,0 0,0 1,0-1,0 1,0-1,-1 1,1-1,0 1,-1-1,1 1,-1-1,1 0,-1 1,0-1,0 0,0 0,0 0,1 1,-2-1,1 0,0 0,0 0,0 0,0-1,0 1,-1 0,1 0,0-1,-1 1,1-1,-1 1,0-1,-19 6,0-1,-1-1,1-2,-1 0,0-1,0 0,-21-4,38 3,2-1,7 1</inkml:trace>
  <inkml:trace contextRef="#ctx0" brushRef="#br0" timeOffset="16425.645">3489 3798,'0'2,"-1"-1,0 1,0-1,1 1,-1 0,0-1,1 1,0 0,-1-1,1 1,0 0,0 0,0-1,0 1,0 0,1 0,-1-1,0 1,1 0,-1-1,1 1,0 0,0-1,-1 1,1-1,0 1,0-1,0 1,1-1,-1 0,0 0,0 1,1-1,-1 0,1 0,-1 0,1-1,0 2,7 0,0 1,0-1,0 0,0-1,0 0,1-1,-1 0,0 0,0-1,1 0,-1-1,0 0,0 0,1-1,-8 2,1 0,0 0,-1-1,1 1,-1-1,1 1,-1-1,0 0,0 0,0 0,0 0,0 0,0 0,0-1,-1 1,1-1,-1 1,0-1,0 0,0 1,0-1,0 0,0 0,-1 1,0-1,1 0,-1 0,0 0,0 0,0 0,-1 0,1 1,-1-1,0 0,0-4,-1 1,-1 0,1 0,-1 0,0 0,0 0,0 1,-1-1,0 1,0 0,-1 0,1 0,-1 1,-3-3,-2 1,1 0,0 1,-1 1,0-1,0 1,-1 1,1 0,-1 1,1 0,-1 0,0 1,0 0,1 1,-1 1,0-1,0 2,0-1,5 0,0 0,0 1,0 0,0-1,0 2,0-1,1 1,-1 0,1 0,-1 0,1 1,0 0,1 0,-1 0,1 0,0 1,0 0,0 0,0 0,1 0,0 1,0-1,1 1,-1 0,1 0,0 0,1 0,0 0,-1 5,0 24</inkml:trace>
  <inkml:trace contextRef="#ctx0" brushRef="#br0" timeOffset="17486.609">3355 4133,'-8'53,"1"311,9-237,-40 868,38-986,-11 34,-22-65,18 9,-1 0,0 1,-1 1,-1 1,0 0,0 1,-1 1,1 1,-2 0,-14-2,-26-3,-1 1,-57 0,-125 2,-1 12,1 10,1 11,-13 13,134-20,-108 16,-2-10,-15-10,233-13,-10 1,34 1,39 2,-26-2</inkml:trace>
  <inkml:trace contextRef="#ctx0" brushRef="#br0" timeOffset="18468.496">4078 1860,'121'17,"589"7,-303-16,-339-5,725 47,-701-37,-82-10,-22-3,-12-1</inkml:trace>
  <inkml:trace contextRef="#ctx0" brushRef="#br0" timeOffset="19052.449">3449 1593,'2'4,"3"7,6 5,5 7,6 5,5 1,4 1,2-3,-1-3,-1-4,-3-5,-7-6</inkml:trace>
  <inkml:trace contextRef="#ctx0" brushRef="#br0" timeOffset="19388.55">3837 1646,'0'-1,"-1"1,1 0,0 0,0 0,-1 0,1 0,0-1,0 1,-1 0,1 0,0-1,0 1,-1 0,1 0,0-1,0 1,0 0,0 0,-1-1,1 1,0 0,0-1,0 1,0 0,0-1,0 1,0 0,0-1,0 1,0 0,0-1,0 1,0 0,0 0,0-1,0 1,0 0,1-1,-1 1,0 0,0-1,0 1,1 0,-29 19,16-7,0 1,1 1,1-1,0 2,1-1,0 1,1 1,1-1,0 1,1 1,1-1,1 1,-3 14,0 22,1 1,3 0,4 43,26 170,-11-147,-9-53</inkml:trace>
  <inkml:trace contextRef="#ctx0" brushRef="#br0" timeOffset="20303.538">1805 5362,'0'1,"1"-1,-1 0,0 1,1-1,-1 1,0-1,0 0,1 1,-1-1,0 1,0-1,0 1,0-1,0 1,1-1,-1 1,0-1,0 1,0-1,0 1,0-1,0 1,-1-1,1 1,0-1,0 1,0-1,0 0,-1 1,1-1,0 1,0-1,-1 1,1-1,0 0,-1 1,1-1,0 0,-1 1,1-1,0 0,-1 0,1 1,-1-1,1 0,-1 0,1 1,-1-1,1 0,0 0,-1 0,1 0,-1 0,1 0,-1 0,1 0,-1 0,1 0,-1 0,1 0,-1 0,203 50,-193-46,0 1,0 0,-1 0,0 0,0 1,0 0,-1 1,0 0,0 0,0 0,-1 1,0 0,-1 1,0-1,0 1,-1 0,0 0,0 0,-1 0,0 1,-1-1,0 1,-1 0,0 0,0 0,-1 0,0-1,-1 1,0 0,-1 0,0 0,0-1,-1 1,0-1,-1 0,-2 5,-2 0,-2 1,1-1,-2-1,0 0,-1 0,0-1,0-1,-1 0,-1-1,0 0,-1 0,-167 82,56-40</inkml:trace>
  <inkml:trace contextRef="#ctx0" brushRef="#br0" timeOffset="21468.823">455 750,'4'0,"7"2,7 6,11 6,11 4,8 5,7 5,1 6,-2 5,-7 4,-13 5,-14 2,-22 5,-23 2,-27 0,-22 0,-17-3,7-11</inkml:trace>
  <inkml:trace contextRef="#ctx0" brushRef="#br0" timeOffset="21973.092">722 2113,'0'-2,"4"-1,9 3,11 5,13 5,11 4,9 6,2 5,-3 5,-8 5,-12 3,-18 7,-26 6,-38 11,-43 9,-42 7,1-8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3:42.46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175 695,'43'2,"-1"-2,0-2,1-2,-1-1,-1-3,16-5,-48 11,530-131,-377 90,950-251,-340 111,-737 175,-25 6,-22 5,-67 11,30-6</inkml:trace>
  <inkml:trace contextRef="#ctx0" brushRef="#br0" timeOffset="707.891">670 387,'-511'333,"352"-219,160-114,0 0,0 0,0 0,0 0,0 0,0 0,0 0,0 0,-1 0,1 1,0-1,0 0,0 1,0-1,0 0,-1 1,1-1,0 1,0-1,-1 1,1 0,0-1,-1 1,1 0,0-1,-1 1,1 0,-1 0,1 0,-1-1,0 1,1 0,-1 0,0 0,1 0,-1 0,0 0,0 0,0-1,0 1,0 0,0 0,0 0,0 0,-1 0,1 0,0 0,0 0,-1 0,1-1,0 1,-1 0,1 0,-1 0,0-1,1 1,-1 0,1-1,-1 1,0 0,1-1,-1 1,0-1,0 1,48-1,0-1,0-3,25-6,9 0,-49 7,23-4,0 3,1 2,38 5,-89-3,0 0,0 0,0 1,0-1,0 1,0 0,0 1,0-1,-1 1,1 0,0 0,-1 1,0-1,1 1,-1 0,0 0,-1 1,1-1,-1 1,1-1,-1 1,0 0,0 1,-1-1,3 4,-4-6,0-1,0 0,0 1,0-1,1 0,-1 0,0 0,1 0,-1 0,0 0,1 0,-1 0,1-1,0 1,-1 0,1-1,0 0,-1 1,1-1,0 0,-1 0,1 0,0 0,-1 0,1 0,0 0,0-1,-1 1,1 0,-1-1,1 0,0 1,-1-1,1 0,-1 0,1 0,-1 0,0 0,1 0,-1 0,0 0,0-1,0 1,0 0,0-1,0 1,0-1,0 1,-1-1,1 0,-1 1,1-1,-1 1,1-1,3-12,-1 1,0-1,-1 0,-1 0,0 0,0 1,-1-1,-1 0,-1 0,0 0,-1 0,0 1,-1 0,0-1,-1 1,-1 1,0-1,0 1,-2 0,1 0,-2 1,-5-7,-25-19,26 31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4:54.85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203 161,'-13'8,"0"1,1 0,0 1,0 0,1 1,1 1,0-1,0 2,1-1,1 1,0 1,1 0,0 0,1 0,1 0,-4 13,2 2,1 0,0 1,3-1,0 1,2 0,1 0,2-1,1 10,30 98,-30-129,-1-1,2 0,-1 0,1-1,0 1,1-1,-1 1,1-1,0-1,1 1,-1-1,1 0,0 0,1 0,-1-1,1 0,0-1,-3-2,1 0,0-1,0 1,-1-1,1-1,0 1,-1-1,1 1,0-1,-1-1,1 1,-1-1,1 1,-1-1,0 0,0-1,0 1,0-1,0 0,-1 0,1 0,-1 0,1-1,-1 1,-1-1,1 0,0 0,-1 0,0 0,0 0,0-1,0 1,-1-1,1-1,11-29,0 0,-3-1,-1-1,-2 0,-1 0,-2 0,-2-1,-1 1,-4-37,2 46,-1 0,-1 0,-2 1,-1-1,0 1,-2 0,-2 1,0 0,-1 1,-2-1,11 23,1-1,-1 1,0 0,0 0,0-1,0 2,0-1,-1 0,1 0,-1 1,0-1,0 1,0 0,0 0,0 0,0 0,0 1,-1-1,1 1,-1 0,1 0,-1 0,0 0,1 1,-1-1,0 1,1 0,-1 0,0 0,1 1,-1-1,0 1,1 0,-1 0,0 1,-6 5,1 0,0 1,0 0,1 1,0-1,1 2,0-1,0 1,1 0,0 0,1 1,0 0,1 0,0 0,-1 9,-3 2,0 1,2 0,1 1,1 0,1 0,1-1,1 2,1-1,1 0,1 0,2-1,0 1,4 11,16 30</inkml:trace>
  <inkml:trace contextRef="#ctx0" brushRef="#br0" timeOffset="460.756">578 40,'-30'-39,"29"39,0 1,0-1,0 1,0-1,0 1,0 0,0-1,1 1,-1 0,0 0,0-1,1 1,-1 0,0 0,1 0,-1 0,1 0,-1 0,1 0,-1 0,1 0,0 0,0 1,-1-1,1 0,0 0,0 0,0 0,0 0,0 0,1 1,-1-1,-3 42,1 0,3 0,2 0,3 11,-3-24,34 300,-24-280,-13-50,1 0,0 0,0 0,0 0,-1 0,1 0,0 0,0-1,-1 1,1 0,0 0,0-1,-1 1,1-1,0 1,-1 0,1-1,-1 1,1-1,0 1,-1-1,1 0,-1 1,0-1,1 0,-1 1,1-1,-1 0,0 1,1-1,-1 0,0 0,0 1,0-1,1 0,19-38,-16 29,0-1,0 1,1 0,0 1,1-1,0 1,0 0,1 0,0 1,1 0,0 0,0 1,1 0,0 0,0 1,0 1,1-1,0 1,0 1,0 0,1 0,-8 4,1-1,-1 1,1 0,-1 1,1-1,-1 1,1-1,-1 1,0 0,1 0,-1 1,0-1,0 1,0-1,0 1,0 0,0 0,0 0,-1 1,1-1,-1 1,1-1,-1 1,0 0,0 0,0 0,-1 0,1 0,-1 0,0 0,1 1,-1 0,1 3,1 1,-2-1,1 1,-1 0,0 0,0 0,-1 0,0-1,-1 1,1 0,-1 0,-1 0,-2 7,-1-5,-1 0,0-1,0 1,-1-1,0-1,-1 1,0-1,0-1,0 1,-1-1,-1-1,1 0,-1 0,0-1,0 0,-1 0,1-1,-1-1,0 0,0 0,0-1,0-1,0 0,-1 0,-5-1,-32-7,49 7,-1 0,0-1,0 1,0 0,1 0,-1-1,0 1,0-1,1 1,-1-1,0 1,1-1,-1 1,0-1,1 1,-1-1,1 0,-1 1,1-1,-1 0,1 1,-1-1,1 0,0 0,0 0,-1 1,1-1,0 0,0 0,0 0,0 0,0 1,0-1,0 0,0 0,0 0,0 0,0 1,1-1,-1 0,0 0,1 1,-1-1,0 0,1 0,-1 1,1-1,-1 0,1 1,-1-1,1 0,0 0,11-11</inkml:trace>
  <inkml:trace contextRef="#ctx0" brushRef="#br0" timeOffset="806.845">1433 375,'-17'-1,"0"1,-1 0,1 1,0 1,0 1,1 1,-1 0,1 1,-1 0,2 2,-1 0,1 1,0 0,-13 10,26-17,0-1,-1 1,1 0,0 1,0-1,0 0,0 0,0 1,0 0,1-1,-1 1,0 0,1 0,-1 0,1 0,0 0,-1 0,1 0,0 0,1 0,-1 1,0-1,0 0,1 1,0-1,-1 0,1 1,0-1,0 1,0-1,0 0,1 1,-1-1,1 0,-1 1,1-1,0 0,0 1,0-1,0 0,0 0,1 0,0 1,92 57,-67-47,-4 0,0-4,0 2,-1 1,-1 1,0 1,0 1,-2 0,0 1,0 2,-2 0,0 0,4 9,-18-24,-1 1,0-1,0 1,0 0,-1-1,1 1,-1 0,0 0,0 0,0 0,-1 0,1 0,-1 0,0 1,0-1,0 0,-1 0,1 0,-1 0,0 0,0 0,-1 0,1-1,-1 1,0 0,0-1,0 1,0-1,-1 1,-2 1,-7 5,0-1,-1-1,0 0,0-1,-1-1,0 0,-1 0,1-1,-1-1,0-1,0 0,-11 0,-34 7</inkml:trace>
  <inkml:trace contextRef="#ctx0" brushRef="#br0" timeOffset="1166.4">29 1284,'-11'7,"27"-6,252-39,191-9,2 20,78 22,-324 7,-254-2,20 0</inkml:trace>
  <inkml:trace contextRef="#ctx0" brushRef="#br0" timeOffset="1509.052">2315 442,'-3'-1,"0"1,-1 0,1 0,0 1,0-1,0 1,0-1,0 1,0 0,0 0,0 1,0-1,0 0,0 1,1 0,-1 0,1-1,-1 2,1-1,0 0,0 0,-1 1,2-1,-1 1,0 0,1-1,-1 1,1 0,0 0,-1 0,2 0,-1 0,0 0,1 0,-1 0,1 1,0-1,0 0,0 0,0 0,1 0,-1 1,1-1,1 2,0-2,0 0,0-1,0 1,0-1,1 1,-1-1,1 0,0 0,0 0,-1 0,1-1,0 1,1-1,-1 0,0 0,0 0,0 0,1 0,-1-1,1 0,-1 1,0-1,1 0,-1-1,0 1,1-1,-1 1,0-1,1 0,-1 0,0 0,0-1,0 1,0-1,0 0,0 0,-1 0,1 0,0 0,-1 0,0-1,1 1,-1-1,0 0,0 0,-1 1,1-1,-1 0,1-1,-1 1,0 0,0 0,0-1,-1 1,1 0,-1-1,0 1,0-4,0 4,-2 0,1-1,0 1,-1 0,1 0,-1 0,0 0,0 0,0 0,0 0,-1 1,1-1,-1 1,0-1,0 1,0 0,0 0,0 1,0-1,0 0,0 1,-1 0,1 0,0 0,-1 0,1 0,-1 1,1 0,-1 0,0 0,1 0,-1 0,1 1,-1-1,1 1,-1 0,1 0,0 0,-1 1,1-1,0 1,0-1,0 1,0 0,0 1,1-1,-3 2,-16 21,5 3</inkml:trace>
  <inkml:trace contextRef="#ctx0" brushRef="#br0" timeOffset="1742.515">2276 1030,'13'7,"10"-3,2-6,0-10,-2-7,-6-5,-4-3,-10-1,-13 3,-10 7,-9 6,-7 12,-4 11,-1 10,3 10,6 5,9 3,7-5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4:58.31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1,'9'2,"10"3,11 1,11-1,11-1,7 1,3 0,0-2,-3 2,-8 0,-8-1,-9-2,-7 0,-7-1,-7-1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4:59.46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147 254,'0'21,"0"17,0 13,0 8,0 3,-2 1,-3-5,-1-6,-1-11,0-12</inkml:trace>
  <inkml:trace contextRef="#ctx0" brushRef="#br0" timeOffset="257.462">1 121,'2'20,"8"17,11 7,13 7,15 1,10 0,4-1,-1 0,-5-3,-10-4,-10-5,-12-5,-10-8</inkml:trace>
  <inkml:trace contextRef="#ctx0" brushRef="#br0" timeOffset="508.448">535 28,'-13'13,"-8"17,1 16,3 14,5 10,4 8,6 3,5 0,5-5,1-16</inkml:trace>
  <inkml:trace contextRef="#ctx0" brushRef="#br0" timeOffset="789.235">709 509,'-37'82,"36"-79,0 0,1-1,-1 1,1 0,0 0,0 0,0 0,0 0,0 0,0-1,1 1,0 0,-1 0,1 0,0-1,1 1,-1 0,0-1,1 1,-1-1,1 0,0 1,0-1,0 0,0 0,0 0,0 0,0-1,2 2,1-1,1 0,0 0,-1 0,1-1,0 1,0-2,0 1,0 0,0-1,0 0,0-1,0 1,0-1,0-1,0 1,0-1,0 0,-1 0,1 0,-1-1,1 0,-1 0,0 0,0-1,0 0,-1 0,1 0,-1 0,0-1,-1 1,1-1,-1 0,1-1,-1 1,-1 0,1-1,-1 1,0-1,-1 0,2-3,-3 6,0-1,0 1,0 0,0-1,0 1,-1 0,0-1,1 1,-1 0,0 0,-1-1,1 1,0 0,-1 0,0 1,0-1,0 0,0 1,0-1,0 1,-1-1,1 1,-1 0,1 0,-1 0,0 0,0 1,0-1,0 1,0 0,0 0,-3-1,0 0,0 1,0-1,0 1,0 1,0-1,0 1,0 0,-1 0,1 1,0 0,0 0,0 0,0 1,1 0,-1 0,0 0,-3 2,5-1,0-1,1 0,-1 1,0 0,1 0,0 0,0 0,0 1,0-1,0 1,1 0,-1 0,1 0,0 0,0 0,1 0,-1 1,1-1,0 0,0 1,0-1,1 1,0-1,0 1,0-1,0 1,0-1,2 3,8 17</inkml:trace>
  <inkml:trace contextRef="#ctx0" brushRef="#br0" timeOffset="1045.556">1217 1,'-13'15,"-6"20,2 17,5 14,8 8,8 4,6-1,4-3,-1-6,0-8,-2-9,-4-11,-6-12,-4-12</inkml:trace>
  <inkml:trace contextRef="#ctx0" brushRef="#br0" timeOffset="2310.663">977 295,'226'48,"144"-9,-335-35,-35-4,0 1,0-1,0 0,0 0,-1 0,1 1,0-1,0 0,0 1,0-1,0 0,0 0,0 1,0-1,0 0,0 0,0 1,0-1,0 0,0 0,0 1,0-1,0 0,1 0,-1 1,0-1,0 0,0 0,0 1,0-1,1 0,-1 0,0 0,0 1,0-1,1 0,-1 0,0 0,0 0,1 0,-1 1,0-1,0 0,1 0,-1 0,0 0,0 0,1 0,-1 0,0 0,0 0,1 0,-1 0,0 0,-25 9,23-8,-12 3,-3-1,-1 2,1 0,0 1,1 0,-1 2,1 0,1 0,0 2,0 0,0 0,2 2,-9 7,21-17,-1-1,0 1,0 0,1 0,-1 0,1 0,-1 0,1 0,0 1,0-1,0 0,0 0,0 1,1-1,-1 1,1-1,-1 1,1-1,0 1,0-1,0 1,0-1,1 1,-1-1,1 1,-1-1,1 0,0 1,0-1,0 0,0 1,0-1,1 0,-1 0,1 0,-1 0,1 0,0-1,0 1,1 0,7 2,1 0,0-2,1 1,-1-1,0-1,1 0,-1-1,1 0,-1 0,0-1,1-1,-1 0,0-1,0 0,0 0,0-1,-1-1,0 0,1 0,-2-1,5-3,-3 3,0-1,-1-1,1 0,-1 0,-1-1,0 0,0-1,-1 0,6-10,-10 12,-10 19,-8 65,14-73,0-1,0 1,0 0,0 0,1-1,-1 1,1 0,-1-1,1 1,0 0,0-1,1 1,-1-1,0 0,1 1,0-1,-1 0,1 0,0 0,0 0,0 0,0 0,1-1,-1 1,0-1,3 2,0-3,-1-1,1 1,0-1,-1 1,1-2,0 1,-1 0,1-1,-1 0,0 0,0 0,1 0,-1-1,-1 0,1 0,0 0,-1 0,1 0,-1-1,0 1,0-1,-1 0,1 0,-1 0,0 0,0-1,0 1,0-1,8-15,-1-1,-1 0,-1 0,-1-1,-1 0,-1 0,1-11,-5 29,0 2,0 0,0 1,0-1,0 0,0 1,0-1,0 0,0 1,1-1,-1 0,0 1,1-1,0 1,-1-1,1 1,0-1,0 1,0-1,0 1,0 0,0-1,0 1,0 0,1 0,-1 0,0 0,1 0,-1 0,1 0,-1 1,1-1,-1 0,1 1,1-1,5 4,-1 0,1 0,-1 0,0 1,0 0,-1 1,1-1,-1 1,4 4,3 2,-4-5,0 0,0 1,-1 0,-1 1,1-1,-1 2,0-1,-1 1,0 0,-1 0,1 1,-2-1,1 1,-2 0,1 1,-1-1,1 8,7 140,-10-155,0-1,0 1,1 0,0 0,-1-1,1 1,0-1,0 1,0-1,0 0,1 0,-1 0,1 0,-1 0,1-1,0 1,-1-1,1 0,0 0,0 0,0 0,0 0,0 0,0-1,0 1,0-1,1 0,-1 0,1 0,91-16,-83 12,0-1,0 0,0-1,-1 0,0-1,0 0,0-1,-1 0,0 0,-1-1,0-1,0 0,-1 0,-1 0,1-1,-1 0,-1-1,0 1,-1-1,0 0,-1-1,-1 1,1-1,-1-8,-2 19,0-1,-1 1,1-1,-1 0,0 1,1-1,-1 1,-1-1,1 0,0 1,-1-1,1 0,-1 1,0-1,0 1,0 0,0-1,0 1,0 0,-1-1,1 1,-1 0,0 0,1 0,-1 0,0 0,0 1,0-1,0 1,-1-1,1 1,0 0,-1 0,1 0,-1 0,1 0,-1 0,1 1,-1-1,1 1,-1 0,0 0,1 0,-1 0,0 0,1 0,-1 1,0 0,-2 1,0 0,0 0,1 1,-1 0,1 0,0 0,0 0,0 1,0-1,1 1,-1 0,1 0,0 1,0-1,1 1,-1-1,1 1,0 0,0 0,1 0,-1 0,1 0,0 0,1 0,-1 1,1-1,0 0,0 0,1 1,-1-1,1 0,0 0,1 0,-1 0,1 0,0 0,2 4,6-1,1-1,-1 0,1 0,1-1,-1 0,1-1,0 0,0-1,0-1,1 0,-1 0,1-1,0-1,0 0,0-1,6 0,-17 0,42 3,-1-2,1-1,-1-3,0-1,0-2,0-3,31-9,9-25,-81 41,0 1,0-1,0 1,-1-1,1 0,0 0,0 1,-1-2,0 1,1 0,-1 0,0 0,0 0,0-1,0 1,0-1,-1 1,1-1,-1 1,1 0,-1-1,0 0,0 1,0-1,0 1,-1-1,1 1,-1-1,1 1,-1 0,0-1,0 1,0 0,-1-2,-3-2,-1 1,0-1,0 1,0 1,-1-1,0 1,1 0,-2 0,1 1,0 0,-1 0,1 1,-1 0,1 1,-1-1,0 1,0 1,0-1,0 1,0 1,0 0,1 0,-1 0,0 1,-4 1,8-2,-1 0,1 1,0-1,0 1,0 0,1 0,-1 0,0 0,1 1,-1-1,1 1,0 0,0 0,0 0,0 0,1 1,-1-1,1 1,0 0,0 0,0-1,0 1,1 0,0 1,-1-1,1 0,1 0,-1 0,1 1,0-1,0 0,0 1,0-1,1 0,0 0,-1 1,2-1,-1 0,0 0,1 0,0 0,0 0,0-1,0 1,1-1,-1 1,3 1,4 1,1-1,0 0,0 0,0-1,1 0,-1-1,1 0,0 0,0-1,0-1,0 0,1 0,-1-1,0-1,0 0,0 0,0-1,0-1,0 0,0 0,-1-1,1 0,1-2,-3 2,0 0,0 0,-1-1,1 0,-1-1,0 0,-1 0,0-1,0 0,0 0,0 0,-1-1,-1 0,1 0,-1-1,3-7,-9 7,-5 20,5-8,1 0,-1 1,1-1,0 0,0 0,0 0,1 1,-1-1,1 0,-1 0,1 0,0 0,0 0,1 0,-1 0,1 0,-1 0,1 0,0-1,0 1,0-1,0 1,1-1,-1 0,1 0,-1 0,1 0,0-1,-1 1,4 1,94 34,16-18,-66-14</inkml:trace>
  <inkml:trace contextRef="#ctx0" brushRef="#br0" timeOffset="3721.453">161 1765,'18'-29,"-2"-1,-2-1,-1 0,1-6,32-71,-46 107,1-1,-1 0,1 0,0 0,0 1,0-1,-1 0,2 1,-1-1,0 1,0-1,0 1,1 0,-1-1,1 1,-1 0,1 0,-1 0,1 0,0 0,-1 0,1 1,0-1,0 0,-1 1,1 0,0-1,0 1,0 0,0 0,0 0,0 0,0 0,-1 0,1 1,0-1,0 1,0-1,0 1,-1 0,1-1,0 1,-1 0,1 0,-1 0,1 1,10 9,0 0,0 2,-2-1,0 1,0 1,-1 0,-1 0,0 1,-1-1,3 11,-10-25,4 7,-1-1,0 1,0 0,-1 0,0 0,0 0,-1 0,0 0,0 1,-1-1,0 0,0 0,-1 7,0-13,-1 1,1-1,-1 1,1-1,-1 0,0 1,1-1,-1 0,0 0,0 0,0-1,0 1,0 0,0-1,0 1,0-1,0 0,0 1,0-1,0 0,0 0,0-1,0 1,0 0,0-1,0 1,0-1,0 1,0-1,0 0,1 0,-1 0,0 0,0 0,1-1,-1 1,1 0,-1-1,1 1,0-1,-1 1,1-1,0 0,0 0,0 1,0-1,0 0,1 0,-2 0,1 0,0 1,0-1,0 0,0 1,0-1,0 0,0 0,1 0,-1 0,1 0,-1 0,1 0,0 0,0 0,0 0,0 0,0 0,0 0,1 0,-1 0,1 0,-1 1,1-1,0 0,-1 0,1 0,0 0,0 1,0-1,1 0,-1 1,0-1,1 1,-1 0,1-1,-1 1,1 0,0 0,-1 0,1 0,0 0,1 0,132-14,-111 14,-1-1,1-2,-1 0,0-1,0-2,-1 0,0-1,0-2,-1 0,0-1,0-1,6-7,-25 19,-1-1,1 0,-1 1,0-1,1 0,-1 0,0 0,1 0,-1-1,0 1,0 0,0 0,0-1,0 1,0 0,-1-1,1 1,0-1,-1 1,1-1,-1 0,1 1,-1-1,0 1,0-1,0 0,0 1,0-1,0 0,0 1,0-1,-1 0,1 1,-1-1,1 1,-1-1,1 1,-1-1,0 1,0-1,0 1,0 0,0 0,0-1,0 1,0 0,-1 0,1 0,0 0,-1 0,1 0,0 1,-1-1,1 0,-1 1,0-1,1 1,-1-1,-4 2,1-1,0 1,0 0,-1 0,1 1,0 0,0 0,0 0,1 0,-1 1,0 0,1 0,0 0,0 0,0 1,0-1,0 1,1 0,-1 0,1 1,0-1,0 1,1-1,0 1,-1 0,2 0,-1 0,0 0,1 0,0 1,0-1,1 0,-1 5,2-6,-1-1,1 0,0 0,0 1,0-1,0 0,0 0,1 0,-1 0,1 0,0-1,0 1,0 0,0-1,0 1,1-1,-1 0,1 0,-1 0,1 0,0 0,0-1,0 1,0-1,0 0,2 1,87 17,-79-17,0-1,1 0,-1-1,1-1,-1 0,1 0,-1-2,0 1,0-2,0 0,0 0,-1-1,0-1,0 0,0-1,-1 0,1-1,-2 0,1 0,-1-1,-1-1,0 0,0 0,7-11,-4-7,0-1,-2-1,-1 0,-1 0,-2-1,-1 0,-1 0,-2 0,-1-1,-2-5,-7-81,7 112,0 0,-1 1,1-1,-1 1,0 0,-1-1,1 1,-1 0,0 0,0 1,0-1,-1 1,0-1,0 1,0 0,0 0,0 1,-1-1,-2 0,4 2,1 1,-1 0,0 0,0 1,1-1,-1 0,0 1,0 0,0 0,0 0,0 0,1 0,-1 0,0 1,0-1,0 1,1 0,-1 0,0 0,1 0,-1 0,1 0,-1 1,1 0,-1-1,1 1,0 0,0 0,0 0,0 0,0 1,1-1,-1 1,-5 6,1 0,1 1,0-1,0 1,1 0,0 1,1-1,-1 3,0 13,0 1,2 0,1 0,1 0,2 0,0 0,2 0,1 0,1-1,1 0,1 0,2-1,0 0,2 0,1-1,0-1,17 21,-20-30,0-1,1 0,0-1,1 0,1-1,0 0,0-1,1 0,1-1,-9-5,1 0,0-1,-1 0,2-1,-1 1,0-1,0-1,1 1,-1-1,1 0,-1-1,1 0,-1 0,1-1,-1 0,0 0,1 0,-1-1,0 0,0-1,1 0,5-4,0-1,0-1,-1 0,-1 0,0-1,0-1,0 0,-2 0,1-1,-1 0,-1-1,-1 1,1-2,-2 1,0-1,-1 0,0 0,3-14,-5-12,-3 39,0 0,0 0,0 1,0-1,0 0,0 0,0 1,0-1,-1 0,1 0,0 1,0-1,-1 0,1 1,0-1,-1 0,1 1,-1-1,1 0,-1 1,1-1,-1 1,1-1,-1 1,0-1,1 1,-1-1,0 1,1 0,-1-1,0 1,1 0,-1 0,0-1,0 1,0 0,1 0,-1 0,0 0,0 0,1 0,-1 0,0 0,0 0,1 1,-2-1,-4 4,0 0,0 0,0 0,0 1,1 0,0 0,0 0,0 1,0 0,1 0,0 0,0 0,1 1,0-1,0 1,0 0,1 0,-1 7,2-10,0-1,0 1,0-1,1 1,0 0,0-1,0 1,0 0,0-1,1 1,0 0,-1-1,1 1,1-1,-1 1,0-1,1 0,0 1,0-1,0 0,0 0,0 0,0-1,1 1,0 0,-1-1,1 0,0 0,0 1,0-2,1 1,-1 0,0-1,1 1,0-1,16 6,1-1,0-1,0-1,0-1,1 0,-1-2,17-1,31 0</inkml:trace>
  <inkml:trace contextRef="#ctx0" brushRef="#br0" timeOffset="4171.252">2059 1431,'-8'3,"0"0,0 0,0 1,1 0,0 0,-1 1,1 0,1 0,-1 0,1 1,0 0,0 1,1-1,0 1,0 0,0 0,1 1,-3 5,7-10,0 0,-1 0,1-1,0 1,0 0,1 0,-1 0,1-1,-1 1,1 0,0-1,0 1,0 0,0-1,1 1,-1-1,1 0,-1 1,1-1,0 0,0 0,0 0,0 0,0 0,0-1,0 1,1-1,-1 1,1-1,0 0,82 27,-67-25,0-1,0-1,0 0,1-1,-1-1,0-1,0-1,-1 0,1-1,-1-1,1-1,-1 0,-1-1,1-1,-1-1,-1 0,0-1,0 0,-1-1,0-1,-1-1,0 1,-1-2,0 0,7-13,-3-2,-1 0,-2-1,-1 0,-1-1,-2 0,-1 0,-2-1,0 0,-3-1,0 1,-2-1,-2 1,-1-1,-3-10,5 30,-1 1,-1 1,0-1,0 0,-1 0,-1 1,0-1,-1 1,0 0,0 1,-1-1,-6-6,10 15,0 0,-1 1,0-1,1 1,-1-1,0 1,0 0,0 0,0 0,1 0,-2 1,1-1,0 1,0 0,0 0,0 0,0 0,0 0,0 1,0 0,0-1,0 1,0 0,0 0,1 1,-1-1,0 0,1 1,-1 0,1-1,-1 1,1 0,0 1,0-1,0 0,0 0,0 1,0 0,1-1,-1 1,1 0,-1-1,1 1,0 3,-9 18,2 0,0 0,2 1,0 0,2 1,1-1,1 1,1-1,2 1,0 0,2-1,0 1,2-1,1 0,4 9,5 29,2 0,4-2,2 0,3-1,11 15,-6-28,-21-37</inkml:trace>
  <inkml:trace contextRef="#ctx0" brushRef="#br0" timeOffset="4420.815">2072 1204,'16'5,"26"0,26 1,24-1,15-2,-11-1</inkml:trace>
  <inkml:trace contextRef="#ctx0" brushRef="#br0" timeOffset="4583.383">2861 1552,'0'13,"0"10,0 2,3-2,4-5,7-9,2-10,-1-4</inkml:trace>
  <inkml:trace contextRef="#ctx0" brushRef="#br0" timeOffset="4756.919">2782 1043,'9'12,"9"5,3 0</inkml:trace>
  <inkml:trace contextRef="#ctx0" brushRef="#br0" timeOffset="4927.469">3062 1391,'-5'11,"-1"7,1 1,0 1,4-3,4-5,2-4</inkml:trace>
  <inkml:trace contextRef="#ctx0" brushRef="#br0" timeOffset="5083.662">3008 964,'5'13,"8"12,8 8,2-1</inkml:trace>
  <inkml:trace contextRef="#ctx0" brushRef="#br0" timeOffset="5712.119">3263 1538,'47'-66,"-3"-2,-3-2,-3-2,-4-1,-2-1,-4-2,-3-1,7-46,-29 114,-1 0,-1 0,0 0,0-1,0 1,-1-1,-1 1,0 0,0 0,-1-2,2 10,-1 0,1 0,-1-1,1 1,-1 0,0 0,1 0,-1 0,0 0,0 1,0-1,0 0,1 0,-1 0,-1 1,1-1,0 0,0 1,0-1,0 1,0 0,0-1,-1 1,1 0,0-1,0 1,0 0,-1 0,1 0,0 0,0 0,-1 1,1-1,0 0,0 1,0-1,0 0,-1 1,1-1,0 1,0 0,0-1,0 1,0 0,0 0,-14 9,1 0,0 1,1 1,1 0,0 1,0 0,1 1,1 0,0 1,-4 10,-3 1,2 0,0 1,2 1,1 0,1 1,2 0,1 0,1 1,1 0,2 0,1 1,1 29,3-50,0 1,1-1,0 1,1-1,0 0,0 0,1 0,1 0,-1-1,2 1,-1-1,1-1,1 1,-1-1,1 0,1 0,0-1,0 0,0-1,1 1,0-2,0 1,0-1,1 0,-1-1,1-1,7 3,-2-2,1-1,-1 0,1-1,0 0,0-2,-1 0,1 0,0-2,0 0,0 0,11-5,-18 5,-1 0,1-1,-1-1,1 0,-1 0,0 0,0-1,-1 0,1 0,-1-1,-1 0,1 0,-1-1,0 0,0 0,-1 0,0-1,0 0,-1 0,4-8,-7 15,-1 1,1-1,0 0,-1 0,1 1,0-1,-1 0,1 0,-1 0,0 0,1 0,-1 0,0 0,1 0,-1 0,0 0,0 0,0 0,0 0,0 0,0 0,0 0,0 0,0 0,-1 0,1 0,0 0,-1 0,1 1,-1-1,1 0,-1 0,1 0,-1 0,1 0,-1 1,0-1,1 0,-1 1,0-1,0 0,0 1,0-1,1 1,-1-1,0 1,0 0,0-1,0 1,0 0,0 0,0-1,0 1,0 0,0 0,0 0,0 0,0 0,0 1,0-1,0 0,0 0,0 1,0-1,0 1,-3 2,0 1,1 0,0 0,0 0,0 0,0 0,1 1,0-1,0 1,0 0,0 0,1 0,-1 0,1 0,1 0,-1 0,1 0,0 0,0 0,0 0,1 0,-1 0,1 0,1 0,-1 0,1 0,0 0,0 0,1-1,-1 0,1 0,0-1,1 1,-1-1,0 0,1 0,0-1,0 1,0-1,0 1,0-1,0 0,0-1,1 1,-1-1,1 0,-1 0,1 0,-1-1,1 1,-1-1,1 0,0-1,-1 1,1-1,-1 0,1 0,1-1,5-1,0 0,0-1,-1 0,0-1,0 0,0 0,0-1,-1 0,0-1,0 0,5-7,-11 12,0-1,0 1,0-1,-1 0,1 0,-1 0,1 0,-1 0,0-1,-1 1,1-1,0 1,-1-1,0 0,0 0,0 1,0-1,-1 0,0 0,1 0,-1 0,0 0,-1 0,1 0,-1 1,0-1,0 0,0 0,0 1,-1-1,1 0,-1 1,0 0,0-1,-1 1,1 0,0 0,-1 0,0 0,0 1,0-1,-4 0,0-1,0 2,-1-1,1 1,-1 0,1 1,-1 0,0 0,1 1,-1 0,0 0,0 0,1 1,-1 0,0 1,1 0,0 0,-1 1,1 0,0 0,0 0,0 1,1 0,-1 0,1 1,0 0,0 0,1 0,-1 1,1 0,1 0,-1 0,1 1,0-1,0 2,3-3,0 0,1 0,0-1,0 1,0 0,1 0,-1 0,1 0,0 0,0 0,1-1,0 1,0 0,0-1,0 0,1 1,-1-1,1 0,0 0,0 0,1-1,-1 1,1-1,0 0,0 0,0 0,0 0,0-1,5 2,29 22</inkml:trace>
  <inkml:trace contextRef="#ctx0" brushRef="#br0" timeOffset="6092.62">4265 1378,'-11'-44,"-1"1,-3 0,-10-21,18 47,26 19,-18-2,28 17,-1 0,0 2,-1 2,-1 0,-1 1,-1 2,1 3,-20-22,0 1,-1-1,1 1,-1 0,-1 1,1-1,-1 1,0-1,0 1,-1 0,0 0,0 0,-1 0,0 1,0-1,-1 0,0 0,0 1,0-1,-1 0,0 0,-1 1,0-1,0 0,0 0,-3 4,-97 132,102-142,0 1,0-1,0 1,0-1,1 0,-1 1,0-1,1 1,-1-1,1 0,-1 0,1 1,-1-1,1 0,0 0,0 0,0 0,0 1,0-1,0-1,0 1,0 0,0 0,0 0,0 0,1-1,-1 1,0-1,1 1,-1-1,0 1,1-1,-1 0,0 0,1 1,-1-1,1 0,-1 0,0-1,1 1,-1 0,1 0,-1-1,1 1,0 0,60 3,-1-3,52-7,-21 1,-30 4,-11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5:08.90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450 24,'-18'-6,"0"1,-1 1,0 1,0 0,0 2,0 0,0 1,0 0,0 2,0 1,0 0,0 1,1 1,-1 1,1 0,1 1,-1 1,-15 11,-34 44,65-61,0 1,1-1,-1 1,1-1,0 1,0 0,0 0,0-1,0 1,1 0,-1 0,1 0,0 0,0 0,0 0,0 0,1 0,-1 0,1 0,-1 0,1-1,0 1,0 0,0 0,1-1,-1 1,1-1,-1 1,3 1,6 6,1-1,1 1,0-2,0 0,0 0,1-2,1 1,-1-1,1-1,13 3,-2 1,-1 0,120 56,-137-61,0 1,0-1,-1 1,1 1,-1-1,0 1,-1 0,1 0,-1 1,-1 0,1-1,-1 2,0-1,-1 0,1 1,-2 0,2 3,-3-5,0-1,-1 1,0-1,0 1,0-1,0 1,-1-1,0 1,0-1,-1 0,0 1,1-1,-2 0,1 0,0 0,-1 0,0-1,0 1,-1-1,1 0,-1 0,0 0,0 0,0-1,-1 1,-3 1,-3 3,0-2,0 1,-1-2,0 1,0-2,0 1,0-2,-1 1,0-2,1 0,-1 0,6-2,1 0,0 0,0 0,0-1,0 0,0 0,0 0,0-1,0 0,1 0,-1-1,1 1,-1-1,1 0,0-1,0 1,0-1,1 0,-1 0,-2-4,6 8,1-1,-1 1,1-1,-1 1,1-1,-1 1,1-1,-1 1,1-1,0 0,-1 1,1-1,0 0,0 1,-1-1,1 0,0 1,0-1,0 0,0 0,0 1,0-1,0 0,0 0,0 1,0-1,0 0,0 1,1-1,-1 0,0 1,0-1,1 0,-1 1,1-1,-1 0,0 1,1-1,-1 1,1-1,-1 1,1-1,0 1,-1-1,1 1,-1 0,1-1,0 1,-1 0,1 0,0-1,-1 1,1 0,0 0,15-5</inkml:trace>
  <inkml:trace contextRef="#ctx0" brushRef="#br0" timeOffset="322.879">704 680,'7'6,"0"-1,1 0,-1 0,1-1,0 0,1 0,-1-1,0 0,1-1,0 1,0-2,0 1,0-1,0-1,0 1,0-2,0 1,0-1,0 0,-1-1,1 0,0-1,-1 0,1 0,-1-1,0 1,0-2,0 1,-1-1,1-1,-1 1,-1-1,1-1,4-5,-8 9,1-1,-1-1,-1 1,1 0,-1-1,1 1,-1-1,0 0,-1 0,1 0,-1 1,0-1,-1-1,1 1,-1 0,0 0,0 0,0 0,-1 0,0 0,0 0,0 0,0 0,-1 0,0 1,0-1,0 0,-1 1,1 0,-1-1,0 1,0 0,-1 0,0 0,-3-1,1 1,-1-1,0 1,-1 1,1-1,-1 1,1 1,-1-1,0 1,0 0,0 1,0 0,0 1,-1-1,1 1,0 1,0 0,0 0,0 0,0 1,-5 2,1 0,0 0,0 1,1 0,0 1,0 1,0 0,1 0,-1 1,2 0,-1 0,2 1,-1 1,-4 5,5-2,1-1,0 1,0 0,1 0,1 1,0-1,1 1,1 0,-2 13,0 13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5:0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388 17,'-13'-5,"0"2,-1 0,1 1,-1 0,0 1,1 0,-1 1,0 1,0 0,1 1,-1 0,1 1,-1 1,1 0,0 0,1 2,-1 0,1 0,0 1,0 0,1 1,-1 2,4-3,0 0,1 0,0 1,0 1,1-1,0 1,1 0,-1 0,2 1,-1-1,2 1,-1 0,1 0,1 0,-1 1,2-1,0 1,0 1,1-10,1 1,-1 0,1 0,0-1,0 1,0 0,0-1,0 1,1-1,-1 1,1-1,0 0,-1 0,1 0,0 0,0 0,1 0,-1 0,0-1,1 1,-1-1,0 1,1-1,0 0,-1 0,1 0,1 0,78 9,-76-10,36 2,-20-4,0 2,0 1,0 1,0 0,0 2,-1 1,1 0,-1 2,0 0,-1 1,14 8,-30-13,1-1,-1 1,0 1,0-1,-1 0,1 1,-1 0,0 0,1 0,-2 0,1 0,0 1,-1-1,0 1,0 0,0 0,-1 0,0 0,0 0,0 0,0 0,-1 0,0 0,0 0,0 0,-1 0,1 0,-1 0,0 0,-1 0,1 0,-1 0,0-1,-1 1,1-1,-1 1,1-1,-2 1,-9 4,-1-1,0 0,0-1,0-1,-1 0,0-1,0-1,0 0,-1-1,0 0,1-2,-1 0,0 0,-13-2,-123 0,134 3,18-2,0 0,0 0,-1 0,1 1,0-1,0 0,0 0,0 1,0-1,0 0,-1 0,1 1,0-1,0 0,0 1,0-1,0 0,0 0,0 1,0-1,0 0,0 1,0-1,1 0,-1 0,0 1,0-1,0 0,0 0,0 1,0-1,1 0,-1 0,0 1,0-1,0 0,0 0,1 0,-1 1,0-1,0 0,1 0,-1 0,0 0,0 0,1 0,-1 0,0 1,0-1,1 0,-1 0,0 0,1 0,-1 0,0 0,0 0,1 0,-1 0,0 0,1-1,-1 1,0 0,0 0,1 0,-1 0,0 0,0 0,1-1,-1 1,0 0,24 5,4-1</inkml:trace>
  <inkml:trace contextRef="#ctx0" brushRef="#br0" timeOffset="414.662">643 698,'32'-194,"-24"125,-8 69,0 0,1 0,-1 1,0-1,0 0,0 0,0 0,0 0,1 1,-1-1,0 0,0 0,0 0,0 0,1 0,-1 0,0 0,0 0,0 1,1-1,-1 0,0 0,0 0,0 0,1 0,-1 0,0 0,0 0,0 0,1 0,-1 0,0 0,0-1,0 1,1 0,-1 0,0 0,0 0,0 0,0 0,1 0,-1 0,0-1,0 1,0 0,0 0,1 0,-1 0,8 23,96 372,-97-375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5:13.53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173 269,'-3'28,"-2"0,-1 0,-1-1,-1 0,-2 0,-1-1,0 0,-2-1,-1 0,-11 13,-32 46,55-87,55-101,9-12,-5-2,-6-2,16-66,-58 176,-9 36,0-22,-1 29,-1 19,2 1,2-1,2 0,3 0,9 32,-2-40,1-1,3-1,2 0,5 6,0 7,-24-40</inkml:trace>
  <inkml:trace contextRef="#ctx0" brushRef="#br0" timeOffset="420.92">12 336,'30'11,"-1"0,1-2,1-2,-1 0,1-2,0-2,18 0,-48-3,444 6,-359 5,-83-11,0 1,0 1,-1-1,1 0,-1 1,1-1,-1 1,1 0,-1 0,0 0,0 0,0 0,0 0,0 0,-1 1,1-1,-1 1,1-1,-1 1,0 0,0 0,0-1,0 1,-1 0,1 0,-1 0,1 1,-2 49,5 39,-3-88,-1-1,1 0,0 1,1-1,-1 0,0 0,1 0,0 0,0 0,0 0,0 0,0-1,0 1,1-1,-1 1,1-1,0 0,0 0,-1 0,1 0,1-1,-1 1,2 0,0-1,-1 0,0 0,1-1,-1 0,0 1,1-2,-1 1,0 0,1-1,-1 0,0 0,0 0,0 0,0-1,1 1,-2-1,1 0,0 0,0-1,-1 1,1-1,-1 0,0 0,1-1,3-3,0 0,-1 0,0-1,-1 1,0-1,0-1,0 1,-1-1,0 1,1-8,-3 11,0-1,0 1,-1-1,0 0,0 1,0-1,-1 0,0 0,0 0,0 1,-1-1,0 0,0 0,0 1,-1-1,0 1,0-1,0 1,-1 0,1 0,-1 0,-1 0,1 0,-1 1,0-1,0 1,0 0,0 0,-1 0,1 1,-1 0,0 0,0 0,0 0,-1 1,-4-2,-7 3,0 0,0 2,0 0,1 0,-1 2,0 0,1 1,0 0,0 2,0 0,1 0,0 2,0 0,0 0,1 1,0 2,-56 32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5:12.50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215 98,'0'27,"0"0,-2 0,-1 0,-1-1,-2 1,-4 12,-99 234,100-251,9-22,0 0,0-1,0 1,0 0,0 0,0 0,0-1,-1 1,1 0,0 0,0 0,0 0,0 0,0-1,0 1,-1 0,1 0,0 0,0 0,0 0,0 0,-1 0,1 0,0-1,0 1,0 0,0 0,-1 0,1 0,0 0,0 0,0 0,-1 0,1 0,0 0,0 0,0 0,-1 0,1 0,0 1,0-1,0 0,0 0,-1 0,1 0,0 0,0 0,0 0,0 0,-1-24,0 23,4-77,3 0,4 0,3 1,3 1,14-33,-5 46,-25 63,1-1,0 0,0 1,-1-1,1 1,0-1,0 1,0 0,0-1,0 1,0 0,0 0,0-1,0 1,0 0,0 0,-1 0,1 0,0 0,0 0,0 1,0-1,0 0,0 0,0 1,0-1,0 0,0 1,-1-1,1 1,0-1,0 1,0 0,-1-1,1 1,0 0,-1-1,1 1,-1 0,1 0,-1 0,1 0,-1-1,1 1,-1 0,0 0,0 0,1 0,-1 0,0 0,0 0,0 0,0 0,0 0,0 0,102 274,-82-218,6 13,-2 2,10 61,-30-73,-9-42</inkml:trace>
  <inkml:trace contextRef="#ctx0" brushRef="#br0" timeOffset="254.32">0 378,'3'0,"7"3,11 0,15 0,16-1,15 0,11-1,7 0,0-1,-15 0</inkml:trace>
  <inkml:trace contextRef="#ctx0" brushRef="#br0" timeOffset="554.608">749 687,'72'-191,"-77"224,-10 39,4 2,3-1,3 1,3 11,11-3,0-55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5:11.58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138 201,'-22'94,"8"-27,-3-1,-3-1,-20 42,18-73,19-58,70-179,73-141,-103 282,-37 62,1 0,-1 0,1 0,0-1,-1 1,1 0,-1 0,1 0,-1 0,1 0,0 0,-1 0,1 0,-1 0,1 1,0-1,-1 0,1 0,-1 0,1 1,-1-1,1 0,-1 1,1-1,-1 0,1 1,-1-1,0 1,1-1,-1 0,1 1,-1-1,0 1,0-1,1 1,-1 0,0-1,0 1,1-1,-1 1,0-1,0 1,0 0,0-1,0 1,0-1,0 1,0 0,0-1,0 1,-1-1,1 1,31 215,-20-161,2 1,3-2,2 0,3-1,2-1,2-2,4 3,-11-23</inkml:trace>
  <inkml:trace contextRef="#ctx0" brushRef="#br0" timeOffset="206.452">5 321,'25'3,"24"2,22 3,19 3,18 1,8 3,-3 2,-19-2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5:10.60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41 97,'-2'16,"-1"16,0 15,0 10,1 9,6 3,4-2,0-7,0-12,-4-14,-4-12</inkml:trace>
  <inkml:trace contextRef="#ctx0" brushRef="#br0" timeOffset="450.802">1 30,'4'-3,"-1"0,1 0,0 0,0 1,1-1,-1 1,0 0,1 1,-1-1,1 1,0-1,-1 1,1 1,0-1,0 1,0 0,-1 0,1 0,0 0,0 1,0 0,-1 0,1 0,0 1,-1 0,1 0,-1 0,0 0,0 0,0 1,0 0,2 2,-1 1,0 0,0-1,0 2,-1-1,0 1,0-1,-1 1,1 0,-2 0,1 1,-1-1,0 0,0 1,-1 0,0-1,-1 1,0 0,0-1,0 1,-1 0,0-1,0 1,-1-1,0 1,-1-1,1 0,-2 0,1 0,-1 0,1 0,-2-1,-2 4,-69 41,76-52,0 1,1 0,-1 0,0 0,1 0,-1 0,1 0,-1 0,0 0,1 0,-1 0,0 0,1 0,-1 0,0 0,1 0,-1 0,0 1,1-1,-1 0,0 0,1 0,-1 0,0 1,0-1,1 0,-1 0,0 1,0-1,1 0,-1 0,0 1,0-1,0 0,0 1,1-1,-1 0,0 1,0-1,0 0,0 1,0-1,0 0,0 1,0-1,0 0,0 1,0-1,0 1,0-1,0 0,0 1,0-1,-1 0,1 1,0-1,0 0,0 0,0 1,-1-1,1 0,0 1,0-1,-1 0,40 6,-36-6,11 1,0 0,-1 0,1 2,-1-1,1 2,-1 0,0 0,0 1,-1 1,0 0,0 1,0 0,-1 1,0 0,0 0,-1 2,0-1,3 5,-11-11,0-1,-1 1,0-1,1 1,-1 0,0 0,0-1,-1 1,1 0,-1 0,1 0,-1 0,0 0,0 0,0-1,0 1,-1 0,1 0,-1 0,0 0,1 0,-1-1,-1 1,1 0,0-1,-1 1,1-1,-1 1,0-1,0 0,0 0,0 0,0 0,0 0,0 0,-2 0,-13 9,-1-1,-1-1,1 0,-1-1,-1-2,0 0,0-1,0 0,0-2,-7 0,14-1,7 0,0-1,0 0,0 0,0-1,0 0,0 0,0 0,0-1,-1 0,1 0,1 0,-4-2,3-5,8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5:17.66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95 41,'2'3,"5"4,11 9,9 8,9 9,8 6,5 3,1-1,-3-3,-6-6,-6-8,-8-8,-8-7</inkml:trace>
  <inkml:trace contextRef="#ctx0" brushRef="#br0" timeOffset="256.156">442 1,'-20'14,"-14"11,-8 10,-4 7,0 4,0 0,2-4,3-6,9-10</inkml:trace>
  <inkml:trace contextRef="#ctx0" brushRef="#br0" timeOffset="422.71">1 175,'13'0,"17"0,18 0,20-2,21-4,17-6,-8-3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5:16.70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41 1,'6'13,"8"15,8 8,6 7,8 4,5 2,2 0,1-1,-3-5,-6-7,-7-10,-7-9</inkml:trace>
  <inkml:trace contextRef="#ctx0" brushRef="#br0" timeOffset="253.322">375 121,'-18'11,"-13"11,-8 11,-4 8,-2 7,2 4,5-2,1-5,7-11</inkml:trace>
  <inkml:trace contextRef="#ctx0" brushRef="#br0" timeOffset="502.655">0 268,'23'-3,"23"0,22 1,20-3,14 0,-12 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5:15.79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94 1,'11'20,"9"17,7 10,4 4,2 0,-2-3,0-6,-4-8,-3-10,-5-8,-5-8</inkml:trace>
  <inkml:trace contextRef="#ctx0" brushRef="#br0" timeOffset="243.862">442 67,'-19'3,"-12"9,-5 10,-2 10,1 6,3 6,5 3,4-3,3-4,5-9</inkml:trace>
  <inkml:trace contextRef="#ctx0" brushRef="#br0" timeOffset="414.652">0 308,'12'-4,"16"-2,23-2,23-2,19 0,10 3,-13 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3:59.61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588 6858,'5'2,"3"6,5 5,8 8,4 7,4 6,5 3,3 3,0 1,-1-2,-4-2,-6-9</inkml:trace>
  <inkml:trace contextRef="#ctx0" brushRef="#br0" timeOffset="470.746">1162 6791,'-18'34,"-39"55,42-70,1 1,1 0,1 1,1 1,1 0,1 0,1 1,1 0,0 0,1 5,10 252,-47 49,44-263,2-1,3 0,3 0,3-1,5 8,-16-68,2 8,0-1,-1 0,-1 0,0 1,0-1,-1 1,0-1,-1 1,-1 3,0-12</inkml:trace>
  <inkml:trace contextRef="#ctx0" brushRef="#br0" timeOffset="769.939">1297 7433,'6'0,"10"0,11 0,10 0,10-3,6 0,3 1,-1-1,-5 2,-12 4,-11 3</inkml:trace>
  <inkml:trace contextRef="#ctx0" brushRef="#br0" timeOffset="1024.271">1403 7700,'20'0,"19"-2,16-3,15-1,8-2,-8 1</inkml:trace>
  <inkml:trace contextRef="#ctx0" brushRef="#br0" timeOffset="2002.201">2325 6243,'-10'95,"2"321,0 403,-2-656,-6-1,-8 3,-16 143,-6 186,36-334,7 70,-6 122,-6-117,14-233,0 0,1 0,0 1,-1-1,1 0,0 0,0 1,0-1,1 0,-1 0,1 0,-1 1,1-1,-1 0,1 0,0 0,0 0,0 0,0 0,1 0,-1-1,0 1,1 0,-1-1,1 1,0-1,0 1,-1-1,1 0,2 1,6-7</inkml:trace>
  <inkml:trace contextRef="#ctx0" brushRef="#br0" timeOffset="2871.227">2366 5454,'0'18,"-2"20,-1 19,0 21,1 24,-2 24,-3 25,1 23,-2 16,1-24</inkml:trace>
  <inkml:trace contextRef="#ctx0" brushRef="#br0" timeOffset="11239.894">521 2340,'-6'21,"1"1,1 1,1-1,1 0,1 1,1 0,1-1,4 22,-4-39,0 0,1 0,-1 0,1 0,0-1,1 1,-1-1,1 1,0-1,0 0,1 0,-1 0,1 0,-1-1,1 1,1-1,-1 0,0 0,1 0,-1-1,1 0,0 0,0 0,-1 0,2-1,-1 0,0 0,0 0,0-1,0 1,0-1,1 0,-1-1,0 1,0-1,0 0,0-1,0 1,0-1,0 0,0 0,-1 0,4-3,-3 1,0 0,0-1,-1 1,0-1,0 0,0 0,-1 0,1-1,-1 1,0-1,-1 0,1 0,-1 0,-1 0,1 0,-1 0,0-1,0 1,-1 0,0-1,0 1,0 0,-1-1,0 1,0 0,-1 0,1-1,-3-2,1 0,0 0,-1 0,0 1,-1-1,0 1,0 0,-1 0,0 1,0-1,-1 1,0 1,0-1,0 1,-1 1,0-1,0 1,-1 0,-6-2,13 6,-1 0,1 1,0-1,-1 0,1 1,-1 0,0-1,1 1,-1 0,1 0,-1 0,1 1,-1-1,1 1,-1-1,1 1,-1 0,1 0,0 0,-1 0,1 1,0-1,0 0,0 1,0 0,0-1,0 1,0 0,1 0,-1 0,1 0,-1 0,1 0,0 1,0-1,0 0,0 1,0-1,1 1,-1-1,0 1,1-1,-2 7,1-1,0 1,1 0,0-1,0 1,0 0,1-1,1 1,-1-1,1 1,1-1,0 0,0 0,0 0,1 0,0-1,1 1,0-1,0 0,2 2,24 25</inkml:trace>
  <inkml:trace contextRef="#ctx0" brushRef="#br0" timeOffset="11570.209">1083 2419,'-57'54,"56"-52,-1 0,1 0,0 1,0-1,0 0,0 0,0 1,0-1,0 0,1 1,-1-1,1 1,0-1,0 0,0 1,0-1,0 1,0-1,1 1,-1-1,1 1,-1-1,1 0,0 1,0-1,0 0,1 0,-1 0,1 2,5 1,0 1,0-1,0 0,0-1,1 1,0-2,0 1,0-1,0 0,0-1,1 0,-1 0,1-1,0 0,-1 0,1-1,0 0,-1-1,1 0,0 0,-1-1,2 0,-5 0,-1 1,1-1,0 0,-1-1,1 1,-1-1,0 0,1 0,-1 0,-1-1,1 1,0-1,-1 0,0 0,0 0,0 0,0-1,-1 1,0-1,0 0,0 1,0-1,-1 0,0 0,0 0,0 0,-1-1,1 1,-1 0,-1 0,1 0,-1 0,1 0,-1 0,-1 0,1 0,-1 0,0 0,0 1,0-1,-1 0,-1-1,1 0,0 0,-1 0,0 1,0-1,0 1,-1 0,0 0,0 0,0 1,0-1,-1 1,0 1,0-1,0 1,0 0,0 0,0 1,-1 0,0 0,1 0,-1 1,0 0,0 0,0 1,1 0,-1 0,0 1,0 0,0 0,1 0,-1 1,-5 2,-1 4,0 0,0 2,1-1,1 2,0-1,0 2,1-1,0 1,1 1,1 0,-1 1,-28 43</inkml:trace>
  <inkml:trace contextRef="#ctx0" brushRef="#br0" timeOffset="12469.127">641 3021,'-8'9,"1"0,0 1,1 0,0 0,1 1,0 0,0 0,1 0,1 0,0 0,0 1,1 4,1-10,0 0,1-1,0 1,1 0,-1 0,1-1,0 1,0 0,1-1,0 1,0-1,0 0,1 0,-1 1,1-2,0 1,1 0,-1 0,1-1,0 0,0 0,0 0,1 0,-1-1,1 0,0 1,-1-2,1 1,-1 0,1-1,-1 0,1 0,0-1,0 1,0-1,0 0,0 0,0-1,0 1,0-1,0 0,0-1,0 1,0-1,0 0,0 0,0 0,0-1,0 0,0 0,-1 0,1-1,-1 1,0-1,0 0,0 0,0-1,0 1,-1-1,1 0,-1 0,0 0,0 0,0 0,-1-1,0 1,0-1,0 0,0 1,-1-1,1-3,0 0,-1 0,0 0,0 0,-1 0,0-1,-1 1,0 0,0 0,0 0,-1 0,0 1,-1-1,0 0,0 1,-1 0,0-1,0 2,0-1,-1 0,0 1,0 0,-1 0,0 0,0 1,0 0,-1 0,1 0,-1 1,0 0,-8-3,12 6,0 1,0-1,0 0,-1 1,1 0,0 0,0 0,-1 0,1 0,0 1,0 0,0-1,0 1,-1 0,1 0,0 1,1-1,-1 1,0-1,0 1,1 0,-1 0,1 0,-1 0,1 1,0-1,0 1,0-1,0 1,0 0,1 0,-1 1,-3 5,1 0,1 0,0 0,0 0,1 0,0 0,0 1,1-1,0 1,1 7,1-5,1 1,0-1,0 0,1-1,1 1,0 0,4 6,14 25</inkml:trace>
  <inkml:trace contextRef="#ctx0" brushRef="#br0" timeOffset="12738.394">1177 3235,'0'-16,"0"-12,0-10,2-8,1-3,2 0,0 2,-1 6,0 17,-2 22,-1 22,0 24,1 21,3 16,3 14,5 6,0-14</inkml:trace>
  <inkml:trace contextRef="#ctx0" brushRef="#br0" timeOffset="17536.865">709 3850,'0'-62,"3"-1,3 0,7-26,-11 84,0 13,-1 19,0 62,4 1,3-1,16 61,-13-106</inkml:trace>
  <inkml:trace contextRef="#ctx0" brushRef="#br0" timeOffset="17900.968">1177 3890,'4'6,"0"0,1 0,-1-1,2 1,-1-1,1 0,-1 0,1-1,0 0,1 0,-1 0,1-1,0 0,0 0,0-1,0 1,0-2,0 1,1-1,-1 0,1-1,-1 1,0-1,1-1,-1 0,1 0,-1 0,0-1,0 0,0 0,0-1,0 0,0 0,1-1,-1-2,0 0,-1 0,1-1,-1 1,0-1,-1-1,1 1,-2-1,1 0,-1 0,0 0,-1-1,0 1,0-1,-1 0,1-3,-2 7,0 0,0 0,-1 0,1 0,-1 0,-1 0,1 0,0 0,-1 0,0 0,-1 0,1 0,-1 0,0 1,0-1,0 0,0 1,-1 0,0 0,0 0,0 0,0 0,-1 0,0 1,1-1,-1 1,0 0,-1 1,-3-3,3 2,1 1,-1 1,1-1,-1 1,0-1,0 1,1 1,-1-1,0 1,0 0,0 0,0 0,0 0,0 1,1 0,-1 0,0 0,0 1,1 0,-1 0,1 0,0 0,0 1,-1-1,1 1,1 0,-1 0,0 1,0 0,-5 6,1-1,0 1,1 1,0-1,1 1,0 0,0 1,1-1,1 1,0 0,0 1,-9 56,4-2</inkml:trace>
  <inkml:trace contextRef="#ctx0" brushRef="#br0" timeOffset="21333.515">922 4492,'0'-18,"0"-13,0-11,2-4,1 1,2 5,1 17,-2 19,0 22,-2 18,-3 16,-2 9,1 9,-1 1,1-5,3-9,2-14</inkml:trace>
  <inkml:trace contextRef="#ctx0" brushRef="#br0" timeOffset="21586.837">1283 4425,'0'-16,"2"-14,3-9,4-3,1 2,2 7,-1 14,0 18,0 21,-1 22,-3 22,-3 18,-6 15,-3-8</inkml:trace>
  <inkml:trace contextRef="#ctx0" brushRef="#br0" timeOffset="7916.25">2941 6042,'-27'276,"18"-307,6 14,-5-24,2-2,2 1,1-1,2 0,4-23,-3 61,0 0,1-1,-1 1,1 0,0 0,1 0,-1 0,1 0,0 0,0 1,0-1,1 0,0 1,0 0,0 0,0 0,1 0,-1 0,1 0,0 1,0 0,1 0,-1 0,0 0,1 1,0 0,0 0,-1 0,1 0,0 1,1 0,-1 0,0 0,0 1,0 0,0 0,1 0,-1 0,2 1,-2 2,1 0,-1 0,0 0,0 1,0 0,0 0,-1 0,0 1,1-1,-2 1,1 0,0 0,-1 1,0-1,0 1,-1-1,0 1,0 0,0 0,0 0,-1 0,0 0,-1 0,1 0,-1 1,0-1,0 0,-1 0,0 0,0 0,-1 0,1 0,-1 0,-1 0,1 0,-1-1,0 1,0-1,0 0,-1 0,-1 1,-20 21,25-27,0 1,0 0,0 0,1 0,-1 0,0 0,1 0,-1 0,1-1,-1 1,1 0,0 0,-1 0,1-1,-1 1,1 0,0-1,0 1,-1-1,1 1,0-1,0 1,0-1,0 0,0 1,0-1,-1 0,1 0,0 1,0-1,0 0,0 0,1 0,5 3,2 1,0 1,0 0,-1 1,1 0,-1 0,-1 1,1 0,-1 0,0 0,-1 1,0 0,0 1,-1-1,2 6,-6-12,0 0,0 0,-1 0,1 0,0 0,-1 0,0 0,0 1,1-1,-1 0,-1 0,1 0,0 1,0-1,-1 0,1 0,-1 0,0 0,0 0,0 0,0 0,0 0,0 0,0 0,0 0,-1-1,1 1,-1-1,1 1,-1-1,0 1,0-1,1 0,-1 0,0 0,0 0,0 0,-1 0,-85 18,-25-18,145-10,-5 3</inkml:trace>
  <inkml:trace contextRef="#ctx0" brushRef="#br0" timeOffset="8390.376">3743 5935,'-22'29,"0"2,2 0,2 1,1 1,1 1,2 0,1 1,2 0,1 1,-3 26,17-147,2 42,1 1,3 0,1 0,2 1,1 1,12-20,5 15,-30 44,0 0,0 1,0-1,0 0,0 1,0-1,0 0,0 1,0-1,0 1,0 0,1-1,-1 1,0 0,0 0,1-1,-1 1,0 0,0 0,1 1,-1-1,0 0,0 0,0 0,1 1,-1-1,0 1,0-1,0 1,0-1,0 1,0 0,0 0,0-1,0 1,0 0,0 0,0 0,-1 0,2 1,8 13,-1 0,0 1,-1 0,0 1,-2 0,0 0,-1 1,3 17,-1-8,64 260,-66-271,-2-7</inkml:trace>
  <inkml:trace contextRef="#ctx0" brushRef="#br0" timeOffset="8552.939">3542 6177,'21'-3,"20"-2,14-6,10-2,2-3,-3 3,-12 3</inkml:trace>
  <inkml:trace contextRef="#ctx0" brushRef="#br0" timeOffset="9094.71">2874 5628,'-4'0,"0"0,5 0,8 0,11 0,9 0,8 0,8 0,5 0,3 0,-8 0</inkml:trace>
  <inkml:trace contextRef="#ctx0" brushRef="#br0" timeOffset="9364.984">3583 5574,'4'5,"7"1,10 0,10-1,12-4,10-5,5-3,-4-1,-9 6,-14 3</inkml:trace>
  <inkml:trace contextRef="#ctx0" brushRef="#br0" timeOffset="14065.53">2900 7446,'-10'285,"6"-268,-6-24,3-18,1 0,0-1,2 0,2 0,0 0,1-14,1 25,-2 0,1-1,0 1,1-1,1 1,1 0,0-1,1 1,0 0,1 0,1 0,1 1,0-1,1 1,0 1,2-3,-6 13,-1 0,0 0,1 0,0 0,0 1,-1-1,2 1,-1 0,0 0,0 0,1 0,-1 0,1 1,-1 0,1-1,0 1,-1 1,1-1,0 0,0 1,0 0,0 0,-1 0,1 0,0 1,0 0,0 0,-1 0,1 0,0 0,-1 0,1 1,-1 0,0 0,1 0,-1 0,0 0,0 1,-1 0,1-1,1 3,0 1,-1 1,0 0,-1-1,1 1,-1 0,-1 1,1-1,-1 0,-1 0,1 1,-1-1,0 0,-1 1,0-1,0 0,0 0,-1 0,0 0,-1 0,1 0,-1 0,-1-1,1 1,-1-1,0 0,-1 0,1-1,-1 1,0-1,-1 0,1 0,-1-1,-1 1,97 7,-83-9,0 0,0 1,-1 0,0 1,0 0,0 0,0 0,-1 0,0 1,0 0,-1 0,1 0,-1 1,0-1,-1 1,0 0,0 0,1 4,-3-7,1 1,-1 0,0-1,0 1,-1 0,0-1,1 1,-2 0,1 0,0-1,-1 1,0 0,0-1,0 1,-1-1,0 1,0-1,0 0,0 1,0-1,-1 0,0 0,0-1,0 1,0-1,-1 1,1-1,-1 0,-3 2,-2 0,0-1,0 0,0 0,0-1,-1 0,1 0,-1-1,0-1,1 1,-1-2,0 1,0-1,0-1,0 0,-8-2,1-5,16 5</inkml:trace>
  <inkml:trace contextRef="#ctx0" brushRef="#br0" timeOffset="15737.228">2767 7112,'-5'0,"2"0,2 0,5-2,3-1,5 0,8 0,7 1,10 1,8 1,7 0,10 0,7 0,3 0,1 0,-12 0</inkml:trace>
  <inkml:trace contextRef="#ctx0" brushRef="#br0" timeOffset="19248.438">2860 8663,'6'40,"-2"1,-2 0,-1 1,-2-1,-3 3,2-1,-3 32,39-374,-34 293,2-14,1 1,0-1,1 1,1 0,1 0,1 1,0 0,10-16,-16 31,0 1,1 0,-1 0,1 1,0-1,-1 0,1 0,0 1,0-1,0 1,0 0,0-1,0 1,0 0,0 0,1 0,-1 1,0-1,1 0,-1 1,1 0,-1-1,0 1,1 0,-1 0,1 0,-1 1,0-1,1 1,-1-1,1 1,-1 0,0 0,0 0,0 0,1 0,-1 0,0 1,0-1,-1 1,1-1,0 1,0 0,0 1,3 3,0 1,-1 0,1 0,-2 1,1-1,-1 1,0-1,-1 1,1 0,-2 0,1 1,-1-1,0 0,-1 0,0 0,0 1,-1-1,0 0,0 0,-1 0,0 0,-1 0,0 0,0 0,0-1,-1 1,0-1,-1 0,1-1,-1 1,-1-1,1 0,-1 0,0 0,0-1,-1 0,-6 4,12-8,0 0,0 0,0 0,0 0,0 0,0 0,0 0,-1 0,1-1,0 1,0-1,-1 1,1-1,0 1,-1-1,1 0,0 1,-1-1,1 0,0 0,-1 0,1 0,-1 0,1 0,0-1,-1 1,1 0,0-1,-1 1,1-1,0 1,0-1,-1 0,1 0,0 1,0-1,0 0,0 0,0 0,0 0,0 0,0 0,2-3,-1 1,1 0,0 0,0 0,0 0,1 0,-1 0,1 1,-1-1,1 0,0 1,0-1,0 1,1 0,-1 0,0-1,1 2,-1-1,1 0,0 0,0 1,0-1,-1 1,1 0,0 0,3 0,3-3,1 1,0 0,0 1,0 0,0 1,0 0,1 0,-1 1,0 1,0-1,0 2,1-1,-1 2,6 1,-10-2,-1 0,1 0,-1 0,1 1,-1 0,0 0,0 1,-1-1,1 1,-1 0,0 0,0 0,0 1,0-1,-1 1,0 0,0 0,0 0,0 1,-1-1,0 1,0-1,0 1,-1 0,0-1,0 2,-1 1,-1-1,1 0,-2 1,1-1,-1 0,0 0,0 0,-1 0,0 0,0-1,0 1,-1-1,0 0,0 0,-1 0,0 0,0-1,0 0,-1 0,1-1,-1 1,0-1,-1 0,1-1,-1 1,1-1,-1-1,0 1,0-1,0 0,-1-1,1 0,0 0,-1 0,1-1,-4 0,-49-4,69-6,4 4</inkml:trace>
  <inkml:trace contextRef="#ctx0" brushRef="#br0" timeOffset="20319.576">3623 8275,'23'9,"20"3,22-3,18-7,13-6,2-6,-10 0,-19 1</inkml:trace>
  <inkml:trace contextRef="#ctx0" brushRef="#br0" timeOffset="19818.102">3703 8703,'-1'43,"-1"1,-2-1,-2 0,-2 0,-5 12,-15 41,24-93,4-15,60-253,-55 246,5-25,2 0,2 0,13-27,-3 32,-23 38,-1 1,1-1,-1 0,1 0,0 1,-1-1,1 0,0 1,0-1,0 1,-1-1,1 1,0-1,0 1,0-1,0 1,0 0,0 0,0-1,0 1,0 0,0 0,0 0,0 0,0 0,0 0,0 1,0-1,0 0,0 0,0 1,0-1,0 0,-1 1,1-1,0 1,0-1,0 1,0 0,0 0,5 7,0 0,-1 0,0 1,0 0,0 0,-2 0,1 1,-1 0,0-1,0 8,2-2,11 54,-3 1,2 40,17 90,-24-171,-7-28</inkml:trace>
  <inkml:trace contextRef="#ctx0" brushRef="#br0" timeOffset="20074.864">3756 8877,'-4'-2,"2"-1,7 0,11-2,12-2,13-5,9-2,2 1,-3 3,-6 3,-9 2</inkml:trace>
  <inkml:trace contextRef="#ctx0" brushRef="#br0" timeOffset="23243.979">3034 9759,'-51'348,"47"-330,4-17,-1-1,1 0,0 0,0 0,0 1,-1-1,1 0,0 0,0 0,-1 0,1 0,0 1,0-1,-1 0,1 0,0 0,0 0,-1 0,1 0,0 0,0 0,-1 0,1 0,0 0,-1 0,1 0,0 0,0 0,-1 0,1-1,0 1,0 0,-1 0,1 0,0 0,0 0,0-1,-1 1,1 0,0 0,0 0,0-1,0 1,-1 0,1 0,0-1,0 1,0 0,0 0,0-1,0 1,0 0,0 0,0-1,0 1,-1 0,1 0,1-1,-1 1,0 0,0-1,0 1,0 0,0 0,0-1,0 1,0 0,0 0,0-1,1 1,-2-1,-9-37,2-1,1-1,2 0,1-21,4 58,-2-19,1-1,1 1,1 0,1 0,1 0,2-6,-3 20,1 0,-1 0,1 0,0 0,1 0,0 1,0-1,1 1,0 0,0 1,0-1,1 1,0 0,0 0,1 1,0 0,6-4,-4 4,0 1,-1 0,2 1,-1 0,0 0,1 1,-1 1,1-1,-1 1,1 1,0 0,-1 0,1 1,7 1,-12-1,0 0,0 0,-1 1,1-1,0 1,-1 0,0 0,1 1,-1-1,0 1,0 0,0 0,-1 0,1 1,-1-1,0 1,1 0,-2 0,1 0,0 0,-1 1,0-1,0 0,0 1,-1 0,1-1,-1 1,0 0,0 3,-2 0,1 1,-2-1,1 1,-1-1,0 0,-1 1,0-1,0 0,-1-1,0 1,0 0,-1-1,0 0,0 0,-1-1,1 1,-2-1,1-1,-1 1,1-1,-2 0,1 0,0-1,-1 0,0-1,0 1,-6 1,38 1,-14-6,0 0,0 1,0 0,-1 1,1 0,-1 0,1 1,-1 1,0-1,0 1,-1 1,1 0,-1 0,0 1,0 0,-1 0,1 0,-1 1,-1 1,1-1,-1 1,-1 0,3 5,-7-9,0-1,0 1,-1 0,0 0,1 0,-1 0,-1 0,1 0,-1 0,1-1,-1 1,0 0,-1 0,1-1,0 1,-1-1,0 1,0-1,0 1,0-1,-1 0,1 0,-1 0,0 0,-79 55,63-49,0 0,-1-2,0 0,0-1,-1-1,0-1,0-1,0 0,-19-2,23-4,19-3,28-4,2 3,0 1</inkml:trace>
  <inkml:trace contextRef="#ctx0" brushRef="#br0" timeOffset="23877.664">3729 9785,'-20'77,"-3"-1,-3-1,-17 30,43-105,-41 92,41-93,0 1,1 0,-1 0,0-1,0 1,0 0,1 0,-1 0,0-1,0 1,0 0,0-1,0 1,0 0,0 0,0-1,0 1,1 0,-1-1,0 1,0 0,-1 0,1-1,0 1,0 0,0-1,0 1,0 0,0 0,0-1,0 1,0 0,-1-1,1 1,0 0,0 0,0 0,-1-1,1 1,0 0,0 0,0 0,-1-1,1 1,0 0,-1 0,1 0,0 0,0 0,-1 0,1 0,0 0,-1-1,1 1,0 0,0 0,-1 0,1 0,0 0,-1 1,1-1,0 0,36-219,-32 200,5-43,4 1,2 1,3 0,2 1,17-31,-9 49,-27 40,0 1,0-1,0 0,0 1,0-1,0 0,0 1,0 0,0-1,0 1,1 0,-1-1,0 1,0 0,0 0,1 0,-1 0,0 0,0 0,0 0,1 1,-1-1,0 0,0 1,0-1,0 0,0 1,0 0,0-1,0 1,0 0,0-1,0 1,0 0,0 0,0 0,0 0,11 14,-1 1,0 0,-1 1,0 0,-2 0,0 1,1 5,-2-6,14 42,-2 1,-3 1,-3 1,-3 0,-2 0,-3 1,-3 0,7 24,-7-82,-1-7</inkml:trace>
  <inkml:trace contextRef="#ctx0" brushRef="#br0" timeOffset="24119.966">3636 9906,'16'-4,"19"-7,19-7,19-11,12-7,4-1,-13 5</inkml:trace>
  <inkml:trace contextRef="#ctx0" brushRef="#br0" timeOffset="30787.625">4358 6042,'-5'9,"-1"6,3-1,1-4,0-4,-4-3,-1-2,-3-1,-2-1,0 0,-2 2,2 4,6 1,8-1,13-1,13-2,10-5,0-2</inkml:trace>
  <inkml:trace contextRef="#ctx0" brushRef="#br0" timeOffset="34225.159">4973 7218,'-5'7,"-3"9,-3 11,-2 8,2 6,2 7,3 3,2 2,2-1,2-2,0-6,1-7,-1-11</inkml:trace>
  <inkml:trace contextRef="#ctx0" brushRef="#br0" timeOffset="34417.64">4799 7700,'-9'3,"-1"0,6 0,11-1,10-1,10-2,9-4,5 0,0-1,-2 0,-5 0,-7 1,-7 2</inkml:trace>
  <inkml:trace contextRef="#ctx0" brushRef="#br0" timeOffset="34686.922">4799 7152,'-2'-2,"1"-1,6 0,6 3,8 1,8 1,8 0,6-1,4 0,-1 0,-8-1</inkml:trace>
  <inkml:trace contextRef="#ctx0" brushRef="#br0" timeOffset="35366.294">5160 7714,'-1'-14,"0"0,1 0,1 0,0 1,1-1,0 0,1 1,1-1,0 1,0 0,2 0,-1 1,2 0,0 0,0 0,1 0,7-7,-14 18,-1 1,0-1,0 0,0 0,1 1,-1-1,0 0,1 1,-1-1,0 0,1 1,-1-1,1 1,-1-1,1 1,-1-1,1 1,0-1,-1 1,1-1,-1 1,1 0,0-1,0 1,-1 0,1 0,0-1,-1 1,1 0,0 0,0 0,-1 0,1 0,0 0,0 0,-1 0,1 0,0 1,0-1,-1 0,1 0,0 1,-1-1,1 0,0 1,-1-1,1 1,-1-1,1 1,0-1,-1 1,1-1,-1 1,0-1,1 1,-1 0,1-1,-1 1,0 0,1-1,-1 1,0 0,0-1,0 1,0 0,1 0,-1-1,0 1,0 0,-1 197,0-37,0-159,0 1,1-1,-1 0,0 1,-1-1,1 0,0 0,0 0,-1 1,0-2,1 1,-1 0,0 0,0 0,0-1,0 1,0-1,0 0,0 1,0-1,-1 0,1 0,-1-1,1 1,0 0,-1-1,1 1,-1-1,1 0,-1 0,1 0,-1 0,0 0,1-1,-1 1,-1-2,136-11,61-4,-178 13</inkml:trace>
  <inkml:trace contextRef="#ctx0" brushRef="#br0" timeOffset="35617.2">5668 7808,'0'-3,"0"-2,0-4,0 1</inkml:trace>
  <inkml:trace contextRef="#ctx0" brushRef="#br0" timeOffset="16323.661">3836 7406,'-13'51,"-27"70,-50 104,80-204,8-37,55-196,32-134,-83 340,0-2,1 0,-1 0,1 1,1-1,-1 1,1 0,1 0,-1 0,1 0,0 1,6-6,-10 11,0 1,0-1,0 1,0-1,0 1,0 0,0-1,0 1,0 0,0 0,0 0,0-1,0 1,1 0,-1 1,0-1,0 0,0 0,0 0,0 1,0-1,0 0,0 1,0-1,0 1,0-1,0 1,0-1,-1 1,1 0,0 0,0-1,0 1,-1 0,1 0,-1 0,1 0,0 0,-1 0,0 0,1 0,-1 1,19 45,13 157,-29-164,1 0,3-1,1 0,1 0,11 26,28 11,-34-64</inkml:trace>
  <inkml:trace contextRef="#ctx0" brushRef="#br0" timeOffset="16572.033">3770 7486,'18'-7,"17"-6,17-7,13-5,9-6,1-5,-8-2,-15 4</inkml:trace>
  <inkml:trace contextRef="#ctx0" brushRef="#br0" timeOffset="33938.901">4452 7593,'2'0,"1"-2,0-3,-1-4,0-1,-4 0,-2 2,-4 5,-1 5,2 4,2 4,6 0,10-2,10-2,1-2</inkml:trace>
  <inkml:trace contextRef="#ctx0" brushRef="#br0" timeOffset="-13778.293">5027 0,'-11'60,"14"-33,0 1,2-1,2 0,0 0,2-1,0 0,2 0,1-1,1 0,2 0,288 528,-138-224,165 297,-138-330,12-9,13-9,85 71,-138-165,8-7,8-8,161 115,22-34,161 70,-179-113,350 252,-461-320,6-10,11-7,122 64,-302-140,-71-46,1 0,-1 1,1-1,-1 1,0-1,0 0,1 1,-1-1,0 1,0-1,1 0,-1 1,0-1,0 1,0-1,0 1,0-1,0 1,0-1,0 1,0-1,0 1,0-1,0 1,0-1,0 1,0-1,0 1,0-1,-1 1,1-1,0 1,0-1,-1 0,1 1,0-1,-1 1,1-1,0 0,-1 1,1-1,0 0,-1 0,1 1,-1-1,1 0,-1 0,1 1,0-1,-1 0,1 0,-1 0,1 0,-1 0,1 0,-34 4,26-4,-24 13,25-8</inkml:trace>
  <inkml:trace contextRef="#ctx0" brushRef="#br0" timeOffset="-12330.083">10494 5467,'-6'-2,"3"0,0 1,-1 0,1-1,0 1,0-1,0 0,0 0,1 0,-1-1,0 1,1 0,0-1,-1 0,1 0,-2-2,5 4,0 0,0 0,-1 0,1 1,0-1,0 0,0 1,0-1,0 1,0-1,0 1,0 0,0-1,0 1,0 0,0 0,0-1,0 1,0 0,0 0,0 0,0 0,0 0,0 1,0-1,0 0,0 0,0 1,0-1,0 1,0-1,0 1,0-1,0 1,1 0,15 9,-1 1,0 0,0 2,-1-1,-1 2,0 0,-1 1,-1 0,0 1,-1 0,1 2,19 28,-1 1,-3 2,-2 0,-2 2,0 6,-21-54,-1-1,0-1,0 0,0 1,0-1,0 0,-1 1,1-1,0 1,-1-1,1 1,-1 0,1-1,-1 1,0-1,0 1,0 0,0-1,0 1,0 0,0-1,0 1,-1 0,1-1,-1 1,1-1,-1 1,1-1,-1 1,0-1,0 1,0-1,0 0,0 1,0-1,0 0,0 0,-1 0,1 0,0 0,-1 0,1 0,-1 0,1 0,-1 0,-171-3,46 2,1 4,-36 11,162-16,-1 1,1-1,0 1,-1-1,1 1,0 0,0-1,0 1,-1-1,1 0,0 1,0-1,0 1,0-1,0 1,0-1,0 1,0-1,0 1,0-1,0 1,0-1,1 1,-1-1,0 1,0-1,0 1,1-1,-1 1,0-1,1 1,-1-1,0 1,1 0,-1-1,1 1,-1 0,0-1,1 1,-1 0,1 0,-1-1,1 1,-1 0,1 0,-1 0,1 0,-1-1,1 1,-1 0,1 0,-1 0,1 0,0 0,-1 0,1 1,4-6,21-21,-2-2,-1 0,-1-1,-1-2,-2 0,-1-1,-1-1,-2 0,-1-1,-2-1,-1 0,-2-1,3-28,20-199,-32 236,0 28,0-1,0 0,0 0,0 0,0 1,0-1,-1 0,1 0,0 0,0 1,0-1,0 0,0 0,0 0,-1 0,1 0,0 1,0-1,0 0,-1 0,1 0,0 0,0 0,0 0,-1 0,1 0,0 0,0 0,0 0,-1 0,1 0,0 0,0 0,0 0,-1 0,1 0,0 0,0 0,-1 0,1 0,0 0,0 0,0 0,-1 0,1 0,0-1,0 1,0 0,0 0,-1 0,1 0,0-1,0 1,0 0,0 0,0 0,0-1,-13 24,12-22,-94 154,75-136,20-19,0 0,1-1,-1 1,0 0,0 0,0-1,0 1,1 0,-1 0,0-1,0 1,0 0,0-1,0 1,0 0,0 0,0-1,0 1,0 0,0-1,0 1,0 0,0-1,0 1,0 0,0 0,0-1,0 1,0 0,0-1,0 1,-1 0,1 0,0-1,0 1,0 0,0 0,-1-1,1 1,0 0,0 0,-1 0,1 0,0-1,0 1,-1 0,1 0,0 0,-1 0,1 0,0 0,0 0,-1 0,1 0,0 0,-1 0,1 0,0 0,-1 0,1 0,0 0,0 0,38-67,-38 67,0-1,1 1,-1-1,1 1,-1-1,0 1,1 0,-1-1,1 1,-1 0,1-1,-1 1,1 0,-1-1,1 1,-1 0,1 0,0 0,-1 0,1 0,-1 0,1 0,-1 0,1 0,0 0,-1 0,1 0,-1 0,1 0,-1 0,1 0,0 1,-1-1,1 0,-1 0,1 1,-1-1,1 0,-1 1,0-1,1 1,-1-1,1 1,-1-1,0 0,1 1,-1-1,0 1,0 0,1-1,-1 1,0-1,0 1,0-1,0 1,1-1,-1 1,0 0,8 36,-5 191,-3-533,3 267,11 51,29 75,-15-30,2-2,3-1,17 20,-26-43,2-1,2-2,0 0,2-2,5 2,-35-29,0 0,0-1,0 1,0 0,1 0,-1 0,0-1,0 1,0 0,0 0,0 0,0-1,1 1,-1 0,0 0,0 0,0 0,0-1,1 1,-1 0,0 0,0 0,-34-34,-3 2,0 2,-2 1,-1 2,-9-2,-21-8,70 39,-1-1,1 0,0 1,0-1,-1 1,1-1,0 0,0 1,0-1,1 1,-1-1,0 0,0 1,1-1,-1 0,1 1,-1-1,1 0,0 1,-1-1,1 0,0 0,0 0,0 0,0 0,0 0,0 0,0 0,0 0,145 200,-132-181,-14-20,-1-1,1 1,0 0,0 0,0 0,-1 0,1 0,0 0,0 0,-1 0,1 0,0 0,0 0,-1 0,1 0,0 0,0 0,-1 0,1 0,0 0,0 0,0 0,-1 0,1 0,0 1,0-1,-1 0,1 0,0 0,0 0,0 0,0 1,-1-1,1 0,0 0,0 0,0 1,0-1,0 0,0 0,-1 0,1 1,0-1,0 0,0 0,0 1,0-1,0 0,0 0,0 1,0-1,0 0,0 0,0 1,0-1,0 0,0 0,1 0,-1 1,0-1,0 0,0 0,0 1,-24-12,22 10,-202-96,177 90,27 7,1 0,-1 0,0 1,0-1,0 0,0 0,0 1,0-1,0 0,1 1,-1-1,0 0,0 0,0 1,0-1,0 0,0 1,0-1,-1 0,1 0,0 1,0-1,0 0,0 1,0-1,0 0,0 0,-1 1,1-1,0 0,0 0,0 0,-1 1,1-1,0 0,0 0,0 0,-1 1,1-1,0 0,0 0,-1 0,1 0,0 0,-1 0,13 6,0 0,0-1,1 0,-1-1,1 0,0-1,0-1,0 0,8-1,-11 1,72 6,-2-2</inkml:trace>
  <inkml:trace contextRef="#ctx0" brushRef="#br0" timeOffset="31335.122">4799 5789,'0'0,"-1"0,1 0,-1 0,0 0,1 0,-1 1,1-1,-1 0,1 0,-1 1,1-1,-1 0,1 1,-1-1,1 1,-1-1,1 1,0-1,-1 1,1-1,0 1,-1-1,1 1,0-1,0 1,0-1,-1 1,1 0,0-1,0 1,0-1,0 1,0 0,0-1,0 1,0-1,0 1,0 0,1-1,-1 1,0-1,0 1,0 0,0 0,-20 292,10-81,8-201,-1-3</inkml:trace>
  <inkml:trace contextRef="#ctx0" brushRef="#br0" timeOffset="31583.553">4705 6336,'3'0,"2"0,5 0,6 0,4 0,4 0,2 0,1 0,1 0,0 0,-3 0,-3 0,-3 0,-4-2,-6-3,-3-1</inkml:trace>
  <inkml:trace contextRef="#ctx0" brushRef="#br0" timeOffset="32039.108">4705 5709,'-2'-3,"1"0,6 2,6 2,6 3,7 0,4 0,4-1,1-1,-3 0,-4-2,-7 3,-6 2,-5 1</inkml:trace>
  <inkml:trace contextRef="#ctx0" brushRef="#br0" timeOffset="32918.434">5080 6270,'-5'39,"4"-36,0 0,0 1,0-1,1 1,-1-1,1 1,0-1,0 1,0-1,0 1,1-1,-1 1,1-1,0 1,0-1,0 0,1 0,-1 1,1-1,0 0,0 0,0 0,0-1,3 2,0 0,1-1,0 1,0-2,0 1,0 0,0-1,0 0,1-1,-1 0,0 0,1 0,-1 0,1-1,-1 0,1-1,0 1,-1-1,0-1,1 1,-1-1,0 0,0 0,0-1,0 0,0 0,0 0,4-4,-7 5,-1-1,1 1,0-1,-1 1,1-1,-1 0,0 0,0 0,0 0,0-1,-1 1,1 0,-1-1,0 1,0-1,0 1,-1-1,1 1,-1-1,0 0,1 1,-2-1,1 0,0 1,-1-1,0 0,0 1,0-1,0 1,0 0,-1-1,0 1,1 0,-1 0,-2-3,-2-2,1 1,-1 0,0 1,0 0,-1 0,0 0,0 0,0 1,-1 0,0 1,0 0,0 0,0 1,-1 0,1 0,-1 1,0 0,0 0,-7 0,13 3,0-1,0 1,0-1,0 1,1 0,-1 0,0 0,0 0,1 1,-1-1,1 1,-1-1,1 1,0 0,-1 0,1 0,0 0,0 1,1-1,-1 0,0 1,1-1,-1 1,1 0,0-1,0 2,-16 76,25 8,1-49</inkml:trace>
  <inkml:trace contextRef="#ctx0" brushRef="#br0" timeOffset="39299.818">4411 8849,'2'5,"1"4,3-1,1 0,1-5,-2-4,-3-3,-3-2,-4-1,4 1,6 2,7 1,1 1</inkml:trace>
  <inkml:trace contextRef="#ctx0" brushRef="#br0" timeOffset="41235.612">4439 9946,'2'-2,"3"-4,1-2,-1-2,-1 0</inkml:trace>
  <inkml:trace contextRef="#ctx0" brushRef="#br0" timeOffset="39803.689">4946 8676,'-8'-77,"8"76,-1 1,0 0,1 0,-1-1,0 1,0 0,1 0,-1 0,0 0,1 0,-1 0,0 0,0 1,1-1,-1 0,0 0,1 0,-1 1,0-1,1 0,-1 1,1-1,-1 0,0 1,1-1,-1 1,1-1,-1 1,1-1,-1 1,1 0,0-1,-1 1,1-1,0 1,-1 0,1-1,0 1,0 0,0-1,0 1,-1 0,1 0,0-1,0 1,0 0,0-1,1 1,-1 0,0 0,0-1,-12 39,1 0,3 0,1 1,2-1,1 2,2 12,-3 32,-5-39,10-45,0 0,-1 0,1 0,-1 0,1 0,-1 0,1-1,-1 1,0 0,1 0,-1 0,0 0,0-1,0 1,0 0,1-1,-1 1,0-1,0 1,0-1,0 1,0-1,0 0,0 1,-1-1,1 0,0 0,0 0,0 0,0 0,0 0,0 0,0 0,0 0,0 0,0-1,0 1,0 0,-1-1,1 1,1 0,0-1,0 1,-1 0,1 0,0 0,0 0,0 0,-1-1,1 1,0 0,0 0,0 0,-1-1,1 1,0 0,0 0,0-1,0 1,0 0,0 0,0-1,-1 1,1 0,0-1,0 1,0 0,0 0,0-1,0 1,0 0,0 0,0-1,1 1,-1 0,0-1,0 1,0 0,0 0,0-1,0 1,0 0,1 0,-1 0,0-1,0 1,0 0,1 0,-1 0,0-1,0 1,0 0,1 0,-1 0,0 0,0 0,1 0,-1-1,0 1,1 0,-1 0,0 0,0 0,1 0,-1 0,0 0,1 0,-1 0,0 0,0 1,23-9,130-5,-122 6,-22 2</inkml:trace>
  <inkml:trace contextRef="#ctx0" brushRef="#br0" timeOffset="40073.334">4839 8476,'-5'-7,"4"-5,6-2,9-1,7 2,6 1,6 2,2 3,-1 3,-2 2,-1 3,-2 5,-5 0</inkml:trace>
  <inkml:trace contextRef="#ctx0" brushRef="#br0" timeOffset="40521.212">5186 8823,'1'0,"-1"0,0 0,0-1,0 1,1 0,-1 0,0 0,0-1,0 1,0 0,1 0,-1-1,0 1,0 0,0-1,0 1,0 0,0 0,0-1,0 1,0 0,0-1,0 1,0 0,0 0,0-1,0 1,0 0,0-1,0 1,0 0,0 0,-1-1,1 1,0 0,0 0,0-1,0 1,-1 0,1 0,0 0,0-1,-1 1,1 0,0 0,0 0,-1 0,1-1,0 1,0 0,-1 0,1 0,0 0,0 0,-1 0,1 0,0 0,-1 0,1 0,0 0,-1 0,1 0,0 0,0 0,-1 0,1 0,0 0,0 1,-1-1,1 0,19-15,-7 10,1 0,-1 1,1 0,1 1,-1 1,0 0,1 1,-1 0,1 1,-1 0,3 2,-13-2,-1 0,1 0,-1 1,0-1,1 1,-1 0,1 0,-1 0,0 0,0 0,1 0,-1 1,0-1,0 1,0-1,0 1,-1 0,1 0,0-1,-1 1,1 1,-1-1,0 0,0 0,0 0,0 1,0-1,0 1,0-1,-1 0,1 1,-1-1,0 1,0-1,0 1,0-1,0 1,-1 0,1 0,-6 14,-1 0,0-1,-1 0,-1 0,0-1,-1 0,-1 0,0-1,-1-1,0 0,-1 0,-7 4,-64 62,83-79,1 0,-1 1,0-1,1 0,-1 1,0-1,1 1,-1-1,0 1,1-1,-1 1,1-1,-1 1,1 0,-1-1,1 1,0 0,-1 0,1-1,0 1,-1 0,1-1,0 1,0 0,0 0,0 0,0-1,0 1,0 0,0 0,0 0,0-1,0 1,0 0,1 0,-1-1,0 1,1 0,-1-1,0 1,1 0,-1-1,1 1,-1 0,1-1,-1 1,1-1,-1 1,1-1,0 1,-1-1,1 1,0-1,-1 0,1 1,0-1,14 3,-1-1,1 0,-1-1,1-1,-1 0,1-1,-1 0,1-1,1-2,-16 4,138-24,-104 18</inkml:trace>
  <inkml:trace contextRef="#ctx0" brushRef="#br0" timeOffset="42323.485">4906 9692,'0'-2,"0"1,0 6,-2 8,-1 10,-2 6,-1 9,2 6,-2 5,1 3,1 2,1 1,1-2,-1-6,0-10</inkml:trace>
  <inkml:trace contextRef="#ctx0" brushRef="#br0" timeOffset="42569.496">4759 10240,'-2'0,"3"-2,9-1,9 0,9 1,6 0,1 1,0 0,-1 1,-5 0,-7 0</inkml:trace>
  <inkml:trace contextRef="#ctx0" brushRef="#br0" timeOffset="42868.696">4866 9545,'-2'0,"1"0,8 0,7 0,8 0,10 0,8-3,4 1,4-1,-2 0,-9 2</inkml:trace>
  <inkml:trace contextRef="#ctx0" brushRef="#br0" timeOffset="43468.803">5133 9933,'111'-20,"-109"19,1 0,-1 1,1-1,-1 0,1 1,0-1,-1 1,1 0,-1 0,1 0,-1 0,1 1,0-1,-1 1,1-1,-1 1,1 0,-1 0,0 0,1 0,-1 0,0 1,0-1,0 1,0-1,0 1,0 0,0 0,0 0,-1 0,1 0,-1 0,0 0,1 1,-1-1,0 0,0 1,-1-1,1 1,0-1,-1 1,1-1,-1 1,0 0,0-1,0 3,-3 4,-1 0,0-1,0 0,0 1,-1-1,0-1,-1 1,0-1,0 0,-1 0,1-1,-3 2,9-8,-1 0,1 0,-1 0,1 0,-1 0,1 1,0-1,-1 0,1 0,-1 1,1-1,0 0,-1 0,1 1,0-1,-1 0,1 1,0-1,-1 1,1-1,0 0,0 1,0-1,-1 1,1-1,0 1,0-1,0 1,0-1,0 1,0-1,0 0,0 1,0-1,0 1,0-1,0 1,0-1,0 1,0-1,1 1,-1-1,0 1,0-1,0 0,1 1,-1-1,0 0,1 1,-1-1,0 0,1 1,-1-1,0 0,1 1,-1-1,1 0,-1 0,0 1,1-1,31 2,-25-2,8 0,80 6,-91-5,0 0,-1 0,1 0,-1 0,1 1,-1 0,1-1,-1 1,0 0,0 0,0 1,0-1,0 1,-1-1,1 1,-1 0,0 0,0 0,0 0,0 1,0-1,0 0,0 3,-2-3,1 1,-1 0,1 0,-1 0,0-1,-1 1,1 0,-1 0,1-1,-1 1,0 0,0-1,-1 1,1-1,-1 1,0-1,0 0,0 0,0 0,-1 0,1 0,-1 0,0 0,-68 55,57-49,0-1,-1-1,1 0,-1 0,-1-2,1 0,-1 0,0-2,-3 0,18-2,0-1,0 1,0-1,0 1,0-1,0 0,0 0,0 1,0-1,0 0,0 0,0 0,0 0,0 0,0 0,1-1,-1 1,0 0,0 0,0-1,0 1,0-1,0 1,0 0,0-1,1 0,-1 1,0-1,0 1,1-1,-1 0,0 0,1 1,-1-1,1 0,-1 0,1 0,-1 0,1 0,0 1,-1-1,1 0,0 0,0 0,-1 0,1 0,0 0,0 0,0 0,0 0,1 0,-1 0,0 0,0 0,1 0,-1 0,0 0,1 0,-1 0,46-60,-14 26</inkml:trace>
  <inkml:trace contextRef="#ctx0" brushRef="#br0" timeOffset="44732.272">5909 5307,'24'214,"-13"-148,40 306,-15 3,-17 1,-29 350,-17-339,-4 23,17 1,21 65,-4-435,9 134,-7 1,-18 168,-57 93,64-347,1-82,0-23,1-12,1 11</inkml:trace>
  <inkml:trace contextRef="#ctx0" brushRef="#br0" timeOffset="48001.619">67 5615,'47'0,"0"-2,-1-2,1-2,42-12,511-185,-394 159,207-15,-137 23,-84 4,-1-9,-1-8,106-45,434-181,-562 215,15-8,3 8,2 8,177-25,88 33,170 15,-522 26,0 4,1 4,27 9,-96-9,1 2,-1 1,-1 1,0 2,0 2,-1 0,-1 2,0 2,-1 0,-1 2,20 18,10 21,-3 3,-2 2,-3 2,-3 3,-3 1,16 39,-20-42,-2 2,-4 2,-2 1,-4 1,-3 2,-3 0,5 39,-12 31,-6 0,-7 1,-6 0,-8 16,1 44,17 529,3-453,-11 15,-17 50,5-32,20 157,-8-354,-6 0,-4 0,-5-1,-10 19,-26 208,37-206,-6-1,-6-1,-6-1,-9 7,33-113,-1-1,-2-1,0 0,-2-1,-1 0,0-1,-2-1,-1-1,-1 0,-1-1,0-2,-2 0,0-1,-1-2,-1 0,-21 10,-32 6,-1-4,-1-3,-2-3,0-4,-45 3,-603 105,530-93,-1-8,-162-2,304-23,0-4,0-2,0-3,1-2,1-2,0-4,-3-3,-133-53,33 12,-99-23,11 28,-91-26,91-7,-80-49,203 84,-60-28,3-7,-162-110,304 170,1-1,2-3,1-1,1-1,2-2,2-2,-19-30,-10-13,4-2,3-3,5-2,3-2,-15-50,22 14,6-1,-11-97,-11-51,-43-69,56 215,6-2,5-1,-3-67,22 37,9-69,2 70,-13-80,-64-364,60 483,-4 1,-16-39,34 148,-1 0,0 1,-1 0,0-1,-1 2,-1-1,1 1,-2 0,0-1,7 11,0-1,-1 1,1 0,0 0,0 0,0 0,-1 0,1 0,0 1,-1-1,1 0,-1 1,1-1,-1 1,1-1,-1 1,0 0,1-1,-1 1,1 0,-1 0,0 0,1 1,-1-1,1 0,-1 0,0 1,1-1,-1 1,1 0,0-1,-1 1,0 1,-16 9</inkml:trace>
  <inkml:trace contextRef="#ctx0" brushRef="#br0" timeOffset="49172.911">7246 10654,'-3'5,"-2"8,-3 13,-1 14,0 11,-1 11,1 8,2 2,2-3,2-6,6-9,7-11,11-14,11-13,14-15,10-14,8-13,-8-3</inkml:trace>
  <inkml:trace contextRef="#ctx0" brushRef="#br0" timeOffset="49378.276">7126 10935,'13'0,"14"-2,16-6,14-5,9-6,5-3,-3-4,-14 4</inkml:trace>
  <inkml:trace contextRef="#ctx0" brushRef="#br0" timeOffset="49625.658">7165 10548,'25'0,"27"0,24 0,20 0,10 0,-13 0</inkml:trace>
  <inkml:trace contextRef="#ctx0" brushRef="#br0" timeOffset="49872.07">7820 10976,'-8'0,"0"0,0 0,0 0,0-1,0-1,1 1,-1-1,0 0,1-1,-1 0,-1-1,-47-13,54 17,0-1,0 1,0 0,0 1,0-1,0 0,0 1,0-1,0 1,0-1,0 1,0 0,0 0,0 0,0 0,1 0,-1 1,0-1,1 0,-1 1,1-1,0 1,-1 0,1-1,0 1,0 0,0 0,0 0,0-1,0 1,1 0,-1 0,1 0,-1 0,1 1,-10 77,9-74,0 0,1 0,-1 0,1 1,1-1,-1 0,1 0,0 1,1-1,-1 0,1 0,1 0,-1-1,1 1,0 0,0-1,0 0,1 0,0 0,0 0,0 0,0-1,1 0,0 0,0 0,0 0,0-1,1 0,-1 0,1 0,0-1,2 1,9-2,-1 0,1-1,0-1,-1-1,0 0,1-1,-1-1,0 0,0-1,-1-1,5-3,30-10</inkml:trace>
  <inkml:trace contextRef="#ctx0" brushRef="#br0" timeOffset="50123.28">8221 11109,'2'0,"4"-2,4-1,2 0</inkml:trace>
  <inkml:trace contextRef="#ctx0" brushRef="#br0" timeOffset="50485.056">8983 10668,'15'1,"0"0,0-1,0-1,0-1,0 0,0-1,-1-1,1 0,-1 0,0-2,0 0,-1 0,1-2,-1 1,-1-2,0 0,0 0,-1-1,0 0,0-1,-1 0,-1-1,0 0,0-1,-1 1,-1-2,0 1,2-9,-7 19,-1-1,0 1,1-1,-1 1,-1-1,1 1,0-1,-1 0,0 1,0-1,0 0,0 1,0-1,-1 0,0 1,0-1,0 1,0-1,0 1,-1-1,1 1,-1 0,0 0,0-1,0 1,-1 1,1-1,-1 0,1 1,-1-1,0 1,0 0,0 0,0 0,0 0,-4-1,3 2,0 1,0-1,0 1,0 0,1 0,-1 1,0-1,0 1,0 0,0 0,0 0,1 1,-1-1,0 1,1 0,-1 0,1 0,0 0,0 1,0-1,0 1,0 0,-1 1,-50 81,40-37,1 1,3 1,2 0,2 0,2 1,3-1,2 1,3 17,-3-49,1 50,2 116,-10 42,1-168,-2-1,-2 1,-3-1,-3-1,-19 50,-17-8,33-84,4-13</inkml:trace>
  <inkml:trace contextRef="#ctx0" brushRef="#br0" timeOffset="50972.656">8903 11069,'10'-12,"0"1,1 1,0-1,1 2,0 0,0 0,1 1,0 1,0 0,1 0,0 2,8-3,12-5,1 1,1 2,0 2,0 0,0 3,27-1,-58 5,0 0,1 1,-1-1,0 1,0 0,0 0,1 1,-1-1,0 1,0 0,0 1,0-1,0 1,0 0,0 0,-1 1,1-1,-1 1,1 0,-1 0,0 1,0-1,-1 1,1 0,-1 0,0 0,0 0,2 4,-2 1,-1 0,0 0,-1 1,0-1,0 1,-1-1,0 0,-1 1,-1 6,0 50,2-65,0 0,0 0,1 0,-1 0,0 0,0 0,0-1,1 1,-1 0,1 0,-1 0,0 0,1-1,-1 1,1 0,0-1,-1 1,1 0,-1-1,1 1,0 0,0-1,-1 1,1-1,0 0,0 1,0-1,-1 0,1 1,0-1,0 0,0 0,0 0,0 1,0-1,0 0,-1 0,1-1,0 1,0 0,0 0,0 0,0-1,0 1,-1 0,1-1,1 1,38-23,-26 11,0-1,-1 0,-1-1,0-1,-1 0,0 0,-1-1,-1-1,-1 0,0 0,-1 0,0-5,-16 132,9-108,0 1,0-1,0 1,1-1,-1 0,1 1,-1-1,1 1,0-1,0 0,0 0,0 0,1 1,-1-1,1 0,-1 0,1-1,-1 1,1 0,0 0,0-1,0 1,0-1,0 0,0 0,0 0,1 0,-1 0,0 0,1 0,-1-1,1 1,-1-1,0 1,1-1,1 0,26-4,0-3</inkml:trace>
  <inkml:trace contextRef="#ctx0" brushRef="#br0" timeOffset="51302.02">9986 10869,'-37'85,"36"-82,0 0,1 1,0-1,-1 0,1 1,0-1,1 0,-1 1,0-1,1 0,0 1,0-1,0 0,0 0,0 0,1 0,-1 0,1 0,0 0,0-1,0 1,0 0,1-1,-1 0,0 1,1-1,2 1,0 0,0-1,0 1,0-1,0-1,0 1,0 0,1-1,-1 0,1-1,-1 1,1-1,-1 0,1 0,-1-1,1 1,-1-1,0-1,1 1,-1-1,0 1,0-2,0 1,0 0,0-1,1-1,4-3,1 1,-1-2,-1 1,0-1,0-1,0 0,-1 0,0-1,-1 0,0 0,2-5,6-25,-24 51,5-3,0 0,1 1,0-1,0 1,1 0,0 0,1 0,0 0,0 0,1 0,0 0,1 1,0-1,0 0,2 3,-1-9,0 1,1 0,0-1,0 0,0 0,0 0,1 0,-1 0,1 0,-1-1,1 0,0 0,0 0,0 0,0-1,1 1,-1-1,0 0,0 0,1-1,-1 1,1-1,1 0,37 4</inkml:trace>
  <inkml:trace contextRef="#ctx0" brushRef="#br0" timeOffset="51937.28">10895 10922,'-12'-3,"-1"1,1 0,-1 1,1 0,-1 1,1 1,0 0,-1 0,1 1,-1 1,1 0,0 0,1 2,-1-1,1 1,-1 1,2 0,-1 1,-8 6,18-12,-1 1,1-1,-1 1,1-1,0 1,-1-1,1 1,0 0,0 0,0-1,1 1,-1 0,0 0,1 0,-1 0,1 0,-1 0,1 0,0 0,0 0,0 0,0 0,0 0,1 0,-1 0,1 0,-1 0,1 0,0 0,-1 0,1 0,0 0,0-1,0 1,1 0,-1-1,0 1,1-1,-1 1,1-1,-1 0,1 1,0-1,-1 0,1 0,0 0,1 0,9 2,1 0,0 0,0-2,0 1,0-2,0 0,0 0,0-1,-1-1,1 0,0 0,-1-2,1 0,-1 0,0-1,0 0,10-7,-5 2,-1-1,0 0,0-1,-1-1,-1-1,0 0,-1-1,0 0,-1-1,-1 0,-1-1,0 0,-1-1,-1 0,3-11,6-18,-3-1,-2-1,-2 0,-2 0,0-30,-4 39,-2 0,-1 1,-2-1,-2 0,-2 1,-1 0,-2-1,-9 5,17 34,-1 1,1 0,-1-1,1 1,-1-1,1 1,-1 0,0-1,1 1,-1 0,0 0,1 0,-1-1,1 1,-1 0,0 0,0 0,1 0,-1 0,0 0,1 0,-1 1,0-1,1 0,-1 0,1 0,-1 1,0-1,1 0,-1 1,1-1,-1 0,0 1,1-1,-1 1,1-1,0 1,-1-1,1 1,-1-1,1 1,0-1,-1 1,1 0,0-1,0 1,-1 0,1-1,0 1,0 0,0 0,-9 19,0 0,2 1,1 0,0 1,2-1,-2 19,2-18,-9 59,3 0,4 1,4 66,4-120,0 0,2 0,1 0,1 0,1-1,2 0,8 18,-13-35,1 0,0-1,0 1,1-1,0-1,1 1,0-1,0 0,1 0,0-1,0 0,0 0,1-1,0 0,1-1,-1 0,1 0,0-1,0 0,0-1,6 1,-14-3,1-1,0 1,0 0,0-1,-1 0,1 0,0 0,0 0,0 0,-1 0,1-1,0 1,0-1,-1 0,1 0,0 0,-1 0,1-1,-1 1,1 0,-1-1,0 0,0 0,0 1,0-1,0-1,0 1,0 0,0 0,-1-1,0 1,1-1,-1 1,0-1,0 1,0-1,0 0,-1 1,1-1,-1-2,-1-6,-2 1,1-1,-2 0,1 1,-1 0,-1 0,0 0,0 0,-1 1,-1 0,1 0,-1 0,-1 1,1 0,-1 1,-1-1,1 2,-1-1,-46-37,-2 3,-1 2,-2 3,-1 2,-2 3,-28-8,82 29,40 14,-30-3,402 50,-322-40</inkml:trace>
  <inkml:trace contextRef="#ctx0" brushRef="#br0" timeOffset="52183.67">11028 11336,'-4'16,"-2"12,0 6,2 2,3-6,4-8,1-7</inkml:trace>
  <inkml:trace contextRef="#ctx0" brushRef="#br0" timeOffset="88332.931">1456 11724,'-7'20,"7"-20,0-1,0 1,1 0,-1 0,0 0,0 0,0-1,0 1,1 0,-1 0,0 0,0 0,0 0,1 0,-1 0,0-1,0 1,0 0,1 0,-1 0,0 0,0 0,0 0,1 0,-1 0,0 0,0 0,1 0,-1 0,0 0,0 1,0-1,1 0,-1 0,0 0,0 0,0 0,1 0,-1 0,0 1,0-1,0 0,0 0,1 0,-1 0,0 1,0-1,57-70,30-44,5 4,5 4,4 4,5 5,4 5,37-20,-117 92,0 1,2 1,0 2,0 2,2 1,1 1,-28 9,-12 4,-1 0,-14 2</inkml:trace>
  <inkml:trace contextRef="#ctx0" brushRef="#br0" timeOffset="88605.724">1831 10909,'-67'44,"67"-43,0 0,1 0,-1 0,0 0,0 0,1 0,-1 0,1 0,-1 0,1 0,-1 0,1 0,0 0,-1 0,1-1,0 1,0 0,-1-1,1 1,0 0,0-1,0 1,0-1,0 1,0-1,0 0,0 1,0-1,0 0,0 0,0 0,0 0,0 0,0 0,0 0,0 0,0 0,0 0,0 0,0-1,0 1,0 0,0-1,0 1,0-1,333-43,-328 43,0 0,0 1,0-1,1 1,-1 1,0-1,0 1,0 0,0 1,0-1,0 1,-1 0,1 0,-1 1,1 0,-1 0,0 0,0 1,0 0,0 0,-1 0,1 0,-1 1,0-1,-1 1,1 0,-1 0,2 5,2 14,-1 1,-2-1,0 1,-2 0,-1 0,-1 0,-1 1,-1-1,-1-1,-1 1,-1 0,-6 14,-15 66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5:33.43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1,'0'0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5:33.98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1 591,'9'2,"1"-1,0 0,0 0,0-1,-1-1,1 0,0 0,-1 0,1-2,0 1,-1-1,0 0,0-1,3-2,-7 5,31-12,-1-2,-1-1,0-2,-1-1,0-2,-2-1,-1-1,-1-2,5-7,9-33,-42 64,-1-1,1 0,0 0,-1 1,1-1,-1 0,0 0,1 0,-1 0,0 0,0 0,0 1,-1-1,1 0,0 0,-1 0,1 0,-1 1,1-1,-1 0,0 0,0 1,0-1,0 1,0-1,0 1,0-1,-1 1,1 0,-1-1,1 1,-1 0,1 0,-1 0,1 0,-1 0,0 0,0 1,-4-1,-1 0,0 0,1 1,-1 0,0 1,1-1,-1 1,0 0,1 1,-1 0,1 0,0 0,0 1,0 0,0 0,0 0,0 1,1 0,0 0,0 1,0-1,0 1,1 0,-1 0,1 1,1-1,-1 1,1 0,-7 11,1 1,0 0,2 0,0 0,1 1,1 0,0 1,2-1,0 1,2-1,0 2,0 35,2 1,3-1,4 15,27 151,-14-106,-6 2,1 113,-18-152</inkml:trace>
  <inkml:trace contextRef="#ctx0" brushRef="#br0" timeOffset="501.001">81 1100,'13'-21,"0"1,2 1,1 0,0 1,1 1,1 1,0 0,1 1,11-6,53-37,3 4,47-21,-80 56,-52 19,0 1,-1 0,1-1,0 1,-1 0,1-1,0 1,-1 0,1 0,-1 0,1 0,-1-1,1 1,-1 0,0 0,1 0,-1 0,0 0,0 0,0 0,0 0,0 0,0 0,0 0,0 0,0 0,0 0,0 0,-1 0,1 0,0 0,-1 0,1 1,-9 45,6-37,0-1,1 1,0 0,0 1,1-1,1 0,0 0,0 0,1 1,0-1,1 0,0 0,3 6,-4-14,0 1,0-1,0 0,1-1,-1 1,1 0,-1 0,1-1,0 1,0-1,0 1,0-1,0 0,0 0,0 1,0-2,0 1,1 0,-1 0,0-1,1 1,-1-1,0 0,1 0,-1 1,0-2,1 1,-1 0,0 0,1-1,-1 1,0-1,2-1,71-36,-58 25,-1-1,0 0,0-2,-2 0,0 0,0-1,-2-1,0 0,-2-1,0 0,1-4,-16 34,1 0,0 0,1 1,0-1,0 1,1 0,1 0,0 0,1-1,0 1,1 0,0 0,1 0,2 9,31 15,-14-26</inkml:trace>
  <inkml:trace contextRef="#ctx0" brushRef="#br0" timeOffset="869.597">1164 712,'-8'4,"1"0,0 1,0-1,0 2,0-1,1 1,0 0,0 1,0-1,1 1,0 0,1 0,-1 1,1 0,1-1,0 1,0 0,0 1,1-1,0 0,1 1,-1-1,2 1,-1 2,2-7,0-1,0 0,0 1,1-1,-1 0,1 0,-1 0,1 0,0 0,0 0,1 0,-1-1,0 1,1-1,0 0,0 0,-1 0,1 0,0 0,0 0,1-1,-1 1,0-1,1 0,-1 0,0-1,1 1,-1 0,1-1,-1 0,3 0,2 0,1 0,0 0,0-1,-1-1,1 1,0-1,-1-1,0 1,1-1,-1-1,0 0,1-1,3-3,0-1,0-1,-1 0,-1 0,0-1,0-1,-1 1,0-2,-1 1,-1-1,0 0,-1-1,0 1,-1-1,3-12,-9 20,-7 22,-15 99,22-111,1 0,0 1,1-1,-1 0,1 0,0 1,0-1,0 0,1 0,-1 0,1 0,0 0,0-1,0 1,1 0,-1-1,1 0,0 1,0-1,0 0,0-1,1 1,-1 0,1-1,3 2,80 15,-42-17</inkml:trace>
  <inkml:trace contextRef="#ctx0" brushRef="#br0" timeOffset="1302.455">1885 726,'-8'1,"-1"0,0 1,1 1,-1-1,1 2,0-1,0 1,0 0,0 0,1 1,0 0,0 1,0-1,1 1,-1 1,1-1,1 1,-4 5,8-10,0-1,0 1,0-1,0 1,0 0,1 0,-1-1,1 1,-1 0,1 0,0-1,-1 1,1 0,0 0,0 0,1 0,-1 0,0-1,0 1,1 0,-1 0,1-1,0 1,-1 0,1-1,0 1,0 0,0-1,0 1,0-1,1 0,-1 1,0-1,1 0,-1 0,1 0,-1 1,1-2,-1 1,1 0,0 0,-1 0,1-1,0 1,0-1,0 0,-1 1,1-1,0 0,0 0,13 2,-1-1,0-1,0 0,0-1,0 0,1-1,-1-1,-1 0,1-1,0 0,-1-1,0-1,0 0,-1-1,0 0,0-1,0 0,-1-1,0 0,-1-1,0 0,0-1,1-3,8-17,-1-1,-1-1,-2-1,-1 0,-2-1,-1-1,-2 0,-1 0,-2 0,-2-1,-1 0,-2-8,3-4,-1 0,-3 0,-1 0,-9-43,10 93,0 0,-1-1,1 1,-1 0,1-1,-1 1,0-1,1 1,-1 0,0-1,1 1,-1-1,0 1,1-1,-1 0,0 1,0-1,0 0,1 0,-1 1,0-1,0 0,0 0,0 0,0 0,1 0,-1 0,0 0,0 0,0-1,0 1,1 0,-1 0,0-1,0 1,0 0,1-1,-1 1,0-1,1 1,-1-1,0 1,1-1,-1 0,1 1,-1-1,1 0,-1 1,1-1,-1 0,1 0,0 1,-1-1,1 0,0 0,0 0,0 0,-11 34,2 0,2 1,1-1,1 1,2 0,1 1,2 3,-1 2,1 1,1 0,3-1,1 0,2 1,2-2,2 1,1-2,2 1,2-2,1 0,13 19,22 2,-51-57,0-1,-1 1,1 0,0-1,0 1,-1-1,1 1,0-1,0 1,0-1,0 1,0-1,0 0,0 0,0 1,0-1,0 0,0 0,0 0,0 0,0 0,0 0,0-1,-1 1,1 0,0 0,0-1,0 1,0 0,0-1,0 1,0-1,-1 1,1-1,0 0,0 1,-1-1,1 0,0 1,-1-1,1 0,-1 0,1 0,-1 1,1-1,-1 0,1 0,-1 0,0 0,0 0,1 0,-1 0,0 0,0 0,0 0,0 0,0 0,0 0,-1 0,3-25</inkml:trace>
  <inkml:trace contextRef="#ctx0" brushRef="#br0" timeOffset="1550.789">1926 364,'-16'-11,"-3"-5,6 2,17 3,21 2,25 4,26 2,28 0,21-2,10-3,-18 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5:30.20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66 2941,'-1'0,"0"1,-1-1,1 1,0-1,0 0,-1 1,1-1,0 0,-1 0,1 0,0 0,0 0,-1 0,1-1,0 1,-1 0,1-1,0 1,0-1,-1 1,1-1,0 1,0-1,0 0,0 0,0 0,0 1,0-1,0 0,0 0,0 0,1 0,-1-1,0 1,1 0,-1 0,1 0,-1-1,1 1,-1 0,1 0,0-1,0 1,0 0,0-1,0 1,0 0,0 0,0-1,0 1,0 0,1-1,-1 0,-11-80,4-1,3 1,3-6,1 27,3-744,-1 720,4 0,4 0,3 1,4 1,3 0,4 1,4 2,3 0,3 2,4 2,44-66,-52 99,1 1,3 2,1 1,1 2,3 2,0 1,3 2,0 2,2 2,44-21,-74 42,0 1,1 0,-1 1,1 1,0 0,1 1,-1 1,1 0,0 1,17 14,-32-12,-1-1,0 1,1-1,-1 1,0-1,1 1,-1 0,0-1,0 1,0-1,0 1,0 0,1-1,-1 1,0 0,-1-1,1 1,0-1,0 1,0 0,0-1,0 1,0-1,-1 1,1 0,0-1,-1 1,1-1,0 1,-1-1,1 1,-1-1,1 1,0-1,-1 0,1 1,-1-1,0 1,1-1,-1 0,1 0,-1 1,1-1,-1 0,0 0,1 0,-1 0,1 1,-1-1,0 0,0 0,-12 4</inkml:trace>
  <inkml:trace contextRef="#ctx0" brushRef="#br0" timeOffset="324.135">454 0,'-2'3,"1"0,-1 0,1 1,0-1,-1 0,1 1,1-1,-1 0,1 1,-1-1,1 1,0-1,0 1,0-1,1 1,-1-1,1 1,0-1,0 1,0-1,0 0,1 0,-1 1,1-1,0 0,0 0,0-1,0 1,1 0,-1-1,1 1,-1-1,1 0,0 0,0 0,0 0,0 0,0-1,2 1,12 1,1 0,-1-1,1-1,-1-1,1 0,-1-2,1 0,-1 0,1-2,-1 0,11-5,13-1,-32 8,85-9,-92 11,1 0,0 1,0-1,0 1,-1-1,1 1,0 0,-1 0,1 1,-1-1,1 0,-1 1,1-1,-1 1,0 0,0 0,0 0,0 0,0 0,0 0,-1 1,1-1,-1 0,0 1,1 0,-1-1,0 1,0-1,-1 1,1 0,0 1,0 17,-1 0,0 0,-1 0,-2 0,0 0,-1 0,-1 0,-1-1,-7 17,4-11,-130 370,97-293</inkml:trace>
  <inkml:trace contextRef="#ctx0" brushRef="#br0" timeOffset="2316.973">561 2848,'0'-3,"0"9,0 15,0 15,0 12,0 10,0 7,0 0,5-3,5-6,11-9,10-14,12-12,10-14,7-12,2-13,-8-4</inkml:trace>
  <inkml:trace contextRef="#ctx0" brushRef="#br0" timeOffset="2575.298">508 3115,'9'0,"14"-3,15-4,12-7,7-4,3-5,-3 0,-7 2,-14 3</inkml:trace>
  <inkml:trace contextRef="#ctx0" brushRef="#br0" timeOffset="2817.635">467 2794,'18'-7,"20"-4,22-5,18-5,15-2,9 1,1 6,-8 10,-19 5</inkml:trace>
  <inkml:trace contextRef="#ctx0" brushRef="#br0" timeOffset="3082.941">1429 3209,'-4'-5,"0"1,0 1,0-1,-1 1,0 0,0 0,0 0,0 0,0 1,0 0,-1 0,1 1,-1-1,1 1,-1 0,0 1,1-1,-2 1,-3-2,-1 0,0 1,0 0,-1 0,1 1,0 1,0 0,0 1,0 0,1 0,-1 1,0 1,1-1,0 2,0 0,0 0,0 0,1 1,0 1,0 0,1 0,0 1,-4 4,9-9,1 1,1-1,-1 1,0-1,1 1,0 0,0 0,0-1,0 1,1 0,-1 0,1 0,0 0,0 0,1-1,-1 1,1 0,0 0,0 0,0-1,0 1,1 0,-1-1,1 1,0-1,0 0,0 1,1-1,-1 0,2 1,3 3,0 1,1-1,0 0,1-1,-1 0,1 0,1-1,-1 0,1-1,9 3,9 1,1-2,0-1,0-1,1-1,-1-2,1-1,-1-1,0-2,29-6,-9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5:57.2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6:07.8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165 10,'-6'-1,"-1"0,1 0,0 1,-1 0,1 0,-1 0,1 1,0 0,0 0,-1 1,1 0,0 0,0 0,0 1,1 0,-1 0,1 0,-1 1,1 0,0 0,0 0,1 1,-1-1,1 1,0 0,-1 3,2-1,1-1,0 1,1 0,0 0,0 0,0 0,1 0,0 0,0 1,1-1,0 0,0 0,1-1,0 1,0 0,0 0,1-1,0 1,0-1,1 0,0 0,0 0,0-1,1 1,-1-1,1 0,1 0,-1-1,1 1,0-1,0-1,0 1,0-1,0 0,1 0,0-1,-1 0,2 0,10 4,0-1,0-1,0-1,1-1,-1 0,1-1,-1-1,1-1,-1-1,1 0,-1-1,0-1,0-1,7-3,-13 4,1-1,-1 0,0-1,0 0,-1-1,1 0,-1-1,-1 0,0-1,0 0,-1 0,0-1,0-1,-1 1,-1-1,0-1,0 1,-1-1,0 0,0-5,-4 13,0-1,-1 1,0-1,1 1,-2-1,1 0,0 1,-1-1,0 0,0 1,-1-1,1 0,-1 1,0-1,-1-2,1 8,0-1,0 0,0 1,0-1,0 1,0 0,0-1,0 1,0 0,0-1,0 1,0 0,0 0,0 0,0 0,1 0,-1 0,0 0,1 0,-1 0,1 0,-1 0,1 0,0 1,-1-1,1 0,0 0,0 0,0 1,0-1,0 0,0 1,-2 4,-1 1,1-1,1 1,-1 0,1-1,1 1,-1 0,1 0,0 0,1 0,0 0,0-1,0 1,1 0,0-1,0 1,0-1,1 1,0-1,0 0,1 0,0-1,0 1,0-1,1 0,0 0,0 0,0 0,0-1,1 0,-1 0,1-1,0 1,0-1,1-1,-1 1,2 0,3-3,1-1,-1 0,0 0,1-1,-1 0,0-1,0-1,0 1,-1-2,1 1,-1-2,0 1,-1-1,1-1,-1 0,0 0,-1-1,0 0,0 0,-1-1,0 0,0 0,-1-1,0 1,-1-2,0 1,0 0,-1-1,1-5,2-55,-7 72,0-1,0 0,0 0,0 0,0 0,0 0,0 0,-1 0,1 1,0-1,0 0,0 0,0 0,-1 0,1 0,0 0,0 0,0 0,0 0,-1 0,1 0,0 0,0 0,0 0,0 0,-1 0,1 0,0 0,0 0,0 0,0 0,-1 0,1 0,0 0,0-1,0 1,0 0,0 0,-1 0,1 0,0 0,0 0,0-1,0 1,0 0,0 0,0 0,0 0,-1-1,-3 20,3-13,1 0,0 0,0 0,0 0,1 0,0 0,0-1,1 1,-1 0,1 0,1-1,-1 1,1-1,0 1,0-1,0 0,1-1,0 1,0 0,0-1,0 0,1 0,-1 0,1-1,0 1,0-1,1 0,-1-1,1 1,0-1,17 8,0-2,1 0,0-2,0 0,1-2,19 1,65 1,-3-6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6:12.80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451 437,'-2'2,"2"-1,0 0,0 0,0-1,-1 1,1 0,0 0,0-1,-1 1,1 0,0-1,-1 1,1 0,-1-1,1 1,-1-1,1 1,-1-1,0 1,1-1,-1 1,0-1,1 1,-1-1,0 0,1 1,-1-1,0 0,0 0,1 0,-1 1,0-1,0 0,1 0,-1 0,0 0,0 0,0-1,1 1,-1 0,0 0,0 0,1-1,-1 1,0 0,1-1,-1 1,0 0,0-1,-11-29,-27-36,32 60,-1 0,1 0,-1 1,0 0,0 1,-1 0,1 0,-1 1,0 0,0 0,0 1,0 0,-1 1,1 0,0 0,-1 1,1 0,0 1,-1 0,1 0,0 1,0 0,0 1,0 0,0 0,0 1,1 0,0 1,0 0,0 0,0 1,1-1,0 2,0-1,1 1,0 0,0 0,0 1,1 0,-4 7,4-5,0 0,1 1,0-1,0 1,1 0,1 0,0 0,0 0,1 0,1 0,-1 1,2-1,0 0,0 0,1 0,0 0,1 0,1 0,-1-1,2 1,-1-1,1 0,1 0,0-1,0 1,1-2,0 1,1-1,0 0,0 0,0-1,1 0,1 0,8 4,1 0,0-2,0 0,1-2,0 0,0-1,1-1,0 0,0-2,0-1,0 0,0-2,0 0,4-2,14-2,-1-1,0-2,0-2,-1-1,0-2,-1-1,13-8,-31 13,0-1,-1 0,0-1,0-1,-1-1,0 0,-1-1,13-14,-26 26,-1-1,1 1,0 0,-1-1,1 1,-1-1,0 0,1 1,-1-1,0 0,0 0,0 0,0 1,0-1,0 0,-1-1,1 1,-1 0,1 0,-1 0,0 0,0 0,0 0,0 0,0-1,0 1,-1 0,1 0,-1 0,0 0,1 0,-1 0,0 0,0 0,0 0,0 1,0-1,-1 0,1 0,-1 1,1-1,-1 1,1 0,-1-1,0 1,0 0,1 0,-1 0,0 0,-2 0,-7-2,1 2,-1 0,1 0,-1 1,0 0,1 1,-1 0,0 1,1 0,0 1,-1 0,1 0,0 1,1 0,-1 1,1 0,0 1,0 0,0 0,1 1,0 0,0 1,1-1,0 1,0 1,1-1,0 1,-5 10,10-17,-1 1,0 0,0 0,1 0,0 0,0 0,-1 0,2 0,-1 0,0 0,1 0,-1 1,1-1,0 0,0 0,0 1,1-1,-1 0,1 0,-1 0,1 1,0-1,1 0,-1 0,0 0,1-1,0 1,-1 0,1 0,0-1,0 1,1-1,-1 0,3 2,6 0,0 0,1-1,0-1,-1 0,1 0,0-1,0-1,0 0,0-1,0 0,-1 0,1-1,0-1,-1 0,0-1,1 0,-1-1,-1 0,1 0,-1-1,4-3,-7 5,0 0,0 0,0-1,0 0,-1 0,0 0,0-1,0 0,-1 0,0-1,0 1,-1-1,1 0,1-6,-6 13,0 0,0 0,0 0,-1 1,1-1,0 0,0 0,0 0,0 0,-1 0,1 0,0 0,0 0,0 0,0 0,-1 0,1 0,0 0,0-1,0 1,0 0,-1 0,1 0,0 0,0 0,0 0,0 0,0 0,-1 0,1-1,0 1,0 0,0 0,0 0,0 0,0 0,0-1,-1 1,1 0,0 0,0 0,0 0,0-1,0 1,0 0,0 0,0 0,0-1,0 1,0 0,0 0,-12 14,9-9,1-1,-1 0,1 1,1 0,-1-1,0 1,1 0,0 0,0 0,1 0,-1 0,1 0,0 0,0 0,1 0,-1 0,1 0,0 0,1-1,-1 1,1 0,0-1,0 1,1-1,-1 1,1-1,0 0,0 0,0 0,0-1,1 1,0-1,0 1,0-1,0-1,0 1,0 0,1-1,-1 0,1 0,0-1,1 1,-1 0,-1-1,1-1,0 1,-1-1,1 1,0-1,-1-1,1 1,-1-1,1 0,0 0,-1 0,0 0,1-1,-1 0,0 0,0 0,0 0,0-1,0 1,0-1,-1 0,1-1,-1 1,0 0,0-1,0 0,0 1,-1-1,1-2,4-7,0 0,-1-1,-1 0,0 0,-1-1,0 1,-1-1,0-13,-2 18,26-120,-26 126,1 0,-1 0,1 0,0 0,0 1,0-1,1 1,-1-1,1 1,0 0,-1 0,1 0,1 1,-1-1,0 1,1-1,-1 1,1 0,0 1,0-1,0 0,0 1,0 0,0 0,0 0,0 1,0-1,0 1,4 0,0 1,0 1,-1 0,1 0,0 0,-1 1,0 0,1 1,-1-1,-1 1,1 1,0-1,-1 1,0 0,0 1,-1 0,5 4,2 5,-1 0,0 1,-1 0,0 0,-1 1,3 10,2 19,-1 2,-3-1,-1 2,-3-1,-2 1,-2 0,-2 0,-6 47,8 172,0-250,0-1,1 1,1-1,1 1,1-1,0-1,7 14,-10-25,-1 0,1 0,0 0,1 0,-1-1,1 1,0-1,0 0,0 0,1 0,-1-1,1 0,0 0,0 0,0 0,0-1,1 0,-1 0,1 0,-1 0,1-1,0 0,-1-1,1 1,4-1,-5 0,0-1,0 1,-1-1,1-1,0 1,-1 0,1-1,-1 0,1 0,-1-1,0 1,0-1,0 0,0 0,-1 0,1 0,-1-1,1 1,-1-1,-1 0,1 0,0 0,-1 0,0-1,0 1,1-3,1-4,0 0,-1-1,0 0,-1 1,0-1,-1 0,-1 0,1 0,-2 0,0-5,-7-18,-1 0,-1 0,-2 1,-2 0,-1 1,-1 1,-2 0,-1 1,-2 1,-15-17,2 5,-2 1,-2 2,-1 2,-2 1,-1 3,-4-1,-3-10,49 43,0 0,0-1,0 1,0 0,0-1,0 1,0 0,0 0,1-1,-1 1,0 0,1 0,-1-1,1 1,0 0,-1 0,1 0,0 0,0 0,-1 0,1 0,0 0,0 0,0 0,0 0,0 1,0-1,1 0,-1 1,0-1,0 1,0-1,1 1,0-1,29-12,1 1,0 2,1 1,0 1,31-2,-39 5,30-6,0 3,0 2,1 3,45 3,-99-1,1 1,0 0,0 0,0 0,-1 1,1-1,0 1,0-1,-1 1,1 0,0 0,-1 0,1 0,-1 1,0-1,1 1,-1-1,0 1,0 0,0 0,0 0,0 0,0 0,-1 1,1-1,-1 0,1 1,-1-1,0 1,0-1,0 2,4 29,-6-29,1 0,-1 1,1-1,0 0,1 0,-1 0,1 0,0 1,0-1,0 0,0 0,1-1,0 1,-1 0,2 0,-1-1,0 1,1-1,-1 0,1 0,0 0,0 0,0 0,0 0,1-1,-1 0,1 1,0-1,-1-1,1 1,0-1,0 1,1-1,1-1,0 1,0-2,1 1,-1-1,0 0,0 0,0-1,0 0,0 0,0 0,0-1,-1 1,1-2,-1 1,0 0,0-1,0 0,0 0,3-4,4-5,0 0,-1-1,-1 0,0-1,-1 0,4-8,19-63,-12 168,-18-74,0 0,1 0,-1 0,2-1,-1 1,1-1,0 0,0 0,1 0,0-1,0 1,1-1,-1 0,1-1,1 1,-1-1,1 0,0-1,0 0,0 0,1 0,-1-1,1 0,0-1,0 0,0 0,0 0,0-1,0 0,0-1,1 0,-1 0,4-1,-2-2,0 0,0 0,-1-1,1-1,-1 1,0-1,-1-1,1 1,-1-2,0 1,0-1,-1 0,0-1,0 0,-1 0,0 0,0-1,-1 1,1-4,5-11,-1 0,0 0,-2-1,-1-1,-1 1,-1-1,0-8,-1 1,-2 1,-1-1,-1 1,-1-1,-6-24,5 43,0-1,-1 1,-1 0,-1 0,1 0,-2 0,0 1,0 0,-1 0,-1 1,0 0,0 0,-1 1,-5-5,10 12,0-1,0 0,0 1,0 0,0 0,-1 0,0 1,1-1,-1 1,0 0,0 0,0 1,0 0,0 0,-1 0,1 0,0 1,-1 0,1 0,0 0,0 1,-1 0,1 0,0 0,0 0,0 1,0 0,0 0,0 0,1 1,-1 0,1-1,0 2,-1-1,-1 2,-4 9,1 0,0 0,0 1,2 0,0 1,1 0,0 0,1 0,1 1,0-1,2 1,0 0,0 0,2 0,1 13,0-9,2 0,0-1,1 1,1-1,1 0,1 0,1-1,0 0,1 0,1-1,1 0,1-1,0 0,2-1,-1 0,2-1,0-1,1 0,0-1,1-1,0 0,1-1,1-1,-1-1,20 6,62 18,-7-10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6:13.1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39 1,'-3'18,"0"15,1 9,-1 4,2-1,0-6,-2-8,-3-8,-2-9,0-7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6:13.4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73,'7'-7,"13"-5,20-2,21-1,16 2,8 3,-1 8,-10 14,-17 4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6:13.60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36,'14'12,"18"3,19-3,22-10,16-10,9-11,2-6,-16 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6:14.98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82 187,'0'2,"0"8,-3 9,0 13,-2 11,-2 11,-3 5,0-1,3-5,2-8,2-11</inkml:trace>
  <inkml:trace contextRef="#ctx0" brushRef="#br0" timeOffset="250.854">1 213,'2'21,"8"15,13 12,15 3,12 1,6-5,1-5,-3-8,-6-9,-11-12,-12-7</inkml:trace>
  <inkml:trace contextRef="#ctx0" brushRef="#br0" timeOffset="494.784">389 0,'-11'21,"-5"19,2 18,3 14,7 12,7 4,8-2,6-5,0-17</inkml:trace>
  <inkml:trace contextRef="#ctx0" brushRef="#br0" timeOffset="804.009">603 588,'0'-309,"-8"253,20 63,8 5,1 0,0-2,0 0,1-2,1 0,-1-1,1-2,0 0,10 0,35 10,-52-12,-9-2,1 1,-1 0,0 0,1 0,-1 1,0 0,0 0,-1 1,1 0,-1 0,2 1,-7-1,0-1,1 1,-1-1,0 1,0-1,-1 1,1-1,-1 1,0 0,0-1,0 1,0 0,-1-1,1 1,-1-1,0 1,0 0,0-1,-1 0,1 1,-1-1,0 0,0 0,0 0,0 0,0 0,-1 0,1-1,-1 1,2-2,-18 25,10-13,0 0,0 0,2 1,-1 0,2 0,-4 9,10-21,-1 0,1 0,-1 0,1 0,0 0,-1 0,1 0,0 0,0 0,1 0,-1 0,0 0,1 0,-1 0,1 0,0 0,-1 0,1 0,0 0,0 0,0-1,1 1,-1 0,0-1,1 1,-1-1,1 1,-1-1,1 0,0 0,-1 1,1-1,0 0,0-1,0 1,0 0,0-1,0 1,0-1,1 1,88 7,56-29,-75 3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6:14.1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1 241,'20'2,"23"1,23 0,20-1,16 0,6-1,-1-1,-12 0,-22 0</inkml:trace>
  <inkml:trace contextRef="#ctx0" brushRef="#br0" timeOffset="286.195">469 0,'147'65,"-89"-42,-2 3,0 2,5 7,5 23,-64-56,-1 0,1 1,0-1,-1 1,0 0,0-1,1 1,-1 0,-1 0,1 0,0 0,-1 0,1 0,-1 0,0 0,0 0,0 0,-1 0,1 0,-1 0,0-1,1 1,-1 0,0 0,-1 0,1-1,-1 2,-7 8,-1 0,-1-1,0 0,0 0,-1-2,0 1,-1-2,0 1,0-2,-5 2,10-4,-221 130,200-114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6:10.62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201 545,'2'-4,"-1"-1,1 0,-1 0,0-1,-1 1,1 0,-1 0,0 0,0-1,-1 1,1 0,-1 0,0 0,0 0,-1 0,0 0,0 0,0 0,0 1,-1-1,0 1,0 0,0-1,0 1,-1 1,1-1,-1 0,0 1,0 0,0 0,-1 0,-3-2,4 4,0 0,0 1,0-1,0 1,0 0,0 0,0 0,0 0,0 1,0 0,0 0,0 0,0 0,1 0,-1 1,0 0,1 0,-1 0,1 0,0 0,0 1,0-1,0 1,0 0,0 0,1 0,-1 0,1 1,-4 3,2 0,-1 0,1 1,0-1,1 1,0 0,0 0,0 0,1 1,1-1,-1 0,1 9,1-13,1 0,0 1,0-1,0 0,0 0,1 0,-1 0,1-1,0 1,0 0,1-1,-1 0,1 1,0-1,0 0,0 0,0 0,0-1,1 1,-1-1,1 0,-1 0,1 0,0 0,0-1,0 1,0-1,0 0,0 0,0-1,1 1,-1-1,0 0,0 0,0 0,1-1,-1 1,0-1,0 0,0 0,2-2,-2 2,0-1,0 1,-1-1,1 0,-1-1,1 1,-1-1,0 1,1-1,-1 0,-1 0,1 0,0-1,-1 1,0-1,0 1,0-1,0 0,0 0,-1 0,0 0,0 0,1-2,6-98,-12 84,4 20,0 0,0 0,0 0,0 0,-1 0,1 0,0 1,0-1,0 0,0 0,0 0,-1 0,1 0,0 0,0 0,0 0,-1 0,1 0,0 0,0 0,0 0,0 0,-1 0,1-1,0 1,0 0,0 0,0 0,0 0,-1 0,1 0,0 0,0 0,0-1,0 1,0 0,0 0,0 0,-1 0,1 0,0-1,0 1,-3 18,1 0,1 0,1 0,0 0,1 0,1 0,1 0,0-1,1 1,1-1,-4-11,1-1,-1 0,1 0,0 0,1 0,-1-1,1 1,0 0,0-1,0 0,0 0,1 0,0 0,0 0,0-1,0 0,1 0,-1 0,1 0,-1-1,1 1,0-1,0-1,0 1,1-1,-1 1,0-2,0 1,1 0,1-1,2-1,0-1,0 0,0-1,-1 0,1 0,-1 0,1-1,-1-1,0 1,0-2,35-24</inkml:trace>
  <inkml:trace contextRef="#ctx0" brushRef="#br0" timeOffset="249.382">602 118,'-7'-18,"-7"-11,0-3,1 7,6 12,8 19,11 23,10 24,9 26,0 27,-4 27,-16 25,-26 20,-11-20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6:08.5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0 311,'15'309,"-2"-892,-3 660,-6-64,0 1,1-1,1-1,0 1,1-1,0 0,0 0,8 7,-12-15,0 0,1 0,-1-1,1 1,0-1,0 0,1 0,-1 0,0-1,1 1,0-1,-1 0,1-1,0 1,0-1,0 0,0 0,0 0,1-1,-1 0,0 0,0 0,0-1,0 1,1-1,9-5,-1 0,0-1,-1-1,1 0,-1 0,-1-1,0-1,0 0,-1-1,0 0,-1-1,0 0,5-10,46-86,-70 132,1 1,1 1,1 0,2 0,0 0,2 0,0 1,2-1,1 0,2 1,2 13,-3-29,1 0,-1 0,2-1,-1 1,2-1,-1 0,1 0,1 0,0-1,0 0,1 0,0-1,0 1,1-2,0 1,0-1,1 0,0-1,0 0,1 0,0-1,0 0,0-1,0 0,1-1,0 0,-1 0,2-1,47-4,-7-8</inkml:trace>
  <inkml:trace contextRef="#ctx0" brushRef="#br0" timeOffset="391.658">936 124,'-10'14,"1"1,0 0,2 1,-1 0,2 0,0 0,1 1,1 0,0 0,2 0,0 1,0-1,2 0,0 1,1-1,1 1,0-1,2 0,2 9,-3-18,1 1,0-1,0 0,1 0,0 0,0 0,1-1,-1 0,2 0,-1-1,1 1,0-1,0-1,5 3,-7-5,-1 0,1-1,0 0,-1 0,1 0,0 0,0-1,0 0,0 0,1-1,-1 1,0-1,0 0,0 0,1-1,-1 1,0-1,0 0,0-1,0 1,0-1,0 0,-1 0,1-1,0 0,0 0,8-9,-1-1,0 0,0-1,-2-1,1 0,-2 0,0-1,-1 0,-1 0,0-1,-1 0,-1 0,0 0,-2-1,0 0,-1 0,9-36,-4-1,-1-1,-2-28,-14 27,9 57,-1 0,1 0,0 0,0 0,0 0,-1 0,1 0,0 1,0-1,-1 0,1 1,0-1,0 1,0-1,0 1,0 0,0-1,0 1,0 0,0 0,0 0,0-1,0 1,1 0,-1 0,0 0,1 1,-1-1,1 0,-1 0,1 0,-1 0,1 0,0 1,0-1,-1 0,1 0,0 2,-2-1,1 1,-1 0,1 0,-1 0,1 1,0-1,0 0,0 0,1 1,-1-1,1 0,-1 1,1-1,1 0,-1 1,0-1,1 1,-1-1,1 0,0 0,0 1,0-1,1 0,-1 0,1 0,0 0,0-1,0 1,0 0,0-1,0 1,1-1,-1 0,1 0,0 0,0 0,-1 0,1 0,0-1,3 1,14 1</inkml:trace>
  <inkml:trace contextRef="#ctx0" brushRef="#br0" timeOffset="662.038">1592 111,'13'13,"12"14,11 12,5 7,5 6,2 3,0-4,-5-3,-4-7,-7-10,-6-8,-6-10,-4-8,-2-10,-3-4</inkml:trace>
  <inkml:trace contextRef="#ctx0" brushRef="#br0" timeOffset="911.366">2032 124,'-18'-7,"-13"0,-8 6,-8 14,-6 19,-8 20,-6 19,-11 18,-12 12,-16 9,11-13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6:06.2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94 256,'-9'24,"0"1,2 0,0 0,2 1,1 0,1 0,1 26,0-5,3-1,2 1,1-1,3 1,2-1,2-1,5 12,-16-56,4 11,-5-20,-41-236,9-8,10 6,22 244,1 1,0-1,0 0,0 0,0 1,0-1,0 0,1 1,-1-1,1 0,-1 1,1-1,-1 1,1-1,0 1,0-1,0 1,0-1,0 1,0 0,0 0,0-1,1 1,-1 0,0 0,1 0,-1 0,1 1,-1-1,1 0,-1 0,1 1,-1-1,1 1,0 0,-1-1,1 1,0 0,0 0,-1 0,2 0,262 6,-32 7,-183-6</inkml:trace>
  <inkml:trace contextRef="#ctx0" brushRef="#br0" timeOffset="243.35">26 483,'25'2,"25"1,21-2,19-4,15-6,6-6,-1-2,-9-1,-22 2</inkml:trace>
  <inkml:trace contextRef="#ctx0" brushRef="#br0" timeOffset="743.286">936 389,'-12'45,"2"1,2 0,3 1,1-1,2 23,2-58,0 0,0 0,1 0,1 0,0 0,0-1,1 1,1-1,3 8,-7-18,-1-1,1 1,0-1,0 1,0-1,0 1,0-1,0 1,0 0,1-1,-1 1,0-1,0 1,0 0,0-1,0 1,1-1,-1 1,0 0,0-1,1 1,-1 0,0-1,1 1,-1 0,0-1,1 1,-1 0,0 0,1 0,-1-1,0 1,1 0,-1 0,1 0,-1 0,1 0,-1-1,0 1,1 0,-1 0,1 0,-1 0,1 0,-1 1,0-1,1 0,-1 0,1 0,-1 0,0 0,1 1,-1-1,1 0,-1 0,0 0,1 1,-1-1,0 0,1 1,3-199,-4 118,-2-2,3 0,4 0,4 0,4-5,-13 86,1-5,0-1,0 0,1 0,0 0,0 1,0-1,1 1,0 0,1 0,-1 0,1 0,0 0,1 1,-1 0,2-1,-3 5,0 1,1 0,-1 0,1 0,-1 1,0-1,1 1,-1 0,0 0,0 0,1 0,-1 0,0 1,0-1,0 1,-1 0,1 0,0 0,-1 0,1 1,-1-1,0 1,0-1,0 1,0 0,0 0,0 0,0 2,11 10,-1 0,-1 1,-1 1,0-1,-1 2,-1-1,-1 1,0 0,-2 1,0-1,0 1,-2 1,-4-10,0-1,0 1,-1-1,-1 0,0 1,0-1,0 0,-1-1,-1 1,1-1,-1 0,-1 0,0 0,0-1,0 1,-1-2,0 1,0-1,-1 0,0 0,0-1,6-4,3 0,-1-1,1 0,-1 0,1 0,-1 0,1 0,-1 1,1-1,-1 0,1 1,-1-1,0 0,1 0,-1 1,1-1,-1 1,0-1,1 0,-1 1,0-1,0 1,1-1,-1 1,0-1,0 1,0-1,0 1,1-1,-1 1,0-1,0 1,0-1,0 1,0-1,0 1,0-1,-1 1,1-1,0 1,0-1,0 1,0-1,-1 1,1-1,0 1,0-1,-1 1,1-1,0 0,-1 1,1-1,-1 0,1 1,0-1,-1 0,1 1,-1-1,1 0,-1 0,1 1,-1-1,1 0,-1 0,1 0,-1 0,1 0,-1 0,0 0,179 49,-167-45,-1 0,1 2,-1-1,0 1,-1 0,1 1,-2 1,1-1,-1 1,0 0,0 1,-1 0,0 0,-1 1,1 1,-5-8,0 1,-1-1,1 1,-1 0,0 0,0 0,0-1,-1 1,1 0,-1 0,0 0,0 0,0 0,-1 0,1 0,-1 0,0 0,0 0,0-1,-1 1,0 0,1-1,-1 1,0-1,0 0,-1 1,1-1,-1 0,-1 0,-6 7,0-1,-1 0,-1 0,1-2,-1 1,-1-2,-9 5,-13 4,-1 0,-1-3,0 0,0-3,-1-1,-25 1,34-8,11-3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5:51.82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156 435,'3'-5,"0"11,-1 21,1 30,-2 30,0 24,0 18,1 3,3-3,1-25</inkml:trace>
  <inkml:trace contextRef="#ctx0" brushRef="#br1" timeOffset="9102.033">316 448,'-16'-3,"0"-1,0-1,0 0,1-1,0-1,-9-5,23 12,0 0,1 1,-1-1,0 0,0 0,0 0,0 1,0-1,0 1,0-1,1 0,-1 1,0 0,0-1,0 1,1-1,-1 1,0 0,1 0,-1-1,1 1,-1 0,1 0,-1 0,1-1,0 1,-1 0,1 0,0 0,0 0,-1 0,1 0,0 0,0 0,0 0,0 0,0 0,0 0,1 0,-1 0,0-1,0 1,1 0,-1 0,0 0,1 0,-1 0,0 4,-1 108,5-1,4 0,5 0,5-2,5 0,16 38,-29-92,-11-55,-1 0,0 0,1 0,-1 0,0 0,0-1,0 1,0-1,0 1,0-1,0 0,1 0,-1 0,0 0,0 0,0 0,0 0,0-1,0 1,0-1,0 1,0-1,-10-1,-55 26,116-48,-21 15,1 2,0 1,0 2,0 0,1 2,-1 2,24 2,-39-3,-3-1</inkml:trace>
  <inkml:trace contextRef="#ctx0" brushRef="#br1" timeOffset="9368.902">9 274,'-5'0,"2"5,9 5,14 5,14-2,17-2,16-5,15-9,7-8,0-2,-16 0</inkml:trace>
  <inkml:trace contextRef="#ctx0" brushRef="#br1" timeOffset="11281.52">704 890,'92'262,"-83"-240,-5-8,0-1,1 0,1-1,0 1,1-1,0-1,1 1,6 6,-14-18,1 1,0 0,0-1,0 1,-1-1,1 1,0-1,0 0,0 1,0-1,0 0,0 0,0 1,0-1,0 0,0 0,0 0,0 0,0 0,0-1,0 1,-1 0,1 0,0-1,0 1,0 0,0-1,0 1,0-1,-1 1,1-1,0 1,0-1,-1 0,1 1,0-1,-1 0,1 0,-1 1,1-1,0-1,23-39,-22 37,18-40,-2 0,-2-1,-2 0,-2-1,0-13,-9 35,-15 54,-5 88,17-114,0 1,0 0,0-1,1 1,0 0,0-1,0 1,0-1,1 1,0-1,0 0,0 1,0-1,1 0,0 0,0-1,0 1,0-1,0 1,1-1,-1 0,1 0,0-1,0 1,7 1,-1-1,1-1,0 0,0 0,1-1,-1 0,0-1,0 0,0-1,1 0,-1-1,0 0,0-1,-1 0,1 0,0-2,-1 1,0-1,0 0,-1-1,1-1,-1 1,-1-1,2-2,-5 6,0-1,0 0,0 0,0 0,-1 0,0-1,0 0,0 0,0 0,-1 0,0-1,0 0,-1 1,1-1,-1 0,0 0,-1 0,1 0,-1 0,-1-1,1 1,-1 0,0 0,0-1,-1 1,0 0,0 0,0 0,-1 0,0 0,0 0,0 0,-1 0,-2-3,5 10,0-1,0 1,0-1,0 0,0 1,0-1,0 0,0 1,0-1,0 1,0-1,0 0,0 1,0-1,0 0,0 1,-1-1,1 0,0 1,0-1,0 0,-1 1,1-1,0 0,-1 0,1 1,0-1,0 0,-1 0,1 1,0-1,-1 0,1 0,0 0,-1 0,1 0,-1 0,1 1,0-1,-1 0,1 0,0 0,-1 0,1 0,-1 0,1-1,0 1,-1 0,1 0,0 0,-1 0,1 0,0 0,-1-1,1 1,0 0,-1 0,1-1,0 1,-1 0,1 0,0-1,0 1,-1 0,1-1,0 1,1 34,4-6,1 1,2-1,1 0,1-1,1 0,6 10,-14-32,-1 0,1 0,-1 0,1 0,1 0,-1 0,1-1,0 0,0 0,0 0,0 0,1 0,0-1,0 0,0 0,0 0,0-1,0 0,1 1,-1-2,1 1,-1-1,1 0,0 0,0 0,8-4,0-1,0 0,0 0,-1-2,0 1,0-2,0 0,-1 0,0-1,0-1,-1 0,0-1,9-9,0 1,0-1,-1-1,-2-1,0 0,-1-1,0-1,-2-1,-1 0,-2 0,0-1,-1-1,-1 0,2-15,-9 20,-10 30,-6 42,2 0,3 1,1 0,4 1,1-1,4 46,6 82,8-1,19 70,-26-201,-3-33,-6-31,-83-875,85 806,-1 84,0-1,1 1,-1 0,0 0,1 0,-1-1,1 1,0 0,-1 0,1 0,0 0,0 0,-1 0,1 0,0 1,0-1,0 0,0 0,0 1,0-1,0 1,1-1,-1 1,0-1,0 1,0-1,1 1,-1 0,0 0,0 0,1 0,-1 0,0 0,0 0,0 0,1 0,-1 1,0-1,0 0,1 1,48 20,-50-21,12 6,-1 1,0 1,0 0,0 0,-1 1,0 1,-1-1,0 1,-1 1,3 3,-8-9,0 0,-1 0,1 0,-1 0,0 0,0 1,0-1,-1 1,0 0,0-1,0 1,-1 0,0-1,0 1,0 0,-1-1,0 1,0 0,0-1,-1 1,1-1,-1 1,-1-1,1 0,-2 1,-1 3,-1-1,-1 0,1 0,-1 0,0-1,-1 0,0-1,0 1,0-2,-1 1,0-1,0 0,0-1,-1 0,-9 2,17-5,1 0,-1 0,0-1,1 1,-1 0,0-1,0 1,0-1,0 0,1 0,-1 0,0 0,0 0,0 0,0 0,0-1,1 1,-1 0,0-1,0 0,1 1,-1-1,0 0,1 0,-1 0,1 0,-1 0,1 0,-1-1,1 1,0 0,0-1,-1 1,1-1,0 1,0-1,1 0,-1 1,0-1,1 0,-1 0,0 1,1-1,0 0,0 0,-1 0,1 0,0 1,0-1,1-2,3-7,1 1,1 0,0-1,0 2,1-1,0 1,1 0,0 0,0 1,1 0,0 1,0 0,7-4,19-16,1 0,-1-1,-1-2,-2-1,-1-1,13-20,-22 21,-3-1,0-1,-2-1,-2 0,-1-1,-2-1,-1 0,-1-1,-3 0,-1 0,1-35,-6 64,0 0,0 0,-1 0,0 1,0-1,-1 0,0 0,-1 0,1 0,-2 1,1-1,-1 1,0 0,0 0,-1 0,-1-2,3 8,1-1,0 1,-1 0,1 0,-1-1,0 1,1 0,-1 1,0-1,0 0,0 0,1 1,-1-1,0 1,0 0,0-1,0 1,0 0,0 0,0 0,0 0,0 1,0-1,0 1,0-1,1 1,-1-1,0 1,0 0,1 0,-1 0,0 0,1 0,-1 0,0 1,-48 55,37-29,1 1,1 0,1 1,2 0,1 0,2 1,0 0,2 0,2 26,-1-18,2-1,1 1,2-1,2 1,2-1,1-1,12 33,-15-55,1-1,0 1,1-1,0-1,1 1,1-1,0-1,1 1,0-2,1 1,0-2,0 1,2-1,-1-1,1 0,0-1,1-1,0 0,0 0,11 2,-15-6,1 0,-1 0,1-1,-1-1,1 0,0 0,0-1,0 0,-1-1,1 0,0-1,-1 0,1-1,-1 0,0 0,0-1,0-1,0 1,-1-2,1 1,-2-1,1-1,0 0,-1 0,-1 0,1-1,-1 0,0-1,-1 1,0-1,3-7,-1 0,0 1,-1-1,-1 0,-1-1,0 0,-1 0,-1 0,0 0,-2 0,0 0,-1-1,0 1,-1 0,-1-1,-1 1,-19-27,21 43,0 0,0 0,1 1,-1-1,0 1,0-1,0 0,0 1,0 0,0-1,0 1,0 0,0-1,0 1,0 0,0 0,0 0,0 0,0 0,0 0,0 0,0 0,0 0,0 0,0 1,0-1,0 0,0 1,0-1,0 1,0-1,0 1,0 0,1-1,-1 1,0 0,0-1,1 1,-1 0,0 0,1 0,-1 0,1-1,-1 2,-5 7,0 2,1-1,0 0,1 1,0 0,1 0,0 1,1-1,0 0,0 1,2-1,-1 1,1 0,2 7,-1-11,0 0,1-1,0 1,1-1,0 0,0 0,0 0,1 0,0 0,0-1,1 0,0 0,0 0,0 0,1-1,0 0,0 0,0 0,0-1,1 0,0 0,0-1,0 0,0 0,0-1,1 1,5 0,55 8,-4-8</inkml:trace>
  <inkml:trace contextRef="#ctx0" brushRef="#br1" timeOffset="12653.072">3137 703,'-5'17,"1"1,1 0,0 0,2 0,0 0,0 0,2 1,0-1,1 0,1 0,1 0,1-1,0 1,1-1,1 0,0 0,1-1,1 0,1-1,0 0,1 0,7 6,-16-18,-1-1,1 0,0 1,0-1,1 0,-1 0,0 0,1 0,-1 0,1-1,-1 1,1-1,0 0,0 0,0 0,0 0,-1 0,1-1,0 1,0-1,1 1,-1-1,0 0,0-1,0 1,0 0,0-1,0 0,0 1,-1-1,1-1,0 1,0 0,-1-1,1 1,0-1,-1 0,2 0,8-12,-1-1,0 0,-1 0,-1-1,0 0,-1-1,-1 1,0-2,-1 1,-1-1,-1 0,2-14,-4 21,7-87,-9 98,0 1,0-1,-1 0,1 1,0-1,0 0,0 1,0-1,0 0,0 1,0-1,0 0,-1 0,1 1,0-1,0 0,0 0,-1 1,1-1,0 0,0 0,-1 1,1-1,0 0,0 0,-1 0,1 0,0 0,-1 1,1-1,0 0,-1 0,1 0,0 0,-1 0,1 0,0 0,-1 0,1 0,0 0,-1 0,1 0,0 0,0 0,-1-1,1 1,0 0,-1 0,1 0,0 0,0-1,-1 1,1 0,0 0,0 0,-1-1,1 1,0 0,0 0,0-1,-1 1,1 0,-9 22,0 0,2 0,0 1,1 1,2-1,0 1,0 21,4-42,-1 0,0 1,1-1,0 0,0 1,0-1,0 0,0 1,1-1,-1 0,1 1,0-1,0 0,0 0,1 0,-1 0,1 0,-1 0,1 0,0 0,0-1,1 1,-1-1,0 1,1-1,-1 0,1 0,0 0,0 0,0-1,0 1,0-1,0 0,0 1,0-2,1 1,1 0,6-2,1-1,-1 0,0-1,0-1,0 1,0-2,0 1,-1-2,0 1,0-1,-1-1,1 0,-2 0,1-1,-1 0,65-82,-70 86,0-1,-1 0,0 0,0 0,0 0,0 0,-1 0,0 0,0-1,-1 1,1 0,-1-1,0 1,0 0,-1 0,0-1,0 1,0 0,0 0,-2-2,3 6,0 0,-1-1,1 1,-1 1,1-1,-1 0,1 0,-1 0,1 0,-1 0,0 0,0 0,1 1,-1-1,0 0,0 1,0-1,0 1,0-1,0 1,0-1,0 1,0-1,0 1,0 0,0 0,0-1,0 1,0 0,0 0,0 0,0 0,0 0,0 1,-1-1,1 0,0 0,0 1,0-1,0 1,0-1,0 1,1-1,-1 1,0-1,0 1,0 0,0 0,1-1,-1 1,0 0,1 0,-1 0,0 0,1 0,-1 0,1 0,0 0,-1 0,1 0,0 0,0 0,-1 0,1 0,0 0,0 1,-3 7,0 0,0 0,1 1,0-1,1 1,0-1,0 1,1 0,0-1,1 1,0 0,1-1,0 1,0-1,1 0,0 1,1-1,0-1,0 1,1 0,0-1,1 0,0-1,0 1,0-1,1 0,0 0,0-1,1 0,0 0,0-1,2 1,3-1,0-1,-1 0,1-1,0-1,1 0,-1 0,0-2,1 1,-1-2,0 0,0 0,1-1,-1-1,0 0,2-2,10-3,1-2,-1-1,-1-1,0 0,-1-2,21-17,46-56,-87 82,1 0,-1 0,1 0,-1 0,-1-1,1 1,-1-1,0 0,0 1,-1-1,1 0,-1 0,-1 0,1 0,-1 0,0-1,0 1,-1 0,0 0,-1 2,1 0,-1 0,-1 1,1-1,0 1,-1 0,0-1,0 1,0 0,0 0,0 1,-1-1,1 1,-1 0,1 0,-1 0,0 0,0 0,0 1,0 0,0 0,0 0,-1 0,1 1,0-1,0 1,0 0,-1 1,1-1,0 1,0 0,0-1,-1 2,1-1,1 1,-1-1,0 1,0 0,0 0,1 1,-1-1,1 1,0-1,-1 2,-2 2,1 0,1-1,-1 1,1 1,0-1,0 1,1 0,-1-1,2 1,-1 1,1-1,0 0,0 1,1-1,0 1,1-1,-1 1,2-1,-1 1,1 0,0-1,0 1,1-1,0 0,0 0,1 1,0-2,0 1,1 0,0 0,0-1,0 0,1 0,0 0,5 4,1-1,0 0,1-1,0 0,0-1,1-1,-1 0,2-1,-1 0,0-1,1 0,0-1,0-1,0 0,5 0,6-1,1-1,-1 0,0-2,0-1,0-1,0-2,15-5,-18 4,-1-1,-1-1,0 0,0-2,-1 0,16-13,-27 18,0-1,0 0,0 0,-1 0,0-1,-1 0,0 0,0-1,0 0,-1 0,-1 0,0-1,0 1,0-1,1-9,-5 17,1-1,0 1,-1-1,1 1,-1-1,0 1,0-1,0 0,0 1,0-1,0 1,-1-1,0 1,1-1,-1 1,0-1,0 1,0 0,0-1,-1 1,1 0,-1 0,1 0,-1 0,0 0,1 0,-1 1,0-1,0 0,-3 0,3 3,0 1,-1-1,1 1,0 0,0-1,0 1,0 0,0 1,0-1,0 0,1 0,-1 1,1-1,0 1,0-1,0 1,0 0,0 0,0-1,1 1,-1 0,1 0,0-1,0 1,0 0,0 2,0-3,-1 10,-1 1,2-1,0 1,0 0,1-1,1 1,2 8,-3-17,0 0,0 0,1 0,-1 0,1 0,0-1,0 1,1 0,-1-1,1 0,-1 0,1 0,0 0,0 0,1 0,-1-1,0 1,1-1,0 0,-1 0,1 0,0-1,0 0,0 1,1-1,7-1,-1 0,1 0,0-1,-1-1,1 0,-1-1,1 0,-1 0,0-1,-1-1,1 0,-1 0,1-1,-2-1,1 1,-1-2,0 1,0-1,-1 0,0-1,0-1,5-5,-1-1,-1 0,0-1,-1 0,-1-1,-1 0,0 0,-1-1,2-12,-8 92,-2-53,0 1,0 0,1-1,0 1,0 0,1-1,0 1,1 0,0-1,0 1,1-1,0 0,0 0,1 0,0 0,1-1,-1 1,1-1,1 0,-1-1,8 7,0-5,1-1,0 0,1-1,0-1,0 0,0-1,0-1,1 0,-1-1,1 0,0-2,-1 0,1 0,0-2,-1 0,1 0,-1-2,0 0,0 0,0-2,0 0,-1 0,0-2,-1 1,1-2,3-3,-4 2,-1 0,-1 0,0-1,0-1,-1 0,0 0,-1-1,-1 0,0-1,0 1,-2-2,0 1,0-1,-1 0,1-8,3-22,-1-1,-2-1,-2 1,-3-29,0 0,-4-1,-3 1,-3 0,-9-30,15 94,2 3,0 1,-1 0,0 0,0 0,0 0,-1 0,0 1,-1-1,0 1,-3-6,6 12,-1-1,1 1,0 0,0 0,-1-1,1 1,0 0,-1 0,1 0,0 0,-1 0,1 0,0 1,0-1,-1 0,1 1,0-1,0 1,-1-1,1 1,0 0,0-1,0 1,0 0,0 0,0 0,0 0,0 0,1 0,-1 0,0 0,0 0,1 0,-1 0,1 0,-1 1,1-1,-1 0,1 0,0 1,0-1,-1 0,-12 29,1 0,1 0,2 1,1 0,1 1,0 14,-3 9,4-1,1 2,3-1,3 0,4 22,-3-50,2-1,1-1,1 1,1-1,1 0,1 0,2-1,0 0,1-1,2 0,0-1,8 8,-15-21,-1-1,2 0,-1 0,1-1,0 0,1-1,-1 1,1-1,1-1,-1 0,1 0,0-1,0 0,0-1,0 0,1-1,-1 0,1 0,0-1,-1-1,6 0,23-8</inkml:trace>
  <inkml:trace contextRef="#ctx0" brushRef="#br1" timeOffset="12901.463">5236 381,'21'2,"26"4,31 2,32 3,24 1,17 1,-18-1</inkml:trace>
  <inkml:trace contextRef="#ctx0" brushRef="#br1" timeOffset="14005.964">6346 836,'-12'-24,"9"18,0 0,0-1,-1 1,1 0,-1 0,-1 1,1-1,-1 1,0 0,0 0,-4-2,6 7,-1 0,1 0,-1 0,1 1,0-1,-1 1,1 0,0 0,0 0,0 0,-1 1,1-1,1 1,-1 0,0 0,0 0,1 0,-1 0,1 1,-1-1,1 1,0 0,0-1,0 1,1 0,-1 0,1 0,0 0,-1 1,1 0,-5 7,0 1,1-1,0 1,1 0,0 1,1-1,0 6,2-14,0-1,1 0,-1 0,1 0,0 0,0 1,0-1,1 0,-1 0,1 0,0 0,-1 0,1 0,1 0,-1 0,0 0,1 0,-1 0,1-1,0 1,0-1,0 1,0-1,1 0,-1 1,1-1,-1-1,1 1,0 0,-1-1,1 1,1-1,8 1,0-1,0 0,0-1,0 0,0-1,0 0,0-1,0 0,0-1,0 0,-1-1,1-1,-1 0,0 0,0-1,-1 0,0-1,0 0,6-6,8-6,-1-1,-1-1,-1-1,-1 0,13-19,-50 123,16-77,0 0,1-1,-1 1,1 0,0 0,0-1,0 1,1 0,0 0,0-1,0 1,0-1,1 1,0-1,0 1,0-1,0 0,1 0,0 0,-1 0,1 0,1-1,-1 1,1-1,-1 0,1 0,0 0,0-1,0 1,0-1,0 0,1 0,-1 0,1-1,-1 0,1 0,4 1,-5-2,0 0,0 0,1-1,-1 1,0-1,0 0,0 0,0 0,0-1,0 1,-1-1,1 0,0 0,-1 0,0-1,1 1,-1-1,0 0,0 0,0 0,-1 0,1 0,-1 0,0-1,1 0,-2 1,1-1,0 0,0-4,3-7,-1 0,0-1,-1 0,-1 0,-1 0,0 0,-1-3,-8-113,7 131,1-1,-1 1,1-1,-1 1,1-1,0 1,0-1,0 0,0 1,0-1,0 1,0-1,1 1,-1-1,0 1,1-1,-1 1,1-1,0 1,-1-1,1 1,0 0,0 0,0-1,0 1,0 0,0 0,0 0,0 0,1 0,-1 0,0 0,1 0,-1 1,1-1,-1 0,0 1,1-1,1 1,5 2,0 0,1 1,-2 0,1 0,0 1,-1 0,1 0,-1 1,0 0,6 5,-5-4,13 9,-1 1,-1 1,0 1,-1 0,-1 1,-1 1,-1 1,-1 0,0 1,-2 0,0 1,-2 1,-1 0,3 9,-8-17,-3-9,0 0,0 0,1 0,0 0,0 0,1 0,-1-1,1 1,1-1,-1 0,1 1,1-2,-1 1,1-1,0 1,0-1,0 0,1-1,-1 0,1 1,0-2,1 1,-1-1,6 2,9-2,0 0,0-2,0-1,0-1,0 0,0-2,0 0,0-1,-1-1,1-1,-1-1,-1-1,0-1,0 0,0-2,6-5,-15 11,-1 0,0-1,0 0,0-1,-1 0,0 0,-1-1,1 0,-1 0,-1-1,0 1,0-2,0 1,-2-1,1 1,-1-1,0-1,-1 1,0 0,-1-1,0 1,-1-1,1-9,-3 16,0 0,0-1,0 1,-1 0,1 0,-1 0,0 0,0 0,-1 0,1 0,-1 0,1 1,-1 0,0-1,-1 1,1 0,0 1,-1-1,0 0,0 1,1 0,-1 0,-1 0,1 0,0 1,0 0,-1 0,1 0,0 0,-1 1,0-1,-1 1,1-1,-1 1,0 0,0 1,0 0,0 0,0 0,1 0,-1 1,1 0,-1 0,1 0,-1 1,1 0,0 0,0 0,1 1,-1 0,1 0,-1 0,1 0,1 0,-3 4,3-3,1 1,0-1,0 1,0-1,1 1,0 0,0 0,0 0,1 0,0 0,0 0,0 0,1 0,0-1,0 1,0 0,1 0,0-1,0 1,0-1,1 1,0-1,0 0,0 0,1 0,-1-1,1 1,0-1,1 0,-1 0,1 0,0 0,0-1,0 0,0 0,0-1,6 3,16 7,2-2,0 0,0-2,0-1,1-1,0-2,0-1,1-1,-1-2,25-2,-4-1,0-1,-1-3,0-2,0-2,-1-2,-1-2,10-7,-47 19,-1-1,0 0,0 0,0-1,-1-1,1 0,-1 0,-1 0,1-1,-1-1,0 1,-1-2,0 1,0-1,-1 1,1-3,-6 8,0-1,0 1,0 0,0-1,-1 1,1-1,-1 1,0-1,0 0,0 1,-1-1,1 1,-1 0,0-1,0 1,0-1,0 1,-1 0,1 0,-1 0,0 0,0 0,0 0,0 0,-1 0,1 1,-1 0,1-1,-1 1,-5-4,1 0,-1 1,0-1,-1 2,1-1,-1 1,0 1,0 0,0 0,-3 0,4 2,0 0,0 0,0 1,0 0,1 0,-1 1,0 0,0 1,0 0,1 0,-1 0,1 1,0 0,0 1,0-1,0 1,0 1,1-1,0 1,0 0,0 1,0 0,1-1,0 2,0-1,1 0,0 1,0 0,0 0,1 0,0 1,1-1,-1 1,1-1,1 1,-1 0,1 0,1 0,0 0,0 0,0-1,1 1,0 0,0-3,0-1,0 1,1-1,-1 1,1-1,0 0,0 0,0 0,1 0,-1 0,1 0,0-1,0 1,0-1,1 0,-1 0,1 0,0-1,0 1,0-1,0 0,0 0,0 0,1 0,-1-1,0 0,1 0,0 0,-1 0,1-1,-1 1,1-1,0-1,-1 1,1-1,-1 1,1-1,-1-1,1 1,-1-1,2 0,13-7,-1-1,0-1,0-1,-1 0,-1-1,0-1,-1-1,0 0,10-15,-13 17,-11 12,-1 1,0-1,0 0,0 1,0-1,1 1,-1-1,0 1,0-1,0 1,1-1,-1 0,0 1,1-1,-1 1,0 0,1-1,-1 1,1-1,-1 1,1 0,-1-1,1 1,-1 0,1-1,-1 1,1 0,-1 0,1-1,-1 1,1 0,0 0,-1 0,1 0,-1 0,1 0,0 0,-1 0,1 0,-1 0,1 0,0 0,-1 1,1-1,-1 0,1 0,-1 1,1-1,-1 0,1 1,-1-1,1 0,-1 1,1-1,-1 1,0-1,1 0,-1 1,0-1,1 1,-1 0,0-1,3 41,9 34,-8-69,0 0,0 0,0-1,1 0,0 0,0 0,1 0,-1-1,1 0,0 0,0 0,0-1,0 0,1 0,0 0,-1-1,3 0,123 22,-21-18,-2-4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6:17.15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158 457,'-11'4,"0"2,0-1,1 2,0-1,0 1,0 1,1 0,0 0,1 1,0 0,0 0,1 1,0 0,0 0,2 1,-1 0,-3 9,9-18,0 0,-1 1,1-1,0 0,0 0,0 1,0-1,0 0,0 0,1 1,-1-1,1 0,0 0,0 0,0 0,0 0,0 0,0 0,0 0,0 0,1 0,-1 0,1-1,0 1,-1-1,1 1,0-1,0 0,0 0,0 0,0 1,0-2,0 1,0 0,0 0,0-1,1 1,-1-1,0 0,0 0,1 0,-1 0,0 0,0 0,1 0,-1-1,0 1,0-1,0 0,0 0,2 0,8-5,-1-1,0 0,0 0,0-1,-1 0,-1-1,1 0,-1-1,-1 0,0 0,0-1,-1 0,0 0,-1 0,0-1,-1 0,2-8,3-13,-1-2,-1 1,-2-1,-2 0,-1-1,-2 1,-1 0,-2-1,-1 1,-2 0,-7-26,-3 14,15 47,0-1,-1 1,1 0,0 0,0-1,0 1,-1 0,1 0,0 0,0-1,-1 1,1 0,0 0,0 0,-1 0,1 0,0-1,-1 1,1 0,0 0,-1 0,1 0,0 0,0 0,-1 0,1 0,0 0,-1 0,1 0,0 0,-1 0,1 1,0-1,-1 0,1 0,0 0,0 0,-1 0,1 1,0-1,0 0,-1 0,1 0,0 1,0-1,0 0,-1 0,1 1,0-1,0 0,0 1,0-1,0 0,-1 1,1-1,0 0,0 0,0 1,0-1,0 0,0 1,0-1,0 0,0 1,0-1,-6 25,-3 44,2-1,4 1,2 1,5 15,-5-74,1-1,1 1,-1-1,2 1,0-1,0 1,0-1,2 0,-1 0,1 0,1 0,-1-1,2 0,-1 0,1 0,1-1,0 0,0 0,0 0,1-1,0 0,0-1,1 1,0-2,0 1,0-1,1-1,4-1,0 0,-1-2,1 1,0-2,1 0,-1 0,0-2,-1 1,1-2,0 0,-1 0,1-2,-1 1,0-2,0 0,-1 0,0-1,0-1,0 0,-1 0,0-1,-1-1,0 0,-1 0,0-1,0 0,5-9,-11 16,-1 0,1 0,-1 0,1 0,-1 0,0-1,-1 1,1 0,-1-1,0 1,0-1,0 0,-1 1,0-1,1 0,-2 1,1-1,0 0,-1 1,0-1,0 0,-1 1,1-1,-1 1,0 0,0 0,0-1,-1 1,1 1,-1-1,0 0,0 1,0-1,-1 1,1 0,-1 0,1 1,1 1,-1 1,1-1,-1 0,0 0,1 1,-1 0,0-1,1 1,-1 0,0 0,1 1,-1-1,0 0,1 1,-1 0,0 0,1-1,-1 1,1 1,0-1,-1 0,1 1,0-1,0 1,0 0,0-1,0 1,0 0,-1 1,0 1,-1 1,0 0,1-1,0 1,0 0,1 0,-1 1,1-1,0 0,1 1,-1 0,1-1,-1 6,3-4,-1 0,1 0,1 0,-1-1,1 1,0-1,0 1,1-1,0 0,0 0,1 0,-1 0,1 0,1-1,-1 0,1 0,-1 0,2 0,-1-1,0 0,4 2,38 27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6:20.7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12,'22'0,"22"0,19-2,12-1,1 0,-11 1,-17 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6:21.0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16,'18'2,"20"1,21 0,20-3,11-3,7-7,-14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6:23.3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1247,'0'-297,"0"285,0 5,0 1,0 0,0-1,1 1,0-1,0 1,1 0,-1 0,2 0,-1 0,3-4,-5 9,1 0,-1 1,1-1,-1 1,1-1,0 1,-1-1,1 1,0-1,-1 1,1 0,0 0,0-1,-1 1,1 0,0 0,0 0,-1-1,1 1,0 0,0 0,0 0,-1 1,1-1,0 0,0 0,-1 0,1 1,0-1,0 0,-1 1,1-1,0 0,-1 1,1-1,0 1,-1-1,1 1,-1-1,1 1,-1 0,1-1,-1 1,27 31,-23-27,9 12,-1 0,0 1,-1 1,-1-1,-1 2,-1-1,0 2,-2-1,1 3,-7-21,1-1,-1 1,0 0,1 0,-1 0,0-1,0 1,0 0,0 0,-1 0,1 0,0-1,-1 1,1 0,-1 0,1-1,-1 1,0-1,0 1,0 0,0-1,0 1,0-1,0 0,-1 1,1-1,0 0,-1 0,1 0,-1 0,1 0,-1 0,0 0,1-1,-1 1,0 0,0-1,1 1,-1-1,0 0,0 0,0 0,1 0,-1 0,0 0,0 0,0 0,1-1,-1 1,0-1,0 1,1-1,-2 0,2 0,-1 1,1-1,-1 1,1-1,0 0,-1 1,1-1,0 0,0 0,0 0,-1 0,1 0,0 0,0 0,0-1,1 1,-1 0,0 0,0-1,1 1,-1 0,1-1,-1 1,1-1,0 1,-1-1,1 1,0-1,0 1,0-1,0 1,0-1,0 1,1-1,-1 1,0-1,1 1,-1-1,1 1,0 0,-1-1,1 1,0 0,0 0,0-1,0 1,0 0,0 0,0 0,0 0,1 0,9-5,1 1,0 0,1 1,-1 0,1 1,-1 1,1 0,0 0,0 1,10 1,10-2,-5 0,-18 3,1-1,-1 0,0-1,0 0,1-1,-1 0,0 0,0-1,-1-1,1 1,-1-1,1-1,-1 0,-1 0,1-1,-1 0,0-1,2-1,-8 5,-1 0,1-1,0 1,-1-1,0 1,0-1,0 0,0 1,-1-1,1 0,-1 1,0-1,0 0,0 0,-1 1,1-1,-1 0,0 0,0 1,0-1,-1 1,1-1,-1 1,0 0,0 0,0-1,0 1,0 0,-1 1,0-1,1 0,-1 1,0 0,0-1,0 1,0 0,-1 0,1 1,-1-1,1 1,-1 0,1 0,-1 0,0 0,1 1,-1-1,0 1,0 0,1 0,-1 0,0 1,0-1,1 1,-1 0,1-1,0 1,1 0,-1 0,0 0,1 0,-1 0,1 0,-1 0,1 1,0-1,-1 1,1 0,0 0,0 0,0 0,1 0,-1 0,0 0,1 1,-1-1,1 1,0-1,0 1,0-1,0 1,0 0,1-1,-1 1,1 0,-1 0,1-1,0 1,0 0,1 0,-1 0,1 5,0 1,1-1,0 0,0 0,1 0,0 0,1 0,-1 0,1-1,1 0,1 2,4 4,1-1,1 1,0-2,1 0,0-1,0 0,1 0,1-2,0 0,0-1,0 0,1-1,0-1,0 0,0-1,0-1,1 0,0-2,5 1,-15-3,0 1,1-1,-1 0,0 0,-1-1,1 0,0 0,0-1,-1 0,0 0,1 0,-1-1,0 0,-1 0,1-1,-1 1,0-1,0 0,0-1,-1 1,1-1,-1 0,-1 0,1 0,-1-1,0-1,11-31,-1 0,-2-1,-2 0,-2 0,-2-1,-1-6,-2 31,7-53,-4 0,-2 0,-4-1,-3-12,3 71,0 1,-1 0,0 0,0 0,-1 0,-1 0,1 1,-2-1,-1-2,5 10,0 1,0-1,0 1,0-1,0 1,0-1,-1 1,1 0,-1 0,1 0,-1 0,1 0,-1 0,1 0,-1 0,0 0,1 1,-1-1,0 1,0-1,0 1,0 0,1 0,-1 0,0 0,0 0,0 0,0 0,1 1,-1-1,0 1,0-1,1 1,-1-1,0 1,1 0,-2 1,-49 50,42-32,1 1,1 0,1 1,0 0,2 0,0 1,2-1,1 1,0 0,2-1,0 1,2 0,1 0,0-1,5 16,1-1,1 0,2-1,1 0,2-1,1-1,2 0,1-1,2-1,1-1,1-1,9 7,-28-32,1 0,-1 1,1-2,0 1,1-1,-1 1,1-1,0-1,0 1,0-1,0 0,1 0,-1-1,1 0,-1 0,1-1,0 0,0 0,0 0,0-1,0 0,-1 0,1-1,0 0,0 0,0-1,3 0,3-6,0-1,0 0,-1 0,0-1,0-1,-1 0,-1-1,0 0,-1 0,0-1,-1 0,0 0,-1-1,0 0,-2-1,1 1,-2-1,3-13,-5-32,-3 58,1 1,0-1,-1 1,0-1,1 1,-1-1,0 1,0 0,0-1,0 1,0 0,0 0,0 0,0 0,0 0,0 0,-1 0,1 0,0 0,-1 1,1-1,-1 0,1 1,-1-1,1 1,-1 0,1-1,-1 1,1 0,-1 0,1 0,-1 0,0 0,1 1,-1-1,1 0,-2 1,-1 0,0 1,-1 0,1-1,0 2,0-1,0 0,0 1,0 0,0 0,1 0,0 0,-1 0,1 1,0-1,1 1,-1 0,1 0,0 0,0 0,0 1,0-1,1 0,-1 1,1 0,0-1,1 1,-1-1,1 1,0 0,0-1,0 1,1 0,0-1,0 1,0-1,0 1,1-1,-1 0,3 5,2-1,-1 1,2-1,-1 0,1-1,1 1,-1-2,1 1,0-1,0 0,1 0,0-1,0 0,4 0,33 15</inkml:trace>
  <inkml:trace contextRef="#ctx0" brushRef="#br0" timeOffset="640.679">1538 953,'-3'5,"1"0,0 0,0 1,0-1,1 1,0-1,0 1,1-1,-1 1,1 0,0-1,1 1,-1 0,1-1,0 1,0-1,1 1,0-1,0 0,0 0,1 0,-1 0,1 0,0 0,1-1,-1 1,1-1,0 0,0 0,0 0,2 1,2 1,1 1,0-1,0 0,1-1,-1 0,1 0,0-1,1-1,-1 1,0-2,1 1,0-2,0 1,-1-1,1-1,1 0,-3-1,-1 0,0-1,0 0,0 0,0-1,0 0,0 0,-1-1,0 0,0 0,0-1,0 0,0 0,-1 0,0-1,0 0,-1-1,1 1,-2-1,5-5,3-10,0-1,-1 0,-1-1,-1 0,-2 0,1-7,13-58,-4-1,-4-1,-3 0,-5-1,-4-12,0 70,-2 1,-1-1,-1 1,-2-1,-1 1,-2 0,-1 1,-8-19,17 49,-1 0,1 0,-1 1,0-1,1 0,-1 0,0 0,0 1,0-1,0 0,0 1,0-1,-1 1,1-1,-1 1,1 0,-1-1,1 1,-1 0,1 0,-1 0,0 0,0 1,0-1,1 0,-1 1,0-1,0 1,0 0,0-1,0 1,0 0,0 0,0 0,0 1,0-1,0 0,0 1,0-1,1 1,-3 1,-4 7,0 0,1 1,0 0,0 1,2 0,-1 0,1 0,0 0,1 1,1 0,0 0,0 0,2 0,-1 0,1 9,-8 89,5-1,5 1,4 0,16 80,-18-167,-1 10,3-1,0 0,2 0,2 0,4 8,-12-37,0 0,0 0,1 0,0 0,0 0,-1-1,2 1,-1 0,0-1,0 0,1 1,0-1,-1 0,1 0,0 0,0-1,0 1,0-1,0 0,0 1,0-1,1-1,-1 1,0 0,1-1,-1 0,0 1,1-1,-1-1,0 1,1 0,1-1,5-2,-1 1,0-1,0 0,0-1,0 0,0-1,-1 0,0 0,0-1,5-4,-6 5,-1 0,0-1,0 0,0 0,-1 0,0 0,0-1,0 0,-1 0,0-1,-1 1,0-1,0 1,0-1,-1 0,0 0,0-7,-2 14,-1 1,1 0,-1-1,1 1,-1 0,1-1,-1 1,0 0,1 0,-1 0,1-1,-1 1,0 0,1 0,-1 0,1 0,-1 0,0 0,1 0,-1 0,1 0,-1 1,0-1,1 0,-1 0,1 0,-1 1,1-1,-1 0,1 1,-1-1,1 0,-1 1,1-1,-1 1,1-1,-1 1,1-1,0 1,-1-1,1 1,0-1,0 1,-1-1,1 1,0 0,0-1,0 1,0-1,0 1,0 0,0-1,0 1,-5 8,0 0,1 1,0-1,1 1,0 0,1 0,0 0,0 0,1 0,0 0,1 0,1 1,-1-1,1 0,1 0,0 2,0-9,-1 0,1 0,0-1,0 1,0 0,0-1,0 1,0-1,1 0,0 0,-1 1,1-2,0 1,0 0,0-1,0 1,0-1,0 0,0 0,0 0,0 0,4 0,21 4</inkml:trace>
  <inkml:trace contextRef="#ctx0" brushRef="#br0" timeOffset="885.028">2193 819,'-7'-16,"-2"-5</inkml:trace>
  <inkml:trace contextRef="#ctx0" brushRef="#br0" timeOffset="1135.875">1738 404,'18'0,"22"2,23 6,18 5,12 8,-11 1</inkml:trace>
  <inkml:trace contextRef="#ctx0" brushRef="#br0" timeOffset="1136.875">2259 966,'0'18,"3"9,2 3,6-2,2-5,2-5,1-9,-3-5</inkml:trace>
  <inkml:trace contextRef="#ctx0" brushRef="#br0" timeOffset="1306.418">2379 417,'-4'-13,"-2"-10,-2 0,1 8,1 13,1 17,-2 16,-1 4</inkml:trace>
  <inkml:trace contextRef="#ctx0" brushRef="#br0" timeOffset="1840.461">1658 885,'0'5,"2"1,1-2,0-5,-1-6,-5-5,-6-2,-7-1,-7 2,-11 3,-9 8,-11 9,4 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6:21.2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41 282,'-2'20,"-3"19,-1 13,-2 7,1 6,2-1,1-3,2-7,1-12,2-12,2-11</inkml:trace>
  <inkml:trace contextRef="#ctx0" brushRef="#br0" timeOffset="246.342">28 295,'9'23,"14"18,18 12,17 6,10 2,4-5,0-7,-8-13,-12-11,-16-11</inkml:trace>
  <inkml:trace contextRef="#ctx0" brushRef="#br0" timeOffset="417.89">523 1,'-12'13,"-5"21,-3 21,3 16,3 12,5 6,6 2,5-7,6-7,0-17</inkml:trace>
  <inkml:trace contextRef="#ctx0" brushRef="#br0" timeOffset="832.295">683 777,'13'-279,"-12"271,-1 0,-1 0,1 0,-1 1,-1-1,1 0,-1 0,0 1,-1 0,0-1,-3-5,5 12,0 1,0-1,0 1,0 0,1-1,-1 1,0 0,0 0,0 0,0 0,0-1,0 1,0 1,0-1,0 0,0 0,0 0,0 0,1 0,-1 1,0-1,0 1,0-1,0 0,0 1,1-1,-1 1,0 0,0-1,1 1,-1-1,1 1,-1 0,0 0,1-1,-1 1,1 0,0 0,-1 0,1 0,0 0,-1-1,1 1,0 0,0 0,0 0,0 0,0 0,0 0,0 0,0 0,0 0,0 0,0 0,1 0,-1-1,0 1,1 0,-1 0,0 0,1 0,-1-1,1 1,0 0,-1 0,1-1,0 1,-1 0,5 2,-1 0,0 0,1 0,0-1,0 1,0-1,0 0,0 0,0-1,0 0,1 0,-1 0,4 0,2 1,47 6,-40-6,-1 0,0 1,0 0,0 2,0 0,-1 0,13 8,-26-11,-1 1,1 0,0 0,-1 0,0 0,0 1,0-1,0 1,-1-1,1 1,-1 0,0-1,0 1,0 0,0 0,-1 0,0 0,0 0,0 0,0-1,0 1,-1 0,0 0,0 0,0 0,0-1,0 1,-1 0,0-1,1 1,-1-1,-2 3,-3 12,0 2,4-15,0 1,0-1,1 1,0 0,0 0,0 0,0 0,1 0,0 0,1 0,-1 1,1-1,0 0,1 0,-1 1,1-1,0 0,1 0,0 0,0 0,0 0,1-1,-1 1,1-1,3 5,5-4,0 0,0-1,0 0,1 0,0-1,0-1,0 0,0-1,0 0,0-1,1 0,-1-1,0-1,1 0,1 0,48-7,-7-4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6:17.5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1 676,'238'302,"-202"-259,-35-43,0 1,0-1,-1 0,1 0,0 0,-1 0,1 0,0 0,0 0,-1 0,1 0,0 0,-1 0,1 0,0 0,-1-1,1 1,0 0,-1-1,1 1,0 0,-1-1,1 1,-1-1,1 1,-1-1,1 1,-1-1,1 1,-1-1,1 1,-1-1,0 0,1 1,-1-1,0 0,0 1,1-1,-1 0,0 1,0-1,0 0,0 1,0-1,0 0,0 0,0 1,0-1,0 0,0 1,-1-1,1 0,0 0,0 1,-1-1,3-84,10-55,-11 134,1 0,1-1,-1 1,1 0,0 0,0 1,1-1,0 1,0-1,0 1,1 0,-1 1,1-1,0 1,0 0,1 0,0 1,-1-1,1 1,0 1,37-14,-1 7</inkml:trace>
  <inkml:trace contextRef="#ctx0" brushRef="#br0" timeOffset="830.858">789 769,'-14'-6,"-1"1,0 0,0 1,0 0,0 2,-1 0,1 0,-5 1,16 1,-1 0,1 0,-1 1,0-1,1 1,-1 0,1 0,0 0,-1 1,1 0,0 0,0 0,0 0,0 0,0 1,0 0,1 0,-1 0,1 0,0 0,0 1,0-1,0 1,1 0,-1 0,1 0,0 0,1 0,-2 2,3-1,-1 0,0 0,1 0,0-1,0 1,1 0,0 0,-1 0,1 0,1-1,-1 1,1 0,0-1,0 1,0-1,0 0,1 0,0 0,0 0,0 0,0 0,1-1,-1 0,1 1,0-1,0-1,0 1,0 0,1-1,-1 0,1 0,-1-1,1 1,0-1,-1 0,1 0,0 0,0-1,0 0,0 0,0 0,-1 0,1-1,0 0,1 0,2 0,-1 0,1-1,0 0,0 0,-1-1,1 0,-1-1,0 1,0-1,0 0,0-1,-1 0,0 0,0 0,0-1,-1 0,0 0,0 0,0-1,-1 0,0 0,0 0,0 0,1-7,-12 47,6-31,1 1,0-1,1 0,-1 1,0-1,1 1,0-1,-1 0,1 1,0-1,0 0,0 1,0-1,1 0,-1 0,1 0,-1 0,1-1,0 1,-1 0,1 0,0-1,0 0,0 1,0-1,1 0,-1 0,0 0,0 0,1 0,-1-1,1 1,-1-1,0 1,1-1,-1 0,1 0,2 0,1 0,0 0,-1-1,1 0,-1 0,0-1,1 1,-1-1,0 0,0 0,0-1,0 0,0 0,-1 0,1 0,1-2,0-3,1 0,-1-1,-1 1,1-1,-2 0,1-1,-1 1,-1-1,1 1,-2-1,1 0,-1-1,-1 1,0 0,0 0,-1-1,-1 1,1 0,-2-1,1 1,-2 0,1 0,-1 0,-1 1,0-1,0 1,-1-2,2 5,2 6,1 0,-1-1,0 1,1-1,-1 1,1 0,-1-1,1 0,-1 1,1-1,-1 1,1-1,-1 1,1-1,0 0,-1 1,1-1,0 0,0 0,0 1,-1-1,1 0,0 1,0-1,0 0,0 0,0 1,0-1,0 0,1 0,-1 1,0-1,0 0,1 1,-1-1,0 0,0 1,1-1,-1 0,1 1,-1-1,1 1,-1-1,1 1,-1-1,1 1,-1-1,1 1,0 0,-1-1,1 1,0 0,-1-1,1 1,150 28,-144-26,97 31,-100-32,-1 1,0 0,1 0,-1 1,0-1,0 1,0-1,-1 1,1 0,-1 0,1 0,-1 0,0 1,0-1,-1 0,1 1,-1 0,1-1,-1 1,0 0,-1-1,1 1,-1 0,1 0,-1 0,0 1,-4 36,2-35,1-1,-1 1,1-1,1 1,-1-1,1 1,0 0,0-1,1 1,-1 0,1-1,0 1,1-1,0 1,-1-1,2 0,-1 0,1 0,-1 0,1 0,1 0,-1-1,1 1,-1-1,1 0,1 0,-1 0,2-1,1 1,-1-1,1-1,-1 1,1-1,0 0,0 0,0-1,0 0,0 0,0-1,0 0,1 0,-1 0,0-1,0 0,0-1,0 0,0 0,-1 0,1-1,0 0,-1 0,0 0,0-1,0 0,0 0,-1-1,1 0,-1 0,0 0,-1 0,1-1,-1 0,0 0,0 0,2-6,-2 2,0 0,-1-1,0 1,0-1,-1 0,-1 0,0 0,0 0,-1 0,-1 1,0-1,-1-6,2 17,0 1,0-1,0 0,0 0,0 0,0 1,-1-1,1 0,0 0,0 0,0 0,0 1,0-1,-1 0,1 0,0 0,0 0,0 0,-1 0,1 0,0 1,0-1,0 0,-1 0,1 0,0 0,0 0,0 0,-1 0,1 0,0 0,0 0,0 0,-1 0,1 0,0 0,0 0,0-1,-1 1,1 0,0 0,0 0,0 0,-1 0,1 0,0-1,0 1,0 0,0 0,0 0,-1 0,1 0,0-1,0 1,0 0,0 0,0 0,0-1,0 1,0 0,-7 20,5-13,0 0,0 0,1 1,0-1,1 0,0 1,0-1,0 1,1-1,0 0,1 1,0-1,0 0,0 0,1 0,0 0,0-1,1 1,-1-1,2 0,-1 0,1 0,-1 0,2-1,-1 0,1 0,-1 0,1-1,0 0,1 0,-1 0,1-1,6 2,23 1,-4-6</inkml:trace>
  <inkml:trace contextRef="#ctx0" brushRef="#br0" timeOffset="1085.932">1658 436,'16'13,"5"5</inkml:trace>
  <inkml:trace contextRef="#ctx0" brushRef="#br0" timeOffset="2031.397">2220 783,'-11'-11,"4"2,0 0,0 1,-1 0,0 1,0 0,-1 0,0 0,0 1,-1 1,1 0,-1 0,0 1,-1 0,1 0,-1 1,0 1,-9-2,14 6,1 1,-1-1,1 1,0 0,0 0,0 0,0 1,0 0,1 0,-1 0,1 0,0 1,1 0,-1-1,1 1,0 1,0-1,1 0,-1 1,1-1,0 1,1 0,-1 0,1 0,0 0,1 0,-1 0,1 0,0 0,1 1,-1-4,0 0,0 0,1 0,-1 0,1 0,0 0,0 0,0 0,0-1,0 1,1 0,-1 0,1-1,0 1,-1-1,1 0,0 1,1-1,-1 0,0 0,1 0,-1 0,1-1,-1 1,1-1,0 0,0 1,0-1,0 0,-1-1,2 1,4 1,1-1,-1 0,1-1,0 0,-1 0,1-1,-1 0,1 0,-1-1,6-2,2 0,-1-1,0-1,0-1,0 0,-1-1,0 0,-1-1,0 0,0-2,-1 1,0-1,-1-1,0 0,-1-2,-14 23,-1-1,2 1,-1 0,1 0,0 0,1 1,0-1,1 1,0-1,0 6,1-12,0 0,0 0,0 0,0 0,1 0,-1 0,1 0,0-1,0 1,0 0,0 0,0-1,1 1,-1-1,1 1,0-1,0 0,0 1,0-1,0 0,0 0,0 0,1-1,-1 1,1-1,-1 1,1-1,-1 0,1 0,0 0,0 0,0 0,0-1,-1 1,1-1,1 0,3 1,0-1,0-1,0 1,-1-1,1-1,0 1,0-1,-1 0,1 0,-1-1,0 0,1 0,-1-1,-1 0,1 0,0 0,-1 0,0-1,0 0,0 0,2-5,4-3,-1-1,-1 0,0-1,-1 0,-1-1,0 1,-1-1,1-8,4-26,-3 1,-1-1,-3-1,-2 1,-2 0,-5-25,-16-84,9 136,-2 38,7 11,2 0,1 0,1 0,1 1,2 23,-1-20,-1 15,2 0,2 0,1 0,3-1,2 0,10 34,-18-75,0-1,1 0,-1 0,0 0,1 1,0-1,-1 0,1 0,0 0,0 0,0 0,0 0,0 0,1 0,-1 0,1-1,-1 1,1-1,0 1,-1-1,1 1,0-1,0 0,0 0,0 0,0 0,0 0,0 0,0-1,0 1,1-1,-1 1,2-1,92-60,-93 58,-1 0,1-1,-1 1,1 0,0 0,0 0,-1 0,1 0,1 1,-1-1,0 1,0 0,0 0,1 0,-1 0,1 0,-1 1,0 0,1 0,-1 0,1 0,-1 0,1 1,-1-1,0 1,1 0,-1 0,0 0,0 1,0-1,0 1,0-1,3 3,-3 3,1 1,-1 0,-1 0,1 0,-1 0,-1 0,1 0,-1 0,-1 0,0 1,0-1,0 0,-1 0,0 1,-1-1,0 0,0 0,-1 0,-1 2,1-3,-1-1,0 1,0-1,0 0,-1 0,0 0,0-1,0 0,-1 0,0 0,0 0,0-1,-1 0,1-1,-2 1,5-2,0-1,0 0,0 1,0-1,0 0,0-1,0 1,-1 0,1-1,0 0,0 0,-1 0,1 0,0 0,0-1,-1 1,1-1,0 0,0 0,0 0,0-1,0 1,0-1,0 1,1-1,-1 0,0 0,1 0,-1 0,1-1,0 1,0-1,0 1,-1-4,1 4,0 0,1 0,-1 0,1-1,0 1,-1 0,1-1,0 1,0-1,1 1,-1-1,1 1,-1-1,1 0,0 1,0-1,0 0,0 1,0-1,1 0,-1 1,1-1,0 1,0-1,0 1,0-1,0 1,0 0,0-1,1 1,0 0,-1 0,1 0,0 0,0 0,0 0,0 1,0-1,0 1,1-1,11-3,-1 0,1 1,1 1,-1 0,0 1,1 0,9 1,30-5,-47 6,1-1,0 0,0 0,-1-1,1 0,-1-1,1 1,-1-1,0-1,0 1,0-1,-1-1,1 1,-1-1,0 0,0 0,-1-1,0 0,0 0,0 0,0-1,-1 1,3-8,-6 6,-5 19,2-4,0 1,1-1,0 1,0 0,1 0,0-1,0 1,0 0,1-1,1 1,-1 0,1-1,1 0,-1 1,1-1,0 0,1 0,0 0,0-1,0 0,1 1,0-1,1 1,27 3,-19-15</inkml:trace>
  <inkml:trace contextRef="#ctx0" brushRef="#br0" timeOffset="2285.725">3009 328,'-2'0,"6"5,11 8,3 2</inkml:trace>
  <inkml:trace contextRef="#ctx0" brushRef="#br0" timeOffset="2915.127">3356 622,'27'-31,"-2"-3,-1 0,-1-1,-2-1,-2-1,-1-1,-2-1,-1 0,6-34,-17 58,-1 0,0 0,-2-1,0 1,0 0,-1-1,-1 1,-1-4,1 15,0 0,1 0,-1 0,-1 0,1 0,0 0,-1 1,0-1,0 0,0 1,0 0,-1-1,1 1,-1 0,0 0,0 0,0 1,0-1,0 1,-1 0,1 0,-1 0,1 0,-1 0,0 1,0 0,0-1,0 1,0 1,0-1,0 1,0-1,0 1,-4 0,0 1,0 0,0 0,0 0,1 1,-1 0,0 0,1 1,0 0,-1 0,1 1,0 0,1 0,-1 1,1 0,0 0,0 0,1 1,-1 0,1 0,-1 3,-4 4,1 0,1 1,1 0,0 1,0-1,2 1,0 1,1-1,0 1,0 3,2 15,1-1,1 1,2 0,1 0,2-1,2 1,0-1,2-1,2 0,1 0,1-1,2 0,1-2,1 1,2-2,0-1,10 9,28 18,-55-53,0 1,0-1,0 0,0 0,1 0,-1 0,0-1,1 1,-1 0,0-1,1 0,-1 0,1 1,-1-1,0-1,1 1,-1 0,1-1,-1 1,0-1,1 1,-1-1,0 0,0 0,1 0,-1-1,0 1,0 0,0-1,0 0,28-53,-25 39,-2 12,-1 0,1 0,0 0,-1 0,2 1,-1 0,0-1,1 1,-1 0,1 1,0-1,0 1,0-1,1 1,3-1,9-7,4-2,-2-1,1 0,-2-2,0 0,-1-2,0 1,-2-2,0 0,-1-1,8-13,-21 30,0 1,1 0,-1 0,0-1,0 1,0-1,0 1,0-1,0 1,0-1,-1 0,1 1,-1-1,1 0,-1 1,0-1,1 0,-1 0,0 0,0 1,0-1,0 0,-1 0,1 1,0-1,-1 0,1 0,-1 1,0-1,1 0,-1 1,0-1,0 1,0-1,0 1,0 0,-1-1,1 1,0 0,0 0,-1 0,1 0,-1 0,1 0,-3-1,-11-1,0 0,0 1,-1 1,1 0,-1 1,1 1,-1 0,1 1,0 0,-6 3,17-4,-1 0,0 0,1 1,-1-1,1 1,-1 0,1 1,0-1,0 1,0 0,0 0,1 0,-1 0,1 0,-1 1,1 0,0 0,1 0,-1 0,1 0,0 0,0 1,0-1,0 1,1-1,-1 1,1 0,1-1,-1 1,1 0,0 0,0 4,2 5,0 0,1 0,1-1,0 1,1 0,1-1,0 0,0-1,2 1,-1-1,1-1,1 1,0-1,1-1,0 0,1 0,0-1,0 0,1-1,0 0,0-1,1-1,0 0,0 0,1-1,-1-1,1 0,8 0,35 3,-5-6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6:33.7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116 0,'18'19,"11"11,4 9,-2 7,-8 6,-13 4,-23 3,-25 4,-22-3,-16-6,4-13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6:32.75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239 1,'-16'7,"-12"9,-8 15,-3 19,1 19,5 15,8 15,7 10,13 7,11 3,11-6,12-11,10-13,8-17,2-22,-6-18</inkml:trace>
  <inkml:trace contextRef="#ctx0" brushRef="#br0" timeOffset="251.329">493 442,'13'23,"19"16,17 9,16 5,13 3,5-2,-3-5,-8-6,-16-7,-18-8</inkml:trace>
  <inkml:trace contextRef="#ctx0" brushRef="#br0" timeOffset="423.867">853 469,'-13'9,"-12"12,-11 14,-5 12,-4 12,3 10,5 4,9 1,10-5,7-14</inkml:trace>
  <inkml:trace contextRef="#ctx0" brushRef="#br0" timeOffset="732.04">1228 831,'122'12,"-118"-11,0 0,0 0,-1 1,1-1,0 1,0 0,-1 0,0 0,1 1,-1-1,0 1,0 0,0 0,0 0,-1 0,1 0,-1 1,0-1,0 1,0-1,0 1,-1 0,1 0,-1 0,0 0,-1 0,1 0,0 1,-2 6,0 0,-1 0,0 0,-1 0,0 0,0-1,-1 1,-1-1,1 0,-2 0,0 0,0-1,0 0,-1 0,-1-1,-1 2,-36 55,44-64,0 0,0 0,0 0,0 0,1 0,-1 0,0 0,1 0,-1 0,1 0,-1 0,1 0,-1 0,1 1,0-1,0 0,0 0,-1 0,1 1,0-1,0 0,1 0,-1 0,0 1,0-1,1 0,-1 0,0 0,1 0,-1 0,1 1,0-1,-1 0,1 0,0 0,0-1,-1 1,1 0,0 0,0 0,0-1,0 1,0 0,0-1,0 1,0-1,1 1,-1-1,1 1,11 1,0-1,0 0,0-1,0-1,0 0,0-1,0 0,-1 0,7-4,0 2,46-10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6:28.9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1 728,'187'-19,"-183"19,-1 0,0 0,0 0,0 1,0-1,0 0,1 1,-1 0,0 0,0 0,0 0,-1 1,1-1,0 1,0-1,-1 1,1 0,-1 0,0 0,1 1,-1-1,0 0,0 1,-1-1,1 1,0 0,-1 0,0-1,1 1,-1 0,0 0,0 0,-1 1,1-1,-1 3,-2 5,-1 0,-1-1,0 1,0-1,-1 1,-1-1,1 0,-2-1,1 0,-1 0,-1 0,1-1,-2 0,1 0,-1-1,0 0,0-1,-8 4,2 3,15-13,0 0,-1 1,1-1,0 0,0 1,0-1,0 0,0 1,0-1,0 0,0 1,0-1,0 0,0 1,0-1,1 0,-1 1,0-1,0 0,0 1,0-1,0 0,1 0,-1 1,0-1,0 0,1 0,-1 1,0-1,0 0,1 0,-1 0,0 1,1-1,-1 0,0 0,1 0,-1 0,0 0,0 0,1 1,-1-1,1 0,-1 0,0 0,1 0,-1 0,0-1,1 1,-1 0,0 0,1 0,-1 0,0 0,0 0,1 0,-1-1,0 1,1 0,-1 0,0 0,0-1,1 1,-1 0,1 0,41-2,-29-1,1 1,0 1,0 0,0 1,0 1,0 0,-1 0,1 2,0 0,-1 0,0 1,1 1,-2 0,1 1,-1 0,0 1,8 6,-18-11,0 0,1 0,-1 0,0 1,0-1,0 1,-1-1,1 1,-1 0,1 0,-1 0,0 0,0 0,0 0,0 0,-1 0,1 0,-1 0,0 0,0 0,0 0,0 1,-1-1,1 0,-1 0,0 0,0 0,0 0,0 0,0 0,-1 0,1-1,-1 1,0 0,1-1,-1 0,-1 1,1-1,0 0,0 0,-1 0,1 0,-3 1,-10 5,0-1,-1 0,0-1,-1-1,1-1,-1 0,0-1,0 0,0-2,0 0,0-1,0 0,-10-3,-8-3,48 0,6 3</inkml:trace>
  <inkml:trace contextRef="#ctx0" brushRef="#br0" timeOffset="339.125">683 808,'34'38,"-2"2,-2 1,-1 2,-3 0,2 8,8 11,-34-59,-2-2,0 0,0 0,1 1,-1-1,0 0,1 1,0-1,-1 0,1 0,0 0,-1 0,1 0,0 0,0 0,0 0,0 0,0 0,0 0,0 0,0-1,0 1,1 0,-1-1,0 1,0-1,0 0,1 1,-1-1,0 0,1 0,-1 1,0-1,1 0,-1 0,1-1,11-69,-12 50,3-26,-4 19,2 0,2 0,0 1,1-1,2 1,1 0,-6 22,-1 0,1 0,0 1,0-1,0 1,0-1,0 1,1 0,0 0,0 0,0 0,0 1,0-1,0 1,0 0,1 0,-1 0,1 0,0 1,0-1,-1 1,1 0,1 0,25-3</inkml:trace>
  <inkml:trace contextRef="#ctx0" brushRef="#br0" timeOffset="1168.295">1552 889,'-6'-7,"-1"0,1 1,-1 0,0 0,-1 0,0 1,1 0,-2 0,1 1,0 0,-1 1,0 0,0 0,0 1,0 0,0 0,0 1,-1 1,1-1,0 1,-1 1,1 0,0 0,0 1,0 0,0 0,0 1,0 1,1-1,-1 1,1 1,0 0,-2 1,3 1,0-1,1 1,0 0,0 1,1-1,0 1,0 1,1-1,0 0,1 1,-1 2,2-8,1 0,0 0,0 1,1-1,-1 1,1-1,-1 1,1-1,0 1,1-1,-1 1,0-1,1 1,0-1,0 0,0 1,0-1,0 0,1 0,0 0,-1 0,1 0,0 0,0 0,1 0,-1-1,1 1,-1-1,1 0,2 2,5 0,-1-1,1 0,0-1,-1 0,1-1,0 0,0 0,0-1,0 0,0-1,0 0,0 0,0-1,0-1,-1 0,1 0,-1 0,0-1,0-1,0 0,-1 0,1-1,-1 0,4-4,-6 7,-1-1,0 0,1-1,-2 1,1-1,0 0,-1 0,0 0,0-1,-1 1,1-1,-1 0,0 0,-1 0,0-1,0 1,0 0,0-1,-1-2,-1 10,0-1,0 0,0 0,0 1,0-1,0 0,0 1,0-1,0 0,0 0,0 1,0-1,-1 0,1 1,0-1,0 0,0 0,0 1,-1-1,1 0,0 0,0 0,-1 1,1-1,0 0,0 0,-1 0,1 0,0 0,0 1,-1-1,1 0,0 0,0 0,-1 0,1 0,0 0,-1 0,1 0,0 0,-1 0,1 0,0 0,0 0,-1 0,1 0,0-1,-1 1,1 0,0 0,0 0,-1 0,0 4,0 1,0 0,0-1,0 1,1 0,-1-1,1 1,1 0,-1 0,0-1,1 1,0 0,0-1,1 1,-1-1,1 1,0-1,0 0,1 1,-1-1,1 0,0-1,0 1,0 0,0-1,1 0,0 0,-1 0,1 0,0 0,0-1,1 0,-1 0,0 0,1 0,-1-1,1 1,-1-1,1-1,0 1,0 0,-1-1,1 0,0 0,0-1,3 0,-2-1,0-1,0 0,0 0,0-1,-1 1,0-1,1 0,-2-1,1 1,0-1,-1 0,0 0,0 0,0-1,-1 0,0 1,0-1,0 0,-1 0,1-5,3-8,-1 0,-1 0,-1-1,-1 1,-1-1,0-5,-5-56,4 81,-1-1,1 1,0-1,0 1,0-1,0 1,0-1,0 0,0 1,0-1,0 1,0-1,1 1,-1-1,0 0,0 1,0-1,1 1,-1-1,0 1,0-1,1 1,-1 0,1-1,-1 1,0-1,1 1,-1 0,1-1,-1 1,1 0,-1-1,1 1,-1 0,1 0,-1 0,1-1,-1 1,1 0,0 0,-1 0,1 0,-1 0,1 0,-1 0,1 0,0 0,-1 0,1 0,-1 1,1-1,-1 0,1 0,-1 0,1 1,39 15,-29-11,2-1,1 1,-1 0,0 1,-1 1,1 0,-2 0,1 1,-1 1,0 0,0 0,-1 1,-1 1,1-1,-2 2,0-1,0 1,-1 0,0 1,-1-1,-1 1,0 1,0-1,-1 5,6 95,-9-110,1-1,-1 1,0-1,0 0,1 0,0 1,-1-1,1 0,0 0,0-1,0 1,0 0,0-1,0 1,1-1,-1 0,0 1,1-1,-1 0,1 0,-1-1,1 1,0-1,-1 1,1-1,0 0,-1 0,1 0,0 0,-1 0,1-1,0 0,85-24,-74 20,-1-1,0 0,0 0,0-2,-1 1,0-2,0 0,-1 0,-1-1,1 0,-1 0,-1-2,0 1,-1-1,0 0,-1-1,0 1,-1-2,3-8,-8 21,-1 0,1 1,-1-1,1 0,-1 1,0-1,0 0,1 0,-1 1,0-1,0 0,0 0,1 1,-1-1,0 0,0 0,-1 0,1 1,0-1,0 0,0 0,0 0,-1 1,1-1,0 0,-1 1,1-1,0 0,-1 1,1-1,-1 0,1 1,-1-1,1 1,-1-1,0 1,1-1,-1 1,0-1,1 1,-1-1,0 1,0 0,1 0,-1-1,0 1,0 0,1 0,-1 0,0 0,0 0,0 0,1 0,-1 0,0 0,0 0,1 0,-1 1,0-1,0 0,1 1,-1-1,0 0,0 1,1-1,-1 1,0-1,0 1,-3 5,0-1,0 1,0 0,1 0,-1 1,1-1,1 1,0-1,-1 1,2 0,-1 0,1 0,0 0,1 0,0 0,0 0,0 0,1 0,0 0,0 0,1 0,0 0,0-1,0 1,1-1,0 1,1-1,-1 0,1 0,4 5,-4-7,0 0,0 0,1-1,-1 1,1-1,0 0,0 0,0 0,0-1,1 0,-1 0,1 0,-1 0,1-1,-1 0,1-1,2 1,23-2</inkml:trace>
  <inkml:trace contextRef="#ctx0" brushRef="#br0" timeOffset="1416.616">2501 394,'-16'14,"-5"11,3 10,11 7,19 2,7-6</inkml:trace>
  <inkml:trace contextRef="#ctx0" brushRef="#br0" timeOffset="2299.808">3076 902,'-13'-11,"0"0,0 1,-1 0,-1 1,1 0,-1 2,-1-1,1 2,-1 0,-1 1,1 1,-1 0,1 1,-1 1,-4 0,16 3,0 0,0 0,1 0,-1 1,1 0,-1 0,1 0,0 0,0 0,0 1,0 0,0 0,0 0,1 0,0 1,-1-1,1 1,0 0,1 0,-1 0,1 0,0 0,0 1,0-1,0 1,1-1,0 1,0 0,0 0,1-1,-1 1,1 0,0 0,0 0,1-1,0 1,0 0,0-1,0 1,0 0,1-1,0 1,0-1,0 0,1 0,0 0,-1 0,1 0,0-1,1 1,-1-1,1 1,0-1,-1-1,1 1,1 0,4 1,-1-1,1 0,0 0,0-1,0 0,1-1,-1 0,0 0,1-1,-1 0,0-1,1 0,-1 0,0-1,0 0,0-1,0 0,0 0,-1-1,1 0,-1 0,0-1,0 0,-1-1,0 0,0 0,0 0,0-1,3-5,3-18,-25 41,10-8,0-1,0 1,0 1,0-1,1 0,-1 0,1 0,0 1,0-1,0 1,1-1,-1 1,1-1,0 1,0-1,0 1,0 0,1-1,-1 1,1-1,0 0,0 1,0-1,0 0,1 1,-1-1,1 0,0 0,0 0,0 0,1-1,-1 1,0 0,1-1,0 0,0 1,-1-1,1-1,1 1,-1 0,0-1,1 1,4-2,-1-1,1 0,-1 0,1-1,-1 0,1 0,-1-1,0 0,0 0,-1-1,1 0,0 0,-1 0,0-1,0 0,-1 0,1-1,-1 1,0-1,-1 0,1-1,2-5,11-22,-1-1,-2-1,-1-1,-3 0,0 0,-3-1,0 0,-3-1,-1-11,27-273,-30 312,-2 17,-1 5,-9 49,-11 65,6 1,0 76,16-195,-1 1,1 0,0 0,0 0,0 0,1 0,0-1,1 1,0 0,0 0,0-1,1 1,1-1,-1 1,1-1,-2-5,-1-1,1 1,-1-1,1 0,-1 0,1 1,0-1,-1 0,1 0,0-1,0 1,0 0,0-1,0 1,0-1,0 1,0-1,0 0,0 0,0 0,0 0,0 0,0-1,0 1,0-1,0 1,0-1,-1 0,1 1,0-1,0 0,0 0,-1 0,1-1,55-43,42-44,-98 89,0-1,0 0,0 1,0-1,0 1,0-1,0 1,0 0,0-1,0 1,0 0,1 0,-1 0,0 0,0 0,0 0,0 0,0 0,1 0,-1 0,0 1,0-1,0 1,0-1,0 0,0 1,0 0,0-1,0 1,0 0,0-1,0 1,-1 0,1 0,0 0,0 0,-1 0,1-1,-1 1,1 0,-1 1,1-1,-1 0,1 0,-1 0,0 0,10 57,-10-54,2 8,-1 1,0 0,-1-1,-1 1,1 0,-2-1,0 1,-1-1,0 0,0 1,-1-1,-1-1,0 1,-1-1,0 0,-6 7,12-17,-1 0,1-1,-1 1,1 0,-1 0,1-1,-1 1,0-1,1 1,-1 0,0-1,1 1,-1-1,0 0,0 1,0-1,1 0,-1 1,0-1,0 0,0 0,0 0,0 0,1 0,-1 0,0 0,0 0,0 0,0 0,0 0,0 0,1-1,-1 1,0 0,0-1,0 1,1-1,-1 1,0-1,0 1,1-1,-1 1,0-1,1 0,-1 1,1-1,-1 0,1 1,-1-1,1 0,0 0,-1 0,1 1,0-1,-1 0,1-1,-10-51,9 42,1 0,1 0,0 0,0 0,1 1,1-1,0 0,0 1,1 0,0 0,1 0,0 0,0 1,1 0,1 0,-1 0,1 1,1 0,-1 0,2 1,-1 0,1 0,0 1,0 0,0 1,1 0,0 0,0 1,0 1,1-1,-1 2,7-2,-13 4,0 0,0 0,0 0,0 1,0-1,0 1,0 0,0 0,-1 1,1-1,0 1,-1-1,1 1,-1 0,0 1,1-1,-1 0,0 1,0 0,-1 0,1 0,0 0,-1 0,0 0,0 1,0-1,0 1,-1 0,1-1,-1 1,0 0,0 0,0 0,-1 0,1 0,-1 0,0 1,3 42,-3-39,0 0,0 0,1 0,0 0,0 0,1 0,0 0,0-1,1 1,3 6,-5-12,1 0,0 0,-1-1,1 1,0-1,0 1,-1-1,1 0,0 0,0 1,1-2,-1 1,0 0,0 0,0-1,1 1,-1-1,0 1,1-1,-1 0,0 0,0 0,1 0,-1-1,0 1,1-1,-1 1,0-1,0 0,0 0,1 0,-1 0,0 0,20-10</inkml:trace>
  <inkml:trace contextRef="#ctx0" brushRef="#br0" timeOffset="2554.127">3838 288,'2'9,"10"7,3 2</inkml:trace>
  <inkml:trace contextRef="#ctx0" brushRef="#br0" timeOffset="3007.914">4226 595,'23'-14,"0"-2,0 0,-2-1,0-2,-1 0,-1-1,-1 0,-1-2,-1 0,0-1,6-16,40-96,-59 126,-1 1,0-1,0 1,-1-1,0 0,-1 1,0-1,0 0,-1 1,0-1,0 0,-1 1,0-1,-1 1,-2-7,2 10,-1 0,1 0,-1 1,1-1,-1 1,-1 0,1 0,0 0,-1 1,0-1,0 1,0 0,0 1,-1-1,1 1,-1 0,1 0,-1 1,0 0,1 0,-1 0,0 0,0 1,0 0,0 0,1 1,-1 0,0 0,0 0,1 1,-1 0,0 0,1 0,0 0,0 1,-1 0,2 0,-2 1,-6 5,1-1,1 1,-1 1,1 0,1 0,0 1,1 0,0 1,0-1,1 2,1-1,0 1,1 0,-1 3,-3 13,1 1,1 0,2 0,1 0,1 1,1 1,1 1,1 0,2 0,1 0,1 0,2-1,1 0,2 0,1 0,1-1,2-1,13 22,-24-46,1-1,0 1,0-1,0 0,1 0,0 0,0 0,0-1,1 1,-1-1,1 0,0-1,0 1,0-1,1 0,-1 0,1-1,0 0,-1 0,1 0,0 0,0-1,0 0,1 0,-1-1,0 0,0 0,0 0,5-1,6-6,1-1,-2 0,1-1,-1-1,0 0,-1-1,0-1,-1 0,-1-1,0-1,0 0,5-9,-12 18,-1-1,0 0,0-1,0 1,-1-1,0 0,0 0,-1-1,0 1,0-1,0 0,-1 1,-1-1,1 0,-1 0,-1 0,1 0,-1-4,-1 10,1 0,-1 0,0 0,0 0,0 0,0 0,0 0,0 1,0-1,-1 0,1 1,-1-1,1 1,-1-1,1 1,-1 0,0-1,0 1,0 0,1 0,-1 1,0-1,0 0,0 1,0-1,-1 1,1-1,0 1,0 0,0 0,0 0,0 0,0 1,0-1,-1 0,-70 28,67-25,1 1,0 0,0 0,0 0,0 0,1 1,-1-1,1 1,0 1,1-1,-1 0,1 1,0 0,0-1,1 1,0 0,0 1,0-1,1 0,0 0,0 1,1-1,-1 1,1-1,1 0,-1 1,1-1,0 0,1 1,0-1,0 0,0 0,0 0,1 0,0-1,0 1,1-1,-1 1,1-1,2 1,7 5,1-2,1 1,-1-2,1 0,1 0,-1-2,1 0,1 0,-1-2,1 0,-1-1,1-1,0 0,0-1,0-1,6-1,71-1,-9-5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6:33.9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0 535,'18'0,"16"7,10 13,7 15,5 13,1 10,-2 3,-4-1,-3-6,-8-10,-7-13,-5-12,-9-8</inkml:trace>
  <inkml:trace contextRef="#ctx0" brushRef="#br0" timeOffset="251.368">495 588,'-16'5,"-16"10,-13 12,-4 11,-2 9,4 9,5 6,10 2,11-4,8-4,6-13</inkml:trace>
  <inkml:trace contextRef="#ctx0" brushRef="#br0" timeOffset="500.702">856 910,'-2'18,"-3"13,-1 10,-2 5,-1 4,0 0,2-9</inkml:trace>
  <inkml:trace contextRef="#ctx0" brushRef="#br0" timeOffset="1001.364">1592 375,'11'21,"11"17,13 14,12 12,9 7,8-1,4-2,-2-6,-7-7,-14-11,-14-10,-15-11,-10-9</inkml:trace>
  <inkml:trace contextRef="#ctx0" brushRef="#br0" timeOffset="1253.977">2019 481,'-23'12,"-16"14,-13 18,-12 13,-8 15,-3 9,2 6,8-3,16-17</inkml:trace>
  <inkml:trace contextRef="#ctx0" brushRef="#br0" timeOffset="1787.238">2594 936,'15'109,"-14"-106,0 1,1 0,-1-1,1 0,0 0,0 1,0-1,1 0,-1 0,1-1,0 1,-1-1,1 1,0-1,1 0,-1 0,0 0,0 0,1-1,-1 1,1-1,0 0,-1 0,1 0,0-1,-1 1,4-1,-2 0,0-1,1 0,-1 0,0 0,0-1,0 0,0 0,0 0,0-1,-1 0,1 1,-1-2,1 1,-1 0,0-1,-1 0,1 0,-1 0,1 0,-1-1,0 1,-1-1,1 1,-1-1,0 0,0 0,-1 0,1-1,-1 1,0 0,-1-1,1 1,-1 0,0-1,0 1,-1 0,1-1,-1 1,-1 0,1 0,-1 0,1 0,-2 0,1 0,0 0,-1 0,0 1,-2-3,2 3,-1-1,0 1,0-1,0 1,-1 0,1 1,-1-1,0 1,0 0,0 0,-1 1,1-1,0 1,-1 0,0 1,1-1,-1 1,0 0,0 1,0-1,0 1,0 0,1 1,-1 0,0-1,-2 2,-13 3,1 0,1 2,-1 0,1 1,0 1,-13 9,-32 20</inkml:trace>
  <inkml:trace contextRef="#ctx0" brushRef="#br0" timeOffset="2268.006">1244 1191,'9'20,"6"16,-1 11,-2 7,-10 2,-17 0,-21-4,-5-10</inkml:trace>
  <inkml:trace contextRef="#ctx0" brushRef="#br0" timeOffset="2805.63">869 829,'-9'7,"-8"6,-7 7,-9 6,-4 0,-1 2,0-3,5-3,8-5</inkml:trace>
  <inkml:trace contextRef="#ctx0" brushRef="#br0" timeOffset="3149.721">710 1243,'0'3,"4"0,7 0,7-1,11 0,8-1,8 0,1-4,-8 0</inkml:trace>
  <inkml:trace contextRef="#ctx0" brushRef="#br0" timeOffset="4114.786">3303 0,'25'41,"-2"0,-1 2,-2 1,-2 0,0 6,7 19,-3 1,-4 1,-2 0,-3 1,-4 1,1 58,-10-97,0 0,-3 0,0 0,-2 0,-2-1,-1 0,-2 0,-1-1,-1 0,-2-1,-1 0,-1-1,-2-1,-1 0,-14 15,19-27,0-1,-1-1,-1 0,0-1,-1 0,0-2,-1 0,-1-1,0-1,0 0,-1-2,0 0,-10 2,29-10,0 0,1 1,-1-1,0 1,0-1,1 0,-1 1,0-1,0 0,1 0,-1 0,0 0,0 0,0 1,1-1,-1-1,0 1,0 0,0 0,1 0,-1 0,0-1,0 1,1 0,-1 0,0-1,0 1,1-1,-1 1,0-1,1 1,-1-1,1 1,-1-1,1 0,-1 1,1-1,-1 0,1 1,-1-1,1 0,0 1,0-1,-1 0,1 0,0 0,0 1,0-1,7-16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6:39.1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1 267,'20'0,"21"0,21 0,19 0,16 0,7 0,-1 0,-5 2,-16 2,-20-1,-24-1,-19 0</inkml:trace>
  <inkml:trace contextRef="#ctx0" brushRef="#br0" timeOffset="317.239">683 0,'0'5,"0"-1,0 1,1 0,-1-1,1 0,0 1,0-1,1 1,0-1,-1 0,1 0,1 0,-1 0,0 0,1 0,0-1,0 1,0-1,0 0,1 0,-1 0,1 0,0-1,0 1,0-1,0 0,0 0,0-1,1 1,43 21,0-1,1-3,50 12,66 26,-158-55,0 0,0 1,0 0,-1 0,0 1,0 0,0 0,0 0,0 1,-1 0,0 0,0 0,0 1,0 0,-4-3,-1-1,1 1,-1-1,1 1,-1-1,0 1,0-1,-1 1,1-1,0 1,-1-1,0 1,1-1,-1 1,0-1,0 0,0 0,0 1,-1-1,1 0,-1 0,1 0,-1 0,0-1,0 1,0 0,0-1,0 1,0-1,0 0,0 1,0-1,-25 15,0-1,0-1,-2-2,1-1,-2-1,1-1,-5-1,32-7,-168 38,106-28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6:43.3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69 9,'-16'-5,"-5"1,1 6,8 9,13 12,7 2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6:44.2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266 616,'-9'-3,"0"-1,-1 2,1 0,-1 0,1 0,-1 1,1 1,-1-1,0 2,1-1,-1 1,0 1,1 0,-1 0,1 1,0 0,0 1,0-1,0 2,1-1,0 2,0-1,0 1,0 0,1 0,0 1,-2 3,7-8,0 1,1-1,-1 1,1 0,0 0,0 0,0 0,0-1,0 1,1 0,-1 1,1-1,0 0,0 0,0 0,0 0,1 0,-1 0,1 0,-1 0,1 0,0 0,1 0,-1-1,0 1,1 0,-1-1,1 1,0-1,0 1,0-1,0 0,0 0,1 0,-1 0,1 0,1 1,6 1,0-1,0 1,0-2,1 0,-1 0,0-1,1 0,-1 0,1-2,-1 1,1-1,-1-1,0 0,1 0,-1-1,0 0,0-1,-1 0,1 0,-1-1,0-1,0 1,0-1,-1-1,0 0,0 0,5-7,5-9,0-1,-2 0,-1-2,0 0,-2 0,-1-1,-2-1,0 0,-2-1,1-7,4-10,-2-1,-1-1,-3 0,-2 0,-2 0,-2-4,0 50,-1-1,1 0,-1 0,0 0,0 0,0 0,-1 0,1 0,-1 0,1 1,-1-1,0 0,0 0,0 1,-1-1,1 0,-1 1,1-1,-1 1,0 0,0 0,0-1,0 1,0 1,0-1,-1 0,1 0,0 1,-1-1,0 1,1 0,-1 0,0 0,0 0,1 0,-1 1,-1-1,-3 3,1 0,0 0,0 0,0 1,0 0,1 0,-1 1,1-1,-1 1,1 1,1-1,-1 1,-2 3,-9 9,1 1,1 1,1 0,1 1,1 0,0 1,2 0,0 1,2 0,0 0,1 1,2 0,0 0,1 0,2 0,0 0,1 1,2-1,0 0,3 7,-1-10,2 0,0 0,1-1,1 0,1 0,0-1,2 0,0 0,1-1,1-1,0 0,1-1,1 0,0-2,1 1,0-2,1 0,1-1,0-1,0 0,1-1,0-2,0 0,1 0,0-2,4 0,-14-4,0 0,0-1,0 0,0-1,0 0,-1-1,1 0,0 0,-1-1,1 0,-1-1,0 0,0 0,-1-1,1 0,-1-1,0 0,0 0,-1-1,0 1,0-2,-1 1,1-1,-2 0,1 0,-1-1,1-2,2-4,0-1,-2 0,1-1,-2 1,0-1,-1 0,-1 0,-1-1,0 1,-1-11,-1 27,1-1,-1 1,0-1,1 1,-1-1,0 1,0-1,0 1,0-1,-1 0,1 1,0-1,-1 1,1-1,-1 1,1-1,-1 1,0 0,0-1,1 1,-1 0,0-1,0 1,0 0,0 0,-1 0,1 0,0 0,0 0,-1 0,1 0,0 1,-1-1,1 1,-1-1,1 1,-1-1,1 1,-1 0,1-1,-1 1,-6 4,0 1,1 0,-1 0,1 1,0 0,1 0,0 0,0 1,0 0,1 0,0 0,0 1,0 0,1 0,1 0,-1 0,1 1,-1 0,-1 1,1-1,1 1,0 0,0 0,1 0,0 0,1 0,0 0,0 1,1-1,1 0,0 1,0-1,1 0,0 0,1 0,0 0,1-1,0 1,0-1,1 0,0 0,0 0,1-1,6 7,-2-5,1 0,0-1,1 0,0-1,0 0,0-1,12 5,28 9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6:42.2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1 106,'104'222,"-104"-222,0 2,0-1,0 0,1 1,-1-1,0 0,0 0,1 1,-1-1,0 0,1 0,0 1,-1-1,1 0,0 0,-1 0,1 0,0 0,0 0,0 0,0 0,0 0,0 0,0-1,0 1,0 0,0-1,1 1,-1-1,0 1,0-1,1 0,-1 1,0-1,1 0,-1 0,0 0,0 0,1 0,-1 0,0 0,1 0,-1-1,0 1,1-1,-1 1,0-1,1 0,53-80,-35 45,18-18,-37 53,-1 1,0 0,1-1,-1 1,0 0,0-1,1 1,-1 0,1 0,-1 0,0-1,1 1,-1 0,1 0,-1 0,0 0,1-1,-1 1,1 0,-1 0,0 0,1 0,-1 0,1 0,-1 0,1 0,-1 1,1-1,-1 0,0 0,1 0,-1 0,1 0,-1 1,0-1,1 0,-1 0,0 1,1-1,-1 0,0 1,1-1,-1 0,0 1,0-1,0 0,1 1,-1-1,0 1,0-1,0 0,0 1,1-1,-1 1,0-1,0 1,0-1,0 0,0 1,6 34,-5-27,0-2,0 0,0-1,1 1,-1 0,1 0,1-1,-1 1,1-1,0 0,0 0,0 0,1 0,0 0,0-1,0 0,0 0,1 0,-1 0,1-1,0 1,0-1,1 0,-1-1,0 0,1 1,0-2,2 2,5 0,1-1,0 0,0 0,-1-1,1-1,0-1,0 0,0 0,0-2,-1 1,1-2,-1 0,0 0,0-2,0 1,-1-2,1 1,-2-2,1 1,-1-2,0 0,-1 0,0-1,0 0,-1 0,7-11,-14 18,0 0,0 1,-1-1,1 0,-1 0,1 0,-1 0,0 0,0 0,-1 0,1 0,-1 0,1-1,-1 1,0 0,0 0,0-1,-1 1,1 0,-1 0,0 0,1 0,-1 0,-1 0,1 0,0 0,-1 0,0 0,1 0,-1 1,0-1,-1 1,1 0,0-1,-1 1,1 0,-1 0,1 0,-1 1,-2-2,1 2,1 1,-1-1,1 1,-1-1,1 1,-1 0,1 0,-1 1,1-1,-1 1,1 0,-1 0,1 0,0 0,-1 1,1-1,0 1,0 0,0 0,0 0,0 0,1 0,-1 1,1-1,-1 1,1 0,0-1,0 1,0 0,0 0,1 1,-2 1,0 0,1 0,0 1,0-1,0 1,1-1,-1 1,1 0,1 0,-1-1,1 1,0 0,1 0,-1-1,1 1,0 0,0 0,1-1,0 1,3 2,0 0,0 0,1-1,1 1,-1-1,1-1,0 1,1-1,-1 0,1-1,0 0,1 0,-1-1,1 0,0 0,0-1,0 0,1-1,4 1,34 8</inkml:trace>
  <inkml:trace contextRef="#ctx0" brushRef="#br0" timeOffset="846.73">1043 39,'-4'7,"1"0,-1 1,1-1,0 1,0 0,1-1,0 1,1 0,0 0,0 1,1-1,-1 0,2 0,-1 0,1 0,1 0,-1 0,1 0,1 0,0 0,0-1,0 1,3 4,-1-3,1 1,-1-1,1-1,1 1,0-1,0 0,0-1,1 1,0-1,1-1,0 0,0 0,0-1,0 0,1 0,0-1,9 3,-15-6,1 0,-1-1,0 1,0-1,0 0,1 0,-1 0,0 0,0-1,0 0,1 0,-1 0,0 0,0-1,0 1,-1-1,1 0,0 0,-1-1,1 1,-1-1,0 0,0 0,0 0,0 0,0 0,-1 0,1-1,-1 1,0-1,0 0,0 0,-1 0,1 0,-1 0,1-3,3-13,-1-1,0 0,-2 0,0 0,-2-1,0-4,0 10,0 15,-1-1,1 1,0 0,0-1,0 1,0 0,0-1,0 1,0 0,0-1,1 1,-1 0,0-1,1 1,-1 0,1 0,0-1,-1 1,1 0,0 0,0 0,0 0,-1 0,1 0,0 0,0 0,0 0,1 1,-1-1,0 0,0 1,0-1,1 1,-1-1,0 1,0-1,1 1,-1 0,0 0,1 0,-1 0,0 0,1 0,0 0,137 39,-139-38,1 0,-1 0,0 1,0-1,0 0,1 0,-1 0,0 0,0 0,-1 0,1 1,0-1,0 0,0 0,-1 0,1 0,-1 0,1 0,-1 0,1 0,-1 0,1 0,-1 0,0 0,1 0,-1 0,0-1,0 1,0 0,0-1,0 1,0 0,0-1,-1 1,-7 10,6-7,0 0,1-1,-1 1,1 0,0 1,0-1,1 0,-1 1,1-1,0 1,0-1,0 1,1-1,-1 1,1 0,0-1,1 1,-1 0,1-1,0 1,0-1,0 1,1-1,0 1,-1-1,2 0,-1 0,0 0,1 0,0 0,0-1,0 1,0-1,0 0,2 1,3 2,2 0,-1-1,0 0,1-1,0 0,0 0,0-1,1 0,-1-1,1 0,0-1,-1 0,1-1,0 0,1 0,-6-1,0 1,0-1,-1 1,1-2,0 1,0-1,0 0,-1 0,1 0,-1-1,0 0,0 0,0 0,0-1,0 0,-1 1,1-2,-1 1,0 0,-1-1,1 0,-1 0,0 0,0 0,0-1,-1 1,1-3,-1 2,-1 1,0-1,0 1,-1-1,0 1,0-1,0 0,-1 1,1-1,-1 1,-1-1,1 1,-1-1,0 1,0 0,0 0,-1 0,0 0,0 0,0 0,-1 1,1 0,-1 0,0 0,0 0,-4-2,1 0,1 1,-2 0,1 0,-1 1,1 0,-1 0,0 1,-1 0,1 1,-1 0,1 0,-1 0,1 1,-1 1,0-1,-8 2,18-1,-1 0,0 0,0 0,0 1,0-1,1 0,-1 0,0 1,0-1,0 0,0 0,0 1,0-1,0 0,0 0,1 1,-1-1,0 0,0 1,0-1,0 0,0 0,-1 1,1-1,0 0,0 0,0 1,0-1,0 0,0 0,0 1,0-1,-1 0,1 0,0 1,0-1,0 0,-1 0,1 0,0 0,0 1,0-1,-1 0,1 0,0 0,0 0,-1 0,1 0,0 1,-1-1,20 6,0-1,1 0,-1-1,1-1,-1-1,1-1,2-1,-1 1,24 2,1-3,0-1,-1-3,1-1,-1-3,13-5,-53 12,-3 0,-1 0,0 1,1-1,-1 1,0-1,1 1,-1-1,1 1,-1 0,1-1,-1 1,1 0,-1 0,1 0,-1 1,1-1,-1 0,1 0,-1 1,0-1,1 1,-1-1,1 1,-1 0,0-1,0 1,1 0,-1 0,0 0,0 0,0 0,0 0,0 0,0 1,15 120,-14-107,-2-8,0-1,0 1,1-1,0 1,0-1,1 0,0 1,0-1,0 0,1 0,-1-1,2 1,2 4,6-4,2-7</inkml:trace>
  <inkml:trace contextRef="#ctx0" brushRef="#br0" timeOffset="1335.423">2420 252,'21'-8,"0"-2,0 0,-1-1,0-1,-1-1,-1 0,0-2,-1 0,0-1,-1-1,5-8,-19 24,-1-1,1 1,0 0,-1-1,0 0,1 1,-1-1,0 0,0 1,0-1,0 0,0 0,-1 0,1 0,0 0,-1 0,1 0,-1 0,0 0,0 0,0 0,0 0,0 0,0 0,-1 0,1 0,-1 0,1 0,-1 0,0 0,1 0,-1 0,0 0,0 0,-1 1,1-1,0 0,-1 1,1-1,-1 1,1 0,-1-1,1 1,-1 0,0 0,0 0,0 0,-5-1,0 1,0 0,0 1,0-1,-1 1,1 1,0-1,0 1,0 1,0-1,0 1,0 0,0 1,1 0,-1 0,1 0,0 1,0-1,0 2,0-1,0 1,1 0,-1 1,3-3,-1 0,1 0,0 1,0-1,0 1,1 0,0 0,-1 0,1 0,0 0,1 0,-1 1,1-1,0 1,0-1,0 1,1-1,0 1,-1 0,2-1,-1 1,0-1,1 1,0-1,0 1,0-1,1 1,-1-1,1 0,0 0,1 0,-1 0,0 0,1 0,0-1,1 2,5 3,0 0,0-1,1 0,0 0,0-1,0 0,1-1,7 2,38 15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6:40.3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248 137,'1'-3,"0"-1,0 1,0-1,0 1,0-1,-1 0,0 1,0-1,0 1,0-1,-1 0,1 1,-1-1,0 1,0-1,0 1,0 0,-1-1,1 1,-1 0,0 0,0 0,0 0,0 0,-1 0,1 1,-1-1,0 1,0 0,1 0,-1 0,-1 0,1 0,0 0,0 1,-1 0,1 0,-1 0,1 0,-4 0,0-1,1 1,-1 0,1 1,-1-1,0 1,1 1,-1-1,1 1,-1 1,1-1,-1 1,1 0,0 0,0 1,0-1,0 2,0-1,0 1,1-1,0 1,0 1,0-1,0 1,1 0,0 0,0 0,0 1,0-1,1 1,0 0,0 0,1 0,-1 0,1 1,2-2,0-1,1 0,-1 0,1 0,0 0,0 0,0 0,0-1,1 1,0 0,-1-1,1 1,1-1,-1 1,0-1,1 0,0 0,-1 0,1 0,1-1,-1 1,0-1,0 0,1 1,0-2,2 2,103 31,-94-32,0-1,-1 0,1-1,0 0,0-2,0 0,0 0,5-3,-14 4,0-1,0 0,-1 0,1-1,-1 0,1 0,-1 0,0-1,0 1,0-1,0 0,-1-1,0 1,0-1,0 0,0 0,-1 0,0 0,0-1,0 1,0-3,0 0,-1 0,0 0,0 0,-1 0,0 0,-1 0,0 0,0 0,0 0,-1 0,0 0,-1 0,0 0,0 1,-1-1,0 1,0-1,-1 0,4 8,0-1,-1 1,1-1,0 1,-1-1,1 1,0-1,-1 1,1 0,-1-1,1 1,0-1,-1 1,1 0,-1 0,1-1,-1 1,0 0,1 0,-1-1,1 1,-1 0,1 0,-1 0,0 0,1 0,-1 0,1 0,-1 0,0 0,1 0,-1 0,1 1,-1-1,1 0,-1 0,1 0,-1 1,1-1,-1 0,1 1,-1-1,1 0,-1 1,1-1,-1 1,1-1,0 1,-1-1,1 1,0-1,0 1,-1-1,1 1,0-1,0 1,0-1,-1 1,1 0,0 0,-11 37,10-31,0-1,0 1,1-1,-1 1,1 0,1-1,-1 1,1 0,0-1,1 1,0-1,0 0,0 1,1-1,-1 0,1 0,1-1,-1 1,1-1,0 1,1-1,-1-1,1 1,0 0,0-1,0 0,1 0,-1-1,1 0,0 0,0 0,2 1,0-2,-1 1,1-1,0 0,0-1,0 0,1 0,-1 0,0-1,0-1,0 1,0-1,1-1,-1 1,-1-2,1 1,0-1,0 0,-1 0,0-1,0 0,0 0,0-1,0 0,-1 0,0-1,0 0,-1 0,1 0,-1 0,-1-1,1 0,-1 0,0 0,-1-1,0 1,0-1,0 0,-1 0,-5-63,-3 69,4 19,4-7,-1 0,2 0,-1 0,1 0,1 0,0 0,0-1,1 1,0-1,1-1,0 1,0-1,1 0,0 0,0 0,1-1,0 0,-3-3,0 0,0 0,0-1,1 1,-1-1,1 0,0-1,0 1,0-1,0 0,0-1,0 1,0-1,1-1,-1 1,0-1,1 0,-1 0,1-1,-1 0,0 0,0-1,1 1,-1-1,0-1,-1 1,1-1,2-1,-1-1,-1 0,1-1,-1 0,0 0,0-1,0 0,-1 0,0 0,-1 0,1-1,-1 0,-1 0,0 0,0 0,0 0,-1-1,0 1,-1-1,0 0,0 1,-1-1,0 0,-1-4,1 12,1 0,-1 1,0-1,1 0,-1 1,0-1,0 0,0 1,0-1,1 0,-1 0,0 1,0-1,0 0,0 1,0-1,-1 0,1 0,0 1,0-1,0 0,-1 1,1-1,0 0,-1 1,1-1,0 1,-1-1,1 1,-1-1,1 0,-1 1,1 0,-1-1,0 1,1-1,-1 1,1 0,-1-1,0 1,1 0,-1 0,0-1,1 1,-1 0,0 0,0 0,1 0,-1 0,0 0,1 0,-1 0,0 0,0 0,1 0,-1 1,0-1,1 0,-1 0,0 1,1-1,-1 1,1-1,-1 0,-3 8,1 0,0 0,0 0,1 0,0 0,0 0,1 1,0-1,0 1,1-1,0 1,1-1,1 8,0-8,0-1,0 0,1 0,0 0,0 0,1-1,-1 1,2-1,-1 0,1 0,0 0,0-1,0 0,1 0,-1 0,1 0,1-1,-1 0,1-1,-1 1,1-1,0 0,0-1,0 0,1 0,-1 0,0-1,1 0,-1-1,1 1,-1-1,1-1,-1 0,5 0,13-2</inkml:trace>
  <inkml:trace contextRef="#ctx0" brushRef="#br0" timeOffset="1071.062">1224 270,'2'-43,"2"-1,1 1,10-37,-10 148,-3-60,0 0,0 0,0 0,1 0,0-1,1 1,0-1,0 1,0-1,1-1,0 1,1-1,-1 0,1 0,0 0,1-1,-1 0,1 0,0 0,0-1,1-1,-1 1,1-1,0 0,0-1,0 1,0-2,7 2,46 6,-2-4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6:48.9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1 207,'1'-12,"1"0,0 0,1 0,0 0,1 1,0-1,1 1,0 0,1 0,0 0,1 1,0 0,0 1,1-1,1 1,-1 1,2 0,7-7,-16 15,-1 0,0 0,1 0,-1 0,1-1,-1 1,0 0,1 0,-1 0,1 0,-1 0,1 0,-1 0,0 0,1 0,-1 0,1 1,-1-1,0 0,1 0,-1 0,1 0,-1 1,0-1,1 0,-1 0,0 1,1-1,-1 0,0 0,1 1,-1-1,0 0,0 1,1-1,-1 1,0-1,0 0,0 1,0-1,1 1,-1-1,0 0,0 1,0-1,0 1,0-1,0 0,0 1,0-1,0 1,0-1,-1 1,1-1,0 0,0 1,0-1,-3 34,3-29,-7 46,-3 27,4 0,2 59,13 80,-10-217,1 1,0-1,-1 1,1-1,-1 0,1 1,-1-1,1 0,-1 1,0-1,1 0,-1 1,1-1,-1 0,1 0,-1 0,0 0,1 0,-1 1,0-1,1 0,-1 0,1-1,-1 1,0 0,1 0,-1 0,1 0,-1 0,0-1,1 1,-1 0,1-1,-1 1,1 0,-1-1,1 1,-1 0,1-1,-1 1,1-1,0 1,-1-1,1 1,0-1,-1 1,1-1,0 0,-1 1,-13-9,13 9,0-1,0 1,0-1,0 1,0 0,0-1,0 1,0 0,0 0,0 0,0 0,-1 0,1 0,0 0,0 0,0 0,0 0,0 1,0-1,0 0,0 1,0-1,0 1,0-1,0 1,0 0,0-1,0 1,0 0,1 0,-1-1,0 2,24 7,-3-10,0-1,-1 0,1-2,-1 0,0-1,8-4,6 0,26-7,-4 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6:49.17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0,'9'2,"1"2,-9-4,-3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6:47.82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1 175,'7'20,"1"-1,1 0,1-1,1 0,0 0,2-1,-1-1,2 0,0-1,1 0,1-1,0-1,1 0,0-2,3 1,65 57,-83-68,34 39,-36-39,1 0,0-1,-1 1,1 0,-1 0,0 0,1 0,-1 0,0 0,1 0,-1 0,0 0,0 0,0 0,0 1,0-1,0 0,0 0,0 0,0 0,-1 0,1 0,0 0,-1 0,1 0,-1 0,1 0,-1 0,1-1,-1 1,0 0,1 0,-1 0,0-1,0 1,0 0,1-1,-1 1,0-1,0 1,0-1,0 1,0-1,0 1,0-1,-13 4,1-1,-1 0,1-1,-1 0,0-1,0-1,0 0,0-1,0 0,1-1,-3-1,8 2,0 0,0-1,0 0,0 0,0 0,1-1,-1 0,1-1,0 1,0-1,0-1,1 1,-1-1,1-1,0 1,1-1,-4-4,8 6,1 0,0 0,0-1,0 1,0 0,1 0,0 0,0 0,0 0,0 0,1 0,-1 0,1 0,0 1,0-1,1 0,-1 1,1 0,-1 0,1 0,0 0,0 0,1 0,-1 1,0-1,1 1,0 0,-1 0,2 0,5-6,5-4,8-4,0-2,-1 0,-1-2,0 0,-2-2,0 0,-2-1,0 0,-2-1,-1-1,3-8,-15 29,0 1,0-1,-1 1,1-1,-1 0,0 0,0 1,0-1,-1 0,0 0,1 0,-1 0,0 0,-1 0,1 0,-1 1,0-1,0 0,0 0,0 0,-1 1,1-1,-1 1,0-1,0 1,0 0,-1 0,1 0,-1 0,0 0,1 0,-1 1,-1-1,-1-1,-1 2,0 1,1 0,-1-1,0 2,0-1,0 1,1 0,-1 0,0 0,0 1,0 0,1 0,-1 0,0 1,1 0,-1 0,1 1,0-1,0 1,0 0,-5 4,0 0,-1 2,1-1,1 1,0 0,0 1,1 0,0 0,0 1,-1 5,6-12,0 1,0-1,1 1,0 0,0 0,0 0,0 0,1 0,0 0,0 0,0 1,1-1,-1 0,1 0,1 1,-1-1,1 0,0 0,0 1,0-1,1 0,0 0,0 0,1 2,28 24,5-8</inkml:trace>
  <inkml:trace contextRef="#ctx0" brushRef="#br0" timeOffset="317.246">762 55,'-4'7,"-1"0,1 1,0 0,0 0,1 0,0 0,1 0,-1 0,2 1,-1-1,1 1,0-1,1 1,0 5,2-11,0-1,0 1,0-1,0 0,0 0,0 0,1 0,-1 0,1 0,-1 0,1-1,0 1,-1-1,1 0,0 0,0 0,0 0,0 0,0-1,0 1,0-1,1 0,-1 0,0 0,0 0,0-1,0 1,0-1,0 0,0 0,0 0,0 0,0 0,-1-1,1 1,0-1,-1 0,1 1,1-3,1 0,1 0,0 0,-1-1,0 0,0 0,-1 0,1-1,-1 1,0-1,-1 0,1 0,-1-1,0 1,0-4,-2 7,0 0,0 0,0-1,0 1,-1 0,0 0,0 0,1-1,-2 1,1 0,0 0,-1-1,1 1,-1 0,0 0,0 0,-1 0,1 0,0 0,-1 0,0 1,0-1,0 0,0 1,0-1,0 1,0 0,-1 0,1 0,-1 0,0 0,0 0,-1 0,-1 0,0 0,0 0,0 0,0 1,0-1,0 1,0 1,0-1,0 1,-1 0,1 0,0 0,0 1,0 0,0 0,-1 0,2 0,-1 1,0 0,0 0,0 0,1 1,-5 2,1 0,1 1,-1 0,1 0,0 1,0 0,1 0,0 0,0 1,1 0,0 0,0 0,1 1,-1 1,-6 24</inkml:trace>
  <inkml:trace contextRef="#ctx0" brushRef="#br0" timeOffset="578.564">856 536,'6'-3,"-2"-1,1 0,0 0,-1-1,0 1,0-1,0 0,0 0,-1 0,0 0,0-1,-1 1,1-1,-1 0,0 0,-1 0,1 0,-1-1,-1 5,0 1,0 0,0-1,0 1,0 0,0-1,0 1,-1 0,1-1,0 1,-1 0,1 0,-1-1,0 1,1 0,-1 0,0 0,0 0,1 0,-1 0,0 0,0 0,0 0,0 0,-1 0,1 1,0-1,0 0,0 1,-1-1,1 1,0-1,-1 1,1 0,0-1,-1 1,1 0,0 0,-1 0,1 0,0 0,-1 1,0-1,-57 19,54-16,1-1,0 1,-1 0,1 0,0 1,1-1,-1 1,1 0,-1 0,1 0,0 1,1-1,-1 1,1-1,0 1,0 0,0 0,0 0,1 0,0 2,2-4,0 0,1-1,0 1,-1-1,1 0,0 0,0 0,0 0,0 0,1 0,-1 0,1 0,-1-1,1 0,-1 1,1-1,0 0,-1 0,1 0,0-1,0 1,0-1,0 1,0-1,-1 0,1 0,0 0,0-1,44 3,0-3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6:46.4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66 1,'1'4,"20"304,-21-272,-2-1,-1 1,-2-1,-1 1,-2-1,-2-1,-7 17,-9-9,25-43,0 0,0-1,0 1,0 0,0-1,0 0,1 1,-1-1,0 1,1-1,0 0,-1 1,1-1,0 0,0 1,0-1,0 0,0 0,0 1,0-1,0 0,1 0,-1 1,36-305,-19 81,-17 239,1 1,1-1,0 0,1 0,0 0,1-1,1 1,0-1,1 0,3 5,-6-13,-1 0,1 0,0 0,0-1,0 0,1 1,0-1,0-1,0 1,0 0,0-1,1 0,-1 0,1 0,0-1,0 1,0-1,0-1,1 1,-1 0,0-1,1 0,-1-1,1 1,-1-1,1 0,-1 0,5-1,1-4,1-1,-1 1,0-2,-1 0,1 0,-1-1,-1 0,1 0,-1-1,-1-1,0 1,0-1,-1-1,0 1,-1-1,0 0,-1-1,0 0,-1 1,2-8,20-86,-28 96,-4 30,-8 66,4 1,3 49,7-134,-2 8,1 1,0-1,1 0,0 0,1 0,0 0,1 0,0 0,1 0,0 0,0 0,1-1,1 0,0 0,0 0,1 0,3 3,15 5</inkml:trace>
  <inkml:trace contextRef="#ctx0" brushRef="#br0" timeOffset="339.235">695 95,'-11'46,"2"1,2 0,2 0,2 1,2 0,2-1,3 11,-3-47,-1 0,1 0,1 0,0 0,0 0,1-1,1 1,0-1,0 0,1 0,0 0,1 0,0-1,0 0,1 0,0-1,8 7,-11-13,0 0,0 0,0-1,0 1,0-1,0 0,0 0,1 0,-1-1,1 0,-1 1,0-1,1-1,-1 1,0-1,1 0,-1 0,0 0,0 0,0-1,0 0,0 0,0 0,0 0,-1 0,1-1,85-78,-74 62,-1-1,-1 0,-1-1,0 0,-2 0,0-2,-1 1,-2-1,0 0,-2-1,0 1,-2-1,0 0,-2 0,0 0,-2 0,-1 0,0 0,-2 0,-6-20,-12 0,17 44,2 6</inkml:trace>
  <inkml:trace contextRef="#ctx0" brushRef="#br0" timeOffset="590.374">1350 1,'-3'23,"3"16,6 14,13 6,14 2,13 1,11-5,9-4,3-5,0-4,-5-4,-12-5,-11-6,-14-12,-11-10</inkml:trace>
  <inkml:trace contextRef="#ctx0" brushRef="#br0" timeOffset="839.706">1804 162,'-13'-7,"-12"4,-9 13,-4 15,-6 18,-6 16,-7 15,-4 13,-3 5,0 1,10-16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6:45.3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12 102,'-6'54,"2"0,2 0,4 37,-2-87,0 0,0 0,0 0,0 0,1 1,-1-1,1 0,0 0,0-1,1 1,-1 0,1 0,0-1,0 1,0 0,0-1,1 0,-1 0,1 0,0 0,0 0,0 0,0-1,0 1,1-1,-1 0,1 0,-1 0,1-1,0 1,0-1,0 0,0 0,3 0,5-3,0-1,0 0,0-1,-1-1,1 0,-1 0,0-1,0-1,-1 1,0-2,0 0,-1 0,0 0,0-1,-1-1,2-2,4-3,0 0,-2-1,0-1,0 0,-2 0,0-1,-1 0,-1-1,0 0,-2 0,0-1,-1 1,1-15,-7 27,-2 18,1 0,1 1,0-1,1 1,1-1,0 1,0-1,1 0,1 0,0 1,0-2,1 1,0 0,1-1,0 1,1-2,0 1,1 0,0-1,0 0,1-1,0 0,0 0,1-1,9 7,15 3</inkml:trace>
  <inkml:trace contextRef="#ctx0" brushRef="#br0" timeOffset="359.094">707 48,'2'15,"-1"0,2 0,0 0,0 0,2-1,-1 1,2-1,0-1,1 1,0-1,1 0,1 0,0-1,0 0,1-1,1 0,0-1,0 0,4 2,-12-10,1 0,0 0,-1-1,1 0,0 1,0-1,0 0,0-1,0 1,0-1,0 0,0 0,0 0,0 0,0-1,0 1,0-1,0 0,0-1,-1 1,1 0,0-1,-1 0,1 0,-1 0,1-1,-1 1,0-1,0 1,0-1,-1 0,1 0,-1 0,2-2,6-9,-1 0,-1 0,0-1,0 0,-2-1,0 0,3-12,-5 14,0 0,0 0,-2 0,1-1,-2 1,0-1,-1 1,-1-3,2 16,-1 1,0-1,0 0,0 1,0-1,0 1,0-1,0 1,0-1,0 0,0 1,0-1,0 1,-1-1,1 1,0-1,0 1,-1-1,1 1,0-1,-1 1,1-1,0 1,-1 0,1-1,0 1,-1-1,1 1,-1 0,1-1,-1 1,1 0,-1 0,1-1,-1 1,1 0,-1 0,0 0,1 0,-1 0,1 0,-1 0,1 0,-1 0,1 0,-1 0,0 0,0 0,-17 24,15-17,0 1,1-1,0 1,1 0,-1-1,1 1,1 0,0 0,0 0,0 0,1-1,0 1,1 0,-1 0,2-1,-1 1,1-1,0 0,0 0,1 0,0 0,0 0,1-1,0 0,0 0,0 0,1-1,0 1,0-1,0-1,1 1,3 1,10 3,0-1,1-1,0-1,0-1,0-1,1 0,0-2,-1 0,21-2,43-1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6:57.8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0 140,'1'626,"1"-598,-2-28,0 0,0-1,0 1,1 0,-1 0,0 0,0-1,0 1,1 0,-1 0,0 0,0 0,0 0,1-1,-1 1,0 0,0 0,1 0,-1 0,0 0,0 0,1 0,-1 0,0 0,0 0,1 0,-1 0,0 0,0 0,1 0,-1 0,0 0,0 0,1 0,-1 0,0 0,0 1,1-1,-1 0,0 0,0 0,0 0,1 1,-1-1,0 0,0 0,0 0,0 1,0-1,1 0,-1 0,0 1,0-1,0 0,0 0,0 1,0-1,0 0,0 0,0 1,0-1,0 0,0 0,0 1,0-1,12-22,-11 19,0 0,67-112,-66 112,1 0,-1 0,1 0,-1 0,1 1,0-1,0 1,0 0,1 0,-1 0,0 0,1 1,-1-1,1 1,0 0,-1 0,1 0,0 0,0 1,-1-1,1 1,0 0,0 1,0-1,0 0,-1 1,1 0,0 0,-1 0,1 0,0 1,2 1,-1 0,0 0,-1 0,1 1,-1-1,0 1,0 0,0 0,-1 0,1 0,-1 1,0 0,0-1,-1 1,1 0,-1 0,0 1,-1-1,1 0,-1 0,0 1,0-1,-1 1,0-1,0 1,0-1,0 1,-1-1,0 1,0-1,-1 1,1-1,-1 0,0 0,-1 0,1 0,-1 0,0 0,0-1,0 0,-1 1,-6 2,1 0,-1-1,0 0,-1 0,1-2,-1 1,0-1,-1-1,1 0,0 0,-1-1,0-1,1 0,-1 0,0-1,-6-1,18 1,-1 0,0 1,1-1,-1 0,1 0,-1 0,0 0,1 0,-1 0,1 0,-1 0,0 0,1 0,-1 0,1 0,-1 0,0 0,1 0,-1-1,1 1,-1 0,1 0,-1-1,1 1,-1 0,1-1,-1 1,1-1,-1 1,1 0,-1-1,1 1,0-1,-1 1,1-1,0 0,0 1,-1-1,1 1,0-1,0 1,0-1,0 0,-1 1,1-1,0 1,0-1,0 0,1 1,-1-1,0 0,0 1,0-1,0 1,0-1,1 1,-1-1,26-28,-1 7</inkml:trace>
  <inkml:trace contextRef="#ctx0" brushRef="#br0" timeOffset="196.718">415 86,'0'-18,"0"-11,0 2,0 15,4 21,7 26,5 29,5 28,-1 30,-4 26,-14 25,-24 18,-27 14,-29 2,-1-35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7:10.4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382 612,'-6'-8,"-1"0,-1 1,1 0,-1 0,0 0,-1 1,0 0,1 1,-2 0,1 0,-1 1,1 0,-1 1,0 0,-1 0,1 1,0 1,-1 0,1 0,-1 1,1 0,-1 1,1 0,0 1,-1 0,1 0,0 1,0 1,0-1,1 2,0-1,-1 1,1 1,1 0,-1 0,0 1,6-4,0 0,0 0,0 0,0 0,1 0,0 1,-1-1,1 1,0 0,1-1,-1 1,1 0,-1 0,1 0,0 0,1 0,-1 0,1 1,0-1,0 0,0 0,0 0,1 0,0 0,-1 0,2 0,-1 0,0 0,1 0,0 0,-1 0,2-1,-1 1,2 1,1 0,0 0,1-1,0 0,0 0,0 0,0-1,1 0,-1 0,1-1,0 0,-1 0,1 0,0-1,0 0,0 0,1-1,-1 0,0 0,0 0,3-2,5 0,1-1,0 0,-1-1,0-1,0-1,0 0,-1-1,9-6,-11 7,-1-1,-1 0,1-1,-1 0,-1-1,1 0,-2-1,1 0,-1 0,-1 0,0-1,0-1,0-1,-6 13,0-1,-1 0,1 0,0 0,0 0,-1 0,1 0,-1-1,1 1,-1 0,1 0,-1 0,0 0,1-1,-1 1,0 0,0 0,0-1,0 1,0 0,0 0,0-1,-1 1,1 0,0 0,-1 0,1-1,-1 1,1 0,-1 0,1 0,-1 0,0 0,0 0,1 0,-1 0,0 0,0 0,0 1,0-1,0 0,0 1,0-1,0 0,-1 1,1 0,0-1,0 1,0-1,-1 1,1 0,0 0,0 0,0 0,-1 0,1 0,0 0,0 0,-1 0,1 1,-4 2,1 0,0 1,0 0,1 0,-1 0,1 0,0 0,0 1,0-1,0 1,1 0,0 0,0 0,0 0,1 0,-1 0,1 0,1 1,-1-1,1 0,0 1,0-1,0 0,1 1,0-1,0 0,0 0,2 5,-1-4,1-1,0 1,0-1,0 0,0 0,1 0,0 0,0 0,0-1,1 0,-1 0,1 0,0-1,0 1,0-1,1 0,-1-1,1 1,0-1,-1 0,1-1,0 1,0-1,2 0,5 1,1-1,0 0,-1-1,1 0,0-1,-1-1,1 0,-1-1,1 0,4-3,-1-1,1-1,-2-1,1 0,-1-1,0-1,-1 0,-1-2,0 1,0-2,-1 0,-1 0,-1-1,0-1,0 0,-2 0,1-4,8-16,-2-1,-2 0,-1-1,-2-1,-2 0,-1 0,-2-7,-3 35,-1-1,0 1,-1-1,0 0,-1 1,0-1,-1 0,0 1,-1-1,-1 0,1 1,-2 0,0 0,0 0,-3-4,5 12,0 1,0-1,0 1,-1 0,1 0,-1 0,1 0,-1 0,0 0,0 1,0-1,0 1,0 0,0 0,0 0,0 0,0 0,-1 1,1 0,0-1,0 1,-1 0,1 1,0-1,-1 1,1-1,0 1,-1 0,-5 2,0 0,0 1,0 0,0 0,1 1,0 1,0-1,0 1,-1 1,-4 5,1-1,-1 2,2 0,0 0,1 1,0 0,1 1,0 0,2 1,0-1,0 2,2-1,0 0,0 1,2 0,0 0,1 0,1 1,0-1,2 0,0 1,0-1,2 0,0 0,1 0,1-1,0 1,1-1,1 0,1-1,5 9,47 42,4-13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7:11.0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0 711,'16'55,"2"-1,3-1,2 0,16 24,-14-43,-24-33,-1-1,1 1,-1-1,1 1,-1-1,1 1,0-1,-1 1,1-1,0 1,-1-1,1 0,0 1,0-1,0 0,-1 0,1 0,0 1,0-1,0 0,-1 0,1 0,0 0,0 0,0 0,-1-1,1 1,0 0,0 0,-1-1,1 1,0 0,0-1,-1 1,1-1,0 1,-1-1,1 1,-1-1,1 1,0-1,-1 1,1-1,-1 0,0 1,1-1,-1 0,6-12,0-1,-1 1,-1-1,0 0,-1 0,-1-1,0 1,0-6,-1 5,19-164,-20 177,0 0,0 0,0 0,0 0,1 0,-1 0,1 0,-1 0,1 0,-1 0,1 0,0 0,0 1,0-1,0 0,0 0,1 1,-1-1,0 1,1-1,-1 1,1 0,0-1,-1 1,1 0,0 0,0 0,0 0,-1 1,1-1,0 0,0 1,0-1,0 1,0 0,1 0,-1-1,0 1,0 1,0-1,0 0,0 0,0 1,0-1,0 1,77 28,-38-12</inkml:trace>
  <inkml:trace contextRef="#ctx0" brushRef="#br0" timeOffset="794.013">749 791,'-23'-7,"-1"2,0 1,0 1,0 1,0 1,0 1,0 1,0 1,-1 1,17-1,0 0,1 0,-1 0,1 1,0 0,0 1,0 0,0 0,0 0,1 1,0 0,0 0,-1 1,4-3,1 0,0-1,0 1,0 0,0 0,0 0,1 0,-1 1,1-1,0 0,0 1,0-1,1 1,-1-1,1 1,-1-1,1 1,0-1,1 1,-1-1,1 1,-1-1,1 0,0 1,0-1,1 0,-1 1,1-1,-1 0,2 1,3 3,0 0,1-1,-1 0,1 0,1 0,-1-1,1 0,0-1,0 1,1-1,-1-1,1 0,0 0,-1-1,1 0,1 0,-1-1,0-1,0 1,0-1,0-1,1 0,-1 0,0 0,0-2,-1 1,1-1,-1 0,-1 0,0-1,0 1,0-2,-1 1,1-1,-1 0,0 0,0-1,-1 0,0 0,0 0,0 0,-1-1,0 0,0 0,-1 0,0 0,0-1,0 1,-1-1,0 1,-1-1,0-1,-4-1,-3 32,5-13,1-1,0 1,0-1,1 1,0-1,0 1,1-1,1 0,-1 0,1 1,1 0,-3-6,0-1,1 1,-1-1,1 1,-1-1,1 0,0 1,0-1,0 0,0 0,0 0,0 0,0-1,1 1,-1-1,1 1,-1-1,1 0,0 0,-1 0,1 0,0-1,0 1,0-1,0 1,-1-1,1 0,0 0,0 0,0-1,0 1,0-1,-1 1,1-1,0 0,5-4,1-1,-1 0,-1 0,1 0,-1-1,0 0,-1-1,0 1,0-1,0-1,-1 1,-1-1,1 1,-1-1,-1-1,1 1,-2 0,1-1,-1 0,-1 1,0-1,0-5,8-136,-9 150,0 0,-1 1,1-1,0 0,0 0,0 0,0 1,0-1,0 0,0 0,1 0,-1 1,0-1,0 0,1 0,-1 1,0-1,1 0,-1 1,0-1,1 0,-1 1,1-1,0 1,-1-1,1 0,-1 1,1-1,0 1,-1 0,1-1,0 1,-1 0,1-1,0 1,0 0,-1 0,1-1,0 1,0 0,0 0,-1 0,1 0,0 0,0 0,0 0,-1 1,1-1,0 0,0 0,-1 1,1-1,0 0,0 1,-1-1,1 0,0 1,175 80,-170-78,0 0,0 0,0 1,0 0,-1 0,1 0,-1 0,0 1,0 0,-1 0,0 1,0-1,0 1,0 0,-1-1,0 2,0-1,-1 0,1 1,-1-1,0 5,0 21,-3-28,1 0,-1-1,1 1,0-1,0 1,1 0,-1-1,1 1,0-1,0 1,0-1,0 1,0-1,1 0,0 0,-1 0,1 1,1-2,-1 1,0 0,1 0,-1-1,1 1,0-1,-1 0,2 1,5 0,-1-1,0 0,0-1,1 0,-1 0,1 0,-1-1,1-1,-1 1,1-1,-1-1,0 0,0 0,1 0,-1-1,-1 0,1-1,0 0,-1 0,0 0,0-1,0 0,-1-1,1 0,-1 1,0-2,-1 1,0-1,0 0,0 0,-1 0,0-1,0 1,-1-1,0 0,1-7,1 5,-5 22,0 6,0-10,1 1,0-1,1 0,-1 1,2-1,-1 0,1 0,0-1,1 1,0-1,0 1,0-1,1 0,0-1,1 1,-1-1,1 0,0 0,1-1,-1 0,1 0,0 0,1-1,-1 0,1-1,0 1,4 0,13-1</inkml:trace>
  <inkml:trace contextRef="#ctx0" brushRef="#br0" timeOffset="1040.858">1631 483,'5'19,"10"11,12 12,2-3</inkml:trace>
  <inkml:trace contextRef="#ctx0" brushRef="#br0" timeOffset="1884.937">2099 871,'-14'-12,"-1"1,-1 0,1 1,-1 1,-1 0,0 1,0 1,-1 1,0 0,0 1,0 1,-17-1,32 5,-1 0,1 0,0 1,0 0,-1-1,1 1,0 0,0 1,0-1,0 1,0-1,0 1,0 0,1 0,-1 0,0 0,1 1,0-1,0 0,0 1,0 0,0 0,0-1,0 1,1 0,0 1,-1-1,1 0,0 0,1 0,-1 1,1-1,-1 0,1 1,0-1,0 0,0 1,1-1,-1 0,1 0,0 1,0-1,0 0,0 0,0 0,1 0,0 0,-1 0,2 1,2 3,0-1,1 1,-1-1,1 0,1-1,-1 1,1-1,0-1,0 1,0-1,1 0,0-1,-1 0,1 0,0 0,1-1,-1-1,0 1,0-1,1-1,-1 1,1-1,-1-1,0 0,1 0,-1 0,0-1,0-1,0 1,0-1,0-1,0 1,-1-1,0 0,0-1,0 0,0 0,-1 1,-1 0,0 0,1-1,-1 0,-1 0,1 0,-1 0,0-1,0 0,0 0,-1 0,0 0,0 0,-1-1,2-3,-4 9,0 1,-1-1,1 1,0-1,0 1,0-1,0 1,-1-1,1 1,0-1,0 1,-1-1,1 1,0 0,-1-1,1 1,0 0,-1-1,1 1,-1 0,1-1,0 1,-1 0,1 0,-1 0,1-1,-1 1,1 0,-1 0,1 0,-1 0,1 0,-1 0,1 0,-1 0,1 0,-1 0,1 0,-1 0,1 0,-1 0,1 1,-1-1,1 0,-1 0,1 1,0-1,-1 0,1 0,-1 1,1-1,0 0,-1 1,1-1,0 1,-1-1,1 0,0 1,0-1,-1 1,1-1,0 1,0-1,0 1,0-1,0 1,0-1,-1 1,1-1,0 1,-2 3,-1 0,0 0,1 1,0-1,0 1,0-1,1 1,-1 0,1-1,0 1,1 0,-1 0,1 0,0 0,0 0,0 0,1 0,0 0,0-1,0 1,0 0,1 0,0-1,0 1,0-1,0 0,1 0,0 1,0-2,0 1,0 0,1 0,-1-1,1 0,0 0,2 2,1-1,-1-1,1 1,0-1,0 0,1-1,-1 0,0 0,1 0,-1-1,1 0,0-1,-1 1,1-1,0-1,-1 0,1 0,-1 0,1-1,-1 0,0 0,0-1,0 0,0-1,0 1,0-1,-1 0,0-1,0 0,0 0,-1 0,1 0,0-2,11-18,-2-1,0-1,-2 0,-1-1,-1 0,-1-1,-2 0,-1 0,-1-1,2-28,1-7,-2-1,-3 1,-5-59,-16 42,16 81,0 0,1 0,-1 1,0-1,0 0,0 0,0 1,0-1,-1 1,1-1,0 1,0 0,0-1,0 1,-1 0,1 0,0 0,0-1,0 1,-1 1,1-1,0 0,0 0,0 0,-1 1,1-1,0 0,0 1,0-1,0 1,0 0,0-1,0 1,0 0,0-1,0 1,0 0,0 0,0 0,1 0,-1 0,0 0,1 0,-1 0,1 0,-1 0,1 0,0 1,-1-1,1 0,0 0,0 0,-1 1,1-1,0 0,1 1,-12 24,2 0,0 2,2-1,1 0,2 1,0 0,2 0,1 1,1-1,3 18,1-8,1-1,2 1,1-1,2-1,1 0,3 0,6 11,-18-43,-2-1,0-1,1 1,0-1,0 0,-1 1,1-1,0 1,1-1,-1 0,0 0,1 0,-1 0,1 0,0 0,0 0,0 0,-1-1,2 1,-1-1,0 1,0-1,0 0,1 0,-1 0,0 0,1 0,-1 0,1-1,-1 0,1 1,-1-1,1 0,1 0,39-30,-41 27,1 0,0 0,0 0,0 0,1 0,-1 1,1-1,-1 1,1 0,0 0,0 0,0 1,0-1,0 1,0 0,0 0,1 0,-1 1,0 0,1 0,-1 0,0 0,0 0,1 1,-1 0,0 0,0 0,1 1,-2 1,0 0,0 1,0-1,-1 1,1-1,-1 1,0 0,0 0,-1 0,1 0,-1 1,0-1,0 0,0 1,-1-1,1 0,-1 1,0-1,0 1,-1-1,1 0,-1 1,0-1,0 0,-1 0,1 1,-1-1,0 0,0-1,0 1,-1 0,1 0,-1-1,-1 2,0-2,1 0,-1 0,1 0,-1 0,0-1,0 0,0 0,-1 0,1 0,0-1,-1 1,1-1,-1 0,1-1,-1 1,1-1,-2 0,4 0,0 0,0 0,1 0,-1 0,0-1,0 1,0 0,1-1,-1 0,0 1,0-1,1 0,-1 0,1 0,-1 0,1 0,-1-1,1 1,0 0,-1-1,1 1,0 0,0-1,0 0,0 1,0-1,1 0,-1 1,0-1,1 0,-1 0,1 1,-1-1,1 0,0 0,0 0,0 0,0 0,0 1,1-1,-1 0,1-1,3-8,0 0,1 1,0-1,0 1,1 0,1 1,0-1,0 1,1 1,0-1,0 2,1-1,0 1,1 0,-1 1,7-4,-12 8,5-6,1 1,0 1,0 0,1 0,-1 1,1 0,0 1,0 0,12-1,-22 5,1 1,-1-1,1 1,-1 0,1-1,-1 1,0 0,1 0,-1 0,0 0,0 1,0-1,1 0,-1 0,-1 1,1-1,0 0,0 1,0-1,-1 1,1-1,-1 1,1-1,-1 1,0 0,1-1,-1 1,0 0,0-1,0 1,0-1,-1 1,1 0,0-1,-1 1,1-1,-1 1,1-1,-2 2,2-1,-4 34,1-21,1 0,0 0,2 0,-1 1,2-1,0 0,1 0,0 0,3 6,-4-18,-1-1,1 1,0-1,0 0,0 0,0 0,1 1,-1-1,1 0,-1-1,1 1,0 0,-1 0,1-1,0 1,0-1,0 1,0-1,1 0,-1 0,0 0,0 0,1 0,0 0,15 1</inkml:trace>
  <inkml:trace contextRef="#ctx0" brushRef="#br0" timeOffset="2136.261">2875 363,'-14'2,"-4"4,1 6,7 9,11 8,14 5,4-3</inkml:trace>
  <inkml:trace contextRef="#ctx0" brushRef="#br0" timeOffset="3301.936">3182 590,'14'-104,"-2"23,-3-1,-3-60,-7 141,-4-40,5 40,0 1,0-1,0 0,0 0,-1 1,1-1,0 0,-1 0,1 1,0-1,-1 0,1 1,-1-1,1 1,-1-1,0 0,1 1,-1-1,0 1,1 0,-1-1,0 1,1-1,-1 1,0 0,0 0,1-1,-1 1,0 0,0 0,1 0,-1 0,0 0,0 0,0 0,1 0,-1 0,0 0,0 1,1-1,-1 0,0 0,0 1,1-1,-1 1,0-1,1 1,-8 4,0 1,1 0,0 0,0 1,1 0,0 0,0 1,-3 7,-10 12,1 2,2 0,1 1,2 1,1 0,1 1,1 0,2 1,1 7,3-16,1 0,1 0,1 0,1 0,1 1,1-1,2 0,0 0,1-1,2 1,0-1,2-1,1 4,-3-13,1 0,0 0,1 0,0-1,0-1,2 1,-1-1,1-1,1 0,0-1,5 2,-12-7,0 0,1-1,0 0,0-1,0 1,0-1,0 0,0-1,1 1,-1-1,1-1,-1 1,1-1,-1 0,1 0,-1-1,0 0,1 0,-1-1,0 1,0-1,1-1,-1 1,-1-1,1 0,0 0,1-2,1-2,1-1,-1 0,-1-1,1 0,-1 0,-1 0,0-1,0 0,-1 0,0 0,-1-1,0 0,-1 0,0 0,0 0,-1 0,-1-1,0 1,-1 0,0-9,0 19,0 0,1 0,-1 0,0 0,0 1,0-1,0 0,0 0,0 0,0 0,0 0,0 0,0 0,0 1,-1-1,1 0,0 0,-1 0,1 0,0 1,-1-1,1 0,-1 0,1 1,-1-1,0 0,1 1,-1-1,0 1,1-1,-1 1,0-1,0 1,0-1,1 1,-1 0,0-1,0 1,0 0,0 0,0 0,1 0,-1-1,0 1,0 0,0 1,0-1,0 0,0 0,0 0,1 0,-1 1,0-1,0 0,0 1,1-1,-2 1,-2 4,0 0,-1 0,2 0,-1 1,1 0,0-1,0 1,0 0,1 1,0-1,0 0,1 1,0-1,0 1,0-1,1 1,0-1,0 1,0-1,1 1,0-1,1 1,-1-1,3 5,1-4,0 0,1 0,0 0,0-1,1 0,0 0,0-1,0 0,0 0,1 0,0-1,0 0,0-1,1 0,-1 0,1-1,-1 0,1 0,0-1,0 0,0-1,-1 0,1 0,0-1,0 0,2-1,2 0,0-1,0-1,0 0,0-1,-1-1,1 1,-1-2,-1 0,1 0,-1-1,-1 0,1-1,-1-1,-1 1,5-8,5-6,-2-1,0 0,-2-1,-1-1,-1-1,7-19,-3-1,-2 0,-2 0,-1-2,-3 1,-3-1,-1 0,-2-1,-3 1,-4-37,3 75,0-1,-1 1,0 0,-1 0,0 0,-1 1,0-1,-1 1,0 0,-6-9,10 17,-1 0,0-1,0 1,0 0,0 0,-1 1,1-1,0 0,-1 1,1 0,-1-1,0 1,1 0,-1 0,0 0,0 1,0-1,0 1,1-1,-1 1,0 0,0 0,0 1,0-1,0 0,1 1,-1 0,0 0,0-1,1 2,-1-1,0 0,1 0,-3 2,-5 4,0-1,1 2,0-1,0 1,0 0,1 1,0 0,0 2,-9 15,1 1,2 1,0 1,2 0,1 0,2 1,1 1,1 0,1 0,2 0,1 0,2 1,1-1,1 1,2-1,2 4,-1-5,2-1,1 1,1-2,2 1,11 23,-15-39,1 0,-1-1,2 0,0 0,0-1,1 0,1-1,0 0,0 0,1-1,0 0,1-1,4 3,-10-8,0 0,0-1,1 1,-1-1,0 0,1-1,-1 0,1 0,0 0,-1-1,1 0,0 0,-1-1,1 0,-1 0,1 0,-1-1,1 0,-1 0,0 0,0-1,0 0,0-1,-1 1,1-1,-1 0,0 0,0-1,0 1,0-1,-1 0,0-1,0 1,-1-1,1 1,-1-1,0 0,-1 0,1-1,-1 0,-2 7,1-1,-1 0,0 1,1-1,-1 0,0 0,1 1,-1-1,0 0,0 0,0 0,0 1,0-1,0 0,0 0,0 0,0 0,0 1,0-1,0 0,-1 0,1 0,0 1,-1-1,1 0,0 1,-1-1,1 0,-1 1,1-1,-1 0,1 1,-1-1,0 1,1-1,-1 1,0-1,1 1,-1-1,0 1,0 0,1-1,-1 1,0 0,0 0,0 0,1 0,-1 0,0 0,0 0,0 0,0 0,1 0,-1 0,0 0,0 0,0 1,1-1,-1 0,0 0,0 1,1-1,-1 1,0-1,1 1,-1-1,0 1,1 0,-4 2,0 1,0 0,0 0,1 0,0 1,0-1,0 1,1-1,-1 1,1 0,0 0,0 0,1 1,0-1,0 0,0 0,0 1,1-1,0 1,0-1,0 0,1 1,0-1,0 0,0 1,1-1,0 0,0 0,0 0,0 0,1-1,0 1,0-1,0 1,0-1,1 0,0 0,-1 0,3 0,-3-1,0-1,1 0,-1 0,1 0,0 0,0 0,0-1,0 1,0-1,0 0,0 0,0-1,0 1,0-1,1 0,-1 0,0-1,0 1,0-1,0 0,0 0,0 0,0 0,0-1,0 0,0 1,-1-1,1-1,-1 1,1-1,-1 1,0-1,0 0,0 0,0 0,-1 0,1-2,1 0,-1-1,0 1,0-1,0 0,-1 0,0 0,0 0,-1 0,0-1,0 1,0 0,-1-1,1 1,-2-1,1 1,-1 0,0-1,0 1,-1 0,1 0,-2 0,1 0,-1 0,1 0,-2 0,1 1,0 0,-1 0,0 0,-1 0,1 0,-1 1,-4-4,5 5,0 1,-1 0,1 0,0 1,-1-1,1 1,-1 0,0 0,1 0,-1 1,1 0,-1 0,0 0,0 0,1 1,-1-1,1 1,-1 1,1-1,-1 0,1 1,0 0,-1 0,1 1,4-3,-1 1,1-1,0 1,-1 0,1-1,0 1,0-1,0 1,-1 0,1-1,0 1,0 0,0-1,0 1,0 0,0 0,0-1,0 1,0 0,1-1,-1 1,0-1,0 1,1 0,-1-1,0 1,1 0,-1-1,0 1,1-1,-1 1,1-1,-1 1,1-1,-1 0,1 1,-1-1,1 1,0-1,-1 0,1 1,-1-1,1 0,0 0,-1 0,1 0,0 1,-1-1,1 0,36 10,-27-7,1-1,-1-1,1 1,-1-2,1 1,-1-1,1-1,0 0,-1-1,0 0,1 0,-1-1,0-1,0 1,0-2,-1 1,1-1,-1-1,-1 1,1-2,-1 1,0-1,0-1,-1 1,0-1,0 0,1-3,18-48,-24 59,-1-1,1 1,0-1,0 1,-1 0,1 0,0 0,0 0,0 0,0 0,-1 0,1 1,0-1,0 1,-1-1,1 1,0 0,0-1,-1 1,1 0,-1 0,1 0,-1 0,1 1,-1-1,0 0,0 1,0-1,1 1,-1-1,0 1,-1-1,2 2,1 0,5 4,-1 1,1 0,-1 1,-1-1,0 1,0 1,0-1,-1 1,-1 0,0 0,0 0,-1 1,0-1,-1 1,0 0,-1 0,0-1,0 1,-1 0,-1 0,0 0,0 0,-1 0,-2 3,-54 121,57-132,0 1,0 0,0-1,1 1,-1 0,1 0,0 0,0 0,0-1,0 1,1 0,0 0,-1 0,1-1,1 1,-1-1,0 1,1 0,0-1,0 0,0 0,0 1,0-1,1 0,0-1,-1 1,1 0,0-1,0 0,0 1,1-1,-1-1,0 1,2 0,14 7,0-1,0-1,1 0,-1-2,1 0,1-2,-1 0,0-1,1-1,-1-1,2-1,33-2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7:07.2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8276 977,'-15'-7,"1"0,-2 1,1 0,-1 1,0 1,0 1,0 0,0 1,-1 0,1 2,-1 0,1 1,-1 0,1 1,0 1,0 1,0 0,0 1,1 1,-6 3,13-4,1-1,1 2,-1-1,1 1,-1 0,2 0,-1 1,1 0,0-1,0 2,4-6,-1 0,1 0,0 0,0 0,0 0,0 0,0 0,1 1,-1-1,1 0,-1 0,1 1,0-1,0 0,0 1,0-1,0 0,0 0,1 1,-1-1,1 0,0 0,0 1,0-1,0 0,0 0,0 0,0 0,0 0,1-1,-1 1,1 0,0 0,-1-1,1 1,0-1,0 0,1 1,7 2,1-1,-1 0,1-1,0 0,0-1,-1 0,1-1,0 0,0 0,0-1,0-1,-1 0,1 0,-1-1,1-1,-1 1,0-2,0 1,-1-1,7-5,5-1,0-2,-1 0,-1-2,0 0,-1-1,0-1,-2 0,0-1,0-1,-2 0,-1-2,0 1,4-13,-9 17,-1 0,0 0,-2-1,0 1,-1-1,0-1,-1 1,-1 0,-1-1,-1 1,0-1,-1 1,-1-1,-1 1,0 0,-1 0,-1 0,-6-15,10 27,-1 1,1-1,-1 1,1-1,-1 1,-1 0,1 0,-1 0,1 0,-1 0,0 1,0-1,-1 1,1 0,-1 0,1 0,-1 0,0 1,0-1,-1 1,1 0,0 0,-1 1,1-1,-1 1,1 0,-1 0,0 1,1-1,-1 1,0 0,1 0,-1 1,0-1,1 1,-4 1,0 5,0-1,1 1,0 1,1 0,-1 0,2 0,-1 0,1 1,0 0,1 0,0 1,0-1,1 1,1 0,-1 0,1 0,1 0,0 0,1 0,0 0,0 6,0 5,1-1,1 1,0 0,2-1,0 0,1 0,1 0,1 0,1-1,1 0,0-1,2 0,0 0,0-1,2-1,0 0,1-1,1 0,0-1,1 0,0-2,1 0,0 0,1-2,0 0,1-1,12 3,-24-10,1 0,0 0,0-1,1 0,-1 0,0-1,0 0,0-1,1 1,-1-2,0 1,0-1,0 0,-1-1,1 0,0 0,-1 0,0-1,0-1,0 1,0-1,-1 0,0 0,0-1,0 0,0 0,-1 0,4-7,-2 1,0-1,-1 0,0 0,-1-1,-1 1,0-1,0 0,-2 0,0-1,0 1,-2 0,1-1,-2 1,0-3,1 16,0 0,1-1,-1 1,0 0,0-1,0 1,0 0,0 0,-1-1,1 1,0 0,0 0,-1 0,1-1,-1 1,1 0,-1 0,0 0,1 0,-1 0,0 0,0 0,0 0,1 0,-1 0,0 0,0 1,0-1,-1 0,1 1,0-1,0 1,0-1,0 1,-1-1,1 1,0 0,0 0,-1 0,1-1,0 1,0 0,-1 1,1-1,0 0,0 0,-1 0,1 1,0-1,0 1,0-1,0 1,-1-1,1 1,0 0,0-1,0 1,0 0,0 0,1 0,-1 0,0 0,-4 6,0 0,1 0,0 0,0 1,0-1,1 1,0 0,1 0,0 0,0 1,1-1,0 0,0 1,1-1,0 1,1-1,-1 0,2 1,-1-1,1 0,0 0,1 0,2 5,0-6,-1 1,1-1,1-1,-1 1,1-1,1 0,-1 0,1 0,0-1,0 0,0-1,1 0,-1 0,1 0,6 1,125 29,-51-23</inkml:trace>
  <inkml:trace contextRef="#ctx0" brushRef="#br0" timeOffset="1089.775">10349 776,'-12'-2,"1"0,0 1,-1 0,1 1,-1 0,0 1,1 1,0-1,-1 2,1-1,0 2,0-1,0 2,1-1,0 1,0 1,0 0,0 0,1 1,0 0,0 1,1 0,0 0,0 1,1 0,0 0,1 1,-3 6,8-13,-1 0,1 0,0 1,0-1,1 1,-1-1,1 0,0 1,0-1,0 1,0-1,0 1,1-1,0 1,-1-1,1 0,0 0,1 1,-1-1,1 0,-1 0,1 0,0 0,0 0,0-1,1 1,-1-1,1 1,-1-1,1 0,0 0,0 0,0 0,1 0,8 4,0 0,0-1,1 0,-1-1,1 0,0-2,0 1,7-1,16 1,0-2,0-2,0-2,0 0,0-3,0-1,-1-1,-1-3,1 0,-2-2,5-4,-25 12,0-1,0 0,-1-1,0-1,0 0,0 0,-1-2,0 1,-1-1,6-8,-14 17,-1 0,0 0,0 0,0 0,0 0,-1-1,1 1,0 0,0 0,-1-1,1 1,0 0,-1-1,0 1,1-1,-1 1,0-1,0 1,1-1,-1 1,0 0,-1-1,1 1,0-1,0 1,-1-1,1 1,0-1,-1 1,0 0,1-1,-1 1,0 0,0 0,1-1,-1 1,0 0,0 0,0 0,-1 0,1 0,0 0,0 0,0 1,-1-1,1 0,0 1,-1-1,1 1,-1-1,1 1,0 0,-1-1,-1 1,1 0,0 0,0 1,-1-1,1 0,0 1,0-1,0 1,0 0,-1 0,1 0,0 0,0 0,1 0,-1 0,0 1,0-1,1 1,-1-1,0 1,1 0,0 0,-1 0,1-1,0 1,0 0,0 1,0-1,1 0,-1 0,0 0,1 0,-1 1,1-1,-1 3,1 0,-1 0,1 1,0-1,0 0,1 0,0 0,0 0,0 0,0 0,1-1,-1 1,1 0,2 2,2 2,0-1,1 0,0-1,0 1,0-1,1-1,0 0,1 0,-1 0,1-1,0 0,0-1,1 0,-1-1,1 1,0-2,3 1,-10-2,-1-1,1 1,0-1,-1 0,1 0,0 0,0 0,-1 0,1-1,0 1,-1-1,1 0,-1 0,1 0,-1 0,1 0,-1 0,0-1,1 1,-1-1,0 0,0 1,0-1,0 0,-1 0,1 0,0-1,-1 1,1 0,-1-1,0 1,0 0,0-1,0 0,0 1,-1-1,1 1,-1-1,1 0,-1 0,0 1,0-1,-1 0,1 1,0-1,-2-6,-1 1,0-1,0 1,-1 0,1 0,-2 1,1-1,-1 1,0 0,-1 0,0 1,0-1,0 1,-1 0,0 1,0 0,0 0,0 0,-1 1,0 0,0 1,0 0,-1 0,1 1,-1 0,1 0,-8 0,-1 1,34 5,45 1,0-3,50-5,56 1,-164 2,1-1,0 1,0 0,-1 0,1 0,0 0,0 1,-1 0,1 0,0 1,-1-1,1 1,-1 0,0 0,1 0,-1 0,0 1,0 0,-1 0,1 0,-1 0,1 1,-1-1,0 1,0 0,0 0,1 3,6 56,-11-56,2 0,-1 0,1 0,0 0,0 0,1 0,0-1,0 1,1-1,0 1,0-1,0 0,4 6,-2-10,-1 0,0 0,1 0,-1 0,1-1,0 0,0 0,-1 0,1 0,0-1,0 0,0 0,0 0,-1-1,1 1,0-1,0 0,-1-1,1 1,-1-1,1 0,-1 0,1 0,-1-1,0 0,0 1,0-1,-1-1,3-1,5-4,0-1,-1 0,0 0,0-1,-1 0,-1-1,0 0,0-1,-2 1,1-1,-1 0,3-13,-3 19,-7 33,0-17,0-3,1-1,-1 1,1 0,0-1,0 1,0 0,1-1,0 1,0-1,1 1,-1-1,1 1,0-1,1 0,-1 0,1 0,0 0,0 0,1-1,-1 1,1-1,0 0,0 0,1-1,-1 1,1-1,0 0,2 2,8-1,-1 0,0-1,1-1,0 0,0-1,-1-1,1 0,0-1,0-1,-1 0,1-1,-1 0,0-1,0-1,0 0,0-1,-1 0,0-1,0-1,-1 0,0-1,0 0,-1-1,0 0,7-10,28-56,-46 74,1 0,0 0,-1 0,1 0,-1 0,1 0,-1 0,0-1,0 1,0 0,0 0,-1 0,1 0,0 0,-1 0,0-1,1 1,-1 0,0 0,0 1,0-1,0 0,0 0,-1 0,1 1,-1-1,1 1,-1-1,1 1,-1-1,0 1,0 0,1 0,-1 0,0 0,0 0,0 0,-2 0,-1 0,0 1,0 0,0-1,0 2,0-1,0 1,0-1,0 1,0 1,1-1,-1 1,0 0,1 0,-1 0,1 0,0 1,0 0,0 0,0 0,0 0,1 0,-1 1,1 0,0 0,0 0,0 0,1 0,-1 1,1-1,0 1,1-1,-1 1,1 0,-1 0,2-1,-1 1,0 0,1 0,0 0,0 0,0 0,1 0,0 0,0 0,0 0,1 0,0 2,1 0,0-1,1 1,-1-1,1 0,1 0,-1 0,1-1,0 0,0 1,0-2,1 1,0-1,0 0,0 0,0 0,1-1,-1 0,8 2,10 4,0-2,0-1,1 0,25 1,24 0</inkml:trace>
  <inkml:trace contextRef="#ctx0" brushRef="#br0" timeOffset="2471.015">12607 790,'-9'0,"0"-1,0 1,0 1,-1 0,1 0,0 0,0 1,1 1,-1 0,0 0,1 0,-1 1,1 0,0 1,-4 3,7-5,1 0,0 0,0 0,0 1,1-1,-1 1,1 0,0 0,0 0,0 0,1 0,-1 1,1-1,0 1,0 0,1 0,-1-1,1 1,0 0,0 0,1 0,0 0,0 0,0 1,0-1,1 0,0 0,0 2,1-2,0 0,0 0,1 0,0-1,-1 1,1-1,1 0,-1 0,1 0,-1 0,1 0,0-1,1 0,-1 0,0 0,1 0,0-1,-1 0,1 0,0 0,4 1,5 0,-1 1,0-2,1 0,0 0,0-2,-1 1,13-3,-3-1,0-2,0-1,-1-1,0-1,0 0,-1-2,0 0,-1-2,0 0,0-1,-2-1,0-1,0-1,-1 0,-1-1,-1-1,-1 0,0-1,-1-1,-1 0,-1-1,-1 0,-1 0,-1-1,0 0,1-15,1 1,-1-1,-2 0,-2 0,-2 0,-1-1,-1 0,-3 1,-1-1,-1 1,-2 0,-2 0,-6-12,-38-54,51 100,-2 0,1 1,0-1,0 0,-1 1,1-1,-1 1,0 0,0 0,0 0,0 0,0 1,0-1,-1 1,1 0,0-1,-1 2,1-1,-1 0,1 1,-1-1,1 1,-1 0,1 0,-1 1,1-1,-1 1,1 0,-1 0,0 0,-3 4,0 0,0 0,0 1,1 0,-1 0,2 0,-1 1,1 0,0 1,0-1,0 1,1-1,1 1,-1 1,1-1,1 0,0 1,0-1,0 5,-4 14,2 0,1 1,1-1,1 1,1-1,2 1,1-1,1 1,1-1,1 0,2 0,3 6,8 17,3 0,2-1,2-1,1-2,29 35,-38-54,2-1,2-1,0 0,1-2,1-1,12 8,-36-29,1 0,-1-1,1 1,0 0,-1 0,1-1,0 1,-1 0,1-1,0 1,0-1,0 1,0-1,-1 1,1-1,0 0,0 1,0-1,0 0,0 0,0 1,0-1,0 0,0 0,0 0,0 0,0 0,0-1,0 1,0 0,0 0,0-1,-1 1,1 0,0-1,0 1,0-1,0 1,-1-1,1 0,0 1,0-1,-1 0,1 1,0-1,-1 0,1 0,-1 0,1 1,-1-1,0 0,1 0,-1 0,0 0,1 0,-1 0,0 0,0 0,0 0,0 0,0 0,0 0,-3-14,0 0,-1 0,0 0,-1 1,-1 0,0 0,-1 0,-1 1,0 0,0 1,-2-1,-4-4,-12-17,-2 1,-1 1,-1 2,-2 1,-1 1,-1 2,-2 1,-23-12,6 17,54 25,65 24,31-4,0-5,1-3,91 2,154 7,-324-21,-20 0,-29 4,28-8,-172 57,164-54,0 1,1 0,0 1,0 0,0 0,1 1,0 0,0 1,1-1,0 1,0 1,1 0,0 0,0 0,1 0,-1 3,5-9,-1 1,1-1,0 1,0 0,0 0,0-1,1 1,-1 0,1 0,0 0,0 0,1 0,-1-1,1 1,0 0,0 0,0-1,0 1,1 0,-1-1,1 1,0-1,0 0,0 0,1 0,-1 0,1 0,0 0,-1 0,1-1,0 1,1-1,-1 0,0 0,1 0,0-1,4 2,0 0,0 0,1-1,0-1,-1 0,1 0,0 0,-1-1,1-1,0 1,-1-1,1-1,0 0,-1 0,0 0,1-1,-1 0,0-1,2-1,7-4,0-1,-1-1,-1 0,1-1,-2 0,0-1,0-1,3-4,-11 11,-1 1,1-1,-1 0,0-1,-1 1,1-1,-1 0,-1 0,0 0,1-5,-4 14,0-1,0 0,0 0,0 1,0-1,0 0,0 1,0-1,0 0,0 0,0 1,0-1,0 0,0 0,0 1,-1-1,1 0,0 0,0 1,0-1,0 0,-1 0,1 0,0 1,0-1,-1 0,1 0,0 0,0 0,-1 0,1 1,0-1,0 0,-1 0,1 0,0 0,0 0,-1 0,1 0,0 0,-1 0,1 0,0 0,0 0,-1 0,1 0,0 0,-1 0,1-1,0 1,0 0,-1 0,1 0,0 0,0 0,0-1,-1 1,1 0,0 0,0 0,0-1,-1 1,1 0,0 0,0-1,0 1,0 0,0-1,-5 8,1-1,1 1,-1 0,1 0,1 1,-1-1,1 1,0-1,1 1,0 0,0-1,1 1,-1 0,2 0,-1-4,0 0,0 0,1-1,-1 1,1 0,0-1,0 1,0 0,1-1,-1 1,1-1,0 0,0 0,0 0,0 0,1 0,-1 0,1 0,0-1,0 1,0-1,0 0,0 0,0 0,0 0,1 0,-1-1,1 0,3 2,-3-3,0 1,0-1,1 0,-1 0,0 0,0-1,0 1,0-1,0 0,0 0,0-1,0 1,0-1,0 0,-1 0,1 0,-1 0,1-1,-1 1,0-1,0 0,0 0,0 0,-1 0,1-1,52-93,-44 61,-1 0,-1-1,-3 0,2-29,-8 64,0 0,-1 1,1-1,0 1,0-1,0 1,0-1,1 1,-1-1,0 0,1 1,-1-1,1 1,-1 0,1-1,0 1,0-1,-1 1,1 0,0 0,0-1,0 1,0 0,1 0,-1 0,0 0,0 0,1 0,-1 1,0-1,1 0,-1 1,1-1,-1 1,1-1,-1 1,1 0,-1-1,1 1,0 0,-1 0,1 0,-1 0,1 1,-1-1,1 0,0 1,24 6,0 2,0 1,0 1,-2 1,1 1,6 6,-23-14,-1 0,1 0,-1 1,0 0,0 0,0 0,-1 1,0 0,0 1,-1-1,0 1,-1 0,1 0,-1 0,-1 1,0 0,0-1,0 1,-1 0,-1 0,1 10,-1 2,-2-17,1 0,-1 0,1 1,0-1,0 0,0 0,1 1,-1-1,1 0,0 0,0 0,1 0,-1 0,1 0,0 0,0-1,0 1,0 0,1-1,0 0,-1 1,1-1,0 0,1-1,-1 1,0-1,1 1,-1-1,2 0,7 0,1 0,0-1,0-1,0 0,-1-1,1-1,0 0,-1 0,1-1,-1-1,0 0,0-1,0 0,-1-1,0 0,0 0,0-2,-1 1,0-1,0-1,8-9,-10 10,0-1,-1 0,0-1,0 1,-1-1,-1-1,1 1,2-11,-6 18,-1 0,0 0,0 0,0 0,0 0,-1 0,1 0,-1-1,0 1,0 0,0 0,0 0,-1-1,1 1,-1 0,0 0,0 0,0 0,0 0,0 0,-1 0,1 0,-1 1,0-1,0 0,0 1,0 0,0-1,-1 1,1 0,-1 0,1 0,-1 0,0 1,-3-1,0 0,0 1,0 0,-1 0,1 0,0 1,0 0,-1 0,1 1,0 0,0 0,0 0,0 1,0 0,0 0,0 0,0 1,1 0,-1 0,1 0,0 1,0-1,0 1,1 1,-1-1,1 1,0-1,0 1,1 1,-1-1,1 0,0 1,1-1,-1 1,1 0,0 0,0 0,1 0,0 0,0 0,1 1,-1 1,3-2,0 1,0-1,1 0,-1 0,1 0,1 0,-1 0,1-1,0 1,0-1,1 0,-1-1,1 1,0-1,0 0,1 0,-1 0,1-1,0 1,0-2,0 1,0-1,6 2,35 12,1-1,1-3,0-2,0-2,41 1,35 3</inkml:trace>
  <inkml:trace contextRef="#ctx0" brushRef="#br0" timeOffset="-1680.013">3196 896,'15'35,"-2"0,-2 0,-1 1,-2 1,0 8,24 94,-31-137,18 44,-18-45,-1 0,1 0,-1 0,1 0,0 0,-1-1,1 1,0 0,0 0,0-1,-1 1,1-1,0 1,0-1,0 1,0-1,0 1,0-1,0 0,0 1,0-1,0 0,0 0,0 0,0 0,1 0,-1 0,0 0,0 0,0-1,0 1,0 0,0 0,0-1,0 1,0-1,0 1,0-1,-1 1,1-1,0 0,0 0,9-9,-1 0,1-1,-2-1,0 1,0-1,-1-1,-1 0,0 0,3-8,-1 3,3-5,0-2,-1 1,-2-2,0 1,-2-1,-1 0,0-5,-5 31,0-1,-1 1,1 0,0-1,0 1,-1-1,1 1,-1 0,1-1,0 1,-1 0,1-1,-1 1,1 0,0 0,-1-1,1 1,-1 0,1 0,-1 0,1 0,-1 0,1-1,-1 1,1 0,-1 0,1 0,-1 0,1 1,-1-1,1 0,-1 0,1 0,-1 0,1 0,-1 1,1-1,-1 0,1 0,0 1,-1-1,1 0,-1 1,1-1,0 0,-1 1,1-1,0 1,-1-1,1 0,0 1,0-1,0 1,-1-1,1 1,0-1,0 1,0-1,0 1,0-1,0 1,0-1,0 1,0-1,0 1,0-1,0 1,0-1,0 1,-4 7,0 1,0 0,0 0,1 0,0 0,1 0,0 0,1 1,0-1,0 5,1-9,-1-1,2 0,-1 1,0-1,1 0,0 1,0-1,0 0,1 0,-1 0,1 0,0 0,0 0,0 0,1-1,-1 1,1-1,0 1,0-1,0 0,0 0,1 0,2 1,4 0,-1-1,1-1,0 1,0-1,1-1,-1 0,0 0,0-1,1-1,-1 1,0-2,0 1,0-1,0-1,0 0,0 0,-1-1,1 0,-1-1,0 0,0-1,-1 1,0-2,0 1,0-1,-1 0,5-7,-6 8,0-1,-1 0,-1-1,1 1,-1-1,0 0,-1 0,0-1,0 1,-1-1,0 1,0-1,-1 1,0-1,-1 0,0-6,1 15,-1-1,0 0,1 0,-1 0,0 1,0-1,0 0,0 0,0 0,0 1,0-1,0 0,0 0,0 0,0 1,0-1,0 0,-1 0,1 0,0 1,-1-1,1 0,0 0,-1 1,1-1,-1 0,1 1,-1-1,0 1,1-1,-1 1,1-1,-1 1,0-1,0 1,1-1,-1 1,0 0,0 0,1-1,-1 1,0 0,0 0,0 0,1 0,-1 0,0 0,0 0,0 0,0 0,1 0,-1 0,0 1,0-1,1 0,-1 0,0 1,0-1,1 1,-1-1,0 1,1-1,-1 1,0-1,1 1,-1-1,1 1,-7 8,2 1,-1 0,1 0,0 0,1 0,1 1,-1-1,2 1,-1 0,2 0,-1 0,1 0,1 0,1 9,-1-14,1-1,1 0,-1 1,1-1,0 0,0 0,0 0,1 0,0 0,0 0,0-1,0 1,1-1,0 0,0 0,0 0,0-1,0 0,1 1,0-1,-1-1,1 1,0-1,0 0,1 0,1 0,9 3,0-1,1-1,0 0,-1-1,1-1,0-1,0 0,4-1,-3 0,0-1,-1 0,1-1,0-1,-1-1,0-1,0 0,0-1,-1 0,0-2,0 0,13-11,-28 20,0 0,0-1,0 1,0-1,0 0,-1 1,1-1,0 0,0 1,-1-1,1 0,0 0,-1 0,1 0,-1 1,1-1,-1 0,1 0,-1 0,0 0,0 0,1 0,-1 0,0 0,0 0,0 0,0 0,0 0,0 0,0 0,-1 0,1 0,0 0,0 0,-1 0,0-1,-1 3,0-1,0 1,0 0,0 1,0-1,0 0,0 1,0-1,0 1,1-1,-1 1,0 0,1 0,0-1,-1 1,1 0,0 1,0-1,0 0,0 0,0 0,1 0,-1 1,1-1,-1 2,0-1,0 0,1 0,-1 0,1 0,-1 0,1 0,0 0,0-1,0 1,1 0,-1 0,1 0,0 0,-1 0,1 0,0 0,1-1,-1 1,0 0,1-1,0 1,-1-1,1 0,0 1,0-1,1 0,-1 0,0 0,1-1,-1 1,1-1,-1 1,1-1,0 0,0 1,4 0,1 1,-1-2,1 1,-1-1,1 0,0 0,-1-1,1 0,0 0,-1-1,1 0,-1 0,4-2,-1 0,-1 0,0-1,0 0,-1-1,1 0,-1 0,0 0,-1-1,1-1,4-4,-9 8,0 0,0 0,0-1,-1 1,1-1,-1 0,1 0,-1 0,-1 0,1 0,0 0,-1-1,0 1,0 0,0-1,-1 1,1-1,-1 1,0-1,-1 1,1-1,-1 1,0-5,-1 6,0-1,0 0,0 1,0 0,0-1,0 1,-1 0,0 0,0 0,0 1,0-1,0 1,0-1,0 1,-1 0,1 0,-1 1,0-1,0 1,1 0,-1 0,0 0,0 0,0 1,-97-1,94 2,0 0,0 0,0 1,0 0,1 0,-1 1,0-1,1 2,0-1,0 1,0-1,0 2,1-1,-1 1,1-1,0 2,0-1,1 0,0 1,0 0,0 0,1 0,-3 5,7-7,0 0,0 0,0 0,0 0,0 0,1 0,0-1,0 1,0 0,0-1,0 1,1-1,0 0,-1 0,1 0,0 0,1-1,-1 1,0-1,1 1,-1-1,1-1,0 1,0 0,0-1,0 0,0 1,0-2,3 2,47 15</inkml:trace>
  <inkml:trace contextRef="#ctx0" brushRef="#br0" timeOffset="-735.115">5028 1084,'-37'-20,"0"2,-2 1,0 2,-1 2,-19-4,54 15,1 0,-1 1,0-1,0 1,0 0,1 0,-1 0,0 1,-1 0,1 0,0 0,0 1,0-1,1 1,-1 0,0 1,0-1,0 1,1 0,-1 0,1 0,-1 1,1 0,0 0,0 0,0 0,1 0,-3 3,4 1,0-1,1 1,0-1,0 1,0-1,1 1,0 0,1-1,-1 1,1 0,0-1,1 1,0-1,0 0,0 0,1 1,0-1,0-1,0 1,1 0,0-1,0 0,0 0,1 0,-1 0,1-1,1 1,-1-1,0-1,1 1,0-1,0 0,5 3,0 0,0-1,0-1,1 0,-1 0,1-1,0 0,0-1,1-1,-1 0,0-1,0 0,1 0,-1-2,0 1,0-1,0-1,0-1,-1 1,1-2,-1 1,0-2,0 0,-1 0,1 0,-1-2,-1 1,1-1,-1-1,-1 1,0-1,0-1,0 0,-1 0,6-17,0 0,-1-1,-2-1,-1 0,-1 0,-2-1,-1 0,-1 0,-1 0,-2 0,-1-1,-2 1,0 0,-2 0,-3-8,5 19,-1 1,-1-1,0 1,-1 0,-1 0,-1 0,-1 1,0 0,-2-1,9 17,0 0,0 0,0-1,0 1,0 0,-1 0,1 0,0 0,-1 0,1 1,-1-1,1 0,-1 1,0-1,1 1,-1-1,1 1,-1 0,0 0,1 0,-1 0,0 0,1 0,-1 0,0 0,1 1,-1-1,1 1,-1-1,1 1,-1-1,1 1,-1 0,1 0,-1 0,1 0,0 0,-1 0,1 0,0 0,0 1,0-1,0 0,0 1,0-1,1 1,-1-1,0 1,1-1,-1 1,1-1,-1 1,1 0,0-1,0 2,-11 25,1 1,2-1,1 2,1-1,1 1,2-1,1 1,2 30,1-33,0 0,1 0,2 0,1-1,1 1,1-1,1 0,7 13,-11-29,1 1,1-1,0 0,0 0,1-1,0 1,0-2,1 1,0-1,1 0,0-1,0 0,1 0,0-1,0 0,0-1,1 0,-1-1,1 0,0-1,2 0,-1-1,1-1,-1 0,0-2,1 1,-1-1,0-1,1 0,-1-1,0 0,-1-1,1 0,-1-1,1 0,-1-1,-1-1,1 1,-1-1,0-1,-1 0,0 0,0-1,-1 0,0-1,0 0,-1 0,-1-1,0 1,0-1,-1-1,0 1,-1-1,0 0,-1 0,-1 0,1 0,-1-11,-7 0,4 22,1 1,0 0,0 0,-1 0,1-1,0 1,-1 0,1 0,0 0,-1-1,1 1,0 0,-1 0,1 0,0 0,-1 0,1 0,-1 0,1 0,0 0,-1 0,1 0,0 0,-1 0,1 0,-1 0,1 0,0 1,-1-1,1 0,0 0,-1 0,1 0,0 1,0-1,-1 0,1 0,0 1,0-1,-1 0,1 1,0-1,0 0,0 1,-1-1,1 0,0 1,0-1,0 0,0 1,0-1,0 0,0 1,0-1,0 0,0 1,0 0,-4 5,2 1,-1 0,0 0,1 0,1 0,-1 0,1 0,0 1,1-1,0 1,0-1,0 0,1 1,0-1,1 0,-1 0,2 0,-1 0,1 0,0 0,0-1,0 1,1-1,0 0,1 0,-1 0,4 3,-2-5,0 0,0-1,1 0,-1 0,1 0,-1-1,1 0,0 0,0 0,0-1,0 0,0-1,0 0,0 0,1 0,-1-1,0 0,0 0,0-1,-1 0,1 0,0 0,6-4,-3 1,0 0,-1 0,1-1,-1 0,0-1,-1 0,1-1,-1 1,-1-1,0-1,0 0,0 0,-1 0,0 0,-1-2,-1 2,0 0,-1 0,0 0,-1-1,0 1,-1-1,1 1,-1-9,-2 19,1-1,0 0,-1 0,1 1,0-1,0 0,-1 0,1 0,0 0,-1 0,1 1,-1-1,1 0,0 0,-1 0,1 0,0 0,-1 0,1 0,0 0,-1 0,1 0,0-1,-1 1,1 0,0 0,-1 0,1 0,0 0,-1-1,1 1,0 0,-3 7,1 0,1 0,0 0,0 0,0 0,0 0,1 0,1 0,-1 0,1 0,0 0,1 0,-1 0,1 0,1-1,-1 1,1-1,0 1,1-1,0 0,0 0,0 0,0-1,1 0,0 0,0 0,1 0,5 3,5-2,0 0,0-2,1 0,0-1,-1 0,1-1,0-2,0 1,0-2,0 0,0-1,0-1,0 0,-1-2,0 1,0-2,9-4,-6 2,-2 0,1-1,-1-1,-1 0,1-1,-2-1,0-1,0 0,-1-1,-1 0,0-1,-1-1,-1 0,0 0,-1-1,-1-1,-1 0,0 0,-2 0,0-1,-1 0,0 0,-2 0,0-1,-1 1,-1-1,-1 0,-1 1,-1-1,0 1,-3-9,1 13,-1 0,0 0,-1 0,0 0,-1 1,-1 0,-1 1,0 0,-9-11,15 20,-1-1,0 1,0-1,-1 2,0-1,1 0,-1 1,0 0,0 0,-1 0,1 1,-1-1,1 1,-1 1,0-1,0 1,0 0,1 0,-1 1,0 0,0 0,0 0,0 1,0-1,0 1,0 1,-2 0,-6 5,1 1,1 0,-1 0,1 1,1 1,0 0,0 1,1 0,0 0,1 1,0 0,1 1,1 0,0 0,0 1,2 0,0 0,0 0,1 1,0 1,1-3,0 1,1-1,0 1,1 0,1-1,0 1,1 0,0 0,1-1,0 1,1-1,1 1,0-1,1 0,1-1,0 1,0-1,1 0,0-1,1 0,1 0,0 0,0-1,1-1,0 1,3 0,18 11,1-1,1-1,0-2,1-1,1-2,1-2,0-1,0-1,15 0,79 16</inkml:trace>
  <inkml:trace contextRef="#ctx0" brushRef="#br0" timeOffset="-3844.659">269 737,'-6'83,"-3"-1,-4 0,-4-1,-3 0,-16 36,25-78,-1 0,5-25,7-26,68-300,5-106,-63 372,-6 47,16 114,108 597,-120-672</inkml:trace>
  <inkml:trace contextRef="#ctx0" brushRef="#br0" timeOffset="-2714.232">108 1031,'2'1,"0"1,0-1,0 0,0 1,1-1,-1 0,0-1,1 1,-1 0,0-1,1 1,-1-1,1 0,-1 0,1 0,-1 0,1 0,-1 0,1-1,-1 1,0-1,2 1,47-8,1-3,-2-2,0-2,0-2,18-11,-26 12,-19 8,147-58,89-50,-239 106,-1 0,-1-1,0-2,-1 1,10-10,-25 20,0 1,0 0,0 0,0-1,-1 1,1-1,0 1,-1-1,0 0,1 0,-1 0,0 1,0-1,0 0,0-1,0 1,0 0,0 0,-1 0,1 0,-1-1,0 1,0 0,1 0,-1-1,-1 1,1 0,0-1,-1 1,1 0,-1 0,1 0,-1-1,0 1,0 0,0 0,0 0,-1 0,1 1,0-1,-1 0,-1-1,-6-2,-1 0,1 1,-1 0,0 1,-1 0,1 1,0 0,-1 0,1 1,-1 1,1 0,-1 0,0 1,-1-1,-1 0,1 1,-1 1,1 0,0 0,0 1,0 1,0 0,1 1,0 0,-1 1,2 0,-1 1,1 0,0 0,0 1,1 1,0-1,1 2,0-1,0 1,1 0,0 0,1 1,0 0,1 0,0 1,-3 11,4-2,0 1,2-1,1 1,0 0,2 0,0-1,2 1,0 0,2-1,0 0,1 0,1 0,1-1,1 0,1-1,0 0,2 0,0-1,1 0,0-2,2 1,0-2,1 0,16 13,-23-22,0 0,0 0,1 0,0-1,0-1,0 1,1-2,-1 0,1 0,0 0,0-2,0 1,0-1,0-1,0 0,0-1,0 0,0 0,0-1,0-1,-1 0,1 0,5-4,4-1,-2 0,1-2,-1 0,-1-1,0-1,0-1,-1 0,-1-1,-1-1,1 0,-2-1,0 0,-2-1,3-4,-12 19,0-1,-1 1,1 0,-1-1,1 1,-1-1,0 0,0 1,0-1,0 0,-1 0,1 1,-1-1,1 0,-1 0,0 0,0 0,0 0,-1 0,1 1,-1-1,1 0,-1 0,0 1,0-1,0 0,-1 1,1-1,-1 1,1-1,-1 1,0 0,0 0,-1-1,-4 1,1 0,-1 1,0 0,0 0,0 0,0 1,0 0,0 1,0 0,0 0,0 0,0 1,0 0,0 0,1 1,-1 0,1 0,0 0,0 1,0 0,0 0,1 0,-4 5,1-2,0 0,0 1,1 0,0 1,0-1,1 1,0 1,1-1,0 1,-4 10,8-16,-1 0,1 0,0 0,0 0,0 1,0-1,1 0,-1 1,1-1,1 1,-1-1,0 0,1 1,0-1,0 0,0 1,1-1,-1 0,1 0,0 0,0 0,1-1,-1 1,1-1,0 1,0-1,0 0,1 1,6 2,1 0,-1 0,2-1,-1 0,0-1,1-1,0 0,0 0,0-1,0-1,0 0,0 0,0-1,0-1,11-2,41-3,0-3,0-3,-1-3,0-2,-2-4,0-2,-1-2,-35 15,-1-1,-1 0,0-2,-1-1,0 0,13-13,-32 26,-1-1,0 1,0-1,0 1,0-1,-1 1,1-1,0 0,-1 0,1 0,-1 0,0 0,1 0,-1 0,0 0,0-1,-1 1,1 0,0-1,-1 1,1-1,-1 1,0 0,0-1,0 1,0-1,0 1,-1-1,1 1,-1 0,1-1,-1 1,0 0,0-1,0 1,0 0,0 0,-1 0,1 0,-1 0,1 0,-1 0,0 1,0-2,-7-1,0-1,0 1,0 1,-1 0,1 0,-1 1,0 0,0 1,1 0,-1 0,0 1,0 0,0 1,0 0,0 1,1 0,-1 0,1 1,-1 1,1-1,0 1,-3 3,1-3,1 0,0 1,1 0,-1 1,1 0,0 0,1 1,-1 0,1 1,1 0,-1 0,1 1,1 0,0 0,0 0,1 1,-3 4,8-12,-1 0,1 0,0 0,-1-1,1 1,0 0,0 0,0 0,0-1,0 1,0 0,1 0,-1 0,1-1,-1 1,1 0,0 0,-1-1,1 1,0-1,0 1,0-1,0 1,1-1,-1 1,0-1,1 0,-1 0,0 0,1 0,0 0,-1 0,1 0,-1 0,1 0,0-1,0 1,0-1,72 7,-55-10,-1-1,0 0,0-1,0-1,-1-1,0 0,0-2,0 0,-1 0,-1-2,0 0,0 0,-1-2,0 0,-2 0,1-1,6-10,-25 56,-7 45,4 0,4 0,3 1,3-1,6 34,-2-8,-2-37,1-6,-2 1,-3-1,-3 0,-6 24,-24 6,33-88,-1 1,0-1,1 1,-1-1,0 0,0 0,-1 0,1 0,0 0,-1-1,1 1,-1-1,1 1,-1-1,0 0,1 0,-1 0,0-1,0 1,0-1,0 1,0-1,1 0,-1 0,0 0,0 0,0-1,0 1,0-1,-1 0,-8-5,1 0,0 0,0-2,1 1,-1-1,2-1,-1 1,1-2,1 1,0-1,0-1,-6-10,-10-13,2 0,2-2,1 0,1-1,2-1,-8-33,21 63,0 0,1 0,0 0,0 0,1 0,0 0,0 0,1-1,0 1,0 0,1 0,0 0,1-1,0 1,0 1,1-1,0 0,0 0,3-4,3 2,1 1,1-1,-1 2,1-1,1 1,0 1,0 0,0 1,1 0,0 1,0 1,0 0,9-2,-18 5,74-22</inkml:trace>
  <inkml:trace contextRef="#ctx0" brushRef="#br0" timeOffset="8564.045">1 2929,'16'-34,"2"1,1 1,1 1,5-4,13-20,9-10,-3-2,-4-2,-2-1,-3-3,-4 0,16-58,-44 123,0 0,0 0,-1-1,0 1,-1-1,1 0,-2 1,1-1,-1 0,-1 0,1 1,-2-1,1 0,-1 1,0-1,-1 1,0 0,0 0,-1 0,-4-7,5 13,0 0,-1 1,1 0,0 0,-1 0,1 0,0 0,-1 0,1 1,-1 0,1 0,-1 0,1 0,-1 0,1 1,0 0,-1-1,1 1,0 0,-1 1,1-1,0 1,0-1,0 1,0 0,0 0,0 0,1 0,-1 1,1-1,0 1,-1 0,1-1,0 1,1 0,-1 0,0 0,0 4,-11 16,1 0,1 1,1 1,1 0,1 1,2-1,0 1,2 0,0 1,2-1,1 4,-1 3,2 0,1 0,1 0,2 0,1 0,2-1,4 12,-7-31,0 0,1 0,1-1,0 1,0-1,1 0,1-1,0 0,0 0,1-1,1 0,0 0,0-1,0 0,1-1,1-1,-1 1,13 4,-11-7,0-1,1 0,-1-1,1 0,-1-2,1 1,0-2,0 1,-1-2,1 0,0-1,0 0,-1-1,0 0,1-1,-1-1,-1 0,3-2,3-2,0 0,-1-1,0-1,0-1,-2 0,1-1,-2-1,0 0,0-1,-2-1,1 0,0-4,-9 15,0 0,0 0,-1 0,0-1,0 1,0-1,-1 0,0 0,0 0,0 0,-1 0,0 0,0 0,-1-1,1 1,-2 0,1-1,0 1,-1 0,0 0,-1 0,1 0,-1 0,-1 0,1 0,-1 0,0 1,-3-5,1 5,0 1,0 0,-1 1,1-1,-1 1,0 0,0 0,0 1,0 0,-1 0,1 0,-1 1,1 0,-1 0,1 1,-1-1,0 2,1-1,-1 1,1 0,-1 0,1 0,-1 1,1 0,0 1,0-1,0 1,0 0,0 1,1-1,-1 1,1 0,0 1,0-1,1 1,-2 2,-1 2,0 0,2 0,-1 0,1 1,0 0,1 0,0 0,1 0,0 1,0-1,1 1,1 0,0 3,0-8,1 0,-1 0,1 0,1 0,-1-1,1 1,0 0,1 0,-1-1,1 1,0 0,1-1,-1 0,1 0,0 0,1 0,-1 0,1 0,-1-1,2 0,-1 1,0-2,1 1,0 0,0 0,0-2,0 0,-1 0,1-1,0 1,0-1,0 0,0 0,0-1,0 1,0-1,1 0,-1-1,0 1,0-1,0 0,0 0,0-1,-1 1,1-1,0 0,-1-1,1 1,-1-1,2-1,7-5,0 0,-1-1,-1 0,0-1,0 0,-1-1,4-6,-6 9,-1-1,0 0,0-1,-1 0,0 0,-1 0,0-1,-1 1,-1-1,0 0,0 0,-1-1,0-7,-2 20,0 1,1-1,-1 0,0 0,0 1,0-1,0 0,0 0,0 1,0-1,0 0,0 0,0 1,0-1,0 0,0 0,-1 1,1-1,0 0,0 0,0 1,0-1,0 0,0 0,-1 1,1-1,0 0,0 0,0 0,-1 0,1 1,0-1,0 0,0 0,-1 0,1 0,0 0,0 0,-1 0,1 0,0 1,0-1,-1 0,1 0,0 0,0 0,-1 0,1 0,0 0,0-1,-1 1,1 0,0 0,0 0,-1 0,1 0,-4 12,1 0,0 1,1-1,0 1,1-1,0 1,1-1,0 1,1 0,1-1,0 1,1-1,0 1,1-1,0 0,1-1,0 1,1-1,0 0,1 0,0-1,1 0,0 0,0 0,1-1,1-1,6 6,1-6,0-1,1-1,-1 0,1-1,1-1,-1 0,1-2,-1 0,1-1,-1-1,1-1,0 0,-1-2,1 0,-1-1,0-1,0 0,65-19</inkml:trace>
  <inkml:trace contextRef="#ctx0" brushRef="#br0" timeOffset="9398.512">2634 2394,'0'21,"0"15,0 13,0 8,0 3,3-5,2-11,1-13</inkml:trace>
  <inkml:trace contextRef="#ctx0" brushRef="#br0" timeOffset="10080.799">2434 2207,'27'0,"32"-2,1 3,0 3,-1 2,0 3,37 10,-84-16,0 1,0 0,0 1,0 0,-1 0,0 2,0-1,-1 1,1 1,-1 0,-1 0,0 1,0 0,-1 1,0 0,0 0,-1 0,-1 1,0 0,2 6,0 12,-1-1,-2 1,-1 0,-1 1,-2-1,-1 0,-1 1,-1-1,-3 8,5-32,-1 3,7 36,-5-44,1 0,0 0,-1 0,1 0,0 0,-1 0,1 0,0-1,-1 1,1-1,0 1,-1-1,1 0,-1 1,1-1,-1 0,0 0,1 0,-1 0,0 0,0 0,0-1,1 1,-1 0,0-1,0 0,1 0,26-31,-2-2,-1 0,-2-2,-2 0,-1-2,3-9,-13 26,3-2,-13 24,0 0,0 1,0-1,0 0,0 0,0 0,0 1,1-1,-1 0,0 0,0 0,0 0,0 1,0-1,1 0,-1 0,0 0,0 0,0 0,1 1,-1-1,0 0,0 0,0 0,1 0,-1 0,0 0,0 0,0 0,1 0,-1 0,0 0,0 0,1 0,-1 0,0 0,0 0,0 0,1 0,-1 0,0 0,0 0,0-1,1 1,-1 0,0 0,0 0,0 0,0 0,1 0,-1-1,0 1,0 0,0 0,0 0,0-1,1 1,-1 0,0 0,0 0,0-1,0 1,0 0,2 24,-2-17,1 4,0 0,0 0,1-1,1 1,0 0,0-1,1 1,0-1,1 0,0-1,1 1,0-1,0 0,1 0,0-1,0 0,1 0,1-1,-1 0,1 0,0-1,0 0,1-1,0 0,0 0,0-1,0 0,1-1,-1 0,1-1,4 0,-4-1,0-1,0 0,0-1,0 0,0-1,-1 0,1-1,0 0,-1 0,0-1,1-1,-2 0,1 0,-1-1,1 0,-1 0,-1-1,0-1,0 1,0-1,-1-1,0 1,0-1,-1 0,0-1,-1 1,0-1,-1 0,0-1,2-7,5-26,-1-1,-2-1,-3 0,-1 0,-2 0,-3 0,-4-31,-22-199,20 253,2 24,-1 67,6 369,0-417,-1 7,1 1,1-1,1 1,1-1,2 0,1 0,1-1,1 0,1 0,2 2,-8-24,-1 1,1-1,-1 0,1 0,0 0,0 0,1 0,-1-1,1 0,0 1,0-1,0-1,0 1,1-1,-1 1,1-1,-1 0,1-1,0 1,0-1,0 0,-1 0,1-1,0 1,0-1,0 0,0 0,0-1,0 0,0 0,0 0,0 0,0-1,28-13</inkml:trace>
  <inkml:trace contextRef="#ctx0" brushRef="#br0" timeOffset="10268.255">3477 2167,'-14'0,"-1"0,12 2,23 1,28 0,32-3,28-4,20-1,8 1,-20 0</inkml:trace>
  <inkml:trace contextRef="#ctx0" brushRef="#br0" timeOffset="10788.29">4333 2675,'-1'-1,"0"0,1-1,-1 1,0 0,1-1,-1 1,1-1,0 1,-1-1,1 1,0-1,0 1,0 0,0-1,0 1,0-1,1 1,-1-1,0 1,1-1,-1 1,1 0,-1-1,1 0,0-2,29-97,-21 76,-1 0,-1 0,-1-1,-1 0,-2 0,0-1,-2 1,-1-10,1 33,-1 0,0 0,0 0,-1 0,1-1,0 1,-1 0,0 0,0 1,0-1,0 0,0 0,0 0,-1 1,0-1,1 0,-1 1,0 0,0-1,0 1,0 0,-1 0,1 0,-1 0,1 1,-1-1,0 1,1-1,-1 1,0 0,0 0,0 0,0 1,0-1,0 1,0-1,0 1,-2 0,-1 2,-1-1,1 1,0 1,0-1,1 1,-1 0,0 1,1-1,0 1,0 0,0 0,0 1,1-1,-1 1,1 0,0 0,1 1,-1-1,1 1,0 0,1 0,-1 2,2-6,1-1,0 1,0 0,0-1,0 1,1 0,-1-1,0 1,1-1,-1 1,1 0,0-1,-1 1,1-1,0 0,0 1,0-1,0 0,0 1,0-1,0 0,1 0,-1 0,0 0,1 0,-1 0,0 0,1 0,-1-1,1 1,-1-1,1 1,0-1,0 1,60 9,-21-11,0-2,0-1,29-7,96-9,-164 20,-1-1,1 1,0 0,0 0,0-1,0 1,0 1,0-1,0 0,-1 0,1 1,0-1,0 1,0-1,-1 1,1 0,0 0,0 0,-1 0,1 0,-1 0,1 0,-1 0,0 1,1-1,-1 0,0 1,0-1,0 1,0 0,0-1,0 1,0 0,-1 0,1-1,-1 1,1 0,-1 0,0 0,1 1,-3 6,1 1,-1-1,-1 0,1 0,-2 0,1 0,-1-1,-5 8,-2 7,11-22,-10 19,0 0,2 1,1 0,0 0,2 1,0 0,0 6,5-24,0-1,0 0,0 1,1-1,-1 1,1-1,0 1,0-1,0 0,0 0,1 1,-1-1,1 0,0 0,0-1,0 1,0 0,0 0,0-1,1 0,0 1,-1-1,1 0,0 0,0 0,0-1,0 1,0-1,1 0,-1 1,0-1,0-1,2 1,10 2,-1-1,1 0,-1-1,1-1,-1 0,1-1,6-1,33-8,-7-2</inkml:trace>
  <inkml:trace contextRef="#ctx0" brushRef="#br0" timeOffset="11032.627">5188 2662,'9'2,"8"1,0 0</inkml:trace>
  <inkml:trace contextRef="#ctx0" brushRef="#br0" timeOffset="11588.214">7006 2407,'-6'-7,"1"-1,-2 1,1 0,-1 1,0-1,0 2,-1-1,1 1,-1 0,-1 0,1 1,-1 0,1 0,-1 1,0 1,0-1,-1 1,1 1,0 0,-1 0,1 1,0 0,-1 1,1-1,0 2,-1 0,1 0,0 0,-1 2,3 0,0 0,0 1,1 0,-1 1,1-1,0 1,1 0,-1 1,1-1,1 1,-1 0,1 1,0-1,1 1,-1-1,2 1,-1 0,1 0,0 0,1 1,0-1,0 0,1 0,0 1,1 5,1-10,0 1,1-1,0 0,0-1,0 1,0 0,1-1,-1 0,1 0,0 0,0 0,0 0,0-1,0 0,1 0,-1 0,1 0,0-1,-1 0,1 1,0-2,0 1,-1-1,1 1,0-2,0 1,0 0,0-1,-1 0,1 0,0 0,-1-1,1 1,0-1,-1 0,1-1,18-5,-1-1,0-1,-1-1,0-1,-1-1,0-1,-1 0,0-2,-2 0,0-1,0 0,-2-2,0 0,-1 0,-1-2,-1 1,-1-2,-1 0,0 0,-2 0,3-15,-8 26,0 0,-1 0,-1 0,1 0,-2 0,0 0,0-1,-1 1,0 0,-1 0,-1 0,1 0,-2 1,1-1,-1 1,-1-1,0 1,-1 1,0-1,0 1,-1 0,0 0,0 1,-2-1,6 8,0 0,0-1,0 1,0 0,0 1,0-1,-1 0,1 1,0 0,-1 0,1 0,0 0,0 0,-1 1,1-1,0 1,0 0,0 0,0 0,-1 0,2 1,-1-1,0 1,0 0,0 0,1 0,-1 0,1 0,0 0,-1 1,1-1,0 1,0 0,1 0,-1-1,1 1,-1 0,1 0,0 1,0-1,0 0,0 0,1 0,-1 3,-5 16,1 0,1 1,1-1,1 1,1 0,0 0,2 0,1 0,1-1,1 1,1 0,0-1,2 0,1-1,1 0,10 21,-16-35,0 0,1 0,-1-1,1 1,1 0,-1-1,1 0,0 0,0-1,1 1,0-1,0-1,0 1,0-1,1 0,0 0,0 0,0-1,0-1,0 1,0-1,1 0,0-1,-1 1,1-1,0-1,-1 0,1 0,5-1,0-4,1-1,-1 0,-1-1,1 0,-1-1,0 0,-1-1,0 0,-1-1,0 0,0-1,-1 0,0-1,-1 0,0 0,-1 0,-1-1,0 0,4-13,-8 23,-1-1,1 1,-1 0,0-1,0 1,0-1,0 0,0 1,-1-1,0 1,0-1,0 0,0 1,0-1,-1 0,0 1,1-1,-1 1,-1-1,1 1,0 0,-1-1,0 1,0 0,0 0,0 0,0 0,0 0,-2 0,1 3,1 0,-1 1,1-1,-1 1,1-1,-1 1,1 0,0 0,-1 0,1 0,0 1,0-1,0 1,0-1,0 1,0 0,0 0,0 0,1 0,-1 0,1 0,-1 0,1 0,0 1,0-1,0 0,0 1,0 1,-1 1,-1 0,1 1,1-1,-1 0,1 1,0-1,0 1,1-1,-1 1,1 0,1-1,-1 1,1-1,0 1,0-1,0 1,1-1,0 0,0 1,0-1,1 0,0 0,0-1,0 1,0-1,1 1,0-1,-1 0,2 0,3 2,4 2,0-1,0 0,0-1,1 0,0-1,1-1,-1 0,13 2,48 8</inkml:trace>
  <inkml:trace contextRef="#ctx0" brushRef="#br0" timeOffset="12617.562">8771 2435,'-3'-22,"1"-1,1 1,1 0,1 0,3-16,-3 31,1 1,-1-1,1 1,0 0,0 0,1 0,0 0,0 0,0 0,1 1,0 0,0-1,0 2,1-1,-1 0,1 1,0 0,1 0,-1 0,1 1,1-2,2 2,1 0,-1 0,0 1,1 1,-1-1,1 1,0 1,-1 0,1 0,0 1,-1 0,1 0,-1 1,1 1,-1 0,0 0,0 1,0 0,-1 0,1 1,-1 0,0 0,0 1,-1 0,0 1,0-1,0 2,-1-1,0 1,0-1,-1 2,0-1,0 0,0 3,-4-9,0 1,0-1,0 1,0-1,0 1,-1-1,1 1,-1-1,0 1,1 0,-1-1,0 1,-1 0,1-1,0 1,-1 0,1-1,-1 1,0-1,0 1,0-1,0 1,-1-1,1 0,0 0,-1 0,0 1,1-1,-1-1,0 1,0 0,0 0,0-1,-1 1,1-1,0 0,-1 1,1-1,-1 0,-3 1,-1 0,1-1,-1 1,1-1,-1-1,0 1,1-1,-1 0,0 0,1-1,-1 0,1-1,-1 1,1-1,-1 0,1 0,0-1,0 0,0 0,0-1,-4-3,10 7,-1-1,0 0,0 1,1-1,-1 0,1 0,-1 1,0-1,1 0,-1 0,1 0,0 0,-1 0,1 1,0-1,0 0,-1 0,1 0,0 0,0 0,0 0,0 0,0 0,0 0,0 0,1 0,-1 0,0 0,1 0,-1 0,0 0,1 1,-1-1,1 0,-1 0,1 0,-1 1,1-1,0 0,0 1,-1-1,1 0,0 1,0-1,-1 1,1-1,0 1,0-1,0 1,1 0,50-20,60 1,-87 16,-1 0,1-2,-1 0,0-2,0 0,-1-2,20-10,-38 16,0-1,0 1,-1-1,1 0,-1 0,0-1,0 1,0-1,-1 0,0 0,0 0,2-4,-4 7,0 0,0 0,0 0,-1 0,1 0,-1 0,0 0,1-1,-1 1,0 0,0 0,0 0,-1 0,1 0,0 0,-1 0,0 0,1 0,-1 0,0 0,0 0,0 0,0 0,0 0,0 1,-1-1,1 0,-1 1,1-1,-1 1,1 0,-1-1,0 1,0 0,0 0,0 0,-3 0,1 0,0 0,0 0,0 1,-1-1,1 1,0 0,-1 1,1-1,0 1,0 0,0 0,-1 0,1 0,0 1,1 0,-1-1,0 2,0-1,1 0,-1 1,1-1,0 1,0 0,0 0,0 0,0 1,1-1,-1 1,1 0,0-1,0 1,0 0,1 0,-1 0,1 0,0 0,0 1,1-1,-1 4,0-2,0 0,1 0,-1 1,1-1,1 0,-1 0,1 0,0 1,0-1,1 0,0-1,0 1,0 0,1 0,0-1,0 1,0-1,1 0,-1 0,1 0,1-1,-1 1,1-1,-1 0,1 0,0-1,3 2,3 2,2-1,-1 0,0-1,1 0,0 0,0-2,1 0,-1 0,1-1,-1-1,1 0,2-1,2-1,1-1,-1 0,0-1,0-2,0 1,0-2,-1-1,0 0,0-1,-1 0,0-2,0 0,-1 0,-1-2,0 0,0 0,-1-1,-1-1,0 0,-1-1,0 0,-1-1,-1 0,-1 0,6-14,1-10,-2 0,-1-1,-2-1,-2 1,-2-1,-2-1,-1 1,-3-6,-13-38,13 84,-1 1,1 0,-1 0,1 0,-1-1,1 1,-1 0,0 0,0 0,0 0,1 0,-1 0,0 1,0-1,0 0,0 0,-1 1,1-1,0 0,0 1,0-1,-1 1,1 0,0-1,0 1,-1 0,1 0,0 0,0 0,-1 0,1 0,0 0,-1 0,1 0,0 1,0-1,-1 0,1 1,0-1,0 1,0-1,-1 1,1 0,0 0,0-1,0 2,-46 46,30-19,1 0,2 1,0 1,2 0,2 0,1 1,1 1,2-1,1 1,0 13,4-34,0 0,0 0,1 0,1 0,0 0,1 0,0 0,0 0,1-1,1 1,0-1,1 0,0 0,1 0,0-1,0 0,1 0,0 0,1-1,0 0,9 7,-4-7,1 0,0-1,0 0,0-1,1-1,0 0,0-1,0-1,1 0,0-2,0 1,0-2,0 0,0-1,0 0,0-2,15-2,-21 2,0 0,0 0,1-1,-2 0,1-1,0 0,-1-1,0 0,0 0,0-1,0 0,-1 0,0-1,-1-1,1 1,-1-1,-1 0,0 0,0-1,0 0,-1 0,0-1,-1 1,0-1,-1 0,0 0,1-5,-3 11,0 1,0-1,0 0,0 0,0 1,-1-1,0 0,1 0,-1 1,-1-1,1 0,-1 0,1 0,-1 1,0-1,0 0,-1 1,1-1,-1 1,0 0,0-1,0 1,0 0,0 0,-1 0,-1 4,0-1,0 1,0 0,0 1,0-1,0 1,1-1,-1 1,0 0,1 1,0-1,-1 0,1 1,0 0,0 0,1 0,-1 0,0 0,1 1,0-1,0 1,0-1,0 1,1 0,-2 3,1-2,-1-1,1 1,0 0,0 0,0-1,0 1,1 0,0 1,0-1,1 0,-1 0,1 0,0 0,1 1,-1-1,1 0,0 0,0 0,1 0,-1 0,1 0,0 0,0-1,1 1,0-1,-1 1,1-1,1 0,-1 0,12 5,0 0,1-2,0 1,0-2,0 0,1-1,0-1,0-1,0 0,0-1,0-1,1 0,-1-1,4-2,54 2</inkml:trace>
  <inkml:trace contextRef="#ctx0" brushRef="#br0" timeOffset="13228.474">10896 2140,'-14'0,"8"-1,0 1,0-1,0 1,0 0,0 0,0 1,0 0,0 0,1 0,-1 1,0 0,0 0,1 0,0 1,-1 0,1 0,0 0,0 1,1-1,-1 1,-3 4,5-4,0 1,1-1,-1 1,1 0,0 0,0 0,1 0,0 0,0 1,0-1,0 0,1 1,0-1,0 0,0 1,0-1,1 0,0 1,0-1,1 0,0 0,-1 0,2 0,-1 0,0 0,1-1,0 1,0-1,1 0,-1 0,1 0,0 0,0-1,0 1,0-1,1 0,-1 0,1-1,0 1,-1-1,5 1,3 2,-1-1,1-1,-1 0,1-1,0 0,0-1,0 0,0-1,0 0,0-1,0 0,0-1,0-1,0 0,-1 0,1-1,-1 0,0-1,0-1,7-4,5-4,-1 0,-1-2,0-1,-1 0,-1-1,0-2,-2 1,0-2,-1-1,5-11,-1 0,-2-1,-1 0,-2-1,-2-1,-1-1,-2 0,-1 0,-2-1,-2 0,-1 0,-1-28,-3 50,-1-1,0 0,-1 0,-1 1,0-1,-5-11,8 26,0 0,-1 0,1 0,-1 0,1 0,-1 0,0 0,0 0,0 0,0 0,0 0,0 1,0-1,-1 0,1 1,0-1,-1 1,0-1,1 1,-1 0,0 0,0 0,1 0,-1 0,0 0,0 0,0 1,0-1,0 1,0-1,0 1,-1 0,1 0,0 0,0 0,0 0,0 0,0 0,0 1,0-1,0 1,0 0,0 0,0-1,0 1,0 0,-1 1,-4 5,0 0,1 0,-1 1,1 0,1 0,-1 0,1 0,1 1,0 0,0 0,-8 19,1-1,1 2,2-1,1 1,1 0,1 1,2-1,0 1,3 0,0 0,3 9,-1-19,1-1,1 1,1-1,0 0,1 0,2 0,0-1,0 0,2 0,0-1,1-1,1 0,1 0,0-1,0-1,2 0,5 4,-15-13,0-1,0 1,0-1,1 0,-1-1,1 1,0-1,0 0,0-1,1 1,-1-1,1-1,-1 1,1-1,0 0,-1 0,1-1,0 0,-1 0,1-1,0 0,-1 0,1 0,-1-1,1 0,-1 0,0-1,1 1,1-3,94-90,-102 95,0-1,0 1,1-1,-1 1,0-1,1 1,-1-1,0 1,1-1,-1 1,1 0,-1-1,1 1,-1 0,1-1,-1 1,1 0,-1 0,1-1,-1 1,1 0,-1 0,1 0,-1 0,1 0,0 0,-1 0,1 0,-1 0,1 0,-1 0,1 0,0 0,-1 0,1 0,-1 1,1-1,-1 0,1 0,-1 1,1-1,-1 0,1 1,-1-1,1 0,-1 1,0-1,1 1,9 29,-9-25,-1 2,1 0,0 0,0 0,0 0,1 0,1 0,-1-1,1 1,0-1,0 1,1-1,0 0,0 0,0-1,1 1,-1-1,1 0,1 0,-1-1,1 0,0 0,0 0,0 0,0-1,1 0,-1 0,7 1,18-5,-2-4</inkml:trace>
  <inkml:trace contextRef="#ctx0" brushRef="#br0" timeOffset="13491.004">11926 1980,'-16'-2,"-10"-1,-4-2,-3-1,0-1,4-4,2-2,5 1</inkml:trace>
  <inkml:trace contextRef="#ctx0" brushRef="#br0" timeOffset="13735.864">11204 1726,'25'5,"26"1,24-1,18 0,15 0,4 3,-17-1</inkml:trace>
  <inkml:trace contextRef="#ctx0" brushRef="#br0" timeOffset="13989.422">12167 2220,'11'-2,"0"-1,1-1,-1 0,-1-1,1 0,-1 0,1-1,-2 0,1-1,-1 0,0-1,0 0,-1 0,0-1,0 0,-1 0,-1-1,1 0,-2 0,1 0,-1-1,-1 0,0 0,0 0,0-5,-3 14,-1-1,1 1,0 0,-1-1,0 1,1-1,-1 1,0-1,0 1,0-1,-1 1,1-1,0 1,-1-1,0 1,1-1,-1 1,0 0,-1 0,1-1,0 1,0 0,-1 0,1 0,-1 0,0 0,0 1,0-1,0 1,0-1,0 1,0-1,0 1,0 0,-1 0,1 0,0 0,-1 1,1-1,-1 1,1-1,-1 1,1 0,-1 0,1 0,-1 0,1 0,-1 1,-8 2,0 1,0 0,1 0,0 2,0-1,0 1,1 0,-1 1,2 0,-1 1,1 0,0 0,0 1,1 0,1 0,-1 0,2 1,-1 0,1 1,1-1,-1 1,2 0,0 0,0 2,0-7,2 0,-1 0,1 0,0 0,0 0,0 0,1 1,0-1,0 0,1 0,0 1,0-1,0 0,1 0,0 0,0 0,0-1,1 1,0 0,0-1,0 0,1 0,0 0,0 0,0 0,0-1,6 4,6 0,0-2,0 0,1-1,0 0,0-2,0 0,0-1,0 0,1-1,-1-2,1 1,-1-2,0 0,8-3,46-6</inkml:trace>
  <inkml:trace contextRef="#ctx0" brushRef="#br0" timeOffset="13990.422">13023 2248,'0'0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7:28.9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0 241,'21'0,"22"0,22-3,21 0,16-2,9 0,1-2,-5 1,-8 1,-18 2,-21 0</inkml:trace>
  <inkml:trace contextRef="#ctx0" brushRef="#br0" timeOffset="300.224">615 0,'18'5,"20"3,19 3,14 4,8 5,0 2,-7 5,-10 5,-17 3,-18 3,-20 4,-23 1,-20 1,-13 0,-7-4,-1-6,5-6,10-9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7:27.88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43,'2'-2,"6"8,7 12,12 15,9 15,8 8,3 7,3-2,0-3,-5-7,-2-11,-7-11,-5-16,-7-10</inkml:trace>
  <inkml:trace contextRef="#ctx0" brushRef="#br0" timeOffset="253.359">335 3,'-18'-3,"-11"7,-7 12,-4 16,0 19,2 14,6 12,7 7,9 3,7-3,5-15</inkml:trace>
  <inkml:trace contextRef="#ctx0" brushRef="#br0" timeOffset="555.553">549 457,'0'-1,"0"-1,0 1,0-1,1 1,-1-1,1 1,-1-1,1 1,-1 0,1-1,0 1,0 0,0-1,0 1,0 0,0 0,0 0,0 0,0 0,0 0,1 0,-1 0,0 0,1 1,-1-1,0 1,1-1,-1 1,1-1,-1 1,1 0,-1-1,1 1,-1 0,1 0,1 1,56 11,-55-8,1 1,0 0,-1 0,0 0,0 1,-1-1,1 1,-1 0,0 0,-1 0,0 1,0-1,0 0,0 1,-1 0,0-1,-1 1,0-1,0 1,0 0,0-1,-1 1,-1 0,1-1,-1 1,0-1,0 0,-1 0,1 1,-2-2,1 1,-1 0,0 0,-59 73,63-79,-1 1,1-1,-1 1,0-1,1 1,-1 0,1-1,0 1,-1-1,1 1,-1 0,1 0,0-1,0 1,-1 0,1 0,0-1,0 1,0 0,0 0,0 0,0-1,0 1,0 0,0 0,0 0,0-1,1 1,-1 0,0 0,0-1,1 1,-1 0,1-1,-1 1,1 0,-1-1,1 1,-1-1,1 1,-1 0,1-1,0 1,-1-1,1 0,0 1,-1-1,1 0,0 1,0-1,-1 0,1 0,0 1,0-1,-1 0,1 0,0 0,0 0,0 0,-1 0,1 0,0-1,0 1,-1 0,1 0,0-1,0 1,-1 0,1-1,0 0,186-25,-102 11,-5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7:31.5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340 250,'5'30,"-5"-29,0-1,0 1,1-1,-1 0,0 1,0-1,0 1,1-1,-1 0,0 1,1-1,-1 0,0 1,1-1,-1 0,0 0,1 1,-1-1,0 0,1 0,-1 0,1 1,-1-1,0 0,1 0,-1 0,1 0,-1 0,1 0,-1 0,1 0,-1 0,0 0,1 0,-1 0,1 0,-1 0,1 0,-1-1,0 1,1 0,-1 0,1 0,-1-1,0 1,1 0,-1-1,0 1,1 0,-1-1,0 1,0 0,1-1,-1 1,0 0,0-1,0 1,1-1,-1 1,0-1,0 1,0 0,0-1,0 0,14-31,-15 70,26-53,-20-23,-4 29,0 0,-1 0,0 0,-1 0,0 0,-1 0,1 0,-2 0,1 1,-1-1,0 1,-1 0,0 0,0 0,-1 0,0 1,-1-1,1 1,-1 1,0-1,-1 1,0 0,0 0,0 1,-1 0,1 0,-1 1,0 0,-1 1,1-1,-1 1,1 1,-1 0,-1 0,3 2,0 0,0 0,0 1,0 0,0 0,0 1,0 0,0 0,1 1,-1 0,1 0,0 0,0 1,0 0,0 0,1 0,-1 1,1 0,0 0,1 0,-3 4,-4 5,2 0,0 0,0 1,2 0,0 1,0 0,2 0,-3 9,1 0,1 0,1 0,1 1,2 0,0 0,2-1,0 1,2 0,1 0,1 0,1-1,1 0,8 19,-9-34,0-1,1 1,0-1,0 0,1 0,1-1,-1 0,1 0,0-1,1 0,0 0,0-1,1 0,-1-1,1 0,0 0,1-1,-1-1,1 0,6 1,6 1,1-2,-1 0,1-2,0-1,-1 0,1-2,-1-1,1-1,4-2,14-4,-1-1,-1-3,0-1,0-2,-2-2,0-2,-2-1,15-12,-48 32,1 0,-1 0,0-1,1 1,-1-1,0 0,0 1,0-2,0 1,-1 0,1 0,-1-1,0 1,0-1,0 0,-1 0,1 1,0-4,-2 6,-1 0,1 0,-1 0,1 0,0 1,-1-1,0 0,1 0,-1 1,1-1,-1 0,0 1,0-1,1 0,-1 1,0-1,0 1,0 0,0-1,1 1,-1 0,0-1,0 1,0 0,0 0,0 0,0 0,0 0,0 0,0 0,0 0,0 0,0 0,1 0,-1 1,0-1,0 0,0 1,0-1,0 1,0-1,1 1,-1-1,0 1,0-1,1 1,-1 0,1-1,-1 1,0 0,1 0,-1-1,1 1,-3 6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7:34.4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1 147,'19'271,"-11"-90,-9-239,-2 8,3 0,1 0,3 0,2 0,2 1,2 0,7-13,-16 55,1 0,0 0,0 0,1 1,0 0,0-1,1 1,0 0,0 0,0 1,0-1,1 1,0 0,0 0,1 1,-1 0,1 0,0 0,0 0,0 1,1 0,-1 0,1 1,-1 0,1 0,0 0,0 1,0 0,0 1,2-1,-3 2,1 0,0 0,-1 1,0 0,1 0,-1 0,0 1,0 0,0 0,0 1,-1 0,1 0,-1 0,0 0,0 1,-1 0,1 0,-1 0,0 0,0 1,-1 0,0 0,0 0,0 0,-1 0,1 0,-2 1,1-1,-1 1,0 0,0-1,-1 1,1 0,-2-1,1 1,-1 0,0-1,-1 7,-7 0,0 0,0-1,-2 0,1-1,-1 1,-1-2,0 0,0 0,-1-1,0-1,-1 0,-13 5,-25 19,48-25,18-9,-12 2,65-10,30-5,2 4,80 2,-177 9,8-1,1 0,-1 1,1 1,-1 0,1 0,-1 1,0 0,1 1,-1 0,0 0,-1 1,1 1,-1-1,0 2,8 4,-15-7,-1 0,0 0,1 0,-1 0,0 0,0 0,-1 0,1 0,-1 0,1 1,-1-1,0 0,0 0,-1 0,1 0,-1 1,1-1,-1 0,0 0,0 0,0 0,-1 0,1 0,-1-1,1 1,-1 0,0-1,0 1,0-1,-1 0,1 1,0-1,-1 0,1-1,-1 1,0 0,0-1,-1 1,-27 20,-2-2,0-1,-1-2,0-2,-2 0,1-3,-2-1,0-1,0-2,-17 0,-27 3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7:35.12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58 107,'16'12,"17"12,11 14,11 9,6 6,4 3,1-1,-4-3,-11-8,-9-10,-12-12,-11-10</inkml:trace>
  <inkml:trace contextRef="#ctx0" brushRef="#br0" timeOffset="258.274">473 0,'-14'7,"-13"14,-11 16,-9 21,-7 18,-6 15,-2 7,3 4,9-5,13-12,13-20</inkml:trace>
  <inkml:trace contextRef="#ctx0" brushRef="#br0" timeOffset="511.442">646 588,'-1'5,"0"0,1 0,-1 0,1 1,0-1,0 0,0 0,1 0,-1 0,1 0,1 0,-1 0,1 0,0-1,0 1,0 0,0-1,1 0,0 1,0-1,0 0,0 0,1-1,0 1,-1-1,1 0,1 0,-1 0,0 0,3 1,5-3,0-1,-1 0,1-1,0 0,-1-1,1 0,-1 0,1-1,-1-1,0 0,-1-1,1 0,-1 0,0-1,0-1,0 1,-1-2,0 1,0-1,-1-1,0 1,0-1,0 1,0-1,-1 0,0-1,0 0,-1 0,-1 0,5-10,-9 17,0-1,1 1,-1-1,0 0,-1 0,1 1,-1-1,1 0,-1 0,0 1,-1-1,1 0,-1 0,1 0,-1 1,0-1,-1 0,1 1,-1-1,1 1,-1 0,0-1,0 1,0 0,-1 0,1 0,-1 1,-2-3,-4 0,0 1,0-1,0 2,-1-1,1 1,-1 1,0 0,1 0,-1 1,0 0,0 0,0 1,-1 1,2 0,-1 0,0 1,0 0,0 1,1 0,-1 0,1 1,0 1,0-1,0 1,1 1,0 0,-7 5,3 0,0 0,1 1,0 0,1 0,0 1,1 0,1 1,0 0,0 0,2 1,0 0,0 0,2 1,0-1,-1 12,-5 28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7:33.23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0 282,'19'0,"18"0,21-2,19-1,18-2,11-1,3 2,-6 1,-10 0,-18 2,-21 1</inkml:trace>
  <inkml:trace contextRef="#ctx0" brushRef="#br0" timeOffset="265.282">562 1,'23'5,"18"5,17 4,9 4,5 6,-3 5,-11 5,-16 6,-14 7,-21 5,-24 5,-22 2,-18-1,-11 0,-3-5,6-11,17-13,16-13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7:32.4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 3,'5'11,"10"16,12 11,12 12,10 5,6 3,2 1,-2-1,-8 0,-11-5,-10-8,-10-11</inkml:trace>
  <inkml:trace contextRef="#ctx0" brushRef="#br0" timeOffset="245.904">370 3,'-16'-2,"-9"8,-11 17,-5 20,-5 21,-1 18,0 13,4 7,4-1,10-18</inkml:trace>
  <inkml:trace contextRef="#ctx0" brushRef="#br0" timeOffset="495.049">464 752,'70'-154,"13"-56,-76 190,15-27,-17 52,-1 118,-7-98,2 0,1-1,1 1,1-1,1 1,2-1,0 0,1 0,1 0,2-1,0 0,1-1,2 0,0-1,15 20,11-2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7:39.70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321 246,'12'-6,"-20"32,-135 261,88-184,17-39,37-71,76-230,-38 86,9-95,-28 173,-18 73,0 0,1-1,-1 1,0-1,1 1,-1 0,1-1,-1 1,1 0,-1-1,1 1,-1 0,1 0,-1-1,1 1,-1 0,1 0,-1 0,1 0,-1 0,1 0,-1 0,1 0,-1 0,1 0,-1 0,1 0,0 0,-1 0,1 0,-1 0,1 1,-1-1,1 0,-1 0,1 1,-1-1,0 0,1 1,-1-1,1 0,-1 1,0-1,1 1,-1-1,0 1,1-1,-1 1,0-1,0 1,0-1,1 1,-1-1,0 1,0-1,0 1,0-1,0 1,0-1,102 195,-10-3,44 139,-135-327,0-3,0 0,0 1,0-1,-1 1,1-1,0 1,-1-1,1 1,-1 0,0-1,0 1,1-1,-1 1,0 0,0-1,-1 1,1 0,0-1,0 1,-1-1,1 1,-1 0,0-1,1 1,-8-3</inkml:trace>
  <inkml:trace contextRef="#ctx0" brushRef="#br0" timeOffset="248.335">0 446,'18'-6,"25"-8,24-3,25-1,19 2,8 2,-1 4,-17 5,-26 3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7:38.80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7 228,'-5'0,"4"2,8 1,17 0,20-1,23-3,26-5,21-2,12-2,7 1,-2 2,-11 4,-14 7,-16 3,-19 1,-21-2</inkml:trace>
  <inkml:trace contextRef="#ctx0" brushRef="#br0" timeOffset="267.236">756 0,'13'10,"24"4,25 1,25-3,14-1,2 3,-6 2,-17 9,-23 11,-26 10,-28 12,-28 9,-22 5,-17 1,-7-4,5-10,10-15,16-15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7:43.42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485 121,'-18'8,"-1"0,2 2,-1 0,1 1,1 0,0 1,1 1,0 1,1 0,0 1,1 0,1 1,1 1,0 0,1 0,-6 16,-16 36,3 1,3 1,3 2,4 0,2 1,-4 65,-13 137,12 1,12 1,14 29,1-123,8 0,9 0,7-2,44 142,-54-255,3 0,4-1,2-1,3-2,3-1,2-2,4-1,2-2,2-2,3-2,2-2,3-3,14 9,-46-42,1-1,0-1,1-1,1-1,0 0,1-2,0-1,0-1,7 0,-7-8,-11-6</inkml:trace>
  <inkml:trace contextRef="#ctx0" brushRef="#br0" timeOffset="772.42">485 763,'9'23,"10"16,11 11,11 8,9 3,4 1,2-1,-1-5,-6-6,-11-11,-10-10,-10-12</inkml:trace>
  <inkml:trace contextRef="#ctx0" brushRef="#br0" timeOffset="1015.77">793 763,'-16'4,"-12"12,-8 11,-2 12,0 14,5 9,7 8,9 3,8-2,6-6,5-14</inkml:trace>
  <inkml:trace contextRef="#ctx0" brushRef="#br0" timeOffset="1264.106">993 1124,'9'-6,"-1"1,1 0,0 0,1 1,-1 1,1-1,0 1,-1 1,1 0,0 0,0 1,1 1,6-1,-11 2,-1-1,0 1,1-1,-1 1,0 1,0-1,1 1,-1 0,0 0,-1 0,1 1,0 0,-1 0,1 0,-1 0,0 1,0 0,-1 0,1 0,-1 0,1 0,-1 1,-1-1,1 1,-1 0,1 1,-1 3,0 1,0-1,-1 1,0 0,-1-1,0 1,-1-1,0 1,0-1,-1 1,0-1,-1 1,0-1,-1 0,1-1,-2 1,1 0,-1-1,-6 7,-19 48,29-63,1 1,0 0,-1 0,1 0,0 0,-1 0,1-1,0 1,0 0,0 0,0 0,0 0,0 0,0 0,0 0,0 0,0 0,0 0,1 0,-1-1,0 1,1 0,-1 0,1 0,-1 0,1-1,-1 1,1 0,-1 0,1-1,0 1,0-1,-1 1,1 0,0-1,0 1,-1-1,1 0,0 1,0-1,0 0,0 1,0-1,0 0,0 0,0 0,-1 0,1 0,0 0,0 0,0 0,0 0,55-6,70-33,-62 14</inkml:trace>
  <inkml:trace contextRef="#ctx0" brushRef="#br0" timeOffset="1519.423">1582 883,'16'-2,"16"-1,17 0,11 3,7 1,1 3,-6 4,-14-1</inkml:trace>
  <inkml:trace contextRef="#ctx0" brushRef="#br0" timeOffset="4289.124">2103 629,'-20'-6,"20"6,0 0,1 0,-1 0,0 1,0-1,1 0,-1 0,0 0,0 0,0 0,0 1,1-1,-1 0,0 0,0 0,0 1,0-1,0 0,0 0,0 1,1-1,-1 0,0 0,0 0,0 1,0-1,0 0,0 0,0 1,0-1,0 0,0 0,0 1,-1-1,1 0,0 0,0 0,0 1,0-1,0 0,0 0,0 1,-1-1,1 0,0 0,0 0,0 0,0 1,-1-1,1 0,0 0,0 0,21 17,1-1,1-1,1-1,0-2,2 1,23 12,-21-10,-8-6,0 1,-1 1,0 1,0 0,-2 1,1 1,-2 1,0 0,-1 1,8 12,-20-24,-1 0,0 0,-1 0,1 0,-1 0,1 1,-1-1,0 1,-1-1,1 1,-1-1,0 1,0-1,0 1,-1-1,0 0,0 1,0-1,0 1,0-1,-1 0,0 0,0 0,-2 2,-2 5,-1-1,-1 0,0-1,0 0,-1 0,0-1,-1 0,-5 3,-15 9,0-2,-2-1,1-2,-2 0,0-3,-6 1,-27 6</inkml:trace>
  <inkml:trace contextRef="#ctx0" brushRef="#br0" timeOffset="5766.067">605 1939,'9'18,"15"16,14 12,15 11,11 6,7 5,2 1,-4 1,-9-5,-13-7,-14-10,-13-14</inkml:trace>
  <inkml:trace contextRef="#ctx0" brushRef="#br0" timeOffset="6021.384">1101 2059,'-16'3,"-12"11,-8 18,-10 19,-5 19,-6 13,0 9,3 0,10-15</inkml:trace>
  <inkml:trace contextRef="#ctx0" brushRef="#br0" timeOffset="6247.78">1301 2568,'2'-21,"3"-10,4-8,1 1,0 4,-2 7,0 9,-2 12,-1 17,-2 18,-2 17,0 12,-1 10,0 5,-1 2,1-4,0-6,-1-15</inkml:trace>
  <inkml:trace contextRef="#ctx0" brushRef="#br0" timeOffset="4829.736">3373 175,'-13'-4,"-1"1,1 0,-1 1,0 1,0 0,0 1,0 1,0 0,1 0,-1 2,0 0,1 0,0 1,-1 1,2 0,-1 1,1 0,-1 1,2 0,-1 1,1 1,0-1,1 2,0-1,1 2,0-1,0 1,1 0,0 1,1 0,1 0,0 1,0 1,3-2,0 0,1 0,0 0,1 0,0 0,1 0,1 0,0 0,0 0,2 0,-1 0,1 0,1-1,0 1,1-1,0 0,0 0,1-1,1 0,0 0,0 0,1-1,0 0,2 1,28 27,2-2,1-2,1-2,26 14,70 52,-82-39,-56-56,0 1,0-1,0 0,0 1,0-1,0 0,0 0,-1 1,1-1,-1 0,0 0,0 0,0 0,0 1,0-1,0-1,0 1,-1 0,1 0,-1 0,1-1,-1 1,0-1,1 1,-1-1,0 0,0 1,0-1,0 0,0 0,0-1,-1 1,1 0,0-1,0 1,-1-1,-1 0,-48 16,0-3,-1-2,-1-3,1-2,-1-2,-8-3,32 0,23-3,14-1</inkml:trace>
  <inkml:trace contextRef="#ctx0" brushRef="#br0" timeOffset="5175.812">3547 870,'12'-7,"0"1,0 0,1 1,0 0,0 1,0 0,0 1,1 1,-1 0,1 1,0 0,-1 1,1 1,0 0,-1 1,1 0,-1 1,7 3,-15-5,0 0,-1 0,1 0,-1 1,1-1,-1 1,1 0,-1 1,0-1,0 1,0 0,0 0,-1 0,1 0,-1 1,0-1,0 1,0 0,0 0,-1 0,0 0,1 0,-1 1,-1-1,1 1,-1-1,0 1,0 0,0 0,0-1,-1 3,-4 4,-1 0,0 0,0 0,-1-1,0 0,-1 0,0-1,-1 0,0 0,0-1,-1 0,0 0,0-1,-4 2,2 0,-97 86,106-94,1 0,-1 0,1 0,0 1,0-1,-1 0,1 0,0 1,0-1,0 1,0-1,0 1,1-1,-1 1,0 0,1-1,-1 1,1 0,0 0,-1-1,1 1,0 0,0 0,0-1,0 1,1 0,-1 0,0-1,1 1,-1 0,1-1,0 1,-1 0,1-1,0 1,0-1,0 1,0-1,0 0,0 1,1-1,-1 0,0 0,9 4,-1 0,1-1,0-1,0 0,0 0,0-1,1 0,8 0,91 8,0-4,23-6,-94 0,52 0</inkml:trace>
  <inkml:trace contextRef="#ctx0" brushRef="#br0" timeOffset="7254.831">1929 2421,'-2'-2,"3"-1,12-1,13 2,18 0,16 1,14 1,8-1,4 1,-1-2,-7-3,-16 0</inkml:trace>
  <inkml:trace contextRef="#ctx0" brushRef="#br0" timeOffset="7499.179">2304 2180,'9'9,"17"5,19 5,19 4,9 5,1 2,-6 5,-16 3,-19 5,-26 4,-25 2,-24 1,-19-2,-7-4,3-8,19-14,18-11</inkml:trace>
  <inkml:trace contextRef="#ctx0" brushRef="#br0" timeOffset="7935.41">3774 1926,'-30'-9,"0"2,-1 1,0 1,-1 1,1 2,0 2,-1 0,1 2,-27 6,32-6,0 2,1 1,-1 1,1 1,0 1,1 2,0 0,1 1,-15 10,36-20,0 0,0 0,1-1,-1 1,0 0,1 0,-1 0,1 1,-1-1,1 0,0 1,0-1,-1 0,1 1,0-1,0 1,0 0,1-1,-1 1,0 0,1 0,-1-1,1 1,-1 0,1 0,0 0,0 0,0 0,0 0,0-1,0 1,0 0,1 0,-1 0,1 0,-1-1,1 1,0 0,0 0,-1-1,1 1,1-1,-1 1,0-1,0 1,0-1,1 0,-1 1,1-1,0 0,15 11,1 0,1-1,0-2,0 1,1-2,0-1,5 1,0 1,71 22,-52-18,-1 2,0 1,-2 3,0 1,4 5,-42-25,-1 1,0 0,1-1,-1 1,0 1,0-1,1 0,-1 0,0 1,0-1,-1 1,1 0,0-1,0 1,-1 0,1 0,-1 0,0 0,1 1,-1-1,0 0,0 0,-1 1,1-1,0 0,-1 1,1-1,-1 1,0-1,0 1,0-1,0 1,0-1,-1 1,1-1,-1 0,1 1,-1-1,0 1,0-1,0 0,0 0,-1 0,1 0,-1 2,-13 5,0 0,0-1,-1-1,0 0,0-1,-1-1,0 0,1-1,-2-1,-12 0,-15 4,0-2,0-2,-1-2,-1-1,21-3,19-1,12 1</inkml:trace>
  <inkml:trace contextRef="#ctx0" brushRef="#br0" timeOffset="8184.749">3961 2461,'7'-23,"5"-16,2-11,-2-6,1 0,-3 6,-3 16,-3 21,-4 25,-2 23,-3 23,0 17,0 11,3 7,5 2,1-2,0-17</inkml:trace>
  <inkml:trace contextRef="#ctx0" brushRef="#br0" timeOffset="8782.863">1047 3544,'14'18,"13"15,13 12,10 6,7 4,3 0,-2-6,-3-6,-10-6,-12-9</inkml:trace>
  <inkml:trace contextRef="#ctx0" brushRef="#br0" timeOffset="9033.421">1435 3503,'-16'21,"-14"22,-12 18,-9 14,-6 8,1 6,4-1,10-6,12-17</inkml:trace>
  <inkml:trace contextRef="#ctx0" brushRef="#br0" timeOffset="9357.766">1742 4012,'-11'11,"1"2,0-1,0 1,2 1,-1 0,2 0,0 0,1 1,0 0,-2 9,8-22,-1 0,1 0,0 0,-1 0,1 1,0-1,0 0,1 0,-1 0,0 1,1-1,-1 0,1 0,0 0,-1 0,1 0,0 0,0 0,0 0,1 0,-1-1,0 1,1 0,-1-1,1 1,0-1,-1 0,1 1,0-1,0 0,0 0,0 0,0 0,0 0,0-1,0 1,0-1,2 1,86-1,-74-3,-1-1,1 0,-1-1,0 0,-1-1,1-1,-1-1,-1 0,1 0,-1-1,-1-1,0 0,0-1,-1 0,0-1,-1 0,2-5,-10 14,1 0,-1-1,0 1,0-1,-1 1,1-1,-1 0,0 0,0 0,0 1,0-1,-1 0,0 0,1 0,-1 0,-1 0,1 0,-1 0,1 0,-1 0,0 0,-1 0,1 1,-1-1,1 0,-1 1,0-1,0 1,-1 0,1 0,-1 0,1 0,-1 0,0 0,0 1,-3-2,-1 0,1 1,-1 0,1 0,-1 1,0 0,0 0,0 1,0 0,0 0,-1 1,1 0,0 0,0 0,0 1,0 0,0 1,0-1,0 1,0 1,0-1,1 1,-1 0,1 1,0 0,0 0,0 0,1 0,-1 1,1 0,0 0,0 1,0 0,4-4,0 0,1 0,-1 0,1 0,-1 0,1 0,0 0,0 0,0 0,0 0,0 0,0 0,0 0,1 0,-1 0,1 0,0 0,-1 0,1 0,0 0,0 0,0-1,0 1,1 0,-1-1,0 1,1-1,-1 1,1-1,-1 0,1 1,0-1,-1 0,1 0,0 0,0-1,0 1,0 0,0-1,0 1,0-1,0 1,0-1,0 0,40 12</inkml:trace>
  <inkml:trace contextRef="#ctx0" brushRef="#br0" timeOffset="9601.105">2624 3718,'16'2,"17"1,18 0,15-1,13 0,10-1,4-1,-6 0,-10 0,-19 0</inkml:trace>
  <inkml:trace contextRef="#ctx0" brushRef="#br0" timeOffset="9848.454">3026 3531,'42'8,"1"3,-1 1,-1 3,-1 1,0 1,-1 3,25 16,-58-33,-1 0,1 1,-1-1,0 1,-1 0,1 0,-1 1,1-1,-1 1,-1 0,1 0,-1 1,0-1,0 0,0 1,-1 0,0 0,0 0,0 0,-1 0,0 0,0 0,0 0,-1 1,0-1,0 0,-1 0,0 0,0 4,-9 6,0 0,-1 0,-1-1,0-1,-1 0,-1 0,0-2,0 1,-2-2,1 0,-15 7,5 0,-2-2,1 0,-2-2,0-1,-3 0,15-8</inkml:trace>
  <inkml:trace contextRef="#ctx0" brushRef="#br0" timeOffset="10282.894">4215 3237,'-13'-7,"1"2,-1-1,-1 2,1 0,-1 0,1 2,-1-1,0 2,0 0,0 0,0 1,0 1,0 1,0 0,0 0,1 2,-1-1,1 2,0 0,0 0,0 1,1 1,0 0,-4 4,12-8,0 0,0 0,0 0,0 1,0 0,1 0,0 0,-1 0,1 0,1 1,-1-1,1 1,0-1,0 1,0 0,1 0,-1 0,1 0,0 0,1 1,-1-1,1 0,0 0,1 0,-1 1,1-1,0 0,0 0,0 0,1 0,2 4,8 9,0-1,1 0,1-1,1 0,0-1,1-1,0-1,1 0,1-1,11 6,-12-7,29 20,-2-2,-1 2,-1 1,10 14,-10 14,-42-58,1 0,0 0,-1 1,0-1,1 0,-1 0,0 1,0-1,-1 0,1 1,0-1,-1 0,1 0,-1 0,0 1,1-1,-1 0,0 0,-1 0,1 0,0 0,0-1,-1 1,1 0,-1 0,0-1,1 1,-1-1,0 0,0 1,-14 6,-1 0,1-1,-1-1,-1-1,1 0,-1-1,0-1,0 0,0-2,0 0,0-1,-6-1,-1 1,1 0,-1-2,0-1,0-1,1-1,-4-2,-1-12,48-3,12 9</inkml:trace>
  <inkml:trace contextRef="#ctx0" brushRef="#br0" timeOffset="10537.215">4590 3851,'3'3,"0"-1,0 0,0 1,1-1,-1 0,1-1,-1 1,1-1,0 1,-1-1,1 0,0 0,0-1,0 1,0-1,0 0,0 0,0 0,0-1,-1 1,1-1,1 0,4 0,-1 0,1 0,-1 0,1-1,-1-1,0 1,0-2,0 1,0-1,0 0,-1 0,0-1,1 0,-2 0,1-1,-1 0,0 0,0 0,0-1,-1 0,0 0,-1-1,0 1,0-1,1-1,-5 5,-1-1,1 1,0 0,-1-1,0 1,0 0,0 0,-1 0,1 0,-1 0,0 0,0 0,-1 0,1 1,-1-1,0 1,1 0,-1 0,-1 0,1 0,0 0,-1 1,1-1,-1 1,0 0,0 0,0 1,0-1,0 1,0 0,-1 0,1 0,0 0,0 1,-1 0,1 0,0 0,-1 0,-3 1,-14 1,-1 0,1 2,0 1,0 0,0 2,0 0,1 1,1 2,-1 0,2 1,-1 1,1 1,1 0,1 1,0 1,-4 6,-30 27</inkml:trace>
  <inkml:trace contextRef="#ctx0" brushRef="#br0" timeOffset="11401.449">4803 1,'47'51,"-3"2,-2 3,13 25,-53-78,137 210,-10 7,-9 5,-11 4,28 101,-79-172,-8 3,28 150,-61-218,-4 1,-4 0,-4 0,-5 0,-10 91,-8-80,-4-1,-4-1,-6-1,-3-2,-5-1,-4-2,-4-2,-5-2,-3-3,-4-2,-4-3,-50 49,-7-1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20:29.7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0,'0'0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21:11.463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 0,'0'0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9:44.42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3146 187,'-160'-9,"-112"3,103-20,115 26,36 2,1-2,0 0,0-1,-1 0,1-2,0 0,0-1,1 0,-8-4,-19-13,-2 3,0 2,-1 1,-1 3,0 2,-1 2,0 1,-26 2,-259 6,274 3,0 2,0 2,1 4,-1 2,-58 11,-88 1,158-20,1 3,-1 1,2 2,0 3,-43 19,2-2,62-23,3-3,1 1,-1 1,1 1,0 1,1 0,0 2,1 0,0 1,-3 4,3 0,1 1,0 0,2 1,0 1,-9 17,20-29,0 0,0 0,1 1,0-1,1 1,-1-1,2 1,-1 0,1 0,1-1,-1 1,2 0,-1 0,1 0,0 0,1 0,2 5,-2-4,0-1,1 1,0-1,1 1,0-1,0 0,1 0,0-1,1 1,0-1,0-1,1 1,0-1,0 0,0 0,1-1,0 0,8 4,7-3,0 0,0-2,0 0,0-2,1-1,-1-1,7 0,10 0,76 8,0 4,40 13,-70-8,0-4,0-4,1-3,0-5,22-4,54-11,-24 0,1 7,69 8,-138 3,1-4,0-3,0-3,173-15,-215 15,1 0,-2-2,1-1,-1-2,0-1,-1-1,21-12,-39 19,0 0,0 0,-1-1,0-1,0 0,0 0,-1 0,0-1,0 0,-1-1,0 0,-1 0,0-1,0 1,4-11,49-174,-54 181,0-1,-1 1,-1-1,0 0,-1 0,0 0,-2 0,1 0,-1-1,-1 1,-1 0,0 0,-1 0,0 0,-1 1,-1-1,0 1,0 0,-2 0,1 1,-2 0,0 0,0 1,-1-1,-9-7,1 6,0 1,-1 1,0 0,-1 2,0 0,-1 1,0 1,0 0,-1 2,1 1,-1 0,0 2,0 0,0 1,-1 1,1 1,0 1,0 1,-1 1,-39 5</inkml:trace>
  <inkml:trace contextRef="#ctx0" brushRef="#br1" timeOffset="50440.756">3212 1162,'-1'-2,"0"1,0-1,0 0,0 1,-1-1,1 1,-1-1,1 1,-1 0,1 0,-1-1,0 1,0 0,0 1,1-1,-1 0,0 0,0 1,0-1,0 1,0 0,0 0,0-1,0 1,0 0,0 1,0-1,0 0,0 1,0-1,0 1,-1 0,-14 2,0-1,0-1,0 0,-1-1,1-1,0 0,0-2,-7-1,-14-4,1 3,0 0,-1 3,0 1,-32 4,-3-2,-69-6,-104-18,-79-38,53 42,-25-9,41-10,213 36,0 3,0 1,0 2,1 2,0 2,-5 2,-40 14,46-15,1 2,0 2,1 1,0 2,1 1,1 2,-23 18,41-25,2 2,0 0,0 1,1 1,1 0,1 1,0 1,1 0,-3 7,-86 128,100-151,0 1,0 0,0 0,1 0,-1 0,1 1,0-1,0 0,0 0,0 1,1-1,-1 1,1-1,0 1,0-1,0 0,0 1,1-1,-1 1,1-1,0 0,0 1,0-1,1 0,-1 0,1 0,-1 0,1 0,0 0,0 0,1-1,-1 1,1-1,0 2,104 83,-97-78,1-1,-1-1,2 0,-1-1,1 0,0 0,0-2,0 1,1-2,0 1,0-2,0 0,10 1,53 1,146 20,15 17,21-6,-180-26,1-2,51-4,33 2,-50 0,1-6,102-13,105 2,-6-15,-263 22,-1-2,0-3,-1-1,0-3,-1-2,27-13,0 2,-41 16,-23 8,1-1,-1 0,0 0,0-1,-1 0,1-1,-1-1,-1 0,1 0,-1-1,0 0,6-7,89-143,-102 152,1-1,-2 0,1 1,-1-1,0-1,-1 1,1 0,-1 0,-1-1,1 1,-1 0,-1-1,1 1,-1 0,-1 0,1-1,-1 1,0 0,-1 0,0 1,0-1,0 0,-1 1,-1-2,-11-10,-1 0,0 2,-2 0,1 1,-2 1,0 0,-1 2,0 0,0 2,-1 0,-1 1,0 1,0 2,0 0,-1 1,0 2,-15-1,28 2,0 0,0 1,-1 0,1 1,0 0,-1 1,1 1,0-1,0 2,0-1,-6 4,15-6,0 1,0 0,0 0,1 1,-1-1,0 0,1 0,-1 1,1-1,-1 1,1 0,0-1,-1 1,1 0,0 0,0-1,1 1,-1 0,0 0,0 0,1 1,-1 15</inkml:trace>
  <inkml:trace contextRef="#ctx0" brushRef="#br2" timeOffset="90682.784">3078 2085,'-7'-6,"-1"2,1-1,-1 1,0 0,0 1,0 0,0 0,-1 0,1 1,-1 1,1-1,-1 1,-1 1,-86-7,1-4,-10-6,82 13,-75-9,0 3,-86 5,-555 6,422 21,-101 35,364-53,0 3,1 1,0 4,-39 13,18-1,43-15,1 1,0 1,1 2,-22 12,20-5,0 0,2 2,0 1,1 2,-24 27,46-42,1 1,0 0,1 0,0 0,0 0,1 0,1 1,0 0,0-1,1 1,1 0,0 0,1 0,0 0,0-1,1 1,1 0,0-1,1 0,0 0,1 0,0 1,0 1,0-1,1 0,0 0,1 0,0-1,1 0,0 0,1-1,0 0,0 0,1-1,1 0,-1-1,1 0,1-1,-1 0,1-1,1-1,10 5,172 50,-156-52,0-1,1-3,-1-1,1-2,33-4,-8 2,227 16,-145-6,80-7,-80-3,83 13,-64-1,1-6,0-8,52-12,-133 8,55-4,-1-6,64-19,55-20,-247 52,0-1,-1 0,0 0,0-1,0-1,-1 0,0 0,0-1,0 0,-1-1,-1 0,1-1,-2 1,1-2,-1 1,-1-1,0 0,0 0,-1 0,-1-1,0 0,0 0,-1 0,-1-1,0 1,-1 0,0-1,-1 1,0-5,-2-14,-1-1,-2 1,-1-1,-1 2,-2-1,-1 1,-1 0,-15-27,21 49,-1 0,1 0,-1 1,0 0,-1 0,0 0,0 1,0 0,-1 0,0 1,0 0,0 0,0 1,-1 0,-4-1,-142-30,30 22,-88 4,83 7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18:24.035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3">
      <inkml:brushProperty name="width" value="0.1" units="cm"/>
      <inkml:brushProperty name="height" value="0.1" units="cm"/>
      <inkml:brushProperty name="color" value="#66CC00"/>
      <inkml:brushProperty name="ignorePressure" value="1"/>
    </inkml:brush>
    <inkml:brush xml:id="br4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7544 701,'11'18,"13"15,14 11,14 8,10 1,5 0,-2-1,-5-3,-10-3,-14-7,-13-8,-10-9</inkml:trace>
  <inkml:trace contextRef="#ctx0" brushRef="#br0" timeOffset="256.315">7918 687,'-3'2,"-4"11,-9 15,-10 18,-10 16,-10 14,-5 8,3-2,9-14</inkml:trace>
  <inkml:trace contextRef="#ctx0" brushRef="#br0" timeOffset="765.672">8239 1115,'20'-8,"0"0,0 1,1 2,-1 0,1 1,1 0,-1 2,12 1,-29 0,0 1,0 0,0 0,0 0,-1 1,1-1,0 1,0 0,0 0,-1 0,1 1,0-1,-1 1,1 0,-1 0,0 0,0 0,1 1,-2-1,1 1,0 0,0 0,-1 0,0 0,1 0,-1 1,-1-1,1 1,0-1,-1 1,0 0,1 0,-2-1,1 2,-3 7,0 0,-1-1,-1 1,0-1,-1 0,0 0,0-1,-1 1,-1-1,1-1,-2 1,1-1,-1 0,-1-1,0 0,-2 2,-134 120,144-129,0-1,1 0,-1 0,1 1,-1-1,0 0,1 1,-1-1,1 0,-1 1,1-1,0 1,-1-1,1 1,-1-1,1 1,0-1,-1 1,1 0,0-1,0 1,-1-1,1 1,0 0,0-1,0 1,0-1,0 1,0 0,0-1,0 1,0 0,0-1,0 1,0 0,1-1,-1 1,0-1,0 1,1 0,-1-1,0 1,1-1,-1 1,0-1,1 1,-1-1,1 1,-1-1,1 0,-1 1,1-1,-1 0,1 1,0-1,-1 0,1 0,-1 1,1-1,0 0,-1 0,1 0,0 0,47 4,-44-4,234-22,-187 17</inkml:trace>
  <inkml:trace contextRef="#ctx0" brushRef="#br0" timeOffset="-1762.931">3947 500,'-48'217,"31"-157,-71 273,76-290,5-29,5-27,33-237,28-286,-53 508,-6 28,0 0,0 0,0 1,0-1,1 0,-1 0,0 0,0 1,0-1,1 0,-1 0,0 0,0 0,1 1,-1-1,0 0,0 0,1 0,-1 0,0 0,0 0,1 0,-1 0,0 0,1 0,-1 0,0 0,0 0,1 0,-1 0,0 0,0 0,1 0,-1-1,0 1,1 0,-1 0,0 0,0 0,0 0,1-1,-1 1,0 0,0 0,0 0,1-1,-1 1,0 0,62 217,-41-138,11 40,-5 0,-1 25,-22-38,-8-67</inkml:trace>
  <inkml:trace contextRef="#ctx0" brushRef="#br0" timeOffset="-643.791">3720 888,'43'-16,"1"2,1 2,19-2,-9 2,-35 7,80-17,0-5,-2-4,63-30,-151 58,-1-1,0-1,0 1,0-2,-1 1,0-1,0 0,0-1,-1 0,0 0,0 0,2-5,-8 10,0 0,0 0,0 0,0 0,-1-1,1 1,-1 0,0 0,0-1,0 1,0 0,0-1,0 1,0 0,-1 0,1 0,-1-1,0 1,1 0,-1 0,0 0,0 0,-1 0,1 0,0 0,-1 0,1 1,-1-1,1 0,-1 1,0-1,1 1,-1 0,0 0,-70-37,65 35,0 1,1 0,-1 1,0 0,0 0,0 0,0 1,0 0,0 0,0 1,0 0,0 0,0 0,0 1,1 0,-1 1,1-1,-1 1,1 0,0 1,0 0,0 0,1 0,-1 0,1 1,0 0,0 0,1 1,0-1,-1 2,-3 7,0 0,1 0,1 0,0 1,1 0,1 0,0 0,1 0,1 1,0 0,2-1,-1 1,2 0,0-1,1 1,0-1,1 1,1-1,0 0,2 1,1 3,0-1,1 0,1-1,1 0,0 0,2-1,-1 0,2-1,0-1,1 0,0 0,1-2,1 0,0 0,16 8,-23-15,0 1,1-1,-1 0,1-1,0 0,1-1,-1 0,1-1,-1 0,1 0,-1-1,1-1,0 0,0 0,0-1,-1 0,1-1,-1 0,1-1,-1 0,0 0,0-1,0-1,0 0,6-4,-8 1,0 0,0-1,-1 0,0 0,-1 0,0-1,0 0,-1 0,0-1,-1 1,0-1,-1 0,0 0,0 0,-1-1,-1-1,0 11,-1 0,0 0,1 0,-1 0,0-1,0 1,0 0,0 0,-1 0,1 0,-1-1,1 1,-1 0,1 0,-1 0,0 0,0 0,0 0,-1 1,1-1,0 0,-1 0,1 1,-1-1,1 1,-1-1,0 1,1 0,-1 0,0 0,0 0,0 0,0 0,0 0,0 0,0 1,0-1,-1 1,1 0,0 0,0-1,0 1,0 1,-1-1,1 0,-2 1,-1 1,-1 1,1-1,0 1,0 0,0 1,0-1,1 1,-1 0,1 0,0 0,0 1,1 0,-1-1,1 1,0 0,0 1,1-1,-1 1,1-3,1 0,0 1,-1-1,1 0,0 0,1 1,-1-1,0 1,1-1,0 1,0-1,0 1,0-1,1 0,-1 1,1-1,0 1,0-1,0 0,0 0,1 1,-1-1,1 0,0 0,0 0,0-1,0 1,0 0,1-1,-1 0,1 1,12 4,1 0,-1-2,1 0,0 0,1-2,-1 0,1 0,-1-2,1 0,0-1,-1-1,9-1,-24 2,75-4,0-3,-1-3,0-4,29-11,-100 24,5 0,1-1,-1 0,0 0,0-1,0 0,0-1,0 0,-1 0,0-1,0 0,0-1,0 0,-1 0,0 0,0-1,-1 0,0 0,0-1,-5 6,0-1,-1 0,1 0,-1 0,0 1,0-1,0 0,0 0,0 0,-1 0,1 1,-1-1,0 0,0 0,0 1,0-1,0 0,0 1,-1 0,1-1,-1 1,0 0,0-1,0 1,0 0,0 0,0 1,0-1,-1 0,-1 0,-4-4,0 2,0-1,-1 1,1 0,-1 0,0 1,0 1,0-1,-1 1,5 2,-1-1,1 1,-1 0,0 0,1 1,-1-1,1 1,-1 0,1 1,-1 0,1-1,0 2,-1-1,1 1,1-1,-1 1,0 1,1-1,-1 1,1-1,0 1,0 1,1-1,-1 0,1 1,0 0,0 0,0 0,1 0,0 0,0 0,0 2,1-5,1 0,0 0,-1 0,1 0,0 0,1 1,-1-1,0 0,0 0,1 0,-1 0,1 0,0 0,0 0,0 0,0 0,0 0,0 0,0-1,0 1,1 0,-1-1,1 1,-1-1,1 1,0-1,-1 0,1 0,0 0,0 0,2 1,66 16,-51-18,0-1,1 0,-1-1,0-2,0 0,0 0,-1-2,0-1,0 0,0-1,-1-1,0 0,1-2,-18 10,1 1,-1-1,0 0,1 1,-1-1,1 1,-1 0,1-1,0 1,-1-1,1 1,-1 0,1-1,0 1,-1 0,1 0,0 0,-1-1,1 1,0 0,-1 0,1 0,0 0,-1 0,1 0,0 0,0 0,-1 1,1-1,0 0,-1 0,1 0,-1 1,1-1,0 0,-1 1,1-1,-1 1,1-1,-1 1,1-1,-1 1,1-1,-1 1,1-1,-1 1,0-1,1 1,-1 0,0-1,0 1,1 0,-1-1,0 1,0 0,0-1,0 1,0 0,0-1,0 1,0 0,0-1,0 1,0 0,0-1,-1 1,1 0,-15 163,8 433,10-441,-2-123,0-15,-1 0,0-1,-1 1,-1 0,0-1,-2 0,-4 14,8-29,0-1,-1 1,1-1,-1 1,1-1,-1 1,0-1,1 0,-1 1,0-1,0 0,0 0,0 1,0-1,0 0,-1 0,1 0,0 0,0-1,-1 1,1 0,-1 0,1-1,0 1,-1-1,1 1,-1-1,0 0,1 0,-1 1,1-1,-1 0,1 0,-1-1,1 1,-1 0,1 0,-1-1,0 1,-51-39,10-10,3-2,3-1,0-4,25 38,7 11,-11-16,1 0,2-1,0 0,1-2,-1-4,12 27,0 0,0 0,1 0,-1-1,0 1,1 0,0 0,0-1,0 1,0 0,1-1,-1 1,1 0,0 0,-1 0,2 0,-1 0,0 0,1 0,-1 0,1 0,0 0,0 1,0-1,0 1,0-1,1 1,-1 0,1 0,-1 0,1 0,0 0,0 1,0-1,2 0,139-57,-59 32</inkml:trace>
  <inkml:trace contextRef="#ctx0" brushRef="#br0" timeOffset="1554.214">9134 928,'23'3,"23"0,23-1,16 1,14-2,4 0,-3 0,-7-1,-13 0,-18 2,-19 1</inkml:trace>
  <inkml:trace contextRef="#ctx0" brushRef="#br0" timeOffset="2588.617">9709 768,'76'22,"-55"-12,-17-9,52 21,-1 3,-1 2,33 22,-85-48,43 37,-44-37,0 0,0 0,-1 0,1 0,0 0,0 0,-1 0,1 0,-1 0,1 0,-1 0,1 0,-1 1,0-1,0 0,1 0,-1 1,0-1,0 0,0 0,0 1,-1-1,1 0,0 0,0 0,-1 1,1-1,-1 0,1 0,-1 0,1 0,-1 0,0 0,1 0,-1 0,0 0,0 0,0 0,0 0,0 0,0-1,0 1,0 0,0-1,-14 8,-1-1,1 0,-1-1,0-1,-1-1,-14 3,-11 3,11-3,1 2,1 1,0 1,-24 14,32-12</inkml:trace>
  <inkml:trace contextRef="#ctx0" brushRef="#br0" timeOffset="3068.845">10980 701,'0'6,"-1"-6,1 0,0-1,0 1,-1 0,1 0,0 0,-1 0,1 0,0 0,-1-1,1 1,0 0,-1 0,1 0,0 0,-1 0,1 0,0 0,-1 0,1 1,0-1,-1 0,1 0,0 0,0 0,-1 0,1 0,0 1,-1-1,1 0,0 0,0 0,-1 1,1-1,0 0,0 0,0 1,-1-1,1 0,0 0,0 1,0-1,0 0,0 1,-1-1,1 0,0 1,0-1,0 0,0 1,0-1,0 0,0 1,0-1,0 0,0 1,0-1,1 0,-1 1,0-1,0 0,0 1,0-1,0 0,1 1,-15-10,1 1,-1 0,-1 1,1 1,-1 0,0 1,-1 1,1 0,-1 1,0 1,0 0,0 1,0 1,0 0,1 1,-1 1,0 1,0 0,1 1,0 0,-1 1,2 1,-11 6,18-8,1 0,-1 0,1 1,0 0,0 0,0 0,0 1,1 0,0 0,1 1,-1-1,1 1,0 0,1 0,0 0,0 1,0-1,1 1,0 0,1-1,0 1,0 0,0 0,1 0,1 0,-1 0,1-1,0 1,1 0,0 0,0-1,0 1,2 2,3 1,0 1,0-1,1 0,0-1,0 0,2 0,-1-1,1 0,0-1,1 0,0-1,0 0,1 0,9 3,8 3,0-2,0-1,1-2,0 0,27 2,-19-6,1-1,-1-1,1-3,0-1,-1-1,1-3,8-3,39-13</inkml:trace>
  <inkml:trace contextRef="#ctx0" brushRef="#br0" timeOffset="5991.359">10271 1998,'6'53,"-2"0,-2 0,-3 1,-2-1,-7 28,6-53,1-21,3-21,29-273,-28 281,0-12,0-1,2 1,0-1,1 1,1 0,0 0,2 1,0-1,1 2,0-1,2 1,0 0,3-3,-8 15,-1 0,0 1,1 0,0-1,-1 1,1 1,0-1,1 1,-1 0,0 0,1 1,-1-1,1 1,0 0,-1 1,1-1,-1 1,1 0,0 1,-1-1,1 1,0 0,-1 1,1-1,-1 1,0 0,0 1,0-1,0 1,0 0,0 0,0 0,-1 1,0 0,0 0,0 0,0 0,-1 1,1-1,-1 1,0 0,0 0,-1 0,0 0,0 0,0 1,0-1,-1 1,0-1,-2 9,-1-1,-1-1,0 1,-1 0,0-1,-1 1,0-1,-1-1,-1 1,1-1,-2 0,0 0,0-1,-1 0,0-1,0 0,-19 34,29-42,-1 0,1 0,0 0,0 0,0 0,1-1,-1 1,0 0,0-1,0 1,0-1,1 1,-1-1,0 1,1-1,-1 0,0 0,1 0,-1 1,0-1,1-1,-1 1,0 0,0 0,1 0,-1-1,3 1,60-3,-50 0,0 2,-1 0,1 0,0 1,-1 1,1 1,0-1,-1 2,1 0,-1 1,0 0,12 6,-22-8,0-1,-1 1,1 0,0 0,-1 0,0 0,1 0,-1 1,0-1,0 1,0-1,-1 1,1 0,0 0,-1-1,0 1,0 0,0 0,0 1,0-1,-1 0,1 0,-1 0,0 0,0 1,0-1,0 0,0 0,-1 1,0-1,1 0,-1 0,-1 0,1 0,0 0,-1 0,1-1,-1 1,-1 1,-12 13,-1 0,0-2,-1 0,-1-1,0 0,-1-2,0 0,-1-1,0-1,-1-1,-4 0,-60 25,4-6</inkml:trace>
  <inkml:trace contextRef="#ctx0" brushRef="#br0" timeOffset="5185.819">8801 2251,'22'0,"24"0,20 0,17 0,12 0,4 0,-1 0,-6 0,-12 0,-20 0</inkml:trace>
  <inkml:trace contextRef="#ctx0" brushRef="#br0" timeOffset="5439.141">9428 2051,'19'11,"16"7,15 4,7 3,1 2,-5 3,-8 1,-13 4,-14 4,-19 3,-18 4,-15 2,-14-2,-5-3,0-5,13-13,14-11</inkml:trace>
  <inkml:trace contextRef="#ctx0" brushRef="#br0" timeOffset="4434.826">7464 1850,'11'16,"9"14,5 12,5 7,4 7,4 3,1 0,4-2,4-10,0-9,-1-12,-1-13,-9-8</inkml:trace>
  <inkml:trace contextRef="#ctx0" brushRef="#br0" timeOffset="4687.152">7945 1944,'-14'-9,"-8"1,-9 12,-4 18,-4 22,-2 19,-1 16,2 15,6 3,9-14</inkml:trace>
  <inkml:trace contextRef="#ctx0" brushRef="#br0" timeOffset="4937.482">8106 2479,'84'-289,"-78"262,-6 27,1 0,-1 1,0-1,0 0,0 0,0 1,1-1,-1 0,0 0,0 0,0 1,1-1,-1 0,0 0,0 0,1 0,-1 0,0 1,0-1,1 0,-1 0,0 0,1 0,-1 0,0 0,0 0,1 0,-1 0,0 0,1 0,-1 0,0 0,0 0,1 0,-1 0,0-1,0 1,1 0,-1 0,0 0,0 0,1 0,-1-1,0 1,0 0,0 0,1-1,-1 1,0 0,0 0,0 0,0-1,0 1,1 0,-1-1,0 1,0 0,0 0,0-1,0 1,8 26,9 54,-13-53,0-1,2-1,1 1,1-1,1 0,1-1,1 0,1 0,2-1,6 8,8 0</inkml:trace>
  <inkml:trace contextRef="#ctx0" brushRef="#br0" timeOffset="7155.502">8975 3254,'15'0,"20"0,19 0,19-3,11-2,4-1,-1 1,-7-1,-16 1</inkml:trace>
  <inkml:trace contextRef="#ctx0" brushRef="#br0" timeOffset="7434.785">9322 2974,'25'11,"22"9,18 2,13 3,6 4,3 3,-5 4,-11 4,-16 5,-17 4,-20 2,-22 4,-21 0,-18-1,-14-5,-5-6,3-10,11-12</inkml:trace>
  <inkml:trace contextRef="#ctx0" brushRef="#br0" timeOffset="7906.604">10632 3040,'-14'-32,"8"23,-1 0,0 0,-1 1,0 0,0 0,-1 1,0 0,0 0,0 1,-1 1,0-1,0 2,-1-1,1 1,-1 1,0 0,0 0,0 1,0 1,-1 0,1 0,0 1,0 1,-4 0,5-1,-1 1,1 0,0 1,0 0,0 1,0 0,1 0,-1 1,1 0,-1 1,2 0,-1 0,0 1,1 0,0 1,1-1,-1 2,1-1,1 1,-1 0,1 0,1 1,-1 0,2 0,-1 0,1 0,0 1,1 0,-1 5,1-2,1-1,0 0,1 1,0-1,1 1,0-1,1 1,1-1,0 0,0 1,1-1,1 0,0 0,1-1,0 1,1-1,0 0,0-1,1 1,1-1,0-1,0 1,1-1,0-1,1 0,-1 0,2-1,-1 0,9 4,10 2,1-1,0-1,0-2,1 0,1-3,-1 0,1-2,0-2,0-1,0-1,0-2,27-4,-22 1,-2-2,1-1,-1-2,0-2,3-2,8-6</inkml:trace>
  <inkml:trace contextRef="#ctx0" brushRef="#br0" timeOffset="8147.959">11274 3388,'-5'-11,"-1"-4</inkml:trace>
  <inkml:trace contextRef="#ctx0" brushRef="#br0" timeOffset="6451.347">7503 3027,'23'5,"21"8,19 11,13 10,8 9,3 8,-6 7,-9 3,-12 0,-15-6,-14-8,-13-12</inkml:trace>
  <inkml:trace contextRef="#ctx0" brushRef="#br0" timeOffset="6706.704">8078 2960,'-13'4,"-14"12,-14 15,-13 19,-10 17,-4 13,2 9,8 0,14-5,14-17</inkml:trace>
  <inkml:trace contextRef="#ctx0" brushRef="#br0" timeOffset="6955.554">8212 3508,'11'7,"0"-1,1 0,0-1,0 0,1-1,-1 0,1-1,0-1,0 0,0 0,0-1,0-1,0-1,0 1,0-2,0 0,0-1,-1 0,1 0,-1-2,1 1,-1-2,-1 0,6-3,-14 8,-1 0,0-1,0 1,1 0,-1-1,0 0,0 1,-1-1,1 0,0 0,0 0,-1 0,0 0,1 0,-1-1,0 1,0 0,0-1,0 1,0-1,-1 1,1-1,-1 1,0-1,1 0,-1 1,0-1,-1 1,1-1,0 1,-1-1,1 0,-1 1,0 0,0-1,0 1,0-1,0 1,-1 0,1 0,-1 0,-1-2,-5-3,0 0,0 1,-1-1,0 2,0-1,0 2,-1-1,1 1,-1 0,0 1,0 1,-1-1,1 1,0 1,-1 0,1 1,-1 0,0 0,1 1,0 0,-1 1,1 0,-4 2,-35 25,48-29,0 1,0-1,0 1,1 0,-1-1,0 1,0 0,1-1,-1 1,0 0,1 0,-1 0,1 0,-1 0,1-1,0 1,-1 0,1 0,0 0,-1 0,1 0,0 0,0 0,0 0,0 1,0-1,0 0,0 0,1 0,-1 0,0 0,0 0,1-1,-1 1,1 0,-1 0,1 0,-1 0,1 0,-1 0,1-1,0 1,0 0,-1 0,1-1,0 1,0-1,0 1,0-1,0 1,32 12,6-4</inkml:trace>
  <inkml:trace contextRef="#ctx0" brushRef="#br1" timeOffset="82233.689">766 3214,'-19'-7,"1"1,-2 1,1 1,0 1,-1 0,0 1,0 1,1 1,-1 1,0 1,0 1,1 0,-1 1,1 1,-11 5,-10 1,-1 2,2 2,0 1,0 2,2 2,-2 3,29-15,-1 1,1 0,1 1,-1 0,2 1,-1 0,2 0,-1 1,2-1,-1 2,2-1,-1 1,2 0,0 0,0 0,1 0,1 1,1-1,-1 11,1-6,1 1,0 0,2 0,0-1,1 1,1-1,1 0,0 0,1 0,1 0,1-1,1-1,0 1,3 1,-1-3,0-1,2-1,0 0,0-1,1 0,1-1,0 0,0-2,1 1,0-2,0 0,1-1,0-1,1-1,-1 0,1-1,5 0,3 0,1-2,-1 0,1-2,0-1,-1-1,1-1,-1-2,1 0,-2-2,1 0,11-7,-10 2,0 0,-1-2,-1-1,0-1,-1-1,-1-1,-1-1,-1-1,0-1,5-8,-17 18,0-1,0 0,-1 0,-1-1,0 0,-1 0,0-1,-1 0,0 0,-2 0,1 0,-2-1,0 0,0 1,-2-1,0 0,0 0,-1 1,-1-1,-1 1,-1-4,-3-1,0 1,-2 0,0 1,-1 0,-1 0,-1 1,0 1,-1 0,0 0,-1 2,-1-1,0 2,-1 0,0 1,-1 0,0 2,-1 0,0 0,0 2,-1 1,0 0,0 1,0 1,-1 1,1 0,-13 1,3 3,0 1,1 1,-1 2,1 1,0 1,0 1,-23 11,-72 33</inkml:trace>
  <inkml:trace contextRef="#ctx0" brushRef="#br0" timeOffset="11058.157">10244 10915,'0'27,"0"27,2 28,6 26,3 23,5 18,4 14,0 8,3 0,-2-3,-1-9,-2-10,-2-14,-4-18,-1-18,-3-20,-2-21,-3-20</inkml:trace>
  <inkml:trace contextRef="#ctx0" brushRef="#br0" timeOffset="12170.649">10325 10928,'-3'-4,"1"0,0 0,0-1,0 1,1 0,-1-1,1 1,0-1,0 1,1-1,-1 0,1 1,0-1,1 0,-1 1,1-1,-1 0,2 1,-1-1,0 1,1 0,0-1,0 1,0 0,0 0,1 0,-1 0,1 1,0-1,1 1,-1-1,0 1,5-2,6-2,1 2,0 0,0 1,0 0,0 1,1 1,0 0,-1 1,15 2,4-3,413-18,252 29,-384 3,79-15,-86-12,708-12,-717 34,407 3,672-57,-85 26,-282-20,18 43,-244-25,-83 16,-53 2,-607 7,-42-2,0 0,0 0,0 0,0 0,-1 0,1 0,0 1,0-1,0 0,-1 0,1 0,0 0,0 0,0 0,0 0,-1 0,1 0,0 0,0 1,0-1,0 0,0 0,-1 0,1 0,0 0,0 1,0-1,0 0,0 0,0 0,0 0,0 1,0-1,0 0,0 0,0 0,0 1,0-1,0 0,0 0,0 0,0 1,0-1,0 0,0 0,-16 2</inkml:trace>
  <inkml:trace contextRef="#ctx0" brushRef="#br0" timeOffset="14237.612">10418 12893,'-12'328,"2"-86,-20 82,2-48,28-275,0 1,-1-1,0 1,1-1,-1 1,1 0,-1-1,1 1,0 0,0-1,0 1,0 0,0-1,0 1,0 0,1-1,-1 1,1 0,-1-1,1 1,-1 0,1-1,0 1,0-1,0 0,0 1,0-1,0 0,0 1,0-1,1 0,-1 0,0 0,1 0,-1 0,1 0,-1-1,1 1,-1 0,1-1,-1 1,1-1,0 1,0-1,122-60,9 42,28-3,143 1,197 2,309-17,-63-12,-349 16,154 16,303 41,98-60,-191 1,429 22,-277-19,-247-1,346-4,-893 35,413-10,123-21,-47 5,-424 13,-170 10,-15 0</inkml:trace>
  <inkml:trace contextRef="#ctx0" brushRef="#br0" timeOffset="15905.064">21393 10580,'215'-23,"-144"22,-1 4,0 2,13 6,14 0,350 14,-433-25,-11 0,0-1,0 1,0 0,0-1,0 1,1 1,-1-1,0 0,0 1,0 0,0 0,0 0,0 0,0 0,-1 0,1 1,0-1,-1 1,1 0,-1 0,1 0,-1 0,0 0,0 0,0 1,0-1,0 1,1 1,-2 9,0-1,-1 0,0 0,-1 0,0 0,-1 0,-2 8,-1 13,-29 245,12 1,14 234,14-431,3 0,3 0,4-1,24 70,-23-94,-3 1,-2 0,-2 1,-4 0,-1 0,-4 7,-3 681,2-745,0-1,0 1,1-1,-1 1,0-1,0 0,-1 1,1-1,0 1,0-1,-1 0,1 1,-1-1,1 1,-1-1,0 0,1 0,-1 1,0-1,0 0,0 0,0 0,0 0,0 0,0 0,0 0,0 0,-1-1,1 1,0 0,0-1,-1 1,1-1,-1 1,1-1,0 0,-1 1,1-1,-1 0,1 0,-23 1,-1 0</inkml:trace>
  <inkml:trace contextRef="#ctx0" brushRef="#br0" timeOffset="18293.604">11006 11623,'3'16,"2"-24,-3-2,0 1,-1-1,0 1,0-1,-1 1,-1-1,0 0,0 1,0-1,-2 1,1 0,-1-1,0 1,-1 0,0 1,0-1,-1 1,0 0,-1 0,0 0,0 1,0 0,-1 0,0 0,-1 1,1 0,-1 1,0 0,-1 0,1 0,-1 1,-8-2,10 3,-1 0,1 1,-1 0,1 0,-1 1,0 0,0 0,0 1,0 0,1 0,-1 1,0 0,0 1,1-1,-1 1,1 1,-1 0,1 0,0 0,0 1,0 0,0 0,1 1,0-1,0 2,0-1,1 0,-1 1,1 0,1 1,-1-1,1 1,-2 3,2 2,0 0,1 1,1-1,0 1,0-1,1 1,1 0,0 0,0-1,2 1,-1 0,2-1,0 1,0-1,1 0,1 0,0 0,0-1,1 1,1-1,0-1,0 1,1-1,0 0,1-1,0 0,1-1,0 0,0 0,0-1,6 3,3 0,-1-1,1-1,1 0,-1-2,1 0,0-1,1-1,-1-1,1-1,-1-1,1 0,0-2,0 0,-1-1,1-2,-1 0,0-1,0-1,10-4,22-13</inkml:trace>
  <inkml:trace contextRef="#ctx0" brushRef="#br0" timeOffset="19119.912">10952 12198,'-12'20,"1"0,1 0,1 1,0 0,2 1,1 0,0 0,2 1,0-1,1 1,2 0,0 0,2 0,6 22,-6-44,-1-1,0 1,1-1,-1 1,1-1,-1 0,1 0,-1 1,1-1,-1 0,1 0,-1 1,1-1,0 0,-1 0,1 0,-1 0,1 0,-1 0,1 0,0 0,-1 0,1 0,-1 0,1 0,-1 0,1-1,0 1,-1 0,1 0,-1-1,1 1,-1 0,1-1,-1 1,0 0,1-1,-1 1,1-1,-1 1,0 0,1-1,-1 1,0-1,1 0,-1 1,0-1,0 1,0-1,1 1,-1-1,0 1,0-1,0 0,0 1,0-1,0 1,0-1,0 0,-1 1,1-1,0 1,0-1,0 1,0-1,5-28,0 0,-2 0,-1-1,-1 1,-2-10,0 2,1 12,-1 14,0 1,0 0,1-1,1 1,-1 0,2 0,-1 0,1 0,1 0,0 0,1 0,-1 1,2-1,-1 1,1 0,1 0,0 1,-3 5,1 1,0-1,0 1,0 0,0 0,0 0,0 1,0-1,0 1,1 0,-1 1,1-1,-1 1,0-1,1 1,-1 1,1-1,-1 1,1-1,-1 1,0 0,0 1,1-1,2 3,1-1,1 1,-1 0,0 0,-1 1,1 0,-1 0,0 1,0 0,-1 0,0 1,5 6,-8-9,-1-1,0 1,0-1,-1 1,1 0,-1 0,0 0,0 0,0 0,0 0,-1 0,1 0,-1 0,0 0,-1 0,1 1,-1-1,1 0,-1 0,0 0,-1 0,1-1,-1 1,0 0,0 0,0-1,0 1,0-1,-1 0,0 0,1 0,-1 0,0 0,-1-1,1 1,-2 0,-3 4,-1 0,0-1,0-1,-1 0,1 0,-1 0,0-1,0-1,-1 0,-7 2,35-8,0 2,0 0,0 1,0 1,0 0,16 4,-28-5,0 1,0 0,0 1,0-1,-1 1,1 0,0 0,-1 0,1 1,-1 0,0 0,0 0,0 0,0 0,-1 1,1 0,-1 0,0 0,0 0,0 0,-1 1,1-1,-1 1,0-1,0 1,-1 0,0 0,1 5,-1-5,-1 0,-1 1,1-1,-1 0,1 0,-2 1,1-1,0 0,-1 0,0 0,0 0,-1-1,1 1,-1-1,0 1,0-1,-1 0,1 0,-1 0,0-1,-2 3,-5 2,1 0,-1 0,0-1,-1 0,0-1,0-1,0 1,-2-2,-7 2,-1 0,1-2,-1-1,1-1,-1 0,-6-2,3 0</inkml:trace>
  <inkml:trace contextRef="#ctx0" brushRef="#br0" timeOffset="19668.085">11033 12947,'-25'64,"3"1,3 1,2 1,4 1,3 0,0 27,12-34,10-77,11-163,-16 84,-3 55,2 1,1 0,3 1,7-21,-17 56,1 1,-1 0,0 0,1 0,-1 0,1 0,-1 0,1 0,0 0,0 0,0 0,0 1,1-1,-1 0,0 0,1 1,-1-1,1 1,-1-1,1 1,0 0,-1 0,1 0,0 0,0 0,0 0,0 0,0 1,0-1,0 1,0-1,0 1,0 0,1 0,-1-1,0 2,1-1,1 4,0 0,0 1,-1 0,0 0,0 0,0 0,0 0,-1 0,0 1,0-1,0 1,0 5,1 0,118 478,-120-486,1 6,1 0,0 1,0-2,1 1,0 0,1-1,0 0,0 0,1 0,4 3,-2-5</inkml:trace>
  <inkml:trace contextRef="#ctx0" brushRef="#br0" timeOffset="19917.418">10886 13334,'22'-5,"22"-3,19-3,15-2,5 0,-11 1</inkml:trace>
  <inkml:trace contextRef="#ctx0" brushRef="#br0" timeOffset="21182.014">7129 11569,'91'7,"-1"-4,89-10,-86 3,964 2,-931 3,-1-6,91-16,-112 12,1 4,55 6,-43 0,28 8,-29-1,-70 15,-46-23,0 0,0 0,0 1,1-1,-1 0,0 0,0 1,0-1,0 0,0 1,0-1,0 0,1 0,-1 1,0-1,0 0,0 1,0-1,0 0,0 0,0 1,0-1,-1 0,1 1,0-1,0 0,0 1,0-1,0 0,0 0,-1 1,1-1,0 0,0 0,0 1,-1-1,1 0,0 0,0 0,0 0,-1 1,1-1,0 0,-1 0,1 0,0 0,0 0,-1 0,1 0,0 1,-1-1,1 0,0 0,-1 0,1 0,0 0,0-1,-1 1,1 0,0 0,-1 0,1 0,0 0,0 0,-1 0,1-1,-23 2,-1-3</inkml:trace>
  <inkml:trace contextRef="#ctx0" brushRef="#br0" timeOffset="21518.12">8479 11369,'17'19,"10"2,1-1,0-2,2-1,21 10,102 65,-150-90,0 0,1 0,-1 1,0-1,0 1,-1 0,1-1,0 1,-1 1,0-1,1 0,-1 1,-1-1,1 1,0-1,-1 1,0 0,0-1,0 1,0 0,-1 0,1 0,-1 0,0 0,0 0,-1 0,1 0,-1 0,0 0,0-1,0 1,0 0,-1-1,1 1,-2 2,-8 7,-1 0,1-1,-2 0,0-1,0-1,-1 0,0 0,-1-2,0 0,-11 5,16-8,-69 35</inkml:trace>
  <inkml:trace contextRef="#ctx0" brushRef="#br0" timeOffset="22660.377">7344 12625,'-27'3,"-49"14,76-16,0 0,0-1,-1 1,1 0,0-1,0 1,0 0,0-1,0 1,0 0,0-1,0 1,0 0,0 0,0-1,0 1,0 0,1-1,-1 1,0 0,1-1,-1 1,0-1,1 1,-1 0,1-1,-1 1,0-1,1 1,0-1,-1 1,1-1,-1 0,1 1,-1-1,1 0,0 1,-1-1,1 0,0 0,-1 1,1-1,0 0,0 0,-1 0,1 0,0 0,-1 0,1 0,0 0,-1-1,1 1,0 0,-1 0,1 0,0-1,36 7,1-2,0-1,32-3,-32 0,826-13,-243 35,-323-38,-97 4,42 8,134 13,-373-11,-15-3,8 4,-14-5</inkml:trace>
  <inkml:trace contextRef="#ctx0" brushRef="#br0" timeOffset="22969.55">8453 12425,'9'12,"10"7,11 6,11 3,13 1,10-1,7-2,-1-1,-7 3,-15 3,-17 6,-25 9,-35 14,-40 12,-7-6</inkml:trace>
  <inkml:trace contextRef="#ctx0" brushRef="#br0" timeOffset="24042.862">7477 13762,'404'-22,"465"-17,-292 41,-457 0,105-11,-91-2,133 7,-193 12,-71-9</inkml:trace>
  <inkml:trace contextRef="#ctx0" brushRef="#br0" timeOffset="24384.921">8760 13521,'5'2,"5"1,7 3,6 1,9 3,8 2,4 1,3 2,-3 4,-8 8,-11 8,-23 9,-33 16,-50 21,-69 25,-8-5</inkml:trace>
  <inkml:trace contextRef="#ctx0" brushRef="#br0" timeOffset="28169.334">5698 11222,'12'16,"10"12,8 8,9 7,4 3,1 3,-1 0,-5 0,-5 2,-10-2,-7-4,-8-8,-4-10</inkml:trace>
  <inkml:trace contextRef="#ctx0" brushRef="#br0" timeOffset="28418.203">5966 11248,'-16'9,"-12"12,-8 14,-5 15,-4 10,-2 8,3 5,7-2,9-5,10-15</inkml:trace>
  <inkml:trace contextRef="#ctx0" brushRef="#br0" timeOffset="28703.954">6073 11596,'5'-9,"0"1,0 0,0 0,1 0,0 1,1 0,0 0,0 0,0 1,1 0,0 1,0-1,0 1,1 1,-1 0,1 0,0 1,1 0,-1 0,0 1,6 0,76-4,-89 6,0 0,1 1,-1-1,0 1,0-1,1 1,-1 0,0 0,0 0,0 0,0 0,0 1,0-1,-1 1,1-1,0 1,-1 0,1-1,-1 1,0 0,1 0,-1 0,0 0,0 0,0 0,0 0,-1 1,1-1,-1 0,1 0,-1 1,0-1,0 0,0 1,0-1,0 0,0 2,-3 9,-1-1,0 0,0-1,-1 1,-1-1,0 0,0 0,-1-1,0 0,-1 0,-7 8,12-16,-161 181,145-151,19-32,0 1,-1 0,1 0,1-1,-1 1,0 0,0 0,0-1,0 1,0 0,1 0,-1-1,0 1,1 0,-1-1,0 1,1 0,-1-1,1 1,-1-1,1 1,-1-1,1 1,0-1,-1 1,1-1,0 1,-1-1,1 0,0 1,-1-1,1 0,0 0,0 1,-1-1,1 0,0 0,0 0,-1 0,1 0,0 0,0 0,0 0,0-1,18 2,1-1,0-2,-1 0,1-1,-1 0,18-7,1 1,51-11,-6 1</inkml:trace>
  <inkml:trace contextRef="#ctx0" brushRef="#br0" timeOffset="29287.168">5698 12518,'-6'-6,"1"-3,7 0,10 5,9 8,11 14,9 13,4 14,1 13,-2 9,-5 4,-6-2,-5-6,-4-11,-4-14,-6-15,-5-12</inkml:trace>
  <inkml:trace contextRef="#ctx0" brushRef="#br0" timeOffset="29546.738">6073 12425,'-13'7,"-12"11,-9 12,-4 14,-6 14,-2 10,3 5,6 4,9-3,10-6,7-15</inkml:trace>
  <inkml:trace contextRef="#ctx0" brushRef="#br0" timeOffset="29802.056">6153 12973,'126'-327,"-92"216,-32 130,-29 472,25-401</inkml:trace>
  <inkml:trace contextRef="#ctx0" brushRef="#br0" timeOffset="30588.697">5726 13802,'13'16,"12"12,11 8,8 7,5 3,4 3,0 4,-3 3,-2 0,-6-2,-4-6,-6-11,-6-12</inkml:trace>
  <inkml:trace contextRef="#ctx0" brushRef="#br0" timeOffset="30845.054">6166 13815,'-15'5,"-13"8,-8 8,-3 13,1 12,5 11,6 10,4 7,8 2,5-11</inkml:trace>
  <inkml:trace contextRef="#ctx0" brushRef="#br0" timeOffset="31120.463">6421 14216,'-1'8,"-1"90,2-95,1 0,0 1,0-1,0 0,0 0,1 0,-1 0,1 0,-1-1,1 1,0 0,0-1,1 1,-1-1,0 0,1 0,-1 0,1 0,0 0,0 0,-1-1,1 1,0-1,0 0,1 0,-1 0,0 0,1 0,6-1,0 0,-1-1,1 0,0-1,-1 0,1 0,-1-1,0 0,1 0,-2-1,1-1,0 1,-1-1,0-1,0 0,0 0,-1 0,0-1,0 0,-1 0,1-1,-2 0,1 0,-1 0,-1-1,3-5,-5 11,0 0,0-1,0 1,0-1,0 1,-1-1,0 0,0 0,0 0,0 0,-1 0,1 0,-1 0,0 0,0 0,-1 1,1-1,-1 0,0 0,0 0,0 0,0 0,-1 1,1-1,-1 0,0 1,0 0,-1-1,1 1,-1 0,1 0,-1 0,0 1,0-1,0 1,-2-2,-6 1,0-1,0 2,-1 0,1 0,0 1,-1 0,1 1,-1 1,1-1,0 2,-1 0,1 0,0 1,0 0,0 1,1 0,-1 1,1 0,0 1,0 0,1 0,0 1,0 0,0 1,1 0,-3 4,-37 45,11-1</inkml:trace>
  <inkml:trace contextRef="#ctx0" brushRef="#br0" timeOffset="32500.163">16849 13107,'9'18,"9"11,12 7,9 2,10 1,2-1,3-3,-4-5,-8-7,-11-8</inkml:trace>
  <inkml:trace contextRef="#ctx0" brushRef="#br0" timeOffset="32761.568">17356 13014,'0'9,"-7"14,-8 15,-10 12,-7 11,-4 7,-1 3,5 1,9-3,10-3,13-8,12-5,11-8,2-12</inkml:trace>
  <inkml:trace contextRef="#ctx0" brushRef="#br0" timeOffset="34238.67">16795 13775,'12'305,"2"711,-20-593,-40 226,44-634,-13 126,6 0,6 46,18 7,-18-227,1 18</inkml:trace>
  <inkml:trace contextRef="#ctx0" brushRef="#br0" timeOffset="35651.044">17437 15941,'0'642,"-28"-1461,28 808,-1 6,0 1,0-1,0 0,1 0,0 0,0 1,0-1,1 0,-1 0,1 0,0 1,0-1,1 0,0 1,-1-1,1 1,1 0,-1 0,1-1,0 2,0-1,0 0,0 0,0 1,1 0,0 0,0 0,0 0,3-1,14 0,0 1,0 1,1 0,-1 2,1 1,-1 1,0 0,0 2,0 0,1 2,5-1,-13-3,0 0,1 1,-1 0,0 2,-1-1,1 2,-1 0,0 0,10 8,-8 1,-6-1</inkml:trace>
  <inkml:trace contextRef="#ctx0" brushRef="#br0" timeOffset="35905.389">17410 16048,'13'12,"19"3,15-1,13-5,8-8,1-5,-6-4,-15 0</inkml:trace>
  <inkml:trace contextRef="#ctx0" brushRef="#br0" timeOffset="39168.596">15351 12024,'-1'43,"-2"0,-2-1,-2 0,-2 0,-2 0,-2 1,5-21,12-63,7-24,-3-1,-3 0,-3-1,-2 1,-9-58,69 227,-59-100,1 0,0 0,1-1,-1 1,0 0,1-1,0 1,-1-1,1 0,0 0,0 0,0 0,1-1,-1 1,0-1,0 0,1 0,-1 0,1 0,-1-1,1 1,-1-1,1 0,-1 0,1 0,0-1,-1 1,1-1,-1 0,0 0,2 0,13-9,0 0,-1 0,-1-2,1 0,-2-1,14-14,45-35,-74 61,1 0,-1 0,1 1,-1-1,1 0,-1 1,1-1,-1 1,1-1,-1 1,1-1,0 1,-1-1,1 1,0 0,0-1,-1 1,1 0,0-1,0 1,-1 0,1 0,0 0,0 0,0 0,-1 0,1 0,0 0,0 0,0 0,-1 0,1 1,0-1,0 0,-1 0,1 1,0-1,-1 0,1 1,0-1,-1 1,1-1,0 1,-1 0,1-1,-1 1,1-1,-1 1,1 0,-1-1,0 1,1 0,-1 0,0-1,0 1,1 0,-1 0,0 0,-7 114,1-69,-1 19,2 0,3 1,4 23,-2-80,1 0,0-1,1 1,0-1,0 1,1-1,0 0,1 0,-1 0,2 0,0 0,7 8</inkml:trace>
  <inkml:trace contextRef="#ctx0" brushRef="#br0" timeOffset="39507.689">15980 11930,'-2'11,"-8"45,3 1,2-1,2 1,3 0,4 13,19 15,-22-83,0 0,0 1,0-1,0 0,1 0,-1 0,0 0,1 0,-1-1,1 1,0 0,0-1,-1 1,1-1,0 0,0 1,0-1,1 0,-1 0,0 0,0-1,1 1,-1 0,0-1,1 0,-1 1,0-1,1 0,-1 0,0 0,1-1,-1 1,0 0,1-1,0 0,4-4,1 0,0 0,-1-1,0 0,-1-1,1 1,-1-1,0-1,-1 1,0-1,0 0,0 0,-1 0,-1-1,9-17,-2-1,-1 1,-1-2,-2 1,0-1,-2 0,-1 0,-1-1,-2 1,-1 0,-2-12,2 25</inkml:trace>
  <inkml:trace contextRef="#ctx0" brushRef="#br0" timeOffset="39755.536">16448 11850,'6'16,"10"12,9 10,8 8,7 6,4 2,3 2,-3-3,-4-3,-7-3,-6-7,-6-18,-6-12</inkml:trace>
  <inkml:trace contextRef="#ctx0" brushRef="#br0" timeOffset="40023.848">16888 11850,'-20'3,"-17"9,-12 14,-8 16,-5 18,-1 13,3 9,10 4,13-4,13-16</inkml:trace>
  <inkml:trace contextRef="#ctx0" brushRef="#br0" timeOffset="40421.371">17195 11850,'-2'4,"-1"0,1 0,0 0,0 0,0 0,1 1,-1-1,1 0,0 1,1-1,-1 1,1-1,-1 1,1-1,1 1,-1-1,1 1,0-1,0 1,0-1,0 0,1 1,-1-1,1 0,1 0,0 2,10 11,0-1,1-1,1 0,0-1,1-1,1 0,0-1,17 9,25 19,-50-33,-1-3,-1 0,0 1,0 0,0 1,-1-1,0 1,0 0,0 1,-1-1,0 1,0 0,-1 1,0-1,0 1,-1 0,0-1,0 2,-3-5,0-1,0 0,-1 0,0 0,1 0,-1 0,0 0,-1 0,1 0,0 0,-1 0,0-1,1 1,-1 0,0-1,-1 0,1 1,0-1,-1 0,1 0,-1 0,1 0,-1-1,0 1,0-1,-1 1,-82 22,78-23,-1-1,1 0,-1 0,1-1,-1 0,1-1,-1 0,1 0,0 0,-4-3,10 4,0 1,0-1,0 0,0-1,0 1,0 0,0-1,0 1,0-1,0 1,1-1,-1 0,1 0,-1 0,1 0,0 0,0 0,0 0,0 0,0 0,0 0,0-1,1 1,-1 0,1-1,0 1,0 0,0-1,0 1,0-1,0 1,1 0,-1-1,1 1,-1 0,1 0,0-1,0 1,0 0,7-12,1 0,0 0,1 1,1 0,0 1,0 0,1 1,1 1,0-1,17-15,-15 11,6-2,-1 0,-1-2,-1-1,-1 0,-1-1,0-1,-2 0,4-9,-17 29,0 0,0 0,0 0,0 0,-1 0,1 0,-1 0,1 0,-1 0,0 0,0 0,0 0,0 0,0 0,0-1,-1 1,1 0,-1 0,1 0,-1 0,0 0,0 0,0 1,0-1,0 0,0 0,0 1,-1-1,1 0,-1 1,1 0,-1-1,1 1,-1 0,0 0,0-1,0 2,1-1,-1 0,0 0,0 0,0 1,0-1,-1 1,1 0,0 0,-2 0,-5-1,0 1,0 1,-1 0,1 0,0 1,0 0,1 0,-1 1,0 0,1 1,-1 0,1 0,0 1,1 0,-1 0,1 1,0 0,0 0,1 0,0 1,0 0,0 1,1-1,0 1,-1 4,5-10,-1 1,1-1,1 1,-1 0,0-1,0 1,1 0,0 0,0-1,-1 1,2 0,-1 0,0 0,0-1,1 1,0 0,-1-1,1 1,0 0,0-1,1 1,-1-1,0 1,1-1,-1 0,1 0,0 1,0-1,0-1,0 1,0 0,0 0,2 0,23 15</inkml:trace>
  <inkml:trace contextRef="#ctx0" brushRef="#br0" timeOffset="40705.647">17985 11864,'0'2,"0"0,1 1,0-1,0 0,0 1,0-1,0 0,0 0,0 0,1 0,-1 0,1 0,-1 0,1-1,0 1,0 0,0-1,0 1,0-1,0 0,0 0,0 0,0 0,1 0,-1 0,0 0,1-1,-1 0,0 1,1-1,-1 0,1 0,-1 0,1 0,-1 0,0-1,1 1,-1-1,1 0,-1 0,0 1,0-1,0-1,1 1,-1 0,0 0,0-1,-1 0,1 1,2-3,-3 3,1-1,0 1,-1-1,0 0,1 0,-1 1,0-1,0 0,0 0,0 0,0-1,0 1,0 0,-1 0,1 0,-1-1,0 1,1 0,-1-1,0 1,-1 0,1 0,0-1,-1 1,1 0,-1 0,1 0,-1-1,0 1,0 0,0 0,0 0,-1 0,1 0,0 1,-1-1,1 0,-1 1,0-1,0 1,1-1,-1 1,0 0,0 0,0 0,0 0,0 0,-1 0,-1 0,0 0,-1 1,0 0,0-1,0 2,0-1,0 1,0-1,0 1,0 1,1-1,-1 1,0-1,1 2,0-1,-1 0,1 1,0 0,0-1,0 2,0-1,1 0,-1 2,-16 17</inkml:trace>
  <inkml:trace contextRef="#ctx0" brushRef="#br0" timeOffset="40967.96">18079 12237,'6'-4,"3"-4,0-3,-3-2,-3-1,-5 0,-7 2,-6 3,-8 4,-4 6,-2 6,0 6,3 5,8 2,8 1,16-3,15-3,4-4</inkml:trace>
  <inkml:trace contextRef="#ctx0" brushRef="#br0" timeOffset="41268.659">18519 12037,'67'-371,"-62"349,-5 27,-12 61,3 1,3 1,3-1,3 1,3-1,4 13,5 49,-14-111</inkml:trace>
  <inkml:trace contextRef="#ctx0" brushRef="#br0" timeOffset="41437.757">18506 12278,'4'-2,"9"-1,9-2,12-5,13-3,11-2,9 1,4 1,0 1,-13 3</inkml:trace>
  <inkml:trace contextRef="#ctx0" brushRef="#br0" timeOffset="41603.314">19268 12185,'11'-12,"4"-5,0-1</inkml:trace>
  <inkml:trace contextRef="#ctx0" brushRef="#br0" timeOffset="43073.096">12022 8522,'9'72,"-5"1,-3 65,-1-65,15 513,-2-418,1 4,-7 0,-8 0,-8 9,-2-74,11-107,0-1,1 1,-1 0,0 0,1 0,-1-1,0 1,1 0,-1 0,1 0,-1 0,0 0,1 0,-1-1,1 1,-1 0,0 0,1 0,-1 0,1 1,-1-1,0 0,1 0,-1 0,0 0,1 0,-1 0,1 1,-1-1,0 0,1 0,-1 0,0 1,0-1,1 0,-1 1,0-1,1 0,-1 0,0 1,0-1,0 0,1 1,-1-1,0 1,0-1,0 0,0 1,0-1,0 1,0-1,0 0,0 1,0-1,0 1,11-14</inkml:trace>
  <inkml:trace contextRef="#ctx0" brushRef="#br0" timeOffset="43721.409">12036 11075,'-5'16,"-1"12,0 8,2 5,1 2,1 3,1 0,0-1,1-3,0-4,1-9</inkml:trace>
  <inkml:trace contextRef="#ctx0" brushRef="#br0" timeOffset="43973.557">11956 11462,'4'0,"7"0,7 0,9 0,5 0,3 0,-1-2,-3-1,-8-2,-7 0</inkml:trace>
  <inkml:trace contextRef="#ctx0" brushRef="#br0" timeOffset="44218.72">11956 10994,'13'-2,"14"-1,12 3,8 3,2 5,-6 3</inkml:trace>
  <inkml:trace contextRef="#ctx0" brushRef="#br0" timeOffset="44428.168">12357 11462,'-2'4,"1"0,0 0,0 0,0 0,0 0,0 1,1-1,0 0,0 0,0 0,0 1,1-1,0 0,0 0,0 0,0 0,1 0,-1 0,1-1,0 1,0 0,0-1,1 1,-1-1,1 0,0 0,0 0,0 0,0 0,0-1,1 1,-1-1,1 0,1 1,2-3,0 1,-1-1,1 0,0 0,0-1,-1 0,1 0,-1-1,1 1,-1-1,1-1,-1 1,0-1,0-1,0 1,0-1,-1 0,0 0,1 0,-1-1,-1 0,1 0,-1 0,0 0,0-1,0 0,-1 1,0-2,0 1,-1 0,1 0,-1-1,-1 1,1-4,-1 6,-1 1,0 0,-1 0,1 0,0 0,-1 0,0 0,1 0,-1 0,0 0,-1 0,1 0,0 0,-1 0,0 1,0-1,1 1,-2-1,1 1,0 0,0 0,-1 0,1 0,-1 0,1 0,-1 1,0-1,0 1,0 0,-1 0,-3-2,0 1,-1 0,1 0,-1 1,1 0,-1 0,0 1,1 0,-1 0,0 1,-7 2,10-3,1 1,-1 0,1 0,-1 0,1 0,-1 1,1 0,0 0,0 0,0 0,0 1,0 0,0 0,1 0,-1 0,1 0,0 1,0-1,0 1,1 0,-1 0,1 0,0 0,0 0,0 1,0-1,1 0,0 1,0 0,0-1,1 1,-1-1,1 1,0 0,10 16</inkml:trace>
  <inkml:trace contextRef="#ctx0" brushRef="#br0" timeOffset="44769.25">13092 11075,'-5'16,"-1"14,-2 9,0 7,0 7,0 1,3-1,1-4,2-5,1-5,0-10</inkml:trace>
  <inkml:trace contextRef="#ctx0" brushRef="#br0" timeOffset="44965.408">13012 11516,'-3'0,"5"0,6 0,8 0,8-2,8-1,2-2,0-1,-1 2,-6-2,-8 1</inkml:trace>
  <inkml:trace contextRef="#ctx0" brushRef="#br0" timeOffset="45169.858">12891 11008,'19'-5,"14"-1,13 1,9 0,0 4,-8 2</inkml:trace>
  <inkml:trace contextRef="#ctx0" brushRef="#br0" timeOffset="45491.107">13452 11529,'9'-18,"6"-13,2-8,0-4,-2 3,-4 6,-4 13,-2 15,-6 15,-1 16,-4 9,0 9,0 4,2 0,1-3,4-4,2-7,-1-9</inkml:trace>
  <inkml:trace contextRef="#ctx0" brushRef="#br0" timeOffset="46172.506">12999 10621,'15'-845,"18"-8,-31 734,-4 102,-1 28,2 7,1 1,1 0,0-1,2 1,0-1,3 9,7 28</inkml:trace>
  <inkml:trace contextRef="#ctx0" brushRef="#br0" timeOffset="46915.636">14027 8681,'11'-14,"-4"46,45 570,32 74,-65-516,-7 1,-7 95,-5-224,-2 0,-2 0,-1-1,-1 1,-1-1,-9 21,2-7,15-44,-1-1,1 0,-1 1,1-1,-1 0,1 1,-1-1,1 0,0 0,-1 1,1-1,0 0,-1 0,1 0,0 0,-1 0,1 0,-1 0,1 0,0 0,-1 0,1-1,0 1,-1 0,1 0,-1 0,1-1,0 1,-1 0,1-1,-1 1,1-1,-1 1,1 0,-1-1,0 1,1-1,-1 0,1 1,-1-1,0 1,1-1,19-15</inkml:trace>
  <inkml:trace contextRef="#ctx0" brushRef="#br0" timeOffset="47485.704">14134 11088,'-6'21,"-4"15,-1 11,1 7,3 3,-1-2,2-2,1-7,2-8,2-9,0-9</inkml:trace>
  <inkml:trace contextRef="#ctx0" brushRef="#br0" timeOffset="47735.05">14055 11490,'-10'0,"-2"2,5 1,11 0,11-1,12 0,11-4,5-2,1-2,-3 0,-7 0,-8 0</inkml:trace>
  <inkml:trace contextRef="#ctx0" brushRef="#br0" timeOffset="47891.634">13894 11022,'11'0,"18"-3,19 0,18 0,14 1,-8 0</inkml:trace>
  <inkml:trace contextRef="#ctx0" brushRef="#br0" timeOffset="48205.398">14362 11316,'12'-7,"1"0,-1 1,1 0,1 1,-1 0,1 1,0 1,0 1,0-1,0 2,0 0,12 1,-23 1,0-1,0 1,0 0,0 0,0 0,0 0,-1 1,1-1,0 1,-1-1,1 1,-1 0,1 0,-1 0,0 1,0-1,0 0,0 1,0-1,-1 1,1 0,-1 0,0-1,0 1,0 0,0 0,0 0,0 0,-1 0,0 0,1 1,-1-1,0 0,-1 0,1 0,0 0,-1 0,0 0,0 0,0 0,0 0,-1 1,-5 17,-2-1,0 0,-2-1,0 0,-1-1,-10 12,-42 74,63-103,0 0,0 0,0 0,0 0,1 1,-1-1,0 0,1 1,-1-1,1 0,0 1,-1-1,1 0,0 1,0-1,0 1,0-1,0 1,0-1,0 0,0 1,1-1,-1 1,1-1,-1 0,1 1,-1-1,1 0,0 0,-1 0,1 1,0-1,0 0,0 0,0 0,0 0,0 0,0 0,1-1,-1 1,0 0,0-1,1 1,-1 0,0-1,1 0,-1 1,0-1,1 0,13 1,-1 0,0-1,1-1,-1 0,0-2,0 1,0-1,0-1,0-1,1 0,-6 2,147-57,-86 28</inkml:trace>
  <inkml:trace contextRef="#ctx0" brushRef="#br0" timeOffset="48791.534">15083 8936,'7'-16,"-3"34,0 374,32 382,-34-746,9 138,-9 112,-5-236,-3 0,-1-1,-1 0,-6 11,13-27,7-22</inkml:trace>
  <inkml:trace contextRef="#ctx0" brushRef="#br0" timeOffset="49135.615">15124 10981,'-5'14,"-1"9,1 4,0 6,4 1,2 2,1 1,0 1,-1 0,0-4,2-2,1-4,-1-7</inkml:trace>
  <inkml:trace contextRef="#ctx0" brushRef="#br0" timeOffset="49387.936">15150 11383,'7'0,"7"0,5 0,4-3,1 0,-2-2,-2 0,-5-2,-4 0</inkml:trace>
  <inkml:trace contextRef="#ctx0" brushRef="#br0" timeOffset="49549.504">14976 10954,'18'0,"18"-2,14-1,9 0,7 1,-8 0</inkml:trace>
  <inkml:trace contextRef="#ctx0" brushRef="#br0" timeOffset="49992.17">15444 11088,'7'3,"0"-2,0 1,1-1,-1 0,0-1,0 1,1-2,-1 1,0-1,2 0,13-1,2 1,-18 0,1 0,0 0,0 1,-1 0,1 0,0 1,0 0,-1 0,1 1,-1 0,7 2,-12-3,0-1,0 1,0 0,0 0,0 0,0 0,0 0,0 0,0 0,0 0,-1 0,1 1,0-1,-1 0,1 0,-1 1,1-1,-1 0,0 0,0 1,0-1,1 0,-1 1,0-1,0 1,-1-1,1 0,0 1,0-1,-1 0,1 0,-1 1,1-1,-1 0,0 1,-28 42,27-43,-41 56,44-56,0 1,-1 0,1-1,0 1,0 0,0-1,1 1,-1-1,0 0,1 1,-1-1,0 0,1 0,0 0,-1 0,1 0,0 0,-1 0,1 0,0-1,0 1,0-1,-1 1,1-1,0 0,0 0,0 0,0 0,0 0,0 0,0 0,1-1,4 2,3-1,0 1,0 1,0-1,0 2,-1-1,1 1,-1 1,0 0,0 0,0 1,0 0,-1 0,0 1,0 0,0 1,-1-1,6 9,-12-13,0 0,0 0,0 0,0 0,0 0,-1 1,1-1,-1 0,0 1,0-1,0 0,0 1,0-1,0 0,0 1,-1-1,0 0,1 1,-1-1,0 0,0 0,0 0,0 0,0 0,-1 0,1 0,0 0,-1 0,0 0,-55 43,31-30,-2-1,1-1,-2-1,0-2,-10 2,19-9,6-3</inkml:trace>
  <inkml:trace contextRef="#ctx0" brushRef="#br0" timeOffset="50755.215">16501 8695,'0'1,"0"-1,0 0,0 1,0-1,0 0,0 1,0-1,0 0,0 1,0-1,0 0,0 1,1-1,-1 0,0 1,0-1,0 0,0 0,1 1,-1-1,0 0,0 0,1 1,-1-1,0 0,0 0,1 0,-1 0,0 1,0-1,1 0,-1 0,0 0,1 0,-1 0,0 0,1 0,-1 0,0 0,1 0,-1 0,0 0,1 0,-1 0,0 0,1 0,-1 0,0 0,1 0,-1 0,0-1,0 1,1 0,-1 0,0 0,0-1,1 1,8 40,-8-36,15 94,-5 0,-2 85,-3-48,16 135,39 171,-46-374,-3 1,-3 0,-3 1,-4 0,-2 0,-3-1,-8 43,4-77</inkml:trace>
  <inkml:trace contextRef="#ctx0" brushRef="#br0" timeOffset="51354.626">16755 11022,'-7'16,"-5"11,1 10,1 5,3 4,2-1,4-5,3-4,3-5,3-9,0-8</inkml:trace>
  <inkml:trace contextRef="#ctx0" brushRef="#br0" timeOffset="51608.481">16661 11329,'-5'0,"4"0,3 0,9 0,10 0,7 0,6 0,4 0,0 0,-4 0,-5-2,-8-1</inkml:trace>
  <inkml:trace contextRef="#ctx0" brushRef="#br0" timeOffset="51850.834">16594 10834,'16'2,"19"4,19 0,15-1,8-1,-8-1</inkml:trace>
  <inkml:trace contextRef="#ctx0" brushRef="#br0" timeOffset="52068.87">17169 11048,'-11'28,"1"1,1 0,2 0,0 1,3-1,-2 24,5-51,1 0,-1 1,1-1,0 0,-1 0,1 1,0-1,0 0,0 0,1 1,-1-1,1 0,-1 0,1 0,0 1,-1-1,1 0,0 0,0 0,1 0,-1 0,0-1,1 1,-1 0,1-1,-1 1,1-1,0 1,0-1,0 0,0 1,0-1,0 0,0 0,0-1,0 1,0 0,0-1,1 1,-1-1,1 0,6-3,0 0,0 0,0-1,-1-1,1 1,-1-2,0 1,-1-1,1 0,-1 0,2-4,1 2,91-97,-96 98,-14 19,3-4,1 1,0-1,0 1,1 0,0 0,1 0,0 0,0 1,1-1,0 1,1 0,0 0,1-1,0 1,0 0,1 0,0 0,1-1,0 1,0-1,1 1,0-1,1 0,0 0,1 0,0-1,1 3,30 18,0-7</inkml:trace>
  <inkml:trace contextRef="#ctx0" brushRef="#br0" timeOffset="52339.146">18025 10928,'-2'16,"-2"14,-1 11,-3 6,-1 4,-1-1,3-1,2-2,2-8,1-5,2-8</inkml:trace>
  <inkml:trace contextRef="#ctx0" brushRef="#br0" timeOffset="52585.489">17944 11409,'5'2,"5"1,11 0,9-1,5-2,2-2,-1-3,-4-2,-8-1</inkml:trace>
  <inkml:trace contextRef="#ctx0" brushRef="#br0" timeOffset="52836.817">17891 10901,'20'3,"16"0,11 2,7 4,-6 2</inkml:trace>
  <inkml:trace contextRef="#ctx0" brushRef="#br0" timeOffset="53088.18">18345 11128,'98'252,"-97"-251,0 1,0 0,1 0,-1-1,0 1,-1 0,1 0,0 0,-1 0,1 0,-1 0,1 0,-1 0,0 0,0 0,0 0,0 0,0 0,0 0,-1 0,1 0,-1 0,1 0,-1 0,0 0,0 0,0 0,0 0,0-1,0 1,0 0,-1-1,1 1,-1-1,1 1,-1-1,1 0,-1 0,0 1,0-1,0 0,-12 2,0 0,0-1,0-1,0 0,0-1,0 0,0-1,0-1,1 0,-1-1,-13-4,-4-5</inkml:trace>
  <inkml:trace contextRef="#ctx0" brushRef="#br0" timeOffset="53333.227">18319 11008,'18'-3,"18"-2,13-5,13-4,7-1,2 0,0-3,-14 2</inkml:trace>
  <inkml:trace contextRef="#ctx0" brushRef="#br0" timeOffset="54056.332">19562 10941,'0'-9,"0"-1,0 6,-2 13,-1 12,0 10,1 11,0 3,1 5,0-1,1-1,0-4,-2-6,-1-8</inkml:trace>
  <inkml:trace contextRef="#ctx0" brushRef="#br0" timeOffset="54323.619">19508 11342,'3'0,"4"0,7 0,9 0,8 0,5-2,4-3,-1-1,-6 1</inkml:trace>
  <inkml:trace contextRef="#ctx0" brushRef="#br0" timeOffset="54566.008">19455 10808,'16'-3,"14"0,16 0,11 1,10 1,3-3,-11 0</inkml:trace>
  <inkml:trace contextRef="#ctx0" brushRef="#br0" timeOffset="54876.2">20124 11035,'-12'-2,"0"1,0 0,-1 1,1 1,0 0,0 0,0 1,0 1,1 0,-1 0,1 2,-1-1,1 1,0 1,1 0,0 0,0 1,0 0,1 1,0 0,0 1,-3 3,8-5,-1 0,1 1,0-1,1 1,0 0,0 0,1 0,0 0,0 0,1 0,0 1,0-1,1 1,0-1,0 0,1 1,0-1,1 0,0 0,0 1,1-1,0-1,0 1,1 0,0-1,0 0,1 0,0 0,0 0,0-1,1 0,0 0,0 0,1-1,0 0,0 0,0-1,0 0,1 0,-1-1,1 1,0-2,0 1,0-1,5 0,-8-1,1-1,0 1,0-1,0-1,0 1,0-1,0 0,0 0,-1-1,1 0,-1 0,1 0,-1-1,1 1,-1-1,0-1,0 1,-1-1,1 1,-1-1,0-1,0 1,0-1,0 1,-1-1,0 0,0 0,0-1,-1 1,1-1,-1 1,-1-1,1 1,-1-1,0 0,0 0,-1-2,0 6,0 0,0 0,0 0,0 0,-1 0,1 0,-1 0,0 0,1 0,-1 0,0 0,0 0,0 1,0-1,-1 0,1 0,0 1,-1-1,1 1,-1 0,0-1,1 1,-1 0,0 0,0 0,0 0,0 0,1 0,-1 1,-1-1,1 1,0-1,0 1,0 0,0 0,0 0,0 0,0 0,0 0,0 0,0 1,0-1,0 1,0 0,0-1,0 1,0 0,0 0,0 0,0 0,1 1,-1-1,1 0,-1 1,1-1,-2 2,1-1,0 0,0 0,0 0,0 1,0-1,0 1,1-1,-1 1,1-1,0 1,-1 0,1 0,1 0,-1 0,0-1,1 1,-1 0,1 0,0 0,0 0,0 0,0 0,1 0,-1 0,1 0,0 0,0 0,0 0,0-1,0 1,1 1,14 13</inkml:trace>
  <inkml:trace contextRef="#ctx0" brushRef="#br0" timeOffset="55140.074">20792 10848,'-9'18,"-3"15,0 9,3 6,2 5,3 1,4-1,2 0,1-3,0-5,-1-8,-1-10</inkml:trace>
  <inkml:trace contextRef="#ctx0" brushRef="#br0" timeOffset="55390.413">20738 11422,'2'2,"4"2,4-1,6-1,7 0,6-1,3-3,-2-3,-4-1,-6 0</inkml:trace>
  <inkml:trace contextRef="#ctx0" brushRef="#br0" timeOffset="55641.744">20672 10861,'18'-9,"15"-3,14 0,7 3,-5 2</inkml:trace>
  <inkml:trace contextRef="#ctx0" brushRef="#br0" timeOffset="55817.274">21060 11088,'24'-6,"2"-1,0 0,0 2,1 1,0 1,0 1,3 1,-28 1,0 0,0 0,0 0,0 0,0 1,1-1,-1 1,0-1,0 1,0 0,0 0,0 0,0 0,-1 0,1 0,0 0,0 1,-1-1,1 1,-1-1,1 1,-1 0,0-1,0 1,0 0,0 0,0 0,0 0,0 0,0 0,-1 0,1 0,-1 0,0 0,1 0,-1 1,0-1,0 0,0 0,-1 0,1 0,0 0,-1 0,0 1,1-1,-69 207,49-94,19-110,1 1,0 0,0-1,1 1,-1-1,1 1,0-1,1 1,-1-1,1 0,0 1,1-1,-1 0,1 0,0-1,0 1,1-1,-1 1,2 0,7 4</inkml:trace>
  <inkml:trace contextRef="#ctx0" brushRef="#br0" timeOffset="55985.339">21167 11383,'18'-5,"17"-4,19-2,14-1,13-4,9-2,6 1,-1-2,-16 3</inkml:trace>
  <inkml:trace contextRef="#ctx0" brushRef="#br0" timeOffset="56801.21">18051 10634,'-9'-100,"4"1,9-92,35-339,-8 158,-13 68,-12 0,-14 0,-19-51,10 251,10 90,2 19,0 25,12 92,2-53</inkml:trace>
  <inkml:trace contextRef="#ctx0" brushRef="#br0" timeOffset="57641.026">19589 10554,'18'-524,"-5"185,-15 1,-14-1,-37-162,-1 240,48 225,6 36,0-1,-1 1,1 0,0-1,0 1,0-1,0 1,0-1,0 1,0 0,0-1,0 1,0-1,0 1,0-1,0 1,0 0,0-1,0 1,0-1,1 1,-1 0,0-1,0 1,0-1,1 1,-1 0,0-1,1 1,-1 0,0 0,1-1,-1 1,0 0,1-1,-1 1,0 0,1 0,-1 0,1 0,-1-1,0 1,1 0,-1 0,1 0,-1 0,1 0,-1 0,1 0,-1 0,0 0,1 0,-1 0,1 1,-1-1,0 0,1 0,-1 0,1 0,-1 1,0-1,1 0,-1 0,0 1,1-1,-1 0,0 1,1-1,-1 0,0 1,19 11</inkml:trace>
  <inkml:trace contextRef="#ctx0" brushRef="#br0" timeOffset="58354.092">20751 10380,'-13'-117,"4"0,6-14,17-154,15-16,-20 214,-8 71,25-253,12 2,45-152,-11 157,-43 153</inkml:trace>
  <inkml:trace contextRef="#ctx0" brushRef="#br0" timeOffset="60051.886">16487 8281,'0'18,"0"20,0 19,0 20,2 18,4 13,2 9,0-16</inkml:trace>
  <inkml:trace contextRef="#ctx0" brushRef="#br0" timeOffset="60771.219">15070 8415,'7'16,"0"18,-4 20,-6 19,-6 20,0 16,0 13,3 8,1-18</inkml:trace>
  <inkml:trace contextRef="#ctx0" brushRef="#br0" timeOffset="61401.874">14094 8455,'-14'-2,"-6"-2,0 6,1 9,3 11,6 16,8 15,4 14,3-4</inkml:trace>
  <inkml:trace contextRef="#ctx0" brushRef="#br0" timeOffset="61904.12">13092 8575,'-3'7,"-2"13,-1 20,-1 20,0 22,1 18,2-7</inkml:trace>
  <inkml:trace contextRef="#ctx0" brushRef="#br1" timeOffset="87949.739">9375 11289,'25'75,"-25"-73,1-1,0 1,0 0,0 0,0-1,0 1,1-1,-1 1,0-1,1 1,-1-1,1 0,-1 0,1 0,0 0,-1 0,1 0,0 0,0 0,0-1,-1 1,1-1,0 1,0-1,0 0,0 0,0 0,0 0,0 0,0 0,0 0,0-1,0 1,0-1,0 1,-1-1,3-1,4-4,0 0,-1-1,0 0,0 0,-1-1,1 0,-2 0,1 0,-1-1,0 0,-1 0,0 0,-1-1,0 1,0-1,-1 1,1-4,-1 3,0 0,-1 0,0 0,-1 1,0-1,0 0,-1 0,0 0,-1 0,0 0,-1 1,1-1,-2 1,0 0,0 0,0 0,-1 0,-1 1,1 0,-1 0,-1 0,1 1,-1 0,-1 0,1 1,-5-3,8 8,0-1,-1 1,1 0,0 0,-1 1,1-1,-1 1,1 0,-1 0,1 1,-1-1,1 1,0 0,-1 0,1 0,0 1,0 0,0 0,0 0,0 0,0 0,0 1,1 0,-1-1,1 1,0 1,0-1,0 0,0 1,1 0,-1-1,1 1,0 0,0 0,0 0,1 1,-1-1,1 0,0 1,0-1,1 3,-19 101,15-54</inkml:trace>
  <inkml:trace contextRef="#ctx0" brushRef="#br1" timeOffset="88750.731">9482 12117,'-8'16,"1"-1,1 1,1 0,0 1,1-1,-1 10,4-21,0 1,1-1,0 0,-1 0,2 1,-1-1,1 0,-1 0,2 0,-1 1,0-1,1 0,0 0,0-1,1 1,-1 0,1-1,0 0,0 1,0-1,1 0,3 3,-4-5,0 0,0 0,1 0,-1 0,0-1,1 1,-1-1,0 0,1 0,0 0,-1-1,1 1,0-1,-1 0,1 0,0 0,-1 0,1-1,-1 1,1-1,0 0,-1 0,1 0,-1-1,0 1,1-1,-1 0,0 0,0 0,0 0,0-1,0 0,7-6,0 0,-1 0,-1-1,1 0,-2 0,1-1,-1 0,3-8,-4 7,-1-1,0 0,-1 0,0 0,-1-1,0 1,-1-1,-1 1,0-1,-1-5,0 13,0 1,-1-1,0 1,0-1,0 1,0-1,-1 1,0 0,0 0,-1 0,1 0,-1 0,0 0,-1 1,1-1,-1 1,1 0,-1 0,-1 0,1 1,0-1,-1 1,0 0,0 0,0 1,-2-1,2 1,0 1,1 0,-1 0,0 0,0 1,0 0,0 0,0 0,0 1,0 0,0-1,0 2,1-1,-1 1,0-1,1 1,-1 0,1 1,0-1,-1 1,1 0,0 0,1 0,-1 1,1-1,-1 1,1 0,0 0,0 0,1 0,-1 0,1 1,0-1,0 1,1 0,-1-1,0 4,-12 41,6-1</inkml:trace>
  <inkml:trace contextRef="#ctx0" brushRef="#br1" timeOffset="89350.678">9589 12960,'-6'19,"1"0,1 0,1 0,0 1,1-1,2 1,0 0,1-1,0 1,2-1,1 1,0-1,1 0,1-1,1 1,0-1,5 5,-12-21,1 1,0-1,0 0,0 0,1 0,-1 0,0 0,1-1,-1 1,1 0,0-1,-1 1,1-1,0 1,0-1,0 0,0 0,0 0,0 0,0 0,1 0,-1 0,0-1,0 1,1-1,-1 0,0 0,1 0,-1 0,0 0,1 0,-1-1,0 1,1-1,-1 1,0-1,0 0,0 0,0 0,0 0,0 0,0-1,0 1,7-12,-1-1,-1 0,0 0,-1-1,0 1,-1-1,-1-1,-1 1,0-1,0-6,-2 15,3-8,0 0,-2 0,0-1,0 0,-2 1,0-1,-1 1,0-1,-1 1,-1-1,-2-5,4 19,1 0,-1 0,0 1,0-1,1 1,-1-1,-1 0,1 1,0-1,0 1,0 0,-1 0,1-1,-1 1,1 0,-1 0,1 0,-1 0,0 0,1 1,-1-1,0 1,0-1,0 1,1-1,-1 1,0 0,0 0,0 0,0 0,1 0,-1 0,0 0,0 1,-57 34,39-15,2 1,1 1,0 0,2 1,1 1,0 0,2 1,1 1,1 0,-3 13,1 5</inkml:trace>
  <inkml:trace contextRef="#ctx0" brushRef="#br1" timeOffset="93222.55">11434 9176,'1'249,"3"-210,2 0,2-1,1 1,2-2,9 21,6 21,99 308,43 244,-117-421,-37-163,2 0,2-1,23 40,3 9,-22-48,2 0,1-1,3-2,7 7,7 9,-26-34,1-1,2-1,0-1,12 10,160 162,-71-94,43 27,41-2,-38-30,183 65,-63-13,-187-104,2-5,1-5,33 5,247 79,-289-88,-2 5,8 7,-64-27,209 66,63-8,-278-66,0 2,-1 1,0 1,-1 1,0 2,-1 0,0 2,-1 1,-1 1,-1 1,0 1,-2 1,14 17,55 72,90 87,-160-178,-1 0,-1 2,0 1,-2 0,-1 1,0 0,-2 1,-1 1,-1 0,0 4,16 52,37 152,5 77,-48-204,-5 1,-4 5,-11-77,-2 0,0 0,-3 0,-3 13,-7 81,29 216,-14-320,1 0,2 0,1 0,0 0,2-1,1 0,1 0,0-1,2 0,1-1,1 0,67 85,-80-107,1 1,-1 0,1 0,-1-1,1 1,-1 0,1-1,-1 1,1-1,0 1,-1-1,1 1,0-1,0 1,-1-1,1 1,0-1,0 0,0 0,-1 1,1-1,0 0,0 0,0 0,0 0,-1 0,1 0,0 0,0 0,0 0,0-1,-1 1,1 0,0 0,0-1,6-8</inkml:trace>
  <inkml:trace contextRef="#ctx0" brushRef="#br1" timeOffset="95802.01">13853 12305,'1'6,"0"0,1-1,-1 1,1 0,0-1,1 0,-1 1,1-1,0 0,0 0,4 4,1 3,60 89,-38-60,-1 1,-3 1,-1 1,-2 1,-3 1,-1 1,7 31,-25-75,0 0,0 0,0 0,0 0,-1 0,1 0,-1 0,0 0,0 0,0 0,0 0,-1 1,1-1,-1 0,0 0,0 0,0-1,0 1,0 0,-1 0,1 0,-1-1,0 1,0-1,0 1,0-1,0 0,0 0,-2 1,-7 2,1-2,-1 1,-1-2,1 1,0-2,-1 1,1-2,-1 1,-4-2,-15 2,-58 6,0 4,-19 7,102-17,5 0,0 0,-1-1,1 1,-1 0,1-1,0 0,-1 1,1-1,-1 0,0 1,1-1,-1 0,1 0,-1 0,1-1,-1 1,1 0,-1 0,1-1,-1 1,1-1,-1 0,1 1,0-1,-1 0,1 0,0 0,0 0,-1 0,1 0,0 0,21-56,58-104,-20 47,-5-3,14-57,-55 124,-21 68,7 9,1 1,2-1,0 1,2-1,1 0,1 0,2 0,0 0,2-1,1-1,1 1,1-2,6 9,-11-17,-4-11,0-1,0 1,0 0,0-1,0 1,-1 0,0 0,0 0,0 0,-1 1,0-1,0 0,0 1,0-1,-1 1,0-1,0 1,0-1,-1 1,0-1,0 0,0 1,-1-1,0 0,0 0,0 0,-1 0,1 0,-1 0,0-1,-1 1,-6 2,-1-1,0 1,0-2,0 0,-1 0,1-1,-1 0,0-1,-2 0,14-3,-1 0,1 0,0 1,0-1,-1 0,1 0,0 1,-1-1,1 0,0 0,-1 0,1 0,-1 0,1 0,0 0,-1 1,1-1,-1 0,1 0,0 0,-1 0,1-1,0 1,-1 0,1 0,-1 0,1 0,0 0,-1 0,1-1,0 1,-1 0,1 0,0 0,-1-1,1 1,0 0,0-1,-1 1,1 0,0-1,0 1,-1 0,1-1,0 1,0 0,0-1,0 1,0 0,0-1,0 1,-1-1,1 1,0 0,0-1,0 1,12-24,-10 21,0-1,9-13,0 0,-1-1,-1-1,-1 0,0 0,-2 0,0-1,1-12,-6 32,0-1,-1 0,0 0,1 0,-1 1,1-1,-1 0,0 0,0 0,1 0,-1 0,0 0,0 0,0 0,0 0,0 1,0-1,0 0,-1 0,1 0,0 0,0 0,-1 0,1 0,-1 0,1 1,-1-1,1 0,-1 0,1 1,-1-1,1 0,-1 1,0-1,0 0,1 1,-1-1,0 1,0-1,0 1,1 0,-1-1,0 1,0 0,0-1,0 1,0 0,0 0,0 0,0 0,0 0,0 0,1 0,-1 0,0 1,0-1,0 0,0 0,0 1,-77 91,11 4,69-89,12-18,-2-2,0 0,0-2,-1 1,-1-1,0-1,-1 0,1-5,-11 21,1 0,0 0,-1 0,1 0,-1 0,1 0,0 0,-1 0,1 0,-1 0,1 0,0-1,-1 1,1 0,-1 0,1 0,0-1,-1 1,1 0,0-1,-1 1,1 0,0 0,0-1,-1 1,1 0,0-1,0 1,0-1,-1 1,1 0,0-1,0 1,0-1,0 1,0 0,0-1,0 1,0-1,0 1,0-1,0 1,0 0,0-1,0 1,0-1,0 1,1 0,-1-1,0 1,0-1,0 1,1 0,-1-1,0 1,1 0,-1-1,-31 24,-93 100,129-138,225-297,-219 290,-11 22,0-1,0 1,1 0,-1-1,0 1,0 0,0 0,0-1,-1 1,1 0,0-1,0 1,0 0,0-1,0 1,0 0,0 0,0-1,-1 1,1 0,0 0,0-1,0 1,-1 0,1 0,0 0,0-1,-1 1,1 0,0 0,0 0,-1 0,1 0,0-1,0 1,-1 0,1 0,0 0,-1 0,1 0,0 0,-1 0,1 0,0 0,0 0,-1 0,1 0,0 0,-1 0,1 0,0 1,0-1,-1 0,1 0,0 0,0 0,-1 1,1-1,0 0,0 0,-1 0,1 1,0-1,0 0,0 0,0 1,-1-1,1 0,-21 12,-91 85,159-167,-47 70,0 0,0 0,0-1,0 1,0 0,1-1,-1 1,0 0,0 0,0 0,1-1,-1 1,0 0,0 0,1 0,-1-1,0 1,0 0,1 0,-1 0,0 0,0 0,1 0,-1 0,0-1,1 1,-1 0,0 0,1 0,-1 0,0 0,0 1,1-1,-1 0,0 0,1 0,-1 0,0 0,0 0,1 0,-1 0,0 1,0-1,1 0,-1 0,0 0,0 1,1-1,-1 0,0 0,0 1,0-1,0 0,1 0,-1 1,0-1,0 0,0 0,0 1,0-1,0 0,0 1,0-1,0 0,0 0,0 1,0-1,0 1,0 25,-1-22,1 0,-1 0,1 1,0-1,0 0,0 1,0-1,1 0,0 1,0-1,0 0,0 0,1 0,0 0,0 0,0 0,0 0,0 0,1-1,-1 1,1-1,0 0,0 0,2 1,7 3,0 0,0 0,1-2,0 1,0-2,0 0,0 0,2-1,52 17,-42-9</inkml:trace>
  <inkml:trace contextRef="#ctx0" brushRef="#br1" timeOffset="102966.735">16019 16315,'-7'2,"0"-1,-1 1,1 1,0 0,1 0,-1 0,0 1,1 0,0 0,0 0,0 1,1 0,-1 0,1 1,0-1,1 1,-1 0,1 0,0 1,1-1,-1 2,-5 11,2 0,-1 0,2 1,1 0,0 1,2-1,0 2,1-3,0 0,1 0,1 1,1-1,1 0,1 1,-3-14,1 0,1-1,-1 1,1-1,0 1,0-1,1 1,-1-1,1 0,0 0,1-1,-1 1,1-1,0 1,0-1,0 0,1-1,0 1,-1-1,1 0,0 0,1 0,-2-2,-1 1,1-1,0 0,0 0,0 0,1 0,-1-1,0 0,0 0,0 0,0 0,0-1,0 1,0-1,0 0,0-1,0 1,0 0,0-1,0 0,-1 0,1 0,-1-1,0 1,1-1,-1 1,0-1,-1 0,1-1,0 1,0-1,4-6,0-1,-1 0,0 0,0 0,-1-1,-1 0,0 0,0 0,1-10,1-30,-2 0,-3-1,-2 1,-2 0,-9-45,10 78,-23-91,23 109,0-1,0 0,-1 0,1 1,0 0,-1-1,1 1,0 0,-1 0,0 0,1 0,-1 1,1-1,-1 1,0-1,0 1,1 0,-1 0,0 0,1 1,-1-1,0 1,1-1,-1 1,0 0,1 0,-1 0,1 0,-1 0,1 1,0-1,0 1,0 0,0-1,0 1,-1 1,-5 1,-2 0,1 0,-1 0,1 1,0 0,0 1,0-1,1 2,0-1,0 1,1 1,0-1,0 1,1 0,-1 1,2 0,0 0,0 0,0 0,1 1,0 0,1-1,0 2,0 3,20 154,-5-92,21 150,-33-223,1 1,0 0,0-1,0 1,0 0,1-1,0 1,-1-1,1 0,0 1,1-1,-1 0,1-1,-1 1,1 0,0-1,0 1,0-1,0 0,0 0,1 0,-1 0,1-1,-1 1,1-1,0 0,-1 0,1 0,0-1,0 1,-1-1,1 0,0 0,0 0,0 0,0-1,-1 0,4 0,5-5,-1 1,1-1,-1-1,0 0,0-1,-1 0,0-1,0 0,-1 0,0-1,-1 0,0 0,-1-1,0 0,-1-1,0 0,0 0,-1 0,-1 0,0-1,-1-1,3-8,0 0,-2 0,-1-1,-1 1,0-1,-2 0,-1 0,-1 1,0-1,-2 1,-1 0,0-1,-2 2,0-1,-2 1,0 0,-2 1,0 0,-1 1,-1 0,0 1,-2 0,-9-8,23 24,-1-1,0 1,1 0,-1 0,0-1,0 1,-1 1,1-1,0 0,-1 0,1 1,-1 0,1-1,-1 1,0 0,0 0,1 0,-1 1,0-1,0 1,0-1,0 1,0 0,0 0,0 0,1 1,-1-1,0 1,0-1,0 1,0 0,1 0,-1 0,0 1,1-1,-2 2,-14 18,2 0,0 1,1 1,2 1,0 0,-9 24,16-35,-5 11,3-9,0 1,1 1,0-1,2 1,0 0,1 0,0 0,1 5,12 15,-1-25</inkml:trace>
  <inkml:trace contextRef="#ctx0" brushRef="#br1" timeOffset="103394.057">16019 16409,'-16'-2,"-9"1,-4 3,0 4,-1 3,1 7,0 5,1 10,3 14,6 13,6 12,5 10,11 3,13-5,14-10,11-12,5-15,-5-15</inkml:trace>
  <inkml:trace contextRef="#ctx0" brushRef="#br1" timeOffset="118816.171">1114 3615,'1'-4,"1"1,0-1,-1 1,1-1,-1 1,0-1,0 1,0-1,-1 0,1 1,-1-1,0 0,0 1,0-1,-1 0,1 0,-2-2,9 11,0 0,1-1,0 0,-1 0,1-1,0 0,1 0,-1 0,0-1,1-1,-1 0,1 0,0 0,-1-1,1 0,6-2,2 3,200 4,147 12,-67 27,43 24,-196-39,133 24,26 5,45 26,-241-51,-1 6,-3 4,-2 4,-1 5,3 8,69 46,278 154,-120-103,-95-48,27 28,-177-84,-2 4,-3 4,-2 3,-4 4,20 26,50 53,5-7,77 50,-119-110,7 2,-5 5,-3 4,48 57,182 257,-271-330,168 193,153 237,-28 44,-194-335,94 85,-168-197,68 93,32 64,-81-107,-72-101,2-2,3-2,1-1,2-3,44 33,-63-57,0 0,1-2,1-1,1-1,0-1,1-2,1 0,-1-3,2 0,-1-2,19 1,55-5,49 9,14 56,-133-58,-61-5,-18-13,34 3</inkml:trace>
  <inkml:trace contextRef="#ctx0" brushRef="#br1" timeOffset="119123.31">10418 9644,'135'87,"-109"-73,0 1,-1 1,0 1,-2 2,2 1,-22-17,0-1,0 1,0-1,-1 1,1 0,-1 0,1 0,-1 0,0 0,0 1,-1-1,1 0,-1 1,1 0,-1-1,0 1,-1 0,1-1,-1 1,1 0,-1 0,0 0,0 0,-1-1,1 1,-1 0,0 0,0-1,0 1,-1-1,1 1,-1-1,0 1,0-1,0 1,-13 12,-1 0,0-1,-1 0,-1-2,0 0,-1 0,-15 6,19-10,-39 23,41-23</inkml:trace>
  <inkml:trace contextRef="#ctx0" brushRef="#br1" timeOffset="119619.034">11020 9658,'-7'5,"1"0,-1 1,1 1,1-1,-1 1,1 0,0 0,1 0,0 1,0-1,0 1,1 0,0 0,1 1,0-1,0 0,1 1,0-1,0 1,1 0,0 5,-1 7,0 0,2 0,0 0,1 0,1 0,5 16,-6-28,1 0,0 0,0-1,1 1,0-1,0 0,1 0,0 0,0-1,1 0,0 0,1 0,-1 0,1-1,0-1,6 5,-9-8,0 0,0 0,0 0,0-1,1 1,-1-1,1 0,-1 0,1 0,-1-1,1 0,-1 0,1 0,-1 0,1-1,0 1,-1-1,0-1,1 1,-1 0,0-1,0 0,1 0,-1 0,-1-1,1 1,0-1,-1 0,2-1,5-5,-1-1,0 1,-1-2,0 1,0-1,-1 0,-1-1,0 0,3-9,3-14,-2-1,-2 0,-1 0,-2-1,-1 0,-2 0,-2 0,-1-1,-2 1,-2 1,-1-1,-2-3,5 26,1 0,-2 0,0 0,-1 0,0 1,-1 0,-7-11,12 22,0 1,1-1,-2 1,1 0,0-1,0 1,0 0,-1 0,1 0,0 0,-1 0,1 0,-1 0,1 0,-1 0,0 1,1-1,-1 1,0-1,1 1,-1 0,0 0,0 0,1 0,-1 0,0 0,0 0,1 0,-1 1,0-1,1 0,-1 1,0 0,1-1,-1 1,0 1,-52 41,51-40,-18 18,1 1,1 1,1 1,1 1,1 0,-4 11,14-25,1 0,0 1,0-1,1 1,1 1,0-1,1 0,0 1,1-1,0 1,1-1,1 1,0-1,0 1,1-1,2 5,12 26,2-9</inkml:trace>
  <inkml:trace contextRef="#ctx0" brushRef="#br2" timeOffset="131605.935">806 4230,'-31'-1,"0"1,0 2,0 1,0 1,1 2,0 1,0 1,0 2,1 1,0 1,1 2,-22 14,40-25,0 1,1 0,-1 1,1 0,0 1,1 0,-1 0,1 1,0 0,1 0,-1 1,2 0,-1 0,1 0,0 1,1 0,0 1,0-1,1 1,0 0,1-1,0 2,1-1,0 0,0 1,5 4,0 0,0 1,2-1,0-1,0 1,2-1,-1 0,2 0,0-1,1 0,0 0,1-1,0 0,1-1,0 0,1-1,0 0,0-1,6 3,-2 0,1-2,0 1,1-2,0-1,0 0,1-1,-1-1,2-1,-1 0,1-2,-1 0,1-1,0-1,0-1,0-1,0 0,-1-2,1 0,-1-1,1-1,-1-1,-1-1,1 0,-1-2,-1 0,1 0,-1-2,-1 0,0-1,5-6,-7 3,0-1,-2 0,0 0,-1-1,0-1,-1 0,-1 0,-1-1,-1 0,-1-1,0 1,-1-1,-1 0,-1-1,-1 1,-1 0,-1-1,-1-2,1 7,-2 0,0 1,0-1,-2 1,0 0,0 0,-2 0,0 0,0 1,-2 0,1 0,-2 1,0 0,0 1,-1 0,-1 0,0 1,-1 0,0 1,0 1,-1 0,0 0,-11-5,8 8,0-1,0 2,-1 0,1 1,-1 0,0 2,0 0,0 0,0 2,0 0,0 1,0 1,0 1,0 0,0 1,1 1,0 0,0 1,-12 6,0 3,0 0,1 2,1 1,0 1,1 1,1 1,2 1,0 1,1 2,-4 6,-47 81,19-8</inkml:trace>
  <inkml:trace contextRef="#ctx0" brushRef="#br2" timeOffset="134388.935">7945 10981,'-4'18,"1"1,1-1,0 1,1-1,1 1,1-1,1 1,1-1,1 4,-4-17,1-1,-1 1,1-1,0 0,1 1,-1-1,1 0,0 0,0 0,0 0,0 0,1 0,0 0,-1-1,1 1,1-1,-1 0,0 0,1 0,0-1,-1 1,1-1,0 0,0 0,1 0,-1 0,0-1,0 1,1-1,-1-1,1 1,-1 0,1-1,-1 0,1 0,0-1,2 0,5-5,0-2,0 1,-1-2,0 1,-1-2,0 1,-1-1,1-1,-2 0,0 0,0 0,-1-1,0 0,-1-1,-1 0,0 0,0 0,-1 0,0-8,1 8,-1-1,0 0,-1 0,-1 0,0 0,-1 0,0 0,-1 0,-1-1,0 1,-1 0,-1 0,0 0,-1 1,-3-9,5 18,0 1,0-1,0 1,0 0,-1 0,0 0,1 0,-1 0,0 0,0 1,-1-1,1 1,0 0,-1 0,0 0,1 1,-1-1,0 1,0 0,0 0,0 0,0 1,0-1,0 1,0 0,0 0,0 0,0 1,0-1,1 1,-1 0,0 0,0 1,0-1,1 1,-1-1,0 1,1 0,0 1,-3 1,-8 9,-1 1,2 1,0 0,0 1,2 0,0 1,1 0,0 0,2 1,0 1,1 0,1 0,-4 19,-11 37</inkml:trace>
  <inkml:trace contextRef="#ctx0" brushRef="#br2" timeOffset="134853.702">8012 11943,'-4'12,"1"0,0 0,1 0,0 0,1 1,1-1,0 0,0 0,1 1,1-1,1 6,-2-13,1 0,-1 0,1 0,0-1,0 1,0 0,1-1,-1 1,1-1,0 0,0 0,1 0,-1 0,1-1,0 0,0 1,0-1,0-1,1 1,-1 0,1-1,0 0,0 0,-1-1,1 1,0-1,0 0,2 0,0-1,0 0,-1 0,1 0,0-1,0 0,-1 0,1-1,-1 0,1 0,-1 0,0-1,0 0,0 0,0-1,0 0,-1 0,1 0,-1 0,0-1,-1 0,1 0,2-4,2-3,-1 1,-1-1,0 0,-1-1,0 1,0-1,-2-1,1 1,-2-1,2-8,-4 16,0 0,0 0,0 1,-1-1,1 0,-2 0,1 0,-1 0,1 0,-2 0,1 0,-1 0,0 0,0 1,0-1,-1 1,0 0,0-1,0 1,-1 1,1-1,-1 0,0 1,-1 0,1 0,-1 0,0 0,0 1,0 0,0 0,0 0,-1 1,1 0,-1 0,0 0,0 0,0 1,1 0,-1 1,-4-1,0 3,0 0,1 0,-1 1,0 0,1 1,-1 0,1 0,0 1,1 0,-1 1,1 0,0 0,1 1,-1 0,1 0,1 1,-3 2,-34 42</inkml:trace>
  <inkml:trace contextRef="#ctx0" brushRef="#br2" timeOffset="135767.712">7971 13160,'3'-25,"1"0,2 1,0-1,1 1,2 1,0-1,2 1,5-8,-16 30,0 0,0 0,1-1,-1 1,0 0,1 0,-1 0,1 0,-1-1,1 1,0 0,-1 0,1 0,0 0,0 0,0 1,0-1,0 0,0 0,0 0,0 1,0-1,0 1,0-1,0 1,0-1,1 1,-1 0,0-1,0 1,1 0,-1 0,0 0,0 0,1 0,-1 0,0 0,0 0,1 1,-1-1,0 0,0 1,1 0,11 73,-12-51,14 126,5 156,-20-305,1 9,-1 1,0-1,0 1,-1-1,-1 0,1 0,-1 0,-1 0,0 0,0 0,-1 0,-4 7,8-15,-1-1,0 1,1 0,-1 0,0-1,1 1,-1 0,0-1,0 1,0-1,0 1,1-1,-1 1,0-1,0 0,0 1,0-1,0 0,0 0,0 0,0 0,0 1,0-2,0 1,0 0,0 0,0 0,0 0,0-1,0 1,0 0,0-1,0 1,1 0,-1-1,0 0,0 1,0-1,1 1,-1-1,0 0,0 0,1 1,-1-1,1 0,-1 0,1 0,-23-43,22 42,0 0,1-1,-1 1,1 0,-1 0,1 0,0 0,0-1,0 1,0 0,0 0,1 0,-1 0,1-1,-1 1,1 0,0 0,0 0,0 0,0 0,0 0,0 1,0-1,1 0,-1 1,1-1,-1 0,1 1,-1 0,1-1,0 1,0 0,0 0,0 0,0 0,0 0,0 1,0-1,0 0,1 1,34-8,-1 3,1 0,0 3,21 1,-47 1,19-1</inkml:trace>
  <inkml:trace contextRef="#ctx0" brushRef="#br2" timeOffset="140804.585">12637 8896,'0'976,"27"-793,11-2,17 5,9-26,-41-97,19 32,0-1,26 37,-4-28,33 13,-83-97,0-1,2 0,0 0,1-2,0 0,2-1,0-1,0-1,6 2,55 35,97 53,91 28,-135-73,53 51,-59-32,110 100,-135-114,154 106,-29 14,-49-49,-72-27,-71-69,1-1,2-2,40 27,-50-41,-1 2,-2 0,0 2,-1 1,-2 0,8 14,-14-21,1 0,1 0,0-2,2 0,7 4,-1 1,-2 1,0 2,-1 0,-2 1,0 2,55 63,-60-75,0 0,-1 1,0 0,-2 1,0 1,-1 0,-1 1,-1 0,0 1,-2 0,5 18,29 166,-14-127,-14-42,-1 0,-2 1,-2 1,-1 0,-1 6,-5-21,2 36,3 0,2 0,2-1,3 0,4 3,21 79,-33-109,2 0,1 0,1-1,2 0,1-1,6 9,102 159,-96-141,-2 2,-3 0,-3 1,-2 1,4 41,-17-84,-1-11,0 1,0 0,0-1,0 1,1-1,0 0,1 1,-1-1,1 0,0 0,1 0,2 2,9-1,0-9</inkml:trace>
  <inkml:trace contextRef="#ctx0" brushRef="#br2" timeOffset="141818.452">14549 12198,'24'32,"177"123,-200-154,-1 0,1 0,0 0,0 0,0 0,-1 0,1 0,0-1,0 1,0 0,0-1,0 1,0-1,1 1,-1-1,0 1,0-1,0 0,0 1,1-1,-1 0,0 0,0 0,0 0,1 0,-1 0,0-1,0 1,0 0,0 0,1-1,-1 1,0-1,0 1,0-1,0 1,0-1,0 0,0 0,0 1,0-1,-1 0,1 0,0 0,0 0,-1 0,1 0,0 0,-1 0,1 0,-1 0,0-1,1 1,-1-1,11-31,-1 0,-2-1,-1 0,-2-4,-1 13,43-288,-45 280,-2 11</inkml:trace>
  <inkml:trace contextRef="#ctx0" brushRef="#br2" timeOffset="142755.282">13319 12024,'-237'197,"149"-129,-145 120,231-187,1-1,0 0,0 1,0-1,0 0,0 1,0-1,0 0,1 1,-1-1,0 1,0 0,0-1,1 1,-1 0,0-1,0 1,1 0,-1 0,1 0,-1-1,1 1,-1 0,1 0,0 0,-1 0,1 0,0 0,-1 0,1 0,0 0,0 0,0 0,0 0,0 0,0 0,1 0,-1 0,0 0,0 0,8 0</inkml:trace>
  <inkml:trace contextRef="#ctx0" brushRef="#br2" timeOffset="143154.707">12905 11984,'4'36,"3"1,1-1,1-1,2 0,2 0,1-1,2-1,8 13,-16-29,33 67,-6-15,-2 1,-4 2,-2 1,-4 0,-3 6,-19-78,-2-1,1 0,0 1,-1-1,1 1,0-1,0 1,0-1,-1 1,1-1,0 1,0-1,0 1,0-1,0 1,0-1,0 1,0 0,0-1,0 1,0-1,0 1,0-1,1 1,-1-1,0 1,0-1,0 1,1-1,-1 0,0 1,1-1,-1 1,0-1,1 0,-1 1,1-1,-1 0,0 1,1-1,-1 0,1 0,-1 1,1-1,-1 0,1 0,-1 0,1 0,-1 0,1 1,-1-1,1 0,-1 0,1 0,-1-1,1 1,0 0,-1 0,1 0,-1 0,1 0,-1-1,1 1,-1 0,0 0,1-1,-1 1,1 0,-1-1,1 1,8-19,0-3</inkml:trace>
  <inkml:trace contextRef="#ctx0" brushRef="#br2" timeOffset="147434.707">16501 16276,'-35'13,"0"2,1 1,1 1,0 3,1 0,2 2,-14 13,16-14,-207 168,-109 121,328-293,11-12,11-18,-1 3</inkml:trace>
  <inkml:trace contextRef="#ctx0" brushRef="#br2" timeOffset="147869.54">15298 16248,'473'384,"-356"-281,121 92,-225-186,1 0,0-1,0-1,1 0,0-1,0 0,0-2,4 1,-29 2,-2-3</inkml:trace>
  <inkml:trace contextRef="#ctx0" brushRef="#br2" timeOffset="149039.998">14375 16623,'3'315,"-3"-308,0 0,1 1,0-1,0 0,0 0,1 0,0 0,0-1,1 1,0 0,0-1,1 0,0 0,0 0,0 0,0 0,1-1,0 0,0 0,1 0,0-1,-1 0,1 0,1 0,-1-1,0 0,1 0,0 0,3 0,-2-2,0 1,0-1,0-1,0 1,0-1,0-1,0 0,0 0,1 0,-2-1,1-1,0 1,0-1,-1 0,1-1,-1 0,0 0,0 0,-1-1,1 0,-1 0,0-1,-1 0,2-1,2-4,-1 0,0 0,-1 0,0-1,0 0,-2 0,1-1,-2 1,0-1,0 0,-1-1,-1 1,0 0,-1-6,0 1,-2 0,-1 0,0 0,-1 0,-1 1,-1 0,0-1,-1 1,-1 1,0 0,-2 0,0 0,0 1,-2 0,1 1,-2 0,0 1,-1 0,0 1,-1 0,0 1,-3-1,14 10,-1-1,1 1,0 0,-1 0,1 0,-1 1,0-1,1 1,-1 0,0 0,0 0,0 0,0 1,0 0,0 0,0 0,0 0,0 0,0 1,0 0,1 0,-1 0,0 0,0 1,1-1,-1 1,1 0,-3 2,-4 7,0 0,1 1,1 0,0 1,0 0,2 0,-1 1,2 0,0 0,0 0,1 1,1-1,0 8,-8 41,2 1,3 0,3 1,4 33,0-77,1 0,0-1,1 1,2-1,6 20,-10-34,1-1,1 1,-1 0,1-1,0 1,0-1,1 0,-1 0,1 0,0-1,1 1,-1-1,1 0,0 0,0-1,0 1,0-1,0 0,1 0,0-1,-1 0,2 0,-4-1,1 0,0 0,-1-1,1 0,0 0,-1 0,1 0,0-1,-1 1,1-1,0 0,-1 0,1 0,-1-1,0 1,1-1,-1 0,0 0,0 0,0 0,0 0,0-1,-1 1,1-1,-1 0,1 0,-1 0,0 0,0-1,42-102,-23 11,-5-1,-4-1,-1-83,-11 174,1-3,-5-117,3 121,1 1,-1 0,0 0,-1 0,1 0,-1 0,0 0,1 1,-2-1,1 1,0-1,-1 1,0 0,1-1,-1 1,0 1,-1-1,1 0,0 1,-1 0,0 0,1 0,-1 0,0 0,0 1,0 0,-3-1,2 1,1 1,0 0,0 0,-1 0,1 1,0-1,0 1,-1 0,1 0,0 1,0-1,0 1,0 0,1 0,-1 0,0 0,1 1,0-1,-1 1,1 0,0 0,0 0,1 1,-1-1,1 1,-1 0,-48 104,38-57,1 0,3 0,2 0,0 43,3-28</inkml:trace>
  <inkml:trace contextRef="#ctx0" brushRef="#br2" timeOffset="157090.203">12370 9524,'-7'26,"0"1,2-1,1 1,2 0,0 0,2 0,1 0,1 0,1 0,4 15,-3-26,-2-6,0 1,1-1,0 0,1-1,0 1,0-1,1 0,1 0,3 6,-7-14,-1 0,0 0,1 0,-1 0,1 0,-1 0,1 0,-1-1,1 1,-1-1,1 1,0-1,-1 0,1 1,0-1,-1 0,1 0,0 0,0 0,-1-1,1 1,0 0,-1-1,1 1,-1-1,1 0,-1 1,1-1,-1 0,1 0,0 0,42-36,-35 29,-1-1,0-1,-1 0,0 0,-1 0,1-1,-2 1,0-2,0 1,-1 0,-1-1,1 0,-2 0,0 0,0 0,-1 0,-1 0,0 0,-1-1,0 1,0 0,-2 0,1 0,-4-8,4 12,0 1,0 0,0 0,-1 0,0 1,-1-1,1 1,-1 0,0 0,-1 0,0 0,0 1,0-1,0 1,-1 1,0-1,0 1,0 0,0 0,-1 1,1 0,-1 0,0 0,0 1,0 0,0 1,-7-2,11 3,-1 0,1 0,0 1,-1-1,1 0,0 1,0 0,-1 0,1 0,0 0,0 1,0-1,0 1,1 0,-1-1,0 1,1 1,-1-1,1 0,0 0,-1 1,1 0,0-1,1 1,-1 0,0 0,1 1,-8 21,2 2,0-1,2 1,1 0,2 0,0 0,2 0,0 0,5 24,-5-48,1 9,0 0,1-1,0 1,1-1,0 1,1-1,0 0,1 0,0 0,1-1,0 0,1 0,0 0,0-1,1 0,0 0,1-1,0 0,0-1,6 4,-12-9,0-1,0 0,0 0,0 1,0-2,1 1,-1 0,0-1,1 1,-1-1,0 0,1 0,-1 0,0-1,0 1,1-1,-1 0,0 0,0 0,0 0,0 0,0-1,0 1,0-1,0 0,0 0,-1 0,1 0,-1-1,1 0,5-5,0-1,0-1,-1 0,0 0,-1 0,0-1,4-10,-1-5,-2-1,0 0,-2 0,-1-1,-1 1,-1-1,-2 0,-1 0,-3-20,5 43,-1-1,1 0,-1 0,0 0,-1 0,1 0,-1 0,-1 0,1 1,-1-1,0 0,0 1,0-1,-1 1,0 0,0 0,0 0,-1 0,0 0,1 1,-2 0,1 0,0 0,-1 0,0 1,0-1,0 1,0 0,0 1,-1-1,-3 0,3 1,0 1,0 0,0 0,0 0,0 1,0 0,0 0,0 1,0-1,0 1,0 1,0-1,0 1,0 0,1 0,-1 1,1-1,-1 1,1 1,0-1,0 1,0-1,1 2,0-1,-1 0,1 1,-1 2,-3 9,2-1,0 1,1 0,0 1,2-1,0 1,0 0,2 0,0-1,1 1,1 0,2 13,-2 13,-2-34,1 0,0 1,0-1,1 0,0 0,0 0,1 0,1 0,-1 0,2 0,-1-1,1 1,0-1,1 0,0 0,0-1,1 1,-1-1,2 0,-1-1,1 1,0-2,0 1,1-1,6 4,-11-7,1-1,-1 0,0-1,0 1,0 0,1-1,-1 0,0 0,1 0,-1 0,0 0,1-1,-1 0,0 1,0-1,0 0,0-1,0 1,0 0,0-1,0 0,0 1,0-1,-1-1,1 1,-1 0,0 0,1-1,-1 1,0-1,-1 0,1 0,0 0,0-1,7-8,0-1,-1-1,0 0,-1 0,-1 0,0-1,-1 0,-1 0,0 0,-1 0,0-1,-1 1,-1-1,-1 0,0 1,-1-1,-2-12,-2 2,-1 0,0 0,-2 1,-1 0,-2 0,0 1,-1 1,-1-1,-1 2,-16-18,30 38,-1 1,0 0,0 0,0-1,0 1,0 0,0 0,0 0,0 0,0 0,0 1,-1-1,1 0,0 0,-1 1,1-1,-1 1,1-1,0 1,-1 0,1 0,-1-1,1 1,-1 0,1 0,-1 0,1 1,-1-1,1 0,-1 0,1 1,0-1,-1 1,1-1,-1 1,1 0,0 0,0-1,-1 1,1 0,-12 12,0 1,2 0,-1 0,2 1,0 1,0 0,2 0,0 1,1 0,0 0,2 1,0 0,0 1,1-3,1 0,0 0,1 0,1 0,0 0,1 1,1-1,1 0,1 6,3 2</inkml:trace>
  <inkml:trace contextRef="#ctx0" brushRef="#br3" timeOffset="172905.55">8774 10540,'-16'4,"-17"9,-16 14,-16 17,-17 20,-17 22,-15 18,-11 16,-2 4,7 0,24-21</inkml:trace>
  <inkml:trace contextRef="#ctx0" brushRef="#br3" timeOffset="173226.251">8653 11475,'-22'21,"-20"20,-16 19,-13 17,-16 17,-16 15,-13 9,-9 7,16-17</inkml:trace>
  <inkml:trace contextRef="#ctx0" brushRef="#br3" timeOffset="174259.419">7116 10848,'-2'26,"1"0,1 0,1 0,1 0,1 0,2-1,0 1,2-1,0 0,4 3,-11-26,0 0,1 0,-1 0,0 0,1 0,0-1,-1 1,1 0,0 0,0 0,0-1,0 1,0-1,1 1,-1-1,0 1,1-1,-1 0,1 1,-1-1,1 0,0 0,-1 0,1-1,0 1,0 0,-1 0,1-1,0 1,0-1,0 0,0 0,0 1,0-1,0-1,0 1,0 0,0 0,0-1,-1 1,1-1,0 1,0-1,0 0,0 0,10-12,-1 0,-1 0,0-1,-1 0,-1-1,0 0,-1 0,0-1,-1 0,-1-1,2 2,-1 0,0-1,-1 0,-1 0,-1 0,0-1,-1 1,-1-1,0 1,-1-1,-1 1,-1-1,0 1,-1-1,-3-6,5 20,-1 0,1 0,-1 1,1-1,-1 1,0-1,0 1,0 0,0 0,-1 0,1 0,-1 0,1 0,-1 1,0-1,1 1,-1 0,0 0,0 0,0 0,0 0,0 1,0-1,0 1,0 0,0-1,0 2,0-1,0 0,0 1,0-1,0 1,0 0,0 0,0 0,0 0,1 1,-1-1,0 1,1-1,-1 1,-1 1,-10 10,0 0,1 1,1 1,0 0,1 0,0 1,1 1,1-1,1 2,0-1,2 1,-1 0,2 1,-15 56,6-7</inkml:trace>
  <inkml:trace contextRef="#ctx0" brushRef="#br3" timeOffset="174641.332">7170 11997,'11'-21,"9"-15,2-13,3-8,-1 0,-2 4,-3 10,-4 16,-7 19,-8 23,-5 23,-5 15,0 13,2 9,1 3,3 0,1-5,2-14</inkml:trace>
  <inkml:trace contextRef="#ctx0" brushRef="#br3" timeOffset="175170.841">8453 12853,'0'13,"-2"15,-11 12,-11 17,-17 14,-24 15,-22 16,-21 13,-18 8,-10-1,18-22</inkml:trace>
  <inkml:trace contextRef="#ctx0" brushRef="#br3" timeOffset="175622.308">7423 13227,'-5'12,"-1"0,2 0,0 0,0 1,1 0,0-1,1 1,1 0,0 0,1 1,0-1,1 0,1 3,-2-13,1 0,-1 0,1 0,0 0,0 0,0 0,1 0,-1 0,1-1,-1 1,1-1,0 1,0-1,0 1,0-1,1 0,-1 0,0 0,1 0,0-1,-1 1,1-1,0 1,0-1,0 0,0 0,0 0,0-1,0 1,0-1,0 1,0-1,0 0,0 0,0-1,1 1,-1-1,1 1,10-5,1 0,-1-1,0-1,0 0,-1-1,0 0,0-1,-1-1,0 0,0 0,-1-1,-1-1,0 0,-1 0,0-1,-1 0,4-7,-9 15,-1 0,1 0,-1 0,0 0,0 0,0 0,-1-1,0 1,0 0,0-1,-1 1,0-1,0 1,0-1,-1 1,0-1,0 1,0-1,0 1,-1 0,0 0,0 0,-1 0,1 0,-1 0,0 0,0 1,-1 0,1-1,-1 1,0 1,0-1,0 0,-2 0,-1 0,1 0,-1 0,0 1,0 0,-1 0,1 1,-1 0,1 0,-1 1,1 0,-1 0,0 1,0 0,1 0,-1 1,0 0,0 0,1 0,-1 1,1 1,0-1,0 1,-1 1,2-1,-1 1,0 0,-4 4,-9 9,0 1,2 0,0 2,1 0,-9 14,-31 44</inkml:trace>
  <inkml:trace contextRef="#ctx0" brushRef="#br3" timeOffset="177570.576">14362 11583,'0'0</inkml:trace>
  <inkml:trace contextRef="#ctx0" brushRef="#br3" timeOffset="178105.928">14549 11556,'-30'10,"1"1,0 1,1 1,1 2,-24 16,8-6,-413 239,373-225,83-39,-1 0,1 0,-1 0,1 0,-1 0,1 0,-1 0,1 0,0 0,-1-1,1 1,-1 0,1 0,-1-1,1 1,0 0,-1 0,1-1,0 1,-1 0,1-1,0 1,-1 0,1-1,0 1,0-1,-1 1,1-1,0 1,0 0,0-1,0 1,0-1,0 1,-1-1,1 1,0-1,0 1,0-1,1 1,-1-1,0 1,0-1,0 1,0 0,0-1,0 1,1-1,-1 1,0-1,0 1,1 0,-1-1,0 1,1 0,-1-1,0 1,1 0,-1-1,1 1,-1 0,0 0,1-1,0 0,7-15</inkml:trace>
  <inkml:trace contextRef="#ctx0" brushRef="#br3" timeOffset="178360.245">13894 11490,'-5'-12,"-1"-1,3 6,6 14,9 16,8 21,6 20,5 16,2 13,2 8,-4 3,-5-1,-6-5,-8-9,-4-20</inkml:trace>
  <inkml:trace contextRef="#ctx0" brushRef="#br3" timeOffset="184265.21">14295 8548,'-25'107,"15"3,-6-5,24 31,17 22,7 29,-6-48,0 16,6-12,41 35,7 1,-39-66,-15-30,32 104,-11-46,-6 9,22 94,-33-152,81 216,-36-142,3 15,-6-41,-29-52,11 32,43 31,14 11,-52-87,37 39,2-25,-83-74,1-1,1 0,0-1,1-1,9 5,56 41,46 17,-101-57,0 1,-2 1,0 2,5 7,54 44,-59-50,-1 1,-1 1,-2 2,0 0,-2 1,6 11,16 22,78 118,-105-143,-1 1,-3 0,0 0,-3 2,-1-1,1 31,24 240,38 118,-31-242,-18-75,4-2,15 30,-36-125,0-1,1 1,0-1,1 1,0-1,1-1,0 1,1-1,0-1,1 0,0 0,1 0,2 1,-9-10,-1 1,1-1,0 0,0 1,0-1,1-1,-1 1,0 0,0-1,0 0,1 1,-1-1,0 0,0-1,0 1,1-1,-1 1,0-1,0 0,0 0,0 0,0-1,33-15</inkml:trace>
  <inkml:trace contextRef="#ctx0" brushRef="#br3" timeOffset="185859.528">14870 11436,'-82'3,"88"0,0 1,0 0,-1 1,1-1,-1 1,0 0,-1 1,1-1,-1 1,0 0,-1 0,1 1,8 10,-5-6,20 29,1 0,2-2,1-2,2 0,2-3,17 13,-51-45,-1 0,1 0,-1 0,1 0,-1-1,1 1,0 0,-1-1,1 1,0 0,0-1,-1 1,1-1,0 1,0-1,0 1,0-1,-1 0,1 1,0-1,0 0,0 0,0 1,0-1,0 0,0 0,0 0,0 0,0-1,0 1,0 0,0 0,0 0,-1-1,1 1,0 0,0-1,0 1,0-1,0 1,-1-1,1 0,0 1,-1-1,1 0,0 1,-16-95,-12-51,-6-138,31 381,0-76</inkml:trace>
  <inkml:trace contextRef="#ctx0" brushRef="#br3" timeOffset="187676.533">13386 9685,'98'-142,"1"11,-98 131,-1-1,0 1,0-1,0 0,0 0,1 0,-1 1,0-1,1 0,-1 1,0-1,1 0,-1 1,1-1,-1 1,1-1,0 0,-1 1,1-1,-1 1,1 0,0-1,-1 1,1-1,0 1,0 0,-1 0,1-1,0 1,0 0,-1 0,1 0,0 0,0 0,0 0,-1 0,1 0,0 0,0 0,-1 1,1-1,0 0,0 0,-1 1,1-1,0 0,0 1,-19 117,6-33,4 2,4-1,6 53,-2-101,1-34,0-1,-1 0,1 0,-1 0,0 0,0 1,0-1,0 0,-1 0,1 0,-1 0,0 0,0 0,0 0,0 0,0 0,-1 0,1 0,-1 0,0-1,0 1,0-1,0 1,0-1,-1 0,1 0,-1 0,1 0,-1 0,0-1,1 1,-1-1,0 0,0 0,-2 1,-33 2,32-5,26-2,194-22,-214 25,1 0,1 0,-1 0,1 0,-1 0,1 0,-1 0,1-1,-1 1,0 0,1-1,-1 1,0-1,1 0,-1 1,0-1,1 0,-1 0,0 0,0 0,0 0,0 0,0 0,0 0,0 0,0 0,0-1,-1 1,1-1,0-9</inkml:trace>
  <inkml:trace contextRef="#ctx0" brushRef="#br3" timeOffset="189167.873">846 5246,'-131'-130,"117"121,-1 0,0 1,-1 1,0 0,0 1,-1 1,0 0,1 1,-2 1,1 1,0 0,0 2,-1 0,1 0,0 2,0 0,0 1,-15 4,4 0,2 0,-1 1,1 2,0 1,1 1,0 0,1 2,0 2,2 0,-14 12,27-19,0 0,1 1,0 0,1 1,0-1,1 1,0 1,1-1,0 1,1 0,0 0,0 0,0 11,-1 9,2-1,1 1,2-1,0 1,3 0,0 4,2 0,1-1,2 1,2-1,0-1,3 0,1-1,7 11,-15-33,1 0,0-1,1 0,1 0,-1-1,1 0,1 0,-1-1,2-1,-1 1,1-1,0-1,0 0,1-1,0 0,0-1,0 0,0-1,0 0,1-1,7 0,26 3,0-2,1-2,-1-2,0-2,0-2,-1-2,1-1,42-16,-68 19,-1-1,-1 0,1-1,-1-1,-1-1,1-1,-2 0,1-1,-1-1,-1 0,0-1,-1-1,0 0,-1-1,-1-1,0 0,-1 0,-1-1,-1 0,6-15,-9 11,0-1,-2 0,0 0,-2 0,0 0,-1-1,-2 1,0 0,-1-1,-2 1,0 0,-1 1,-6-17,-2 2,-1 1,-2 0,-1 1,-2 0,-1 2,-2 1,-17-20,23 32,0 1,-2 1,0 0,0 1,-2 1,0 1,0 1,-1 1,-20-9,29 16,0 1,0 0,0 0,-1 1,1 1,-1 0,0 0,1 2,-1-1,0 2,0 0,1 0,-1 1,0 1,1 0,0 0,0 2,0-1,-6 4,7-1,0 0,1 1,0 0,0 0,1 1,0 0,1 1,0 0,0 0,1 1,0 0,1 0,0 1,1 0,1 0,0 0,0 0,1 1,0-1,1 1,1 0,0 0,1-1,0 1,1 0,0 0,1-1,1 1,0 0,1-1,0 0,1 3,28 57,4-11</inkml:trace>
  <inkml:trace contextRef="#ctx0" brushRef="#br3" timeOffset="190886.01">899 5607,'6'5,"0"-1,1 0,-1 0,1-1,-1 0,1 0,0 0,0-1,1 0,3 0,-7-1,68 14,0-3,1-4,68-1,-82-4,621 19,20-31,1615-183,-1757 133,-358 39,1028-98,85 52,-971 63,0 16,-1 15,164 41,-258-21,234 80,-390-95,-2 3,-2 4,-2 4,-1 4,-3 4,35 30,82 59,117 91,-289-210,-1 1,-1 1,-1 1,-1 1,-2 1,0 1,-2 1,-1 0,2 8,38 81,50 72,152 226,-194-309,-37-57,2-2,3-1,1-2,10 8,20 14,-13-17,-3 2,-3 2,-1 2,14 29,-13-13,2-2,3-2,9 3,67 88,-103-137,0 1,-2 2,-1 0,-1 1,-1 1,-1 1,5 13,20 67,-34-88,0 1,-2 1,0-1,-2 1,2 19,-1-28,0-15,-6-2,0 0,0 0,-1 1,1-1,-1 1,0-1,0 1,0 0,0 0,0 0,-1 0,1 0,-1 0,0 0,0 1,0 0,-1-1,4 3,-18-15</inkml:trace>
  <inkml:trace contextRef="#ctx0" brushRef="#br3" timeOffset="192785.104">13399 8695,'-33'-19,"-26"-29,58 48,0 0,1-1,-1 1,0 0,1 0,-1 0,0 0,0 1,1-1,-1 0,0 0,1 0,-1 0,1 1,-1-1,0 0,1 1,-1-1,1 1,-1-1,0 0,1 1,-1-1,1 1,0-1,-1 1,1 0,-1-1,1 1,0-1,-1 1,1 0,0-1,0 1,0 0,-1-1,1 1,0 0,0-1,0 1,0 0,0-1,0 1,0 0,1-1,-1 1,0 0,0-1,0 1,1 0,-1-1,0 1,1-1,-1 1,0 0,1-1,-1 1,1-1,-1 1,1-1,-1 1,1-1,-1 0,1 1,-1-1,2 1,13 22,1 1,1-2,1 0,17 15,-26-27,-2-3,77 66,-83-73,0 1,0-1,0 1,0-1,0 1,0-1,0 0,1 1,-1-1,0 0,0 0,0 0,0 0,0 0,1 0,-1 0,0 0,0 0,0-1,0 1,0 0,0-1,0 1,0-1,0 1,0-1,0 0,0 1,0-1,0 0,0 0,0 1,-1-1,1 0,0 0,-1 0,1 0,0 0,-1 0,0 0,1 0,-1 0,1-1,-1 0,8-54,-8 56,0-92,-4 0,-5 0,-7-22,8 68,0 91,5-38,0 0,-1 1,0-1,-1 0,0-1,0 1,0-1,0 0,-1 0,0-1,-1 1,1-1,-1-1,0 1,0-1,0 0,-1-1,1 0,-1 0,0-1,0 0,0 0,0 0,-2-1,-15 7,-100 33,119-36,16-6,33-14,-2-1,1-2,25-17,47-21,-71 47,-60 39,-91 61,91-75,17-16,0 0,0 0,1-1,-1 1,0 0,0 0,1 0,-1 0,0 0,0 0,1 0,-1 0,0 0,0 0,1 0,-1 0,0 0,1 0,-1 0,0 0,0 1,1-1,-1 0,0 0,0 0,1 0,-1 0,0 1,0-1,0 0,1 0,-1 0,0 0,0 1,0-1,0 0,0 0,1 1,-1-1,0 0,0 0,0 1,0-1,0 0,0 1,0-1,0 0,0 0,0 1,0-1,0 0,0 0,0 1,0-1,0 0,0 0,0 1,0-1,-1 0,1 0,0 1,0-1,0 0,0 0,0 1,-1-1,27-5,-25 5,61-18,59-9,-119 27,0 0,0 0,-1 0,1 0,0 0,0 0,-1 0,1 1,0-1,0 1,-1 0,1-1,-1 1,1 0,-1 0,1 0,-1 0,1 0,-1 0,0 0,1 0,-1 1,0-1,0 1,0-1,0 1,0-1,-1 1,1-1,0 1,-1 0,1-1,-1 1,1 0,-1-1,0 1,0 0,0 0,0-1,0 1,0 0,0 0,-1 0,-19 77,5-45,10-23,0-1,1 1,0 0,0 0,1 1,1-1,0 1,0 6,2-17,-1 1,1-1,0 0,0 1,0-1,0 0,0 1,0-1,1 1,-1-1,0 0,1 1,-1-1,1 0,-1 0,1 1,0-1,-1 0,1 0,0 0,0 0,0 0,0 0,0 0,0 0,0 0,0 0,0 0,1-1,-1 1,0 0,0-1,1 1,-1-1,0 0,1 1,-1-1,0 0,1 0,-1 0,1 0,-1 0,0 0,1 0,-1 0,0-1,1 1,-1 0,0-1,1 1,-1-1,0 0,0 1,1-1,-1 0,0 0,0 0,0 0,0 0,0 0,0 0,0 0,-1 0,1 0,0-1,2-17,-2 1,0-1,-1 1,-1-1,-1 1,-1-1,0 1,-1 0,-1 0,-1 1,-2-6,4 12,-15-38,19 49,-1 0,0 0,0 0,0 0,1 1,-1-1,0 0,1 0,-1 1,0-1,1 0,-1 1,0-1,1 1,-1-1,0 0,1 1,-1 0,1-1,-1 1,1-1,-1 1,1 0,0-1,-1 1,1 0,0-1,-1 1,1 0,0 0,0-1,0 1,0 0,0 0,0-1,0 1,0 0,0 0,0-1,0 1,0 0,0 0,1-1,-1 1,0 0,0-1,1 1,-1 2,-11 69,3 1,3 1,4 21,4-81,2-17,3-24,-2-16,-2-1,-2 0,-2 1,-2-1,-1 0,-9-37,-5 13,6 57,4 31,-4 93,5 0,7 77,0-121,-1-53,0-19,0-5,2-16,-1 0,-1 0,0 0,-2 0,-2 0,0 0,-1 1,-1 0,-1 0,-1 0,-1 1,-1 0,-5-5,13 23,0 1,0-1,0 1,-1 0,1 0,-1 0,0 0,0 1,0-1,0 1,-1-1,1 1,0 0,-1 1,0-1,1 0,-1 1,0 0,0 0,0 0,0 1,0-1,0 1,0 0,0 0,0 0,0 0,0 1,0 0,1 0,-1 0,0 0,0 0,0 1,1 0,-1 0,-1 1,-2 6,4 0</inkml:trace>
  <inkml:trace contextRef="#ctx0" brushRef="#br3" timeOffset="206840.265">21367 287,'-3'46,"2"0,2 1,3-1,1 0,2-1,12 40,-14-59,1 0,2-1,0 0,2-1,0 0,2 0,0-1,2-1,1 0,8 9,-21-28,0 0,0 0,1 0,0 0,-1-1,1 1,0-1,0 0,0 0,0 0,1 0,-1 0,1-1,-1 1,1-1,-1 0,1 0,0 0,-1-1,1 1,0-1,0 0,-1 0,1 0,0-1,0 1,-1-1,1 0,0 0,1 0,1-5,0 0,0 0,0 0,-1-1,1 0,-2 0,1 0,-1-1,0 1,-1-1,1 0,-2 0,1-1,-1 1,0 0,0-9,7-40,-2-1,-3 1,-2-1,-3 0,-2 0,-10-52,7 64,6 28,11 25,49 71,-20-30</inkml:trace>
  <inkml:trace contextRef="#ctx0" brushRef="#br3" timeOffset="207718.952">22102 714,'-15'-2,"-2"1,1 1,0 0,0 1,0 1,1 0,-1 1,-5 2,14-3,1 0,-1 1,1-1,0 1,0 1,0-1,0 1,0 0,1 0,0 0,0 1,0 0,0 0,1 0,-1 1,2-1,-1 1,0 0,1 0,-1 3,3-5,0-1,0 1,0 0,0-1,0 1,1 0,0-1,0 1,0 0,0 0,1-1,-1 1,1 0,0-1,0 1,0 0,0-1,1 0,0 1,-1-1,1 0,1 0,-1 0,0 0,1 0,-1 0,1-1,0 1,0-1,1 1,3 2,1 1,1-2,-1 1,1-1,-1 0,1-1,0 0,0-1,1 1,-1-2,6 1,-8-1,0 0,-1 0,1-1,0 0,0 0,0 0,0-1,-1 0,1-1,0 1,-1-1,1-1,-1 1,0-1,0 0,0-1,0 1,0-1,-1 0,1-1,-1 1,0-1,-1 0,1 0,-1-1,0 1,0-1,-1 0,0 0,0 0,0 0,-1-1,0 1,0-1,0 1,0-7,-11-30,9 42,0 0,-1 0,1 0,0 1,-1-1,1 0,-1 0,1 0,-1 1,1-1,-1 0,1 1,-1-1,0 0,1 1,-1-1,0 1,0-1,1 1,-1 0,0-1,0 1,0 0,1-1,-1 1,0 0,0 0,0 0,0 0,0 0,0 0,0 0,1 0,-1 0,0 0,0 0,0 0,0 1,0-1,1 0,-1 1,0-1,0 1,0-1,1 1,-1-1,0 1,-1 2,-1 0,1 1,-1-1,1 1,0-1,0 1,1 0,-1 0,1 0,0 0,0 0,0 0,1 0,-1 0,1 0,0 1,0-1,0 0,1 0,-1 0,1 0,0 0,1 0,-1 0,0 0,1 0,0 0,0-1,0 1,1-1,-1 1,1-1,0 0,0 0,0 0,1 1,4 0,0 0,0 0,0 0,0-1,0 0,1-1,-1 0,1 0,0-1,-1 0,1 0,0-1,0-1,0 1,-1-1,1-1,0 1,-1-2,1 1,-1-1,0 0,0-1,0 0,0 0,-1-1,3-2,3-7,-1 0,0-1,-1 0,-1-1,0 0,-1-1,-1 0,-1 0,0-1,-2 0,0 0,0-1,-2 1,0-1,-1-7,9-40,-4-1,-2 0,-3-1,-3 1,-8-48,7 99,0-1,-2 1,0 0,-1 0,0 0,-6-10,11 25,-1-1,1 0,-1 0,0 0,0 1,0-1,0 0,0 1,0-1,-1 1,1-1,0 1,-1 0,1-1,-1 1,0 0,1 0,-1 0,0 0,0 0,1 1,-1-1,0 0,0 1,0 0,0-1,0 1,0 0,0 0,0 0,0 0,0 0,0 0,0 1,1-1,-1 1,0-1,0 1,0 0,0 0,1 0,-1 0,0 0,1 0,-1 0,1 0,-1 1,1-1,0 1,-1-1,1 1,0 0,-10 12,1 1,1 0,1 0,0 1,1 1,0-1,2 1,0 0,1 0,-2 14,0-4,1 0,1 0,1 0,1 0,2 0,1 1,1-1,1 0,1 0,2 0,0-1,2 0,1 0,1-1,2 0,0 0,1-2,2 1,0-2,1 0,5 4,-14-17,1 0,-1-1,2 0,-1 0,1 0,0-1,1 0,-1-1,1 0,1-1,-1 0,1-1,0 0,0 0,0-1,0 0,1-1,6 0,-13-3,0-1,0 0,0 1,-1-1,1-1,0 1,-1-1,0 0,1 0,-1 0,-1 0,1-1,0 0,-1 0,0 0,1 0,-2 0,1-1,0 1,-1-1,0 1,1-4,-3 7,0 1,0 0,0-1,0 1,0 0,0-1,0 1,0 0,0-1,0 1,0-1,1 1,-1 0,0-1,0 1,0 0,1 0,-1-1,0 1,0 0,1-1,-1 1,0 0,0 0,1-1,-1 1,0 0,1 0,-1 0,0 0,1 0,-1-1,0 1,1 0,-1 0,1 0,-1 0,0 0,1 0,-1 0,0 0,1 0,-1 0,1 0,-1 0,0 1,1-1,-1 0,0 0,1 0,-1 0,0 1,1-1,-1 0,0 0,0 1,1-1,-1 0,13 25,-8-15,-1-4,0-1,0 1,1-1,0-1,0 1,0-1,0 1,1-1,0-1,0 1,0-1,0 0,0-1,1 1,-1-1,1 0,-1-1,1 0,0 0,0 0,2-1,-5 1,1-1,-1 0,0 0,0 0,0-1,0 0,0 1,1-1,-1-1,-1 1,1-1,0 1,0-1,0 0,-1 0,1-1,-1 1,0-1,0 0,0 0,0 0,0 0,0 0,-1 0,0-1,0 1,0-1,0 0,0 0,-1 0,1 0,-1 0,0 0,0 0,-1 0,1-1,-1 0,0 0,0 0,-1 0,1 0,-1 1,0-1,0 0,-1 0,0 1,0-1,0 1,0-1,0 1,-1 0,0 0,0 0,0 0,0 0,-1 1,1-1,-1 1,0 0,0 0,0 1,-1-1,1 1,0 0,-1 0,0 0,1 1,-1 0,0-1,0 2,0-1,0 1,1-1,-1 1,0 1,0-1,0 1,0-1,0 1,0 1,1-1,-1 1,1 0,-1 0,-2 2,3-2,1 1,-1-1,1 1,0 0,0 0,0 1,0-1,1 1,-1-1,1 1,0 0,0 0,0 0,1 0,-1 0,1 0,0 0,0 1,0-1,1 0,0 1,-1-1,2 0,-1 1,0-1,1 0,0 1,0-1,0 0,1 2,13 25</inkml:trace>
  <inkml:trace contextRef="#ctx0" brushRef="#br3" timeOffset="208258.437">23212 981,'-2'-40,"-3"1,-1-1,-1 2,-9-25,3 11,12 51,1-1,0 1,0 0,-1 0,1 0,0-1,0 1,0 0,0 0,0-1,1 1,-1 0,0 0,1-1,-1 1,0 0,1 0,0 0,-1 0,1 0,0 0,-1 0,1 0,0 0,0 0,0 0,0 0,0 0,0 0,0 1,0-1,0 1,0-1,0 0,0 1,1 0,-1-1,0 1,1 0,56-4,-45 5,10-2,1 1,-1 1,0 1,0 1,0 1,-1 1,0 1,20 8,-37-11,0 1,-1-1,0 1,0-1,0 1,0 0,0 1,-1-1,0 0,0 1,0 0,-1 0,1 0,-1 0,0 0,-1 1,1-1,-1 0,0 1,0-1,-1 1,0-1,0 1,0-1,-1 1,1-1,-2 3,2-5,-1 0,1 1,0-1,0 0,0 1,0-1,1 0,0 0,-1 0,1 1,0-1,0 0,1 0,-1 0,0-1,1 1,0 0,0 0,0-1,0 1,0-1,0 0,1 1,-1-1,1 0,0-1,-1 1,1 0,0-1,0 1,0-1,0 0,0 0,2 0,5 2,0-1,0-1,0 0,0 0,0-1,0 0,1-1,-1 0,0 0,0-1,-1-1,1 1,0-2,-1 1,0-1,1-1,-2 0,1 0,0 0,-1-1,0-1,-1 1,1-1,-1-1,-1 1,1-1,-1 0,-1-1,1 1,-1-1,-1 0,0-1,0 1,1-3,-7 27,0-5,0-5,0 1,1-1,-1 1,1 0,0 0,0 0,1-1,0 1,0 0,0 0,1 0,0 0,0 0,0-1,1 1,0 0,0-1,0 1,1-1,0 0,0 0,0 0,1 0,-1-1,1 1,0-1,1 0,-1 0,1 0,-1-1,4 2,16 3</inkml:trace>
  <inkml:trace contextRef="#ctx0" brushRef="#br3" timeOffset="208501.27">23907 461,'-16'-5,"-10"-1,0 4,4 8,8 7,13 8,16 8,15 5,11 2,5 1,-5-5</inkml:trace>
  <inkml:trace contextRef="#ctx0" brushRef="#br3" timeOffset="208872.076">24148 755,'30'-43,"-1"-1,-2-1,-2-1,-2-1,-2-1,-3-1,-1-1,-3 0,-2-1,6-49,-18 93,2-3,0 0,0 0,-2 0,1 0,-1 0,-1 0,0 0,0 0,-1 0,0 0,-1 0,0 1,0-1,-3-4,4 12,1 0,0 1,0-1,-1 1,1-1,-1 1,1 0,-1 0,0 0,1 0,-1 0,0 0,0 0,1 0,-1 1,0-1,0 1,0-1,0 1,0 0,0 0,0 0,0 0,0 0,0 0,0 0,0 1,0-1,0 1,0-1,0 1,1 0,-1 0,0 0,0 0,1 0,-1 0,0 0,0 1,-57 60,45-38,1 0,1 1,1 1,1 0,1 1,2 0,1 0,1 0,1 1,1-1,1 1,2 0,1 0,1 0,2 0,3 15,-3-24,0 0,2 0,0 0,1-1,0 0,2 0,0-1,1 0,1-1,0 0,1-1,1 0,0 0,1-2,1 0,0 0,0-1,1-1,3 0,-13-8,1 0,-1-1,1 0,-1 0,1-1,0 0,-1 0,1 0,0-1,0 0,0 0,0-1,-1 0,1 0,0-1,-1 0,1 0,-1 0,1-1,-1 0,0 0,0 0,0-1,-1 0,1 0,-1-1,0 1,0-1,0-1,4-5,0 0,-1 0,0-1,-1 0,0 0,-1-1,-1 0,0 0,0 0,-1 0,-1-1,-1 0,0 0,0-9,-1 21,-1 0,0 0,1 0,-1 0,0 1,-1-1,1 0,0 0,0 0,-1 0,1 0,-1 1,0-1,1 0,-1 0,0 1,0-1,0 0,0 1,0-1,-1 1,1 0,0-1,-1 1,1 0,-1 0,1 0,-1 0,0 0,1 0,-1 0,0 0,0 1,1-1,-1 1,0-1,0 1,0 0,0 0,0 0,0 0,0 0,1 0,-1 0,0 1,0-1,0 1,-1 0,-2 0,1 1,-1 0,1 0,0 0,-1 1,1-1,0 1,0 0,1 0,-1 1,1-1,-1 1,1 0,0 0,0 0,1 0,-1 0,1 1,0-1,0 1,1-1,-1 1,1 0,0-1,0 1,1 0,-1 0,1 0,0 0,0 0,1 0,-1 0,1-1,1 4,5 1,-1 0,1 0,1 0,0-1,0-1,0 1,1-1,0-1,1 1,-1-1,1-1,0 0,1-1,-1 0,1 0,6 1,62 22</inkml:trace>
  <inkml:trace contextRef="#ctx0" brushRef="#br3" timeOffset="203435.57">16768 393,'-116'540,"97"-479,19-61,0 0,0-1,1 1,-1 0,0-1,0 1,0 0,0 0,0-1,0 1,0 0,0-1,0 1,0 0,0 0,-1-1,1 1,0 0,0 0,0-1,0 1,0 0,0 0,-1-1,1 1,0 0,0 0,0-1,-1 1,1 0,0 0,0 0,-1 0,1-1,0 1,0 0,-1 0,1 0,0 0,-1 0,1 0,0 0,0 0,-1 0,1 0,0 0,-1 0,1 0,0 0,0 0,-1 0,1 0,0 0,-1 0,1 0,0 0,0 1,-1-1,1 0,0 0,0 0,-4-43,2 0,3 0,4-39,-2 51,37-312,-37 323,1 0,1 0,1 1,1 0,1 0,7-13,-12 26,0 1,1 0,0-1,0 1,0 1,0-1,1 1,0-1,0 1,0 1,0-1,0 1,1 0,0 0,0 0,-1 1,1 0,1 0,-1 1,0-1,0 1,1 1,1-1,2 1,-1 1,1 0,0 1,-1 0,1 0,-1 1,0 1,0-1,0 1,0 1,-1-1,1 2,-1-1,-1 1,1 0,-1 1,0 0,0 0,-1 0,0 1,0 0,-1 0,0 0,0 1,-1 0,0 0,-1 0,0 0,0 1,-1-1,0 1,-2-4,0 1,-1 0,1-1,-1 1,-1-1,1 1,-1-1,0 0,0 0,-1 0,0 0,0 0,-1 0,1-1,-1 0,0 1,-1-1,1-1,-1 1,0-1,0 0,0 0,-6 3,-5 3,-1-1,1 0,-2-1,1-1,-1-1,0-1,-15 3,-69 10,101-17,0 1,0-1,0 1,0 0,0 0,0-1,0 1,0 0,0 0,1 0,-1 0,1 0,0 0,-1 0,1 0,0 0,0 0,0 0,1 0,-1 0,0 0,1 0,-1 0,1 0,0-1,0 1,-1 0,1 0,0 0,1-1,-1 1,0-1,2 2,16 32,1-1,2-1,2 0,1-2,11 10,-30-35,-1 1,1-1,1 0,-1 0,1-1,0 0,0 0,0-1,1 0,0 0,0 0,0-1,0 0,0-1,1 0,-1 0,1-1,-1 0,1-1,0 1,-1-2,1 1,-1-1,1 0,-1-1,1 0,-1-1,3-1,-2 1,-1-1,1 0,-1 0,0-1,-1 0,1-1,-1 0,0 0,0 0,-1-1,0 0,0 0,-1 0,1-1,-2 0,1 0,-1-1,0 1,-1-1,0 1,0-1,-1-2,-2 10,0-1,1 0,-1 0,0 0,0 0,-1 0,1 0,0 0,-1 1,1-1,-1 0,1 0,-1 0,0 1,0-1,0 0,0 1,0-1,0 1,0-1,-1 1,1 0,0-1,-1 1,1 0,-1 0,0 0,1 0,-1 0,0 0,1 0,-1 1,0-1,0 1,0-1,0 1,1 0,-1 0,0 0,0 0,0 0,0 0,0 0,0 0,0 1,1-1,-1 1,0 0,0-1,1 1,-1 0,0 0,-1 1,-1 0,0 0,0 0,0 1,0-1,0 1,0 0,1 0,-1 0,1 1,0-1,0 1,0 0,1 0,-1 0,1 0,0 0,0 0,0 1,1-1,-1 1,1-1,0 1,1 0,-1-1,1 1,0 0,0-1,0 1,1 0,-1-1,1 1,0-1,1 1,-1-1,1 1,0-1,0 0,0 0,3 4,7 2,0-1,1 0,0-1,0 0,1-1,0 0,1-1,-1-1,1 0,0-1,0-1,0 0,1-1,-1-1,4 0,143 10,-91-10</inkml:trace>
  <inkml:trace contextRef="#ctx0" brushRef="#br3" timeOffset="204755.819">17784 821,'-10'-6,"-1"0,0 0,0 1,-1 0,0 1,0 1,0 0,0 0,0 1,-10 0,16 1,0 1,0 0,0 0,0 1,0 0,0-1,1 2,-1-1,0 1,1 0,-1 0,1 1,-1-1,1 1,0 0,0 1,0-1,1 1,-1 0,1 0,0 1,0-1,0 1,3-3,-1 0,1 0,-1 0,1 0,0 0,0 0,0 1,0-1,0 0,1 0,-1 1,1-1,-1 0,1 1,0-1,0 1,0-1,0 0,0 1,1-1,-1 0,1 1,-1-1,1 0,0 1,0-1,0 0,0 0,1 0,-1 0,0 0,1 0,-1 0,1-1,0 1,0 0,-1-1,1 0,0 1,0-1,1 0,0 1,12 3,0-1,0-1,0 0,0-1,0-1,1 0,-1-1,0-1,1 0,-1-1,0-1,0 0,0-1,0 0,-1-2,0 1,1-2,44-20,-58 26,1 1,-1 0,0 0,0 0,0 0,1 1,-1-1,0 0,0 0,0 1,0-1,0 1,0-1,0 1,1-1,-1 1,-1-1,1 1,0 0,0 0,0 0,0-1,0 1,-1 0,1 0,0 0,-1 0,1 0,-1 0,1 1,-1-1,1 0,-1 0,0 0,0 0,0 0,1 1,-1-1,0 0,0 0,-1 0,1 0,0 1,0-1,0 0,-1 0,1 0,-1 1,1-2,-5 315,4-273,2-15,-1-1,-1 1,-2 0,0-1,-2 1,-1-1,-3 4,9-27,-1 0,1 0,-1 0,0 0,0-1,-1 1,1 0,0-1,-1 1,1-1,-1 1,0-1,0 0,0 0,0 0,0 0,-1 0,1 0,-1-1,1 1,-1-1,1 1,-1-1,0 0,1 0,-1 0,0-1,0 1,0-1,0 1,0-1,0 0,0 0,0 0,0-1,1 1,-1-1,0 0,0 1,-2-2,0-3,1 0,-1 0,1-1,0 0,0 0,0 0,1 0,0 0,0-1,0 1,1-1,0 0,1 1,-1-1,1 0,1 0,-1-6,0-21,1-1,2 0,1 1,1 0,3 0,0 0,2 1,2 0,1 0,1 1,2 1,1 1,2 0,3-3,-8 11,2 0,1 0,0 2,2 0,0 1,1 1,1 0,1 2,0 0,2 1,-21 14,0-1,0 0,0 1,0-1,0 1,0 0,0 0,1 0,-1 0,1 0,-1 0,0 0,1 1,0 0,-1-1,1 1,-1 0,1 0,-1 0,1 0,-1 1,1-1,-1 1,1 0,-1-1,1 1,-1 0,0 1,1-1,-1 0,0 0,0 1,1 0,-1 5,0-1,0 1,-1 0,1 0,-2 0,1 0,-1 0,0 0,0 0,-1 0,-1 6,1 1,0 3,2 88,-1-102,1 0,-1 1,1-1,0 0,0 0,1 0,-1 0,0 0,1 0,0 0,0 0,0-1,0 1,0-1,1 1,-1-1,1 0,-1 0,1 0,0 0,0 0,0-1,0 1,0-1,0 0,0 0,0 0,3 0,2-1,0 0,-1-1,1 0,0-1,-1 0,1 0,-1 0,0-1,1 0,-1 0,-1-1,1 0,0 0,-1-1,0 0,0 0,0 0,-1-1,0 0,0 0,0 0,-1 0,0-1,0 0,0 0,1-6,9-49,-11 71,0-1,0 1,1-1,0 0,1 0,0 0,0 0,1-1,0 0,0 0,0-1,1 1,0-2,1 1,3 2,-4-3,1 0,0 0,0 0,0-1,0 0,1-1,0 0,-1 0,1-1,0 0,0-1,0 0,1 0,-1-1,0 0,0 0,0-1,0-1,0 1,0-1,0-1,0 0,0 0,-1-1,0 0,0 0,0-1,0 0,-1 0,1-1,-1 0,0-1,8-15,-1 0,-1-1,-1-1,-1 0,-1 0,-1-1,-2 0,0-1,-2 0,0 0,0-21,4-6,-3 1,-1-1,-3 0,-2 0,-3 0,-1 0,-9-34,10 77,1 1,-1 0,-1 0,1 1,-1-1,-1 1,0-1,0 1,-3-2,6 7,0 1,0 0,0 0,0 0,0 1,0-1,-1 0,1 1,-1 0,1-1,-1 1,0 0,1 0,-1 0,0 1,0-1,1 1,-1 0,0-1,0 1,0 0,0 1,1-1,-1 0,0 1,0 0,0 0,1-1,-1 2,0-1,1 0,-1 1,-8 5,1 1,0 0,1 0,0 1,0 0,1 1,0 0,1 0,0 1,1 0,0 0,0 0,1 1,-3 12,-2 2,2 0,1 1,1 0,1 1,1-1,1 1,2 0,1 0,1 0,1-1,6 24,-4-30,0-1,2-1,0 1,2-1,0 0,1 0,0-1,2-1,0 1,1-2,1 1,0-2,1 0,1 0,0-2,8 5,-17-13,0 0,1 0,-1-1,1 0,0-1,1 0,-1 0,0 0,1-1,0 0,-1 0,1-1,0 0,0-1,0 0,0 0,0 0,0-1,-1 0,1-1,0 1,-1-2,1 1,-1-1,1 0,-1-1,0 1,-1-1,1-1,-1 1,3-4,23-22,-31 30,-1-1,1 1,0 0,-1 0,1 0,0 0,-1 0,1 0,0 0,-1 0,1 1,0-1,-1 0,1 0,0 0,-1 1,1-1,-1 0,1 1,0-1,-1 1,1-1,-1 0,1 1,-1-1,1 1,-1 0,0-1,1 1,-1-1,0 1,1-1,-1 1,0 0,0-1,1 1,-1 0,0-1,0 1,0 0,0-1,0 1,0 0,0-1,0 1,0 0,0-1,-1 1,1 0,0-1,0 1,-1 0,1-1,0 1,-1-1,1 1,-1 0,1 4,1-2,-1 1,0-1,1 0,-1 0,1 1,0-1,0 0,0 0,1 0,-1 0,1 0,-1-1,1 1,0 0,0-1,0 1,1-1,-1 0,1 1,-1-1,1-1,-1 1,1 0,0 0,0-1,0 0,0 0,0 1,0-2,1 1,-1 0,0-1,1 1,4 1,0-1,1 1,-1-2,1 1,-1-1,1 0,-1-1,1 0,-1 0,0-1,1 0,-1 0,0-1,0 0,-1-1,1 1,0-2,-1 1,0-1,0 0,0-1,-5 4,-1-2,1 1,0 0,-1 0,1 0,-1-1,0 1,0-1,-1 1,1-1,-1 1,1-1,-1 0,0 1,-1-1,1 1,0-1,-1 1,0-1,0 1,0-1,0 1,-1 0,1-1,-2-1,-56-73,57 75,-1 0,0-1,0 1,0 1,0-1,-1 0,1 1,-1 0,0 0,0 0,1 0,-1 0,0 1,0 0,-1 0,1 0,0 0,0 1,0-1,-1 1,1 0,0 1,0-1,-1 1,1-1,0 1,0 0,0 1,0-1,0 1,0 0,0 0,1 0,-1 0,1 1,-1 0,1-1,0 1,0 0,0 0,1 1,-1 0,0 1,0 0,1 0,-1 0,1 1,1 0,-1-1,1 1,0 0,0-1,1 1,-1 0,1 0,1 0,-1-1,1 1,0 0,0 0,1-1,0 1,0-1,0 1,0-1,1 0,0 0,0 0,0 0,1 0,0-1,0 0,0 0,0 0,1 0,-1 0,1-1,0 0,5 3,23 9</inkml:trace>
  <inkml:trace contextRef="#ctx0" brushRef="#br3" timeOffset="205007.152">19482 273,'-18'-16,"-13"-5,-6 1,-3 4,3 9,5 12,8 13,9 10,11 9,15 5,15 5,3-6</inkml:trace>
  <inkml:trace contextRef="#ctx0" brushRef="#br3" timeOffset="205254.463">19536 875,'4'16,"4"9,3 8,7 3,8-1,12-3,13-6,7-6,1-7,-11-6</inkml:trace>
  <inkml:trace contextRef="#ctx0" brushRef="#br3" timeOffset="205595.553">16675 1450,'503'-20,"-247"6,1670-6,-1920 20,2-5,-8 2,2 0</inkml:trace>
  <inkml:trace contextRef="#ctx0" brushRef="#br3" timeOffset="205998.482">20177 701,'3'102,"-2"-101,-1 1,1 0,-1-1,1 1,0-1,-1 1,1-1,0 1,0-1,0 1,1-1,-1 0,0 0,0 0,1 0,-1 1,0-2,1 1,-1 0,1 0,-1 0,1-1,0 1,-1-1,1 1,0-1,-1 0,1 1,0-1,0 0,-1 0,1 0,0-1,-1 1,1 0,0-1,-1 1,1-1,0 1,3-2,-1 1,1-1,-1 0,1 0,-1 0,0-1,0 0,0 0,0 0,0 0,-1 0,0-1,3-2,-5 3,1 0,-1 0,0 0,0-1,0 1,0 0,0-1,-1 1,1-1,-1 1,0 0,0-1,0 1,-1-1,1 1,-1-1,0 1,0 0,0-1,0 1,0 0,-1 0,0 0,1 0,-1 0,0 0,-1 1,1-1,0 0,-1 1,1 0,-1 0,0 0,0 0,0 0,0 0,0 1,0-1,0 1,-1 0,1 0,0 0,-1 0,1 1,-1 0,1-1,-1 1,1 0,-1 1,1-1,0 1,-1-1,1 1,-1 0,1 0,0 0,0 1,-1 0,-31 44,24-18</inkml:trace>
  <inkml:trace contextRef="#ctx0" brushRef="#br3" timeOffset="206254.789">20324 1102,'1'-1,"1"0,-1 0,1 0,-1 0,1-1,-1 1,0-1,0 1,0-1,0 1,0-1,0 1,0-1,-1 0,1 0,0 1,-1-1,1 0,-1 0,0 0,0 0,0 2,1-2,0-2,1 0,-1 0,0 0,0 0,-1 0,1-1,-1 1,0 0,0 0,0 0,-1 0,1-1,-1 1,0 0,0 0,-1 0,0-2,-1 5,0 1,0-1,1 1,-1 0,0 0,0 0,0 0,1 0,-1 1,0-1,0 1,1 0,-1 0,0 0,1 0,-1 0,1 0,-1 1,1-1,0 1,0 0,-1 0,1-1,1 2,-3 0,2-1,-1-1,1 1,0-1,-1 1,1 0,0 0,0 0,0 0,1 0,-1 1,0-1,1 1,0-1,-1 1,1-1,0 1,0-1,0 1,1 0,-1 0,1-1,0 1,-1 0,1 0,0 0,1 0,-1-1,0 1,1 0,-1 0,1-1,0 1,0 0,0-1,1 1,-1-1,0 1,1-1,0 0,-1 1,1-1,0 0,0 0,2 1,92 24,-39-20</inkml:trace>
  <inkml:trace contextRef="#ctx0" brushRef="#br3" timeOffset="209884.395">25992 527,'-12'-1,"-1"0,1 0,-1 2,0-1,1 1,0 1,-1 1,1-1,0 2,0 0,0 0,1 1,-1 1,1-1,1 2,-1 0,1 0,0 1,0 0,1 1,7-7,-1 0,1 1,0-1,0 1,0 0,0-1,0 1,1 0,-1 0,1 0,0 1,0-1,0 0,0 0,1 1,-1-1,1 0,0 1,-1-1,2 0,-1 1,0-1,1 0,0 1,-1-1,1 0,0 0,1 0,-1 0,1 0,-1 0,1 0,0 0,0 0,0-1,0 1,1-1,-1 0,1 1,0-1,7 3,0-2,-1 1,1-2,0 1,0-1,1-1,-1 0,0 0,1-1,-1 0,0-1,0 0,1-1,-1 0,0 0,0-1,-1-1,1 1,-1-2,1 1,-1-1,-1-1,1 0,7-6,-2 0,0 0,0-1,-1-1,-1 0,0-1,-1 0,0 0,-2-2,0 1,0-1,-2 0,0-1,-1 0,-1 0,0 0,2-16,-1 1,-2-1,-1 0,-2 0,-1 0,-2 0,-5-29,-20-39,26 101,1 0,-1-1,0 1,1 0,-1 0,0 0,0 0,0 0,0 0,0 0,0 0,0 1,0-1,0 0,0 1,0-1,0 0,-1 1,1 0,0-1,0 1,-1 0,1-1,0 1,-1 0,1 0,0 0,0 0,-1 0,1 0,0 1,-1-1,1 0,0 1,0-1,-1 1,1-1,0 1,0-1,0 1,0 0,0 0,0 0,0-1,0 1,0 0,0 0,0 0,0 1,1-1,-1 0,1 0,-1 0,0 0,1 1,0-1,-1 0,1 0,0 1,0-1,0 0,-1 2,-10 25,0 1,1 0,2 1,1-1,2 2,1-1,1 1,1 18,0-17,2 0,1 0,2 0,0 0,3-1,0 1,2-1,1 0,2-1,1 0,10 16,-20-40,1-1,0 1,1-1,-1 0,1 0,0 0,0 0,1-1,-1 1,1-1,0 0,0-1,0 1,1-1,-1 0,1 0,0-1,0 0,0 0,0 0,0-1,0 1,0-2,1 1,-1-1,0 0,1 0,0 0,12-7,-1-1,0 0,-1-1,0-1,0-1,-1 0,0-1,-1-1,-1 0,0-1,-1-1,0 0,-1-1,4-8,-14 22,6-8,0 0,-1-1,0 0,0 0,-1-1,-1 1,0-2,0 1,1-9,-6 21,1 0,-1-1,0 1,0-1,1 1,-1-1,0 1,0-1,0 1,0-1,0 1,0 0,1-1,-1 1,0-1,-1 1,1-1,0 1,0-1,0 1,0-1,0 1,0-1,0 1,-1-1,1 1,0-1,0 1,-1 0,1-1,0 1,-1-1,1 1,0 0,-1-1,1 1,-1 0,1 0,0-1,-1 1,1 0,-1 0,1 0,-1-1,1 1,-1 0,1 0,-1 0,1 0,-1 0,1 0,-1 0,1 0,-1 0,1 0,-1 0,1 1,-1-1,1 0,0 0,-1 0,1 1,-1-1,1 0,-1 0,1 1,0-1,-1 0,1 1,-1-1,-6 7,-1 1,1 0,0 0,0 1,1-1,0 1,1 1,0-1,1 1,0 0,0 0,-2 9,1-4,0-1,1 2,1-1,0 0,1 1,0-1,2 1,-1-1,2 1,0 0,1-1,1 0,0 1,1-1,1 0,0-1,1 1,1-1,1 2,40 51,4-11</inkml:trace>
  <inkml:trace contextRef="#ctx0" brushRef="#br3" timeOffset="210606.873">16808 2038,'0'16,"3"21,2 22,3 22,2 18,3 12,-2 5,-5 2,-8-8,-8-14,-5-19,-2-22,2-23,1-26,3-14</inkml:trace>
  <inkml:trace contextRef="#ctx0" brushRef="#br3" timeOffset="211075.22">16768 2706,'-22'-536,"20"529,2 1,-1 0,1 0,0-1,0 1,0 0,1-1,0 1,0 0,1 0,0 0,0 0,0 0,1 0,0 1,0-1,0 1,1 0,0 0,0 0,0 0,0 1,1-1,0 1,0 0,0 1,2-2,5 2,-1 0,1 1,1 0,-1 1,0 0,0 1,1 0,-1 1,0 0,0 1,0 0,0 1,0 1,-1 0,1 0,-1 1,0 1,0 0,-1 0,1 1,-2 0,1 1,-1 0,1 2,-6-7,-1 0,0 1,0 0,-1-1,1 1,-1 0,0 0,0 1,0-1,0 0,-1 1,0-1,0 1,0-1,0 1,-1-1,0 1,0 0,0-1,0 1,-1-1,0 1,0 0,0-1,0 0,-1 1,0-1,0 0,0 0,0 0,0 0,-1 0,0 0,0-1,-3 3,-1 2,-2 0,1-1,-1 0,0 0,0-1,-1-1,0 0,0 0,0 0,0-2,-1 1,0-1,1-1,-1 0,0 0,0-1,-8 0,18-1,0 0,0 0,0 0,-1 0,1 0,0 0,0 0,0 0,0 0,0 0,0-1,0 1,0 0,0-1,0 1,0-1,0 1,0-1,0 0,0 1,1-1,-1 0,0 1,0-1,1 0,-1 0,0 0,1 0,-1 0,1 0,-1 0,1 0,-1 0,1 0,0 0,0 0,-1 0,1 0,0 0,0 0,0 0,0 0,0 0,1 0,-1-1,0 1,0 0,1 0,-1 0,0 0,1 0,-1 0,1 0,0 1,-1-1,1 0,0 0,-1 0,1 0,0 1,0-1,0 0,-1 1,1-1,0 1,0-1,0 1,0-1,1 1,15-10,1 1,0 1,0 1,1 1,0 0,0 1,9 0,-3-1,39-8,-30 8,0-1,-1-2,0-1,0-2,-1-1,-1-2,19-11,-46 24,0-1,0 1,0-1,-1 0,1 0,-1-1,1 1,-1-1,0 1,0-1,-1 0,1 0,-1 0,0-1,0 1,0 0,0-5,-2 8,0 0,0-1,0 1,-1 0,1-1,0 1,-1 0,1 0,-1-1,1 1,-1 0,0 0,0 0,1 0,-1 0,0 0,0 0,0 0,0 0,0 0,0 0,0 1,-1-1,1 0,0 1,0-1,0 1,-1 0,1-1,0 1,-1 0,1-1,0 1,-1 0,1 0,-1 0,-53 2,46-2,0 1,0 1,0 0,0 0,0 1,1 0,-1 0,1 1,0 0,0 1,0-1,0 2,1-1,0 1,0 0,1 0,-1 1,1 0,1 0,-1 1,-1 3,7-8,-1 1,1-1,0 0,0 0,0 1,1-1,-1 0,1 1,0-1,-1 0,2 0,-1 0,0 0,0 0,1 0,0 0,0 0,0-1,0 1,0-1,0 1,0-1,1 0,-1 0,1 0,0 0,0 0,0-1,0 1,0-1,0 0,0 0,0 0,3 1,25 8,0-1,1-1,0-2,0-1,0-2,29 0,-45-2,88 4</inkml:trace>
  <inkml:trace contextRef="#ctx0" brushRef="#br3" timeOffset="211638.798">18933 1970,'-13'-2,"0"1,0 1,0 0,0 0,0 1,0 1,0 0,0 1,0 0,1 1,-1 0,1 1,0 1,0 0,1 0,-8 7,-32 35,50-46,0-1,0 1,0 0,0-1,0 1,0 0,0 0,1 0,-1 0,1 0,-1 0,1 0,0-1,0 1,-1 0,2 0,-1 0,0 0,0 0,1 0,-1 0,1 0,-1 0,1 0,0 0,0-1,0 1,0 0,0 0,0-1,0 1,0-1,1 1,6 4,0-1,1 0,0 0,-1-1,2 0,-1-1,0 0,1 0,0-1,-1 0,1-1,0 0,0 0,9-1,42-1,0-2,-1-2,0-4,0-2,-1-2,0-3,24-12,23-17,-108 47,1 0,0-1,0 1,-1 0,1 0,1 0,-1 0,0 0,0 0,1 0,-1 0,1 0,0 0,-1 0,1 1,0-1,0 0,0 0,1 0,-1 0,1 0,-1 1,1-1,-1 0,2 1,3 0,1 1,0-1,0 0,0 0,0-1,0 0,1 0,-1 0,1-1,0 0,-1 0,1-1,0 0,-1 0,1 0,0-1,-1 0,1 0,2 1,-1-1,1 0,0-1,-1 1,0-2,1 1,-1-1,0 0,0-1,0 0,-1 0,1-1,-1 0,0 0,-1 0,5-5,-9 8,-1 0,0 1,0-1,0 0,0 0,0 0,0 0,0 0,-1 0,1 0,-1 0,1 0,-1 0,0 0,0 0,0 0,0 0,0-1,0 1,-1 0,1 0,-1 0,1 0,-1 0,0 0,0 0,0 0,0 1,0-1,0 0,0 0,-1 1,1-1,-1 1,1-1,-1 1,1 0,-1-1,-1 1,-77-36,65 34,0 0,1 0,-1 1,0 1,0 1,0 0,0 1,0 1,0 0,0 1,0 0,1 1,0 1,0 0,0 1,-11 7,23-12,1 0,-1 0,1 0,-1 1,1-1,-1 0,1 1,0-1,0 1,0-1,0 1,0 0,0 0,0-1,0 1,1 0,-1 0,1 0,0 0,-1 0,1-1,0 1,0 0,0 0,0 0,0 0,1 0,-1 0,10 21</inkml:trace>
  <inkml:trace contextRef="#ctx0" brushRef="#br3" timeOffset="212369.171">19869 2092,'37'-41,"-2"-2,-2-1,-2-1,-2-1,1-9,-8 17,-3 0,-1-2,-2 0,-2-1,-2 0,4-23,-12-1,-4 63,0 0,0 0,0 0,-1 1,1-1,-1 0,1 0,-1 0,1 0,-1 1,0-1,0 0,0 1,0-1,0 1,-1-1,1 1,0 0,-1-1,1 1,-1 0,1 0,-1 0,0 0,1 0,-1 0,0 0,0 1,1-1,-1 1,-1-1,-2 1,-1 1,1-1,-1 1,1 0,-1 1,1-1,0 1,-1 0,1 1,0-1,0 1,1 0,-1 0,1 0,-1 1,-2 2,-12 10,1 2,1 0,0 1,1 0,2 1,0 1,1 1,0 0,2 0,1 1,1 0,1 1,1 0,1 1,-3 20,8-32,0-1,1 0,0 0,1 0,0 0,1 0,0 0,1 0,0-1,1 1,1-1,-1 0,2 0,0 0,0-1,0 0,2 0,-1 0,1-1,0 0,1-1,0 0,1 0,-1-1,2 0,-1-1,0 0,5 1,2 1,1-1,0-1,0-1,0 0,1-1,0-1,-1-1,1-1,0 0,0-2,0 0,0-1,0 0,-1-2,5-2,-18 5,0 0,-1 0,1-1,-1 1,0-1,1-1,-1 1,0 0,0-1,0 0,-1 0,1 0,-1 0,1-1,-1 1,0-1,-1 0,1 0,0 0,-1 0,0 0,0-1,-1 1,1-1,0-2,31 20,-22-8,1-1,0-1,0 0,0-1,0 0,0 0,0-1,1-1,-1 0,0-1,1 0,-1-1,10-3,-19 4,-1 0,0 0,1-1,-1 1,0-1,0 1,0-1,0 0,0 0,-1 1,1-1,0-1,-1 1,0 0,1 0,-1 0,0-1,0 1,0-1,0 1,-1-1,1 1,-1-1,1 1,-1-1,0 1,0-1,0 0,0 1,-1-1,1 1,-1-1,1 1,-1-1,0 1,0-1,0 1,0 0,-1-1,1 1,-1 0,1 0,-1 0,0 0,0 0,1 1,-1-1,-1 0,1 1,0 0,0-1,0 1,-1 0,0 0,-5-4,-1 0,0 0,0 1,-1 1,1-1,-1 1,0 1,0 0,0 1,0-1,0 2,0 0,0 0,0 0,0 2,0-1,0 1,0 0,1 1,-1 0,1 1,0 0,-2 1,9-4,0 1,-1-1,1 0,0 1,0-1,0 1,1 0,-1-1,0 1,0 0,1 0,0 0,-1 0,1 0,0 1,0-1,0 0,0 0,0 1,1-1,-1 1,1-1,-1 1,1-1,0 1,0-1,0 1,0-1,1 1,-1-1,1 1,-1-1,1 0,0 1,0-1,0 0,0 0,0 1,1-1,-1 0,1 0,-1 0,1-1,0 1,0 0,0-1,-1 1,3 1,100 45,-43-30</inkml:trace>
  <inkml:trace contextRef="#ctx0" brushRef="#br3" timeOffset="213140.317">21167 1957,'-14'-11,"0"1,-1 1,0 0,-1 0,0 2,0 0,-1 1,1 0,-1 2,0 0,-1 0,1 2,-7 0,21 2,0 0,0 1,0-1,0 1,0-1,0 1,1 0,-1 0,0 0,1 1,-1-1,0 1,1-1,-1 1,1 0,0 0,0 0,0 0,0 0,0 1,0-1,1 0,-1 1,1 0,-1-1,1 1,0 0,0 0,0-1,0 1,1 0,-1 0,1 0,0 0,0 0,0 0,0 0,0 0,1 0,-1 0,2 3,-1 0,1 0,0 0,0-1,1 1,-1 0,1-1,0 1,1-1,-1 0,1 0,0-1,1 1,-1-1,1 0,-1 0,1 0,1 0,-1-1,0 0,1 0,1 0,3 2,0-1,0-1,0 1,1-2,-1 1,1-1,0-1,-1 0,1-1,0 0,-1 0,2-1,-3 0,0-1,0 0,0 0,0-1,0 0,-1 0,0-1,1 0,-1-1,-1 0,1 0,-1 0,0-1,0 0,0-1,-1 0,0 0,-1 0,1 0,-1-1,-1 0,1 0,-2 0,1-1,-1 1,0-1,1-7,-7-15,3 30,0 1,0 0,0-1,-1 1,1-1,0 1,0 0,0-1,0 1,0-1,-1 1,1 0,0-1,0 1,-1 0,1-1,0 1,-1 0,1 0,0-1,0 1,-1 0,1 0,-1 0,1-1,0 1,-1 0,1 0,-1 0,1 0,0 0,-1 0,1 0,-1 0,1 0,0 0,-1 0,1 0,-1 0,1 0,0 0,-1 0,1 0,-1 0,1 1,0-1,-1 0,1 0,0 0,-1 1,1-1,0 0,-1 1,1-1,0 0,0 0,-1 1,1-1,0 1,0-1,0 0,-1 1,1-1,0 0,0 1,0-1,0 1,0-1,0 1,-3 3,0 1,1 0,0 0,0 0,0 1,1-1,0 0,0 1,0-1,0 1,1-1,0 1,0-1,1 0,-1 1,1-1,1 1,-1-1,1 0,-1 0,1 0,1 0,-1 0,1 0,0 0,0-1,0 1,1 0,4 0,1 0,-1 0,1-1,-1 0,1-1,0 0,0 0,1-1,-1 0,1-1,-1 0,1 0,-1-1,1 0,-1-1,1 0,-1 0,1-1,-1 0,0-1,0 0,0 0,0-1,-1-1,1 1,-1-1,0 0,-1-1,1 0,-1 0,0-1,0 0,-1 0,0-1,3-5,-4 7,-1-1,0 0,0-1,-1 1,0-1,0 0,-1 1,0-1,0 0,-1 0,0 0,0-1,-1 1,0-3,0 11,1-1,-1 1,0-1,0 1,0-1,0 1,0-1,0 1,0-1,0 1,0-1,0 1,0-1,0 0,0 1,-1-1,1 1,0-1,0 1,0-1,-1 1,1 0,0-1,-1 1,1-1,0 1,-1 0,1-1,-1 1,1 0,0-1,-1 1,1 0,-1-1,1 1,-1 0,1 0,-1 0,1 0,-1-1,1 1,-1 0,1 0,-1 0,1 0,-1 0,0 0,1 0,-1 0,1 1,-1-1,1 0,-1 0,1 0,-1 1,-20 23,17-19,1 0,0 0,1 1,-1-1,1 0,0 1,1 0,-1-1,1 1,0 0,0 0,1 0,0-1,0 1,0 0,1 0,-1 0,2 0,-1-1,0 1,1 0,0-1,1 1,-1-1,1 0,0 0,0 0,1 0,-1-1,1 1,0-1,0 0,1 0,-1 0,1-1,3 3,4-3,1 1,-1-2,1 0,-1-1,1 0,0 0,-1-2,1 1,0-2,-1 0,1 0,-1-1,0 0,0-1,0-1,-1 0,1-1,-1 0,0 0,-1-1,1-1,-1 1,-1-2,0 0,0 0,5-6,-10 10,1-1,-1 0,1 0,-1 0,-1 0,0-1,1 1,-2-1,1 0,-1 0,0 0,-1 0,1 0,-1 0,-1-4,0 9,-1 1,0 0,1 0,-1-1,0 1,0 0,0 0,0 0,0 0,0 0,0 0,-1 0,1 1,0-1,0 0,-1 1,1-1,0 1,-1-1,1 1,-1 0,1-1,0 1,-1 0,1 0,-1 0,1 0,-1 0,1 0,-1 1,1-1,0 0,-1 1,1-1,0 1,-1-1,1 1,0 0,0 0,-1-1,1 1,0 0,0 0,0 0,0 0,0 0,0 1,0-1,1 0,-1 0,0 1,1-1,-1 1,-1 1,-1 1,1-1,0 1,1-1,-1 1,1 0,-1 0,1 0,0 0,0 0,1 0,0 0,-1 0,1 0,0 0,1 0,-1 1,1-1,0 0,0 0,0-1,0 1,1 0,0 0,0 0,0-1,0 1,0-1,1 0,-1 0,1 0,0 0,0 0,0 0,0-1,1 1,-1-1,1 0,-1 0,3 1,17 6,1 0,1-1,-1-1,1-2,0 0,0-2,1-1,21 0,23 1</inkml:trace>
  <inkml:trace contextRef="#ctx0" brushRef="#br3" timeOffset="213516.398">22556 1931,'-124'-71,"117"68,0 1,0-1,0 1,0 0,0 1,0 0,-1 0,1 1,0 0,-1 0,1 0,0 1,0 0,0 1,-1 0,1 0,1 0,-3 1,5-1,1 1,-1-1,1 1,-1 0,1 0,0 0,0 0,0 0,0 1,1-1,-1 1,1 0,0-1,0 1,0 0,1 0,0 1,-1-1,1 0,1 0,-1 1,1-1,-1 0,1 1,0-1,1 0,-1 1,1-1,0 0,0 1,0-1,1 0,-1 0,1 0,0 0,0 0,1-1,-1 1,1-1,-1 1,1-1,0 0,3 2,0 0,2 0,-1-1,0 0,1 0,0-1,0 0,0 0,0 0,0-1,0-1,1 1,-1-2,1 1,-1-1,1 0,-1-1,1 1,-1-2,0 1,1-1,-1-1,0 1,0-2,0 1,-1-1,1 0,-1 0,0-1,0 0,-1 0,1-1,-1 0,0 0,-1 0,1-1,-1 0,0 0,-1 0,0-1,0 1,-1-1,0 0,0 0,-1 0,0 0,1-7,-2 15,-1-1,0 1,1-1,-1 0,0 1,0-1,1 1,-1-1,0 1,0-1,0 0,0 1,0-1,0 0,0 1,0-1,0 1,0-1,0 0,0 1,0-1,0 1,-1-1,1 0,0 1,0-1,-1 1,1-1,0 1,-1-1,1 1,-1-1,1 1,0-1,-1 1,1 0,-1-1,1 1,-1 0,0-1,1 1,-1 0,1 0,-1 0,1-1,-1 1,0 0,1 0,-1 0,0 0,-1 4,1-1,-1 1,1 0,0 0,0 0,0 0,1 0,-1 0,1 0,0 0,0 1,1-1,-1 0,1 0,0 0,0 0,0 0,1-1,-1 1,1 0,0 0,0-1,0 1,0-1,3 2,8 7,1 0,0-1,1-1,0-1,1 0,0-1,0 0,1-2,0 0,0-1,0 0,1-1,0-1,14 0,58 11</inkml:trace>
  <inkml:trace contextRef="#ctx0" brushRef="#br3" timeOffset="-214376.86">26179 1543,'-6'9,"0"1,1-1,0 1,0 0,1 1,0-1,1 1,0 0,1 0,1 0,-1 0,1 0,1 0,0 0,1 0,0 0,1 2,3 13,1-1,1 0,1-1,1 0,1 0,11 18,-21-42,1 0,-1-1,0 1,1 0,-1 0,0-1,0 1,1 0,-1 0,1-1,-1 1,0 0,1 0,-1 0,0 0,1-1,-1 1,1 0,-1 0,0 0,1 0,-1 0,1 0,-1 0,0 0,1 0,-1 1,1-1,-1 0,0 0,1 0,-1 0,0 0,1 1,-1-1,0 0,1 0,-1 1,0-1,1 0,-1 0,0 1,0-1,1 0,-1 1,0-1,0 0,0 1,1-1,-1 1,0-1,0 0,0 1,0-1,0 1,0-1,0 0,0 1,1-39,-27-329,25 331,-1-2,2 0,1-1,7-37,-8 73,0 1,1-1,-1 1,1-1,-1 1,1-1,0 1,0-1,0 1,0 0,0 0,1-1,-1 1,1 0,-1 0,1 0,0 1,0-1,0 0,0 1,0-1,0 1,0 0,1-1,-1 1,0 0,1 0,-1 1,1-1,-1 0,1 1,13-1,-1 0,0 1,1 1,-1 1,0 0,1 1,0 1,7 0,160 43,-140-31</inkml:trace>
  <inkml:trace contextRef="#ctx0" brushRef="#br3" timeOffset="-214183.043">26126 1637,'16'0,"21"0,23 2,18 1,16 0,1-1,-14 0</inkml:trace>
  <inkml:trace contextRef="#ctx0" brushRef="#br3" timeOffset="214551.479">24307 1970,'32'-37,"-2"-1,-1-2,-3 0,-1-2,15-37,-29 55,-2 0,-1 0,0 0,-2-1,-1 0,-1-1,-1 1,-2-1,0 1,-2-1,-2-20,-28-50,30 93,-1 1,1-1,-1 0,0 1,0 0,0-1,0 1,0 0,0 0,0 0,-1 0,1 1,-1-1,1 1,-1-1,0 1,0 0,0 0,1 0,-1 0,0 1,0-1,0 1,0 0,0-1,0 2,0-1,0 0,0 0,0 1,-1 0,-4 3,0 0,0 1,0 0,0 0,1 1,0 0,0 0,1 0,0 1,0 0,0 1,1-1,0 1,1 0,0 0,0 0,0 1,-1 8,-5 8,2-1,1 2,1-1,2 1,0 0,1 0,2 0,1 0,1 0,3 19,-2-27,1 0,1 0,1-1,0 1,2-1,0-1,0 1,2-1,0 0,1-1,0 0,1-1,1 0,0 0,12 8,-18-16,1 0,0 0,0-1,0-1,1 1,-1-1,1 0,1-1,-1 0,0 0,1-1,-1 0,1 0,0-1,-1 0,1-1,0 0,0 0,-1-1,1 0,0 0,-1-1,1 0,-1-1,1 0,-1 0,0-1,0 0,-1 0,1-1,-1 0,4-3,1-3,-1-1,1 0,-2-1,0 0,-1 0,0-1,-1 0,0-1,-1 0,-1 0,-1-1,0 1,1-11,-5-18,-2 43,0 1,1 0,-1 0,0-1,0 1,0 0,0 0,0 0,0 0,0 0,0 0,0 0,1 0,-1 0,0 1,0-1,0 0,0 1,0-1,0 0,1 1,-1-1,0 1,0 0,1-1,-1 1,0-1,1 1,-1 0,1-1,-1 1,1 0,-1 0,1 0,-1-1,1 1,0 0,-1 0,1 0,0 0,0 0,0 0,-1 0,1 0,-2 4,0 1,0-1,0 1,0 0,1-1,0 1,0 0,1 0,-1 0,1 0,1 0,-1 0,1 0,0 0,0 0,1-1,0 1,0 0,0-1,0 1,1-1,0 0,0 0,1 0,-1 0,1-1,0 1,1-1,-1 0,1 0,-1 0,1-1,0 0,0 0,1 0,-1-1,1 1,1-1,2 2,1-1,0 0,1 0,-1-1,0 0,1-1,-1-1,1 1,-1-2,1 1,-1-1,1-1,-1 0,2-1,-6 1,0 0,0 0,-1 0,1-1,0 0,-1 0,0 0,0-1,0 1,0-1,-1-1,1 1,-1-1,0 1,0-1,-1 0,0-1,0 1,0 0,0-1,-1 0,0 0,0 0,0-3,0 5,-1 1,-1-1,1 0,-1 0,1 0,-1 0,0 0,-1-1,1 1,-1 1,1-1,-1 0,0 0,-1 0,1 0,-1 0,-1-2,2 5,1 1,0-1,-1 1,1-1,-1 1,1 0,-1-1,1 1,-1 0,1 0,-1-1,1 1,-1 0,1 0,-1 0,0-1,1 1,-1 0,1 0,-1 0,0 0,1 0,-1 0,1 0,-1 1,1-1,-1 0,1 0,-1 0,0 0,1 1,-1-1,1 0,-1 1,1-1,-1 0,1 1,0-1,-1 1,1-1,-1 0,1 1,0-1,-1 1,1-1,0 1,0-1,-1 1,1 0,0-1,0 1,0-1,0 1,0-1,0 1,0 0,-9 34,9-30,0 1,0 0,1 0,0-1,0 1,0 0,1-1,-1 1,1-1,1 1,-1-1,1 0,0 0,0 0,0-1,1 1,0-1,0 0,0 0,0 0,1 0,-1-1,1 1,0-1,0 0,4 1,2 1,0 0,1-1,-1 0,1-1,0 0,0-1,0-1,0 1,0-2,0 0,0 0,4-2,-8 2,0-2,0 1,-1-1,1 0,-1 0,1-1,-1 0,0-1,0 1,0-1,-1 0,1-1,-1 0,0 0,-1 0,1-1,-1 0,0 0,0 0,-1-1,0 1,0-1,0 0,-1 0,0-1,0 1,-1 0,0-2,3-75,-5 85,0-1,0 1,0 0,0-1,0 1,0-1,0 1,0-1,-1 1,1-1,0 1,0-1,0 1,-1-1,1 1,0-1,-1 1,1-1,0 0,-1 1,1-1,0 0,-1 1,1-1,-1 0,1 1,-1-1,1 0,-1 0,1 1,-1-1,1 0,-1 0,1 0,-1 0,1 0,-1 0,1 0,-1 0,1 0,-1 0,1 0,-1 0,0 0,1 0,-1 0,1-1,-1 1,1 0,-1 0,1-1,0 1,-1 0,1-1,-1 1,1 0,0-1,-1 1,1-1,0 1,-1 0,1-1,0 1,-1-1,1 1,0-1,0 1,0-1,0 1,-5 13,1 0,1 0,1 1,0 0,0-1,1 1,1 0,0 0,1 0,1-1,0 1,2 6,-3-15,0 1,0 0,1 0,0-1,0 1,0 0,1-1,0 0,0 0,0 0,0 0,1 0,0-1,0 1,0-1,1 0,-1 0,1-1,0 1,0-1,0 0,0-1,1 1,-1-1,1 0,0 0,4 0,15-2</inkml:trace>
  <inkml:trace contextRef="#ctx0" brushRef="#br3" timeOffset="-214687.932">25431 1502,'2'14,"13"7,3-1</inkml:trace>
  <inkml:trace contextRef="#ctx0" brushRef="#br3" timeOffset="-213094.42">17143 3468,'7'-45,"2"0,2 0,3 2,4-11,13-39,25-145,-56 234,0 3,0-1,-1 1,1 0,0 0,0 0,0 0,0-1,0 1,0 0,0 0,0 0,0-1,1 1,-1 0,0 0,1 0,-1 0,1 0,-1 0,1 0,0 0,-1 0,1 0,0 0,0 0,0 0,0 0,0 0,0 1,0-1,0 0,0 1,0-1,0 1,0-1,0 1,0 0,1-1,57 85,-18-30,41 70,-81-123,0 0,-1 1,1-1,0 1,-1-1,1 1,-1 0,1-1,-1 1,0-1,0 1,0 0,0-1,0 1,0 0,0-1,0 1,-1-1,1 1,0 0,-1-1,0 1,1-1,-1 1,0-1,0 0,0 1,0-1,0 0,0 1,0-1,0 0,0 0,-1 0,1 0,0 0,-1 0,1-1,-1 1,1 0,-1-1,1 1,-1-1,0 1,1-1,-1 0,1 0,-2 0,-2 2,0-2,0 1,0 0,0-1,0 0,-1-1,1 1,0-1,0 0,0 0,0 0,1-1,-1 1,0-1,0 0,1-1,-1 1,1-1,0 0,0 0,0 0,0-1,1 0,-1 1,1-1,0 0,0 0,-1-2,4 5,0 0,-1 0,1 0,0 0,-1 0,1 0,0 0,0 0,0 0,0 0,0 0,0 0,0 0,1 0,-1 0,0 0,0 0,1 0,-1 0,1 0,-1 0,1 0,-1 1,1-1,-1 0,1 0,0 0,-1 1,1-1,0 0,0 1,0-1,0 1,-1-1,1 1,0-1,0 1,0 0,0-1,0 1,0 0,0 0,0 0,1-1,52-4,-45 5,39-1,-23 3,0-1,0-1,0-1,0-2,0 0,0-2,-1-1,0 0,0-2,-1-1,0-1,0 0,-1-2,5-4,-24 14,0 1,-1-1,1 0,0 0,-1 0,1 0,-1 0,0 0,1-1,-1 1,0-1,-1 1,1-1,0 0,-1 0,1 0,-1 0,0 0,0 0,0 0,-1 0,1 0,-1-1,0 1,0 0,0 0,0-1,0 1,0 0,-1 0,0 0,0 0,0 0,0 0,0 0,0 0,-1 0,0 0,1 0,-1 1,0-1,0 1,-1-1,1 1,0 0,-2-1,-2 0,-1-1,0 2,0-1,0 1,0 0,0 0,0 1,-1 0,1 0,0 1,-1 0,1 0,0 0,-1 1,1 1,0-1,0 1,0 0,0 1,0-1,0 1,1 1,-6 3,10-5,0 0,0 0,0 1,1-1,-1 1,1 0,-1-1,1 1,0 0,0 0,0 0,1 0,-1 0,1 0,-1 0,1 0,0 0,0 0,0 0,1 0,-1 0,1 0,-1 0,1 0,0 0,0-1,1 1,-1 0,0 0,1-1,0 1,-1-1,1 1,0-1,0 0,1 0,-1 0,0 0,1 0,-1-1,1 1,0 0,-1-1,1 0,24 14,0 0,1-2,0-2,1 0,0-2,0-1,1-2,0 0,1-2,16-1,56 8</inkml:trace>
  <inkml:trace contextRef="#ctx0" brushRef="#br3" timeOffset="-211912.583">19174 2853,'-1'2,"0"-2,0 1,0 0,0 0,0 0,0 0,0-1,0 1,0 0,-1-1,1 1,0-1,0 1,-1-1,1 0,0 0,0 1,-1-1,1 0,0 0,-1 0,1 0,0-1,-1 1,1 0,0 0,-1-1,2 1,-57-9,-47 0,99 9,1 0,0 1,0 0,0 0,0 0,0 0,0 1,0 0,0-1,0 1,1 1,-1-1,1 0,-1 1,1 0,0 0,0 0,0 0,1 0,-1 1,1-1,-1 2,0 1,0-1,1 0,0 1,1 0,-1-1,1 1,0 0,0 0,1 0,-1 0,1-1,1 1,-1 0,1 0,0 0,0 0,1-1,0 1,0-1,0 1,1-1,0 0,-1 0,2 0,-1 0,1 0,0-1,0 1,5 5,0-1,0 0,1 0,0-1,0-1,1 0,0 0,1-1,-1 0,1-1,0-1,8 3,-4-4,1-1,-1 0,0-1,1 0,-1-2,0 0,0 0,1-2,-1 0,0-1,-1 0,1-2,-1 0,0 0,0-1,-1-1,0-1,0 0,-1 0,0-2,-1 1,0-2,-1 1,0-2,6-9,2-24,-19 47,1-1,-1 0,-1 1,1-1,0 0,0 1,0-1,0 1,0-1,0 0,0 1,0-1,0 0,-1 1,1-1,0 0,0 0,-1 1,1-1,0 0,0 0,-1 1,1-1,0 0,0 0,-1 0,1 1,0-1,-1 0,1 0,0 0,-1 0,1 0,0 0,-1 0,1 0,-1 1,1-1,0-1,-1 1,1 0,0 0,-1 0,1 0,0 0,-1 0,1 0,0 0,-1-1,1 1,0 0,-1 0,1 0,0-1,0 1,-1 0,1 0,-1 3,-1 1,1-1,0 1,1-1,-1 1,1 0,0 0,-1-1,2 1,-1 0,0-1,1 1,0 0,-1-1,1 1,1 0,-1-1,1 0,-1 1,1-1,0 0,0 0,0 0,1 0,-1 0,1 0,-1-1,1 1,0-1,0 0,0 0,0 0,1 0,-1 0,0-1,1 0,-1 1,1-1,-1 0,1-1,0 1,2-1,-3 1,0 0,0 0,0 0,0-1,0 0,0 1,0-1,0 0,1-1,-1 1,0-1,0 1,0-1,0 0,0 0,0 0,-1 0,1-1,0 1,0-1,-1 0,1 1,-1-1,0 0,1-1,-1 1,0 0,0-1,-1 1,1-1,0 1,-1-1,1 0,-1 0,0 0,0 0,0 0,0 0,-1 0,1 0,-1 0,0-2,-1 1,-1-1,1 1,-1-1,0 1,0 0,-1 0,1 0,-1 0,0 0,0 1,0-1,-1 1,1 0,-1 0,0 0,0 0,0 1,0-1,0 1,0 0,-1 1,1-1,-2 0,-3-1,1 1,-2 0,1 0,0 1,0 0,0 1,-1 0,1 0,0 1,0 0,-5 1,8 0,-1 0,1 0,0 1,0 0,0 0,0 1,1-1,-1 1,1 0,0 1,-3 3,7-7,-1 1,1-1,-1 1,1 0,-1 0,1-1,0 1,0 0,0 0,0 0,1 0,-1 1,0-1,1 0,-1 0,1 0,0 0,0 1,0-1,0 0,0 0,0 1,1-1,-1 0,1 0,0 0,-1 0,1 0,0 0,0 0,0 0,0 0,1 0,-1 0,0-1,1 1,9 6,1-1,-1 0,1-1,0 0,0-1,1 0,0-1,0 0,0-1,0-1,0 0,1-1,-1 0,0-1,1-1,0 0,54 0</inkml:trace>
  <inkml:trace contextRef="#ctx0" brushRef="#br3" timeOffset="-211241.863">19936 2893,'-1'-1,"0"-1,0 1,0 0,0 0,-1 0,1 0,0 0,0 0,-1 0,1 1,0-1,-1 0,1 1,-1-1,1 1,-1 0,1-1,-1 1,0 0,1 0,-1 0,1 0,-1 0,1 0,-1 0,1 1,-1-1,1 1,-1-1,1 1,-1-1,1 1,-1 0,1 0,0-1,0 1,-1 0,1 0,0 0,0 1,0-1,0 0,0 0,0 1,0-1,1 0,-2 9,0 0,1 0,0 0,1 0,0 0,1 0,0 0,0 0,1-1,0 1,1 0,1 1,0 4,49 163,14 63,-66-234,1-1,-1-1,0 1,0 0,0 0,-1 0,0 0,0 0,0-1,-1 1,0 0,0 0,0 0,-1-1,-1 4,2-8,0 0,0-1,0 1,0-1,0 1,0-1,0 0,0 1,0-1,0 0,-1 0,1 0,0 0,0 0,0 0,0 0,0 0,0 0,0-1,-1 1,1 0,0-1,0 1,0-1,0 1,0-1,0 0,1 1,-1-1,0 0,0 1,0-1,0 0,1 0,-1 0,0 0,1 0,-1 0,1 0,-1 0,1 0,0 0,-1 0,1 0,0 0,0-1,-8-17,1 0,0 0,2-1,0 0,2 0,0 0,1-1,1-2,-1 4,-9-120,6 0,8-34,-3 173,-1-1,1 0,0 0,-1 0,1 0,0 0,0 0,-1 0,1 0,0 0,0 0,0 0,0 0,1 0,-1 0,0 0,0 0,1 0,-1 0,0 0,1 0,-1 0,1 0,-1 0,1 0,0 0,-1 1,1-1,0 0,-1 0,1 1,0-1,0 0,0 1,0-1,0 1,0-1,-1 1,1 0,0-1,0 1,0 0,1 0,-1 0,0-1,0 1,0 0,0 0,0 1,0-1,14 9,0 1,-1 1,0 0,0 1,-1 0,8 11,-11-12,-2-3,1-1,-1 1,-1 0,1 0,-1 1,-1 0,1 0,-2 0,1 1,-1 0,-1 0,4 10,-8-18,0 0,0 0,0 0,0 0,0 0,-1-1,1 1,-1 0,1 0,-1 0,0-1,0 1,0 0,1-1,-2 1,1-1,0 1,0-1,0 0,-1 1,1-1,-1 0,1 0,-1 0,1 0,-1 0,0 0,1 0,-1-1,0 1,0 0,1-1,-1 0,0 1,-1-1,-67 2,64-2,1 0,0-1,0 0,0 0,0 0,0-1,0 1,0-1,1 0,-1-1,1 1,-1-1,1 0,0 0,0 0,0-1,0 1,1-1,-1 0,1 0,0 0,0-1,1 1,-1-1,1 1,0-1,-1-5,4 7,0-1,1 1,0-1,0 1,0 0,0 0,0 0,0 0,1 0,0 0,-1 1,1-1,0 1,0-1,1 1,-1 0,0 1,1-1,-1 1,1-1,3 0,-4 0,33-12,1 1,0 2,34-6,-11 3,-46 10,-11 2,0 0,0 1,1 0,-1 0,0 0,1 0,-1 0,0 1,1 0,-1-1,1 1,-1 0,0 1,1-1,-1 1,1-1,-1 1,0 0,0 0,1 0,-1 1,0-1,0 1,0 0,0 0,39 96,-40-92,1-1,-1 1,1 0,0-1,0 0,0 0,1 0,0 0,0 0,0-1,1 0,0 0,-1 0,1 0,1-1,-1 0,0 0,1 0,0 0,-1-1,1 0,0-1,0 1,0-1,0 0,0 0,1-1,-1 0,2 0,14-10</inkml:trace>
  <inkml:trace contextRef="#ctx0" brushRef="#br3" timeOffset="-211074.311">20444 2573,'-13'2,"-5"5,0 7,11 7,15 4,7-1</inkml:trace>
  <inkml:trace contextRef="#ctx0" brushRef="#br3" timeOffset="-209958.218">21019 2933,'-20'-20,"3"1,-1 1,-1 1,0 1,-1 1,-1 0,-18-9,37 22,-1 1,1 0,0 0,0 0,-1 1,1-1,-1 0,1 1,0-1,-1 1,1 0,-1 0,1 0,-1 0,1 0,-1 1,1-1,0 1,-1 0,1-1,-1 1,1 0,0 0,0 1,0-1,0 0,0 1,0-1,0 1,0 0,0-1,1 1,-1 0,1 0,-1 0,1 0,0 1,0-1,0 0,0 1,-2 4,-1 1,2-1,-1 1,1 0,0 0,1 0,0 0,0 0,1 1,0-1,0 0,1 0,0 0,1 0,0 0,1 4,-2-8,1 1,0-1,0 1,0-1,0 0,1 1,0-1,0 0,0-1,0 1,1-1,-1 1,1-1,0 0,0 0,0-1,0 1,1-1,-1 0,1 0,-1 0,1-1,0 1,-1-1,1 0,0-1,4 1,0-1,0-1,-1 1,1-2,0 1,-1-1,1-1,-1 1,0-1,0-1,0 0,0 0,-1 0,1-1,-1 0,-1 0,1-1,-1 0,1 0,-2-1,1 0,-1 0,0 0,0 0,-1-1,0 0,1-3,-15 34,7-15,2 2,-1-1,1 0,1 0,0 0,0 0,0 0,1 0,1 1,1 2,-3-9,1 0,0 0,0 0,0 0,1 0,-1-1,0 1,1-1,0 1,0-1,0 1,0-1,0 0,0 0,1 0,-1 0,1-1,-1 1,1-1,-1 1,1-1,0 0,0 0,0 0,0 0,0 0,0-1,0 0,0 1,0-1,0 0,0 0,1-1,1 0,1 0,-1 0,1-1,-1 0,0 0,0 0,0-1,0 1,0-1,-1 0,1-1,-1 1,1-1,-1 0,-1 0,1 0,0 0,-1-1,3-4,46-99,-27 27,-18 55,1 0,2 1,0 0,12-20,-22 44,1-1,-1 1,1-1,0 1,-1-1,1 1,0 0,0-1,0 1,0 0,0 0,0 0,1 0,-1 0,0 0,0 0,1 0,-1 0,1 0,-1 1,1-1,-1 1,1-1,-1 1,1 0,-1-1,1 1,-1 0,1 0,0 0,-1 0,1 0,-1 1,1-1,-1 0,1 1,0-1,-1 1,0 0,1-1,-1 1,1 0,-1 0,0 0,1 0,-1 0,0 0,0 0,0 0,0 1,0-1,0 0,0 1,0 0,11 17,0 2,-1 0,-1 0,-1 0,-1 1,-1 1,-1-1,-1 1,-1 0,1 14,14 205,-16-162,3-1,11 45,-15-109,1 0,0-1,1 1,1-1,0 0,1 0,1 0,0-1,0 0,2 0,-1-1,2 0,-1-1,11 9,-15-17,-1-1,1 0,-1-1,1 1,0-1,0 0,0 0,-1-1,1 1,0-1,0 0,0 0,0-1,0 1,0-1,0 0,-1-1,1 1,0-1,-1 0,1 0,-1 0,0-1,0 0,0 1,0-1,0-1,0 1,-1-1,0 1,1-1,-1 0,-1 0,1 0,-1 0,1-1,-1 1,-1-1,1 0,0 1,-1-1,0-2,3-10,-2-1,0 0,-1 0,-1 0,-1 0,0 0,-1 0,-1 0,-1 0,0 1,-2-1,0 1,-1 1,0-1,-1 1,-1 0,-1 1,-6-9,-6-7,-1 1,-1 0,-1 2,-2 1,-1 1,-1 1,0 2,-2 1,-1 1,-24-10,29 14,27 17,1 0,-1 0,0 0,1 0,-1 0,1 0,-1 0,1-1,-1 1,1 0,-1 0,1 0,-1 0,0 0,1-1,-1 1,1 0,-1 0,0-1,1 1,-1 0,0-1,1 1,-1 0,0-1,0 1,1-1,-1 1,0 0,0-1,0 1,1-1,-1 1,0-1,0 1,0 0,0-1,0 1,0-1,0 1,0-1,0 1,0-1,0 1,0-1,0 1,-1 0,1-1,0 1,0-1,0 1,-1 0,1-1,0 1,0-1,-1 1,1 0,0-1,-1 1,1 0,0 0,-1-1,1 1,-1 0,1 0,0-1,-1 1,1 0,-1 0,144-22,-113 19,17-2,0 1,1 2,-1 3,39 5,-84-6,1 0,0 0,-1 0,1 0,-1 0,1 1,0 0,-1-1,1 1,-1 0,0 0,1 0,-1 0,0 1,0-1,1 1,-1-1,0 1,0 0,-1 0,1 0,0 0,-1 0,1 0,-1 0,0 0,1 1,-1-1,0 1,0-1,-1 1,1-1,0 1,-1-1,0 1,0 1,-1 6,1-9,-1 1,1-1,0 0,-1 0,1 1,0-1,0 0,0 1,0-1,0 0,0 1,0-1,0 0,0 1,1-1,-1 0,0 0,1 1,-1-1,1 0,0 0,-1 0,1 1,0-1,0 0,-1 0,1 0,0-1,0 1,0 0,0 0,0 0,1-1,-1 1,0 0,0-1,0 1,1-1,-1 0,0 1,1-1,5 1,0 0,-1 0,1-1,0 0,-1 0,1-1,-1 0,1 0,0 0,-1-1,0 0,1 0,-1-1,4-2,-7 4,0 0,-1-1,0 1,1-1,-1 0,0 0,0 0,0 0,0 0,0 0,0 0,-1 0,1-1,-1 1,1-1,-1 1,0-1,0 0,0 1,-1-1,1 0,0 0,-1 0,0 0,0 1,0-1,0 0,0 0,-1 0,1 0,-1 1,1-1,-1 0,0 1,-1-2,0 0,1 1,-2-1,1 0,0 1,-1 0,0-1,1 1,-1 0,-1 1,1-1,0 0,-1 1,1 0,-1 0,0 0,1 0,-1 0,0 1,0 0,0 0,0 0,-1 0,1 1,0-1,0 1,0 0,0 0,-3 1,1-1,-1 1,0 0,1 0,-1 1,1-1,0 1,-1 1,1-1,0 1,0 0,1 1,-1-1,1 1,0 0,0 1,0-1,-4 5,6-6,1 0,-1 1,1-1,-1 0,1 1,0-1,0 1,1 0,-1 0,1 0,0 0,0 0,0 0,1 0,-1 0,1 0,0 0,0 0,0 0,1 0,0 0,-1 0,1 0,1 0,-1 0,0 0,1 0,0-1,0 1,0 0,0-1,1 0,0 0,-1 0,1 0,0 0,0 0,3 1,3 0,-1-1,1 0,1-1,-1 0,0 0,0-1,1 0,-1-1,1 0,-1 0,1-1,-1 0,0-1,0 0,1 0,2-2,29-11</inkml:trace>
  <inkml:trace contextRef="#ctx0" brushRef="#br3" timeOffset="-209678.754">22223 2559,'-121'-26,"116"25,-1 1,0 0,1 0,-1 1,0-1,1 1,-1 1,1-1,-1 1,1 0,0 0,0 0,0 1,0 0,0 0,0 0,1 1,0-1,-1 1,0 2,3-3,-1 0,1 1,0 0,0-1,1 1,-1 0,1 0,0 0,0 0,0 0,0 0,1 0,0 0,0 0,0 0,0 0,0 0,1 0,0 0,0 0,0 0,0 0,1 0,1 2,54 85,152 143,-207-231,0 0,0 0,0 0,0 0,1 0,-1-1,1 1,0-1,0 0,0 0,0 0,0 0,0 0,0-1,0 1,1-1,-1 0,1 0,-1 0,1 0,-1-1,1 0,-1 1,2-1,76-12,-36 3</inkml:trace>
  <inkml:trace contextRef="#ctx0" brushRef="#br3" timeOffset="-208894.873">23412 2680,'19'500,"-1"-191,-29-242,10-67,0 1,0-1,0 1,0-1,0 0,0 1,0-1,0 0,0 0,1 0,-1 1,0-1,-1 0,1 0,0 0,0-1,0 1,1 0,-1 0,0-1,0 1,0 0,0-1,0 1,0-1,0 1,0-1,1 1,-1-1,0 0,0 1,1-1,-1 0,0 0,1 1,-1-1,1 0,-1 0,1 0,-1 0,1 0,0 0,-1 0,1 0,0 0,0 0,0 0,0 0,0 0,0 0,0 0,0 0,-8-26,1-1,2 1,0-1,2 0,2 0,0-20,0 28,-3-174,10-59,-5 242,-2 8,1 1,-1-1,1 1,-1-1,1 1,0-1,0 1,0-1,1 1,-1-1,0 1,1-1,0 1,-1 0,1-1,0 1,0 0,1-1,-1 1,0 0,1 0,-1 0,1 0,0 0,-1 1,1-1,0 0,0 1,0-1,0 1,1 0,-1 0,0 0,0 0,2 0,11 5,0 0,0 1,0 1,-1 0,1 2,-2-1,1 1,-1 1,2 2,-11-8,9 4,-1 1,0 1,0 0,-1 1,0 0,0 1,-1 0,-1 0,0 1,4 7,-12-18,-1 0,1 1,0 0,0-1,-1 1,1-1,-1 1,0-1,1 1,-1 0,0-1,0 1,0 0,0-1,0 1,0 0,-1-1,1 1,-1 0,1-1,-1 1,1-1,-1 1,0-1,0 1,0-1,0 1,0-1,0 0,0 0,0 1,0-1,-1 0,1 0,0 0,-1 0,1-1,-1 1,1 0,-65 15,55-15,0-1,0 0,0 0,0-1,0-1,0 0,1 0,-1-1,1-1,-1 1,-6-5,18 8,-1 0,1 0,-1-1,1 1,-1 0,0 0,1-1,-1 1,1 0,-1 0,0-1,1 1,-1 0,1-1,-1 1,0-1,0 1,1-1,-1 1,0 0,0-1,1 1,-1-1,0 1,0-1,0 1,0-1,0 1,0-1,0 1,0-1,0 1,0-1,0 1,0-1,0 1,0-1,0 1,-1-1,1 1,0-1,0 1,-1 0,1-1,0 1,0-1,-1 1,1 0,0-1,-1 1,1 0,-1-1,1 1,0 0,-1-1,1 1,-1 0,1 0,-1 0,1 0,-1-1,1 1,-1 0,1 0,-1 0,0 0,44-6,88 2,-88 5,0-2,-1-2,0-2,0-1,11-5,-49 11,0-1,-1 1,1-1,-1 0,1 0,-1-1,1 1,-1-1,0 1,1-1,-1 0,0 0,0-1,0 1,-1-1,1 1,-1-1,1 0,-1 0,0 0,0 0,0 0,0 0,-1-1,0 1,1-1,-1 1,0-1,0 1,-1-1,1 0,-1 1,0-1,0 0,0 0,0 1,-1-1,0 0,1 1,-1-1,-1 1,1-1,0 1,-1-1,0 2,1-1,-1 1,0 0,0 0,0-1,-1 2,1-1,0 0,-1 0,1 1,-1-1,1 1,-1 0,0 0,0 0,0 0,1 0,-1 0,0 1,0 0,0-1,0 1,0 0,0 1,0-1,0 0,0 1,0 0,0-1,1 1,-1 0,0 1,0-1,1 0,-1 1,1-1,-1 1,1 0,0 0,0 0,0 0,0 0,0 1,0-1,0 0,1 1,-1 0,0 2,-1 2,0 0,1 0,0 1,1-1,0 1,0-1,0 1,1-1,0 1,0-1,1 1,0-1,0 1,1-1,0 1,0-1,1 0,0 0,0 0,1 0,0-1,0 0,0 1,1-1,0-1,0 1,1-1,-1 0,1 0,0 0,0-1,1 0,-1 0,1-1,0 0,0 0,3 0,13 7,1-2,1 0,-1-2,1-1,1 0,-1-2,0-1,9-2,36 0</inkml:trace>
  <inkml:trace contextRef="#ctx0" brushRef="#br3" timeOffset="-208105.526">17611 3829,'0'18,"0"13,2 8,1 4,2 0,0-4,2-5,-1-10</inkml:trace>
  <inkml:trace contextRef="#ctx0" brushRef="#br3" timeOffset="-207476.663">17476 3615,'25'-7,"0"0,0 2,1 1,0 1,-1 1,1 1,0 1,0 2,0 0,-1 2,1 0,-1 2,0 1,-1 1,13 6,-27-9,-1 0,1 1,-1 0,0 0,0 1,-1 0,0 0,0 1,-1 0,0 1,0-1,-1 1,0 1,0-1,-1 1,-1 0,0 0,0 0,-1 1,0-1,-1 1,0 0,0 0,-1 0,-1 0,0 0,-1 6,-9 39,10-56,0 1,1 0,-1-1,1 1,-1-1,1 1,-1-1,1 1,0-1,-1 1,1-1,-1 1,1-1,0 0,0 0,-1 1,1-1,0 0,-1 0,1 0,0 1,0-1,-1 0,1 0,0 0,0 0,0-1,-1 1,1 0,0 0,-1 0,1-1,0 1,0 0,-1 0,1-1,0 1,-1-1,1 1,-1-1,1 1,-1-1,1 1,-1-1,1 1,-1-1,1 0,-1 1,0-1,1 0,-1 1,0-1,1 0,-1 0,0 0,2-1,169-156,-170 157,-1 0,0 0,1 0,-1 0,1 0,-1 0,1 0,0 0,-1 0,1 1,0-1,0 0,-1 0,1 1,0-1,0 1,0-1,0 0,0 1,0 0,0-1,0 1,0-1,0 1,0 0,0 0,0 0,0 0,0 0,1 0,-1 0,0 0,0 0,0 0,0 1,0-1,0 0,0 1,0-1,0 1,0-1,0 1,0-1,0 1,-1 0,1-1,0 1,0 0,0 0,8 93,-8-89,-1 0,1 1,1-1,-1 0,1 0,-1 1,1-1,1 0,-1-1,1 1,0 0,0-1,0 0,1 1,-1-1,1-1,0 1,0 0,1-1,-1 0,1 0,0 0,-1-1,1 0,0 1,0-2,1 1,-1-1,0 1,0-1,1-1,-1 1,1-1,-1 0,3 0,8-4,-1 1,0-2,0 0,0-1,0-1,-1 0,0-1,-1 0,0-1,0 0,-1-2,0 1,0-1,-1-1,-1 0,0 0,-1-1,0-1,-1 1,0-1,-2-1,1 1,-2-1,0 0,0 0,1-16,0 13,-2-1,0 0,-1 0,-1 0,0 0,-2 0,0 0,-1 0,-1 0,-1 0,-1 0,0 0,-2 1,0 0,-1 0,0 0,-2 1,0 0,-4-5,12 20,-1 0,1 0,-1 0,1 0,-1 0,1 0,-1 0,0 1,0-1,0 1,0-1,0 1,0 0,0 0,-1 0,1 0,0 0,-1 0,1 1,-1-1,1 1,0-1,-1 1,1 0,-1 0,1 0,-1 1,1-1,-1 0,1 1,-1 0,1-1,0 1,-1 0,1 0,0 0,-1 1,-1 3,0 0,1 0,0 1,0-1,0 1,1-1,0 1,0 0,0 0,1 0,0 0,0 0,0 2,-1 28,1-1,2 1,1 0,2-1,2 0,1 0,1 0,2-1,2 0,1-1,1 0,2-1,19 29,-25-43,-6-10,0 0,1 0,-1-1,1 1,1-1,0 0,0-1,0 1,1-1,5 4,2-5</inkml:trace>
  <inkml:trace contextRef="#ctx0" brushRef="#br3" timeOffset="-207109.605">18493 3535,'363'135,"-205"-56,-147-72,0 1,-1 0,1 0,-2 1,1 0,-1 1,-1-1,0 2,0-1,-1 1,0 1,1 4,-6-13,0 0,-1-1,0 1,1 0,-1 0,0 0,-1 1,1-1,0 0,-1 0,0 0,0 1,0-1,0 0,0 0,-1 0,1 0,-1 1,0-1,0 0,0 0,0 0,-1 0,1-1,-1 1,0 0,0 0,0-1,0 1,0-1,0 0,-1 0,1 0,-1 0,1 0,-1 0,0-1,0 1,0-1,0 0,0 0,0 1,-2-4,0 1,1-1,-1 1,1-1,-1 0,1-1,0 1,0-1,0 0,0 0,1 0,-1 0,1-1,0 1,0-1,0 0,0 0,1 0,-1 0,1-1,0 1,0-1,0-2,-9-16,1-1,2 0,0 0,1-1,2 0,0 0,2 0,0-12,3 35,-1 0,1 0,1 0,-1 0,0 1,0-1,1 0,-1 0,1 0,-1 0,1 0,0 1,0-1,0 0,0 1,0-1,0 1,0-1,1 1,-1-1,0 1,1 0,-1 0,1 0,0 0,-1 0,1 0,0 0,-1 0,1 0,0 1,1-1,64-3,-65 4,190 32,-130-15</inkml:trace>
  <inkml:trace contextRef="#ctx0" brushRef="#br3" timeOffset="-206860.114">19482 4030,'9'-9,"10"-6,8-4,0 1</inkml:trace>
  <inkml:trace contextRef="#ctx0" brushRef="#br3" timeOffset="-206261.184">20845 3895,'-9'-7,"0"0,-1 1,0 0,0 1,0 0,-1 0,1 1,-1 0,-1 1,1 0,0 1,0 0,-1 1,1 1,-1-1,0 2,1-1,-1 2,1 0,0 0,0 1,-1 0,2 1,-1 0,0 1,1 0,-6 4,-30 49,45-56,0 0,0 0,0 0,1 0,-1 0,1 0,-1 0,1 0,0 0,0 0,0 0,0 0,0 0,0 0,0 0,1 0,-1-1,1 1,-1 0,1 0,0 0,0 0,0 0,0-1,0 1,0 0,0-1,1 1,-1-1,1 0,-1 1,1-1,-1 0,1 0,1 1,5 0,0 0,1 0,-1-1,1 0,-1 0,1-1,-1 0,1 0,-1-1,1 0,-1-1,1 0,-1 0,0-1,0 0,0-1,-1 1,1-1,-1-1,5-2,2-2,1-1,-1 0,0-1,-1 0,0-1,-1 0,0-1,-1-1,-1 0,0 0,-1-1,0 0,-1 0,-1-1,-1 0,0-1,-1 1,-1-1,0 0,-1-1,-1 1,-1 0,0-1,-1 1,-1 0,-1-1,0 1,-2-2,2 12,0 0,-1 0,0 0,0 1,0-1,-1 1,0 0,0 0,-1 0,0 1,0-1,-3-1,6 4,-1 2,1-1,-1 0,1 0,-1 1,0 0,0-1,0 1,0 0,0 0,0 1,0-1,0 1,0-1,0 1,0 0,0 0,0 0,0 1,-1-1,1 1,0 0,0-1,1 1,-1 1,0-1,0 0,0 1,1-1,-2 2,-3 4,1 0,-1 0,1 0,0 1,1 0,0 1,0-1,1 1,0 0,1 0,0 0,0 0,1 0,0 1,1-1,0 1,0 0,1-1,0 1,1 0,0-1,0 1,1-1,1 1,-1-1,2 2,1 6,1-1,1 1,1-1,0-1,1 0,0 0,1 0,1-1,0-1,1 0,1-1,0 0,0 0,1-2,1 0,-1 0,2-1,-1-1,1-1,0 0,1-1,0-1,0 0,0-2,0 0,1 0,-1-2,1 0,1-1,-11-1,0-1,0 0,-1 0,1-1,0 0,-1 0,0-1,0 0,0 0,0-1,-1 0,1 0,-1 0,0-1,-1 0,0 0,0 0,0-1,0 0,-1 0,0 0,-1 0,0 0,0-1,0 0,-1 0,0 1,-1-1,1 0,-2-1,1 1,-1 0,0 0,-1 0,0 0,0 0,-1 0,0 0,-1-2,1 5,0 0,-1 0,0 0,0 0,0 1,0 0,-1-1,0 1,0 1,0-1,0 0,0 1,-1 0,0 0,1 0,-1 1,0 0,0 0,-1 0,1 0,0 1,-1 0,1 0,-1 0,1 1,-1 0,1 0,-1 0,1 0,0 1,-1 0,1 0,-1 1,1 0,0 0,0 0,-5 3,8-3,0 1,0 0,0 0,1 0,-1 0,1 1,0-1,-1 0,1 1,1-1,-1 1,0-1,1 1,0-1,0 1,0-1,0 1,0-1,1 1,0-1,0 1,0-1,0 0,0 1,0-1,1 0,0 0,0 0,0 0,0 0,0 0,0-1,1 1,-1-1,1 1,0-1,0 0,-1 0,1 0,3 0,22 16,2-2,0-1,1-1,1-2,0-1,0-2,1-1,0-1,0-2,1-1,1-2,90 13</inkml:trace>
  <inkml:trace contextRef="#ctx0" brushRef="#br3" timeOffset="-204935.835">22957 3722,'-12'-5,"-1"0,0 1,0 1,0 0,-1 1,1 0,-1 1,1 1,-1 0,1 1,-1 0,-5 2,12-1,-1-1,1 1,0 1,0-1,0 1,1 0,-1 1,0 0,1 0,0 0,0 0,1 1,-1 0,1 1,0-1,0 1,1 0,-1 0,1 0,1 1,-1-1,-2 8,5-11,-1 1,1 0,0 0,0-1,0 1,1 0,-1 0,1 0,0 0,0 0,0 0,0 0,1 0,0 0,0 0,0-1,0 1,1 0,-1 0,1-1,0 1,0-1,0 0,0 1,1-1,-1 0,1 0,0-1,0 1,0-1,0 1,0-1,1 0,-1 0,1 0,-1-1,1 1,0-1,0 0,0 0,-1 0,1 0,0-1,4 0,0 0,1 0,0-1,-1-1,1 1,-1-1,0-1,1 0,-1 0,0 0,-1-1,1 0,-1-1,0 0,0 0,0 0,0-1,-1 0,3-3,2-4,-1 0,0 0,-1-1,0 0,-1 0,0-1,-1 0,-1-1,1-4,0-3,-2 0,0 0,-1 0,-1-1,-1 1,-1-1,-2 0,0 1,-1-1,-2 1,0 0,-1 0,-3-3,-31-34,37 59,1 0,-1 0,1 0,-1 0,0 0,1 0,-1 0,0 0,0 1,1-1,-1 1,0-1,0 1,0 0,0 0,0 0,0 0,1 0,-1 0,0 0,0 1,0-1,0 1,0-1,1 1,-1 0,0-1,0 1,1 0,-1 0,1 0,-1 1,1-1,-1 0,1 1,-7 8,2 0,-1 1,1-1,1 1,0 0,1 1,0-1,0 1,2 0,-1 0,1 0,1 0,0 0,1 1,0-1,1 0,2 9,0 0,0-1,2 0,0 0,1 0,1-1,1 0,1 0,1-1,0 0,1 0,1-1,1-1,0 0,1-1,1 0,0-1,1-1,0 0,1-1,1-1,0-1,0-1,1 0,0-1,0-1,1-1,0 0,0-2,1 0,-1-2,1 0,0-1,-1-1,1-1,0-1,-1-1,1 0,5-3,-11 2,0-1,-1 0,0-1,0 0,-1-1,0-1,0 0,0-1,-1 0,-1-1,0 0,0-1,-1 0,0-1,-1 0,0-1,4-8,-11 19,-1-1,0 1,0-1,0 1,0-1,0 0,-1 1,1-1,-1 0,0 1,1-1,-1 0,0 1,-1-1,1 0,0 1,-1-1,0 0,0 1,1-1,-1 1,-1-1,1 1,0-1,-1 1,1 0,-1 0,0 0,1 0,-1 0,0 0,0 0,0 0,-1 1,1-1,0 1,-1 0,1-1,-1 1,1 0,-1 1,0-1,-10-2,-1 0,0 2,0-1,1 2,-1 0,0 0,0 2,0-1,1 2,-1 0,1 0,0 1,0 1,0 0,1 1,-1 1,1 0,-1 1,11-7,0 0,-1 1,1-1,0 0,0 1,0 0,0-1,0 1,0 0,1 0,-1 0,1 0,-1 1,1-1,0 0,0 0,0 1,0-1,0 1,0-1,1 1,-1-1,1 1,0 0,0-1,0 1,0-1,0 1,0 0,1-1,-1 1,1-1,0 1,0-1,0 1,0-1,0 0,0 0,2 2,6 2,0 0,1-1,0 0,0 0,0-1,0-1,1 0,0 0,-1-1,1 0,0-1,0 0,0-1,0 0,8-1,-3 1,0-1,-1 0,1-1,0-1,-1-1,0 0,1 0,-2-2,1 0,-1 0,0-2,0 0,10-7,-23 14,1 0,0 0,-1-1,0 1,1 0,-1-1,0 1,1-1,-1 1,0-1,0 1,0-1,0 0,-1 1,1-1,0 0,-1 0,1 0,-1 0,0 1,0-1,1 0,-1-1,-17 28,16-22,1 1,0-1,0 1,0-1,1 1,-1-1,1 1,0-1,0 0,0 1,0-1,1 0,-1 1,1-1,0 0,0 0,0-1,0 1,1 0,-1-1,1 1,-1-1,1 0,0 0,0 0,0 0,2 1,4 2,0-1,1 0,-1 0,1-1,0 0,0-1,0 0,0 0,2-1,3-1,0 0,1-2,-1 1,0-2,0 0,-1-1,1 0,-1-1,1-1,-2-1,1 1,-1-2,0 0,0-1,-1 0,0-1,-1 0,0-1,-1 0,0 0,0-1,-1-1,-1 0,0 0,-1 0,-1-1,4-9,3-13,-2-1,-1 0,-2 0,-1-1,-2 0,-2 0,-1-1,-3 1,-2-23,3 51,-1 1,1 0,-2-1,1 1,-1 0,-1 0,1 0,-2 0,1 0,-1 0,0 1,-1 0,0 0,0 0,-7-6,11 13,-1-1,0 1,1 0,-1 0,0 0,0 0,0 1,0-1,0 0,0 1,0 0,0-1,0 1,0 0,0 0,0 0,0 0,0 0,0 0,0 1,0-1,0 1,0 0,0-1,0 1,0 0,0 0,1 0,-1 0,0 0,1 1,-1-1,1 0,-1 1,1-1,0 1,-1 0,1 0,-42 72,37-56,1 1,1 1,0-1,2 0,0 1,1 0,1-1,1 1,1-1,0 1,1-1,2 1,0-1,1-1,0 1,2-1,0 0,1-1,5 7,0 0,2-1,1-1,0 0,2-1,0 0,1-2,1-1,1 0,1-2,0 0,1-2,1 0,10 3,-27-13,-1 0,1-1,0 0,0 0,0-1,0 0,1 0,-1-1,1 0,-1 0,0-1,1-1,-1 1,1-1,-1 0,0-1,1 0,-1 0,0-1,0 0,-1-1,1 1,-1-2,1 1,-1-1,0 0,0-1,2-4,0-1,0 0,-2 0,1-1,-1 0,-1 0,0 0,-1-1,0 0,-1 0,-1-1,0 1,0-1,-1-9,-3-6,1 29,0-1,0 1,0-1,0 1,0-1,0 1,0 0,0-1,0 1,0-1,-1 1,1-1,0 1,0 0,0-1,-1 1,1 0,0-1,0 1,-1 0,1-1,0 1,-1 0,1-1,0 1,-1 0,1 0,0-1,-1 1,1 0,-1 0,1 0,0 0,-1-1,1 1,-1 0,1 0,-1 0,1 0,0 0,-1 0,1 0,-1 0,1 0,-1 0,1 1,0-1,-1 0,1 0,-1 0,1 0,0 1,-1-1,1 0,0 0,-1 1,1-1,-1 0,-2 5,0-1,0 1,0 0,0 0,1 0,-1 0,1 0,1 1,-1-1,1 0,0 1,0 0,0-1,1 5,-1 0,0 0,1 0,0 1,0-1,1 0,1 0,0 1,0-1,1-1,0 1,1 0,0-1,0 1,1-1,0 0,1-1,0 1,1-1,-1 0,1-1,1 0,-1 0,1 0,1-1,-1 0,1-1,0 0,0 0,1-1,-1 0,5 0,-9-2,0 0,0-1,0 0,0 0,0 0,0-1,1 0,-1 0,0 0,0 0,0-1,0 0,1 0,-1-1,0 1,0-1,-1 0,1 0,0-1,-1 1,1-1,-1 0,18-19</inkml:trace>
  <inkml:trace contextRef="#ctx0" brushRef="#br3" timeOffset="-204692.337">23880 3427,'23'-6,"34"-3,40-2,40-1,28 1,11 0,-6 3,-32 2</inkml:trace>
  <inkml:trace contextRef="#ctx0" brushRef="#br4" timeOffset="-190260.197">14723 9671,'-1'-1,"0"0,1 0,-1 1,1-1,-1 0,0 1,0-1,1 1,-1-1,0 1,0-1,0 1,0-1,1 1,-1 0,0-1,0 1,0 0,0 0,0 0,0 0,0 0,0 0,0 0,0 0,0 0,0 0,0 0,1 1,-1-1,0 0,0 1,0-1,0 1,0-1,1 1,-1-1,0 1,-3 4,0 1,1-1,0 0,0 1,1 0,0 0,0 0,0 0,0 0,1 0,0 0,1 0,-1 0,1 3,-1 0,1 0,0 0,0 0,1 0,0 0,1 0,0 0,0-1,1 1,0 0,1-1,0 0,0 0,0 0,1-1,0 1,1-1,0 0,0-1,0 1,1-1,0-1,1 2,-6-6,0 0,0 0,1 0,-1-1,0 1,0-1,1 1,-1-1,0 0,0 1,1-1,-1-1,0 1,1 0,-1 0,0-1,0 1,1-1,-1 0,0 0,0 0,0 0,0 0,0 0,0 0,0-1,0 1,-1-1,1 1,0-1,-1 0,1 0,-1 0,1-1,35-75,-32 55,0 0,-1 0,-2 0,0 0,-1-1,-1 1,-2-1,0 1,-2 0,0 0,-1 0,-2 0,-3-5,-39-50,47 75,-1 1,1 0,0 0,-1 0,0 0,0 0,1 1,-1-1,0 1,0 0,0 0,0 0,-1 0,1 0,0 1,0-1,-1 1,1 0,0 0,0 0,-1 0,1 1,0-1,0 1,0 0,-3 1,-6 4,1 0,1 1,-1 1,1-1,0 2,1-1,0 1,0 1,1 0,0 0,1 0,0 1,0 0,2 1,-5 10,8-17,0 0,0 0,1 1,0-1,0 0,0 1,0-1,1 1,0-1,0 1,1-1,0 1,0-1,0 1,0-1,1 0,0 0,0 1,0-1,1-1,0 1,0 0,0-1,0 1,1-1,-1 0,1 0,0 0,1-1,-1 1,0-1,1 0,88 37,-46-28</inkml:trace>
  <inkml:trace contextRef="#ctx0" brushRef="#br4" timeOffset="-189657.236">15832 9524,'-5'15,"1"1,1 0,0-1,1 1,0 0,1 0,1 0,1 1,0-1,3 7,-3-15,1-1,0 1,0-1,1 1,0-1,0 0,1 0,0 0,0-1,0 1,1-1,0 0,0 0,1-1,0 0,0 0,0 0,0 0,1-1,-1 0,1-1,2 1,1-1,1 0,-1-1,1 0,-1-1,1 0,0-1,0 0,-1-1,1 0,-1-1,1 0,-1 0,1-1,-1-1,0 0,0 0,-1-1,1 0,-1 0,0-1,-1-1,1 1,-1-1,0-1,-1 1,0-1,0-1,-1 1,0-1,0 0,-1-1,0 1,-1-1,0 0,-1 0,0-1,1-5,-3 8,0 0,-1 0,0-1,0 1,-1 0,0 0,0 0,-1 0,0 0,0 0,-1 0,0 0,-1 1,1-1,-2 1,1 0,-1 1,0-1,0 1,-1 0,1 0,-1 0,-1 1,1 0,-1 0,0 0,0 1,-4-1,1-1,0 1,0 1,-1-1,1 2,-1-1,0 2,0-1,0 1,-1 1,1 0,0 1,-1 0,1 1,0 0,-1 0,1 2,0-1,0 1,1 1,-6 2,9-3,1 1,0 0,0 0,0 0,0 1,1-1,0 1,0 1,0-1,1 1,0 0,0 0,-2 4,-4 12</inkml:trace>
  <inkml:trace contextRef="#ctx0" brushRef="#br4" timeOffset="-188372.706">565 6035,'-35'18,"1"2,1 2,1 1,1 1,1 2,1 0,1 3,-13 18,25-26,2 1,0 1,2 0,1 0,0 1,2 0,1 1,0 0,0 12,-6 45,3 1,2 23,9-99,-18 582,20-482,4 0,5 1,-5-72,0 0,2 0,2-1,2 0,0-1,3 0,13 23,-17-39,1-1,0-1,1 0,1 0,0-2,1 0,1 0,0-2,0 1,1-2,1-1,0 0,1-1,0-1,0-1,0 0,1-2,0 0,0-1,15 1,-1-1,1-1,-1-2,1-2,0-1,-1-2,0-1,0-2,0-1,-1-1,0-2,0-2,-1-1,-1-1,-1-2,0-1,-1-1,5-5,0-3,-1-1,-1-2,-2-1,-1-1,-1-1,-2-2,-1-1,-2 0,-2-2,-1-1,-2 0,-1-1,-3-1,4-18,-7 11,-2 0,-3-1,-1 1,-2-1,-3 0,-2 0,-2 0,-2 1,-2 0,-2 0,-2 1,-3 0,-1 1,-3 1,-1 0,-2 2,-8-9,4 7,-3 2,-1 1,-3 1,-1 2,-1 1,-2 2,-2 1,-2 2,0 2,-2 2,-35-17,62 36,-1 2,0 0,0 1,-1 1,0 0,0 1,-1 1,1 1,-1 1,0 0,0 2,0 0,1 1,-1 0,0 2,1 0,-1 2,1 0,-9 4,9 0,1 1,0 1,0 1,1 0,1 2,0-1,1 2,0 0,2 0,-1 1,2 1,0 0,1 1,-3 8,-11 27,2 0,2 2,3 0,-2 21,-18 94</inkml:trace>
  <inkml:trace contextRef="#ctx0" brushRef="#br4" timeOffset="-186176.285">17249 9685,'97'-162,"35"-37,-99 165,-30 70,-38 227,31-204,2-7,-2-1,-2-1,-2 1,-3-1,-2 0,-13 31,25-78,0 1,-1 1,1-1,-1 0,0 0,0 0,-1 0,1-1,-1 1,1-1,-1 1,-1-1,1 0,0 0,-1 0,1 0,-3 0,3-4,1 0,-1 0,0 0,1 0,0 0,-1-1,1 1,0-1,0 0,-1 0,1 0,1 0,-1 0,0 0,0 0,1-1,-1 1,1-1,0 1,0-1,0 1,0-1,0 0,1 1,-1-1,0-3,1 5,0-1,1 0,-1 0,0 0,0 1,1-1,-1 0,1 1,0-1,-1 0,1 1,0-1,0 1,0-1,0 1,0-1,0 1,1 0,-1 0,0-1,1 1,-1 0,1 0,-1 0,1 1,-1-1,1 0,0 0,-1 1,1-1,0 1,0 0,-1-1,1 1,0 0,0 0,-1 0,1 0,0 0,0 1,-1-1,1 1,0-1,0 1,-1-1,2 1,6-1,432 3,-349-3</inkml:trace>
  <inkml:trace contextRef="#ctx0" brushRef="#br4" timeOffset="-185577.604">19228 9565,'-12'0,"0"1,1 0,0 1,-1 1,1 0,0 0,0 1,0 0,1 1,0 0,0 1,0 0,0 1,1 0,0 0,1 1,-1 0,2 1,-1-1,1 2,0-1,1 1,0 0,1 0,0 0,0 1,1 0,1 0,0 0,0 0,1 1,1-1,-1 1,3-5,-1 0,1-1,0 1,0-1,1 1,0-1,0 1,0-1,1 0,0 0,0 0,1-1,-1 1,1-1,1 0,-1 0,1 0,0 0,0-1,0 0,0 0,1 0,-1-1,1 1,0-1,0-1,5 2,2 1,0-1,0-1,1 0,-1 0,1-1,-1-1,1-1,0 0,-1 0,1-2,-1 1,1-2,3-1,-8 2,1-2,-1 1,0-1,0-1,0 1,-1-1,1-1,-1 0,-1 0,1-1,-1 0,0 0,0 0,-1-1,0 0,-1 0,1-1,-2 0,1 0,-1 0,0 0,-1 0,0-1,-1 0,0 1,0-1,-1 0,-1 0,1 0,-2-6,0 3,0 0,-1 1,-1-1,0 0,0 1,-2 0,1 0,-2 0,1 0,-1 1,-1 0,0 0,-1 1,0 0,-1 0,0 1,0 0,-1 0,0 1,0 1,-1 0,0 0,0 1,-1 0,0 1,0 0,0 1,0 0,-1 1,1 1,-12-1,17 3,0 0,0 1,0 0,0 0,0 1,0 0,0 0,1 1,-1 0,1 0,0 0,0 1,0 0,0 0,1 0,-1 1,1 0,0 0,1 0,-1 1,1-1,0 1,1 0,-1 0,1 1,0-1,1 1,-1 0,1-1,1 1,-1 0,1 0,0 0,1 4,0 1,1 0,1 0,0 0,0 0,1 0,1-1,0 1,0-1,1 0,1 0,-1-1,2 1,0-1,0-1,1 1,0-1,0 0,1-1,0 0,57 48</inkml:trace>
  <inkml:trace contextRef="#ctx0" brushRef="#br4" timeOffset="-185239.516">20043 9511,'-10'13,"1"0,1 0,0 1,1 0,0 0,1 1,1 0,0 0,1 1,1-1,0 1,1 0,1 1,1-11,1 0,-1-1,1 1,0 0,1 0,-1-1,1 1,0-1,1 1,-1-1,1 0,0 0,0 0,1 0,-1-1,1 1,0-1,0 0,1 0,-1 0,1-1,0 0,0 0,0 0,0 0,1-1,-1 0,1 0,-1 0,1-1,0 1,0-2,9 4,0-2,0 0,1-1,-1 0,0-1,0-1,1 0,-1-1,0-1,0-1,-1 0,1 0,-1-2,0 0,0 0,0-1,-1-1,0 0,-1-1,0-1,0 0,-1 0,0-1,0-1,-7 6,-1 1,1-1,-1 0,-1 0,1 0,-1 0,0 0,0-1,-1 1,0-1,0 1,-1-1,1 1,-2-1,1 0,-1 1,1-1,-2 1,1-1,-1 1,0 0,0 0,-1 0,0 0,0 0,0 0,-1 1,1-1,-1 1,-1 0,1 0,-1 1,-3-3,-5-3,-2 0,1 1,-1 0,-1 1,0 1,0 0,0 2,-1-1,0 2,0 0,0 2,0-1,0 2,-1 0,1 2,0-1,-1 2,1 0,0 2,0 0,0 0,1 1,0 2,0-1,0 2,1 0,0 1,0 0,-4 5,-53 47,13 1</inkml:trace>
  <inkml:trace contextRef="#ctx0" brushRef="#br0" timeOffset="-162428.668">8400 6115,'284'-8,"611"-3,15-24,-681 35,713-14,496-25,-1315 39,568 13,-96-1,-331-10,322 11,444-27,118 15,-465 12,2064-13,-1974 33,-619-23,633 9,-370-14,-301-19,17 14,-119 3,-11 0</inkml:trace>
  <inkml:trace contextRef="#ctx0" brushRef="#br0" timeOffset="-161957.309">24028 5820,'2'7,"3"7,1 8,1 9,0 8,1 7,-1 5,-2 2,-1 0,-2-5,-1-9,0-8,-1-12,-1-14,1-7</inkml:trace>
  <inkml:trace contextRef="#ctx0" brushRef="#br0" timeOffset="-161704.99">23867 6022,'-2'-3,"1"0,8 1,9-1,12 2,7 0,7 0,5 1,5 0,-1-2,-2-2,-2-1,-3-2,-8-1</inkml:trace>
  <inkml:trace contextRef="#ctx0" brushRef="#br0" timeOffset="-161489.736">24588 5727,'16'3,"15"0,10 0,11-1,4-1,3 0,-3 0,-7-1,-13 0</inkml:trace>
  <inkml:trace contextRef="#ctx0" brushRef="#br0" timeOffset="-161018.2">24588 5700,'1'223,"-1"-221,0 0,0 0,0 0,1 0,-1-1,1 1,-1 0,1 0,-1-1,1 1,0 0,0-1,0 1,0 0,0-1,0 1,0-1,1 0,-1 1,0-1,1 0,-1 0,1 0,-1 0,1 0,0 0,-1-1,1 1,0 0,0-1,-1 1,1-1,0 0,0 1,0-1,0 0,0 0,-1 0,1-1,0 1,0 0,1-1,68-15,-61 13,1-1,-1 2,1-1,-1 1,1 1,0 0,-1 0,1 1,0 1,0 0,-1 0,1 1,3 1,-11-1,1-1,-1 1,1 0,-1 0,0 1,0-1,0 1,0 0,0-1,0 1,-1 0,1 1,-1-1,0 0,0 1,0-1,-1 1,1 0,-1-1,0 1,0 0,0 0,-1 0,1 0,-1 0,0 0,0 3,0 0,-1 0,1-1,-1 1,-1-1,1 1,-1-1,0 0,-1 0,1 0,-1 0,-1 0,1 0,-1-1,0 1,0-1,-3 2,-7 4,-1-1,0-1,-1 0,0-1,0 0,-1-2,0 0,0 0,0-2,-1 0,1-1,-1-1,0-1,-17-1,12-5,34-11,9 4</inkml:trace>
  <inkml:trace contextRef="#ctx0" brushRef="#br0" timeOffset="-160672.13">25069 5794,'0'7,"0"0,0 0,0 0,1 0,0 0,0 0,1 0,0 0,0 0,1-1,-1 1,1-1,1 0,-1 1,1-2,3 5,-3-3,22 36,2-2,2-1,1-1,2-1,1-2,3-2,7 4,-43-37,0 2,1-1,0 0,-1 0,1 0,0 0,0 0,0-1,1 1,-1-1,0 1,1-1,-1 0,0 1,1-2,-1 1,1 0,0 0,-1-1,1 1,0-1,-1 0,1 0,0 0,0 0,-1 0,1-1,0 1,-1-1,1 1,-1-1,1 0,-1 0,1-1,-1 1,1-1,1-5,0 0,-1-1,0 1,-1-1,1 0,-2 0,1 0,-1 0,0 0,0 0,-1-4,0 1,5-59,3-45,5 1,14-49,-15 114</inkml:trace>
  <inkml:trace contextRef="#ctx0" brushRef="#br0" timeOffset="-150402.07">13987 8481,'0'-61,"0"-154,23-170,-8 181,-8-1,-10-10,1 13,2 139,-1-10,3 0,3 1,7-26,21-111,-22 149,-2-1,-2 0,-3-35,7-20,-11 115,0 0,0 0,1 1,-1-1,0 0,0 1,0-1,0 0,0 0,0 0,0 1,0-1,0 0,0 0,0 1,-1-1,1 0,0 1,0-1,-1 0,1 0,0 1,-1-1,1 1,-1-1,1 0,-1 1,1-1,-1 1,0-1,1 1,-1-1,1 1,-1 0,0-1,1 1,-1 0,0 0,0-1,1 1,-1 0,0 0,0 0,1 0,-1 0,0 0,0 0,1 0,-1 0,0 0,0 0,1 1,-1-1,0 0,0 0,1 1,-1-1,0 0,1 1,-1-1,1 1,-1-1,0 1,1-1,-1 1,1 0,0-1,-1 1,1-1,-1 1,-4 5,1 0,-1 0,1 0,0 0,1 1,0 0,0 0,0 0,1 0,0 0,0 0,1 0,-1 6,2-11,1-1,-1 0,1 0,-1 0,1 1,-1-1,1 0,0 0,-1 0,1 0,0 0,0 0,0 0,0 0,0 0,0-1,0 1,0 0,0 0,0-1,1 1,-1-1,0 1,0-1,0 0,1 1,-1-1,0 0,1 0,-1 0,0 0,1 0,-1 0,0 0,0-1,1 1,46-11,-45 10,0 0,-1 0,0-1,1 1,-1-1,0 1,1-1,-1 0,0 0,0 0,-1 0,1 0,0-1,-1 1,1-1,-1 1,0-1,0 1,0-1,0 1,0-1,-1 0,1 0,-1 1,1-1,-1 0,0 0,0 0,-1 0,1 1,0-1,-1 0,0 0,0 1,0-1,0 1,0-1,0 0,0 1,-1 0,0-1,1 1,-2-2,-4-2,1 0,-1 1,0-1,-1 1,1 0,-1 1,0 0,0 0,0 1,-1 0,1 0,-1 1,0 0,1 1,-1 0,0 0,0 1,0 0,0 0,0 1,1 0,-4 2,8-2,1 0,-1 1,1-1,0 1,0 0,0 0,0 0,0 1,0-1,0 1,1-1,-1 1,1 0,0 0,0 0,0 0,0 1,0-1,1 0,-1 1,1-1,0 1,0 0,1-1,-1 1,1 0,-1-1,1 1,0 0,1 0,-1 4,0-1,1 1,1 0,-1-1,1 1,0-1,1 0,-1 0,2 0,-1 0,1 0,0-1,0 1,3 1,-2-2,0 0,1-1,-1 0,1 0,1 0,-1-1,0 0,1 0,0 0,0-1,0 0,1-1,-1 0,1 0,-1 0,1-1,-1 0,1 0,0-1,0 0,-1-1,1 1,0-1,-1-1,1 0,-1 0,1 0,-1-1,0 0,0 0,0-1,-1 0,1 0,-1-1,0 1,0-2,0 1,-1 0,0-1,0 0,0 0,-1-1,0 1,0-1,-1 0,0 0,0 0,1-4,-3 4,0-1,0 1,-1-1,0 0,0 1,-1-1,0 0,0 1,-1-1,1 1,-2 0,1 0,-1-1,-1 2,1-1,-1 0,0 1,0-1,-1 1,0 0,0 1,0-1,-1 1,0 0,0 1,0-1,-1 1,1 0,-1 1,0-1,0 1,0 1,0-1,-1 1,1 1,-1-1,-1 1,4 2,-1 0,0 0,0 0,1 1,-1 0,1 0,-1 0,1 1,0 0,0 0,0 0,1 0,-1 1,1 0,-1 0,1 0,1 1,-1-1,0 1,1 0,0 0,-1 3,-3 5,0 0,2 0,0 1,0 0,1 0,1 0,0 0,0 10,3-18,-1 1,1-1,0 0,0 1,1-1,0 0,0 0,1 1,-1-1,1 0,1 0,-1-1,1 1,0 0,0-1,1 0,-1 0,1 0,0 0,1 0,-1-1,1 0,0 0,0 0,0 0,1-1,-1 0,1 0,0 0,0-1,0 0,0 0,0-1,0 1,1 0,0 0,1 0,-1-1,0 0,1 0,-1-1,0 0,1 0,-1-1,0 0,1 0,-1 0,0-1,0 0,0-1,0 0,0 0,-1 0,1-1,-1 1,0-2,0 1,0-1,-1 0,1 0,-1 0,-1-1,1 0,-1 0,0 0,0 0,0-1,0-3,-1-2,0 0,-1 0,-1-1,0 1,-1 0,0-1,-1 1,0 0,-1 0,0-1,-1 1,-1 1,0-1,-5-10,7 15,-1 2,0-1,0 0,0 0,-1 1,0 0,0 0,0 0,-1 0,0 0,0 1,0 0,0 0,0 1,-1-1,0 1,0 0,0 1,0-1,0 1,0 0,-1 1,1 0,-1 0,1 0,-1 1,1-1,-5 2,4 0,-1 1,1 0,0 0,0 1,0 0,0 0,1 0,-1 1,1 0,0 0,0 1,0 0,1 0,-1 0,1 1,0-1,1 1,0 1,-4 5,6-8,-1 0,1 1,0-1,0 1,0-1,0 1,1-1,0 1,0 0,0 0,1 0,0 0,0 0,0-1,0 1,1 0,0 0,0 0,0 0,0-1,1 1,0-1,0 1,0-1,0 1,1-1,0 0,0 0,0-1,2 3,28 19,2-8</inkml:trace>
  <inkml:trace contextRef="#ctx0" brushRef="#br0" timeOffset="-147626.114">18051 8054,'-1'-1,"0"0,0-1,0 1,0 0,0 0,0-1,0 1,1-1,-1 1,0-1,1 1,-1-1,1 1,0-1,-1 1,1-1,0 1,0-1,0 0,0 1,0-1,0 1,1-1,-1 2,17-170,-9-56,-15-125,0 19,8-339,27 473,-5 65,-21 60,-15 97,8-9,-16 73,21-86,0 1,0 0,0-1,0 1,0-1,0 1,1 0,-1-1,1 1,0-1,0 1,0-1,0 0,0 1,0-1,1 0,-1 0,1 0,0 0,-1 0,1 0,0 0,0-1,0 1,0 0,1-1,-1 0,0 0,0 0,1 0,1 1,-2-3,1 1,0-1,-1 0,1 0,0 0,-1-1,1 1,-1 0,0-1,1 0,-1 1,0-1,0 0,0 0,0 0,0-1,-1 1,1 0,0-1,-1 1,0-1,0 1,0-1,0 1,0-1,0 0,-1 0,1 1,-1-1,0-2,2 1,-1 0,1 0,-1 0,0 0,0 0,-1 0,1 0,-1 0,0 0,0 0,0-1,-1 1,1 0,-1 0,0 0,0 0,-1 0,1 0,-1 1,0-1,0 0,0 1,0-1,-1 1,1 0,-1 0,0 0,0 0,0 0,0 0,-1 1,1 0,-1 0,1 0,-1 0,0 0,0 1,0-1,0 1,-3 0,-2 0,0 1,0 0,0 0,0 1,0 1,0-1,0 1,0 1,1 0,-1 0,1 1,0 0,0 0,0 1,0 0,1 0,0 1,0-1,0 2,1-1,0 1,0 0,1 0,0 1,0 0,1 0,0 0,0 0,0 0,1 1,1 0,0 0,0 0,0 7,2-11,0 0,1 0,0 0,0 0,0 0,1 0,-1-1,1 1,0-1,1 1,-1-1,1 0,0 1,0-2,0 1,1 0,-1 0,1-1,0 0,0 0,0 0,0 0,0-1,1 0,3 2,4 1,0 0,1 0,0-2,0 1,0-2,0 0,0 0,1-1,2-1,-9 1,0-1,0 0,0-1,0 1,0-1,-1-1,1 1,0-1,0-1,-1 1,1-1,-1 0,0 0,0-1,0 0,0 0,-1 0,0-1,0 0,0 0,0 0,-1 0,0-1,0 0,0 0,-1 0,1 0,-2 0,1-2,-1-1,0 0,-1 0,0 0,0 0,-1 0,-1 0,0-1,0 1,0 0,-1 0,0 0,-1 0,-1-1,2 5,0 0,0 1,0-1,-1 1,1-1,-1 1,0 0,0 0,-1 0,1 0,-1 1,0 0,0-1,0 1,0 1,-1-1,1 1,-1-1,1 1,-1 0,0 1,0-1,0 1,-2 0,-1 2,-1 0,1 1,0 0,0 1,0 0,1 0,-1 0,1 1,-1 0,1 1,0 0,1 0,-1 0,1 1,0 0,1 0,-1 0,1 1,0 0,1 0,-1 0,2 0,-3 5,0-1,0 1,0 1,1-1,1 1,0 0,1 0,0 0,-1 12,3-20,1 1,0-1,0 0,0 0,1 1,0-1,0 0,0 0,0 0,1 0,0 0,0 0,0 0,1-1,0 1,0-1,0 0,0 1,0-1,1-1,0 1,0 0,3 1,0-1,1 0,0 0,0-1,0 0,0-1,0 1,0-2,1 1,-1-1,1-1,-1 1,1-1,-1-1,0 0,1 0,-1 0,1-1,-1 0,0-1,0 0,0 0,-1-1,1 0,-1 0,0-1,0 0,0 0,-1 0,1-1,-1 0,-1-1,1 1,-1-1,0 0,-1 0,4-8,-3 7,-1 0,0-1,0 0,0 1,-2-1,1-1,-1 1,0 0,-1 0,0-1,0 1,-1-1,0 1,-1-1,0 1,-1 0,0-1,0 1,-1 0,0 0,-1 0,0 1,0-1,0 1,-4-4,5 9,0 0,-1 0,1 1,-1-1,0 1,0 0,0 0,0 0,0 0,0 1,0-1,0 1,-1 1,1-1,-1 0,1 1,0 0,-1 0,1 0,-1 1,1-1,0 1,-1 0,1 0,0 1,-3 0,-4 3,0 0,-1 0,2 1,-1 1,1 0,0 0,0 1,-8 8,9-6,1-1,-1 1,2 1,0-1,0 1,1 1,0-1,-3 11,7-18,0 1,1-1,-1 1,1-1,0 1,1 0,-1 0,1 0,0-1,0 1,0 0,1 0,0-1,0 1,0 0,0-1,1 1,0-1,0 1,0-1,0 0,1 0,-1 0,4 3,1-2,0 0,1 0,-1 0,1-1,0-1,1 0,-1 0,1 0,-1-1,1 0,0-1,0 1,-1-2,1 0,0 0,0 0,0-1,0 0,-1-1,1 0,4-2,-7 3,0 0,1 0,-1-1,0 0,0-1,0 1,0-1,0 0,-1-1,1 1,-1-1,0 0,0 0,0-1,-1 0,0 0,0 0,0 0,0 0,-1-1,0 0,0 1,0-1,-1 0,0-1,0 1,0 0,-1-1,0 1,0 0,-1-1,0 1,0-1,0 1,-2-7,-1 6,-1 0,0 0,0 0,0 1,-1 0,0 0,0 0,-1 0,1 1,-1 0,-1 0,1 1,0-1,-1 1,0 1,0-1,0 1,-1 1,1-1,-1 1,1 0,-1 1,0 0,1 0,-1 1,0 0,0 0,0 1,1 0,-1 0,0 1,1-1,-1 2,1-1,0 1,0 1,0-1,0 1,0 0,1 1,0-1,0 1,0 1,0-1,1 1,0 0,0 0,1 0,-2 3,1 1,1 0,1 0,-1 0,2 0,-1 0,1 1,1-1,0 1,1 0,0-1,1 9,3 21</inkml:trace>
  <inkml:trace contextRef="#ctx0" brushRef="#br0" timeOffset="-143424.801">8600 7238,'174'1,"392"-12,49-5,-372 14,285-10,29-15,-161 4,664-37,-259 22,180 25,-103 5,134-11,-221-13,-218 16,119 3,245-6,-405 11,512 3,-555-9,342 14,-664-6,-39 1,104 8,-33 17,-73-5,-121-9,-5-3</inkml:trace>
  <inkml:trace contextRef="#ctx0" brushRef="#br0" timeOffset="-142753.533">23172 6957,'15'-2,"3"-1,0 0,0 1,0 1,0 1,-1 0,1 1,0 1,5 2,-20-3,1 1,0 0,-1 0,1 0,-1 0,0 0,0 0,0 1,0 0,0-1,0 1,-1 0,1 1,-1-1,0 0,0 1,0-1,0 1,-1-1,0 1,1 0,-1 0,-1 0,1-1,0 4,0 102,-58 321,48-361,4-64</inkml:trace>
  <inkml:trace contextRef="#ctx0" brushRef="#br0" timeOffset="-142493.716">23064 7572,'7'0,"12"0,13 0,15 0,16-2,15-6,12-3,10-2,0-2,-4 0,-10 3,-13 1,-16 2,-16 3,-19 2,-14 2</inkml:trace>
  <inkml:trace contextRef="#ctx0" brushRef="#br0" timeOffset="-142189.447">23292 7425,'2'18,"-1"16,-8 8,-7 6,-6 4,-6 3,-2-2,3-5,5-6,6-8,7-8,10-8,12-7,9-8,1-4</inkml:trace>
  <inkml:trace contextRef="#ctx0" brushRef="#br0" timeOffset="-141932.094">23399 7532,'-7'21,"-4"15,-3 11,-1 7,-1 0,3-3,3-7,4-8,7-11,8-9,8-12,6-13,8-15,-3-3</inkml:trace>
  <inkml:trace contextRef="#ctx0" brushRef="#br0" timeOffset="-141227.88">23666 7479,'-19'21,"2"2,0 0,2 1,0 0,2 1,1 1,0 0,2 0,2 1,0 1,-2 18,8-43,1 1,0-1,0 1,0 0,0 0,1-1,0 1,-1 0,1 0,0 0,1-1,-1 1,1 0,0 0,0-1,0 1,0 0,1-1,-1 1,1-1,0 0,0 0,0 1,0-1,1 0,-1-1,1 1,0 0,0-1,0 0,2 2,4-3,-1-1,0 0,1 0,-1-1,0 0,0-1,0 0,0 0,0 0,0-1,0-1,-1 1,1-1,-1 0,0-1,-1 0,1 0,5-6,4-2,0-2,-1 1,-1-2,0 0,-2-1,0 0,0-1,-2 0,0 0,-1-1,-1-1,-1 0,4-14,-9-9,-2 43,-1 0,1 0,-1-1,0 1,1 0,-1 0,1 0,-1 0,0 0,1 0,-1 0,0 0,1 0,-1 0,1 0,-1 0,0 0,1 0,-1 1,1-1,-1 0,1 0,-1 1,1-1,-1 0,1 1,-1-1,1 1,-1-1,1 0,-1 1,1-1,0 1,-1-1,1 1,0 0,0-1,-1 1,1 0,-13 16,2 1,0 0,1 1,1 0,1 1,0-1,2 2,0-1,1 1,1 0,1 0,0 14,3-28,-2 36,2-42,0 0,0 0,0 0,1-1,-1 1,0 0,0 0,0 0,1-1,-1 1,0 0,1 0,-1-1,1 1,-1 0,1 0,-1-1,1 1,-1-1,1 1,0-1,-1 1,1-1,0 1,0-1,-1 1,1-1,0 0,0 1,-1-1,1 0,0 0,0 0,0 0,0 0,-1 0,1 0,0 0,0 0,0 0,0 0,-1 0,2 0,8-5,0 0,-1 0,1 0,-1-1,0-1,-1 0,1 0,-1 0,-1-1,1 0,-1-1,1-2,13-15,-1-1,-1-1,-1-1,-2 0,-1-1,6-18,-12 5,-17 43,-1 9,0 0,0 1,1 0,1 0,0 1,0 0,1 0,0 1,-3 9,7-16,-8 16,1 0,0 0,2 0,1 1,0 0,2 1,-1 12,4-34,1 0,0 0,-1 0,1 0,0 0,0 0,0 0,0 0,0 0,0 0,0 0,0 0,0 0,0 0,1 0,-1-1,0 1,1 0,-1 0,0 0,1 0,-1 0,1-1,0 1,-1 0,1 0,-1-1,1 1,0 0,0-1,-1 1,1-1,0 1,0-1,0 1,0-1,0 0,0 1,-1-1,1 0,0 0,0 0,0 1,0-1,0 0,0 0,0-1,0 1,0 0,0 0,0 0,47-25,-31 12,0-1,-1-1,-1 0,0-1,-1 0,-1-1,0-1,-1 0,4-10,-15 26,0 1,0-1,-1 1,1-1,0 1,0-1,-1 0,1 1,-1-1,1 0,-1 1,0-1,0 0,0 0,0 1,0-1,0 0,0 0,0 1,-1-1,1 0,-1 0,-31 20,24-11,0 0,0 1,1 0,0 0,1 0,0 1,0 0,1 0,0 1,0-1,1 1,1 0,0 0,0 0,0 1,2-1,-1 1,1 0,1-1,0 1,0-1,2 2,10 16</inkml:trace>
  <inkml:trace contextRef="#ctx0" brushRef="#br0" timeOffset="-140613.194">25084 7011,'4'8,"1"-25,-5 13,-1 0,0 0,0 0,0-1,0 1,-1 0,1 0,-1 0,0 1,0-1,-1 0,1 1,-1-1,0 1,0 0,0 0,0 0,0 0,-1 1,1-1,-1 1,-1-1,-92-32,84 32,0 0,0 2,0 0,0 0,0 1,0 1,0 0,0 0,0 2,0-1,0 2,1 0,-1 0,1 1,0 1,0 0,1 1,0 0,0 0,1 1,0 1,0-1,1 2,0-1,0 1,1 1,1 0,0 0,0 0,1 1,0 0,0 2,4-4,0 0,0-1,1 1,0 0,1 0,0 0,0 0,1 0,1-1,0 1,0 0,0-1,2 1,-1-1,1 0,0 0,1 0,0-1,0 1,1-1,0 0,0-1,1 0,0 0,1 0,-1-1,1 0,0 0,1-1,-1 0,3 1,6 3,0-1,0 0,1-1,0 0,0-2,0 0,1-1,-1-1,1-1,0 0,0-2,0 0,0-1,0-1,0 0,-14 0,0 1,1-1,-1 0,0 0,0 0,0 0,0-1,-1 0,1 0,-1-1,1 1,-1-1,0 0,-1 0,1 0,-1 0,0-1,0 1,2-5,6-19</inkml:trace>
  <inkml:trace contextRef="#ctx0" brushRef="#br0" timeOffset="-137328.605">24829 7172,'-33'0,"22"0,19 0,352 0,-360 0,-1 0,1 0,0 0,-1 0,1 1,0-1,0 0,-1 0,1 1,0-1,0 0,0 0,-1 1,1-1,0 0,0 1,0-1,0 0,0 0,0 1,0-1,-1 0,1 1,0-1,0 0,0 1,0-1,0 0,0 1,1-1,-1 0,0 1,0-1,0 0,0 1,0-1,0 0,1 0,-1 1,0-1,0 0,0 1,1-1,-1 0,0 0,0 0,1 1,-1-1,0 0,0 0,1 0,-1 0,0 1,1-1,-1 0,0 0,1 0,-1 0,0 0,1 0,-1 0,0 0,1 0,-1 0,-8 12,7-5,1 0,-1 0,1 0,0 0,1 0,0 0,0 0,1 0,-1 0,2 0,-1-1,2 5,2 8,9 31,-10-31</inkml:trace>
  <inkml:trace contextRef="#ctx0" brushRef="#br0" timeOffset="-136540.444">25444 6917,'-5'5,"0"1,0 0,0 0,1 1,0-1,0 1,1 0,0 0,0 0,0 1,1-1,0 1,1-1,0 1,0 1,0-9,-25 267,26-380,33-146,-32 258,-2 1,1-1,0 1,0-1,-1 0,1 1,0-1,0 1,0-1,0 1,0-1,0 1,0-1,0 1,0-1,0 1,0-1,0 0,0 1,1-1,-1 1,0-1,0 1,1-1,-1 1,0 0,0-1,1 1,-1-1,1 1,-1-1,0 1,1 0,-1-1,1 1,-1 0,1 0,-1-1,1 1,-1 0,1 0,-1 0,1-1,-1 1,1 0,-1 0,1 0,-1 0,1 0,0 0,-1 0,1 0,-1 0,1 1,-1-1,1 0,-1 0,58 131,-42-99,1 0,2-1,1-1,1-1,1 0,2-2,0-1,28 22,-51-46,0-1,0 0,0 1,0-1,0 0,1 0,-1 0,0 0,1 0,-1 0,1 0,-1 0,1-1,-1 1,1-1,-1 1,1-1,0 1,-1-1,1 0,0 0,-1 0,1 0,0 0,-1 0,1 0,-1-1,1 1,0-1,-1 1,1-1,-1 1,1-1,-1 0,1 0,-1 0,3-5,0-1,-1 0,1 0,-2 0,1-1,-1 1,0 0,-1-1,0 0,0 1,0-6,0 2,7-81,-4 0,-4 0,-5-12,-1 32,30 120,-8-19</inkml:trace>
  <inkml:trace contextRef="#ctx0" brushRef="#br0" timeOffset="-136007.157">26059 6863,'0'349,"16"-737,-5 246,1 181,3-4,2 0,1-2,1 0,2-1,2-1,0-1,2-1,2-1,20 17,87 102,-130-141,-2-4,0-1,0 1,0 0,0 0,-1 0,1 0,-1 0,1 0,-1 0,0 0,0 1,0-1,0 0,0 1,-1-1,1 1,-1-1,1 1,-1-1,0 1,0-1,0 1,0-1,-1 1,1-1,-1 1,0 1,-3-1,0 0,0 0,0-1,-1 1,1-1,-1 0,1-1,-1 1,0-1,0 0,0 0,0 0,-4-1,7 1,-250 15,176-14,2 0,15 0</inkml:trace>
  <inkml:trace contextRef="#ctx0" brushRef="#br0" timeOffset="-129718.408">12062 8615,'-1'-339,"-26"171,9 83,6-19,4-1,4 0,6-22,-1 67,-28-165,14 124,13 101,0-1,0 1,0-1,0 1,0-1,0 1,0-1,0 1,0-1,0 1,0-1,0 1,0-1,0 1,-1-1,1 1,0 0,0-1,-1 1,1-1,0 1,-1-1,1 1,0 0,-1-1,1 1,0 0,-1-1,1 1,-1 0,1 0,-1-1,1 1,0 0,-1 0,1 0,-1 0,1 0,-1 0,1-1,-1 1,1 0,-1 0,1 1,-1-1,1 0,-1 0,1 0,-1 0,1 0,-1 0,1 1,-1-1,1 0,-1 0,1 1,-1-1,1 0,0 1,-1-1,1 0,0 1,-1-1,1 1,0-1,0 0,-1 1,-23 29,23-29,0 0,0 0,0 0,0 0,0 0,0 0,0 0,0 1,1-1,-1 0,0 0,1 1,-1-1,1 1,-1-1,1 0,0 1,0-1,0 1,-1-1,1 1,1-1,-1 1,0-1,0 1,0-1,1 0,-1 1,1-1,-1 1,1-1,0 0,-1 1,1-1,0 0,0 0,0 0,0 0,0 0,0 0,0 0,0 0,0 0,1 0,0 0,4 0,0 0,-1 0,1-1,0 0,0 0,0-1,-1 1,1-1,0-1,-1 1,1-1,-1 0,1 0,-1 0,0-1,0 0,0 0,0 0,0-1,-1 1,0-1,1 0,-2-1,1 1,0-1,-1 1,0-1,0 0,0 0,-1-1,1 1,-1 0,0-1,-1 1,0-1,1-1,-3 4,1 0,-1 0,1-1,-1 1,0 0,0 0,-1 1,1-1,0 0,-1 0,0 1,1-1,-1 0,0 1,-1 0,1-1,0 1,-1 0,1 0,-1 1,1-1,-1 0,0 1,0 0,0-1,0 1,0 0,-2 0,-3-1,0 0,1 1,-1-1,0 1,0 1,0 0,-1 0,1 1,0-1,-7 3,9-2,1 1,-1-1,1 1,0 0,0 1,0-1,0 1,0 0,0 0,1 0,-1 1,1 0,0 0,0 0,0 0,1 1,-1-1,1 1,0 0,1 0,-1 0,1 0,0 0,0 1,1-1,-1 1,1-1,0 1,1-1,0 1,-1 0,2-1,-1 1,1 0,0-1,0 1,0-1,1 1,0-1,0 0,0 1,1-1,-1 0,1-1,4 5,-1-2,1 0,1-1,-1 0,1-1,0 0,0 0,1 0,0-1,-1 0,1-1,0 0,1-1,4 1,-10-2,0 0,0 0,1-1,-1 0,0 0,0 0,1 0,-1-1,0 1,0-1,1 0,-1 0,0-1,0 1,0-1,0 0,-1 0,1-1,0 1,-1-1,0 1,1-1,-1 0,0 0,-1-1,1 1,0-1,-1 1,0-1,1-1,-1-2,0 0,0 0,-1 0,0 0,0 0,0-1,-1 1,0 0,-1 0,0 0,0 0,0-1,-1 1,0 1,0-1,-1 0,0 0,0 1,0 0,-1-1,0 1,0 1,-1-1,0 1,0-1,0 1,0 1,-1-1,0 1,0 0,0 0,0 1,-1 0,1 0,-1 0,0 1,0 0,0 0,-1 0,3 2,1-1,0 1,-1 0,1 0,-1 1,1-1,0 1,-1 0,1 0,0 1,0-1,0 1,0 0,0 0,0 0,0 0,1 1,-1-1,1 1,0 0,0 0,0 1,0-1,0 0,1 1,-1 0,0 1,-3 6,0 0,1 1,0-1,0 1,1 0,1 1,0-1,-1 13,3-20,0 1,1 0,-1-1,1 1,0 0,1-1,-1 1,1 0,0-1,0 1,1-1,0 1,0-1,0 0,1 1,0-1,-1-1,2 1,-1 0,1-1,-1 1,1-1,0 0,1-1,-1 1,1-1,0 1,-1-1,1-1,1 1,4 1,-1-2,0 0,0-1,1 0,-1 0,1-1,-1 0,1-1,-1 0,0 0,1-1,-1-1,0 1,0-1,-1-1,1 0,-1 0,1-1,-1 0,0 0,-1-1,0 1,1-2,-2 1,1-1,-1 0,4-6,-5 7,0 0,0-1,-1 1,0-1,0-1,0 1,-1 0,0-1,0 1,-1-1,0 0,-1 0,1 0,-1 0,-1 0,0 0,0 0,0 0,-1 0,-1 0,1 0,-1 0,0 0,-1 0,0 1,0-1,-1 1,0 0,0 0,0 0,-2 0,-1-1,0 1,-1-1,0 1,-1 1,0 0,0 0,0 1,-1 0,1 0,-1 1,0 0,-1 1,1 0,-3 0,6 2,1-1,-1 2,1-1,-1 1,0 0,1 0,-1 0,1 1,-1 0,1 1,-1-1,1 1,0 1,-1-1,1 1,1 0,-1 0,0 1,1-1,0 1,-1 1,1-1,-2 4,4-5,0 1,0 1,1-1,-1 0,1 1,0-1,0 1,1 0,-1 0,1-1,0 1,0 0,1 0,0 0,-1 0,2 0,-1 0,0 0,1 0,0 0,0 0,1 0,-1-1,1 1,0 0,0-1,1 0,-1 1,1-1,0 0,0 0,1 0,-1-1,1 1,3 1,45 33,4-8</inkml:trace>
  <inkml:trace contextRef="#ctx0" brushRef="#br0" timeOffset="-127868.705">13092 8722,'12'-228,"-13"135,-5 0,-4 1,-4 0,-9-19,-4-17,0 18,6-1,5-1,0-77,15-159,1 344,0-2,0 0,-1 0,1 1,-1-1,0 0,-1 0,1 1,-1-1,-1 1,1-1,-1 1,-1-2,4 6,0 1,-1 0,1-1,0 1,0 0,-1 0,1-1,0 1,-1 0,1 0,0 0,-1 0,1-1,0 1,-1 0,1 0,0 0,-1 0,1 0,0 0,-1 0,1 0,-1 0,1 0,0 0,-1 0,1 0,0 0,-1 1,1-1,0 0,-1 0,1 0,0 0,-1 1,1-1,0 0,0 0,-1 0,1 1,0-1,0 0,-1 1,1-1,0 0,0 1,0-1,0 0,-1 1,1-1,0 0,0 1,0-1,0 0,0 1,0-1,0 0,0 1,0-1,0 0,0 1,0-1,0 1,-3 24,11 81,-7-102,0 0,1 0,-1-1,1 1,0 0,0-1,0 1,0-1,0 0,1 1,0-1,-1-1,1 1,0 0,1-1,-1 1,0-1,1 0,-1 0,1 0,0 0,0-1,-1 0,5 1,-6-1,0 0,1 0,-1 0,1 0,-1-1,1 1,-1-1,1 0,-1 0,1 0,-1 0,1 0,-1 0,1-1,-1 1,1-1,-1 0,1 0,-1 1,0-2,1 1,-1 0,0 0,0-1,0 1,0-1,0 0,0 0,0 1,-1-1,1 0,-1 0,1-1,-1 1,0 0,0 0,1-3,-1-1,0 0,0 0,-1 0,0 0,0 0,0 0,-1 1,0-1,0 0,0 0,-1 0,0 0,0 1,-1-1,1 1,-1 0,0 0,-1 0,1 0,-1 0,0 1,0-1,0 1,-1 0,1 0,-1 1,0-1,0 1,-1 0,1 1,0-1,-1 1,0 0,1 1,-1-1,0 1,0 0,-2 0,4 2,1-1,-1 1,1 0,0 0,-1 1,1-1,0 0,0 1,0 0,0 0,0 0,0 0,1 0,-1 1,1-1,-1 1,1 0,0 0,0-1,0 1,0 1,1-1,-1 0,1 0,0 0,0 1,0-1,0 1,0 2,-1 6,0 0,1 0,1 1,0-1,0 0,1 1,0-1,1 0,0-3,-1-1,1 0,0 1,1-1,0 0,0 0,1-1,0 1,0-1,1 0,0 0,0 0,1 0,0-1,0 0,0 0,1-1,0 0,0 0,0-1,0 1,1-2,0 1,0-1,0 0,0 0,0-1,1-1,-1 1,1-1,-1-1,1 1,-1-1,1-1,-1 0,9-1,-9-1,1 0,-1 0,0-1,0 0,0 0,0-1,-1 0,0 0,0-1,0 0,-1 0,0 0,0-1,0 0,-1 0,0-1,0 1,-1-1,0 0,-1 0,1-1,-2 1,1-1,-1 0,0 1,-1-1,0 0,0 0,-1 0,-1 0,1 0,-1 0,-1 0,1 1,-2-1,1 0,-1 1,0 0,-1 0,0 0,0 0,-4-4,5 8,0 1,0-1,-1 1,1 0,-1 0,0 0,0 1,0-1,0 1,-1 0,1 0,0 0,-1 1,1 0,-1 0,0 0,1 0,-1 1,0-1,0 1,1 0,-1 1,0-1,0 1,1 0,-1 0,1 1,-1-1,1 1,-1 0,1 0,0 1,0-1,0 1,0 0,0 0,1 0,-1 1,-3 3,-1 1,2-1,-1 2,1-1,1 1,-1 0,2 0,-1 0,1 1,0-1,1 1,0 0,1 0,0 0,1 1,0-1,0 0,1 1,0-1,1 1,0-7,0 0,1 0,-1 0,1 0,0 0,0 0,0-1,0 1,1-1,-1 1,1-1,0 0,0 0,0 0,1 0,-1-1,1 1,-1-1,1 0,0 0,0 0,0-1,0 1,0-1,0 0,0 0,0-1,1 1,-1-1,8 1,1 0,-1-1,0-1,0 0,0 0,0-1,0-1,0 0,8-4,-10 4,0 0,0-2,-1 1,1-1,-1 0,0-1,-1 0,1 0,-1-1,0 0,-1-1,0 0,0 0,-1 0,3-5,-8 11,0-1,0 1,-1 0,1 0,-1-1,0 1,0 0,1-1,-2 1,1 0,0-1,0 1,-1 0,1-1,-1 1,0 0,1 0,-1-1,0 1,0 0,-1 0,1 0,0 0,-1 1,1-1,-1 0,1 0,-1 1,0-1,0 1,0 0,0-1,0 1,0 0,-77-26,70 27,0-1,0 2,1-1,-1 1,0 0,0 1,0 0,1 1,0-1,-1 2,1-1,0 1,0 0,1 1,-1 0,1 0,0 0,0 1,1 0,0 1,-3 3,8-9,0 0,0 0,0 0,0 0,0 0,1 1,-1-1,0 0,1 0,-1 1,1-1,-1 0,1 1,0-1,0 0,-1 1,1-1,0 0,0 1,0-1,0 1,1-1,-1 0,0 1,1-1,-1 0,1 1,-1-1,1 0,-1 0,1 1,0-1,0 0,0 0,-1 0,1 0,0 0,0 0,0 0,1 0,-1-1,0 1,0 0,0-1,2 1,19 8</inkml:trace>
  <inkml:trace contextRef="#ctx0" brushRef="#br0" timeOffset="-121611.441">15111 8615,'-19'-33,"4"-60,8 51,-10-51,4-1,2-58,10 96,0-46,-5 1,-5-7,-9-83,8-1,10-80,4 207,3 1,11-55,-16 119,1-1,-1 1,1-1,-1 0,1 1,-1-1,0 0,1 0,-1 1,0-1,0 0,1 0,-1 1,0-1,0 0,0 0,0 1,0-1,0 0,0 0,0 0,0 1,0-1,-1 0,1 0,0 1,0-1,-1 0,1 0,0 1,-1-1,1 0,-1 1,1-1,-1 1,1-1,-1 0,0 1,1-1,-1 1,0 0,1-1,-1 1,0-1,1 1,-1 0,0 0,0-1,0 1,1 0,-1 0,0 0,0 0,1 0,-1 0,0 0,0 0,-5 5,1 1,0-1,1 1,-1 0,1 0,0 1,0-1,1 1,0 0,0 0,1 0,0 0,0 0,1 0,-1 1,1 3,0-7,0-1,0 1,0 0,0 0,1-1,-1 1,1 0,0 0,0-1,0 1,1 0,-1 0,1 0,0-1,0 1,0-1,1 1,-1-1,1 1,0-1,0 0,0 1,1-1,-1 0,0-1,1 1,0 0,0-1,0 0,0 1,0-1,1 0,2 1,-1-1,1-1,-1 1,1-1,0 0,-1 0,1 0,0-1,0 0,0 0,-1-1,1 1,0-1,0 0,-1-1,1 0,-1 1,1-2,-1 1,0-1,0 0,0 0,0 0,0 0,-1-1,1 0,-1 0,0 0,0-1,1-2,-4 4,0 0,0 0,-1 0,1 0,-1 0,0 0,0 0,0 0,0-1,-1 1,1 0,-1 0,1 0,-1 0,0 0,0 0,-1 0,1 1,-1-1,1 0,-1 1,0-1,0 1,0-1,0 1,0 0,-1 0,-1-1,-77-46,75 46,0 0,-1 0,1 1,-1-1,0 1,1 1,-1-1,0 1,0 1,0-1,0 1,0 0,0 1,0 0,1 0,-1 0,0 1,0 0,1 0,-1 0,1 1,0 0,0 1,0-1,0 1,0 0,1 1,0-1,0 1,0 0,0 0,1 1,0-1,0 1,-2 5,4-5,0 1,1-1,0 1,0 0,1 0,0 0,0-1,0 1,1 0,0 0,0 0,1-1,0 1,0-1,1 1,-1-1,1 0,1 0,-1 0,1-1,0 1,0-1,1 0,-1 0,1 0,0 0,1-1,-1 0,1 0,0-1,0 1,5 1,-5-2,0 0,-1 0,1 0,0-1,1 0,-1 0,0 0,1-1,-1 0,0-1,1 1,-1-1,1 0,-1-1,1 1,-1-1,1-1,-1 1,0-1,0 0,0-1,0 1,0-1,0 0,-1-1,1 1,-1-1,0 0,0 0,-1-1,1 0,-1 0,0 0,3-4,-3 2,0-1,0 0,0 0,-1 0,0-1,-1 1,1-1,-2 1,1-1,-1 0,-1 0,0 0,0 1,0-1,-1 0,-1 0,1 0,-1 1,-1-1,0 1,0 0,-1 0,1 0,-2 0,0-1,3 7,0 0,0 0,0 0,0 0,0 0,0 1,-1-1,1 1,-1-1,1 1,-1 0,0 0,1 0,-1 1,0-1,1 0,-1 1,0 0,0 0,0 0,1 0,-1 0,0 0,0 1,0-1,1 1,-1 0,0 0,1 0,-1 0,1 0,-1 1,1-1,0 1,-1 0,0 1,-6 4,1 0,0 1,1 0,-1 0,2 1,-1 0,1 0,-4 10,4-8,1 0,0 1,0-1,2 1,-1 0,2 0,-1 1,2-1,0 0,0 1,1 2,0-12,0 0,1-1,-1 1,1 0,0-1,0 1,0-1,0 1,0-1,1 1,-1-1,1 0,-1 0,1 1,0-1,0 0,0-1,0 1,0 0,0-1,0 1,1-1,-1 1,1-1,-1 0,1 0,-1 0,1-1,0 1,2 0,2 0,0-1,0 1,0-1,-1-1,1 1,0-1,0 0,0-1,0 0,-1 0,6-2,-3 0,-1-1,1 0,-1 0,0 0,-1-1,1-1,-1 1,0-1,-1 0,0-1,0 1,0-1,-1-1,-1 1,3-4,-5 6,1 1,-1-1,0 1,-1-1,1 0,-1 0,0 0,0 0,-1 0,0 0,0 1,0-1,-1 0,0 0,0 0,0 0,-1 0,0 1,0-1,0 1,-1-1,0 1,0 0,0 0,-2-2,2 4,1 0,-1 0,0 0,0 1,0-1,0 1,0-1,-1 1,1 0,-1 0,1 0,-1 1,0 0,0-1,0 1,0 0,0 1,0-1,0 1,0 0,0 0,0 0,0 0,0 1,0-1,0 1,1 0,-1 0,-4 2,1 0,0 1,1 0,-1 0,1 0,-1 1,1 0,0 0,1 0,0 1,-1 0,2 0,-1 0,1 1,0-1,0 2,1-3,1-1,0 1,0 1,0-1,0 0,1 0,0 0,0 1,1-1,-1 1,1-1,0 0,1 1,-1-1,1 1,0-1,1 0,-1 0,1 0,0 1,0-2,1 1,-1 0,1 0,0-1,0 1,1-1,-1 0,1 0,0-1,0 1,0-1,1 1,-1-1,1-1,0 1,9 4,0-1,1 0,-1-1,1-1,1 0,10 1,37 5</inkml:trace>
  <inkml:trace contextRef="#ctx0" brushRef="#br0" timeOffset="-119759.644">16407 8294,'20'-169,"-19"60,-4 1,-5 0,-5 0,-4 1,-8-11,1-11,18 95,3-1,0 0,2 0,3-17,-3 52,1 1,-1-1,1 1,-1-1,0 0,1 1,-1-1,0 0,1 1,-1-1,0 0,1 0,-1 0,0 1,0-1,1 0,-1 0,0 0,1 0,-1 0,0 0,0-1,1 1,-1 0,0 0,1 0,-1-1,0 1,1 0,-1-1,0 1,1-1,-1 1,1 0,-1-1,1 0,-1 1,1-1,-1 0,0 1,1-1,-1 1,1-1,-1 1,1 0,-1-1,0 1,1 0,-1-1,0 1,1 0,-1 0,0 0,1 0,-1-1,0 1,1 0,-1 0,0 0,1 1,-1-1,0 0,1 0,-1 0,0 0,1 1,-1-1,0 0,1 0,-1 1,0-1,1 1,-1-1,1 1,-1-1,1 0,-1 1,1 0,-1-1,1 1,0-1,-1 1,1-1,0 1,0 0,-1-1,1 1,0 0,0-1,0 1,0 0,0 0,-1-1,2 1,-1 0,0-1,0 1,0 0,0-1,0 1,0 0,1-1,-1 1,0 0,1-1,-1 1,1 0,0 0,0 0,0 1,0-1,0 0,1 0,-1 0,0 0,1 0,-1-1,1 1,-1 0,1-1,-1 1,1-1,-1 1,1-1,0 0,-1 0,1 1,-1-1,1 0,0-1,-1 1,1 0,0 0,-1-1,1 1,-1-1,1 1,-1-1,1 0,-1 1,1-1,-1 0,0 0,0 0,1-1,5-2,0 0,0 0,-1 0,0-1,0 0,0-1,-1 1,0-1,0 0,0 0,-1-1,0 1,0-1,0 0,-1 0,0 0,-1 0,1-1,-1 1,-1-1,1 0,-2 1,1-1,-1 0,0 0,0 1,-1-1,0 0,0 1,-1-1,0 0,-1 1,0-3,1 8,0-1,-1 0,1 0,-1 1,1 0,-1-1,0 1,1 0,-1 0,0 0,-1 1,1-1,0 1,0 0,-1 0,1 0,0 0,-1 0,1 1,-1-1,1 1,-1 0,1 0,-1 1,1-1,-1 1,1-1,-1 1,-2 1,-1 0,0 1,1 0,-1 0,1 0,-1 0,1 1,0 0,0 1,1-1,-1 1,1 0,0 1,1-1,-1 2,2-3,0 0,0 1,0-1,1 1,0 0,0 0,1 0,-1 0,1 0,0 0,0 0,1 1,-1-1,1 0,0 0,1 1,-1-1,1 0,0 0,0 0,1 1,0-2,-1 1,2 0,-1 0,1 0,-1-1,1 0,0 1,1-1,-1 0,1-1,0 1,0 0,0-1,0 0,2 1,5 2,0-1,1 0,0 0,0-1,0 0,0-1,1-1,-1 0,1-1,0 0,-1-1,1 0,0-1,-1 0,1-1,-1-1,1 0,-1 0,0-1,0-1,3-2,-9 4,-1 1,0-1,0-1,0 1,-1-1,1 0,-1 0,0 0,0 0,0-1,-1 1,0-1,1 0,-2 0,1-1,-1 1,1 0,-1-1,-1 1,1-1,-1 0,0 0,0 1,-1-1,0 0,0 0,0 0,-1 0,0 0,0 1,0-1,-2-5,-1 3,0 0,-1 1,0-1,0 1,0-1,-1 2,0-1,-1 1,1 0,-1 0,-1 0,1 1,-1 0,1 1,-1 0,-1 0,1 1,0 0,-4-1,6 2,1 1,-1 0,0 0,0 0,0 1,0 0,1 0,-1 0,0 1,0-1,0 2,0-1,1 0,-1 1,1 0,-1 1,1-1,0 1,0 0,0 0,0 1,0-1,1 1,0 0,-1 1,2-1,-1 1,0-1,-1 5,0 0,0 0,0 0,1 1,1 0,0 0,0 0,1 0,0 0,1 1,0-1,0 1,2 8,-1-15,0 1,1-1,-1 1,1-1,0 0,0 0,1 1,-1-1,1 0,0 0,0 0,0-1,1 1,-1 0,1-1,0 0,0 1,0-1,0 0,1-1,-1 1,1 0,0-1,0 0,0 0,0 0,0-1,0 1,0-1,0 0,1 0,2 0,0-1,0 0,0-1,0 0,0 0,0 0,0-1,-1 0,1 0,0-1,-1 0,0 0,0 0,0-1,0 0,0 0,-1 0,1-1,-1 0,0 0,-1 0,1-1,-1 0,0 1,-1-1,1-1,-1 1,0 0,-1-1,0 0,0 1,0-1,-1 0,0 0,0 0,-1 0,1 0,-2 0,1 0,-1 0,0 0,0 0,-1 0,0 0,0 1,-1-1,-2-4,4 9,0-1,-1 1,1-1,0 1,-1 0,0-1,1 1,-1 0,0 0,0 0,-1 1,1-1,0 0,0 1,-1-1,1 1,-1 0,1 0,-1 0,0 0,1 0,-1 1,0-1,0 1,1-1,-1 1,0 0,0 0,1 1,-1-1,0 1,0-1,1 1,-1 0,0 0,1 0,-1 0,1 0,-1 1,1-1,0 1,-1-1,1 1,0 0,0 0,0 0,1 0,-2 1,-4 5,0 0,0 0,1 1,0 0,1 0,0 1,0-1,1 1,0 0,1 0,0 1,0-1,1 1,1-1,0 1,0 6,1-14,0 0,1 0,0-1,-1 1,1 0,0 0,0-1,0 1,1-1,-1 1,1-1,-1 0,1 1,0-1,0 0,0 0,0 0,0 0,0 0,0-1,1 1,-1-1,1 0,-1 1,1-1,0 0,-1 0,1-1,0 1,0-1,-1 1,1-1,0 0,0 0,0 0,7 0,-1 0,1-1,-1 0,1 0,-1-1,0-1,1 1,-1-2,8-3,-9 3,0 0,0-1,-1-1,1 1,-1-1,0 0,0-1,-1 0,0 0,4-6,-8 10,0 0,0 0,0 0,-1 0,1 0,-1-1,0 1,0 0,0-1,-1 1,1 0,-1-1,0 1,0-1,0 1,0-1,0 1,-1-1,0 1,1 0,-1-1,-1 1,1 0,0 0,-1 0,0-1,1 2,-1-1,-3-3,2 2,-1 0,1 0,-1 0,0 1,-1 0,1-1,0 1,-1 1,0-1,0 1,0 0,0 0,0 0,0 1,0-1,-1 1,1 1,0-1,-1 1,1 0,0 0,-1 0,1 1,0 0,-1 0,1 0,0 1,0-1,0 1,0 1,0-1,0 1,1-1,-1 2,1-1,0 0,0 1,0-1,0 1,1 0,-1 1,-1 2,-10 59,13-35</inkml:trace>
  <inkml:trace contextRef="#ctx0" brushRef="#br0" timeOffset="-116422.185">19468 8335,'2'-4,"1"-1,-1 1,-1 0,1-1,-1 1,1-1,-1 1,-1-1,1 1,-1-1,1 0,-1 1,0-1,-1-4,0-4,1-682,0 621,-3 1,-3-1,-4 1,-3 1,-12-38,-6 30,30 79,1 1,0-1,0 1,0-1,0 1,0 0,-1-1,1 1,0-1,0 1,-1 0,1-1,0 1,0-1,-1 1,1 0,0 0,-1-1,1 1,-1 0,1-1,0 1,-1 0,1 0,-1 0,1 0,-1-1,1 1,-1 0,1 0,-1 0,1 0,-1 0,1 0,0 0,-1 0,1 0,-1 0,1 1,-1-1,1 0,-1 0,1 0,-1 1,1-1,0 0,-1 0,1 1,0-1,-1 0,1 1,0-1,-1 0,1 1,0-1,-1 0,1 1,0-1,0 1,0-1,-1 1,1-1,-9 30,9-29,0 0,0 1,0-1,-1 0,1 0,0 1,1-1,-1 0,0 0,0 0,0 1,1-1,-1 0,1 0,-1 0,1 0,-1 0,1 0,0 1,-1-2,1 1,0 0,0 0,0 0,-1 0,1 0,0-1,0 1,1 0,-1-1,0 1,0-1,0 1,0-1,0 1,1-1,-1 0,0 0,0 0,0 1,1-1,-1 0,0 0,0-1,1 1,-1 0,0 0,0-1,0 1,1-1,58-26,-56 22,1 1,-1 0,0-1,-1 0,1 0,-1 0,0 0,0 0,-1-1,1 0,-1 1,-1-1,1 0,-1 0,0 0,0-1,0 4,-1-1,0 1,0 0,0 0,-1 0,1-1,-1 1,1 0,-1 0,0 0,-1 0,1 0,0 0,-1 0,1 1,-1-1,0 0,0 1,0-1,0 1,-1 0,1 0,-1 0,1 0,-1 0,0 0,1 1,-1-1,0 1,-3-1,1 0,0 1,0 0,0 0,-1 1,1-1,0 1,-1 1,1-1,0 0,0 1,-1 0,1 1,0-1,0 1,0 0,0 0,1 0,-1 1,0 0,1 0,-4 3,-3 2,0 2,0 0,1 0,1 0,0 2,0-1,-3 7,6-9,1 0,0 1,1 0,0-1,0 1,1 0,0 1,0 7,2-14,1 0,-1 0,1 0,0 0,1-1,-1 1,0 0,1 0,0 0,0-1,0 1,1 0,-1-1,1 1,0-1,0 0,0 1,0-1,0 0,1 0,-1 0,1-1,0 1,0-1,1 1,7 2,0-1,0 0,1-1,-1 0,1-1,-1 0,1-1,0-1,-1 1,1-2,0 0,0 0,-1-1,1 0,-1-1,0-1,1 0,-1 0,-1-1,11-6,-8 5,-1-1,0-1,0 0,0 0,-1-1,-1-1,1 0,-2 0,1-1,6-11,-12 17,-1 0,0 0,0 0,-1-1,1 1,-1-1,0 0,-1 1,1-1,-1 0,-1 0,1 0,-1 0,0 0,0 0,0 0,-1 0,0 0,0 0,-1 0,0 1,0-1,0 0,0 1,-1-1,-2-2,1 3,1 0,-1 0,-1 0,1 1,0 0,-1 0,0 0,0 0,0 1,-1 0,1 0,-1 0,1 1,-1 0,0 0,0 0,0 1,0 0,0 0,0 0,0 1,-1 0,1 0,0 1,0 0,0 0,0 0,0 1,0-1,0 1,1 1,-1-1,0 1,1 0,0 1,0-1,-4 4,2-1,0 0,0 1,0 0,1 0,0 1,0-1,1 1,0 1,1-1,0 1,0-1,1 1,0 0,-1 7,2-11,1 0,0 0,1 0,-1 0,1 0,0 0,0 0,1 0,0 0,0 0,0 0,0 0,1 0,-1 0,1-1,1 1,-1-1,1 1,-1-1,1 0,0 0,1 0,-1-1,1 1,-1-1,1 1,0-1,2 0,2 1,-1 0,1-1,0-1,0 1,0-2,1 1,-1-1,0 0,1 0,-1-1,0 0,1-1,-1 0,0 0,1-1,-1 0,0 0,0-1,0 0,-1-1,1 1,-1-1,0-1,0 1,0-1,-1-1,1 1,-1-1,0 0,-1-1,0 1,0-1,0 0,-1 0,1-1,-4 3,1 1,-1 0,0-1,0 0,0 1,-1-1,0 0,1 1,-2-1,1 1,0-1,-1 0,0 1,0-1,-1 1,1-1,-1 1,0 0,0 0,0-1,0 2,-1-1,0 0,0 0,0 1,0-1,0 1,-1 0,0 0,1 1,-1-1,0 1,-2-2,-1 0,-1 0,1 0,-1 0,0 1,1 0,-2 1,1-1,0 2,0-1,0 1,-1 0,1 1,-1 0,1 0,0 1,-1 0,1 1,-5 1,9-2,0 1,0 0,1 0,-1 0,0 0,1 1,-1 0,1-1,0 1,0 1,0-1,0 0,0 1,1-1,-1 1,1 0,0 0,1 0,-1 0,0 0,1 0,0 0,0 0,0 1,1-1,0 0,-1 1,2-1,-1 2,1 8,0-1,1 0,1 0,0 0,1 0,0 0,1-1,5 11,23 37</inkml:trace>
  <inkml:trace contextRef="#ctx0" brushRef="#br0" timeOffset="-114668.076">20925 8107,'5'-3,"-1"-1,0 0,1-1,-2 1,1-1,0 0,-1 1,0-1,0-1,-1 1,1 0,-1-1,0 0,-1 1,1-1,-1 0,0 0,0-1,0-112,-2 107,-75-614,72 565,2-1,3 1,8-50,-5 45,-4 66,0 1,0-1,0 0,0 0,0 1,0-1,-1 0,1 0,0 0,0 1,0-1,0 0,0 0,-1 0,1 0,0 1,0-1,0 0,-1 0,1 0,0 0,0 0,0 0,-1 0,1 0,0 1,0-1,-1 0,1 0,0 0,0 0,0 0,-1 0,1 0,0 0,0 0,-1-1,1 1,0 0,0 0,0 0,-1 0,1 0,0 0,0 0,0 0,-1-1,1 1,0 0,0 0,0 0,0 0,-1-1,1 1,0 0,0 0,0 0,0-1,0 1,0 0,0-1,-8 21,6 47,2-65,0-1,1 1,-1 0,1-1,0 1,-1 0,1-1,0 1,0-1,0 1,0-1,0 0,0 1,0-1,1 0,-1 0,1 0,-1 0,0 0,1 0,0 0,-1 0,1 0,-1-1,1 1,0-1,0 1,-1-1,1 0,0 0,0 0,-1 0,1 0,0 0,0 0,0 0,0-1,1 1,-1-1,1 0,-1 0,1 0,-1 0,1 0,-1-1,0 1,0-1,0 1,0-1,0 0,0 0,0 0,-1 0,1 0,0 0,-1 0,0-1,0 1,1 0,-1-1,-1 1,1-1,0 0,-1 1,1-1,-1 1,0-2,1-1,0-1,-1 1,0-1,0 1,-1-1,0 1,0 0,0-1,0 1,-1 0,0-1,0 1,0 0,-2-1,3 3,-1 0,-1 0,1 0,0 0,-1 0,0 1,1-1,-1 1,0 0,0-1,0 2,-1-1,1 0,0 1,-1-1,1 1,-1 0,1 0,-1 0,0 1,1-1,-1 1,0 0,1 0,-1 0,0 0,1 1,-1 0,0 0,1 0,-1 0,1 0,-1 1,1-1,0 1,0 0,0 0,0 0,0 0,0 1,0-1,1 1,-1 0,1 0,0 0,-1 0,0 3,-1-1,0 1,1-1,-1 1,1 0,1 0,-1 0,1 1,0-1,1 1,-1-1,1 1,0-1,1 1,0 0,0-1,0 1,1 0,0-1,0 1,1-1,-1 1,2-1,-1 0,1 0,0 0,0 0,0 0,1 0,0-1,0 0,0 0,1 0,0 0,0-1,0 0,0 0,1 0,-1 0,5 1,-4-3,-1 0,0-1,1 0,-1 0,1 0,0 0,-1-1,1 0,-1 0,1-1,0 1,-1-1,1-1,-1 1,0-1,1 0,-1 0,0 0,0-1,0 1,0-1,-1-1,1 1,-1-1,0 1,0-1,0 0,0-1,-1 1,0-1,1 0,-2 1,1-1,-1 0,1-1,-2 1,1 0,0-1,-1 1,0-1,0 1,-1-6,1 3,-2 0,1 0,-1 0,-1 0,1 0,-1 0,-1 1,1-1,-1 1,-1-1,1 1,-1 0,-1 0,0 0,3 4,0 0,0 0,0 0,-1 1,1-1,-1 1,1 0,-1 0,0 0,0 0,0 0,0 1,0-1,-1 1,1 0,0 0,-1 0,1 0,0 1,-1-1,1 1,-1 0,1 0,-1 0,1 0,-1 1,1-1,-1 1,1 0,0 0,0 0,-1 1,0 0,-3 3,0 0,0 0,0 1,0 1,1-1,0 1,0 0,1 0,0 0,0 1,1 0,0 0,0 0,1 1,0-1,1 1,0-1,0 1,0 0,1 0,1 0,-1 0,2 0,-1 0,1 0,0 0,3 6,-3-11,0 0,1 0,0 0,0 0,0 0,0-1,0 1,1 0,-1-1,1 0,0 0,0 0,1 0,-1 0,0-1,1 1,0-1,0 0,-1 0,1 0,0-1,0 1,1-1,-1 0,0 0,0-1,0 1,1-1,-1 0,0 0,1 0,-1-1,1 0,2 0,1 0,-1-1,0 0,1 0,-1-1,0 0,-1 0,1 0,0-1,-1 0,0-1,0 1,0-1,-1-1,1 1,-1-1,-1 1,4-6,-4 4,0-1,-1 1,0-1,0 0,-1 0,0 0,0 0,-1 0,0 0,-1 0,1 0,-2-8,1 12,0 0,-1 1,1-1,-1 0,0 0,0 0,-1 0,1 1,-1-1,0 1,0-1,0 1,0-1,0 1,-1 0,1 0,-1 0,0 1,0-1,0 1,0-1,-1 1,1 0,-1 0,1 1,-1-1,-1 0,-1 2,0 0,-1 0,1 1,0 0,0 0,0 0,0 1,0 0,1 0,-1 0,0 1,1 0,0 0,-1 0,1 1,1 0,-1 0,0 0,1 0,0 1,0 0,0-1,-2 5,-1-1,1-1,0 1,0 1,0-1,1 1,0 0,0 0,1 1,1-1,0 1,0 0,1 0,0 0,0 0,1 0,1 0,-1 0,2 1,0-1,0 0,1 2,38 30,-16-32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23:57.67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 1,'2'0,"-6"2,-2 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23:56.59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391 336,'-1'15,"0"-10,1-10,1-6,-1 0,0 0,0 1,-1-1,-1 0,0 1,0-1,-1 1,0 0,-1-1,0 2,-1-1,0 0,-1 1,1 0,-2 0,1 1,-1 0,-4-4,6 7,0-1,-1 1,1 1,-1-1,0 1,-1 0,1 0,-1 0,1 1,-1 0,0 1,0-1,-1 1,1 1,0-1,-1 1,1 0,0 1,-1 0,1 0,-1 1,1 0,-1 0,1 0,0 1,0 1,0-1,0 1,0 0,-5 4,2 2,0 2,1-1,1 1,0 1,0 0,1 0,0 0,1 1,1 0,0 0,1 0,0 0,1 1,1 0,0 0,1 0,0 0,1 0,0 0,2-1,-1 1,2 0,0 0,2 6,-1-7,0 0,1 0,0 0,1-1,0 0,1 0,0 0,1-1,0 0,1-1,0 0,1 0,0-1,0 0,1-1,0 0,1-1,0 0,0-1,0 0,1-1,-1 0,1-1,1-1,-1 0,0 0,1-2,-1 1,1-2,0 0,-1 0,3-2,-1-2,-1 0,1-2,-1 0,0 0,-1-1,0-1,0 0,-1-1,0 0,9-9,22-21</inkml:trace>
  <inkml:trace contextRef="#ctx0" brushRef="#br0" timeOffset="315.148">726 69,'-10'-13,"6"20,5 28,6 108,-8 113,3-153,0-101,0 0,0 0,0 0,0 0,0 0,1 0,-1-1,0 1,1-1,-1 1,1-1,0 0,-1 0,1 0,0 0,0-1,-1 1,1-1,0 1,0-1,0 0,0 0,0-1,0 1,-1 0,1-1,0 0,0 0,-1 0,1 0,0 0,-1 0,1-1,0 0,-2 2,104-37,62-15,-140 48</inkml:trace>
  <inkml:trace contextRef="#ctx0" brushRef="#br0" timeOffset="830.879">1582 148,'1'1,"1"-1,-1 0,0 0,1 0,-1 0,0-1,1 1,-1 0,0 0,0-1,1 1,-1-1,0 1,0-1,1 0,-1 1,0-1,0 0,0 0,0 0,0 0,0 0,0 0,-1 0,1 0,0 0,0 0,-1 0,1-1,-1 1,1 0,-1 0,0-1,1 1,-1 0,0-1,0 1,0 0,0-1,0 1,0 0,0-1,0 1,-1 0,1-1,0 1,-1 0,1-1,-1 1,0 0,1 0,-1 0,0-1,-3-5,-1 0,0 0,-1 0,1 1,-1 0,0 0,-1 0,1 1,-1-1,0 2,-1-1,1 1,-1 0,0 1,0 0,0 0,0 1,0 0,-1 0,1 1,-1 0,1 0,-1 1,0 0,1 1,-1-1,1 2,0-1,-1 1,1 1,0 0,-7 3,5-1,1 2,-1-1,1 1,1 1,-1-1,1 1,1 1,0 0,0 0,0 0,1 1,1 0,-1 0,2 0,-1 1,2 0,-1-1,1 2,0 7,-1-1,2 0,0 0,1 1,1-1,1 0,0 0,2 1,0-1,0 0,2-1,7 18,-8-22,1 0,1-1,0 1,1-1,0-1,1 1,0-1,1-1,0 1,0-1,1-1,1 0,-1-1,2 1,-1-2,1 0,0 0,0-1,1-1,0 0,0-1,0 0,1-1,-1 0,1-1,-1-1,11 0,5-5,0-1,0-1,-1-2,0-1,0-1,-1-1,0-2,9-6,13-5,65-30,-87 42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24:00.52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363 2,'-7'-1,"0"1,0-1,0 1,0 1,0 0,-1 0,1 0,0 1,1-1,-1 2,0-1,1 1,-1 0,1 1,0-1,0 1,0 0,0 1,-3 3,-88 106,89-103,-10 15,0 0,2 2,0 0,2 0,-9 29,19-47,1 0,0 1,1-1,0 1,1 0,0-1,0 1,1 0,1 0,0 0,0-1,1 1,0 0,1-1,0 0,1 1,0-1,1-1,1 3,15 18,1-1,2-1,0 0,24 17,22 26,-50-50,0 0,-1 2,-1 0,-1 0,-2 2,0 0,-1 1,-2 0,-1 1,-1 0,-1 1,-1 0,-2 1,3 23,-10-36,0 0,0-1,-2 0,0 1,0-1,-2 0,1-1,-2 1,0-1,-1 0,-1 0,0-1,0 0,-2 0,-23 30,-3-1,-1-2,-14 9,45-43,0 0,3-5,1 1,-1-1,1 1,0 0,-1 0,1 0,0 0,0 0,1 0,-1 0,0 1,1-1,-1 1,1-1,0 1,0-1,0 1,0 0,0 0,0-1,1 1,-1 0,1 0,0 0,0 0,0-1,0 1,1 0,-1 0,2 2,3 0,1 0,0 0,0-1,1 0,0 0,-1-1,1 1,0-2,1 1,-1-1,2 1,30 11,-28-9,0 1,-1 0,1 1,-1 0,-1 1,1 0,-1 1,-1-1,0 2,0-1,-1 1,0 0,0 1,-1 0,-1 0,0 0,0 0,-1 1,-1 0,0 0,1 7,7 60,-3 0,-4 0,-3 1,-4-1,-7 34,9-99,-15 194,-3 5,11 0,9 25,2-170,4 0,2 0,3-1,4-1,2 0,3-1,3-2,23 44,-31-75,1-1,1 0,2-1,1-2,1 0,9 7,-28-31,1 0,-1 0,1 0,0 0,1-1,-1 1,0-1,1 0,0-1,0 1,-1-1,2 0,-1 0,0-1,0 1,0-1,1 0,-1 0,1-1,-1 0,1 0,-1 0,0-1,1 1,-1-1,0-1,5 0,1-5,-1 1,0-1,0-1,-1 0,0 0,-1-1,1 0,-2 0,1-1,5-9,33-52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24:01.32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0 120,'16'45,"1"-2,2 0,2-2,2 0,2-1,1-1,2-2,18 18,44 42,4-4,40 26,18 8,-56-49,-4 3,35 44,-103-97,-9-7</inkml:trace>
  <inkml:trace contextRef="#ctx0" brushRef="#br0" timeOffset="286.195">682 0,'-6'16,"-10"23,-11 28,-13 32,-12 33,-14 29,-11 23,-9 9,1-4,11-19,18-34,19-40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24:05.27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177 0,'-1'1,"1"0,0 0,0 0,0 0,0 0,0 0,0 0,0 0,0 0,0-1,0 1,1 0,-1 0,0 0,1 0,-1 0,1 0,-1 0,1-1,-1 1,1 0,-1 0,1-1,0 1,-1 0,1-1,0 1,0-1,0 1,-1-1,1 1,0-1,0 1,0-1,0 0,0 0,0 1,0-1,0 0,0 0,0 0,43 5,37-11,-64 3,1 1,0 1,-1 1,1 0,0 1,-1 1,4 1,-17-2,0 1,0-1,-1 1,1 0,0 0,-1 0,1 0,-1 1,0-1,0 1,0 0,0 0,0 0,-1 0,0 0,1 1,-1-1,0 1,0 0,-1-1,1 1,-1 0,0 0,0 2,7 99,-16-14,-4 0,-10 29,2-9,-93 796,114-829,-1-76,0-1,1 0,-1 0,1 0,-1 0,1 0,-1 0,1 0,0 0,-1-1,1 1,0 0,0 0,0 0,-1-1,1 1,0 0,0-1,0 1,0-1,0 1,0-1,0 0,0 1,1-1,-1 0,0 0,0 0,0 1,0-1,0-1,0 1,1 0,-1 0,0 0,0 0,0-1,0 1,0-1,0 1,0 0,0-1,48-25,-43 22,110-87,-183 154,46-38,1 0,1 2,2 0,0 1,2 1,1 1,2 0,0 0,2 1,2 1,1-1,1 1,2 1,0 12,4 46,3 0,5 1,16 69,-6-30,8 79,-9 1,-10 0,-9 0,-9 1,-38 206,37-345,-4 1,-3-2,-4 0,-2-2,-12 19,36-85,0 0,0 0,0 0,-1-1,1 1,-1 0,0-1,0 1,-1-1,1 0,-1 1,1-1,-1-1,0 1,0 0,-1-1,1 1,0-1,-1 0,1 0,-1 0,0-1,1 1,-1-1,0 0,0 0,0 0,0-1,0 1,0-1,0 0,0 0,-3-1,-4-6,-1 0,1-2,0 1,1-1,0-1,0 0,1 0,1-1,-7-9,0 1,7 9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24:06.15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81,'4'18,"7"17,7 15,9 10,7 6,9 0,4 0,5-4,0-5,-3-6,-4-6,-8-9,-6-11,-6-12,-4-12,-7-7</inkml:trace>
  <inkml:trace contextRef="#ctx0" brushRef="#br0" timeOffset="331.06">616 175,'8'-26,"-5"13,1-1,1 0,0 1,1 0,0 0,1 0,0 1,1 0,0 0,8-7,-16 19,0 0,-1 0,1 1,0-1,0 0,0 0,0 0,-1 1,1-1,0 0,0 0,0 0,0 1,0-1,0 0,0 0,0 1,0-1,0 0,0 0,0 1,0-1,0 0,0 0,0 1,0-1,0 0,0 0,0 1,0-1,0 0,0 0,0 0,1 1,-1-1,0 0,0 0,0 0,0 1,1-1,-1 0,0 0,0 0,0 0,1 1,-1-1,0 0,0 0,0 0,1 0,-1 0,0 0,0 0,1 0,-1 0,0 0,0 0,1 0,-1 0,0 0,0 0,1 0,-9 25,-120 241,112-207,4 2,2-1,3 1,2 0,3 1,5 48,-2-62,2 97,22 136,-15-210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24:11.78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106 0,'-45'140,"30"-99,1 0,3 0,-4 26,14-64,0 0,0-1,0 1,1 0,-1 0,1 0,-1 0,1 0,0 0,1-1,-1 1,0 0,1 0,-1 0,1 0,0 0,0-1,0 1,0 0,1-1,-1 1,1-1,0 1,-1-1,1 0,0 0,0 0,1 0,-1 0,0 0,0 0,1-1,0 1,0 0,6-3,0 0,-1-1,1 0,-1 0,1-1,-1 0,0 0,0-1,0 0,-1 0,1-1,-1 0,0-1,-1 1,1-1,-1 0,0-1,0 0,77-90,-77 81,-6 16,0 0,0 0,0 0,0 0,0 0,-1 0,1 1,0-1,0 0,0 0,0 0,0 0,-1 0,1 0,0 0,0 0,0 0,0 0,-1 0,1 0,0 0,0 0,0 0,-1 0,1 0,0 0,0 0,0 0,0 0,-1 0,1 0,0 0,0 0,0 0,0 0,0-1,-1 1,1 0,0 0,0 0,0 0,0 0,0 0,0-1,-1 1,1 0,0 0,0 0,0 0,0-1,-7 10,1 0,0 1,1-1,0 1,0 0,1 0,1 1,0-1,0 1,1 0,-1 8,-6 49,2 0,4 0,3 4,-2 32,0-44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24:12.1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0 446,'24'-12,"-1"0,-1-2,0 0,-1-1,0-1,-1-1,-1-1,-1-1,-1-1,0 0,-2-1,12-20,-21 32,-1 0,0 0,0-1,-1 0,0 0,-1 0,0 0,-1 0,0-1,-1 1,0-1,0 0,-1 1,0-1,-1 0,-1-1,1 10,0 0,1 0,-2 0,1 0,0 1,0-1,0 0,-1 1,1-1,-1 1,1-1,-1 1,0 0,1-1,-1 1,0 0,0 0,0 1,0-1,0 0,0 0,0 1,0 0,0-1,0 1,0 0,0 0,0 0,-1 0,1 0,0 1,0-1,0 0,0 1,0 0,0-1,0 1,0 0,0 0,1 0,-1 0,0 1,0-1,1 0,-1 1,1-1,0 1,-1 0,1-1,0 1,0 0,0 0,0 0,-12 16,2 1,0 0,1 0,1 1,1 1,0 0,2 0,1 0,0 1,2-1,-1 12,-5 52,4 0,3 1,4 0,4-1,11 48,-6-50,-3 0,-4 75,-8-96</inkml:trace>
  <inkml:trace contextRef="#ctx0" brushRef="#br0" timeOffset="347.067">40 766,'9'-19,"1"1,1 1,0 0,2 0,0 1,0 1,2 0,0 1,0 1,1 0,1 1,10-6,-24 16,0-1,0 1,0 0,0 0,0 0,0 0,0 1,1-1,-1 1,1 0,-1 0,1 0,-1 0,1 1,-1-1,1 1,0 0,-1 0,1 0,0 1,-1-1,1 1,-1 0,1 0,-1 0,1 1,-1-1,0 1,0-1,1 1,-1 0,0 1,-1-1,1 0,0 1,-1-1,1 2,2 8,0 0,-1 1,0-1,-1 1,0 0,-1 0,-1 1,0-1,-1 0,-1 13,7 67,-6-91,0-1,0 1,0 0,1 0,-1 0,0-1,1 1,0 0,-1-1,1 1,0 0,0-1,0 1,0-1,0 0,0 1,0-1,1 0,-1 1,0-1,1 0,-1 0,1 0,-1 0,1-1,0 1,-1 0,1 0,10-3</inkml:trace>
  <inkml:trace contextRef="#ctx0" brushRef="#br0" timeOffset="598.675">374 258,'0'16,"7"12,2 1</inkml:trace>
  <inkml:trace contextRef="#ctx0" brushRef="#br0" timeOffset="1096.687">548 766,'14'-42,"-2"-1,-2 0,-2 0,1-25,-9 51,11-38,-10 55,1-1,0 0,-1 1,1 0,-1-1,1 1,0 0,-1 0,1 0,0 0,-1 0,1 0,0 0,-1 0,1 1,-1-1,1 1,-1-1,1 1,0 0,-1-1,0 1,1 0,-1 0,5 2,97 32,-101-34,0 0,1 0,-1 0,0 0,1 1,-1-1,0 1,0 0,0-1,0 1,-1 0,1 0,0 0,-1 0,1 1,-1-1,0 0,0 1,0-1,0 1,0-1,0 1,-1-1,1 1,-1-1,0 1,0 0,0-1,0 3,-24 78,10-44,12-35,0 0,0 1,1-1,0 1,-1-1,1 1,1-1,-1 1,1 0,0-1,0 1,0 0,1 0,-1-1,1 1,0-1,0 1,1-1,0 1,0-1,0 0,0 0,0 0,1 0,0 0,-1 0,2-1,-1 1,0-1,1 0,-1 0,3 1,0-1,-1 0,1 0,0-1,0 0,0 0,1-1,-1 0,0 0,0 0,1-1,-1 1,1-2,-1 1,0-1,1 0,-1 0,0-1,0 1,0-2,0 1,0 0,0-1,-1 0,1-1,-1 1,0-1,0 0,0 0,0-2,7-5,0-1,-1-1,-1 1,0-2,-1 0,0 0,-1 0,0-1,-2 0,5-13,-8 19,0 0,-1 1,0-1,0 0,-1 0,0 0,-1 0,0 0,0 0,-2-8,2 16,-1 0,1 0,-1 0,1-1,-1 1,1 0,-1 0,0 0,0 0,0 0,1 0,-1 0,0 0,0 0,0 1,0-1,-1 0,1 1,0-1,0 0,0 1,0-1,-1 1,1 0,0-1,0 1,-1 0,1 0,0 0,-1 0,1 0,0 0,-1 0,1 1,0-1,0 0,-1 1,1-1,0 1,0-1,0 1,0-1,-1 1,1 0,0 0,0-1,0 1,1 0,-1 0,0 0,0 0,0 0,1 0,-1 1,0-1,1 0,-1 0,1 0,0 1,-1-1,1 1,-6 7,1 0,0 0,0 0,1 1,0-1,1 1,0 0,0 0,1 1,1-1,0 0,0 1,1-1,0 1,1-1,0 0,1 1,0-1,0 0,1 0,1 0,2 5,-4-10,1-1,0 0,0 0,1 0,-1 0,1 0,0-1,0 1,0-1,1 0,-1 0,1-1,-1 1,1-1,0 0,0 0,0-1,0 1,0-1,0 0,1-1,-1 1,0-1,0 0,1 0,-1-1,0 0,0 0,0 0,0 0,0-1,0 0,18-8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24:09.18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1 447,'108'-35,"-106"34,0 1,-1 0,1 0,-1 0,1 0,0 0,-1 1,1-1,-1 0,1 1,-1-1,1 1,-1 0,1-1,-1 1,0 0,1 0,-1 0,0 0,1 0,-1 0,0 0,0 0,0 0,0 1,0-1,0 0,-1 1,1-1,0 1,-1-1,1 1,-1-1,1 1,-1-1,0 1,0 0,0-1,0 1,0-1,0 2,-9 68,-7-20,16-50,1 0,0 0,-1 0,1 0,0-1,0 1,0 0,0 0,0-1,0 1,0 0,0-1,0 1,0-1,1 0,-1 1,0-1,0 0,0 0,0 1,1-1,-1 0,0 0,0 0,0-1,1 1,-1 0,5 0,-1 0,1 0,-1 0,0 0,1 0,-1 1,0 0,1 0,-1 1,0-1,0 1,0 0,0 1,0-1,-1 1,1 0,-1 0,0 0,0 1,0-1,0 1,0 0,-1 0,1 1,-1-1,-1 1,1-1,0 1,-1 0,0 0,0 0,-1 0,1 0,-1 1,0-1,-1 1,-1 4,-1-1,0 1,-1-1,0 1,-1-1,0 0,0 0,-1-1,0 1,0-1,-1 0,0 0,-1-1,0 0,0 0,0 0,-1-1,0 0,0-1,-1 0,-4 3,-15 1,23-11</inkml:trace>
  <inkml:trace contextRef="#ctx0" brushRef="#br0" timeOffset="402.068">428 514,'6'-9,"18"-25,-2 0,-2-2,-1 0,-1-2,-3 1,-1-2,-1 0,-3-1,0-3,-12-33,1 74,1-1,0 1,-1-1,0 1,1-1,-1 1,0 0,0-1,0 1,-1 0,1 0,-1-1,1 1,-1 0,0 1,1-1,-1 0,0 0,0 1,0-1,-1 1,1 0,0 0,0 0,-1 0,1 0,-2 0,3 1,-1 0,0 0,1 0,-1 0,1 1,-1-1,0 0,1 1,-1 0,1-1,-1 1,1 0,-1 0,1 0,0 0,-1 0,1 0,0 0,0 0,0 0,0 1,0-1,0 0,0 1,0-1,1 1,-1-1,0 1,1-1,-1 1,1 1,-13 54,11-3,3-1,2 1,2-1,3 0,2 0,2-1,-4-11,31 163,-9 1,-4 61,-23-177</inkml:trace>
  <inkml:trace contextRef="#ctx0" brushRef="#br0" timeOffset="755.124">456 794,'130'-143,"-82"87,2 1,36-27,-86 82,0-1,1-1,0 1,0 0,0 0,-1-1,1 1,0 0,0 0,0 0,1 0,-1 0,0 1,0-1,0 0,1 0,-1 1,0-1,1 1,-1-1,1 1,-1 0,0-1,1 1,-1 0,1 0,-1 0,1 0,-1 0,1 0,-1 1,1-1,-1 0,0 1,1-1,-1 1,0-1,1 1,-1 0,0 0,0-1,1 1,-1 0,0 0,0 0,0 0,0 1,39 86,-34-71,0 0,2-1,0 1,0-2,2 1,0-1,4 3,-3-8,-3-5</inkml:trace>
  <inkml:trace contextRef="#ctx0" brushRef="#br0" timeOffset="1006.449">843 99,'-7'16,"5"10,11 5,12 2,1-6</inkml:trace>
  <inkml:trace contextRef="#ctx0" brushRef="#br0" timeOffset="1477.404">1123 621,'0'-319,"0"310,0 7,-1-1,0 1,1 0,0-1,-1 1,1-1,0 1,0-1,0 1,1 0,-1-1,1 1,-1-1,1 1,0 0,0 0,0-1,0 1,0 0,0 0,1 0,-1 0,1 0,-1 0,1 0,0 1,-1-1,1 1,0-1,0 1,1 0,-1-1,0 1,0 0,1 0,12 2,-1 0,1 0,-1 2,0-1,1 2,12 5,-20-7,-1-1,-1 0,0 1,0-1,0 1,0 0,0 0,0 1,-1 0,1 0,-1 0,0 0,0 0,0 1,0 0,-1 0,1 0,-1 0,0 1,0-1,0 1,-1-1,0 1,0 0,0 0,0 0,-1 3,2 80,3 18,-5-104,0 1,0-1,0 0,0 1,0-1,0 0,1 1,-1-1,1 0,0 0,-1 0,1-1,0 1,0 0,0-1,0 1,1-1,-1 1,0-1,0 0,1 0,-1 0,1-1,-1 1,1 0,-1-1,1 0,0 1,-1-1,3 0,2-1,0 1,0-1,0-1,0 1,-1-1,1 0,0-1,-1 1,0-1,0-1,2 0,5-6,0-1,-1 0,0-1,-1 0,0 0,-1-2,-1 1,0-1,0 0,-1-1,-1 0,-1 0,0-1,-1 0,-1 0,0 0,-1 0,-1-1,0-3,-9-43,6 62,1-1,0 1,-1 0,0-1,1 1,-1 0,0 0,0-1,1 1,-1 0,0 0,0 0,-1 0,1 0,0 0,0 0,0 0,0 1,-1-1,1 0,0 1,-1-1,1 1,-1-1,1 1,0 0,-1 0,1 0,-1-1,1 1,-1 1,1-1,-1 0,1 0,-1 0,1 1,0-1,-1 1,1-1,0 1,-1 0,-5 3,0 1,0 0,0 0,1 0,0 1,0 0,1 0,-1 1,1-1,1 1,-1 0,1 0,1 1,-1 0,1-1,0 1,1 0,0 0,-1 7,3-11,0 0,0 0,0 0,0 0,1 0,0-1,-1 1,2 0,-1 0,0-1,1 1,-1 0,1-1,0 0,0 1,0-1,1 0,-1 0,1 0,0 0,0-1,0 1,0-1,0 0,0 0,1 0,-1 0,1 0,-1-1,1 1,0-1,0 0,-1 0,1-1,0 1,0-1,0 0,1 0,14 1,1-1,-1-1,0-1,0-1,0 0,4-2,51-13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24:56.51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66CC00"/>
      <inkml:brushProperty name="ignorePressure" value="1"/>
    </inkml:brush>
    <inkml:brush xml:id="br3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19346 812,'0'1,"0"-1,0 1,0-1,1 1,-1-1,0 1,1-1,-1 1,0-1,1 1,-1-1,1 1,-1-1,1 1,-1-1,1 0,-1 1,1-1,-1 0,1 0,-1 1,1-1,0 0,-1 0,1 0,-1 0,1 0,0 1,-1-1,1 0,-1 0,1-1,0 1,-1 0,1 0,-1 0,1 0,0-1,-1 1,1 0,-1 0,1-1,-1 1,1 0,-1-1,1 1,-1-1,1 1,-1 0,0-1,1 1,-1-1,1 0,24-27,-13 9,-1 0,-1-1,-1 0,-1 0,3-12,17-41,-28 71,1 0,-1 1,1-1,-1 0,1 0,0 1,-1-1,1 0,0 1,0-1,0 1,1-1,-1 1,0-1,0 1,1 0,-1 0,1 0,-1 0,1 0,0 0,-1 0,1 0,0 0,-1 1,1-1,0 1,0 0,0-1,0 1,-1 0,1 0,0 0,0 0,0 0,0 1,0-1,-1 0,2 1,8 5,0 0,0 1,-1 1,1-1,-2 2,1-1,-1 1,-1 1,0-1,0 1,-1 1,0 0,-1 0,0 0,2 6,2 58,-10-73,0 0,0 0,-1 0,1 0,-1-1,1 1,-1 0,0 0,0-1,0 1,0-1,0 1,0-1,0 1,0-1,0 1,-1-1,1 0,-1 0,1 0,-1 0,1 0,-1 0,0 0,1 0,-1-1,0 1,0-1,0 1,1-1,-1 0,0 1,0-1,0 0,0 0,1 0,-1-1,0 1,0 0,0-1,0 1,0-1,0 1,0-1,0 0,0 0,1 1,-1-1,0-1,1 1,-1 0,1 0,-1 0,1-1,-1 1,1-1,0 1,0-1,0 0,0 1,0-1,0 0,0 0,0 0,1 0,-1 1,1-1,-1 0,1 0,0 0,0 0,0 0,0 0,0 0,0 0,1 0,-1 0,1 0,-1 0,1 0,0 0,-1 1,1-1,0 0,0 0,1 1,-1-1,0 1,0-1,1 1,-1-1,1 1,-1 0,1 0,0 0,-1 0,1 0,12-5,1 2,-1 0,1 1,-1 0,1 1,12 0,34-6,-42 5,-1 0,0-2,0 0,0-1,-1-1,0-1,0 0,4-4,-20 12,1-1,-1 1,0-1,0 1,0-1,0 0,0 0,0 1,0-1,0 0,0 0,0 0,-1 0,1 0,0 0,-1 0,1 0,-1 0,1-1,-1 1,1 0,-1 0,0 0,1-1,-1 1,0 0,0 0,0-1,0 1,0 0,0 0,-1-1,1 1,0 0,0 0,-1 0,1-1,-1 1,1 0,-1 0,0 0,1 0,-1 0,0 0,0 0,0 0,0 0,0 1,0-1,0 0,0 0,-7-3,0 1,-1 0,1 1,0 0,-1 0,0 1,1 0,-1 0,0 1,1 0,-1 1,0-1,-6 3,13-2,0 0,0 0,0 0,1 1,-1-1,0 0,0 1,1-1,-1 1,1 0,0-1,-1 1,1 0,0 0,0 0,0 0,0 0,1 0,-1 0,0 0,1 1,0-1,-1 0,1 0,0 0,0 1,0-1,0 0,1 0,-1 0,0 0,1 1,0-1,-1 0,1 0,0 0,0 0,0 0,1 0,-1-1,0 1,1 0,-1-1,1 1,-1-1,1 1,0-1,1 1,13 12,1 0,1-2,0 0,0-1,1 0,1-2,0 0,0-1,1-2,0 0,10 1,-24-3,1-2,0 1,1-1,-1 0,0-1,1 1,-1-2,1 1,-1-1,0-1,1 0,-1 0,1 0,-1-1,0 0,0-1,0 0,0 0,0 0,-1-1,0-1,1 1,-2-1,1 0,0-1,-1 1,0-1,0-1,-1 1,0-1,3-4,2-16,-1-1,-2 0,0 0,-2-1,-1 1,-1-1,-2 0,-2-23,1 50,-3-145,3 145,0 1,1 0,-1 0,0 0,0 0,0 0,0 0,0 0,0 0,0-1,-1 1,1 0,0 0,-1 0,1 0,0 0,-1 0,1 0,-1 0,0 0,1 0,-1 0,0 1,1-1,-1 0,0 0,0 1,0-1,0 0,0 1,0-1,0 1,0-1,0 1,0 0,0-1,0 1,0 0,0 0,0-1,0 1,0 0,-1 0,1 0,0 1,0-1,0 0,0 0,0 0,-1 1,-5 8,0 1,1 0,0 0,1 0,0 1,1-1,0 1,0 0,1 1,1-1,0 0,1 1,0 0,0-9,-2 17,0-1,1 1,1 1,2-1,-1 0,2 0,1 0,4 15,-5-25,2 0,-1 0,1 0,1-1,0 1,0-1,0 0,1-1,1 1,0-1,0-1,0 1,1-1,0 0,0-1,1 0,6 3,-3-2,0-1,0-1,1 0,0-1,0 0,1-1,-1 0,1-1,-1-1,1 0,0-1,-1-1,1 0,0 0,-1-1,1-1,-1-1,0 0,0 0,0-1,-1-1,0 0,0-1,0 0,2-2,-10 5,1 0,-1 0,1-1,-1 1,-1-1,1 0,-1 0,0 0,0 0,0 0,-1-1,1 0,-1 1,-1-1,1 0,-1 0,0 0,0 0,-1 0,0 0,0 0,0 0,-1 0,0 0,1 4,-1 1,1-1,-1 1,0 0,0-1,1 1,-1 0,0-1,0 1,0 0,0 0,0 0,0 0,-1 0,1 0,0 0,0 1,-1-1,1 0,0 1,-1-1,1 1,-1-1,1 1,-1 0,1 0,-1-1,1 1,-1 0,1 0,-1 0,1 1,-1-1,1 0,-1 1,1-1,-1 1,1-1,0 1,-2 0,0 0,0 1,1 0,-1-1,0 1,1 0,-1 0,1 1,0-1,0 0,0 1,0-1,0 1,0 0,1 0,-1 0,1-1,0 1,-1 4,1-4,1 0,0 0,0 0,0 0,1 0,-1 0,1 0,-1-1,1 1,0 0,0 0,0 0,1-1,-1 1,1 0,-1-1,1 1,0-1,0 0,0 0,0 0,1 0,-1 0,0 0,1 0,0-1,1 2,76 31,-33-22</inkml:trace>
  <inkml:trace contextRef="#ctx0" brushRef="#br0" timeOffset="633.911">21217 598,'-5'-2,"0"0,-1 1,1 0,0 0,-1 1,1-1,-1 1,1 0,-1 1,1-1,-1 1,1 0,0 0,-1 1,1 0,0 0,0 0,0 0,0 1,1 0,-1 0,-1 1,6-1,-1-1,1 1,-1-1,1 1,0 0,0-1,0 1,0 0,0-1,1 1,-1 0,1-1,0 1,-1-1,1 1,0-1,1 0,-1 1,0-1,1 0,-1 0,1 1,0-1,0-1,0 1,0 0,0 0,0-1,0 1,0-1,1 0,-1 1,0-1,1 0,-1-1,2 2,11 4,0 0,0-1,0 0,1-1,-1-1,1 0,0-1,0-1,0-1,0 0,0-1,0 0,-1-2,1 0,0 0,-1-2,0 1,4-4,-8 3,0-2,-1 0,0 0,0-1,0 0,-1 0,0-1,-1-1,1 1,-2-1,0-1,0 1,-1-1,0-1,-1 1,2-6,4-14,-1-1,-2 0,-1 0,-1-1,0-22,-3 27,0 1,-2-1,-1 0,-1-1,-2 2,0-1,-2 0,-7-21,12 46,0 1,-1-1,1 1,-1-1,0 1,0-1,0 1,0 0,0-1,0 1,-1 0,1 0,-1 0,1 0,-1 0,0 0,0 1,0-1,0 0,0 1,0-1,-1 1,1 0,0 0,-1 0,1 0,0 0,-1 1,1-1,-1 1,1-1,-1 1,0 0,0 0,-4 5,1 0,0 1,1 0,-1 0,1 0,0 0,1 1,0 0,0 0,0 0,1 1,0-1,0 1,1-1,0 1,0 0,1 0,0 0,0 0,1 7,-1 15,1 1,2-1,1 1,1-1,2 0,1 0,1-1,2 0,1 0,1-1,1 0,1-1,2-1,1 0,0-1,2-1,1-1,3 1,-12-11,1-1,0 0,1-1,0 0,1-1,0 0,4 1,-13-9,0 1,-1-1,1 0,0 0,1-1,-1 1,0-1,0-1,1 1,-1-1,1 1,-1-1,0-1,1 1,-1-1,0 0,0 0,1-1,-1 0,0 1,0-2,0 1,-1 0,3-2,8-9,1 0,-2-1,0 0,0-1,-2-1,0 0,-1 0,6-12,-12 20,0 28,-5-14,0 0,1 0,-1 0,1 0,1 0,-1 0,1-1,0 1,0 0,0-1,1 1,0-1,0 0,1 0,-1 0,1-1,0 1,0-1,1 0,-1 0,1 0,0 0,0-1,0 0,0 0,2 0,23 8,-1-4</inkml:trace>
  <inkml:trace contextRef="#ctx0" brushRef="#br0" timeOffset="880.814">22193 464,'-16'-9,"-5"-3</inkml:trace>
  <inkml:trace contextRef="#ctx0" brushRef="#br0" timeOffset="1049.35">21511 317,'18'-2,"22"-1,25-2,24-1,17 2,9 1,-15 0</inkml:trace>
  <inkml:trace contextRef="#ctx0" brushRef="#br0" timeOffset="1315.63">22474 651,'-4'14,"-3"11,4 6,6 2,9 0,8-3,6-6,2-9,-4-5</inkml:trace>
  <inkml:trace contextRef="#ctx0" brushRef="#br0" timeOffset="1316.63">22421 344,'4'-11,"2"-4</inkml:trace>
  <inkml:trace contextRef="#ctx0" brushRef="#br0" timeOffset="53246.454">19653 2804,'17'-53,"-2"0,-3-1,-2-1,-2 0,-1-26,-7 81,-1-1,1 1,0 0,0-1,0 1,-1-1,1 1,0-1,0 1,0-1,0 1,0-1,0 1,0-1,0 1,0-1,0 1,0 0,0-1,1 1,-1-1,0 1,0-1,0 1,1-1,-1 1,0 0,0-1,1 1,-1 0,0-1,1 1,-1 0,1-1,-1 1,0 0,1 0,-1-1,1 1,-1 0,0 0,1 0,-1 0,1-1,-1 1,1 0,-1 0,1 0,-1 0,1 0,-1 0,1 0,-1 0,1 1,-1-1,0 0,1 0,-1 0,1 0,0 1,21 24,-17-19,137 157,-140-162,0 0,-1 0,1 1,0-1,-1 0,1 1,-1-1,1 1,-1-1,0 1,0 0,0-1,0 1,0 0,0 0,0 0,0 0,-1 0,1 0,-1 0,1 0,-1 0,0 0,0 0,0 0,0 0,0 0,-1 0,1 0,0 0,-1 0,0 0,1 0,-1 0,0 0,0-1,0 1,0 0,0 0,-1-1,1 1,0-1,-1 1,-1 0,-6 2,0-1,-1 0,0-1,1 0,-1 0,0-1,0 0,0-1,1 0,-1-1,0 0,0-1,0 1,1-2,-5-1,13 4,-1 0,1 0,0 0,0-1,0 1,0 0,0 0,0-1,0 1,-1-1,1 1,0-1,0 0,1 1,-1-1,0 0,0 0,0 1,0-1,1 0,-1 0,0 0,1 0,-1 0,1 0,-1 0,1 0,-1 0,1 0,0-1,-1 1,1 0,0 0,0 0,0 0,0 0,0-1,0 1,0 0,1 0,-1 0,0 0,1 0,-1 0,0-1,1 1,-1 0,1 0,0 0,-1 1,1-1,0 0,0 0,-1 0,1 0,0 1,0-1,0 0,0 1,0-1,0 1,0-1,1 1,15-8,1 2,1 0,-1 1,1 1,0 1,0 0,5 1,3-1,6-1,-3 1,0-1,-1-2,1 0,25-11,-52 17,0-1,0 0,-1 0,1 1,-1-1,1-1,-1 1,1 0,-1-1,0 1,1-1,-1 0,0 1,0-1,0 0,-1-1,1 1,0 0,-1 0,1-1,-1 1,0-1,0 1,0-1,0 1,0-1,-1 0,1 1,-1-1,1 0,-1 0,0 1,0-1,-1 0,1 0,0 1,-1-1,0 0,1 1,-1-1,0 1,-1-1,0-2,-1 1,0-1,-1 1,0 0,1 0,-1 0,-1 0,1 1,0-1,-1 1,0 0,0 1,0-1,0 1,0 0,0 0,0 1,-1-1,-5 0,9 4,-1 0,1-1,-1 1,1 0,0 0,0 0,0 1,0-1,0 1,0-1,0 1,1-1,0 1,-1 0,1 0,0-1,0 1,0 0,1 0,-1 0,1 0,0 0,0 0,0 1,0-1,0 0,0 0,1 2,0 4,0 0,0 1,0-1,1 0,1 0,-1 0,2 0,-1 0,1-1,0 0,1 1,0-2,0 1,1 0,0-1,0 0,1-1,0 1,4 2,3 1,0-1,0 0,0-1,1 0,1-2,-1 1,1-2,0 0,0-1,9 1,37 3</inkml:trace>
  <inkml:trace contextRef="#ctx0" brushRef="#br0" timeOffset="54563.78">21337 2510,'-8'-1,"0"0,0 1,1 0,-1 0,0 1,0 0,0 0,0 1,0 0,1 1,-1-1,1 1,0 1,0-1,0 1,0 1,1-1,-1 1,1 0,0 1,1-1,-1 1,1 0,-2 3,7-7,-1 0,1 0,0 0,-1-1,1 1,0 0,0 0,0 0,0 0,1-1,-1 1,0 0,1 0,-1-1,1 1,0 0,-1 0,1-1,0 1,0-1,0 1,0-1,0 1,1-1,-1 0,0 1,1-1,-1 0,1 0,-1 0,1 0,-1 0,3 0,59 23,-36-17,-1-2,1-1,0-1,0-1,0-1,0-2,0 0,0-2,0-1,0-2,-1 0,2-2,23-21,-50 29,0-1,0 0,0 0,0 0,0 0,0 1,-1-1,1 0,0-1,0 1,-1 0,1 0,-1 0,1 0,-1 0,1-1,-1 1,0 0,1 0,-1-1,0 1,0 0,0 0,0-1,0 1,0 0,-1-1,1 1,0 0,-1 0,1-1,-1 1,1 0,-1 0,1 0,-1 0,0 0,0 0,1 0,-1 0,-1 0,1 0,0 0,-1 0,1 0,-1 0,1 1,-1-1,0 1,1-1,-1 1,0-1,1 1,-1 0,0 0,1 0,-1 0,0 0,1 0,-1 1,0-1,1 0,-1 1,1 0,-1-1,0 1,1 0,-1-1,1 1,0 0,-1 0,1 0,0 1,0-1,-1 0,1 0,0 1,0-1,0 0,1 1,-1-1,0 1,0-1,1 1,-1 0,1-1,0 1,-1 0,1-1,0 1,0 0,0-1,0 1,0 0,0-1,0 1,1 0,-1-1,1 1,0 1,0 3,1 0,0 0,1 0,-1 0,1-1,1 1,-1-1,1 0,-1 1,1-2,1 1,-1 0,1-1,0 0,0 0,0 0,0-1,1 1,0-2,-1 1,1 0,0-1,0 0,0 0,1-1,-1 0,0 0,1 0,-1-1,0 0,6-1,-9 1,1-1,-1 0,1 0,-1 0,0 0,0-1,0 0,0 1,0-1,0 0,0 0,0 0,-1-1,1 1,-1-1,0 0,1 1,-1-1,0 0,-1 0,1 0,-1 0,1-1,-1 1,0 0,0-1,0 1,-1 0,1-1,-1 1,0-1,0 1,0-1,0 1,0-1,-1 1,0-1,0 1,0 0,0-1,0 1,-1 0,1 0,-2-1,-3-8,-1 1,-1 0,0 1,-1 0,0 0,0 1,-1 0,0 1,0 0,-1 0,0 1,-2 0,-11-8,43 14,329 31,-276-14,-70-15,0-1,0 1,0 0,0 0,0 0,0 0,0 1,-1-1,1 0,0 1,-1-1,1 1,-1 0,0-1,0 1,1 0,-1 0,0 0,0 0,-1 0,1 0,0 0,-1 0,1 0,-1 0,0 0,1 0,-1 1,0-1,0 0,-1 1,-24 70,26-72,0 1,0-1,0 0,0 0,0 0,1 0,-1 0,0 0,0 0,1-1,-1 1,0 0,1-1,-1 1,1-1,-1 1,1-1,-1 0,1 0,-1 0,1 1,-1-1,1-1,-1 1,1 0,-1 0,1-1,-1 1,1 0,-1-1,0 1,1-1,-1 0,15-4,0 0,-1-1,0-1,0-1,-1 0,0-1,0 0,-1-1,0-1,0 0,-2 0,1-1,5-9,6-18,-30 41,4 2,1 0,0 0,-1 1,1-1,1 1,-1 0,1-1,-1 1,2 0,-1 0,0 0,1 0,0 0,0 0,0 0,1 0,0-1,0 1,0 0,0 0,1-1,0 1,0 0,0-1,0 0,1 1,0-1,-1 0,2 0,-1-1,0 1,1-1,0 0,-1 1,1-2,1 1,-1 0,0-1,1 0,0 1,7 1,1 0,-1 0,1-2,0 1,0-1,-1-1,1-1,0 0,0 0,0-1,0-1,0 0,6-2,-11 2,0 0,-1-1,0 1,0-1,1-1,-2 1,1-1,0 0,-1-1,0 0,0 0,0 0,0-1,-1 1,0-1,-1-1,1 1,-1-1,0 1,0-1,-1-1,2-5,-4 11,0-1,0 1,0-1,0 1,-1-1,1 1,-1-1,0 1,1-1,-1 1,-1-1,1 1,0-1,0 1,-1-1,0 1,1-1,-1 1,0-1,0 1,0 0,0-1,-1 1,1 0,-1 0,1 0,-1 0,0 0,0 1,0-1,0 0,0 1,0-1,0 1,0 0,-1 0,1 0,0 0,-1 0,1 0,-1 1,1-1,-1 1,-1 0,0 0,-1 0,0 1,1 0,-1 0,0 1,1-1,-1 1,1 0,0 0,0 0,0 1,0-1,0 1,0 0,1 0,-1 1,1-1,0 1,0 0,0-1,1 1,-1 0,1 1,0-1,0 0,0 1,1-1,-1 1,1-1,0 1,1 0,-1-1,1 1,0 0,0 0,0-1,1 1,0 0,0-1,0 1,0 0,1-1,1 4,1-3,0 0,1 0,-1-1,1 1,0-1,0 0,0 0,1-1,0 1,-1-1,7 2,31 13</inkml:trace>
  <inkml:trace contextRef="#ctx0" brushRef="#br0" timeOffset="55198.778">23102 2510,'-12'-2,"0"1,1 1,-1 0,0 0,1 1,-1 1,0 0,1 0,8-1,-1 0,1 0,0 0,0 0,0 1,0-1,1 1,-1 0,0 0,1 0,-1 0,1 0,0 0,0 1,-1-1,2 1,-1 0,0-1,0 1,1 0,0 0,-1 0,1 0,0 0,1 1,-1-1,0 0,1 0,0 0,0 3,0-1,1 0,-1 0,1 0,1 0,-1 0,1 0,0-1,0 1,0 0,0-1,1 0,0 1,0-1,0 0,0 0,1-1,0 1,0-1,0 0,0 0,3 2,6 3,0 0,0-2,0 1,1-2,0 0,14 4,-16-6,1-1,0 0,-1 0,1-2,0 1,0-2,-1 1,1-2,0 0,-1 0,1-1,-1-1,0 0,0-1,0 0,-1 0,0-1,0-1,0 0,-1-1,0 0,0 0,-1-1,0 0,-1-1,0 0,4-6,7-20,-1 0,-2 0,-2-2,-1 0,-2-1,-2 0,-1 0,-2-1,-2 0,-2 0,-2-19,2 38,-1 0,-1 0,-1-1,0 1,-2 0,-1 0,0 0,-5-11,8 29,1 1,-1 0,0 0,1-1,-1 1,0 0,0 0,0 0,-1 0,1 0,0 0,-1 1,1-1,-1 0,0 1,1-1,-1 1,0-1,0 1,0 0,0 0,0 0,0 0,-1 0,1 0,0 1,0-1,-1 1,1-1,0 1,-1 0,1 0,0 0,0 0,-1 1,1-1,0 0,-1 1,1 0,0-1,0 1,-1 1,-7 6,1 0,0 1,1 0,0 1,1 0,-1 0,2 1,0 0,0 0,1 0,0 1,1-1,0 1,1 0,0 0,1 1,1-1,0 1,-5 22,2 0,2 0,1 0,2 0,1 0,2 0,2 0,0 0,3-1,1 0,1-1,2 0,1-1,1 0,9 10,-18-32,1-1,0 0,1 0,-1 0,2-1,-1 0,1-1,1 0,-1 0,4 1,-9-6,1 0,-1 0,1 0,-1 0,1-1,-1 1,1-1,0-1,0 1,-1-1,1 1,0-1,0-1,0 1,-1-1,1 0,0 0,-1 0,1 0,-1-1,1 0,-1 0,1 0,-1-1,3-2,4-4,-1-1,0-1,-1 0,0 0,-1-1,0 0,-1 0,0-1,-1 0,0 0,-1-1,-1 1,0-1,-1 0,0 0,0-14,-9-18,5 46,1-1,0 0,-1 1,1-1,-1 0,1 1,-1-1,1 1,-1-1,1 1,-1-1,0 1,1-1,-1 1,0-1,0 1,1 0,-1 0,0-1,1 1,-1 0,0 0,0 0,0 0,1 0,-1 0,0 0,0 0,0 0,1 0,-1 0,0 0,0 1,1-1,-1 0,0 0,1 1,-1-1,0 1,1-1,-1 1,0-1,1 1,-1-1,1 1,-1-1,1 1,-1 0,1-1,-1 1,1 0,0-1,-1 2,-4 4,1 1,0 0,0 0,0 1,1-1,0 1,1-1,-1 1,1 0,1 0,0 0,0 0,0 0,1 1,0-1,1 0,0 0,0 0,1 0,0 0,0 0,1-1,0 1,0 0,1-1,0 0,0 0,1 0,4 5,-4-6,0 1,1-1,0-1,0 1,1-1,-1 0,1 0,0-1,0 0,1 0,-1-1,1 0,0 0,0-1,0 1,0-2,4 1,13-3</inkml:trace>
  <inkml:trace contextRef="#ctx0" brushRef="#br0" timeOffset="55713.403">23516 2242,'25'-11,"0"0,0 2,1 1,1 1,-1 1,1 2,0 0,0 2,0 1,0 1,0 1,0 2,9 2,-26-5,0 1,0 1,-1-1,1 1,-1 1,1 0,-1 0,0 1,0 0,-1 1,1 0,-1 0,0 1,0 0,-1 0,0 1,0 0,0 0,-1 0,0 1,0 0,-1 1,0-1,-1 1,0 0,0 0,2 9,-3 9,-1 1,-1-1,-2 1,-1 0,-1-1,-1 0,-1 0,-3 3,-5 40,5-25,1 1,2-1,2 1,2 0,5 34,-2-69,0 0,1 0,0 0,1 0,0-1,1 1,0-1,1 0,3 3,-8-10,1 0,0 0,0 0,0-1,1 1,-1-1,1 1,0-1,-1 0,1 0,0 0,0-1,0 1,0-1,0 1,1-1,-1 0,0 0,1 0,-1-1,1 1,-1-1,0 0,1 0,-1 0,1-1,-1 1,1-1,-1 1,0-1,1 0,0-1,1-1,0 0,0 0,-1 0,1 0,-1-1,0 0,0 0,0 0,0 0,-1 0,0-1,0 0,0 0,0 0,-1 0,0 0,0 0,0-1,-1 1,1-5,1-4,-1 1,0-1,-1-1,-1 1,0 0,-1 0,-3-11,-1 4,-2 1,0 0,-2 0,0 0,-1 1,-1 1,0 0,-2 1,0 0,-1 0,-1 2,0 0,-1 0,0 2,-1 0,-1 1,-11-6,8 3,21 15,0-1,0 1,-1 0,1-1,0 1,0 0,0-1,0 1,0-1,0 1,0 0,0-1,0 1,0-1,0 1,0 0,0-1,0 1,0-1,0 1,0 0,0-1,0 1,1-1,-1 1,0 0,0-1,0 1,1 0,-1-1,0 1,0 0,1 0,-1-1,0 1,1 0,-1 0,0-1,1 1,-1 0,1 0,-1 0,0 0,1 0,-1-1,0 1,1 0,-1 0,1 0,-1 0,0 0,1 0,-1 0,1 0,-1 1,0-1,1 0,-1 0,1 0,-1 0,0 0,1 1,-1-1,0 0,1 0,-1 1,0-1,1 0,-1 0,0 1,2-1,253 14,-191-8,134 14,-123-11</inkml:trace>
  <inkml:trace contextRef="#ctx0" brushRef="#br0" timeOffset="-1191.541">18035 464,'24'0,"-4"-1,0 1,1 0,-1 1,0 2,0 0,0 1,0 1,0 0,7 5,-24-9,-1 0,1 1,-1-1,1 1,-1-1,0 1,0 0,0 0,0 0,0 0,0 0,0 0,-1 0,1 1,-1-1,0 1,0-1,1 1,-2-1,1 1,0 0,0 0,-1-1,0 1,1 0,-1 0,0 0,0-1,-1 1,1 0,-1 0,1-1,-1 1,0 0,0-1,0 1,0-1,0 1,-1-1,1 1,-1-1,0 0,0 0,1 0,-2 1,-15 16,-1 0,-1-2,0 0,-1-1,-1-1,-11 6,0 0,-71 57,103-78,1 1,-1-1,1 0,0 1,-1-1,1 1,-1-1,1 1,0-1,-1 0,1 1,0-1,0 1,-1 0,1-1,0 1,0-1,0 1,-1-1,1 1,0-1,0 1,0 0,0-1,0 1,0-1,1 1,-1-1,0 1,0 0,0-1,0 1,1-1,-1 1,0-1,0 1,1-1,-1 1,0-1,1 1,-1-1,1 0,-1 1,1-1,-1 0,0 1,1-1,-1 0,1 1,-1-1,1 0,0 0,-1 0,34 7,40-6,-1-3,0-3,0-3,2-4,-10 3,33-4</inkml:trace>
  <inkml:trace contextRef="#ctx0" brushRef="#br0" timeOffset="-2075.147">16204 598,'22'0,"25"0,19-2,14-4,8 1,-3-1,-10 3,-19 0</inkml:trace>
  <inkml:trace contextRef="#ctx0" brushRef="#br0" timeOffset="-1830.8">16324 718,'23'0,"18"0,19-2,15-3,10-1,5-2,1 2,-9-2,-18 1</inkml:trace>
  <inkml:trace contextRef="#ctx0" brushRef="#br0" timeOffset="-1617.731">16873 398,'14'-1,"0"0,1 1,-1 1,0 0,0 1,0 1,0 0,11 5,-15-6,22 6,-1 1,0 1,-1 2,0 1,-1 1,0 2,-1 1,-1 1,20 17,-43-31,1 0,-1 0,0 0,1 0,-2 1,1-1,-1 1,1 0,-1 0,-1 0,1 1,-1-1,0 1,0-1,0 1,-1 0,0 0,0 0,-1-1,1 1,-1 0,-1 0,1 0,-1 1,-5 5,-1 0,0 0,0-1,-1 1,-1-2,0 1,0-1,-1-1,-1 0,1 0,-1-1,-1 0,0-1,0-1,-5 3,12-6,-139 78,114-66</inkml:trace>
  <inkml:trace contextRef="#ctx0" brushRef="#br0" timeOffset="51361.094">17234 2376,'6'18,"8"18,7 13,10 11,8 6,7 0,3-1,-1-5,-6-8,-5-11,-8-12,-5-16,-7-10</inkml:trace>
  <inkml:trace contextRef="#ctx0" brushRef="#br0" timeOffset="51614.132">17607 2416,'-15'2,"-13"6,-11 10,-7 11,-3 10,0 10,4 7,8 7,7 0,9-3,12-7,9-12</inkml:trace>
  <inkml:trace contextRef="#ctx0" brushRef="#br0" timeOffset="51897.416">17794 2844,'1'4,"-1"-1,0 1,1 0,0-1,0 1,0-1,0 1,1-1,-1 0,1 0,0 0,0 1,0-2,0 1,1 0,-1 0,1-1,0 1,-1-1,1 0,0 0,0 0,1 0,-1 0,0-1,0 0,1 1,2-1,5 3,0-2,-1 1,2-1,-1-1,0 0,0-1,0 0,11-1,-15 0,0-1,0 1,0-1,0 0,0-1,-1 0,1 0,-1-1,1 1,-1-1,0-1,-1 1,1-1,-1 0,0 0,0-1,-2 3,0 0,-1-1,0 1,0-1,0 1,0-1,0 0,-1 0,1 0,-1 0,0 0,-1 0,1 0,-1 0,1 0,-1 0,-1-1,1 1,0 0,-1 0,0 0,0 0,0 0,-1 0,1 0,-1 0,0 1,-1-3,-1 2,0-1,0 1,0 0,-1 0,0 1,0-1,0 1,0 0,0 0,0 1,-1 0,1 0,-1 0,0 0,0 1,0 0,0 0,1 1,-1-1,0 1,0 1,0-1,0 1,0 0,0 0,0 1,1-1,-1 1,1 1,-1-1,1 1,0 0,0 0,0 1,0-1,1 1,-1 0,1 0,0 1,0-1,0 1,1 0,0 0,0 0,0 0,1 1,-1-1,1 1,0-1,1 1,-1 4,2-5,1 0,0 0,0 0,1 1,0-1,-1 0,1-1,1 1,-1 0,1-1,0 1,0-1,0 0,1 0,-1 0,1 0,0-1,0 1,0-1,1 0,-1 0,1-1,0 1,0-1,-1 0,1 0,1-1,31 13</inkml:trace>
  <inkml:trace contextRef="#ctx0" brushRef="#br0" timeOffset="52159.696">18356 2042,'0'23,"7"18,9 19,11 12,12 11,11 6,8 2,1-3,-4-3,-13-4,-17-6,-25-5,-30-6,-30-4,-31-7,-19-4,8-12</inkml:trace>
  <inkml:trace contextRef="#ctx0" brushRef="#br0" timeOffset="49465.042">15294 1922,'-20'11,"-16"15,-14 20,-6 17,-2 18,8 17,10 11,13 8,17 3,21-4,22-8,22-11,17-15,12-14,8-20,-12-17</inkml:trace>
  <inkml:trace contextRef="#ctx0" brushRef="#br0" timeOffset="49998.573">15710 2323,'2'13,"3"15,6 8,7 7,9 4,8 0,7 2,2-4,-1-4,-5-5,-8-7,-11-9,-8-9</inkml:trace>
  <inkml:trace contextRef="#ctx0" brushRef="#br0" timeOffset="50246.452">15936 2389,'-7'5,"-6"10,-9 14,-8 14,-10 13,-3 8,-3 5,3-1,9-11</inkml:trace>
  <inkml:trace contextRef="#ctx0" brushRef="#br0" timeOffset="50659.364">16270 2817,'2'-26,"1"1,1 0,2 0,0 0,1 0,2 1,4-8,-8 31,-4 17,-1-14,-14 272,22-219,1-38</inkml:trace>
  <inkml:trace contextRef="#ctx0" brushRef="#br0" timeOffset="50928.706">16618 2763,'14'-2,"9"4,4 6,2 6,-4 7,-3 8,-5 7,-5 5,-8 2,-11 0,-13 0,-13 0,-11-3,-11-7,5-8</inkml:trace>
  <inkml:trace contextRef="#ctx0" brushRef="#br0" timeOffset="-3717.602">12327 518,'0'-8,"-2"15,-1 6,-54 130,37-101,3 1,1 0,3 2,-2 16,14-60,0 0,0 0,1 1,-1-1,1 1,-1-1,1 0,0 1,-1-1,1 1,0-1,0 1,0-1,0 1,0-1,0 1,1-1,-1 1,0-1,1 0,-1 1,1-1,0 0,-1 1,1-1,0 0,0 0,0 1,0-1,0 0,0 0,0 0,0 0,0 0,0 0,0-1,1 1,-1 0,0-1,1 1,0 0,4-3,1-1,-1 1,1-1,-1 0,0 0,0-1,-1 1,1-1,-1-1,1 1,-1-1,5-4,23-17,-18 12,1 2,0 0,0 0,1 2,1 0,6-2,13-11,-36 23,0-1,0 0,0 1,0-1,-1 0,1 1,0-1,-1 0,1 0,0 0,-1 0,1 0,-1 0,1 0,-1 0,0 0,1 0,-1 0,0 0,0 0,0 0,0 0,0 0,0 0,0 0,0 0,0 0,0 0,0 0,-1 0,1 0,0 0,-1 0,1 0,-1 0,1 0,-1 0,0 0,0 0,0 1,1 0,-1 0,0 0,0 0,1 0,-1 0,0 1,0-1,1 0,-1 0,0 0,0 1,1-1,-1 0,0 1,1-1,-1 1,1-1,-1 0,0 1,1-1,-1 1,1 0,-1-1,1 1,-1-1,1 1,0 0,-1-1,1 1,0 0,0 0,-1-1,1 1,0 0,0 0,0-1,0 1,0 0,0 0,0 0,-8 33,1 1,2 0,1 0,1 1,3 23,0-28,-2 11,0-21,1 1,1-1,1 0,0 0,2 0,1 0,3 10,5-4</inkml:trace>
  <inkml:trace contextRef="#ctx0" brushRef="#br0" timeOffset="-3335.688">12862 505,'0'6,"0"1,0-1,1 0,0 1,0-1,1 0,-1 1,1-1,1 0,-1 0,1-1,1 2,-4-6,1 0,-1-1,1 1,0 0,0-1,-1 1,1-1,0 1,0-1,-1 1,1-1,0 0,0 1,0-1,0 0,0 0,-1 1,1-1,0 0,0 0,0 0,0 0,0 0,0 0,0-1,0 1,-1 0,1 0,0-1,0 1,0 0,0-1,-1 1,1-1,0 1,0-1,-1 1,1-1,0 0,-1 1,1-1,0 0,-1 1,1-1,-1 0,1 0,19-40,-19 39,0 1,-1-1,1 1,-1-1,1 0,-1 1,0-1,0 0,0 1,0-1,0 1,0-1,0 0,0 1,-1-1,1 0,-1 1,1-1,-1 1,0-1,1 1,-1-1,0 1,0 0,0-1,0 1,0 0,0 0,-1 0,1 0,0 0,0 0,-1 0,1 0,-1 0,1 0,-1 1,1-1,-1 1,1-1,-1 1,0 0,1-1,-1 1,0 0,1 0,-1 0,0 0,1 1,-1-1,-2 1,0 0,1 0,0 1,-1-1,1 1,0 0,0 0,0 0,0 0,0 1,0-1,1 1,-1 0,1 0,0-1,0 1,0 1,0-1,0 0,1 0,-1 1,1-1,0 1,0-1,0 1,0 0,1-1,0 1,0 0,0-1,0 1,0 2,-1 20</inkml:trace>
  <inkml:trace contextRef="#ctx0" brushRef="#br0" timeOffset="-3052.444">12969 838,'1'1,"1"-1,-1 1,0-1,1 0,-1 1,0-1,1 0,-1 0,0 0,1 0,-1 0,1 0,-1 0,0-1,1 1,-1 0,0-1,1 1,-1-1,0 0,0 1,0-1,1 0,-1 0,0 0,0 1,0-1,0 0,0 0,-1-1,1 1,0 0,0 0,-1 0,1 0,-1-1,1 1,-1 0,1-1,7-54,-10 53,0 1,0 0,0 0,-1 0,1 0,-1 1,1-1,-1 0,0 1,0 0,1 0,-1 0,0 0,0 0,0 1,0-1,0 1,0 0,0 0,0 0,-1 0,1 0,0 1,0-1,0 1,1 0,-1 0,0 0,0 0,0 1,1-1,-1 1,0 0,1 0,-57 43,57-44,1 1,-1-1,1 1,0-1,0 1,0 0,-1-1,2 1,-1 0,0 0,0 0,0 0,1 0,-1 0,1 0,0 0,0 0,-1 0,1 0,0 0,1 0,-1 0,0 0,1 0,-1 0,1 0,-1 0,1 0,0 0,0 0,0-1,0 1,0 0,1 1,3 0,0 0,0 1,0-1,0-1,1 1,-1-1,1 0,-1 0,1-1,0 0,-1 0,1 0,0-1,3 1,-4-1,32 4</inkml:trace>
  <inkml:trace contextRef="#ctx0" brushRef="#br0" timeOffset="-2667.08">13289 692,'6'-22,"1"0,1 1,0 0,2 0,0 1,1 0,11-13,11-22,33-84,-74 171,1 0,1 0,1 1,2 0,2 0,1 0,1 0,2-1,4 23,4-9,-5-29,-1 1,-1-1,-1 1,0 0,-1 0,-1 0,-1 1,-1-1,0 0,-1 0,-4 15,-16 5,10-29</inkml:trace>
  <inkml:trace contextRef="#ctx0" brushRef="#br0" timeOffset="-2423.216">13397 932,'6'-4,"10"-3,13 2,13 0,16 1,13-2,11-6,5-2,-13 0</inkml:trace>
  <inkml:trace contextRef="#ctx0" brushRef="#br0" timeOffset="18314.853">12607 1454,'10'30,"2"0,1 0,1-1,1-1,2 0,6 7,9 12,2-1,2-2,8 5,-41-46,-2-1,0 0,0 0,0 0,0 0,0 0,1-1,-1 1,1 0,-1-1,1 1,0-1,0 1,-1-1,1 0,0 0,0 0,0 0,0 0,1 0,-1 0,0-1,0 1,0-1,1 0,-1 1,0-1,0 0,1 0,-1-1,0 1,0 0,1-1,-1 1,0-1,0 0,0 0,0 0,1-1,4-8,-1-1,0 0,-1 0,0-1,-1 1,0-1,-1 0,0 0,0-9,-1 10,30-171,-32 179,0 0,1 0,-1 0,1 0,0 0,0 0,0 0,0 0,1 0,-1 0,1 0,0 1,-1-1,1 1,0-1,1 1,-1 0,0 0,1 0,1-2,11-1</inkml:trace>
  <inkml:trace contextRef="#ctx0" brushRef="#br0" timeOffset="18566.124">13303 1467,'-10'13,"-2"15,1 10,1 9,9 2,7 3,8-1,6-2,2-8,0-8,-2-9,-2-10,-4-6</inkml:trace>
  <inkml:trace contextRef="#ctx0" brushRef="#br0" timeOffset="18862.164">13717 1441,'-344'288,"342"-286,1-3,1 1,-1 0,1 0,-1 0,1 0,-1 0,1 0,-1 1,1-1,-1 0,1 0,-1 0,1 0,-1 1,1-1,-1 0,1 0,-1 1,1-1,0 0,-1 1,1-1,0 0,-1 1,1-1,0 1,-1-1,1 0,0 1,0-1,-1 1,1-1,0 1,0-1,0 1,0-1,0 1,0-1,0 1,0-1,0 1,0-1,0 1,0-1,0 1,0-1,0 1,0-1,1 1,-1-1,0 1,0-1,1 1,-1-1,0 0,1 1,-1-1,0 1,1-1,-1 0,0 1,1-1,-1 0,1 0,-1 1,1-1,-1 0,1 0,-1 0,177 25,-7 46,-105-40,-57-27,0 0,1-1,0 1,-1-2,1 1,0-1,1-1,-1 1,0-2,0 1,7-2,5-3</inkml:trace>
  <inkml:trace contextRef="#ctx0" brushRef="#br1" timeOffset="-17255.656">7381 932,'-4'-1,"-1"1,1-1,0 1,-1-1,1 1,0 0,-1 1,1-1,0 1,-1 0,1 0,0 0,0 1,0 0,0-1,0 1,0 0,1 1,-1-1,1 1,-1 0,1 0,0 0,0 0,0 0,1 1,-1-1,1 1,-1 0,1-1,1 1,-1 0,0 0,1 1,0-1,0 0,0 0,1 1,-1-1,1 0,0 1,0-1,0 0,1 1,0-1,0 0,0 0,0 0,0 1,3 2,0 0,1 1,0-1,0 0,1-1,0 1,0-1,0 0,1-1,0 0,0 0,0 0,1-1,0 0,0 0,0-1,0 0,0 0,9 2,0-1,0 0,0-1,0-1,1-1,-1 0,0-1,3-1,-8-1,1 0,0 0,-1-1,0 0,1-1,-1-1,-1 0,1-1,8-5,-16 9,1-1,-1 0,0 0,0-1,0 1,0-1,-1 0,0 1,1-2,-1 1,-1 0,1-1,-1 1,1-1,-1 0,-1 0,1 0,-1 0,0 0,0 0,0 0,0 0,-1 0,0-1,0 1,0 4,0 1,1-1,-1 0,0 0,1 0,-1 0,0 1,0-1,0 0,0 0,0 0,0 0,0 0,0 1,0-1,0 0,-1 0,1 0,0 0,-1 1,1-1,0 0,-1 0,1 0,-1 1,1-1,-1 0,1 1,-1-1,0 1,1-1,-1 0,0 1,1-1,-1 1,0 0,0-1,1 1,-1 0,0-1,0 1,0 0,0 0,0 0,1 0,-1 0,0 0,0 0,0 0,0 0,0 0,1 0,-1 0,0 1,0-1,0 0,0 1,1-1,-1 0,0 1,1-1,-2 1,0 3,0 0,1 0,-1 0,1 0,0 0,0 0,0 0,1 1,-1-1,1 0,0 0,0 1,0-1,1 0,0 0,0 1,0-1,0 0,0 0,1 0,0 0,0-1,0 1,0 0,0-1,1 1,0-1,0 0,0 0,0 0,0 0,0-1,1 1,-1-1,1 0,0 0,0 0,0 0,0-1,0 0,0 1,0-1,0-1,2 1,2 0,0-1,0 0,1 0,-1-1,0 0,0-1,0 1,0-2,-1 1,1-1,-1 0,1 0,-1-1,0 0,0-1,0 1,-1-1,0-1,0 1,0-1,-1 0,1 0,-1-1,-1 1,1-1,-1 0,-1-1,1 1,-1-1,0 1,-1-1,0 0,0 0,-1 0,0 0,0 0,-1 0,0-6,-6 1,7 24,3-4,0-1,0 0,1 0,0-1,0 1,0-1,1 0,-1 0,1-1,0 0,1 0,-1 0,1-1,0 0,-1 0,7 1,169 46,-80-31</inkml:trace>
  <inkml:trace contextRef="#ctx0" brushRef="#br1" timeOffset="-16289.62">9961 585,'5'277,"-2"-256,-3-20,1-1,-1 0,0 0,0 0,1 0,-1 0,0 0,1 0,-1 1,0-1,1 0,-1 0,0 0,1 0,-1 0,0 0,0-1,1 1,-1 0,0 0,1 0,-1 0,0 0,0 0,1 0,-1-1,0 1,1 0,-1 0,0 0,0-1,0 1,1 0,-1 0,0-1,0 1,0 0,0 0,1-1,-1 1,0 0,0-1,0 1,0 0,0-1,0 1,0 0,0 0,0-1,0 1,0 0,0-1,0 1,0 0,0-1,0 1,0 0,0 0,-1-1,1 1,0 0,0-1,0 1,0 0,-1 0,1-1,11-193,-11 146,-3-77,2 125,1 0,0 0,0 1,-1-1,1 0,0 0,-1 0,1 0,0 0,-1 0,1 0,-1 0,1 1,0-1,-1 0,1 0,0-1,-1 1,1 0,0 0,-1 0,1 0,0 0,-1 0,1 0,0 0,-1-1,1 1,0 0,-1 0,1-1,0 1,0 0,-1 0,1-1,0 1,0 0,-1 0,1-1,0 1,0 0,0-1,0 1,0 0,0-1,-1 1,1 0,0-1,0 1,0-1,0 1,0 0,0-1,0 1,0 0,1-1,-1 1,0 0,0-1,0 1,0 0,0-1,0 1,1 0,-1-1,-9 28,8-22,0-1,0 0,1 0,-1 1,1-1,0 0,0 1,1-1,-1 0,1 0,0 1,0-1,0 0,1 0,-1 0,1 0,0 0,0-1,0 1,1 0,-1-1,1 0,0 1,0-1,0 0,1-1,-1 1,0-1,1 1,0-1,0 0,0 0,0-1,0 1,0-1,0 0,3 1,1-1,0 0,0 0,-1-1,1 0,0-1,0 1,-1-1,1-1,-1 0,1 0,-1 0,0-1,1 0,-1 0,-1-1,1 0,0 0,-1-1,0 1,0-2,0 1,-1 0,0-1,0 0,0 0,-1-1,0 1,0-1,-1 0,1 0,-1 0,0-5,-5-1,-8 30,7-1,0 0,0 0,2 0,0 0,0 0,2 0,0 1,1-1,0 0,2 0,0-1,0 1,2-1,0 0,0 0,2 0,0-1,0 0,6 6,-12-17,0 1,0 0,0-1,1 0,0 1,-1-1,1 0,0 0,1 0,-1-1,0 1,1-1,-1 0,1 0,0 0,0 0,0-1,0 0,0 1,0-1,0-1,0 1,0-1,0 1,1-1,-1 0,0-1,0 1,0-1,0 0,1 0,-1 0,0 0,-1-1,1 0,1 0,7-8,-1-1,0 0,-1-1,0 0,0-1,-1 0,-1 0,0-1,-1 0,-1 0,0 0,-1-1,0 0,1-12,-2-18,-16 52,9-1,0 1,0-1,0 0,1 1,0 0,0 0,1-1,-1 1,2 0,-1 0,1 0,0 0,0 0,1 0,0 0,0 0,1 0,0-1,0 1,0-1,1 1,0-1,0 0,1 0,0 0,0 0,0-1,1 1,-1-1,1 0,0-1,1 1,-1-1,3 1,-3-2,2-1,-1 1,0-1,0 0,1-1,-1 0,1 0,-1 0,1-1,-1 0,1 0,-1 0,1-1,-1 0,1 0,-1-1,0 0,1 0,-1 0,0-1,0 0,-1 0,1-1,-1 1,1-1,-1 0,0-1,-1 1,1-1,-1 0,0 0,0-1,0 1,-1-1,0 1,3-7,0-15,-1 0,-2 0,0-1,-2 1,-1-1,-1 1,-2-13,3 36,16 33,-5-10</inkml:trace>
  <inkml:trace contextRef="#ctx0" brushRef="#br1" timeOffset="-15883.474">11124 585,'85'73,"163"129,-197-168,-49-34,-1 0,0-1,1 1,-1-1,1 1,-1-1,0 1,0-1,1 0,-1 1,0-1,0 0,0 0,0 0,0 0,0 0,0 0,0 0,0-1,0 1,-1 0,1 0,0-1,-1 1,1 0,-1-1,0 1,1-1,-1 1,0 0,0-1,0 1,0-1,0 1,0-1,0 1,0 0,-1-1,1 1,-1-1,1 1,-1 0,1 0,-1-1,0-5,1-16,-1 0,-2 0,0 0,-2 0,0 1,-1 0,-2 0,0 0,-4-6,11 25,-1-1,1 1,-1 0,0 0,0 0,0 0,0 0,-1 0,1 0,-1 1,1-1,-1 1,0 0,0 0,0 0,0 0,0 0,-1 1,1-1,0 1,-1 0,1 0,-1 0,0 1,1-1,-1 1,1 0,-1 0,0 0,1 0,-1 0,0 1,-1 0,-13 7,0 0,1 0,-1 2,2 0,-1 1,2 1,-1 0,-6 9,7-8,-282 250,192-171</inkml:trace>
  <inkml:trace contextRef="#ctx0" brushRef="#br1" timeOffset="-22086.661">41 731,'0'-11,"0"3,0 9,0 17,0 18,0 17,0 13,0 7,0 2,0-3,0-6,0-15</inkml:trace>
  <inkml:trace contextRef="#ctx0" brushRef="#br1" timeOffset="-21838.625">15 1280,'0'-5,"5"-1,5 0,8-1,9 1,5 1,3-1,-1-1,-3 0,-8 2</inkml:trace>
  <inkml:trace contextRef="#ctx0" brushRef="#br1" timeOffset="-21600.265">1 638,'23'-2,"21"-3,12-1,-3 0</inkml:trace>
  <inkml:trace contextRef="#ctx0" brushRef="#br1" timeOffset="-20163.008">535 879,'12'24,"-1"1,-2 0,-1 1,-1 0,-1 1,2 23,2 0,-9-45,-1-1,1 0,-1 0,1 0,0 0,0 0,1 0,-1-1,1 1,0 0,0-1,0 1,0-1,1 0,2 3,-3-6,-1 1,1-1,0 0,-1 0,1 0,0 0,0 0,-1-1,1 1,0 0,-1-1,1 1,0-1,-1 1,1-1,-1 0,1 0,-1 0,0 0,1 0,-1 0,0 0,1 0,-1-1,0 1,0 0,0-1,0 0,1 0,9-11,0-2,0 1,-2-1,0-1,-1 0,0 0,-1-1,-1 1,0-2,-2 1,0 0,-1-1,0 0,-1-8,-5 17,-2 25,2-3,1 0,0 0,1 0,0 0,1 1,1-1,0 0,0 0,2 0,0 0,0 0,1 0,0-1,4 6,-5-15,-1 1,1-1,1 0,-1 0,0 0,1 0,-1-1,1 0,0 1,0-1,0 0,0-1,0 1,0-1,1 0,-1 0,0 0,1-1,-1 1,0-1,1 0,-1 0,1-1,-1 1,0-1,1 0,-1 0,0-1,0 1,0-1,0 0,0 0,0 0,0-1,-1 1,1-1,-1 0,1 0,-1 0,1-2,6-4,-1-1,0-1,0 1,-1-2,-1 1,0-1,0 0,-2 0,1-1,-1 0,-1 0,0 0,-1 0,-1-1,1-7,-5 17,-3 23,0 69,5-84,0-1,1 1,-1-1,1 1,0-1,0 1,1-1,-1 0,1 1,-1-1,1 0,0 0,0 0,1 0,-1-1,1 1,-1-1,1 1,0-1,0 0,0 0,0 0,2 1,6 0,0-1,0 0,1 0,-1-1,0-1,1 0,-1 0,0-1,1-1,-1 0,0 0,0-1,0 0,-1-1,1-1,-1 1,0-2,0 1,0-2,-1 1,0-1,4-4,-4 4,-1 0,0 0,-1-1,0 0,0 0,-1-1,0 1,0-1,-1-1,0 1,-1-1,0 0,0 0,-1 0,-1-1,2-9,-3 19,-1 0,1 0,-1 0,0 0,0 0,1 0,-1 0,0 0,0 0,0 0,0 0,0 1,0-1,0 0,0 0,-1 0,1 0,0 0,-1 0,1 0,0 0,-1 0,1 0,-1 1,1-1,-1 0,0 0,1 1,-1-1,0 0,1 1,-1-1,0 1,0-1,0 1,0-1,1 1,-1-1,0 1,0 0,0 0,0-1,0 1,0 0,0 0,0 0,0 0,0 0,0 0,0 0,0 0,0 1,0-1,1 0,-1 0,-1 1,-2 5,0 0,1 0,0 0,0 1,0-1,1 1,0-1,0 1,1 0,-1 0,2 0,-1 0,1 0,0 0,0 2,0 2,-1 70,4 0,10 61,0 1,-11-117,6 79,-6 0,-4 22,-2-105,-1-24,-5-71,-24-603,36 569,-1 106,0 0,0 0,1 0,-1 0,0 0,1 0,-1 0,1 0,-1 1,1-1,-1 1,1-1,0 1,-1-1,1 1,0 0,-1 0,1 0,0 0,-1 0,1 0,0 0,-1 1,1-1,-1 0,1 1,-1 0,1-1,-1 1,1 0,-1 0,1 0,-1 0,0 0,1 0,-1 0,0 0,0 0,0 1,0-1,1 2,1-2,14 11,0 1,0 1,-1 0,-1 1,-1 0,0 1,5 8,-17-22,-1 0,1 0,-1-1,0 1,0 0,1 1,-1-1,-1 0,1 0,0 0,0 0,-1 1,1-1,-1 0,0 1,0-1,1 0,-2 1,1-1,0 0,0 1,-1-1,1 0,-1 1,0-1,0 0,0 0,0 0,0 0,0 0,0 0,-1 0,1 0,-1 0,1-1,-1 1,0 0,0-1,0 0,0 1,0-1,0 0,0 0,0 0,0 0,-2 0,-3 2,-1 0,1-1,-1 0,1 0,-1 0,0-1,0 0,0-1,1 0,-1 0,0-1,0 0,-5-1,12 2,0-1,0 1,1 0,-1-1,0 1,0-1,0 1,0-1,0 1,1-1,-1 1,0-1,0 0,1 0,-1 1,0-1,1 0,-1 0,1 0,-1 1,1-1,0 0,-1 0,1 0,0 0,0 0,-1 0,1 0,0 0,0 0,0 0,0 0,0 0,0 0,1 0,-1 0,0 0,0 0,1 0,-1 0,1 0,-1 1,0-1,1 0,0 0,-1 0,1 0,33-38,97-70,-88 76,-1-2,-2-2,-1-2,7-11,-39 41,0 1,0-2,-1 1,0-1,-1 0,0 0,-1 0,0-1,0 1,-1-1,-1 0,0 0,0 0,-1-1,0 1,-1 0,0 0,-1 0,-1-1,1 1,-2 0,1 0,-2 0,1 1,-2-1,1 1,-2-1,5 9,0 0,0 0,-1 0,1 1,0-1,-1 0,0 0,1 1,-1-1,0 1,0 0,0-1,0 1,0 0,0 0,0 0,-1 0,1 1,0-1,0 1,-1-1,1 1,0 0,-1 0,1 0,0 0,-1 0,1 0,0 1,-1-1,1 1,0-1,0 1,0 0,0 0,-1 0,1 0,0 1,1-1,-1 0,-2 2,-2 7,0 0,0 0,1 1,0 0,1 0,1 0,-1 0,2 0,-1 1,2-1,-1 1,2 0,0-1,0 1,1 1,0 10,1 1,1 0,1-1,1 0,1 0,1 0,1-1,1 0,1-1,0 1,2-2,7 10,-11-18,1 0,0-1,1 0,0-1,0 0,1 0,1-1,-1-1,2 0,-1 0,1-1,0-1,0 0,1-1,-1 0,1-1,0-1,1 0,-1-1,13 1,-21-3,1 0,-1 0,1-1,-1 0,0 0,1 0,-1-1,0 0,0 0,0-1,0 1,-1-1,1-1,-1 1,0-1,1 0,-2 0,1 0,0-1,-1 0,0 0,0 0,0 0,-1 0,0-1,0 0,0 0,-1 0,0 0,0 0,0 0,0-3,1-2,-1-1,0 1,0-1,-1 1,-1-1,0 1,0-1,-1 0,-1 1,0-1,-1 1,0 0,0 0,-4-6,7 17,0-1,0 1,0-1,0 1,0-1,0 1,-1 0,1-1,0 1,0-1,0 1,-1 0,1-1,0 1,-1 0,1-1,0 1,-1 0,1-1,0 1,-1 0,1 0,-1-1,1 1,-1 0,1 0,0 0,-1 0,1 0,-1-1,1 1,-1 0,1 0,-1 0,1 0,-1 0,1 1,-1-1,1 0,0 0,-1 0,1 0,-1 0,1 1,-1-1,1 0,0 0,-1 1,1-1,0 0,-1 1,1-1,0 0,-1 1,1-1,0 0,-1 1,1-1,0 1,0-1,0 0,0 1,-1-1,1 1,0-1,0 1,0 0,-10 34,8-27,1 0,-1 0,1-1,0 1,1 0,0 0,0 0,1 0,0 0,0 0,1 0,0 0,0-1,1 1,0-1,1 0,-1 0,1 0,0 0,1 0,0-1,0 0,0 0,1 0,0-1,0 0,0 0,1 0,-1-1,1 0,0 0,7 2,18 0</inkml:trace>
  <inkml:trace contextRef="#ctx0" brushRef="#br1" timeOffset="-18796.949">2408 799,'-3'8,"0"1,1-1,0 1,1 0,0 0,0 0,1 0,0-1,1 1,-1 0,2 0,-1 0,1-1,1 1,0-1,0 1,0-1,1 0,0 0,1 0,0-1,0 0,0 0,6 5,-3-3,0 0,1-1,0 0,1-1,0 0,0 0,0-1,1-1,0 1,0-2,0 1,1-2,-1 1,1-2,0 1,0-2,8 1,-16-2,0-1,0 1,0-1,0 0,0 0,0 0,-1-1,1 1,0-1,0 0,-1 0,1 0,-1 0,0-1,0 1,0-1,0 0,0 0,0 0,-1 0,0-1,1 1,-1-1,0 1,-1-1,1 0,-1 0,0 0,0 0,1-2,1-11,0 1,-1-1,-1 0,0 0,-1 0,-3-13,-5 1,8 29,0 0,-1-1,1 1,-1 0,1 0,0-1,-1 1,1 0,-1 0,1 0,0 0,-1 0,1 0,-1 0,1 0,-1 0,1 0,-1 0,1 0,0 0,-1 0,1 0,-1 0,1 0,-1 0,1 1,0-1,-1 0,1 0,-1 1,1-1,0 0,-1 0,1 1,0-1,-1 0,1 1,0-1,0 1,-1-1,1 0,0 1,0-1,0 1,0-1,0 0,-1 1,1-1,0 1,0-1,0 1,0-1,0 1,0-1,0 0,0 1,1-1,-1 1,-3 5,0 0,0 0,1 0,0 1,1-1,-1 1,1-1,0 1,1-1,0 1,0 0,0-1,1 1,-1 0,2-1,-1 1,1-1,0 0,0 0,1 1,0-1,0-1,0 1,1 0,0-1,2 3,-3-6,0 0,1-1,-1 1,0-1,0 0,1 0,-1-1,1 1,-1-1,0 1,1-1,-1 0,1 0,-1-1,1 1,-1-1,1 0,-1 1,0-2,0 1,1 0,-1-1,0 1,0-1,2-2,65-60,-62 55,-1-1,-1 0,0 0,0-1,-1 0,0 0,-1 0,0 0,1-10,-9 16,-4 20,5-6,-1 0,1 0,1 0,0 0,0 0,0 0,1 1,1-1,0 5,0-11,0 0,1 1,-1-1,1 0,0 0,0 0,0 0,1 0,-1 0,1 0,-1 0,1 0,0 0,0-1,0 1,1-1,-1 0,0 0,1 1,0-2,-1 1,1 0,0 0,0-1,0 0,0 1,0-1,3 0,7 2,1 0,0-1,0-1,0 0,0-1,0-1,0 0,0-1,0 0,-1-1,1-1,-1 0,1-1,-1 0,-1-1,1-1,-1 0,0 0,-1-1,0-1,0 0,0-1,-6 5,0-1,0 0,-1 0,1-1,-1 1,-1-1,1 0,-1 0,0 0,0-5,-2 9,0 1,-1 0,1-1,-1 1,0 0,0-1,0 1,0-1,0 1,0 0,-1-1,1 1,-1 0,1-1,-1 1,0 0,0 0,0-1,0 1,-1 0,1 0,0 0,-1 1,0-1,1 0,-1 0,0 1,0-1,0 1,0 0,0 0,0-1,0 1,0 0,-2 0,1 0,0 0,0 0,-1 1,1-1,0 1,-1-1,1 1,-1 0,1 1,0-1,-1 0,1 1,0 0,-1 0,1 0,0 0,0 0,0 1,0 0,0-1,0 1,1 0,-1 0,0 0,1 1,-1-1,1 1,0-1,-2 3,-1 2,1 0,-1 0,1 0,0 1,1-1,0 1,0 0,0 0,1 0,0 0,0 6,2-9,0 1,0-1,0 0,0 0,1 0,0 0,0 0,0 0,1 0,0 0,0 0,0-1,0 1,1-1,-1 1,1-1,0 0,1 0,-1 0,1-1,0 1,0-1,0 0,0 0,0 0,1-1,-1 1,1-1,0 0,2 0,8 4,1-2,0 0,0 0,0-2,0 0,1-1,-1 0,0-1,3-2,-1 1,0-2,0 0,0-1,-1-1,0 0,0-2,0 0,-1 0,8-7,-15 9,-1 0,0-1,0 0,0-1,0 1,-1-2,-1 1,1-1,-1 0,0 0,-1-1,0 1,0-1,-1-1,0 1,-1 0,2-8,-6-36,1 52,0 0,0 0,0 0,0 0,0 0,-1 0,1 0,0 0,-1 0,1 0,0 0,-1 0,1 0,-1 0,0 1,1-1,-1 0,0 0,1 1,-1-1,0 0,0 1,0-1,1 1,-1-1,0 1,0-1,0 1,0 0,0-1,0 1,0 0,0 0,0 0,0 0,0 0,0 0,0 0,0 0,0 0,0 0,0 0,0 1,0-1,0 0,0 1,0-1,0 1,0-1,-3 4,0 0,0 1,0-1,0 1,1 0,-1 0,1 0,1 0,-1 0,1 1,0-1,0 1,0 0,1-1,0 1,0 0,0 0,1 0,0 0,0 0,0 0,1 0,0-1,1 3,-1-4,1 0,-1-1,1 1,0 0,1 0,-1-1,1 1,-1-1,1 0,0 0,0 0,1 0,-1-1,0 1,1-1,0 1,-1-1,1-1,0 1,0 0,0-1,0 0,1 0,-1 0,2 0,3 0,1 0,-1 0,1-1,-1 0,1 0,-1-1,1 0,-1-1,0 0,10-4,-13 4,0-1,0 0,0-1,0 1,-1-1,1 0,-1 0,0-1,0 0,-1 0,1 0,-1 0,0-1,-1 1,1-1,-1 0,0 0,0 0,-1-1,0 1,0-1,-1 1,1-1,-2 0,1 1,-1-1,1 0,-2 0,0-3,1 10,0 1,0-1,0 0,0 1,0-1,0 0,0 1,0-1,0 0,0 1,-1-1,1 0,0 0,0 1,0-1,-1 0,1 0,0 1,0-1,-1 0,1 0,0 0,0 1,-1-1,1 0,0 0,-1 0,1 0,0 0,0 0,-1 1,1-1,0 0,-1 0,1 0,0 0,-1 0,1 0,0 0,-1-1,1 1,0 0,-1 0,1 0,0 0,-1 0,1 0,0-1,0 1,-1 0,1 0,0 0,0-1,-1 1,1 0,0 0,0-1,0 1,-1 0,1 0,0-1,0 1,-13 29,11-23,0 0,1 1,-1-1,1 0,0 1,1 0,0-1,0 1,0-1,1 1,0-1,0 1,1-1,-1 0,1 1,1-1,-1 0,1 0,0-1,1 1,-1 0,1-1,0 0,0 0,1 0,0-1,-1 1,2-1,-1 0,0 0,1-1,0 0,-1 0,1 0,0-1,3 1,3 0,0 0,0-1,0 0,1-1,-1 0,1-1,-1-1,1 0,-1-1,0 0,0-1,1 0,-2 0,1-2,0 1,-1-2,0 1,0-2,-1 1,1-2,-1 1,-1-1,0-1,0 1,0-2,-1 1,-1-1,0 0,0-1,-1 1,0-1,3-10,-1-10,-1 0,-2-1,-1 0,-1 0,-2 0,-1 0,-2 0,-1 1,-1-1,-2 0,-1 1,-5-8,-15-50,14 71,5 29,3 35,9 3,1 1,3-1,1 0,3-1,2 0,2-1,2-1,2 0,16 25,-24-46,1 0,0-1,2 0,1-1,1-1,1-1,0 0,2-1,4 2,-22-20,1 1,-1-1,1 1,0-1,0 0,0 0,0-1,0 1,0 0,0-1,0 0,1 0,-1 0,1 0,-1-1,1 1,-1-1,0 0,1 0,-1 0,1 0,-1 0,1-1,-1 0,1 0,-1 0,0 0,1 0,-1-1,0 1,0-1,1-4,0 0,-1 0,0 0,0 0,0-1,-1 1,0-1,0 0,-1 0,1 0,-2 1,1-1,-1 0,0 0,0 0,-1 0,0 0,0 0,-1 0,-1-5,-17-61,-6 3</inkml:trace>
  <inkml:trace contextRef="#ctx0" brushRef="#br1" timeOffset="-18554.866">4359 611,'-20'-7,"-12"-2,-4 1,8 1,15 4,24 5,26 3,28 1,22 1,19-1,11 1,-16-1</inkml:trace>
  <inkml:trace contextRef="#ctx0" brushRef="#br1" timeOffset="-17855.167">4868 879,'-2'-2,"0"1,0-1,-1 1,1 0,0 0,0 0,-1 0,1 0,0 0,-1 1,1-1,-1 1,1 0,-1-1,1 1,-1 0,1 1,-1-1,1 0,0 1,-1-1,1 1,-1 0,1 0,0 0,0 0,-1 0,1 0,0 1,0-1,0 1,0-1,1 1,-1 0,0 0,1 0,-1 0,0 2,-2 3,1 0,1 0,0 0,0 1,0-1,1 1,0-1,0 1,1 0,0 0,0-1,1 1,0-1,0 1,1 0,0 0,-1-4,0 0,0-1,0 1,1-1,0 1,-1-1,1 1,0-1,1 0,-1 0,1 0,-1 0,1-1,0 1,0-1,0 1,0-1,0 0,1 0,-1 0,0-1,1 1,0-1,-1 0,1 0,0 0,0-1,-1 1,1-1,0 0,0 0,0 0,0 0,5-3,0-1,1 1,-2-1,1-1,0 0,-1 0,0 0,0-1,0-1,-1 1,0-1,0 0,-1-1,0 0,0 0,-1 0,0 0,0-1,-1 0,0 0,-1 0,0-1,0 1,-1-1,0 1,-1-1,0 0,0-2,-1 13,0-1,-1 0,1 0,0 0,0 0,0 0,-1 0,1 0,0 0,0 0,0 0,0 0,-1 0,1 0,0 0,0 0,0 0,-1 0,1 0,0 0,0 0,0 0,-1 0,1 0,0 0,0 0,0 0,-1 0,1 0,0 0,0-1,0 1,0 0,0 0,-1 0,1 0,0 0,0-1,-4 11,1 0,0-1,1 1,0 0,0 1,1-1,0 0,1 0,0 0,1 1,0-1,0 0,1 0,3 9,-3-15,1 1,-1-1,1 1,0-1,0 0,0 0,1-1,-1 1,1-1,0 1,0-1,0 0,0-1,1 1,-1-1,1 0,-1 0,1 0,0 0,0-1,0 0,0 0,0 0,0-1,0 0,0 0,0 0,0 0,0-1,0 0,0 0,0 0,0-1,-1 1,1-1,0-1,-1 1,1 0,-1-1,0 0,0 0,0 0,0-1,0 0,4-7,-1 0,0 0,-1-1,0 0,0 0,-1 0,-1-1,0 0,-1 0,-1 0,0 0,0 0,-1 0,-1-1,0 1,-1 0,-1-1,0 1,0 0,-1 0,-3-4,-7-9,84 92,-61-59,-1 0,0 0,0 1,-1 0,1 0,-2 1,1 0,-2 1,1 0,-1 0,0 0,-1 0,0 1,-1 0,-1 0,3 10,-2 29,-5-46,0 1,0 1,1-1,0 0,0 0,0 0,0 0,1 0,0 0,0 0,0 0,1 0,0-1,0 1,0 0,0-1,1 0,0 1,-1-1,2 0,-1 0,0-1,1 1,0-1,0 1,0-1,0 0,0-1,1 1,-1-1,1 0,2 1,5-1,0-2,0 1,0-1,0-1,0 0,0-1,0 0,-1-1,1 0,-1-1,1 0,-1-1,-1 0,1 0,-1-2,0 1,0-1,0-1,-1 1,0-2,-1 1,0-1,0 0,-1-1,0 0,-1 0,0-1,-1 1,0-1,0 0,0-4,-4 13,0 0,-1-1,1 1,0-1,-1 0,1 1,-1-1,0 1,0-1,0 0,0 1,0-1,-1 1,1-1,-1 0,1 1,-1-1,0 1,0 0,0-1,-1 1,1 0,0 0,-1-1,1 1,-1 0,0 0,0 1,0-1,0 0,0 1,0-1,0 1,-1 0,1-1,0 1,-1 0,1 0,-3 0,-1 2,0 0,0 1,0-1,0 1,0 0,0 1,1-1,-1 1,1 0,0 1,-1-1,1 1,1 0,-1 0,1 1,-1-1,1 1,1 0,-1 0,1 0,0 1,0-1,0 1,1 0,0 0,0 0,0 1,0-2,1-1,0 0,0 1,1-1,-1 0,1 1,0-1,0 1,1-1,-1 1,1-1,0 0,0 1,1-1,-1 0,1 0,0 0,0 0,0 0,0 0,1-1,0 1,-1-1,1 1,1-1,-1 0,0 0,1-1,-1 1,1-1,0 1,11 5,1 0,-1-1,1 0,0-1,1-1,0-1,11 2,78 9,0-6</inkml:trace>
  <inkml:trace contextRef="#ctx0" brushRef="#br0" timeOffset="10326.129">282 2042,'20'0,"17"-2,10-1,9 0,3 1,2 0,-3 1,-7 3,-8 0,-8 1,-11 2,-6 0,-5-2,-5 0</inkml:trace>
  <inkml:trace contextRef="#ctx0" brushRef="#br0" timeOffset="11963.366">1739 2175,'0'-58,"2"15,-1 0,-3 0,-2 1,-1-1,-2 1,-2 0,-3-2,12 43,0 1,0-1,0 0,0 1,0-1,0 0,0 1,0-1,0 1,1-1,-1 0,0 1,0-1,1 1,-1-1,0 1,1-1,-1 1,1-1,-1 1,0-1,1 1,-1-1,1 1,-1 0,1-1,0 1,-1 0,1 0,-1-1,1 1,-1 0,1 0,0 0,-1 0,1 0,0 0,-1 0,1 0,-1 0,1 0,0 0,-1 0,1 0,0 0,-1 0,1 1,-1-1,1 0,-1 0,1 1,-1-1,1 0,-1 1,1-1,-1 1,1-1,-1 1,1-1,-1 1,0-1,1 1,-1-1,0 1,1 0,8 2,165 43,-170-45,1 1,-1 0,0 0,0 1,-1-1,1 1,0-1,-1 1,1 0,-1 1,0-1,0 1,-1-1,1 1,-1 0,1 0,-1 0,0 0,-1 0,1 0,-1 1,1 2,1 105,-2-17,0-91,1 1,-1-1,0 0,1 0,0 0,0 0,0 0,1 0,-1 0,1-1,0 1,0-1,0 0,0 0,1 0,-1 0,1-1,0 1,-1-1,1 0,0 0,1 0,-1-1,0 1,0-1,1 0,1 0,2 0,-1 0,0 0,0-1,0 0,1-1,-1 1,0-1,0-1,0 1,0-1,0-1,0 1,-1-1,1 0,-1-1,5-2,-5 1,0 0,-1 0,1 0,-1-1,-1 1,1-1,-1 0,0-1,0 1,-1-1,1 0,-2 0,1 0,-1 0,0 0,0-1,-1 1,0 0,-1-1,1 1,-1-1,-1 1,1-1,-1 1,-1-1,1 1,-3-7,3 13,1 0,0 0,0 0,0 1,0-1,-1 0,1 0,0 0,-1 0,1 1,0-1,-1 0,1 0,-1 1,1-1,-1 0,0 1,1-1,-1 1,0-1,1 1,-1-1,0 1,0-1,1 1,-1 0,0-1,0 1,0 0,1 0,-1 0,0-1,0 1,0 0,0 0,0 0,1 0,-1 1,0-1,0 0,0 0,0 0,0 1,1-1,-1 0,0 1,0-1,1 1,-1-1,0 1,1-1,-1 1,0-1,1 1,-1 0,1-1,-1 1,1 0,-1 0,1-1,-1 1,1 0,0 1,-5 9,1 1,0 0,1 1,0-1,1 1,1-1,0 1,0 0,1-1,1 1,0 0,1-1,1 1,-2-8,0 0,1-1,0 1,0-1,0 1,0-1,1 0,0 0,-1 0,1 0,1-1,-1 1,1-1,-1 0,1 0,0 0,0 0,0-1,0 0,1 1,-1-2,1 1,-1 0,1-1,0 0,0 0,-1 0,3-1,12 2,-1-1,1-1,-1-1,1-1,-1 0,15-4,110-35,-81 19</inkml:trace>
  <inkml:trace contextRef="#ctx0" brushRef="#br0" timeOffset="12714.199">2795 1975,'-16'-2,"0"1,0 0,-1 1,1 1,0 0,0 1,-12 4,21-5,1 1,0 0,0 0,0 1,0-1,0 1,0 1,1-1,-1 1,1 0,0 0,0 0,1 1,-1 0,1 0,0 0,0 0,1 1,-1-1,0 3,3-6,1-1,-1 1,0-1,1 1,-1 0,1 0,-1-1,1 1,0 0,0 0,0-1,0 1,0 0,0 0,0-1,0 1,1 0,-1 0,1-1,-1 1,1 0,0-1,0 1,0-1,-1 1,2-1,-1 1,0-1,0 0,0 1,1-1,-1 0,0 0,1 0,-1 0,1 0,-1 0,1-1,0 1,-1 0,1-1,1 1,78 5,-70-7,-1-1,1-1,-1 0,0 0,0 0,0-2,0 1,-1-1,0 0,0-1,0 0,-1-1,1 0,-2 0,1-1,-1 0,0 0,4-7,-8-4,-13 30,9-9,0 1,1 0,-1 0,1 0,0 0,0 0,0 0,0 0,0 0,1 0,0 0,-1 0,1 0,0 0,0-1,1 1,-1 0,0-1,1 1,0-1,0 1,-1-1,1 0,1 0,-1 0,0 0,0 0,1 0,-1-1,1 1,-1-1,1 1,0-1,0 0,0 0,-1-1,1 1,0 0,0-1,0 0,0 0,0 0,0 0,0 0,3-1,6 1,1-1,-1 0,0-1,0 0,0-1,0 0,0-1,0 0,-1-1,0-1,0 0,0 0,-1-1,1 0,-2-1,1 0,-1 0,-1-1,1 0,-1-1,-1 0,0 0,-1-1,1 0,-2 0,0 0,0-1,-1 1,0-1,-1 0,-1-1,-1-7,-2 0,0 0,-1 0,-1 1,-1-1,-1 1,-1 0,0 0,-1 1,-1-1,-1 2,-1-1,0 1,-1 1,-1 0,-5-5,-30-21,46 40,-1 2,1-1,-1 0,1 0,-1 0,1 1,-1-1,1 1,-1-1,0 1,1 0,-1-1,0 1,1 0,-1 0,0 0,1 0,-1 1,0-1,1 0,-1 1,1-1,-1 1,0-1,1 1,-1 0,1 0,0 0,-1-1,1 1,0 1,-1-1,1 0,-1 1,-2 7,0-1,0 1,1 0,0 0,1 0,-1 0,2 0,0 0,0 1,0-1,1 0,1 1,-1-1,2 1,-1-1,1 0,3 8,5 17,2 0,1 0,2-1,1-1,1-1,2 0,1-1,2-1,0-1,2-1,3 0,-26-26,65 55,-64-55,1 0,-1 0,0 0,1 0,-1 0,1 0,-1 0,1-1,-1 0,1 1,-1-1,1 0,0 0,-1 0,1 0,-1-1,1 1,0-1,-1 0,0 0,1 1,-1-2,1 1,-1 0,0 0,0-1,0 1,0-1,0 0,0 1,0-1,13-15,-1 0,-1-1,-1 0,0-1,-1 0,-1-1,-1 0,-1 0,0-4,-3 4,-5 20,0 0,0 0,0 0,0 0,0 0,-1 0,1 1,0-1,0 0,0 0,0 0,0 0,-1 0,1 0,0 0,0 0,0 0,0 0,-1 0,1 0,0 0,0 0,0 0,0 0,0 0,-1 0,1 0,0 0,0 0,0 0,0 0,-1 0,1-1,0 1,0 0,0 0,0 0,0 0,0 0,-10 18,7-12,1 1,-1-1,1 1,0-1,0 1,1-1,0 1,0 0,1 0,0 0,0 0,0 0,1-1,0 1,1 0,-1-1,1 1,0 0,1-1,0 0,0 0,0 0,1 0,-1 0,2-1,-1 1,3 2,1-3,1-1,-1 0,1 0,-1-1,1 0,0 0,0-1,0-1,0 1,1-1,-1-1,4 0,28 0</inkml:trace>
  <inkml:trace contextRef="#ctx0" brushRef="#br0" timeOffset="12961.541">3477 1654,'21'0,"6"0</inkml:trace>
  <inkml:trace contextRef="#ctx0" brushRef="#br0" timeOffset="13613.593">3812 1761,'6'0,"1"1,-1 0,1 0,-1 1,1-1,-1 1,0 1,0-1,0 1,0 0,0 1,-1-1,1 1,-1 0,0 1,0-1,-1 1,1 0,1 3,4 5,-1 0,-1 0,0 0,-1 1,-1 1,0-1,3 12,3 26,-2 1,-2-1,-3 1,-2 1,-4 42,13 146,15-138,-26-99,1-1,0 0,1 0,-1 0,0 0,1 0,0-1,0 1,0-1,1 0,-1 0,1 0,-1 0,1 0,0-1,0 0,0 0,0 0,1 0,-1 0,4 0,-2-3,0 0,0 0,-1 0,1-1,0 0,-1 0,1-1,-1 1,0-1,0 0,0 0,0-1,0 0,-1 0,1 0,-1 0,0-1,-1 1,1-1,-1 0,0 0,0 0,0-1,-1 1,0-1,0 1,0-1,0-2,3-8,0 0,-1-1,-1 0,-1 0,0 0,-1 0,-1 0,0 0,-2 0,0 0,0 0,-2 1,0-1,-1 1,-1 0,0 0,-1 0,-1 1,0 0,-1 1,-10-13,5 8,-1 0,-1 1,-1 1,0 0,-1 1,-1 1,0 1,-1 1,-1 1,0 0,-1 2,0 0,0 1,-1 2,-6-2,71 2,320-19,-357 26,-2 0,-1-1,0 0,1 1,-1-1,0 1,1 0,-1 0,0 0,1 0,-1 0,1 0,-1 1,0-1,1 1,-1-1,0 1,0 0,0 0,1 0,-1 0,0 1,0-1,0 0,-1 1,1 0,0-1,-1 1,1 0,-1 0,1 0,-1 0,0 0,0 0,0 0,0 0,0 0,0 1,0-1,-3 14,1-15,1 1,-1 0,1 0,-1 0,1 0,0 0,0 0,-1 0,2 0,-1 0,0 0,0 0,1 0,-1 0,1 0,-1 0,1 0,0 0,0-1,0 1,0 0,0 0,0-1,0 1,1-1,-1 1,1-1,-1 0,1 1,-1-1,2 0,0 1,0-1,1 0,-1 0,0 0,1 0,-1 0,1-1,-1 1,1-1,-1 0,1 0,-1-1,1 1,-1-1,1 0,-1 1,0-2,1 1,-1 0,0-1,0 1,0-1,0 0,0 0,0 0,0 0,-1-1,1 1,-1-1,0 1,0-1,0 0,0 0,0 0,0 0,-1 0,1 0,-1-1,0 1,0 0,0-1,-1 1,1-1,-1 1,0-1,0 1,0-1,0 1,-1-1,1 1,-1-1,0 1,0-1,-1 1,0-3,-1 0,-1 0,1 1,-1-1,0 1,0 0,0 0,-1 0,0 1,0 0,0 0,0 0,-1 0,0 1,0 0,1 0,-2 1,1-1,0 1,0 1,-1-1,1 1,-6-1,10 2,-1 1,1-1,-1 0,1 1,-1-1,1 1,-1 0,1-1,0 1,0 0,-1 1,1-1,0 0,0 1,0-1,0 1,0-1,1 1,-1 0,0 0,1 0,-1 0,1 0,0 0,0 0,-1 1,2-1,-1 0,0 1,0-1,1 1,-1-1,0 4,0-1,0 1,1-1,-1 1,1-1,1 1,-1-1,1 1,0-1,0 1,0-1,1 0,0 0,0 2,1-2,0 0,1-1,-1 1,1-1,0 0,0 0,0 0,1-1,-1 1,1-1,0 0,0 0,0-1,0 1,0-1,2 0,24 8</inkml:trace>
  <inkml:trace contextRef="#ctx0" brushRef="#br0" timeOffset="14430.536">4546 1534,'-8'-2,"-1"0,0 1,0 1,0 0,1 0,-1 0,0 1,0 0,1 1,-1 0,0 1,1-1,0 2,0-1,0 1,0 0,0 1,1 0,0 0,0 0,5-3,1 0,-1 0,1 0,-1 0,1 0,0 0,0 1,0-1,0 0,0 1,1-1,-1 1,1-1,-1 0,1 1,0-1,0 1,0-1,0 1,1-1,-1 1,1-1,-1 1,1-1,0 0,0 1,0-1,0 0,0 0,1 0,-1 0,1 0,58 57,21 1,-45-36,-2 1,-1 1,-1 2,-1 2,-2 0,-1 2,-1 2,-13-11,32 34,-44-57,1 0,-1 0,1 0,-1 0,0 0,1-1,-1 1,1-1,-1 0,1 1,-1-1,0 0,0 0,1-1,-1 1,0 0,0-1,0 1,0-1,-1 0,1 1,0-1,-1 0,1 0,-1 0,0 0,1-1,-1 1,0-2,1 1,9-10,-2 0,0-1,0 0,-2 0,1-1,-2 0,0-1,-1 1,-1-1,2-9,-9 17,-5 19,6-7,0-1,0 1,0 0,1 0,0 0,0 0,0 0,0 0,0 0,1 0,0 0,0 0,0 0,0 0,1 0,-1 0,1 0,0 0,0 0,1 0,-1 0,1-1,0 1,0-1,0 1,0-1,1 1,-1-1,1 0,0 0,0-1,0 1,0 0,0-1,1 0,-1 0,1 0,-1 0,2 0,4 0,0 0,1-1,0 0,-1 0,1-1,-1 0,1-1,0 0,-1 0,1-1,-1-1,0 1,0-2,1 0,-5 2,0 0,0 0,0 0,-1-1,1 0,-1 0,0 0,0 0,0-1,0 0,-1 0,1 0,-1 0,0 0,0-1,-1 1,1-1,-1 0,0 0,0 0,-1 0,1 0,-1 0,0 0,-1 0,1-2,-6-13,-3 27,7-1,0 1,0-1,1 0,0 0,0 0,0 0,1 0,0 0,0 0,1 0,-1 0,1 0,1 0,-1-1,1 1,0-1,0 0,1 1,-1-1,1-1,0 1,1-1,-1 0,1 1,0-2,0 1,0-1,0 0,0 0,1 0,0-1,-1 1,1-1,0-1,0 1,0-1,0 0,0-1,0 1,1-1,-1 0,5-1,0-3,-1-1,1 0,-1-1,0 0,0 0,0-1,-1 0,0-1,-1 0,0 0,0-1,0 0,-1 0,-1-1,0 0,0 0,0 0,-2-1,1 0,-1 0,1-7,-2-23,-3 41,0-1,0 0,0 1,0-1,0 1,0-1,-1 1,1-1,0 0,0 1,-1-1,1 1,0-1,-1 1,1-1,0 1,-1-1,1 1,-1 0,1-1,0 1,-1 0,1-1,-1 1,0 0,1-1,-1 1,1 0,-1 0,1 0,-1-1,1 1,-1 0,0 0,1 0,-1 0,1 0,-1 0,0 0,1 0,-1 1,1-1,-1 0,1 0,-1 0,0 1,1-1,-1 0,1 1,-1-1,1 0,-1 1,1-1,0 0,-1 1,1-1,-1 1,1-1,0 1,-1-1,1 1,0-1,0 1,-1 0,-3 2,-1 1,1 0,0 0,0 0,0 1,1 0,0-1,-1 1,2 0,-1 1,1-1,-1 0,1 1,1-1,-1 1,1 0,0-1,0 1,1 0,0 0,0 0,0-1,0 1,1 0,0 0,1-1,-1 1,1 0,0-1,0 0,2 3,6 0,0-1,1 0,0 0,0-1,1 0,0-1,0-1,0 0,0 0,1-1,-1-1,1 0,11 0,-8 0,75 11</inkml:trace>
  <inkml:trace contextRef="#ctx0" brushRef="#br0" timeOffset="15210.313">7113 1841,'-9'0,"0"1,-1 0,1 1,0 0,0 0,1 1,-1 0,0 0,1 1,0 0,0 1,0 0,0 0,1 1,0 0,0 0,0 0,1 1,0 0,0 0,1 1,-2 4,6-10,0 0,0 0,0 0,1 0,-1 0,1 0,-1 0,1 0,0 0,0 0,0 0,0 0,0 1,1-1,-1 0,0 0,1 0,0 0,-1 0,1 0,0 0,0 0,0 0,0-1,1 1,-1 0,0-1,1 1,-1-1,1 1,-1-1,1 0,0 1,0-1,0 0,-1 0,1 0,0 0,0-1,0 1,0-1,1 1,0-1,8 0,0-1,0 0,0-1,-1-1,1 0,-1 0,1-1,-1 0,0 0,0-1,-1-1,0 0,0 0,0-1,-1 0,1 0,-2-1,1 0,5-9,-5 8,0-1,-1 0,0 0,-1 0,0-1,0 0,-1 0,-1 0,0-1,0 1,-1-1,-1 0,0 0,-1 0,0-1,-1 1,0 0,-1 0,0 0,-1 0,0 0,-1 0,0 0,-1 1,-1-1,1 1,-2 0,0 0,0 1,-1 0,0 0,0 0,-4-2,9 10,0-1,1 0,-1 1,-1-1,1 1,0 0,-1 0,1 0,-1 0,1 0,-1 0,0 1,0 0,0-1,0 1,0 0,0 0,0 0,0 1,0-1,-1 1,1 0,0 0,0 0,-1 0,1 0,0 1,0-1,0 1,0 0,0 0,0 0,0 1,0-1,-2 2,1 4,0 1,1-1,0 1,0-1,1 1,0 0,0 0,1 0,0 0,0 0,1 0,0 1,0-1,1 0,0 0,1 0,0 0,0 0,3 5,0 5,2 0,0-1,0 0,2 0,0-1,1 0,1-1,0 0,1-1,1 0,0 0,1-2,0 0,1 0,0-1,1-1,0-1,0 0,1-1,8 2,-19-8,-1 0,1 0,0-1,0 1,1-2,-1 1,0-1,0 0,0 0,0 0,0-1,1 0,-1 0,0-1,-1 0,1 0,0 0,0 0,-1-1,1 0,-1 0,0-1,0 0,0 0,-1 0,1 0,-1 0,0-1,0 0,-1 0,1 0,-1-2,26-77,-30 96,6 102,-4-110,0 0,0 0,1 0,-1-1,1 1,-1 0,1-1,0 1,1-1,-1 0,0 0,1 0,0 0,0 0,0 0,0-1,0 1,0-1,1 0,-1 0,1 0,0 0,-1-1,1 0,0 1,3-1,18 3</inkml:trace>
  <inkml:trace contextRef="#ctx0" brushRef="#br0" timeOffset="15446.681">7594 1574,'7'14,"16"8,4 2</inkml:trace>
  <inkml:trace contextRef="#ctx0" brushRef="#br0" timeOffset="16060.175">8169 1868,'-24'-9,"-4"-3,0 2,-1 1,0 1,-1 1,-6 1,32 5,1 1,-1-1,0 1,0 0,0 0,1 1,-1-1,0 1,0-1,1 1,-1 0,0 1,1-1,-1 1,1-1,0 1,-1 0,1 0,0 1,0-1,0 1,1-1,-1 1,0 0,1 0,0 0,0 0,0 0,0 1,0-1,1 1,-1-1,1 1,0 0,0-1,1 1,-1 0,1 0,-1-1,1 1,0 0,1 2,0-3,-1 0,1 0,1 1,-1-1,0 0,1 0,-1 0,1-1,0 1,0 0,0-1,0 1,1-1,-1 1,1-1,-1 0,1 0,0 0,0-1,0 1,0-1,0 1,0-1,0 0,1 0,84 8,-77-10,0 0,0-1,0 0,0 0,0-2,-1 1,1-1,-1-1,0 0,-1 0,1-1,-1 0,0-1,0 0,-1 0,0-1,0 0,-1-1,0 1,0-1,-1-1,0 1,-1-1,-4 7,0 1,0 0,0-1,0 1,-1-1,1 1,-1-1,0 1,1-1,-1 1,0-1,-1 1,1-1,0 1,-1-1,1 1,-1-1,0 1,0 0,0-1,0 1,0 0,-2-2,2 3,1 1,-1 0,0-1,1 1,-1 0,0 0,1-1,-1 1,0 0,1 0,-1 0,0 0,0 0,1 0,-1 0,0 0,1 0,-1 0,0 1,0-1,1 0,-1 0,0 1,1-1,-1 0,1 1,-1-1,0 1,1-1,-1 1,1-1,-1 1,1-1,0 1,-1-1,1 1,-1 0,1-1,0 1,-1 0,1-1,0 1,0 0,0-1,-1 2,-11 33,10-31,1 0,0 1,1-1,-1 1,1-1,0 1,0-1,0 1,1-1,-1 1,1-1,0 1,0-1,1 0,-1 1,1-1,0 0,0 0,1 0,-1-1,1 1,0 0,0-1,0 0,0 0,0 0,1 0,0 0,-1-1,1 1,0-1,0 0,0 0,2 0,16 5,0-2,0 0,1-1,0-1,0-2,0 0,0-1,0-1,-1-2,1 0,0-1,-1-1,0-2,12-4,-24 7,0 0,-1-1,0 0,0 0,0-1,-1 0,1 0,2-4,-9 8,0 1,-1-1,1 1,-1-1,1 0,-1 1,0-1,0 0,1 0,-1 0,-1 0,1 0,0 0,0 0,-1-1,1 1,-1 0,0 0,0 0,0-1,0 1,0 0,0 0,0-1,-1 1,1 0,-1 0,0 0,1 0,-1 0,0 0,0 0,0 0,-1 0,1 0,0 0,-1 1,1-1,-1 1,0-1,0 0,-4-2,-1-1,1 1,-1 1,0-1,0 1,0 1,0-1,-1 1,1 0,0 1,-1 0,0 0,1 0,-1 1,1 0,-1 1,0 0,1 0,-1 1,1-1,0 2,-1-1,1 1,0 0,1 0,-1 1,0 0,1 0,0 1,0 0,0 0,-1 2,6-6,-1 1,1-1,0 1,-1 0,1-1,0 1,0 0,1 0,-1 0,0 0,0 0,1 0,-1 0,1 0,0 0,0 0,0 0,0 0,0 0,0 0,0 0,1 0,-1 0,1 0,-1 0,1 0,0 0,0 0,0 0,0 0,0 0,0-1,0 1,1 0,-1-1,1 1,-1-1,1 0,-1 0,1 1,0-1,0 0,-1 0,1 0,13 6,0 0,1-1,-1-1,1 0,0-1,9 0,-16-3,0 0,0 0,0 1,0 0,0 0,-1 1,1 0,-1 1,0 0,0 0,0 1,0 0,-1 0,0 1,0 0,0 0,-1 1,0-1,0 1,0 1,-1-1,3 7,-1 10,-1 1,0-1,-2 1,-2 0,0 0,-1 0,-1 0,-2 0,0-1,-4 14,-21 105,17-116</inkml:trace>
  <inkml:trace contextRef="#ctx0" brushRef="#br0" timeOffset="16477.267">8905 2015,'-14'-276,"14"264,0 4,-1 7,1 0,-1 0,1-1,0 1,-1 0,1 0,0 0,0-1,0 1,0 0,0 0,0-1,0 1,0 0,1 0,-1-1,0 1,1 0,-1 0,1 0,-1 0,1-1,0 1,-1 0,1 0,0 0,0 0,-1 1,1-1,0 0,0 0,0 0,0 1,0-1,1 1,-1-1,0 0,0 1,0 0,0-1,1 1,-1 0,0 0,0-1,1 1,0 0,142 42,-119-32,-21-10,0 1,-1 0,1 0,-1 0,1 0,-1 1,1 0,-1-1,0 1,0 0,0 1,0-1,0 1,0-1,-1 1,1 0,-1 0,0 0,1 0,-2 0,1 0,0 1,-1-1,1 1,-1-1,0 1,0-1,0 1,-1 0,1 0,-20 60,0 16,21-77,0 0,0 0,0 0,1 0,-1-1,1 0,-1 1,1-1,0 0,0 0,0 0,0-1,0 1,1-1,-1 1,0-1,1 0,-1-1,1 1,-1 0,1-1,-1 0,1 0,-1 0,1 0,-1-1,1 1,-1-1,2 0,-3 1,116-11,-58 2</inkml:trace>
  <inkml:trace contextRef="#ctx0" brushRef="#br0" timeOffset="17418.525">9800 1855,'-30'-13,"-1"1,0 1,0 2,-1 1,-31-3,60 10,-1 1,1 0,0 0,0 0,0 0,0 1,0-1,0 1,-1 0,1 0,1 0,-1 0,0 0,0 1,0-1,1 1,-1 0,0 0,1 0,0 0,-1 0,1 0,0 1,0-1,1 1,-1-1,0 1,1 0,-1 0,1 0,0 0,0 0,0 0,1 0,-1 0,-1 2,1-1,0 1,0 0,0-1,1 1,-1 0,1-1,0 1,1 0,-1 0,1-1,0 1,0 0,0-1,1 1,0-1,0 0,0 1,0-1,0 0,1 0,0-1,0 1,0 0,0-1,1 0,-1 1,1-1,0-1,0 1,0-1,0 1,0-1,0 0,4 0,2 1,0-1,0 0,1-1,-1 0,1-1,-1 0,1 0,-1-1,1-1,-1 0,0 0,0-1,0 0,0-1,3-2,-7 4,0-1,0 0,-1 0,1 0,-1-1,0 1,0-2,0 1,0 0,-1-1,0 0,0 0,0 0,-1 0,1-1,-1 1,0-1,-1 0,0 0,0 0,0 0,0-1,-1 1,0 0,0-4,-1 8,0 0,0 0,0 0,0 0,0-1,0 1,0 0,-1 0,1 0,-1 0,1 0,-1 0,0 0,0 1,0-1,0 0,0 0,0 0,0 1,-1-1,1 1,-1-1,1 1,-1 0,0-1,1 1,-1 0,0 0,0 0,0 0,0 0,0 1,0-1,0 1,0-1,0 1,0 0,0 0,0-1,0 1,0 1,0-1,0 0,0 1,0-1,0 1,0-1,0 1,0 0,0 0,0 0,0 0,1 0,-2 1,1 0,-1 1,1 0,0 0,0 0,0 0,0 0,1 0,-1 1,1-1,0 0,0 1,0-1,0 1,1-1,-1 1,1 0,0-1,0 1,0-1,1 1,-1-1,1 1,0 0,0-1,0 0,1 1,-1-1,1 0,-1 0,1 0,0 0,0 0,1 0,-1 0,1-1,-1 1,1-1,0 1,0-1,0 0,0 0,0-1,1 1,4 3,1-1,0 0,0 0,0-1,1 0,-1-1,1 0,-1 0,1-1,0 0,0-1,-1 0,1-1,0 0,0 0,-1-1,1 0,-1-1,0 0,1-1,1-1,-7 2,0-1,0 0,0 0,-1 0,1-1,-1 1,0-1,-1 0,1 0,-1 0,0 0,0 0,0-1,-1 1,0 0,0-1,0 1,-1-1,0 1,0-1,0 1,0-1,-1 1,0-1,0 1,-1-1,0 1,0-2,-7 26,8-14,0 0,1 1,-1-1,1 0,0 1,0-1,0 0,1 0,0 1,0-1,0 0,1 0,0 0,0 0,0 0,0-1,1 1,0-1,0 1,0-1,0 0,1 0,0 0,-1-1,1 1,1-1,-1 0,0 0,1 0,0-1,-1 0,5 2,0-4,-1 0,0-1,0 0,0 0,0-1,-1 0,1 0,0 0,-1-1,1-1,-1 1,0-1,0 0,-1-1,1 0,-1 0,0 0,0-1,0 0,-1 0,0 0,0-1,-1 1,0-1,0 0,-1-1,1 1,-1-1,-1 1,0-1,0 0,1-7,-4 15,1 1,-1-1,0 1,1-1,-1 1,0-1,1 1,-1-1,0 0,0 1,1-1,-1 0,0 0,0 0,0 1,1-1,-1 0,0 0,0 0,0 0,1 0,-1 0,0-1,0 1,0 0,1 0,-1-1,0 1,0 0,1-1,-1 1,0-1,1 1,-1 0,0-1,1 0,-1 1,1-1,-1 1,1-1,-1 0,1 1,-1-1,1 0,0 0,-1 1,1-1,0 0,0 0,-1 0,1 1,0-1,0 0,0 0,0 0,0 1,0-1,0 0,0 0,1 0,-1 0,-2 4,-1-1,1 1,0 0,0 0,1 0,-1 0,1 0,-1 0,1 1,0-1,0 0,0 1,1-1,-1 1,1-1,0 1,0-1,0 1,0-1,1 1,0-1,-1 0,1 1,0-1,0 0,1 1,-1-1,1 0,0 0,0 0,0 0,0-1,0 1,0 0,1-1,-1 0,1 1,0-1,0 0,0 0,0 0,8-1,-1 0,0 0,1-1,-1-1,1 1,-1-2,0 1,0-2,0 1,0-1,0-1,0 0,-1 0,0-1,0 0,0 0,0-1,-1-1,0 1,0-1,-1 0,0-1,0 0,4-7,-9 13,1-1,-1 0,-1 0,1-1,0 1,-1 0,1 0,-1-1,0 1,0-1,-1 1,1-1,-1 1,1-1,-1-2,-1 6,1-1,-1 1,0-1,1 1,-1-1,0 1,1-1,-1 1,0 0,0-1,1 1,-1 0,0 0,0-1,1 1,-1 0,0 0,0 0,0 0,0 0,1 0,-1 0,0 0,0 1,0-1,1 0,-1 0,0 1,0-1,1 0,-1 1,0-1,1 1,-1-1,0 1,1-1,-1 1,1-1,-1 1,1 0,-1-1,1 1,-1 0,1-1,0 1,-1 0,1 0,0-1,0 1,-1 0,1 0,0 0,0 0,-1 2,0 1,0 0,0-1,0 1,1 0,0 0,0 0,0-1,0 1,0 0,1 0,0 0,0-1,0 1,0 0,0-1,1 1,-1-1,1 1,0-1,0 0,1 0,-1 0,0 0,1 0,0-1,0 1,0-1,0 1,0-1,0 0,1 0,-1-1,1 1,-1-1,1 0,-1 1,2-1,25 12,1-1,1-2,0-1,0-1,0-2,8 0,48 7</inkml:trace>
  <inkml:trace contextRef="#ctx0" brushRef="#br0" timeOffset="17881.532">11377 1841,'-4'-4,"-2"1,1 0,0 0,-1 0,1 1,-1-1,0 2,0-1,0 0,0 1,0 0,0 1,0-1,0 1,0 0,0 1,-1 0,1 0,0 0,0 0,1 1,-1 0,0 0,1 1,-1 0,1 0,-2 1,0 1,1 0,0 0,0 1,0 0,1 0,0 1,0-1,0 1,1 0,0 0,0 0,1 1,0-1,1 1,-1 0,1 2,2-9,0 0,0 1,-1-1,2 1,-1-1,0 0,0 1,0-1,0 1,1-1,-1 0,1 1,-1-1,1 0,0 0,-1 1,1-1,0 0,0 0,0 0,0 0,0 0,0 0,0 0,0 0,0 0,0-1,1 1,-1 0,0-1,0 1,1-1,-1 1,1-1,-1 0,0 1,1-1,0 0,56-1,-46-2,0 0,-1-1,1 0,-1 0,0-2,0 1,0-1,-1-1,0 0,0 0,-1-1,0 0,0-1,-1 0,0 0,0-1,1-3,-8 12,0 0,0 0,-1 0,1 0,0-1,-1 1,1 0,-1 0,1-1,-1 1,1 0,-1-1,0 1,0 0,0-1,0 1,0 0,0-1,0 1,0 0,0-1,-1 1,1 0,0-1,-1 1,1 0,-1 0,0-1,1 1,-1 0,0 0,0 0,0 0,1 0,-1 0,0 0,0 0,-1 0,1 1,0-1,0 0,0 1,0-1,-1 1,1-1,0 1,-1-1,1 1,0 0,-1 0,1 0,0 0,-1 0,1 0,0 0,-1 0,0 0,0 1,-1 0,1-1,0 1,0 0,-1 0,1 0,0 1,0-1,0 1,0-1,0 1,1-1,-1 1,0 0,1 0,-1 0,1 0,-1 0,1 0,0 0,0 1,0-1,0 0,1 1,-1-1,1 0,-1 1,1-1,0 1,0-1,0 1,0-1,0 0,1 1,-1-1,1 1,-1-1,1 0,0 1,0-1,0 0,0 0,0 0,2 2,2 1,1 0,-1 0,1-1,0 1,0-1,1-1,-1 1,1-1,0 0,0-1,0 0,3 1,162 32,-78-24</inkml:trace>
  <inkml:trace contextRef="#ctx0" brushRef="#br0" timeOffset="26976.456">175 2978,'0'-2,"1"0,0 1,-1-1,1 1,0-1,0 1,0 0,0-1,1 1,-1 0,0 0,0-1,1 1,-1 0,1 0,-1 1,1-1,-1 0,1 0,-1 1,1-1,0 1,-1-1,1 1,0 0,0 0,-1 0,1 0,0 0,0 0,-1 0,1 0,0 1,-1-1,1 1,0-1,4 0,423-28,-276 15,-153 13,0 1,0-1,0 0,-1 0,1 0,0 0,0 1,0-1,0 0,0 0,0 1,0-1,0 0,-1 0,1 0,0 1,0-1,0 0,0 0,0 1,0-1,0 0,0 0,0 1,1-1,-1 0,0 0,0 1,0-1,0 0,0 0,0 0,0 1,0-1,1 0,-36 14,29-12,-21 8</inkml:trace>
  <inkml:trace contextRef="#ctx0" brushRef="#br0" timeOffset="39895.075">1498 2817,'18'45,"2"0,1-2,12 16,-12-22,28 36,-48-73,-1 1,1-1,-1 0,1 1,0-1,-1 0,1 0,0 0,-1 1,1-1,0 0,-1 0,1 0,0 0,-1 0,1 0,0 0,-1-1,1 1,-1 0,1 0,0 0,-1-1,1 1,0 0,-1-1,1 1,-1 0,1-1,-1 1,1-1,-1 1,1-1,-1 1,0-1,1 1,-1-1,0 1,1-1,-1 0,0 1,0-1,1 0,-1 1,0-1,0 0,0 1,0-1,0 0,0 0,8-40,-7 38,19-235,-20 237,0 0,0 0,0 0,0-1,0 1,0 0,0 0,0 0,0 0,0 0,1 0,-1 0,0 0,1 0,-1-1,1 1,-1 1,1-1,0 0,-1 0,1 0,0 0,-1 0,1 1,0-1,0 0,0 0,0 1,0-1,0 1,0-1,0 1,0-1,0 1,0 0,0 0,0-1,0 1,0 0,1 0,-1 0,0 0,1 0,31 36,-17-12</inkml:trace>
  <inkml:trace contextRef="#ctx0" brushRef="#br0" timeOffset="40812.037">2153 2978,'-1'-5,"-1"1,0 0,0 0,0 0,-1 1,1-1,-1 0,0 1,0 0,0-1,0 1,-1 0,1 1,-1-1,0 1,0 0,0-1,0 2,0-1,0 0,0 1,-1 0,1 0,-1 0,1 1,-1-1,1 1,0 0,-1 0,1 1,-1-1,1 1,-1 0,1 0,0 0,-1 1,1 0,0 0,0 0,0 0,-1 1,-1 3,0-1,1 1,0 0,0 0,1 0,-1 1,1 0,0 0,1 0,0 0,0 2,1-7,2 0,-1 0,0 1,0-1,1 0,-1 0,1 1,-1-1,1 0,0 1,0-1,0 0,1 1,-1-1,0 0,1 1,-1-1,1 0,0 0,0 1,0-1,0 0,0 0,1 0,-1 0,0-1,1 1,-1 0,1 0,0-1,0 1,0-1,0 0,0 1,0-1,0 0,0 0,1 0,3 1,1-1,-1 0,0 0,0 0,0-1,1 0,-1 0,0-1,0 0,0 0,0 0,0-1,0 0,0 0,0 0,0-1,-1 0,1 0,-1 0,0-1,0 0,0 0,-1 0,1 0,-1-1,0 0,0 0,-1 0,1 0,-1 0,0-1,-1 0,1 1,-1-1,0-3,-1 9,0 0,0 0,0 0,0 1,-1-1,1 0,0 1,0-1,-1 1,1-1,0 1,-1-1,1 1,0-1,-1 1,1 0,-1-1,1 1,-1 0,1-1,-1 1,0 0,1 0,-1-1,0 1,0 0,1 0,-1 0,0 0,0-1,0 1,0 0,0 0,0 0,0 0,0-1,-1 1,1 0,0 0,-1 0,7 16,-3-9,1-1,0 0,0 0,0-1,1 1,0-1,0 0,1 0,0-1,3 3,-7-6,0-1,0 1,0-1,0 0,0 0,0 1,0-2,1 1,-1 0,0 0,1-1,-1 1,0-1,1 1,-1-1,1 0,-1 0,1-1,-1 1,0 0,1-1,-1 1,0-1,1 0,-1 0,0 0,0 0,1 0,-1 0,0 0,0-1,-1 1,1-1,0 0,0 1,0-2,4-7,0 0,0-1,-1 1,0-1,-1 0,-1-1,1 1,-2-1,0 1,0-1,-1 0,0 0,-1-5,2-88,-2 104,0 0,-1 1,1-1,0 0,0 0,-1 0,1 1,0-1,0 0,0 0,0 0,0 1,0-1,0 0,0 0,1 0,-1 1,0-1,0 0,1 0,-1 0,0 1,1-1,-1 0,1 1,-1-1,1 0,-1 1,1-1,0 1,-1-1,1 1,0-1,-1 1,1-1,0 1,-1 0,1-1,0 1,0 0,-1 0,1-1,0 1,0 0,0 0,0 0,-1 0,1 0,0 0,0 0,0 0,-1 1,2-1,147 70,-131-62,57 33,-73-40,1 1,-1 0,0 0,0 0,0 0,0 0,0 0,-1 1,1-1,0 0,-1 1,0 0,0-1,0 1,0 0,0 0,0-1,-1 1,1 0,-1 0,0 0,0 0,0 0,0 0,0-1,-1 2,-10 32,9-33,0 0,0 0,1 1,-1-1,1 0,0 1,0-1,0 1,0-1,0 1,1 0,0-1,-1 1,2 0,-1-1,0 1,1 0,-1-1,1 1,0-1,0 1,1-1,-1 1,1-1,-1 0,1 0,0 0,0 0,1 0,-1 0,1 0,-1-1,1 1,1 0,6 2,0-1,0 0,0 0,0-1,0-1,1 0,-1 0,1-1,-1 0,1-1,0 0,-1 0,1-1,0-1,-1 0,0 0,1-1,-1-1,0 0,0 0,-1 0,1-2,6-3,-11 4,0 0,1 0,-1 0,-1 0,1-1,-1 1,0-1,-1 0,1-1,-1 1,0 0,-1-1,1 0,-1 0,-1 0,1 0,-1 0,0 0,-1 0,0 0,0 0,0 0,-1 0,0 0,-1 0,-1-5,-5 39,7-15,2 1,-1 0,2-1,-1 1,2-1,0 0,0 0,1 0,0 0,1 0,1-1,0 0,0 0,1 0,0-1,1 0,1 0,-1-1,1 0,7 4,9 2</inkml:trace>
  <inkml:trace contextRef="#ctx0" brushRef="#br0" timeOffset="41069.35">3050 2604,'-16'4,"-6"7,4 5,14 5,21 3,24 2,4-3</inkml:trace>
  <inkml:trace contextRef="#ctx0" brushRef="#br0" timeOffset="41396.003">3584 3057,'-162'-131,"160"130,0 0,0-1,0 1,0 0,0 0,0 0,0 1,0-1,0 0,0 1,-1 0,1-1,0 1,0 0,-1 0,1 0,0 0,0 1,-1-1,1 0,0 1,0 0,0 0,0-1,0 1,0 0,0 1,0-1,0 0,0 0,0 1,1-1,-1 1,1 0,-1-1,1 1,0 0,-1 0,1 0,-1 2,-2 4,0 1,0 0,1 0,0 1,0-1,1 1,0-1,1 1,0 0,1-1,0 1,0 0,1 0,0-1,1 1,0-1,1 1,0-1,2 5,-3-11,0 0,0 0,0 0,0 0,0-1,1 1,0-1,-1 1,1-1,0 0,0 0,0-1,0 1,0-1,0 1,1-1,-1 0,0 0,1 0,-1-1,1 1,-1-1,1 0,-1 0,1 0,-1 0,1 0,-1-1,0 0,1 0,96-42,-99 42,0 0,0 0,1 0,-1 0,1 1,-1-1,1 0,-1 1,1-1,-1 1,1 0,-1-1,1 1,-1 0,1 0,0 0,-1 0,1 0,-1 0,1 1,-1-1,1 1,0-1,-1 1,1-1,-1 1,0 0,1-1,-1 1,0 0,1 0,-1 0,0 0,0 0,0 1,0-1,0 0,0 0,0 1,2 0,-1 0,0 0,1 0,-1-1,1 1,-1-1,1 1,0-1,0 0,0 0,0 0,-1-1,1 1,0-1,0 0,0 1,0-1,0-1,1 1,8-2</inkml:trace>
  <inkml:trace contextRef="#ctx0" brushRef="#br0" timeOffset="42048.453">3691 2617,'-55'-128,"55"128,0 0,0 1,-1-1,1 0,0 0,0 0,0 0,0 0,-1 0,1 0,0 0,0 0,-1 0,1 0,0 0,0 0,0 0,-1 0,1 0,0 0,0 0,0 0,-1 0,1 0,0 0,0 0,0 0,-1 0,1 0,0 0,0-1,0 1,-1 0,1 0,0 0,0 0,0 0,0-1,0 1,0 0,4 24,19 68,-4 0,7 85,-19 41,-7-215,-1-2,1 0,-1 0,1 0,-1 0,1 0,0-1,0 1,0 0,-1 0,1 0,0 0,0 0,0 0,0 0,1 0,-1 0,0 0,0 0,0 0,1 0,-1 0,1 0,-1 0,1 0,-1 0,1-1,-1 1,1 0,0 0,-1-1,1 1,0 0,0-1,-1 1,1-1,0 1,0-1,0 1,0-1,0 0,0 1,0-1,0 0,0 1,63-74,-54 60,1 1,0 0,0 0,2 2,-1-1,1 2,1-1,-1 2,2-1,-12 8,-1 0,0 1,1-1,-1 0,0 1,1-1,-1 1,1 0,-1 0,1 0,-1 0,0 0,1 1,-1-1,1 1,-1-1,0 1,1 0,-1 0,0 0,0 0,0 0,0 1,0-1,0 1,0-1,0 1,0 0,-1 0,1-1,-1 1,1 0,-1 1,0-1,0 0,0 0,0 0,1 3,21 92,-23-89,2 3,0-1,-1 1,0 0,-1-1,0 1,-1 0,0-1,-1 1,0 0,-1-1,0 0,0 1,-3 2,5-12,1 0,0 0,-1-1,1 1,-1 0,0-1,1 1,-1-1,1 1,-1-1,0 1,0-1,1 1,-1-1,0 0,0 1,1-1,-1 0,0 1,0-1,0 0,0 0,1 0,-1 0,0 0,0 0,0 0,0 0,0 0,1-1,-1 1,0 0,0 0,0-1,1 1,-1-1,0 1,1 0,-1-1,0 1,1-1,-1 0,0 1,1-1,-1 1,1-1,-1 0,1 0,-1 1,1-1,0 0,-1 0,1 1,0-1,0 0,-21-46,16 36,2-1,-1 1,1-1,1 0,0 0,1 0,0 0,1 0,0 0,1 0,0 0,1 0,1-5,1 12,1 0,-1 1,1 0,0 0,0 0,0 1,0-1,1 1,-1 0,1 1,0-1,-1 1,1 1,1-1,-1 1,0 0,0 0,0 0,1 1,-1 0,0 1,0-1,2 1,13-1,173-5,-192 5,1 0,0 1,-1-1,1 1,-1-1,1 1,-1 0,1 0,-1 0,1 0,-1 0,0 1,0-1,0 1,0-1,0 1,0 0,0 0,0 0,-1 0,1 0,-1 0,1 1,-1-1,0 0,0 1,0-1,0 1,0-1,-1 1,1-1,-1 1,0-1,1 1,-1 0,0-1,-1 1,1 2,1 25,-2-21,1-1,0 1,1 0,0 0,0 0,1 0,0-1,1 1,0-1,0 0,2 3,-4-9,0-1,1 1,-1-1,0 0,0 0,1 0,-1 0,1 0,-1 0,1 0,-1 0,1 0,0-1,-1 1,1-1,0 1,0-1,-1 0,1 1,0-1,0 0,0 0,-1 0,1-1,0 1,0 0,-1-1,1 1,0-1,-1 1,1-1,1 0,17-10</inkml:trace>
  <inkml:trace contextRef="#ctx0" brushRef="#br0" timeOffset="42296.789">4319 2497,'5'13,"12"10,4 0</inkml:trace>
  <inkml:trace contextRef="#ctx0" brushRef="#br0" timeOffset="42896.206">4827 2844,'19'-45,"-2"-1,-3-1,-1 0,-2-1,-3 0,-2-1,0-19,-13-21,6 88,1 0,0 0,0-1,-1 1,1 0,-1 0,1-1,-1 1,0 0,1 0,-1 0,0 0,0 0,0 0,1 0,-1 0,0 1,0-1,0 0,-1 0,1 1,0-1,0 1,0-1,0 1,-1-1,1 1,0 0,0 0,-1-1,1 1,0 0,0 0,-1 0,1 0,0 1,-1-1,1 0,0 0,0 1,-1-1,1 1,0-1,0 1,0 0,0-1,0 1,-47 45,34-23,1 1,2 1,0-1,1 2,2-1,1 1,1 1,1-1,1 1,1 0,2 0,1 21,1-29,1-1,0 0,2 0,0 0,1-1,1 1,0-1,1 0,1-1,1 0,1 0,0 0,2 1,-5-8,1 0,-1-1,2 0,-1 0,1 0,0-1,1-1,0 1,0-2,0 1,0-1,1-1,0 0,0-1,0 0,1 0,-1-1,0-1,1 0,0 0,2-1,-5-1,-1 0,1 0,0 0,0-1,-1-1,1 1,-1-1,0-1,1 0,-2 0,1 0,0-1,-1 0,0-1,0 0,-1 0,1 0,-1-1,-1 1,1-2,-1 1,0 0,-1-1,0 0,0 0,-1-1,0 1,0 0,-1-1,0 0,0 0,-1-6,0-40,-1 53,0 1,0-1,0 1,0-1,-1 0,1 1,-1-1,1 1,-1-1,1 1,-1-1,0 1,0-1,0 1,0 0,0 0,0-1,0 1,0 0,0 0,0 0,-1 0,1 0,-1 0,1 1,0-1,-1 0,1 1,-1-1,1 1,-2-1,0 2,0 0,0 1,0-1,0 1,0 0,1-1,-1 1,0 1,1-1,-1 0,1 0,0 1,0 0,0-1,0 1,0 0,1 0,-1 0,1 0,0 0,0 0,0 0,0 1,0-1,1 0,0 0,-1 1,1 1,-1 1,1-1,-1 1,1 0,0-1,1 1,-1-1,1 1,0 0,1-1,-1 0,1 1,0-1,0 0,1 0,0 0,-1 0,2 0,-1-1,0 1,1-1,0 0,0 0,0 0,1-1,-1 0,1 1,0-2,0 1,0 0,0-1,0 0,0 0,2 0,1 1,1 0,0 0,1 0,-1-1,0-1,1 0,-1 0,0 0,1-1,-1-1,1 0,-1 0,1-1,-1 0,0 0,0-1,0 0,0-1,-1 0,1-1,-1 1,0-2,-1 1,5-4,-10 5,0-1,1 0,-2 1,1-1,-1 0,1 0,-1 0,-1 0,1 0,-1 0,0 0,0 0,0 0,0 0,-1 0,0 0,0 0,-1 0,1 0,-1 1,0-1,0 0,-1 1,1 0,-1 0,0-1,0 1,-1 1,1-1,-1 0,0 1,0 0,0 0,0 0,0 0,-1 1,1 0,-1 0,1 0,-1 0,-5 0,8 1,0 0,-1 0,1 1,-1-1,1 1,-1 0,1 0,-1 0,1 0,-1 0,1 0,0 1,-1-1,1 1,-1 0,1 0,0 0,-1 0,1 0,0 0,0 0,0 1,0-1,0 1,0 0,0-1,1 1,-1 0,1 0,-1 0,1 0,0 0,-1 1,1 0,-2 5,-1 0,1 0,1 1,0-1,0 1,1 0,0 0,0-1,1 4,-1-5,1 1,1-1,-1 0,1 1,0-1,1 0,-1 0,2 0,-1 0,1 0,0 0,0-1,1 0,-1 1,1-1,1 0,-1-1,1 1,0-1,1 0,-1 0,1-1,0 1,0-1,1 0,-1-1,5 2,7-1,-1 0,1-2,0 0,-1-1,1-1,0-1,0 0,-1-1,1-1,-1-1,0 0,0-1,0-1,0-1,-1 0,5-4,35-17</inkml:trace>
  <inkml:trace contextRef="#ctx0" brushRef="#br0" timeOffset="44787.117">5402 2950,'6'1,"-1"0,1-1,-1 0,1 0,-1 0,1-1,-1 1,1-1,-1-1,0 1,1-1,-1 0,0 0,0-1,0 1,0-1,-1 0,1 0,-1-1,0 1,0-1,0 0,0 0,-1-1,0 1,1-1,-2 1,1-1,0 0,-1 0,0 0,0-1,-1 1,2-5,-3 7,-1 0,1 0,-1 0,1 0,-1 0,0 0,0 0,0 1,0-1,-1 0,1 1,-1-1,0 0,0 1,0 0,0 0,0-1,0 1,0 0,-1 1,1-1,-1 0,1 1,-1-1,0 1,0 0,1 0,-1 0,0 0,0 0,0 1,-7-3,0 1,1 1,-1 0,0 0,0 1,0 0,0 0,1 1,-3 1,6-1,1 1,-1-1,0 1,1 0,-1 1,1-1,0 1,0 0,0 1,0-1,1 1,-1 0,1 0,0 0,0 1,0-1,1 1,-1 0,1 0,0 0,1 0,-1 1,1-1,0 1,1 0,-1-1,1 1,0 0,1 0,-1 0,1 0,0 1,0 2,1 0,-1 1,2-1,-1 0,1 0,0 0,1 0,0 0,1-1,0 1,0-1,0 0,1 0,1 0,-1-1,1 0,0 0,1 0,0-1,2 2,-1-3,1 0,-1-1,1 0,-1-1,1 1,0-2,0 1,1-1,-1-1,0 0,1 0,-1-1,1 0,-1 0,0-1,1-1,-1 1,0-1,0-1,0 0,0 0,0-1,-1 0,1 0,-1-1,0 0,-1-1,1 0,-1 0,0 0,-1-1,2-1,-6 5,0 0,0 1,1-1,0 0,-1 1,1 0,0 0,0 0,0 0,0 0,1 0,-1 1,0-1,1 1,-1 0,1 0,-1 1,1-1,-1 1,4-1,0-1,-1 0,1-1,-1 0,0-1,1 1,-2-1,1 0,0-1,-1 1,0-1,0 0,0-1,0 1,-1-1,0 0,0 0,-1 0,0 0,0-1,0 0,0-1,9-15,15-24,-2 0,-2-2,10-31,-28 64,0 0,-1 0,-1-1,0 0,-1 1,-1-1,-1 0,0 1,-2-1,1 0,-2 1,0-1,-4-10,3 18,1 0,-1 0,0 0,-1 1,0-1,0 1,-1 1,0-1,-1 1,1 0,-1 0,-1 1,1 0,-4-2,7 5,-1 1,1-1,-1 1,1 0,-1 0,0 0,0 1,0 0,0 0,0 0,0 1,0-1,0 1,0 1,0-1,0 0,0 1,0 0,0 1,0-1,0 1,0 0,1 0,-1 0,1 0,0 1,-1 0,1 0,-5 7,1 0,0 0,0 1,1 0,1 0,0 1,0 0,1 0,1 0,0 0,1 1,0 0,1 0,0 0,1 0,0 0,1 0,1 0,1 10,3 18,2-1,1 0,2 0,2-1,2 0,1-1,2-1,1-1,2 0,2-1,1-2,1 0,3-1,-25-28,0 0,0 1,1-1,-1-1,1 1,0 0,0-1,0 1,1-1,0 0,-1 0,1 0,0-1,0 1,0-1,0 0,1 0,-1-1,1 1,-1-1,1 0,0 0,-1 0,1-1,0 0,-1 0,1 0,0 0,-1-1,1 1,0-1,2-1,0-3,0 0,-1-1,1 1,-1-1,0-1,0 1,-1-1,0 0,0 0,3-8,-5 8,1 0,0 1,1-1,0 1,0 0,0 0,0 1,1-1,0 1,0 1,0-1,1 1,5-3,55-15,34-17,-99 38,2-1,1 0,-1-1,0 1,1-1,-1 0,0 0,-1-1,1 1,-1-1,1 0,-1 1,0-2,0 1,-1 0,1 0,-1-1,0 0,0 1,0-2,-4 3,1 0,0 1,-1 0,0-1,1 1,-1 0,0 0,0 0,0 0,-1 0,1 0,0 1,-1-1,1 1,-1 0,1-1,-1 1,0 0,1 1,-1-1,0 0,0 1,0 0,1-1,-1 1,0 0,0 0,0 1,-6-2,1 1,-1 1,1-1,-1 2,1-1,0 1,-1 0,1 1,0-1,0 2,1-1,-1 1,1 0,0 1,0 0,0 0,0 0,1 1,0 0,0 0,1 1,-1 0,2 0,-1 0,1 0,0 1,0-1,1 1,0 0,0 0,1 1,0-1,1 0,0 1,0-1,0 1,2 5,-1-10,1 1,0-1,1 0,-1 0,1 0,-1 0,1 0,0 0,1 0,-1-1,1 1,0-1,-1 1,2-1,-1 0,0 0,0-1,1 1,0-1,-1 1,1-1,0 0,1 0,7 2,-1 1,2-2,-1 0,0 0,1-1,-1 0,10-1,18-1,0-2,0-2,-1-1,1-2,-1-2,19-7,34-14</inkml:trace>
  <inkml:trace contextRef="#ctx0" brushRef="#br0" timeOffset="45595.839">7675 2937,'-14'-6,"0"1,0 0,0 1,-1 1,1 0,-1 1,0 0,0 1,1 1,-1 0,0 1,0 1,0 1,1-1,-1 2,1 0,-10 5,19-6,-1 1,2 0,-1 0,0 0,1 0,0 1,0-1,0 1,0 0,1 0,-3 5,5-8,0 0,0 1,0-1,1 0,-1 0,0 0,1 0,0 1,-1-1,1 0,0 0,0 1,0-1,0 0,1 0,-1 1,1-1,-1 0,1 0,0 0,0 0,0 0,0 0,0 0,0 0,0 0,1 0,-1 0,1-1,-1 1,1-1,0 1,0 0,7 1,-1 0,1 0,-1 0,1-1,0 0,0-1,0 0,0-1,0 0,0 0,0 0,0-2,0 1,0-1,0 0,0-1,-1 0,1 0,-1-1,0 0,2-1,5-1,0-1,-1-1,1 0,-2 0,1-2,-1 0,0 0,-1-1,-1-1,1 0,-2 0,0-1,0 0,-1-1,-1 0,0-1,-1 0,-1 0,0 0,-1-1,-1 1,0-1,-1-6,-1 13,-1-1,-1 0,1 0,-2 0,1 0,-2 0,1 1,-1-1,-1 0,1 1,-2 0,1-1,-1 1,-1 1,0-1,0 1,0-1,-5-3,9 11,0 0,0-1,0 1,-1 0,1 0,-1 0,1 0,-1 0,1 0,-1 1,1-1,-1 0,0 1,1-1,-1 1,0 0,0-1,1 1,-1 0,0 0,0 0,1 0,-1 1,0-1,1 0,-1 1,0-1,0 1,1-1,-1 1,1 0,-1 0,1 0,-1 0,1 0,0 0,-1 0,1 0,0 1,0-1,0 0,0 1,-1 0,-3 9,-1 0,2 1,0 0,0 0,1 0,1 0,0 0,0 1,1-1,1 0,0 1,1-1,0 1,1 2,1 6,0 0,2 0,0 0,1-1,1 0,1 0,0-1,2 0,0 0,1-1,1 0,1-1,1-1,6 7,-18-20,1 0,-1-1,1 1,0 0,0-1,0 1,1-1,-1 0,1 0,-1 0,1-1,-1 1,1-1,0 0,0 0,0 0,0-1,-1 1,1-1,0 0,0 0,0 0,0-1,0 1,0-1,0 0,0 0,-1 0,1-1,0 1,-1-1,1 0,1-1,9-11,1-1,-2 0,0-1,-1-1,-1 0,0-1,-1 0,-1 0,-1-1,0 0,0-5,7-31,-15 55,0 0,0 0,-1 1,1-1,0 0,0 0,0 0,-1 1,1-1,0 0,0 0,0 0,-1 0,1 1,0-1,0 0,-1 0,1 0,0 0,-1 0,1 0,0 0,0 0,-1 0,1 0,0 0,0 0,-1 0,1 0,0 0,-1 0,1 0,0 0,0 0,-1-1,1 1,0 0,0 0,-1 0,1 0,0-1,0 1,0 0,-1 0,1 0,0-1,0 1,0 0,0 0,0-1,-1 1,1 0,0 0,0-1,0 1,0 0,0 0,0-1,0 1,0 0,-4 5,1 1,0-1,0 1,1 0,-1 0,1 0,1 1,-1-1,1 0,0 1,0-1,1 1,0-1,0 1,1-1,-1 0,2 1,-1-1,0 1,1-1,1 0,-1 0,1 0,0 0,3 4,2-1,1-1,0 0,0 0,1-1,0 0,1-1,-1 0,1-1,0 0,0-1,1 0,-1 0,1-2,0 1,6-1,60 13</inkml:trace>
  <inkml:trace contextRef="#ctx0" brushRef="#br0" timeOffset="46383.46">9293 2710,'-16'153,"7"1,7 71,0-10,-5-177,-1-45,-32-130,18 38,4-1,5-1,1-76,12 172,-1 1,0-1,0 0,0 0,1 1,0-1,0 0,0 0,0 1,1-1,0 0,0 0,0 1,1-1,-1 1,1-1,0 1,0 0,1-1,-1 1,1 0,0 1,0-1,0 0,1 1,-1 0,1 0,0 0,0 0,1 0,8 1,-1 2,1 0,-1 0,1 1,-1 1,1 0,-1 0,0 1,0 1,0 0,-1 1,1 0,0 1,-4-3,0 0,0 1,0 0,0 0,-1 0,1 1,-1 0,0 1,-1-1,1 1,-1 1,0-1,-1 1,0 0,0 0,0 1,2 5,-7-9,0 0,-1-1,1 1,-1 0,0-1,0 1,0-1,-1 1,1-1,-1 0,0 0,0 0,0 0,0 0,0 0,-1 0,0-1,1 1,-1-1,0 1,0-1,0 0,0 0,-1-1,1 1,0-1,-1 0,1 1,-1-2,1 1,-1 0,0-1,1 1,-1-1,-15 5,0-1,0 0,0-2,0 0,-1-1,1-1,-15-2,10-4,24 6,0 0,-1 0,1 0,0-1,-1 1,1 0,0 0,0 0,-1 0,1 0,0-1,0 1,-1 0,1 0,0-1,0 1,-1 0,1 0,0-1,0 1,0 0,0 0,0-1,-1 1,1 0,0-1,0 1,0 0,0-1,0 1,0 0,0-1,0 1,0 0,0-1,0 1,0 0,0 0,0-1,1 1,-1 0,0-1,0 1,0 0,0 0,0-1,1 1,-1 0,0 0,0-1,1 1,-1 0,0 0,0-1,1 1,-1 0,0 0,0 0,1 0,-1 0,0 0,1-1,-1 1,0 0,1 0,-1 0,0 0,1 0,-1 0,127-34,175-28,-255 40,-47 21,0-1,0 1,-1-1,1 1,0-1,-1 1,1-1,-1 1,1 0,-1-1,0 1,0 0,1 0,-1-1,0 1,0 0,0 0,0 0,0 0,-1 0,1 0,0 0,0 1,-1-1,1 0,0 1,-1-1,1 1,-1-1,1 1,-1 0,1-1,-1 1,1 0,-2 0,-11-4,0 0,0 1,-1 0,0 1,1 1,-1 0,0 1,0 1,-8 1,21-1,0 0,1 0,-1 0,1 0,-1 0,1 0,0 0,-1 0,1 0,0 1,0-1,0 1,0-1,0 1,0-1,0 1,0-1,1 1,-1 0,1-1,-1 1,1 0,0 0,-1-1,1 1,0 0,0 0,0-1,1 1,-1 0,0 0,1-1,-1 1,1 0,-1 0,1-1,0 1,0-1,0 1,0-1,0 1,0-1,0 0,0 1,0-1,1 0,-1 0,1 0,-1 0,1 0,-1 0,17 14,1 0,0-2,0 0,1-1,1-1,0-1,0-1,1-1,0-1,5 1,44 14</inkml:trace>
  <inkml:trace contextRef="#ctx0" brushRef="#br0" timeOffset="47795.371">10870 2750,'-10'1,"0"0,-1 1,1 0,0 0,0 1,1 1,-1-1,1 2,-1-1,1 1,1 1,-1-1,1 1,0 1,0 0,-1 2,7-8,1 0,-1 0,1 0,0 0,0 0,-1 0,1 0,0 1,0-1,0 0,0 1,0-1,1 1,-1-1,0 1,1 0,-1-1,1 1,-1 0,1-1,0 1,0 0,0-1,0 1,0 0,0-1,0 1,0 0,1-1,-1 1,1 0,-1-1,1 1,0-1,-1 1,1-1,0 1,0-1,0 1,0-1,0 0,1 0,-1 1,0-1,1 0,-1 0,0 0,1-1,-1 1,1 0,0 0,-1-1,1 1,1-1,20 5,1 0,0-2,0-1,0-2,0 0,-1-1,1-1,0-1,2-2,30-4,-1-2,0-3,8-5,-45 13,-29 34,10-27,1 1,0-1,-1 1,1 0,0 0,0-1,0 1,1 0,-1-1,0 1,1 0,-1-1,1 1,-1-1,1 1,0-1,-1 1,1-1,0 1,0-1,0 0,0 1,1-1,-1 0,0 0,0 0,1 0,-1 0,1 0,-1 0,1-1,0 1,54 17,-46-16,0 0,0-1,0-1,0 0,0 0,1-1,-1 0,-1-1,1 0,0 0,0-1,-1-1,1 0,-1 0,0 0,6-5,-13 7,-1 1,1 0,-1 0,0-1,1 1,-1-1,0 1,0-1,0 0,0 1,0-1,-1 0,1 0,0 1,-1-1,1 0,-1 0,0 0,0 0,1 0,-1 0,0 0,-1 0,1 1,0-1,-1 0,1 0,-1 0,1 0,-1 0,0 1,0-1,0 0,0 1,0-1,0 1,0-1,0 1,-1-1,1 1,-1 0,1 0,-1-1,0 1,-78-44,65 39,-1 0,1 2,-1 0,0 0,-1 2,1 0,-1 1,-6 0,11 9,32 0,16 0,2-1,-1-3,1-1,0-1,-1-2,1-2,0-2,17-4,-46 7,0-1,-1 0,1 0,-1-1,0 0,0 0,0-1,0 0,0-1,-1 1,0-1,0-1,0 1,-1-1,1-1,-2 1,1-1,-1 0,0 0,0 0,0-1,-1 0,-1 0,1 0,-1 0,-1-1,1-3,37-91,-29 82,-3 3,-1 1,0-1,-2-1,0 1,-1-1,-1 0,-1 0,0 0,-2-16,-9-13,9 47,-1 0,1 0,-1 0,1 1,0-1,-1 0,0 0,1 1,-1-1,1 1,-1-1,0 0,1 1,-1-1,0 1,0-1,0 1,1 0,-1-1,0 1,0 0,0-1,0 1,0 0,0 0,1 0,-1 0,0 0,0 0,0 0,0 0,0 0,0 1,0-1,1 0,-1 0,0 1,0-1,0 0,1 1,-1-1,0 1,0 0,1-1,-1 1,0-1,1 1,-1 0,1-1,-1 1,0 1,-8 9,0 1,0 1,2-1,-1 2,2-1,0 1,0 0,1 0,1 0,0 1,-1 12,0-1,1 0,1 0,1 1,1-1,2 1,0-1,2 0,6 24,-6-35,1 1,1-1,0 0,1 0,0 0,2-1,0 0,0 0,1-1,1 0,0-1,0 0,2-1,-1 0,4 2,-10-9,-1 0,1-1,0 0,0 0,0 0,0 0,1-1,-1 0,1 0,-1-1,1 1,0-1,-1 0,1-1,0 1,0-1,0 0,0-1,-1 0,1 0,0 0,-1 0,1-1,0 0,-1 0,0 0,1-1,1-1,7-7,-1-1,-1 0,0-1,0 0,-2-1,1 0,-2-1,0 0,6-14,-9 18,-6 11,0 0,1 0,-1 1,0-1,0 0,0 0,1 0,-1 0,0 0,0 0,1 1,-1-1,0 0,0 0,0 0,1 0,-1 0,0 0,0 0,1 0,-1 0,0 0,0 0,1 0,-1 0,0 0,0 0,1-1,-1 1,0 0,0 0,1 0,-1 0,0 0,0 0,0-1,1 1,-1 0,0 0,0 0,0 0,0-1,0 1,1 0,-1 0,0-1,0 1,0 0,0 0,0 0,0-1,0 1,0 0,0 0,0-1,0 1,0 25,-1-16,1-6,1 1,-1-1,1 1,-1-1,1 0,0 0,1 0,-1 0,0 1,1-1,0-1,-1 1,1 0,1 0,-1-1,0 1,0-1,1 0,0 0,-1 0,1 0,0 0,0 0,0-1,0 1,0-1,0 0,0 0,1 0,-1 0,0-1,1 1,-1-1,2 0,5 2,1 0,0-1,-1 0,1-1,-1 0,1-1,0 0,-1-1,1 0,-1 0,0-1,0-1,0 0,0 0,5-4,-12 6,-1 0,1-1,-1 1,0-1,1 0,-2 0,1 0,0 0,0 0,-1 0,0-1,0 1,0 0,0-1,0 1,-1-1,1 1,-1-1,0 1,0-1,0 1,-1-1,1 1,-1-1,0 1,0-1,0 1,0 0,0 0,-1-1,0 1,1 0,-1 0,0 1,-1-1,1 0,0 1,-1-1,0 1,1 0,-1 0,0 0,0 0,-3-1,-1-2,-1 0,0 1,-1 0,1 0,-1 1,1 0,-1 1,0 0,0 0,0 1,0 0,-1 0,1 1,0 1,0-1,0 2,0-1,0 1,0 0,0 1,1 0,-1 0,1 1,-5 3,11-6,0 0,0 0,0 0,1 0,-1 1,0-1,1 1,-1-1,0 1,1 0,0-1,-1 1,1 0,0 0,0 0,0 0,0 0,1 0,-1 0,0 0,1 1,-1-1,1 0,0 0,0 0,0 1,0-1,0 0,0 0,1 0,-1 1,1-1,0 0,-1 0,1 0,0 0,0 0,0 0,0 0,1 0,-1-1,1 1,-1 0,1-1,-1 1,1-1,0 1,0-1,-1 0,2 1,14 6,-1-1,2-1,-1 0,1-1,-1-1,1-1,0 0,16-1,-30-1,66 6</inkml:trace>
  <inkml:trace contextRef="#ctx0" brushRef="#br0" timeOffset="48177.262">12862 2724,'-6'-15,"-1"1,-1 0,0 0,-1 1,0 0,-1 1,-1-1,7 9,0 0,-1-1,1 1,-1 1,0-1,0 1,0 0,-1 0,1 0,-1 1,0 0,1 0,-1 0,0 1,0 0,0 0,0 0,0 1,-5 0,5 1,1 0,-1 0,1 1,0 0,-1 0,1 1,0-1,0 1,0 0,1 0,-1 1,1-1,0 1,0 0,0 0,0 1,1-1,0 1,-1-1,2 1,-1 0,1 0,-1 1,1-1,1 0,-1 1,1-1,0 1,0-1,1 1,-1 0,1-1,1 1,-1 0,1-1,0 1,0-1,0 1,1-1,0 1,0-1,0 0,1 0,0 0,0 0,0-1,1 1,-1-1,1 0,3 3,3-1,0 0,1-1,-1 0,1-1,0 0,0-1,0 0,1-1,-1 0,1-1,-1 0,1-1,0 0,-1-1,1 0,-1-1,1 0,-1-1,0-1,0 1,5-4,-11 5,1-1,-1 0,0-1,0 1,0-1,0 0,0 0,-1-1,0 1,0-1,0 0,-1 0,1 0,-1-1,0 1,-1-1,0 1,1-1,-2 0,1 0,-1 0,0 0,0-1,0 1,-1 0,0 0,-1-5,1 11,0 0,0-1,1 1,-1 0,0-1,0 1,0 0,0-1,0 1,0-1,0 1,0 0,0-1,0 1,0 0,-1-1,1 1,0 0,0-1,0 1,0 0,-1-1,1 1,0 0,0-1,0 1,-1 0,1 0,0-1,-1 1,1 0,0 0,0 0,-1-1,1 1,0 0,-1 0,1 0,0 0,-1 0,1 0,-1-1,1 1,0 0,-1 0,1 0,0 0,-1 0,1 1,0-1,-1 0,1 0,-1 0,1 0,0 0,-1 0,1 1,0-1,0 0,-1 0,1 0,0 1,-1-1,1 0,0 1,-15 21,14-19,-1 0,0 1,1-1,-1 1,1 0,0-1,0 1,1 0,-1-1,1 1,0 0,0 0,0 0,0-1,1 1,-1 0,1 0,0-1,0 1,0-1,1 1,-1-1,1 1,0-1,0 0,0 0,1 0,-1 0,1 0,-1 0,1-1,2 3,2-2,0 0,0 0,0 0,0-1,0 0,1-1,-1 1,0-1,1-1,-1 1,1-1,6-1,21-3</inkml:trace>
  <inkml:trace contextRef="#ctx0" brushRef="#br0" timeOffset="48898.562">13196 2617,'4'36,"2"1,1-1,1-1,14 35,-22-68,0 0,1 1,-1-1,1 0,-1 0,1 0,0 0,0 0,0 0,0 0,0 0,0 0,1 0,-1 0,1-1,-1 1,1-1,-1 1,1-1,0 1,0-1,0 0,0 0,0 0,0 0,0 0,0 0,0-1,1 1,-1-1,0 0,0 1,1-1,-1 0,0 0,0 0,1-1,-1 1,0-1,1 1,7-9,1-1,-2 0,1 0,-1-1,-1 0,0 0,0-1,-1 0,-1-1,5-12,-5 14,2-6,32-85,-49 108,4 2,1 1,-1 0,2 0,-1 0,1 1,1-1,0 1,0 0,0 0,2 0,-1-6,1 0,0 1,0-1,0 0,1 1,0-1,0 0,0 0,0 0,0 1,1-1,0-1,0 1,0 0,0 0,1-1,-1 1,1-1,0 0,0 0,0 0,0 0,1 0,-1-1,11 4,-1-1,0 0,1-1,0-1,0 0,0-1,1 0,-1-1,0-1,1 0,-1-1,0-1,0 0,0-1,0 0,2-2,-7 4,0-1,0 0,0-1,0 1,0-2,-1 1,1-1,-1-1,0 0,0 0,0 0,-1-1,0 0,0 0,-1-1,5-6,-6 6,-1 0,1 0,1 0,-1 1,1 0,0 0,0 0,1 1,0 0,2-1,-5 3,42-48,-45 50,0 0,0-1,0 1,0 0,-1-1,1 1,-1-1,1 1,-1-1,1 1,-1-1,0 0,0 1,0-1,0 1,0-1,0 1,0-1,0 0,-1 1,1-1,0 1,-1-1,0 1,1-1,-1 1,0 0,0-1,1 1,-1 0,0 0,0-1,-1 1,1 0,0 0,0 0,-1 0,1 0,0 1,-1-1,1 0,-5-1,1 0,0 0,-1 1,1 0,-1 0,1 0,-1 1,1-1,-1 1,1 1,-1-1,0 1,1 0,-1 0,1 0,0 1,-1 0,1 0,0 1,0-1,0 1,1 0,-1 0,1 1,-1-1,1 1,0 0,0 0,-1 3,1-4,1 1,0-1,0 1,1 0,-1 0,1 0,-1 0,1 0,1 1,-1-1,1 1,-1-1,1 1,0-1,1 1,-1 0,1-1,0 1,0 0,1-1,-1 1,1 0,0-1,0 1,1-1,-1 1,1-1,0 0,0 1,0-1,1 0,-1 0,1-1,0 1,1 0,10 5,0 0,0 0,1-2,0 0,0-1,0 0,1-1,0-1,0 0,0-1,1-1,-1-1,1 0,2-1,74 3,-4-3</inkml:trace>
  <inkml:trace contextRef="#ctx0" brushRef="#br0" timeOffset="57179.842">1351 3993,'54'-51,"-2"-3,41-56,-87 103,27-32,-1-2,-2-1,-2-2,-2 0,-2-2,-2-1,4-15,-24 58,1-2,-1 0,0 0,0 1,0-1,0-1,-1 1,0 0,0 0,-1 0,0-1,0 1,0 0,-1 0,0-1,0 1,0 0,-1 0,0 0,-1-1,1 5,-1 0,1 1,-1 0,1 0,-1-1,0 2,1-1,-1 0,0 0,0 1,0 0,1-1,-1 1,0 0,0 0,0 1,0-1,1 1,-1-1,0 1,0 0,1 0,-1 0,1 0,-1 0,1 1,-1-1,1 1,0 0,-1 0,1 0,0 0,-1 1,-11 11,1 0,0 1,1 0,1 0,0 2,1-1,1 1,0 0,2 1,0 0,1 1,0-1,2 1,0 0,1 0,1 0,1 1,1-1,1 9,-1-13,1 1,1-1,0 1,1-1,0 1,2-1,0 0,0-1,2 1,-1-1,2 0,0-1,0 0,2 0,-1-1,2 0,-1-1,2 0,-1 0,2-1,-1-1,1 0,0-1,1 0,13 4,-23-11,1 1,0-2,0 1,0 0,0-1,0 0,0 0,0-1,0 1,-1-1,1 0,0-1,0 1,-1-1,1 1,-1-2,1 1,-1 0,0-1,0 0,0 0,0 0,0 0,-1-1,1 1,8-12,0 1,0-1,-2-1,0 0,8-16,-16 28,0 1,1 0,-1 0,-1 0,1 0,0 0,-1 0,1-1,-1 1,0 0,0-1,0 1,0-1,-1 1,0-1,1 1,-1-1,-1 1,1-1,0 1,-1-1,0 1,0-1,0 1,0-2,-2 4,0 0,1 0,-1 1,0-1,0 1,1-1,-1 1,0 0,0 0,0 0,1 1,-1-1,0 1,0-1,1 1,-1 0,0 0,1 0,-1 1,1-1,-1 0,1 1,0 0,0 0,-9 4,1 1,1 0,-1 1,1 0,1 0,0 1,0 0,0 1,1-1,1 2,0-1,0 1,1-1,0 2,1-1,0 0,1 1,-1 4,4-13,-1-1,1 0,0 1,0-1,0 0,1 1,-1-1,0 0,1 1,0-1,-1 0,1 0,0 0,0 1,0-1,1 0,-1 0,0-1,1 1,-1 0,1 0,0-1,-1 1,1-1,0 1,0-1,0 0,0 0,0 0,0 0,0 0,1 0,-1 0,0-1,0 1,1-1,-1 0,0 0,3 0,93-10,-82 5,1-1,-1 0,-1-1,1-1,-1 0,0-1,-1-1,0 0,-1-1,0-1,-1 0,11-13,-21 24,-1 0,1-1,-1 1,1 0,-1-1,0 1,0-1,1 0,-1 1,0-1,-1 0,1 1,0-1,0 0,-1 0,1 0,-1 0,1 0,-1 0,0 0,0 0,0 0,0 0,0 0,0 1,-1-1,1 0,-1 0,1 0,-1 0,0 0,0 0,1 1,-1-1,0 0,-1 1,1-1,0 1,0-1,-1 1,1 0,-1-1,1 1,-2-1,1 3,0-1,0 0,0 1,0-1,1 1,-1-1,0 1,0 0,0 0,1 0,-1 0,0 0,1 0,-1 1,1-1,-1 0,1 1,0-1,0 1,0 0,0-1,0 1,0 0,0 0,0-1,0 1,1 0,-1 0,1 0,0 0,-1 0,1 0,0 0,0 0,0 0,0 0,1 0,-1 0,1 0,-1 0,1-1,-1 1,1 0,0 0,1 1,0 1,0 1,1-1,-1 0,1 0,0 0,1 0,-1-1,1 1,-1-1,1 0,0 0,0 0,0-1,1 1,-1-1,1 0,-1 0,1-1,1 1,98 18,-17-15,-1-6</inkml:trace>
  <inkml:trace contextRef="#ctx0" brushRef="#br0" timeOffset="58362.35">3410 4061,'128'-281,"-127"280,0-2,-1 1,1 0,0-1,0 1,0 0,0 0,0-1,0 1,0 0,1 0,-1 0,1 1,-1-1,1 0,0 0,0 1,0-1,0 1,0 0,0 0,0-1,0 1,0 1,1-1,-1 0,0 0,1 1,-1-1,0 1,1 0,-1 0,1 0,-1 0,1 0,1 1,5 7,-1 1,-1 0,1 0,-1 1,-1 0,0 0,0 0,-1 1,0 0,2 9,-6-17,6 13,0-1,-2 1,0 0,-1 1,0-1,-1 1,-1 0,-1 0,0-1,-2 4,1-21,0 0,0 1,-1-1,1 0,-1 1,1-1,0 1,-1-1,1 1,-1-1,1 1,-1-1,0 1,1-1,-1 1,1-1,-1 1,0 0,1 0,-1-1,0 1,1 0,-1 0,0 0,0 0,1-1,-1 1,0 0,1 0,-1 1,0-1,0 0,1 0,-1 0,0 0,1 1,-1-1,0 0,1 0,-1 1,0-1,1 1,-1-1,1 1,-1-1,1 1,-1-1,1 1,-1-1,1 1,-1-1,1 1,0 0,-1-1,1 1,0 0,0-1,0 1,-1 0,1 0,0-1,0 1,0 0,0-1,0 1,0 0,0 0,-3-8,-1 0,2 0,-1 0,1 0,-1 0,2-1,-1 1,1-1,1 0,-1 1,1-1,0 1,2-6,-1 10,1 1,0 0,-1 0,1 0,0 0,0 1,0-1,0 0,1 1,-1-1,0 1,1 0,-1 0,1 0,-1 0,1 0,0 1,-1-1,1 1,-1-1,1 1,0 0,0 0,-1 0,1 1,0-1,0 1,4-1,30-1,-18 3,-1-1,1-1,0-1,-1 0,1-2,-1 0,0-1,0-1,0 0,-1-1,1-2,-2 1,1-2,12-8,-27 16,0 0,0-1,0 1,0-1,0 0,0 1,0-1,0 0,0 0,-1 0,1 0,-1-1,0 1,0 0,0 0,0-1,0 1,0-1,0 1,-1-1,1 1,-1-1,0 0,0 1,0-1,0 1,0-1,0 1,-1-1,1 0,-1 1,0 0,0-1,0 1,0-1,0 1,0 0,-1 0,1 0,-1-1,0 2,1-1,-1 0,0 0,0 0,0 1,0-1,0 1,-1 0,1-1,-2 1,0-1,1 1,-1 0,0 0,-1 0,1 0,0 1,0 0,0-1,0 2,0-1,0 0,-1 1,1 0,0 0,0 0,0 0,1 1,-1-1,0 1,0 0,1 0,-1 0,1 1,0-1,0 1,0 0,0 0,0 0,0 0,1 1,0-1,-1 1,1-1,1 1,-1 0,0 0,1 0,0 0,0 0,0 0,0 0,1 0,0 0,-1 0,2 0,-1 1,0-1,1 1,0 1,1 0,-1 0,1 0,0 0,1-1,-1 1,1-1,0 1,1-1,-1 0,1 0,0-1,0 1,0-1,1 0,0 0,0 0,0-1,0 0,0 0,1 0,-1 0,3 0,6 2,0 0,0 0,1-2,0 0,-1 0,1-1,0-1,0-1,3 0,0-2,0 0,-1 0,1-2,-1 0,0-1,0-1,0-1,-1 0,0-1,0-1,-1 0,0-1,-1-1,0 0,-1-1,0 0,-1-1,0-1,-1 0,0 0,-1-1,-1-1,-1 1,0-1,-1-1,0 1,-2-1,0-1,1-5,-3 6,0-1,-1 1,0-1,-2 0,0 1,-1-1,-1 0,0 1,-1 0,-1-1,-1 1,-1 0,0 1,-1 0,-3-6,9 20,1 1,-1-1,0 1,0-1,0 1,0 0,0-1,0 1,0 0,0 0,0 0,-1-1,1 1,0 0,-1 1,1-1,-1 0,1 0,-1 1,1-1,-1 1,0-1,1 1,-1-1,0 1,1 0,-1 0,0 0,1 0,-1 0,0 1,1-1,-1 0,0 1,1-1,-1 1,1-1,-1 1,1 0,-1 0,1 0,-1 0,1 0,0 0,0 0,-1 0,1 0,0 1,0-1,0 0,0 1,-9 15,0 0,2 1,0 0,0 1,2-1,0 1,2 1,0-1,1 1,1 0,0 10,-1-1,2-1,0 1,2 0,1-1,2 1,1-1,4 13,-6-30,0 0,1 0,0 0,1-1,0 1,1-1,0-1,0 1,1-1,0 0,1 0,0-1,1 0,-1-1,1 0,1 0,-1-1,1 0,10 4,-10-6,1 0,-1 0,1-1,0-1,0 0,0-1,0 0,0 0,0-1,0 0,0-1,0-1,0 0,0 0,0-1,-1 0,1-1,-1 0,0-1,0 0,-1 0,1-1,-1-1,0 1,-1-1,0-1,0 0,0 0,-1 0,0-1,-1 0,0 0,0-1,-1 0,0 0,-1 0,0-1,-1 1,0-2,-1 7,0-1,-1 1,0-1,0 1,-1-1,1 1,-1-1,-1 0,1 1,-1-1,0 1,0-1,0 1,-1-1,0 1,0 0,0 0,-3-4,5 8,-1 1,0-1,1 1,-1 0,0-1,0 1,1 0,-1-1,0 1,0 0,0 0,1 0,-1 0,0-1,0 1,0 0,1 1,-1-1,0 0,0 0,0 0,1 0,-1 1,0-1,0 0,1 1,-1-1,0 0,0 1,1-1,-1 1,0-1,1 1,-1 0,1-1,-1 1,1-1,-1 1,1 0,-1 0,1-1,0 1,-1 0,1 0,0-1,0 1,0 1,-16 39,13-33,1 0,0 0,1 0,0 1,0-1,0 0,1 0,0 1,1-1,0 0,0 0,1 0,0 1,0-2,1 1,0 0,0 0,1-1,0 0,0 0,1 0,0 0,0-1,2 2,7 0,-1-1,1 0,0-2,0 1,1-2,-1 0,1 0,0-1,0-1,0-1,0 0,1-1,-1-1,14-1,35-3</inkml:trace>
  <inkml:trace contextRef="#ctx0" brushRef="#br0" timeOffset="59000.778">5469 3806,'-7'-3,"1"1,-1 0,0 0,1 0,-1 1,0 0,0 0,0 1,0 0,0 0,0 0,0 1,0 0,0 1,0-1,0 1,1 1,-1-1,1 1,0 0,-1 1,1-1,1 1,-1 0,0 1,1 0,0-1,0 2,1-1,-1 0,1 1,0 0,1 0,-1 0,1 0,1 1,-1-1,1 1,-1 5,3-7,0-1,0 0,0 1,1-1,0 0,0 0,0 0,1 0,-1 0,1 0,0 0,0 0,0-1,0 1,1-1,0 1,0-1,0 0,0 0,0 0,0-1,1 1,-1-1,1 0,0 0,2 2,4 0,0 1,1-1,-1-1,1 0,0-1,0 1,0-2,0 0,10 0,-5-3,0-1,0 0,-1-1,0 0,1-1,-2-1,1-1,-1 0,0-1,0 0,-1-1,0-1,-1 0,0 0,0-1,-1-1,-1 0,0-1,-1 0,0 0,-1-1,0 0,-1 0,-1-1,0 0,-1 0,-1 0,0-1,0-7,4-17,-2-1,-2 0,-1 0,-3 0,-3-31,3 64,0 1,0 0,-1-1,0 1,-1 0,1-1,-2 1,1 0,-1 0,0 1,0-1,0 1,-1-1,-3-3,6 10,0-1,0 0,1 0,-1 1,0-1,0 0,0 1,0-1,-1 1,1-1,0 1,0-1,0 1,0 0,0 0,0 0,-1 0,1-1,0 1,0 1,0-1,-1 0,1 0,0 0,0 1,0-1,0 0,0 1,0-1,0 1,0 0,0-1,0 1,0 0,0-1,0 1,0 0,0 0,1 0,-1 0,0 0,0 0,-26 46,19-23,1 1,1 0,1 0,2 1,0 0,2-1,1 1,1 0,1 0,1-1,1 1,1-1,2 0,0-1,2 1,7 14,-8-22,0 1,2-1,0-1,0 0,2 0,0-1,1 0,-10-11,0 0,1-1,0 1,0-1,0 0,0 0,0 0,1-1,-1 1,1-1,0 0,-1 0,1-1,0 0,0 0,0 0,0 0,0-1,0 1,1-1,-1-1,0 1,0-1,0 0,0 0,0 0,0-1,3-1,12-8,-1-2,0 0,-1-1,0-1,-1 0,-1-1,0-1,9-15,-16 22,14-9,-12 39,-10-11,16 98,-16-103,1 0,0 0,0-1,0 1,0 0,1-1,-1 1,1-1,0 0,0 0,0 0,0 0,1-1,-1 1,1-1,0 0,-1 0,1 0,0-1,0 1,0-1,0 0,1 0,1 0,5 0,-1-1,1 0,0 0,-1-1,1-1,-1 0,0 0,0-1,0 0,0-1,7-4,25-11</inkml:trace>
  <inkml:trace contextRef="#ctx0" brushRef="#br0" timeOffset="59244.128">6244 3660,'-16'-3,"-7"-2,-5-3,-1-3,-4-3,5 0</inkml:trace>
  <inkml:trace contextRef="#ctx0" brushRef="#br0" timeOffset="59414.682">5669 3472,'18'0,"18"0,16 0,15-2,14-4,8 1,-1-1,-15 3</inkml:trace>
  <inkml:trace contextRef="#ctx0" brushRef="#br0" timeOffset="59580.228">6499 3806,'4'16,"4"8,1 1,1 0,-2-3,-1-3,-2-4</inkml:trace>
  <inkml:trace contextRef="#ctx0" brushRef="#br0" timeOffset="59744.8">6499 3405,'-9'-16,"-4"-12,2-1</inkml:trace>
  <inkml:trace contextRef="#ctx0" brushRef="#br0" timeOffset="72377.995">215 4622,'234'12,"-62"-11,-141-6,-48-8,19 9</inkml:trace>
  <inkml:trace contextRef="#ctx0" brushRef="#br0" timeOffset="72798.157">1071 4568,'54'-27,"0"-3,-3-2,0-3,-2-1,36-37,-76 65,1-1,-2-1,1 0,-1 0,0 0,-1-1,-1 0,0-1,3-5,-9 16,1-1,0 1,-1-1,1 1,-1 0,1-1,-1 1,1-1,-1 1,0-1,0 1,0-1,0 1,0-1,0 0,0 1,-1-1,1 1,-1 0,1-1,-1 1,1-1,-1 1,0 0,1-1,-1 1,0 0,0 0,0-1,0 1,0 0,0 0,-1 0,1 0,0 1,-1-1,1 0,0 0,-1 1,1-1,0 1,-1-1,1 1,-1 0,1-1,-1 1,0 0,1 0,-1 0,1 0,-1 0,1 1,-1-1,1 0,-1 1,1-1,-1 1,-6 4,0-1,0 2,0-1,1 1,0 1,0-1,1 1,0 0,0 1,0-1,1 1,0 0,1 0,0 1,0 0,1-1,0 1,0 0,0 8,-10 43,4 1,2 0,3 1,2 0,3-1,6 33,27 396,-39-356,-3-88</inkml:trace>
  <inkml:trace contextRef="#ctx0" brushRef="#br0" timeOffset="73129.277">1138 4809,'8'-6,"59"-40,2 3,2 4,52-21,-112 55,-5 2,0 0,1 1,-1 0,0 0,1 0,-1 1,1 0,0 0,-1 0,1 1,2 0,-7 2,0-1,-1 1,1 0,0 0,0 0,-1 0,1 0,-1 0,0 0,1 0,-1 0,0 1,0-1,-1 0,1 1,0-1,-1 1,0-1,1 1,-1-1,0 1,0-1,0 1,-1-1,1 1,0-1,-1 1,1 10,1 9,-2-7,2 0,0-1,0 1,2 0,-1 0,2-1,0 0,1 0,6 13,-10-26,-1 1,1 0,0-1,1 1,-1-1,0 1,0-1,1 0,-1 1,1-1,-1 0,1 0,-1 0,1 0,0 0,-1 0,1-1,0 1,0-1,0 1,0-1,-1 1,1-1,0 0,0 0,1 0,11-3</inkml:trace>
  <inkml:trace contextRef="#ctx0" brushRef="#br0" timeOffset="73378.611">1606 4394,'-5'5,"3"3,10 4,2-2</inkml:trace>
  <inkml:trace contextRef="#ctx0" brushRef="#br0" timeOffset="73629.95">1887 4742,'25'-29,"-4"7,-2 0,-1-1,-1-1,-1 0,11-23,-26 46,0 0,-1 0,1 0,0 0,-1-1,1 1,-1 0,1 0,-1-1,0 1,1 0,-1-1,0 1,0 0,0-1,0 1,0 0,0-1,-1 1,1 0,0-1,-1 1,1 0,-1 0,1-1,-1 1,1 0,-1 0,0 0,0 0,1 0,-1 0,0 0,0 0,0 0,0 0,0 0,-1 0,1 1,0-1,0 1,0-1,-1 1,1-1,0 1,-1-1,-3 0,0 1,0-1,-1 1,1 0,0 0,0 1,0-1,0 1,0 0,0 1,0-1,0 1,0 0,0 0,1 1,-1-1,1 1,0 0,0 0,0 0,0 1,0-1,-2 5,0-2,0 1,1 0,0 1,0-1,0 1,1 0,1 0,-1 0,1 0,1 1,-1-1,1 1,0 6,2-10,0 1,0-1,0 0,0 0,1 1,0-1,1 0,-1 0,1 0,0 0,0 0,0 0,1-1,-1 1,1-1,0 1,1-1,-1 0,1 0,0-1,0 1,0-1,0 0,0 0,5 2,4 2,0 0,1-1,0-1,0-1,0 0,1 0,0-2,10 2,39 0,-6-5</inkml:trace>
  <inkml:trace contextRef="#ctx0" brushRef="#br0" timeOffset="74577.504">2634 4596,'-17'-3,"0"2,0 0,0 1,-1 0,1 2,0 0,-7 2,19-3,1 0,-1 1,0-1,0 1,1 0,-1 0,1 0,0 1,0-1,0 1,0 0,0 1,0-1,1 1,-1-1,1 1,0 0,1 0,-1 0,0 1,1-1,0 1,0-1,1 1,-1 0,1-1,-1 4,2-5,0 1,0-1,0 0,0 0,0 0,1 0,0 0,-1 0,1 0,0 0,0 0,1 0,-1 0,1 0,-1-1,1 1,0-1,0 1,0-1,0 0,0 1,1-1,-1 0,1-1,-1 1,1 0,0-1,0 1,-1-1,1 0,0 0,2 0,103 18,-57-21,0-2,-1-2,0-3,-1-1,0-3,0-2,-2-2,28-15,12-16,-86 48,-1 0,1 0,0 0,0-1,0 1,0 0,-1-1,1 1,0 0,0-1,-1 1,1-1,0 1,0-1,-1 1,1-1,-1 0,1 1,-1-1,1 0,-1 0,1 1,-1-1,1 0,-1 0,0 1,0-1,1 0,-1 0,0 0,0 0,0 0,0 1,0-1,0 0,0 0,0 0,0 0,0 0,-1 1,1-1,0 0,-1 0,1 0,0 1,-1-1,1 0,-1 0,1 1,-1-1,1 0,-1 1,0-1,1 1,-1-1,0 1,1-1,-1 1,0-1,0 1,0 0,0-1,-10-1,1 1,-1 0,0 0,-1 1,1 0,0 1,0 0,1 1,-1 0,0 1,0 0,1 1,0 0,0 0,0 1,-5 4,11-7,0 1,0 0,0 1,1-1,-1 1,1-1,0 1,0 0,0 0,0 0,1 1,-2 2,3-5,1-1,-1 1,1 0,-1-1,1 1,0-1,-1 1,1-1,0 1,0 0,0-1,0 1,1 0,-1-1,0 1,1-1,-1 1,1-1,-1 1,1-1,0 1,0-1,0 1,-1-1,1 0,1 0,-1 1,0-1,0 0,0 0,1 0,-1 0,0 0,1-1,-1 1,1 0,-1-1,1 1,0 0,9 1,0 0,1-1,-1 0,0-1,0 0,0-1,1 0,-1-1,0 0,0-1,0 0,-1-1,1 0,-1 0,0-1,0-1,0 0,-1 0,0-1,0 0,-1 0,5-6,14-6,-26 19,-1 0,1 0,-1 0,1 0,-1 0,1 0,0 0,-1 0,1 1,-1-1,1 0,-1 0,1 0,-1 1,1-1,-1 0,0 0,1 1,-1-1,1 0,-1 1,0-1,1 1,-1-1,0 0,1 1,-1-1,0 1,1-1,-1 1,0-1,0 1,0-1,0 1,0-1,1 1,-1-1,0 1,0-1,0 1,0-1,0 1,0-1,-1 1,1 0,0-1,0 1,0-1,0 1,-1-1,1 0,0 1,-1 0,0 14,0 54,1-67,0 0,1-1,-1 1,1-1,-1 1,1-1,-1 1,1-1,0 1,-1-1,1 1,0-1,0 0,0 0,0 1,0-1,1 0,-1 0,0 0,1 0,-1 0,0-1,1 1,-1 0,1 0,-1-1,1 1,-1-1,1 0,-1 1,1-1,0 0,-1 0,1 0,0 0,-1 0,1 0,0-1,4-2,1 0,-1 0,0-1,1 1,-2-2,1 1,0-1,-1 1,0-2,0 1,0 0,-1-1,0 0,0 0,-1 0,1-1,-1 1,0-1,-1 0,2-5,-1 3,0 0,0-1,-1 1,0 0,-1-1,0 1,0-1,-1 1,0-1,-1 0,0 1,0-1,-1 1,-2-5,3 9,0 4,0 0,1 0,-1 0,0 0,1 0,-1 0,1 0,0 0,-1-1,1 1,0 0,0 0,-1 0,1-1,0 1,0 0,0 0,1 0,-1-1,0 1,0 0,1 0,-1 0,1-1,-1 1,1 0,-1 0,1 0,0 0,-1 0,1 0,0 0,0 0,0 1,0-1,0 0,0 0,0 1,0-1,0 0,0 1,1-1,13-2,0 1,0 0,0 1,0 0,0 2,0-1,0 2,0 0,0 1,-1 0,12 5,-19-6,1 1,-1-1,0 1,0 0,0 1,0 0,0 0,-1 1,0-1,0 1,0 1,-1-1,1 1,-1 0,0 0,-1 0,0 1,0 0,0 0,-1 0,0 0,0 0,-1 1,0-1,0 1,-1-1,0 1,0 3,-1 25,7 37,-6-71,-1 1,1-1,0 0,1 0,-1 1,0-1,1 0,-1 0,1 0,0 0,-1-1,1 1,0 0,0-1,0 1,0-1,1 0,-1 1,0-1,0 0,1-1,-1 1,1 0,-1-1,1 1,-1-1,1 0,13 0,-1-2,0 0,0 0,0-2,0 0,0 0,-1-1,0-1,0-1,-1 0,1 0,-1-2,-1 1,4-5,-1 3,-1-1,0-1,0 0,-1-1,-1 0,0-1,-1 0,-1-1,6-10,-15 24,0-1,1 0,-1 0,0 0,0 0,0 0,0 0,-1 0,1 0,-1 0,1 0,-1 0,1 0,-1 0,0-1,0 1,0 0,0 0,-1 0,1 0,-1-1,1 1,-1 0,0 0,1 0,-1 0,0 0,0 0,-1 1,1-1,0 0,-1 0,1 1,-1-1,1 1,-1-1,0 1,1 0,-1 0,0 0,0 0,0 0,0 0,0 0,0 0,0 1,-1-1,1 1,0 0,0 0,0 0,0 0,-2 0,-1 1,0 1,0 0,1 0,-1 1,1-1,-1 1,1 0,0 0,0 1,0-1,1 1,-1 0,1 0,0 0,0 0,0 0,1 1,-1 0,1-1,0 1,0 0,1 0,0 0,-1 0,2 0,-1 0,0 0,1 0,0 1,1-1,-1 0,1 0,0 0,0 0,0 0,1 0,0 0,0 0,0-1,0 1,1-1,1 2,6 4,1-1,0-1,0 0,0 0,1-1,1-1,-1 0,1 0,0-1,0-1,1 0,-1-1,1-1,-1 0,1-1,0 0,5-1,73 3,-4-5</inkml:trace>
  <inkml:trace contextRef="#ctx0" brushRef="#br0" timeOffset="75281.579">5282 4555,'-12'1,"0"0,1 1,-1 1,0-1,1 2,0 0,0 0,0 1,0 0,1 1,0 0,0 1,0 0,1 0,0 1,1 1,0-1,0 1,1 0,0 1,5-7,0-1,0 1,0 0,1-1,-1 1,1 0,0 0,0 0,0 0,0 0,1 0,-1 0,1 1,0-1,0 0,0 0,0 0,1 0,-1 1,1-1,-1 0,1 0,0 0,1 0,-1 0,0-1,1 1,-1 0,1 0,0-1,0 1,0-1,0 0,1 0,-1 0,1 0,-1 0,1 0,0 0,-1-1,1 0,0 1,1-1,16 5,-1-2,1 0,0-2,0 0,1-1,-1-1,0 0,0-2,0-1,0 0,0-1,-1-1,1-1,-1-1,2-2,-16 7,11-2,-1-1,0-1,0-1,0 0,0-1,-1 0,-1-1,1-1,9-9,-23 19,-1 0,1 0,-1 0,1 1,0-1,-1 0,1 0,0 0,-1 0,1 0,0 0,-1 0,1 0,-1 0,1 0,0 0,-1 0,1 0,0-1,-1 1,1 0,0 0,-1 0,1 0,0-1,-1 1,1 0,0 0,-1-1,1 1,0 0,0 0,-1-1,1 1,0 0,0-1,0 1,0 0,-1-1,1 1,0 0,0-1,0 1,0-1,-3 3,1-1,-1 1,0 0,1-1,0 1,-1 0,1 1,0-1,0 0,0 1,1-1,-1 1,0-1,1 1,0 0,0 0,0-1,0 1,0 0,0 0,1 0,-1 0,1 0,0 0,0 1,0-1,0 0,1 0,-1 0,1 0,0 0,0-1,0 1,0 0,0 0,1 0,-1-1,1 1,-1-1,1 1,0-1,0 0,1 1,-1-1,0 0,1-1,-1 1,1 0,-1-1,1 1,5-1,-1 1,1-1,-1-1,1 1,-1-1,1-1,0 1,-1-1,1-1,-1 1,0-1,1-1,-1 1,0-1,0 0,-1-1,1 0,-1 0,1 0,-1-1,-1 0,1 0,-1 0,0-1,0 0,0 0,-1 0,0-1,0 1,0-2,-3 5,0 0,0-1,-1 1,1 0,-1 0,0-1,0 1,0 0,-1 0,1 0,-1-1,0 1,1 0,-1 0,-1 0,1 0,0 0,-1 0,0 0,1 1,-1-1,0 1,0-1,-1 1,1 0,0-1,-1 1,1 0,-1 1,0-1,-1 0,-5-4,0 2,-1-1,1 1,-1 0,0 1,0 0,0 1,0 0,-4 0,6 2,0 0,0 0,0 0,0 1,0 0,0 1,0 0,0 0,-6 3,12-4,-1 0,0 0,1 0,-1 1,1-1,0 1,-1-1,1 1,0 0,0 0,0 0,0 0,0 0,1 0,-1 1,0-1,1 0,0 1,0 0,0-1,0 1,0 0,0-1,1 1,-1 0,1 0,0-1,0 1,0 1,1 0,1 0,-1 0,1 0,1-1,-1 1,0-1,1 1,0-1,0 0,0 0,0 0,0 0,0 0,1-1,-1 1,1-1,0 0,0 0,0-1,0 1,0-1,0 0,0 0,1 0,2 0,40 10</inkml:trace>
  <inkml:trace contextRef="#ctx0" brushRef="#br0" timeOffset="75896.511">6003 4662,'0'-34,"2"1,1-1,1 1,2 0,2 0,0 0,4-4,48-105,-50 116,-10 26,-1 0,1 0,0 1,-1-1,1 0,0 0,0 0,-1 0,1 0,0 0,0 0,-1 0,1 0,0 0,-1 0,1 0,0 0,0 0,-1 0,1 0,0 0,-1 0,1 0,0 0,0 0,-1-1,1 1,0 0,0 0,-1 0,1 0,0-1,0 1,0 0,-1 0,1-1,0 1,0 0,0 0,0-1,-1 1,1 0,0 0,0-1,0 1,0 0,0-1,0 1,0 0,0 0,0-1,-11 15,0-1,2 2,-1-1,2 2,0-1,1 1,0 0,1 0,-1 11,1-9,1 1,2-1,0 1,0-1,2 1,0 0,2 0,0 0,1 2,-1-12,1-1,-1 1,2-1,-1 0,1 1,1-1,-1-1,1 1,1 0,0-1,0 0,0 0,0 0,1-1,1 0,-1 0,1 0,0-1,0 0,6 3,-5-4,1 0,-1-1,1 0,-1-1,1 0,0 0,0-1,0 0,0 0,0-1,0 0,0-1,0 0,0 0,0-1,-1 0,1-1,0 0,-1 0,0-1,0 0,0 0,0-1,0 0,-1 0,0-1,0 0,-1 0,0-1,0 1,0-1,-1-1,0 1,0-1,-1 0,1-3,4-4,-7 24,3 10,-4-14,1 0,0 0,0 0,1 0,-1 0,1-1,0 1,1-1,-1 0,1 0,-1 0,1 0,1-1,-1 1,0-1,1 0,-1-1,1 1,0-1,0 0,0 0,0 0,1-1,-1 0,0 0,0 0,1 0,-1-1,1 0,-1 0,0-1,1 0,-1 1,0-2,1 1,-1-1,0 1,0-1,0-1,0 1,-1-1,1 0,-1 0,3-2,-4 2,1 0,-1 0,1 0,-1-1,0 1,-1-1,1 0,-1 0,1 0,-1 0,-1 0,1 0,0-1,-1 1,0-1,0 1,0-1,-1 1,1-1,-1 1,0-1,-1 0,1 1,-1-1,0 1,0-1,0 1,0-1,-1 1,0 0,0 0,0 0,0 0,-1 0,0 0,1 0,-1 1,-1 0,1-1,0 1,-1 0,0 1,1-1,-1 1,0-1,-1 1,1 0,0 1,0-1,-1 1,-3 0,-1 2,1-1,0 1,0 0,0 0,1 1,-1 0,0 1,1-1,-1 1,1 1,0 0,0 0,0 0,0 1,1 0,0 0,0 0,0 1,1 0,0 0,0 1,0-1,1 1,0 0,0 0,1 1,0-1,0 1,1-1,-1 6,2-10,0 1,0 0,1-1,-1 1,1 0,0 0,1-1,-1 1,0 0,1-1,0 1,0 0,0-1,0 1,1-1,0 1,-1-1,1 0,0 0,0 1,1-2,-1 1,1 0,-1 0,1-1,0 1,0-1,0 0,0 0,1 0,-1 0,0-1,1 1,-1-1,1 0,2 0,41 12,1-5</inkml:trace>
  <inkml:trace contextRef="#ctx0" brushRef="#br0" timeOffset="76354.027">6926 4622,'-7'-7,"-1"0,0 1,0 0,0 0,-1 1,0 0,0 1,0 0,0 0,-1 1,0 0,1 1,-1 0,0 0,0 1,0 0,0 1,0 0,5 2,0 0,1 0,-1 0,1 1,-1 0,1-1,0 1,1 1,-1-1,0 1,1-1,0 1,0 0,0 0,0 1,0-1,1 0,0 1,0 0,0-1,1 1,-1 0,1 0,0 0,1 0,-1 0,1 0,0 0,0 0,1 0,-1 0,1 0,0 0,1 0,-1 0,1-1,0 1,0-1,0 1,1-1,-1 1,1-1,0 0,1 0,-1-1,1 1,2 1,-1-2,0 0,1-1,-1 0,1 0,-1 0,1 0,0-1,0 0,-1-1,1 1,0-1,0 0,0-1,0 1,0-1,-1 0,1-1,0 1,-1-1,1 0,-1 0,0-1,1 0,-1 0,1-1,4-3,0 0,-1 0,0-1,-1 0,0-1,0 1,0-2,-1 1,-1-1,0 0,0 0,0-3,-3 7,0 0,0-1,-1 1,0-1,0 0,-1 0,1 1,-1-1,-1 0,0 0,0 0,0 7,1 1,-1-1,0 0,0 1,0-1,0 1,0-1,0 1,-1-1,1 1,0-1,0 0,0 1,0-1,0 1,-1-1,1 1,0-1,0 0,-1 1,1-1,0 0,0 1,-1-1,1 0,0 1,-1-1,1 0,-1 0,1 0,0 1,-1-1,1 0,-1 0,1 0,-1 0,1 0,0 1,-1-1,1 0,-1 0,1 0,-1 0,1 0,-1-1,1 1,0 0,-1 0,1 0,-1 0,1 0,-1-1,1 1,0 0,-1 0,1-1,0 1,-1 0,1 0,0-1,-1 1,1 0,0-1,0 1,-1-1,1 1,0 0,0-1,0 1,-4 8,0 0,1 0,1 0,0 1,0 0,0-1,1 1,0 0,1 0,0 6,0-11,1-1,-1 1,1-1,-1 1,1-1,0 1,0-1,1 0,-1 1,1-1,-1 0,1 0,0 0,0-1,1 1,-1 0,1-1,-1 1,1-1,0 0,-1 0,1 0,0 0,1 0,-1-1,0 1,3 0,74-1,-40-11</inkml:trace>
  <inkml:trace contextRef="#ctx0" brushRef="#br0" timeOffset="76697.169">7261 4502,'-5'10,"0"1,1 0,1 0,-1 0,2 1,0-1,0 1,1-1,1 1,0 0,0-1,1 1,1-1,0 1,0-1,4 9,-3-16,0 1,1-1,0 0,0 0,1 0,-1 0,1-1,-1 0,1 0,0 0,0-1,1 1,-1-1,0 0,1-1,-1 0,1 1,-1-2,1 1,0-1,0 1,-1-2,1 1,0-1,-1 1,1-2,-1 1,1 0,-1-1,1 0,-1-1,0 1,0-1,0 0,0 0,-1 0,1-1,-1 0,0 0,0 0,2-3,0 0,-1 0,0 0,0-1,0 0,-1 0,0 0,-1 0,0-1,0 1,-1-1,0 0,-1 0,0 0,0-7,-1 16,0 1,-1-1,1 0,-1 1,1-1,-1 1,1-1,-1 0,1 1,-1-1,1 0,-1 0,0 1,1-1,-1 0,1 0,-1 0,0 0,1 0,-1 0,0 0,1 0,-1 0,1 0,-1 0,0 0,1 0,-1 0,1-1,-1 1,0 0,1 0,-1-1,1 1,-1 0,1-1,-1 1,1-1,-1 1,1-1,0 1,-1-1,1 1,-1-1,1 1,0-1,0 1,-1-1,1 1,0-1,0 0,0 1,0-1,0 0,-1 1,1-1,-2 5,-1 1,1 0,0 0,0 0,0 0,1 0,0 0,0 1,0-1,1 0,-1 0,1 1,1-1,-1 0,1 1,0-1,0 0,0 0,1 0,0 0,0 0,0 0,0 0,1 0,0-1,0 0,0 1,0-1,1 0,0-1,0 1,0 0,0-1,0 0,1 0,-1-1,1 1,3 0,9 3,0-1,0-1,1 0,-1-1,1-2,0 1,16-2,18-2</inkml:trace>
  <inkml:trace contextRef="#ctx0" brushRef="#br0" timeOffset="77051.234">7902 4662,'-2'0,"1"1,-1-1,0 1,0-1,1 1,-1 0,0-1,1 1,-1 0,1 0,-1 0,1 0,0 1,-1-1,1 0,0 0,0 1,0-1,0 1,0-1,0 1,0 0,0-1,1 1,-1 0,0-1,1 1,0 0,-1 0,1-1,0 1,0 0,0 0,0 0,0-1,0 1,1 0,-1 0,1 0,-1-1,1 1,0 0,-1-1,1 1,0-1,0 1,0-1,0 1,1-1,-1 0,0 1,0-1,1 0,-1 0,1 0,2 1,0 0,0 0,1 0,-1-1,1 1,-1-1,1 0,-1-1,1 1,0-1,-1 0,1 0,0 0,-1-1,1 0,-1 0,1 0,-1 0,1-1,-1 1,0-1,1 0,-1-1,0 1,-1-1,1 0,0 0,-1 0,1 0,-1 0,0-1,0 0,-1 1,1-1,-1 0,1 0,-1 0,-1-1,1 1,0-1,-1 1,0-1,0-1,1 2,-1 0,0 0,1-1,-2 1,1-1,0 1,-1-1,0 1,0-1,0 1,-1-1,1 1,-1-1,0 1,0 0,-1-1,1 1,-1 0,0 0,0 0,-1 0,1 0,-1 1,0-1,0 1,0-1,0 1,0 0,-1 0,1 1,-1-1,0 1,0-1,0 1,0 1,0-1,-4-1,2 2,0 0,0 1,0-1,0 1,0 0,0 1,0 0,0-1,0 2,0-1,1 1,-1 0,0 0,1 0,-1 1,1 0,0 0,0 1,0-1,1 1,-1 0,1 0,0 0,0 1,0 0,1-1,-1 1,1 1,0-1,1 0,-1 1,1-1,0 1,1 0,-1 0,1 0,0 4,1-5,0-1,1 0,0 0,0 0,0 1,1-1,-1 0,1-1,0 1,0 0,0 0,0-1,1 1,0-1,-1 0,1 0,0 0,1 0,-1 0,0-1,1 0,0 1,-1-1,1 0,0-1,0 1,0-1,0 0,0 0,1 0,-1 0,0-1,0 1,1-1,-1 0,0-1,0 1,1-1,-1 0,0 0,36-3</inkml:trace>
  <inkml:trace contextRef="#ctx0" brushRef="#br0" timeOffset="77299.572">8102 4194,'-15'3,"-13"4,-6 4,1 5,5 1,8 3,10 3,11 1,9 2,11 0,8 1,-1-4</inkml:trace>
  <inkml:trace contextRef="#ctx0" brushRef="#br0" timeOffset="77462.134">8130 4635,'6'16,"6"7,6 1,10-5,11-8,13-9,14-13,-6-4</inkml:trace>
  <inkml:trace contextRef="#ctx0" brushRef="#br0" timeOffset="78072.427">9573 4529,'-13'6,"1"0,0 1,0 0,1 1,0 0,0 1,1 0,0 1,1 0,0 0,0 1,1 0,1 1,0 0,0 0,-1 7,-8 33,16-51,-1 0,1 1,0-1,0 0,0 1,0-1,0 0,0 1,1-1,-1 0,0 1,1-1,-1 0,0 1,1-1,0 0,-1 0,1 0,0 1,0-1,0 0,-1 0,1 0,0 0,0 0,0-1,1 1,-1 0,0 0,0-1,0 1,1 0,-1-1,0 0,1 1,0-1,6 0,-1-1,1 0,0 0,-1 0,1-1,-1-1,0 1,0-1,0 0,0-1,0 0,-1 0,1 0,-1-1,3-2,9-7,0-1,-1 0,-1-1,0-1,-2 0,0-1,0-1,-2 0,0-1,-2 0,0 0,1-6,-5 10,0 1,-2-1,0 0,0-1,-2 1,0-1,-1 1,0-1,-2 1,0-1,0 0,-2 1,0 0,-1-1,0 1,-2 1,0-2,-34-44,39 60,0-1,-1 1,1 0,-1-1,1 1,-1 0,1 0,-1 0,0 0,0 0,1 1,-1-1,0 0,0 1,0 0,0-1,0 1,1 0,-1 0,0 0,0 0,0 0,0 0,0 1,0-1,0 1,0-1,1 1,-1 0,0-1,0 1,1 0,-1 0,-1 1,-5 8,1-1,-1 1,1 1,1-1,0 1,1 0,0 0,1 1,0 0,0 0,1 0,1 0,0 0,1 0,0 8,-1 0,1 1,1 0,1 0,0 0,2-1,1 1,0-1,1 1,1-1,7 13,-9-23,0 0,1 0,1-1,-1 1,2-1,-1-1,1 1,0-1,1 0,0-1,0 1,1-2,0 1,0-1,1-1,-1 1,1-2,0 1,0-2,1 1,0-1,-3-2,1 1,-1-2,0 1,1-1,-1 0,0-1,1 0,-1 0,0-1,0 0,0-1,0 0,0 0,-1 0,1-1,-1 0,0-1,0 1,0-1,-1-1,0 1,3-4,0-1,0 0,0 0,-1-1,0-1,-1 1,-1-1,0-1,0 1,-1-1,-1 0,0 0,0 0,-1-6,-4-12,0 30,1 1,0-1,0 1,0-1,-1 1,1 0,0-1,-1 1,1 0,0-1,-1 1,1 0,0-1,-1 1,1 0,0 0,-1-1,1 1,-1 0,1 0,-1 0,1 0,0-1,-1 1,1 0,-1 0,1 0,-1 0,1 0,-1 0,1 0,-1 0,1 1,-1-1,1 0,0 0,-1 0,1 0,-1 1,1-1,-1 0,1 0,0 1,-1-1,1 0,0 1,-1-1,1 0,0 1,-1-1,1 0,0 1,0-1,0 1,-1-1,1 1,0-1,0 0,0 1,0-1,0 1,-6 8,0 1,1-1,1 1,0 0,0 0,1 1,0-1,1 1,0-1,0 1,1 0,1 0,0 0,1 4,-1-12,0 1,0-1,0 1,0-1,1 1,-1-1,1 0,0 1,0-1,0 0,1 0,-1 0,1 0,0 0,0 0,0 0,0-1,0 1,0 0,1-1,-1 0,1 0,0 0,0 0,0 0,0 0,0-1,0 1,0-1,0 0,1 0,-1 0,3 0,21-1</inkml:trace>
  <inkml:trace contextRef="#ctx0" brushRef="#br0" timeOffset="78498.531">9961 4234,'119'55,"-44"-24,-63-26,1 0,-1 2,0-1,0 1,0 1,-1 0,-1 1,1 0,-1 1,-1 0,0 0,0 1,-1 0,0 0,-1 1,-1 0,0 1,0-1,-1 1,-1 0,2 11,4 118,-10-141,0 0,0 1,1-1,-1 1,0-1,1 0,-1 0,1 1,-1-1,1 0,-1 1,1-1,0 0,0 0,-1 0,1 0,0 0,0 0,0 0,0 0,1 0,-1-1,0 1,0 0,0-1,1 1,-1-1,0 1,0-1,1 1,-1-1,1 0,-1 0,0 0,1 0,-1 0,0 0,1 0,-1 0,0 0,1-1,-1 1,0 0,1-1,-1 1,1-1,54-38,-42 24,0 0,0 0,-2-2,0 1,-1-2,0 1,-2-1,0-1,1-5,-9 23,0 1,-1-1,1 0,-1 1,1-1,-1 0,1 1,-1-1,0 0,1 0,-1 1,0-1,1 0,-1 0,0 1,0-1,0 0,0 0,0 0,0 0,0 1,0-1,0 0,0 0,0 0,-1 1,1-1,0 0,0 0,-1 1,1-1,-1 0,1 0,-1 1,1-1,-1 1,1-1,-1 0,1 1,-1-1,0 1,1-1,-1 1,0 0,1-1,-1 1,-1-1,-1 4,-1 0,1 1,0-1,0 1,0-1,0 1,1 0,-1 0,1 0,0 1,0-1,1 0,-1 1,1-1,0 1,0-1,1 1,-1 0,1-1,0 1,0 0,0-1,1 1,0 0,0-1,0 1,0-1,1 0,2 5,2-1,0-1,1 0,0 0,0 0,1-1,0 0,0 0,0-1,1 0,-1-1,1 1,1-2,-1 1,0-2,1 1,-1-1,3 0,62 15</inkml:trace>
  <inkml:trace contextRef="#ctx0" brushRef="#br0" timeOffset="79150.427">11658 4529,'-6'-3,"0"0,-1 0,1 1,-1 0,0 0,1 1,-1-1,0 2,0-1,0 1,0 0,0 0,0 1,0 0,0 0,0 1,1-1,-1 2,1-1,-1 1,1 0,0 0,0 1,0-1,0 1,1 1,-1-1,1 1,0 0,1 0,-5 6,7-9,1 0,-1 0,0 0,1 1,-1-1,1 0,0 1,-1-1,1 1,1 0,-1-1,0 1,1 0,-1 0,1-1,0 1,0 0,0 0,0-1,0 1,1 0,-1 0,1-1,-1 1,1 0,0-1,1 1,-1-1,0 1,1-1,-1 1,1-1,-1 0,1 0,0 0,0 0,0 0,1 0,6 0,-1 0,0-1,1 0,-1-1,1 1,-1-2,0 1,1-1,-1-1,0 1,1-2,-1 1,0-1,0 0,-1 0,1-1,-1 0,0-1,0 1,6-6,2-2,0 0,-1-1,-1-1,0 0,0-1,-2 0,0-1,-1 0,0-1,-1 0,-1 0,-1-1,-1 0,0 0,-1-1,-1 0,-1 1,0-2,-2 1,0 0,-1 0,-1 0,-2-8,4 20,-1 0,0 0,-1 0,0 0,0 0,-1 0,1 0,-2 0,1 1,-1-1,1 1,-2 0,1-1,-1 1,0 1,0-1,-1 1,1-1,-1 1,-1 1,1-1,-1 1,1 0,-6-3,9 7,-1 0,0-1,1 1,-1 0,0 1,1-1,-1 0,0 1,1 0,-1-1,1 1,-1 0,1 0,-1 1,1-1,0 0,-1 1,1-1,0 1,0 0,0 0,0 0,1 0,-1 0,1 0,-1 0,0 1,-28 69,27-48,1-1,1 1,1-1,1 1,1-1,1 1,1-1,1 0,2 0,0-1,1 0,1 0,1-1,1 0,1 0,1-2,0 1,2-2,0 0,17 16,-28-29,0 0,1 0,-1 0,1 0,0-1,0 0,0 0,1 0,0-1,-1 0,1 0,0 0,1-1,-1 0,0 0,1 0,-1-1,1 0,-1 0,1-1,-1 0,1 0,0 0,-1-1,1 0,-1 0,1-1,-1 0,0 0,1 0,4-6,-1-1,0 0,0 0,0-1,-2 0,1 0,-1-1,-1 0,1-1,-2 0,0 0,-1 0,0-1,0 1,0-7,2-29,-7 48,0 0,-1-1,1 1,0 0,-1 0,1-1,0 1,-1 0,1 0,0 0,-1 0,1 0,0-1,-1 1,1 0,-1 0,1 0,0 0,-1 0,1 0,-1 0,1 0,0 0,-1 1,1-1,0 0,-1 0,1 0,0 0,-1 0,1 1,0-1,-1 0,1 0,0 1,-1-1,1 0,0 0,0 1,-1-1,1 0,0 1,0-1,0 0,-1 1,1-1,0 0,0 1,0-1,0 0,0 1,0 0,-4 5,0 0,1 1,0 0,0 0,0 0,1 0,0 0,1 0,0 1,0-1,0 0,1 5,0-8,0-1,0 0,0 1,0-1,1 0,0 1,-1-1,1 0,0 0,1 0,-1 0,1 0,-1 0,1 0,0 0,0 0,0-1,0 1,1-1,-1 0,1 1,-1-1,1 0,0-1,0 1,0 0,0-1,2 1,29 4,1-6</inkml:trace>
  <inkml:trace contextRef="#ctx0" brushRef="#br0" timeOffset="79399.761">12193 4221,'-16'4,"-5"7,1 5,8 8,16 3,20 2,7-4</inkml:trace>
  <inkml:trace contextRef="#ctx0" brushRef="#br0" timeOffset="79848.904">12648 4542,'-16'-16,"0"0,-1 1,-1 1,0 1,-1 0,0 2,-1 0,0 1,-16-5,33 13,0 1,0 0,0 0,0 0,0 0,0 1,0-1,-1 1,1 0,0 0,0 0,0 0,0 0,0 1,-1 0,1-1,0 1,0 0,0 1,0-1,1 0,-1 1,0-1,1 1,-1 0,1 0,-1 0,1 1,0-1,0 0,0 1,0-1,0 1,1 0,-1 0,1-1,-1 1,1 0,0 0,0 0,1 0,-1 1,0 1,1 1,-1-1,1 1,0 0,0-1,1 1,-1 0,1-1,1 1,-1-1,1 0,0 1,0-1,0 0,1 0,0 0,0 0,0-1,1 1,-1-1,1 0,0 0,0 0,0 0,1-1,0 1,-1-1,1-1,0 1,0-1,1 1,-1-1,0-1,1 1,-1-1,1 0,0 0,-1-1,1 0,0 0,-1 0,3-1,6-3,-1 0,1-1,-1-1,-1 0,1-1,-1 0,0-1,-1 0,0-1,0 0,-1-1,0 0,-1-1,0 0,0 0,-1-1,-1 0,0-1,4-9,-22 55,1 0,2 1,2 0,0 0,2 8,0 42,3 0,4 1,10 62,-1-13,-10-114,-1-13,1 1,-2 0,1-1,-1 1,0 0,-1-1,1 1,-2-1,1 1,-1-1,0 1,0-1,-1 0,-2 3,4-9,0 1,-1-1,1 1,-1-1,1 0,-1 0,0 1,1-1,-1 0,0-1,0 1,0 0,0 0,0-1,1 1,-1-1,0 0,0 0,0 1,-1-1,1 0,0-1,0 1,0 0,0-1,1 1,-1-1,0 1,0-1,0 0,0 0,0 0,1 0,-1 0,-58-43,44 28,1 0,0-1,2-1,0 0,1-1,1-1,0 1,2-2,0 1,1-1,2-1,-2-6,6 24,1-1,0 1,0 0,0 0,0-1,1 1,0 0,0-1,0 1,0 0,1 0,-1-1,1 1,0 0,1 0,-1 0,1-1,-1 2,1-1,0 0,1 0,-1 1,1-1,-1 1,3-2,5-1,-1 1,1 1,1 0,-1 0,0 1,1 0,-1 1,1 0,0 1,0 0,3 0,12-1,53-6,-2 1</inkml:trace>
  <inkml:trace contextRef="#ctx0" brushRef="#br0" timeOffset="80210.059">13463 4287,'3'25,"1"0,1 0,1-1,1 0,1 0,1-1,1 0,1 0,1-1,6 6,-9-9,1-1,1-1,1 0,0-1,1 0,0 0,2-2,-1 1,7 2,-20-16,0 0,1 0,-1 0,1 0,-1-1,1 1,0 0,-1-1,1 1,0-1,-1 1,1-1,0 0,-1 0,1 0,0 0,-1 0,1 0,0 0,0-1,-1 1,1 0,0-1,-1 0,1 1,-1-1,1 0,-1 0,1 0,-1 0,0 0,1 0,0-1,28-52,-17 6,-2 0,-3-1,-1 0,-3-1,-2 1,-3-35,1 17,0 61,0 3,0 0,-1 0,1 0,0 1,0-1,0 0,1 0,-1 0,1 1,-1-1,1 0,0 1,0-1,0 0,1 1,-1-1,0 1,1 0,0-1,0 1,-1 0,1 0,0 0,2-1,12-2</inkml:trace>
  <inkml:trace contextRef="#ctx0" brushRef="#br0" timeOffset="80464.378">14212 4141,'-5'20,"-3"19,-3 11,0 9,3 5,2 4,2-2,2-1,1-9,1-10,3-14,3-14,0-11</inkml:trace>
  <inkml:trace contextRef="#ctx0" brushRef="#br0" timeOffset="80718.731">14532 4167,'-289'227,"285"-224,2-2,0 0,-1 1,1-1,0 1,0-1,-1 1,1 0,1 0,-1 0,0 0,0 0,1 0,-1 0,1 0,-1 1,1-1,0 1,0-1,0 1,1-1,-1 1,1-1,-1 1,1 0,0-1,0 1,0 0,0 0,0-1,1 1,-1-1,1 1,-1 0,1 0,10 10,-1-1,2 0,0 0,0-1,1 0,0-1,10 5,9 8,-17-11,1-1,0-1,0-1,1 0,0-1,1-1,-1 0,1-2,1 0,-1-1,1 0,0-2,-1 0,14-1,30-6,-4-3</inkml:trace>
  <inkml:trace contextRef="#ctx0" brushRef="#br0" timeOffset="81933.668">15589 4662,'19'-10,"0"0,-2-2,1 0,-1-1,-1 0,0-2,-1 0,-1 0,-1-2,0 1,0-2,-2 0,0 0,1-7,-9 20,-1 0,0 0,0 0,0 0,-1 0,1-1,-1 1,-1 0,1-1,-1 1,0-1,0 1,0-1,-1 1,0 0,0-1,-1-1,1 6,0 0,0 0,0 0,0 0,-1 0,1 0,0 0,0 0,-1 1,1-1,-1 1,1-1,-1 1,1-1,-1 1,1 0,-1 0,1 0,-1 0,1 0,-1 0,1 0,-1 0,1 0,-1 1,1-1,-1 1,1-1,0 1,-1 0,1-1,0 1,-1 0,1 0,0 0,0 0,0 0,0 0,0 0,0 0,0 1,0-1,0 0,0 0,1 1,-1-1,1 1,-1-1,1 1,-1-1,1 1,0-1,0 1,-5 7,2 0,-1 0,1 0,1 1,0-1,0 1,1-1,0 1,1 0,0 0,0-1,1 1,0 0,1-1,0 1,2 4,-2-8,0-1,0 1,0-1,1 0,0 0,0 0,0 0,0-1,1 1,0-1,0 0,0 0,1 0,-1-1,1 1,0-1,0 0,0-1,0 1,0-1,1 0,-1 0,1-1,-1 1,1-1,0 0,0-1,2 0,5-1,0-2,-1 0,1 0,-1-1,0-1,0 0,0 0,-1-2,0 1,0-1,0-1,-1 0,0 0,-1-1,0 0,0-1,-1 0,0 0,3-8,34-31,-44 46,1 1,0-1,-1 1,1 0,0 0,0 0,1 0,-1 0,0 0,0 0,1 1,-1-1,1 1,0 0,-1 0,1 0,0 0,0 0,-1 1,1-1,0 1,0-1,0 1,0 0,0 0,0 1,0-1,-1 1,1-1,0 1,0 0,0 0,-1 0,1 0,-1 1,2-1,1 7,0 0,0 1,-1-1,0 1,0 0,-1 0,0 0,0 0,-1 0,-1 1,0-1,0 1,0-1,-1 1,-1 0,0-1,-1 6,2-11,0 0,-1-1,0 1,0 0,0-1,0 1,0 0,-1-1,0 0,1 1,-1-1,-1 0,1 0,0 0,-1 0,1 0,-1-1,0 1,0-1,0 1,0-1,0 0,-1-1,1 1,-1 0,1-1,-1 0,1 0,-1 0,0 0,1-2,1-1,0 0,0 1,0-1,0 0,0 0,0 0,0 0,1-1,-1 1,1 0,0-1,0 1,-1-1,2 1,-1-1,0 1,0-1,1 0,-1 1,1-1,0 0,0 0,0 1,0-1,1 0,-1 1,1-1,-1 0,1 1,0-1,1-2,6-19,2 0,1 0,0 1,2 0,1 1,0 0,15-15,-1-3,2 1,-3-2,-1-1,-2-1,-2-1,-2-1,-2-1,-2-1,7-35,-19 60,0 0,-1 0,-1 0,-1-1,-1 1,-1-10,1 31,0-1,0 1,1 0,-1 0,0 0,0 0,0-1,0 1,0 0,-1 0,1 0,0-1,-1 1,1 0,0 0,-1 0,1 0,-1 0,0 0,1 0,-1 0,0 0,0 0,1 0,-1 0,0 1,0-1,0 0,0 1,0-1,0 0,0 1,0 0,-1-1,1 1,0-1,0 1,0 0,0 0,-1 0,1 0,0 0,0 0,0 0,0 0,-1 0,1 0,0 1,0-1,0 0,0 1,0-1,0 1,-1-1,1 1,0 0,1-1,-1 1,0 0,0 0,-9 9,1 0,0 1,1 0,1 0,-1 0,2 1,0 0,0 1,1-1,1 1,-1 3,-4 10,2-1,1 1,0 1,2-1,2 1,0 0,1-1,2 1,1 0,1 0,1-1,1 0,2 0,0 0,2-1,1 0,1 0,0-1,2-1,1 0,1 0,1-2,1 0,1-1,18 16,-32-31,0 0,0-1,1 0,-1 0,1 0,0 0,0 0,1-1,-1 0,1-1,0 1,-1-1,1 0,0 0,0-1,1 1,-1-1,0-1,0 1,0-1,1 0,-1-1,0 1,0-1,0-1,1 1,-1-1,-1 0,1 0,0-1,5-2,-1-7,-1 0,0-1,-1 0,0 0,-1 0,-1-1,0 0,-1-1,0 1,-1-1,-1 0,0 0,-1 0,-1 0,0-1,-1 0,-7-30,6 45,1 1,-1 0,0 0,0-1,0 1,0 0,0 0,0 0,0 0,0 0,0 0,0 1,0-1,0 0,0 0,0 1,0-1,0 1,0-1,0 1,1-1,-1 1,0-1,0 1,0 0,1-1,-1 1,1 0,-1 0,0 0,1-1,-1 1,1 0,0 0,-1 0,1 0,0 0,-1 0,1 0,0 0,0 0,0 0,0 0,0 0,0 0,0 1,-3 5,0 1,0 0,1 0,0 0,0 0,1 0,0 0,1 0,0 1,0-1,0 0,1 0,1 0,-1 0,1 0,1 0,-1 0,1 0,1-1,-1 1,1-1,1 0,-1 0,1 0,0-1,1 0,-1 0,1 0,1-1,0 1,2-2,-1 0,1 0,0-1,0 0,1-1,-1 0,0 0,1-1,2 0,33-1</inkml:trace>
  <inkml:trace contextRef="#ctx0" brushRef="#br0" timeOffset="82099.735">16231 3980,'25'-2,"35"-1,38 0,29-1,-8-1</inkml:trace>
  <inkml:trace contextRef="#ctx0" brushRef="#br0" timeOffset="83299.965">18156 4248,'-1'0,"-8"-3,-1 2,1-1,-1 1,1 0,-1 1,1 0,-1 1,1 0,-1 0,1 1,0 0,-1 1,1 0,1 1,-1-1,0 2,1-1,-2 2,9-5,-1 1,1-1,0 1,-1-1,1 1,0 0,0-1,0 1,0 0,0 0,0 0,0 0,1 0,-1 0,1 0,0 0,-1 0,1 0,0 0,0 0,0 0,0 0,1 0,-1 0,1 0,-1 0,1 0,0 0,-1 0,1 0,0 0,0 0,0-1,1 1,-1 0,0-1,1 1,-1-1,1 1,-1-1,1 0,0 0,0 1,-1-1,1-1,0 1,0 0,0 0,0-1,0 1,0-1,2 1,3 1,0 1,0-2,1 1,-1-1,1 0,-1 0,1-1,-1 0,1-1,-1 0,1 0,-1 0,1-1,-1 0,0 0,0-1,0 0,0 0,0-1,-1 0,0 0,0 0,0-1,0 0,0 0,-1 0,0-1,0-1,-4 6,0-1,-1 0,1 1,-1-1,0 0,0 1,0-1,1 0,-1 1,-1-1,1 0,0 1,0-1,-1 0,1 1,-1-1,1 0,-1 1,0-1,1 1,-1-1,0 1,0 0,0-1,0 1,-1 0,1-1,0 1,0 0,-1 0,1 0,-1 0,1 0,-1 1,1-1,-1 0,1 1,-1-1,0 1,1 0,-1-1,0 1,1 0,-1 0,0 0,1 0,-1 0,0 0,0 1,1-1,-1 1,1-1,-1 1,0-1,1 1,-1 0,1 0,-1 0,1 0,0 0,-1 0,1 0,0 0,0 0,-1 1,0 2,0 0,0 0,0 0,0 0,0 0,1 0,0 0,0 1,0-1,0 0,1 1,0-1,0 1,0-1,0 1,1-1,-1 0,1 1,0-1,1 0,-1 0,1 1,-1-1,1 0,1-1,-1 1,0 0,1-1,0 1,0-1,0 0,0 0,1 0,-1 0,1 0,-1-1,4 2,4 1,1 0,0 0,0-1,0 0,0-1,1-1,-1 0,1 0,0-2,8 1,28-3</inkml:trace>
  <inkml:trace contextRef="#ctx0" brushRef="#br0" timeOffset="83852.739">18597 4221,'-4'-1,"0"1,0 1,0-1,1 0,-1 1,0 0,0 0,1 0,-1 0,0 1,1 0,-1-1,1 1,0 0,0 1,0-1,0 0,0 1,0 0,1 0,-1-1,1 2,0-1,-1 0,2 0,-1 1,0-1,1 1,-1-1,1 1,0 0,0 0,1-1,-1 1,1 0,0 0,0 0,0 0,0-1,1 1,-1 0,1 0,0 0,0-1,1 1,-1-1,1 1,0-1,0 1,4 3,2-1,-1 0,1 0,-1-1,1 1,1-2,-1 1,1-1,0-1,0 0,0 0,0 0,0-1,1-1,-1 1,1-2,-1 1,5-2,4 3,-1-1,1 0,-1-2,0 0,1-1,-1-1,0 0,0-2,-1 0,1 0,-1-2,0 0,0-1,-1 0,0-1,12-11,-26 20,1-1,-1 1,0-1,0 1,0-1,0 0,0 1,0-1,0 0,0 0,0 0,0 0,0 0,0 0,-1 0,1 0,0 0,-1 0,1 0,-1 0,1-1,-1 1,1 0,-1 0,0-1,0 1,0 0,0-1,0 1,0 0,0 0,0-1,0 1,0 0,-1 0,1-1,-1 1,1 0,-1 0,1 0,-1 0,0-1,1 1,-1 0,0 0,0 0,0 1,0-1,0 0,0 0,0 0,-1 1,1 0,-1 0,1-1,-1 1,1 0,-1 0,1 0,0 1,-1-1,1 0,-1 0,1 1,-1-1,1 1,0-1,-1 1,1 0,0-1,-1 1,1 0,0 0,0 0,0 0,0 0,0 0,0 0,0 1,0-1,0 0,1 0,-1 1,0-1,1 0,-1 1,1-1,0 1,-1-1,1 1,0-1,0 1,0-1,0 1,0-1,0 0,0 1,0-1,1 1,-1-1,1 1,-1-1,1 0,-1 1,1-1,0 0,0 1,0-1,0 0,-1 0,2 0,-1 0,1 1,6 3,1 0,0-1,0 0,0-1,0 1,1-2,-1 0,1 0,0 0,-1-1,1-1,0 0,5 0,-2 1,0-1,0 0,0 0,1-2,-1 1,0-2,-1 0,1 0,0-1,-1-1,5-2,-15 6,0 0,-1 0,1 0,0 0,-1 0,1 0,-1 0,0-1,1 1,-1 0,0-1,0 1,1-1,-1 0,-1 1,1-1,0 0,0 0,-1 1,1-1,-1 0,1 0,-1 0,0 0,1 0,-1 1,0-1,-1 0,1 0,0 0,0 0,-1 0,1 0,-1 1,0-1,1 0,-1 0,0 1,-1-2,-1-2,-1 0,0 0,0 0,-1 1,1-1,-1 1,0 0,0 0,-1 1,1 0,-3-2,2 2,1-1,-1 1,0 0,0 1,0-1,0 1,0 1,-1-1,1 1,-1 0,1 0,-1 1,1 0,-1 0,1 0,-1 1,1 0,0 1,-1-1,1 1,0 0,0 1,-4 1,9-2,0 0,1-1,-1 1,0 0,1 0,-1 0,1 0,0 0,-1 0,1 0,0 0,0 0,0 0,1 0,-1 0,0 0,1 0,0 0,-1 0,1 0,0 0,0 0,0 0,0-1,0 1,0 0,0-1,1 1,-1-1,1 1,-1-1,1 0,0 1,-1-1,1 0,0 0,0 0,1 0,97 40,-42-28</inkml:trace>
  <inkml:trace contextRef="#ctx0" brushRef="#br0" timeOffset="84911.405">19666 4287,'-10'15,"1"1,0 0,2 0,0 1,0 0,2 0,0 0,1 1,0 0,2 0,0 0,1 15,1-32,-8 127,6 0,5 1,6 5,-7-123,-3-22,-55-574,54 557,-1 3,2 1,0-1,2 0,0 0,3-5,-4 27,1 1,-1-1,1 0,0 0,0 1,0-1,1 1,-1-1,0 1,1-1,0 1,0 0,-1 0,1 0,0 0,1 0,-1 0,0 0,1 1,-1-1,0 1,1 0,0-1,-1 1,1 1,0-1,0 0,-1 1,1-1,0 1,0 0,0 0,0 0,-1 0,1 0,0 1,0-1,0 1,1 0,25 4,-1 2,0 0,0 2,-1 1,0 2,0 0,3 4,10 18,-40-32,0-1,0 0,-1 0,1 0,-1 0,1 0,-1 0,1 0,-1 0,1 0,-1 0,0 0,1 0,-1 0,0-1,0 1,0 0,0 0,0-1,0 1,0-1,0 1,0-1,0 1,0-1,0 0,0 1,0-1,-1 0,1 0,0 0,0 0,-185 25,179-20,20-3,203 3,-210-5,14 1,-1-1,0-1,1 0,-1-2,0 0,0-1,-1-1,1-1,-1 0,4-3,-20 8,-1 0,1 1,0-1,-1 0,1 0,-1 0,1 0,-1 0,1 0,-1-1,0 1,0 0,0-1,0 1,0 0,0-1,0 0,0 1,0-1,-1 1,1-1,0 0,-1 0,0 1,1-1,-1 0,0 0,0 0,0 1,0-1,0 0,-1 0,1 1,0-1,-1 0,1 0,-1 1,0-1,0 0,0 1,1-1,-1 1,0-1,-1 1,1 0,0-1,0 1,-1 0,1 0,0 0,-1 0,-1-1,-4-2,1 1,-1 0,0 0,0 1,0 0,0 0,0 0,-1 1,1 0,0 1,-1 0,1 0,0 0,-1 1,1 0,0 0,-1 1,-4 2,11-3,-1 0,1 0,0 0,-1 0,1 0,0 0,0 0,0 0,0 1,0-1,0 0,0 1,0-1,1 1,-1-1,0 1,1-1,-1 1,1-1,0 1,0 0,-1-1,1 1,0 0,0-1,0 1,1-1,-1 1,0 0,1-1,-1 1,1-1,-1 1,1-1,0 1,0-1,-1 1,1-1,0 0,1 1,45 49,-37-43,0-1,0 0,0 0,1-1,0-1,0 0,0 0,1-1,0-1,0 0,0 0,0-1,0-1,0 0,0-1,1 0,-1-1,0 0,0-1,5-1,-13 1,-1 1,1-1,-1-1,1 1,-1 0,0-1,1 1,-1-1,-1 0,1 0,0-1,-1 1,1 0,-1-1,0 1,0-1,-1 0,1 0,-1 0,0 1,1-1,-2 0,1-1,-1-98,-2 72,2 30,0-1,0 1,0 0,0 0,0 0,1 0,-1 0,0 0,1 0,-1 0,0 0,1 1,-1-1,1 0,0 0,-1 0,1 0,0 1,-1-1,1 0,0 0,0 1,0-1,-1 1,1-1,0 1,0-1,0 1,0-1,0 1,0 0,0 0,0-1,0 1,0 0,0 0,0 0,1 0,45 4,-39-2,6-1,1 1,-1 0,0 2,-1-1,1 2,-1 0,1 0,-1 1,-1 1,12 7,-21-9,1 0,0 0,-1 1,0-1,0 1,-1 0,1-1,-1 1,-1 0,1 0,-1 1,0-1,0 0,-1 0,0 1,0-1,0 0,-1 0,-1 6,3 40,-1-51,0 1,0 0,1 0,-1-1,1 1,-1 0,1 0,0-1,-1 1,1-1,0 1,0-1,0 1,0-1,1 1,-1-1,0 0,1 0,-1 0,0 1,1-1,0-1,-1 1,1 0,-1 0,1-1,0 1,0 0,-1-1,1 0,0 1,0-1,-1 0,1 0,0 0,0 0,0 0,-1-1,1 1,0-1,0 1,73-27,-63 21,0-1,-1 0,1 0,-2-1,1-1,-1 0,0 0,-1-1,0 0,-1-1,0 1,0-2,-1 1,-1-1,0 0,4-13,-9 24,0 0,-1 1,1-1,-1 0,0 0,1 0,-1 1,0-1,1 0,-1 0,0 0,0 0,0 0,1 0,-1 0,0 0,-1 1,1-1,0 0,0 0,0 0,0 0,-1 0,1 0,0 1,-1-1,1 0,-1 0,1 0,-1 1,1-1,-1 0,1 1,-1-1,0 0,1 1,-1-1,0 1,0-1,1 1,-1-1,0 1,0 0,0-1,0 1,1 0,-1 0,0-1,0 1,0 0,0 0,0 0,0 0,0 0,0 0,1 1,-1-1,0 0,0 0,0 1,0-1,0 0,1 1,-1-1,-5 6,2-1,-1 1,1-1,0 1,0 1,0-1,1 0,0 1,0 0,1 0,0 0,0 0,1 0,0 0,0 0,0 0,1 1,0 4,1-8,-1 1,1-1,0 1,0 0,0-1,0 1,1-1,0 0,0 0,0 1,0-1,1-1,0 1,-1 0,2-1,-1 1,0-1,0 0,1 0,0 0,0 0,0-1,0 0,0 0,0 0,0 0,1 0,-1-1,1 0,-1 0,5 0,19 2</inkml:trace>
  <inkml:trace contextRef="#ctx0" brushRef="#br0" timeOffset="85162.751">20856 3980,'16'-2,"5"-1</inkml:trace>
  <inkml:trace contextRef="#ctx0" brushRef="#br0" timeOffset="85415.098">21204 3606,'-2'21,"-1"17,4 17,5 14,3 12,3 8,-1 2,-2 2,-7-2,-7-4,-4-8,-3-11,0-13,8-19,3-17</inkml:trace>
  <inkml:trace contextRef="#ctx0" brushRef="#br0" timeOffset="85728.256">21191 4167,'43'16,"20"-2,-39-10,-1 1,0 0,0 2,-1 1,1 0,-2 2,1 0,16 12,-33-17,0 0,1 0,-2 1,1 0,-1 0,0 0,0 0,0 1,-1-1,0 1,-1 0,1 0,-1 0,-1 0,1 0,-1 1,0-1,-1 0,0 1,0-1,0 0,-2 5,2-11,0 0,0 1,0-1,0 0,0 0,0 0,0 1,0-1,1 0,-1 0,0 0,1 0,-1 1,1-1,-1 0,1 0,0 0,-1 0,1 0,0 0,0 0,0-1,0 1,0 0,0 0,0-1,0 1,0-1,0 1,0 0,0-1,0 0,0 1,1-1,-1 0,0 0,0 1,0-1,1 0,-1 0,1-1,51-12,-46 9,-1 0,1 0,-1-1,0 0,0 0,0-1,-1 1,0-1,0-1,0 1,-1-1,0 0,0 1,-1-2,0 1,0 0,1-7,-2 10,-1-1,0 0,0 1,0-1,0 1,-1-1,0 0,0 0,0 1,-1-1,1 0,-1 1,0-1,-1 1,1-1,-1 1,0-1,0 1,0 0,-1 0,1 0,-1 0,0 1,0-1,0 1,-1-1,1 1,-1 0,0 0,-1 0,1 1,0-1,-1 1,1 0,-1 1,0-1,0 1,0 0,1 0,-1 0,0 1,0 0,0 0,0 0,0 0,0 1,0 0,0 0,0 0,0 1,1-1,-1 1,1 0,-1 1,1-1,0 1,0 0,0 0,0 0,0 0,1 1,-1 0,1 0,0-1,0 2,1-1,-1 0,1 1,0-1,0 1,0-1,1 1,-1 0,1 0,0 0,1 0,-1 4,2-4,1-1,-1 1,1-1,0 0,0 1,0-1,1 0,-1 0,1 0,0-1,0 1,1-1,-1 0,1 0,-1 0,1 0,0 0,0-1,0 0,1 0,-1 0,0 0,1-1,-1 1,1-1,4 0,25 7</inkml:trace>
  <inkml:trace contextRef="#ctx0" brushRef="#br0" timeOffset="86033.439">21805 3913,'-91'13,"88"-12,0-1,1 1,-1 0,1 0,-1 0,1 1,0-1,-1 0,1 1,0 0,0-1,0 1,0 0,0 0,0 0,1 0,-1 0,1 1,-1-1,1 0,0 1,0-1,0 1,0 0,0-1,1 1,-1-1,1 1,0 0,0 0,0-1,0 2,2 4,1 1,1-1,-1 1,1-1,1-1,-1 1,1 0,1-1,-1 0,1-1,0 1,4 2,12 16,-4-2,-1 1,-1 0,-1 2,-1-1,-1 2,5 17,-17-41,1 1,-1-1,0 0,1 0,0 0,-1 0,1-1,0 1,1-1,-1 1,0-1,1 1,-1-1,1 0,0 0,0 0,0-1,0 1,0-1,0 0,0 1,0-1,0-1,1 1,-1 0,2-1,155 4,-96-8</inkml:trace>
  <inkml:trace contextRef="#ctx0" brushRef="#br0" timeOffset="86749.373">23369 4248,'-12'-6,"0"1,-1 0,1 1,-1 0,-1 1,1 1,0 0,-13 0,21 1,1 1,0 0,-1 0,1 1,0-1,-1 1,1 0,0 0,0 1,0-1,0 1,0 0,0 0,0 0,0 0,1 1,-1-1,1 1,0 0,0 0,0 1,0-1,1 0,-1 1,1 0,0-1,0 1,-2 4,3-5,0-1,1 1,-1 0,0-1,1 1,0 0,0-1,0 1,0 0,0-1,0 1,1 0,-1 0,1-1,0 1,-1-1,1 1,1-1,-1 1,0-1,1 0,-1 1,1-1,-1 0,1 0,0 0,0 0,0 0,0-1,1 1,-1-1,0 1,1-1,-1 0,2 1,3 1,1 0,-1 0,1 0,0-1,0-1,0 1,0-1,0 0,0-1,0 0,5-1,-3 0,0-1,0-1,0 0,0 0,-1-1,0 0,0-1,0 0,0 0,-1-1,0 0,0-1,0 1,-1-1,0-1,-1 0,1 0,-1 0,-1 0,0-1,0 0,-1 0,3-7,5-15,-1-1,-2 0,-1-1,-1 0,-2 0,0-19,-2 30,-1 1,0-1,-2 0,0 1,-2-1,0 1,-2-1,0 1,-1 0,-6-13,11 32,-1 0,0 0,1 1,-1-1,0 1,0-1,1 1,-1-1,0 1,-1 0,1-1,0 1,0 0,-1 0,1 0,0 0,-1 0,1 0,-1 0,1 0,-1 0,0 1,1-1,-1 1,0-1,1 1,-1 0,0 0,0-1,1 1,-1 1,0-1,0 0,1 0,-1 0,0 1,1-1,-1 1,0 0,1-1,-1 1,1 0,-1 0,1 0,-1 0,1 0,-1 1,-6 8,0 1,1 0,1 0,0 1,1-1,0 1,0 0,1 1,1-1,0 1,1 0,0-1,1 1,1 0,0 8,-1-2,1-1,1 0,0 1,1-1,1 0,1 0,1 0,0-1,1 1,1-1,1-1,0 1,1-1,1-1,0 0,1 0,1-1,0 0,1-1,1 0,0-2,0 1,1-2,0 0,5 2,-11-9,0-1,1 1,-1-2,1 1,-1-1,1-1,-1 0,1 0,-1-1,1 0,-1-1,1 0,-1 0,0-1,0 0,0 0,0-1,-1-1,0 1,1-1,-2-1,1 0,-1 0,1 0,-2-1,1 0,-1 0,0-1,0 1,-1-1,0-1,-1 1,0-1,2-4,-2-37,-5 49,1 0,0 0,-1 0,0 0,1 0,-1 0,1 0,-1 0,0 0,0 0,0 0,1 0,-1 0,0 1,0-1,0 0,0 1,0-1,0 1,0-1,-1 1,1-1,0 1,0 0,0 0,0-1,-1 1,1 0,0 0,0 0,0 0,0 0,-1 1,1-1,0 0,0 1,0-1,0 0,0 1,-1-1,1 1,-3 2,-1 0,1 0,0 0,0 1,0-1,1 1,-1 0,1 0,0 1,0-1,0 0,0 1,1 0,0 0,0 0,0 0,1 0,0 0,-1 0,2 0,-1 0,1 1,0-1,0 0,0 1,1-1,-1 0,1 0,1 0,-1 1,1-1,0-1,0 1,3 4,4 3,0-1,2-1,-1 1,1-2,1 0,0 0,0-1,1 0,0-1,0 0,0-1,1-1,0 0,0-1,0-1,8 1,53 12,-8-6</inkml:trace>
  <inkml:trace contextRef="#ctx0" brushRef="#br0" timeOffset="88432.323">1859 5450,'-3'-2,"-1"0,1 0,-1 0,0 0,0 1,0-1,0 1,0 0,0 0,0 1,-1-1,1 1,0 0,0 0,0 0,-1 0,1 1,0 0,0 0,0 0,0 0,0 1,0 0,0-1,1 1,-1 1,1-1,-1 0,1 1,0 0,0 0,0 0,0 0,0 0,1 0,-1 1,1-1,0 1,0 1,0-1,1 1,-1-1,1 0,0 1,1-1,-1 1,1-1,0 0,0 1,0-1,0 1,1-1,0 1,0-1,0 0,1 1,-1-1,1 0,0 0,0 0,0 0,1-1,-1 1,1 0,0-1,0 0,0 0,1 0,-1 0,1 0,-1-1,1 1,0-1,0 0,0 0,0-1,1 1,-1-1,0 0,4 1,3 0,0-1,-1 0,1-1,0 0,0 0,-1-1,1-1,0 1,-1-2,1 0,-1 0,0-1,0 0,8-4,124-87,-130 87,-12 7,0 1,0 0,0-1,1 1,-1-1,0 1,1 0,-1-1,0 1,1 0,-1-1,1 1,-1 0,0 0,1-1,-1 1,1 0,-1 0,1 0,-1-1,1 1,-1 0,1 0,-1 0,1 0,-1 0,1 0,-1 0,0 0,1 0,-1 0,1 1,-1-1,1 0,-1 0,1 0,-1 1,1-1,-1 0,0 0,1 1,-1-1,1 0,-1 1,0-1,1 0,-1 1,2 25,-1-2,0-23,0 1,0 0,0 0,0 0,0 0,1-1,-1 1,1-1,-1 1,1-1,0 1,-1-1,1 0,0 0,0 0,0 0,0 0,0 0,0-1,0 1,0-1,0 1,0-1,0 0,0 0,0 1,0-2,1 1,-1 0,0 0,0-1,0 1,66-26,-15-30,-52 54,0 0,0 0,0 0,0 0,0 0,0 0,-1-1,1 1,-1 0,0 0,1-1,-1 1,0 0,0 0,-1-1,1 1,0 0,-1 0,0-1,1 1,-1 0,0 0,0 0,0 0,0 0,0 0,-1 0,1 0,0 1,-1-1,0 0,0 0,-4-2,-1 1,1-1,0 1,-1 1,0-1,1 1,-1 0,0 1,0-1,0 1,-1 1,1-1,0 1,0 1,0-1,0 1,0 0,0 1,0 0,0 0,0 0,1 1,-1 0,1 1,0-1,0 1,0 0,0 0,1 1,-1 0,1 0,1 0,-5 6,6-8,0-1,1 1,-1 0,1 0,0 1,0-1,0 0,1 1,-1-1,1 1,-1-1,1 1,0 0,1 0,-1-1,1 1,-1 0,1 0,0 0,1 0,-1-1,1 1,-1 0,1 0,0-1,1 1,-1 0,1-1,-1 1,1-1,0 0,0 0,0 0,1 0,-1 0,1 0,0 0,0-1,0 1,0-1,0 0,4 2,28 6,0-6</inkml:trace>
  <inkml:trace contextRef="#ctx0" brushRef="#br0" timeOffset="88677.264">2340 5156,'-13'-11,"-10"-4,-2 1,0 4,4 10,7 8,6 10,11 11,11 8,12 4,2-5</inkml:trace>
  <inkml:trace contextRef="#ctx0" brushRef="#br0" timeOffset="88931.125">2555 5517,'1'1,"0"0,1 0,-1 0,1 0,-1 0,1-1,-1 1,1-1,0 1,-1-1,1 0,0 1,-1-1,1 0,0 0,-1 0,1 0,0 0,-1-1,1 1,0 0,-1-1,1 1,0-1,-1 0,1 0,-1 1,1-1,-1 0,0 0,1 0,-1-1,0 1,0 0,1-1,35-54,-21 16,-2-2,-1 1,-2-2,-3 0,-1 0,-1 0,-3-18,3-30,-8 542,2-431,2 0,0-1,1 1,1-1,0 1,2-1,2 3,-7-16,2-1,-1 0,0 0,1 0,0-1,0 1,1-1,-1 1,1-1,0 0,0 0,0-1,1 1,-1-1,1 0,0 0,0-1,0 1,0-1,0 0,0 0,1-1,-1 0,1 0,-1 0,1-1,2 1,1-2,0 1,-1-1,1-1,-1 0,1 0,-1-1,1 0,-1 0,4-3,26-15</inkml:trace>
  <inkml:trace contextRef="#ctx0" brushRef="#br0" timeOffset="89123.612">2475 5223,'27'2,"30"-3,27-4,18-4,8 0,-15 2</inkml:trace>
  <inkml:trace contextRef="#ctx0" brushRef="#br0" timeOffset="89795.084">3130 5585,'17'-24,"-1"0,0-1,-2-1,-1 0,1-7,-10 23,0 0,-1 0,0-1,0 1,-2-1,1 0,-1 0,-1 1,0-1,0 0,-1 0,-1 0,0 1,0-1,-2-5,2 12,0-1,-1 1,1-1,-1 1,0 0,0 0,0 1,0-1,0 0,-1 1,0 0,0 0,-1-1,4 3,0 0,-1 1,0-1,1 0,-1 0,1 1,-1-1,0 1,1-1,-1 1,0 0,0 0,1-1,-1 1,0 1,0-1,1 0,-1 0,0 1,0-1,1 0,-1 1,0 0,1-1,-1 1,1 0,-1 0,1 0,-1 0,1 0,0 0,-1 1,1-1,0 0,0 1,0-1,0 1,0-1,0 0,0 0,0 0,1 1,-1-1,0 0,1 0,-1 0,1 1,-1-1,1 0,0 1,0-1,-1 0,1 1,0-1,0 0,0 1,0-1,1 1,-1-1,0 0,1 1,-1-1,0 0,1 0,0 1,-1-1,1 0,0 0,-1 0,1 0,0 0,0 0,0 0,0 0,0 0,0 0,0 0,0-1,1 1,-1 0,1 0,59 20,51-11,39 10,-147-19,1 1,0-1,-1 1,1 0,-1 0,0 0,0 0,1 1,-2 0,1 0,0 0,0 0,-1 1,0-1,0 1,0 0,0 0,0 0,-1 0,0 0,0 1,0-1,0 1,-1-1,0 1,1 2,-3 170,1-175,1 1,0 0,0-1,0 1,0 0,0-1,1 1,-1-1,1 0,0 1,0-1,-1 0,2 0,-1 0,0 0,0-1,0 1,1 0,-1-1,1 0,-1 0,1 1,0-2,-1 1,1 0,0 0,2-1,80 9,-81-9,23 1,1-2,-1-1,0-1,0-2,0 0,-1-2,0-1,0-1,-1-1,0-1,22-14,-41 23,-1-1,1-1,-1 1,0-1,0 0,0 0,0-1,-1 1,0-1,0 0,0 0,-1 0,1-1,-1 1,-1-1,1 0,-1 0,0 0,0 0,0 0,-1 0,0 0,0-1,-1 1,0 0,0-1,0 1,-1 0,0 0,0-1,-1 1,0 0,0 0,0 0,-2-3,0 3,0 1,0 0,-1 0,1 0,-1 0,0 1,-1 0,1 0,-1 0,1 0,-1 1,0 0,-1 0,1 1,0 0,-1 0,1 0,-1 1,0 0,1 1,-1-1,0 1,0 0,1 1,-2 0,4-1,1 1,0 1,-1-1,1 0,0 1,0 0,0 0,0 0,0 0,0 0,0 0,1 1,-1-1,1 1,0 0,0 0,0 0,0 0,0 0,0 0,1 0,0 1,0-1,0 1,0-1,0 4,-1 3,0 0,1 1,0-1,1 1,1-1,-1 1,2-1,1 8,-1-9,1 0,0 0,1 0,0 0,0-1,1 0,0 0,0 0,1 0,0-1,0 0,1 0,0-1,0 0,1 0,-1 0,1-1,1-1,-1 1,1-1,-1 0,1-1,0 0,2 0,14 3,1 0,-1-2,1-1,0-1,0-1,0-1,-1-2,12-1,67-15,-8-4</inkml:trace>
  <inkml:trace contextRef="#ctx0" brushRef="#br0" timeOffset="90349.69">5375 5317,'-4'9,"0"1,1 0,0-1,1 1,0 0,0 0,1 1,1-1,0 0,0 0,1 0,0 0,0 0,1 0,1 0,0 0,0 0,1-1,0 0,1 1,0-2,0 1,1 0,0-1,0 0,1-1,0 1,0-1,1-1,0 1,0-1,1-1,2 2,3 0,-1 0,1-1,0-1,0 0,0-1,1 0,-1-1,1-1,0-1,0 0,0 0,0-2,0 0,0 0,0-2,-1 0,1 0,-1-1,0-1,0-1,0 0,-1 0,9-7,-18 11,-1-1,1 1,-1-1,0 0,1-1,-2 1,1 0,0-1,-1 1,1-1,-1 0,0 0,0 0,-1 0,1 0,-1 0,0-1,0 1,0 0,-1-1,1 1,-1-1,0 1,-1 0,1-1,-1 1,1 0,-1-1,-1 1,1 0,-1 0,1 0,-1 0,0 0,-3-3,-3-2,-1 1,1 0,-2 1,1 0,-1 1,0 0,0 0,-1 1,0 0,0 1,0 0,0 1,-1 0,1 1,-1 0,0 1,1 0,-1 1,0 0,0 1,1 0,-1 1,0 1,1 0,0 0,-9 4,13-4,1 0,-1 0,1 0,0 1,0 0,0 0,0 1,1 0,-1 0,1 0,1 0,-1 1,1 0,0 0,0 0,1 1,-1-1,2 1,-1-1,1 1,0 0,0 0,0 0,1 1,1-1,-1 0,1 0,0 0,1 1,-1-1,2 0,-1 0,1 0,0 1,24 35,6-10</inkml:trace>
  <inkml:trace contextRef="#ctx0" brushRef="#br0" timeOffset="90680.038">7140 5263,'3'16,"0"17,2 12,0 6,-1 5,0 2,-2-5,-1-9,0-12</inkml:trace>
  <inkml:trace contextRef="#ctx0" brushRef="#br0" timeOffset="91332.368">6952 5117,'44'-5,"-1"2,1 2,-1 2,1 2,7 3,-35-4,-1 1,0 1,-1 0,1 1,-1 0,1 1,-2 1,1 0,-1 1,0 1,-1 0,0 0,0 1,-1 1,0 0,2 4,-1 4,0 0,-2 1,0 1,-1 0,-1 0,-1 0,-1 1,-1 0,-1 1,1 20,-4-36,14 51,-14-57,-1 1,1-1,0 0,0 1,0-1,0 0,0 0,0 0,0 1,0-1,0 0,0-1,1 1,-1 0,0 0,1 0,-1-1,1 1,-1-1,1 1,-1-1,1 0,-1 1,1-1,-1 0,1 0,-1 0,1 0,-1 0,1-1,-1 1,1 0,-1-1,1 1,0-1,12-6,-1-1,0 0,-1-1,0-1,0 0,-1 0,0-1,-1 0,0-1,-1 0,-1-1,0 0,2-3,46-77,-55 93,0 0,-1 0,1 0,0 0,0 0,-1 0,1 0,0 0,0 0,-1 1,1-1,0 0,0 0,-1 1,1-1,0 0,-1 1,1-1,-1 1,1-1,0 1,-1-1,1 1,-1-1,1 1,-1-1,1 1,-1 0,0-1,1 1,-1 0,0-1,0 1,1 0,-1 0,0-1,0 1,0 0,0 0,0-1,0 1,0 0,0 0,0 0,0-1,0 1,-1 0,1-1,0 1,0 0,-1 0,1-1,0 5,0-5,4 23,1 1,0-1,2-1,1 1,4 9,-10-27,0-1,1 1,-1-1,1 0,0 1,0-1,0 0,1-1,-1 1,1-1,0 1,0-1,0 0,0-1,1 1,-1-1,1 1,-1-1,1-1,0 1,0-1,0 0,0 0,0 0,0-1,0 1,0-1,3-1,8-2,-1-2,0 0,-1 0,1-1,-1-1,0-1,-1 0,0 0,0-2,-1 1,0-2,-1 1,0-2,0 1,-2-2,1 1,-1-1,-1-1,-1 1,0-1,0-1,5-12,-2 0,0-1,-2 0,-1 0,-1 0,-2-1,-1 0,-1 0,-1 0,-2 0,-1 0,-3-16,-15-8,19 52,1 1,-1 0,0-1,0 1,1 0,-1 0,0 0,0 0,1 0,-1 0,0 0,0 0,1 0,-1 0,0 0,1 1,-1-1,0 0,1 0,-1 1,0-1,1 0,-1 1,0-1,1 1,-1-1,1 1,-1-1,1 1,-1-1,1 1,-1 0,1-1,0 1,-1-1,1 1,0 0,-1 0,1-1,0 1,0 0,0-1,0 1,0 0,-7 20,1 0,1-1,1 2,0-1,2 0,1 1,0-1,3 16,-1-6,2-1,0 0,3 0,0-1,2 1,1-1,5 9,-9-25,0-1,1 0,0 0,1-1,1 1,0-2,0 1,1-1,0 0,1-1,0 0,0-1,1 0,0 0,1-1,0-1,7 4,14 0</inkml:trace>
  <inkml:trace contextRef="#ctx0" brushRef="#br0" timeOffset="92495.691">8169 5090,'42'20,"1"-1,1-3,36 10,18 5,-89-28,10 2,0 0,0 2,-1 0,0 1,0 1,0 0,-1 2,-1 0,0 0,0 2,-1 0,-1 1,0 0,-1 1,3 6,-13-17,-1-1,0 1,0 0,-1 0,1 0,-1 0,0 0,0 0,0 0,0 0,-1 1,1-1,-1 0,-1 0,1 1,0-1,-1 0,0 0,0 0,0 0,-1 0,1 0,-1 0,0 0,0 0,0-1,0 1,-1-1,0 0,1 1,-1-1,-1 0,0 1,2-4,1 1,0-1,-1 0,1 1,-1-1,1 0,0 0,-1 0,1 0,-1 0,1 0,-1 0,1 0,-1-1,1 1,0-1,-1 1,1-1,0 1,-1-1,1 0,0 1,0-1,-1 0,1 0,0 0,0 0,0 0,0 0,0-1,1 1,-1 0,0 0,0-1,1 1,-1 0,1-1,-1 1,1 0,0-1,-17-59,15 53,1-1,0 1,1-1,0 0,0 1,0-1,1 1,1-1,-1 1,1-1,1 1,0 0,0 0,0 0,1 1,0-1,1 1,0 0,0 0,0 0,1 1,0-1,0 1,0 1,1-1,3 0,9-1,1 1,0 1,0 0,0 2,0 0,1 2,-1 0,1 1,6 2,2-2,137 5,134 21,-230-13,-71-13,1 0,0 0,-1 0,1 0,0-1,-1 1,1 0,0 0,-1 0,1 0,0 0,-1 0,1 0,0 0,-1 0,1 0,0 0,0 1,-1-1,1 0,0 0,-1 0,1 0,0 0,-1 1,1-1,0 0,0 0,-1 0,1 1,0-1,0 0,-1 0,1 1,0-1,0 0,0 1,0-1,0 0,-1 0,1 1,0-1,0 0,0 1,0-1,0 0,0 1,0-1,0 0,0 1,0-1,0 0,0 1,0-1,0 0,1 1,-1-1,0 0,0 1,0-1,0 0,1 0,-1 1,0-1,0 0,0 0,1 1,-1-1,0 0,1 0,-4 1,-28 11,-98 47,124-56,-1 1,1-1,0 1,0 1,0-1,1 1,0 0,0 0,0 0,0 0,1 1,0-1,0 1,0 0,1 0,0 0,0 0,1 0,-1 1,1 2,1-5,1 1,0-1,-1 0,1 1,1-1,-1 0,1 1,0-1,-1 0,2 0,-1 0,0-1,1 1,0 0,0-1,0 0,0 0,1 0,-1 0,1 0,-1-1,1 1,0-1,0 0,0 0,1 0,-1-1,0 0,0 0,1 0,-1 0,1 0,-1-1,1 0,-1 0,1 0,-1-1,1 0,-1 1,1-1,-1-1,0 1,0-1,1 0,10-2,-1-2,0 0,-1 0,1-1,-1-1,-1 0,1-1,-2 0,1-1,-1 0,0-1,-1 0,-1-1,0 0,0 0,-1-1,-1 0,0-1,1-3,-5 5,-13 38,8-21,0-1,0 1,1-1,0 1,0-1,0 1,1 0,0 0,-1-1,2 1,-1 0,0-1,1 1,0 0,0-1,0 1,1-1,0 1,0-1,0 0,0 0,0 0,1 0,0 0,0 0,0-1,0 1,1-1,-1 0,1 0,0 0,0 0,0-1,0 0,0 0,0 0,1 0,-1 0,1-1,-1 0,2 0,-1-1,0 0,0-1,0 0,0 0,-1 0,1 0,0-1,0 1,-1-1,1-1,-1 1,0-1,0 1,0-1,0 0,0-1,0 1,-1-1,0 1,0-1,0 0,0 0,0-1,-1 1,0 0,0-1,1-2,3-8,-1 0,0-1,-2 1,1-1,-2 0,0 0,-1 0,-1 0,-5-72,5 88,1-1,-1 1,1-1,-1 0,1 1,-1-1,1 1,-1-1,1 1,-1-1,1 1,0-1,-1 1,1 0,0-1,-1 1,1 0,0-1,-1 1,1 0,0 0,0 0,-1 0,1 0,0 0,0 0,0 0,-1 0,1 0,0 0,-1 0,1 1,0-1,0 0,-1 0,1 1,0-1,-1 1,1-1,0 0,-1 1,1-1,-1 1,1-1,-1 1,1 0,-1-1,1 1,-1 0,0-1,1 1,1 1,14 8,-1 0,-1 0,0 2,0 0,-1 0,-1 1,0 1,-1 0,0 1,-1 0,-1 0,0 1,-1 0,-1 1,-1-1,0 2,3 15,-5-10,-4-15,0 1,1 0,0 0,1 0,0 0,0-1,1 1,0-1,0 1,1-1,0 0,1-1,-1 1,2-1,-1 0,1 0,0 0,0-1,1 0,7 5,1-5,1 0,1-2,-1 0,0 0,1-2,0 0,0-1,0 0,-1-2,1 0,0-1,0 0,-1-1,1-1,-1-1,0-1,-1 0,1 0,-1-2,2-1,-2 1,1-1,-2-1,1 0,-1 0,-1-2,6-5,-15 13,0 0,0 0,0-1,-1 1,0-1,0 1,0-1,0 0,-1 0,0 0,0-1,0 1,-1 0,1-1,-2 1,1-1,0 0,-1 1,0-1,0 1,-1-6,-1 7,1-1,-1 1,0 0,0 0,0 0,0 1,0-1,-1 0,0 1,0 0,0-1,0 1,-1 0,1 1,-1-1,1 1,-1-1,0 1,0 0,0 0,0 1,0-1,-1 1,-1 0,-3-1,-1 0,1 0,-1 1,0 1,1-1,-1 2,1-1,-1 1,1 1,-9 2,9-1,1 0,-1 1,1 0,0 0,0 1,1-1,-1 2,1-1,0 1,1 1,0-1,0 1,0 0,-4 6,7-8,0-1,1 1,-1 0,1-1,0 1,0 0,0 1,1-1,0 0,0 0,0 1,1-1,0 0,0 1,0-1,0 0,1 1,0-1,0 0,0 0,1 0,0 0,0 0,0 0,3 3,2 1,1-1,0 0,0 0,1-1,0 0,0-1,1 0,0 0,0-1,0 0,1-1,-1 0,1-1,0 0,0-1,1 0,8 0,51 8,0-3,1-3,-1-4,23-4,37-4</inkml:trace>
  <inkml:trace contextRef="#ctx0" brushRef="#br0" timeOffset="93351.883">12233 5772,'-10'-1,"0"1,0 1,0-1,0 2,1-1,-1 1,0 1,0 0,1 0,0 1,0 0,0 1,0 0,1 0,-1 1,1 0,1 0,-1 1,1 0,0 0,1 1,-1 0,2 0,-1 0,1 1,0 0,0 2,4-8,1 0,-1 0,1 0,-1 0,1 0,0 0,0 1,1-1,-1 0,1 0,-1 0,1 0,0 0,0-1,0 1,1 0,-1 0,1-1,-1 1,1-1,0 1,0-1,0 0,0 1,0-1,1 0,-1-1,1 1,-1 0,1-1,0 1,0-1,-1 0,1 0,0 0,0 0,0 0,0-1,0 0,0 1,3-1,7-1,0-1,0 0,0-1,0-1,-1 0,1 0,-1-1,-1-1,1 0,-1 0,0-1,0-1,0 0,-1 0,-1-1,0-1,0 1,0-1,-1-1,4-7,-2-1,-2 0,1 0,-2-1,-1 0,-1-1,0 1,-1-1,-2 0,0 0,-1 0,-1 0,-1 0,-1 0,-1 0,0 0,-2 0,0 1,-2 0,0 0,-10-19,-28-41,44 79,1 0,-1 0,1 0,0 0,-1 0,0 0,1 0,-1 1,0-1,1 0,-1 1,0-1,0 0,1 1,-1-1,0 1,0-1,0 1,0-1,0 1,0 0,0-1,0 1,0 0,0 0,0 0,0 0,0 0,0 0,0 0,0 0,0 0,0 0,0 0,0 1,0-1,0 0,0 1,0-1,0 1,1-1,-1 1,0 0,0-1,0 1,1 0,-1-1,0 1,1 0,-1 0,1 0,-1-1,0 2,-16 55,14-30,0-1,2 0,2 1,0-1,1 0,2 1,1-2,1 1,1 0,1-1,1-1,7 13,-8-21,1 0,0 0,1-1,0 0,1-1,1-1,1 0,-1 0,2-1,0-1,0 0,1-1,1 0,-1-1,1-1,1-1,0 0,14 3,-20-7,0 0,0-1,1 0,-1-1,1 0,-1-1,1 0,-1-1,0 0,1-1,-1 0,0-1,0 0,0-1,0 0,-1-1,1 0,-1-1,0 0,-1 0,0-1,0 0,0-1,-1 0,0 0,5-7,-10 12,-1-1,0 1,0 0,-1-1,1 1,-1-1,1 1,-1-1,0 0,0 1,-1-1,1 0,-1 0,0 1,0-1,0 0,0 0,-1 0,0 1,0-1,0 0,0 1,0-1,-1 0,1 1,-1 0,0-1,0 1,0 0,-1 0,1 0,-1 0,1 1,-1-1,0 1,0-1,0 1,-1 0,1 0,-3-1,2 1,0 0,0 1,-1-1,1 1,0 0,-1 0,1 0,-1 1,1-1,-1 1,0 0,1 1,-1-1,1 1,-1 0,1 0,0 0,-1 0,1 1,0 0,0 0,0 0,0 0,0 1,0 0,1 0,-1 0,1 0,0 0,0 0,0 1,0 0,1-1,-1 1,1 0,0 0,0 1,0-1,1 0,0 0,0 1,0 0,1 0,0 0,0 0,1 1,0-1,0 0,0 0,1 0,0 0,0 0,0 0,0-1,1 1,0-1,0 1,0-1,1 0,-1 0,1-1,0 1,0-1,0 1,0-1,1-1,-1 1,1-1,0 1,0-1,0-1,0 1,0-1,0 1,0-2,4 2,159 21,-80-20</inkml:trace>
  <inkml:trace contextRef="#ctx0" brushRef="#br0" timeOffset="94594.65">14199 5772,'-9'-1,"0"0,0 1,1 1,-1-1,0 1,0 1,1 0,-1 0,1 0,-1 1,1 1,0-1,0 1,1 1,-1-1,1 1,0 1,0-1,0 1,1 0,0 1,0-1,1 1,0 1,0-1,1 1,-1-1,2 1,-1 0,1 1,0-1,1 1,1-5,1-1,0 1,0 0,0-1,1 1,-1 0,1-1,0 1,0 0,0-1,0 1,0-1,1 0,0 1,0-1,0 0,0 0,0 0,0 0,1 0,0-1,-1 1,1-1,0 0,0 0,0 0,1 0,-1 0,0-1,1 1,-1-1,1 0,2 1,3 0,-1 0,2-1,-1 1,0-2,0 1,0-1,0-1,1 1,-1-2,0 1,0-1,0-1,2 0,3-4,0 1,-1-2,0 0,0 0,0-1,-2-1,1 0,-1-1,0 0,-1 0,-1-1,0 0,0-1,-1 0,-1-1,0 1,-1-1,0-1,-1 1,-1-1,1-8,1-5,-1-1,-1 1,-2-1,-1 0,-2 0,0 0,-2 0,-1 1,-1-1,-2 1,-1 0,6 20,0 1,-1-1,0 1,0 0,0 0,-1 0,0 0,-1 1,1 0,-4-4,6 9,1 0,0 0,0 0,-1 0,1 0,-1 0,1 1,-1-1,1 0,-1 1,1-1,-1 1,0 0,1-1,-1 1,0 0,1 0,-1 0,1 0,-1 0,0 1,1-1,-1 0,0 1,1-1,-1 1,1-1,-1 1,1 0,-1 0,1 0,0 0,-1 0,1 0,0 0,0 0,0 0,0 1,0-1,0 0,0 1,0-1,0 2,-33 68,28-49,1 1,2-1,0 1,1 0,1-1,1 1,1 0,1 0,1-1,1 1,1-1,1 0,1 2,-2-10,1 0,0 0,0-1,1 0,1 0,0-1,1 0,1 0,-1-1,2 0,0-1,0 0,0-1,1 0,1-1,-1 0,2-1,-1 0,1-1,7 2,-8-4,1-1,0 0,0-1,0-1,0 0,0 0,0-1,0-1,0-1,0 0,0-1,-1 0,1-1,-1 0,0-1,0-1,0 0,-1-1,0 0,0-1,-1 0,0-1,0 0,-1-1,0 0,-1-1,5-6,-12 15,0 0,0 0,-1 0,1 0,0-1,-1 1,0 0,0-1,0 1,0 0,0-1,0 0,0 1,-1-1,1 1,-1-1,0 0,0 1,0-1,0 0,0 1,-1-1,1 0,-1 1,0-1,0 1,1-1,-2 1,1-1,0 1,0 0,-1-1,1 1,-1 0,0 0,0 0,0 0,0 1,0-1,0 0,0 1,0-1,-5 0,1 0,-1 1,1 0,-1 0,1 0,-1 0,0 1,1 0,-1 1,1-1,-1 2,0-1,1 0,0 1,-1 0,1 1,0-1,0 1,0 1,1-1,-1 1,1 0,0 0,0 0,0 1,0 0,1 0,0 0,0 0,0 1,1-1,-1 1,1 0,1 0,-1 0,1 1,0-1,1 0,-1 1,1 0,0 4,1-8,0 1,1-1,-1 1,0 0,1-1,0 0,0 1,0-1,0 1,1-1,-1 0,1 0,0 0,0 0,0 0,0 0,0 0,1-1,-1 1,1-1,0 0,-1 0,1 0,0 0,1 0,-1 0,0-1,0 0,1 1,-1-1,4 0,2 1,1 0,0 0,0-1,0 0,0-1,0-1,-1 1,1-1,0-1,0 0,0 0,3-2,-1 0,1-1,-1 0,0-1,0 0,0-1,-1 0,0-1,-1 0,0 0,0-2,-1 1,0-1,0 0,-1-1,-1 0,1 0,-2-1,2-2,-11 21,1 1,1 0,0 0,0 0,0 0,1 0,0 0,1 0,0 0,0 0,2 3,-3-8,1 0,0 0,0 1,0-1,0 0,1 0,0 0,-1 0,1 0,0-1,0 1,0-1,1 1,-1-1,1 0,-1 1,1-1,0-1,0 1,0 0,0-1,0 1,0-1,0 0,0 0,1 0,-1-1,0 1,0-1,1 1,1-1,5-2,-1 0,1-1,-1 0,0-1,0 1,0-2,-1 1,1-1,-1-1,0 1,-1-1,1-1,-1 1,0-1,-1-1,0 1,1-2,16-24,-1 0,-1-1,-2-1,-2-1,-1 0,-2-1,-1-1,6-34,-5 22,-2-1,-3-1,-1 0,-3 0,-2-12,-2 58,-1 0,0 0,-1 1,1-1,-1 0,0 0,-1 1,1-1,-1 0,0 1,0 0,-1-1,0 0,2 5,0 0,0 0,0 1,0-1,-1 0,1 1,0-1,0 1,0-1,0 1,-1 0,1-1,0 1,0 0,-1 0,1 0,0 0,-1 0,1 0,0 0,0 1,-1-1,1 0,0 1,0-1,0 0,0 1,-1 0,1-1,0 1,0 0,0-1,0 1,0 0,0 0,1 0,-1 0,0 0,0 0,0 0,-10 13,0 1,1 0,1 0,0 1,1 0,1 0,0 1,1 0,1 0,1 1,0 0,2-1,-1 2,-2 6,1 0,0 0,2 1,1-1,1 1,1-1,2 0,0 1,1-1,2-1,1 1,0-1,2 0,1 0,1-1,3 4,-10-20,1-1,0 0,0 0,0 0,1 0,-1-1,2 0,-1 0,0-1,1 1,0-2,0 1,0-1,0 0,1 0,-1-1,1 0,0 0,-1-1,1 0,0 0,0-1,0 0,0 0,-1-1,1 0,0 0,0-1,-1 0,1 0,-1-1,8-3,-5 0,0 0,-1 0,1-1,-1 0,0 0,-1-1,0 0,0-1,0 0,-1 0,-1 0,0-1,0 0,-1 0,0-1,1-2,-5-22,-1 34,0 1,0-1,0 1,0-1,-1 1,1-1,0 1,0-1,-1 1,1-1,0 1,-1 0,1-1,-1 1,1-1,0 1,-1 0,1-1,-1 1,1 0,-1 0,1 0,-1-1,1 1,-1 0,1 0,-1 0,1 0,-1 0,1 0,-1 0,0 0,1 0,-1 0,1 0,-1 0,1 0,-1 0,1 0,-1 1,1-1,-1 0,1 0,-1 1,1-1,-1 0,1 1,0-1,-1 0,1 1,0-1,-1 1,1-1,0 0,-1 1,1-1,0 1,-1 0,-4 5,0 0,0 0,0 0,0 1,1 0,0 0,1 0,0 0,0 1,0-1,1 1,0 0,1 0,-1 0,1 0,1 0,0 0,0 0,0 0,1 0,1 0,-1 0,1-1,0 1,2 2,-1-4,0 0,0 0,1-1,0 0,0 1,0-1,1-1,-1 1,1-1,1 1,-1-2,0 1,1 0,0-1,0 0,0-1,0 1,0-1,0 0,1 0,-1-1,1 0,-1 0,1-1,-1 0,1 0,0 0,-1-1,1 0,-1 0,1-1,-1 1,0-2,0 1,0-1,0 1,0-2,0 1,-1-1,1 1,-1-2,17-19</inkml:trace>
  <inkml:trace contextRef="#ctx0" brushRef="#br0" timeOffset="94844.987">15148 5397,'18'-2,"29"-1,36 0,38 1,34 2,-8 2</inkml:trace>
  <inkml:trace contextRef="#ctx0" brushRef="#br0" timeOffset="98547.338">17234 5745,'-15'-6,"0"1,0 1,0 1,-1 0,1 1,-1 0,0 1,-12 2,21-1,0 1,0 0,0 1,1-1,-1 1,0 0,1 1,0 0,-1 0,1 0,0 1,1 0,-1 0,1 0,0 1,0 0,0 0,0 0,1 1,-3 4,5-9,1 1,-1-1,1 1,0-1,0 1,0 0,0-1,0 1,0 0,0 0,0 0,1 0,-1-1,1 1,-1 0,1 0,0 0,0 0,0 0,0 0,0 0,0 0,1 0,-1 0,1 0,-1 0,1 0,0 0,-1 0,1-1,0 1,0 0,1 0,-1-1,0 1,0-1,1 1,-1-1,1 0,-1 0,1 1,0-1,5 0,1 0,0 0,-1 0,1-1,0-1,-1 1,1-1,0 0,-1-1,1 0,-1 0,0 0,1-1,-1 0,0-1,-1 0,5-2,1-1,1 0,-1-1,0 0,0-1,-1-1,-1 0,1 0,-2-1,5-6,-3-13,-10 30,-1-1,0 1,0-1,0 1,1-1,-1 1,0-1,0 1,0-1,0 1,0-1,0 1,0-1,0 1,0-1,0 1,0-1,0 1,-1-1,1 1,0 0,0-1,0 1,-1-1,1 1,0-1,0 1,-1 0,1-1,-1 1,1-1,0 1,-1 0,1 0,-1-1,1 1,0 0,-1 0,1-1,-1 1,1 0,-1 0,1 0,-1 0,1 0,-1 0,1 0,-1 0,1 0,-1 0,1 0,-1 0,1 0,-1 0,1 0,-1 0,-1 2,0-1,0 0,0 1,0-1,0 1,0-1,1 1,-1 0,0 0,1 0,0 0,-1 0,1 0,0 0,0 0,0 1,0-1,1 0,-1 1,1-1,-1 1,1-1,0 0,0 1,0-1,0 1,0-1,1 1,-1-1,1 0,-1 1,1-1,0 0,0 0,0 1,0-1,0 0,1 0,-1 0,1 0,-1 0,1-1,0 1,0 0,1 1,10 4,-1 0,1-1,0 0,0-1,1 0,-1-2,1 1,0-1,0-1,0-1,0 0,1 0,2-2,84 1,-4-4</inkml:trace>
  <inkml:trace contextRef="#ctx0" brushRef="#br0" timeOffset="99148.662">18850 5478,'-19'10,"0"2,0 0,1 1,0 1,1 1,1 0,0 1,2 1,-1 0,2 1,-11 18,8-10,2 1,0 0,2 1,-7 25,48-239,-14-44,-17 200,2 30,-1 0,1 1,0-1,0 0,-1 0,1 0,0 0,0 0,-1 0,1 0,0 0,0 0,-1 0,1 0,0 0,0 0,-1 0,1 0,0 0,0 0,-1 0,1 0,0 0,0 0,-1 0,1 0,0 0,0-1,0 1,-1 0,1 0,0 0,0 0,0-1,-1 1,1 0,0 0,0 0,0-1,0 1,0 0,-1 0,1-1,0 1,0 0,0 0,0-1,0 1,0 0,0 0,0-1,0 1,0 0,0 0,0-1,0 1,0 0,0 0,0-1,1 1,-1 0,0 0,-7 19,5-14,1 0,0 0,1 1,-1-1,1 0,0 0,0 1,0-1,1 0,0 0,0 0,0 1,1-1,0 0,0-1,0 1,0 0,1-1,0 1,0-1,0 0,0 0,1 0,0 0,0 0,0-1,0 0,0 0,1 0,-1 0,1-1,0 1,-1-1,1-1,4 2,4-2,0 0,0 0,0-2,0 0,0 0,0-1,0-1,-1 0,1 0,-1-1,0-1,0 0,0-1,-1-1,1 1,-2-2,1 1,-1-1,0-1,-1 0,0-1,0 1,-1-1,0-1,-1 0,0 0,4-10,-8 13,-9 17,-8 23,2 0,1 2,1-1,2 1,2 0,-1 20,5-46,0 0,1 0,0 1,0-1,1 0,0 1,0-1,1 0,0 0,1 1,0-1,0 0,0 0,1-1,1 1,-1-1,1 1,0-1,1 0,0 0,0-1,4 5,21 8</inkml:trace>
  <inkml:trace contextRef="#ctx0" brushRef="#br0" timeOffset="99499.113">19305 5437,'-9'22,"2"0,0 0,1 0,1 1,2 0,0 0,1 0,1 1,2-1,0 0,1 0,2 4,-3-23,0 0,0 0,1 0,-1 0,1-1,0 1,0 0,0-1,0 0,1 1,-1-1,1 0,0 0,0-1,0 1,0 0,0-1,1 0,-1 0,1 0,0 0,-1-1,1 1,0-1,0 0,0 0,0 0,0-1,0 1,0-1,0 0,0 0,0 0,0-1,0 0,0 1,2-2,9-6,-1 0,-1 0,1-1,-2-1,1 0,-1-1,-1-1,0 1,0-2,-2 1,1-2,-2 1,1-1,-2 0,0-1,-1 0,0 0,-1 0,8-22,-1 1,-1-1,-3-1,-1 0,-1 0,-1-16,-5 29,0 25,0 0,0 0,-1 0,1 0,0 0,0 0,0 0,0 0,-1 0,1 0,0 0,0 0,0 0,-1 0,1 0,0 0,0 0,0 0,0 0,-1 0,1-1,0 1,0 0,0 0,0 0,0 0,-1 0,1 0,0-1,0 1,0 0,0 0,0 0,7 37,2-16</inkml:trace>
  <inkml:trace contextRef="#ctx0" brushRef="#br0" timeOffset="99837.223">19907 5371,'53'76,"80"101,-116-156,2-1,0-1,2-1,0 0,1-2,0-1,1 0,1-2,0 0,9 1,-29-12,-1-1,1 0,0 0,0-1,0 1,0-1,0 0,0 0,-1 0,1 0,0-1,0 1,0-1,0 0,-1 0,1-1,0 1,-1-1,1 0,-1 0,0 0,1 0,-1 0,0-1,0 1,-1-1,1 0,0 0,-1 0,0 0,0-1,0 1,0-1,0 0,5-12,-2-1,0 1,0-1,-2-1,0 1,-1 0,-1-1,0 1,-2-1,0 0,0 1,-2 0,0-1,-2-3,1 7,0 0,-1 0,0 1,-1-1,0 2,-1-1,-6-7,11 16,-1 0,0 0,0 1,0-1,0 1,-1 0,1 0,-1 0,0 0,0 1,0 0,0-1,0 1,-1 1,1-1,0 1,-1-1,0 1,1 1,-1-1,0 1,1-1,-1 1,0 1,0-1,-9 5,1-1,0 2,0 0,0 1,1 0,0 0,1 2,-1-1,2 1,-1 1,1 0,1 1,-1 0,1 2,9-13,-255 301,164-194</inkml:trace>
  <inkml:trace contextRef="#ctx0" brushRef="#br0" timeOffset="102749.115">9493 424,'-10'265,"-11"8,-8 138,36-283,-7-125,0-1,1 0,-1 0,1 0,0 0,-1 0,1 0,0 0,0 0,1 0,-1 0,0 0,1-1,-1 1,1 0,-1-1,1 1,0-1,0 0,-1 1,1-1,0 0,0 0,0 0,1-1,-1 1,0 0,0-1,0 1,0-1,1 0,-1 0,0 0,0 0,0 0,1 0,-1-1,0 1,0-1,0 1,2-2,17-5,0-2,-1-1,0 0,0-1,-1-1,3-4,25-15,-18 14,1 2,0 0,1 2,0 1,1 2,0 1,1 1,0 2,15-1,131-3,123 10,-169 2,1796 2,-971 33,-747-23,0-8,183-21,-347 10,-3 2,-1-2,0-2,0-1,-1-3,-39 9,1 1,-1-1,0 0,0-1,-1 1,1 0,0-1,-1 0,1 1,-1-1,0 0,0 0,0 0,0-1,-1 1,1 0,-1-1,0 1,0-1,0 1,0-1,-1 1,1-1,-1 0,0 1,0-2,5-23,137-458,-139 472,4-11,0 0,-2 0,-1-1,-1 1,-1-1,-1 0,-1 0,-2 0,0 1,-5-18,5 38,0 1,-1-1,1 1,-1 0,1 0,-1 0,-1 0,1 0,0 1,-1 0,0-1,0 1,0 0,0 1,0-1,-1 1,1 0,-1 0,1 0,-1 1,0 0,0 0,1 0,-1 0,0 1,0-1,0 1,0 1,0-1,0 1,0-1,1 1,-1 1,0-1,0 1,1 0,-1 0,1 0,0 1,0-1,0 1,-1 1,-48 35,50-39,0 0,1-1,-1 1,0 0,0-1,1 1,-1-1,0 0,1 0,-1 0,1 0,-1-1,1 1,-1-1,1 1,0-1,0 0,0 0,0 0,0 0,0 0,-1-2,-4-3,-16-11,-1 1,-1 1,0 1,-1 1,-1 1,0 2,-1 1,0 1,0 1,-1 1,0 2,-24-1,-204-21,-146 8,400 19,-1356-9,1022-3,-15-17,140 9,0 8,-1 10,-169 22,-275 74,621-87,15-2</inkml:trace>
  <inkml:trace contextRef="#ctx0" brushRef="#br0" timeOffset="116363.761">6111 7162,'-283'-14,"261"12,0 2,-1 0,1 2,-1 0,1 2,0 0,0 2,1 0,0 2,-10 4,-9 12,2 2,0 2,2 1,1 2,-1 3,-16 13,42-37,4-7,1 1,0 0,0 0,1 1,-1-1,1 1,0 0,0 0,1 1,0-1,-1 1,2 0,-1 0,1 0,0 0,0 0,1 0,-1 5,-1 159,-5 43,12-195,1-1,0 1,1-1,1 0,1-1,0 0,1 0,1 0,1-1,0-1,0 0,2 0,12 10,-19-16,1 0,0 0,1-1,-1 0,1 0,1-1,-1 0,1 0,0-1,1 0,-1-1,1 0,0 0,0-1,173 12,-157-12,0-1,1-1,-1-1,0-2,0 0,0-2,0-1,0-1,-1-1,0-1,-1-1,1-2,-2 0,0-1,0-2,3-3,-10 6,-3 3,-1 0,1-1,-2 0,0-1,0-1,-1 1,0-1,0-1,-2 0,4-6,12-29,-1-2,-3 0,-2-2,2-14,-15 34,-1 0,-1-1,-2 1,-1-1,-4-24,4 51,-1-7,0 0,-1 0,0 0,-1 0,0 0,-1 1,0 0,-1-1,0 1,-1 1,0-1,-1 1,0 0,0 1,-1 0,0 0,-1 0,-9-6,-36-32,45 37,1 1,-2 1,1-1,-1 2,0-1,0 1,-1 1,0 0,0 0,-1 1,0 1,0 0,0 0,0 1,0 1,-5-1,3-2,30-10,68-43,3 5,68-31,-93 51,397-187,-422 200,-48 23</inkml:trace>
  <inkml:trace contextRef="#ctx0" brushRef="#br0" timeOffset="118396.749">6190 6841,'10'-11,"-7"16,-80 152,64-133,-25 63,38-87,0 0,0 1,0-1,0 0,0 0,0 1,0-1,0 0,0 1,0-1,0 0,0 0,0 1,0-1,1 0,-1 0,0 1,0-1,0 0,0 0,1 0,-1 1,0-1,0 0,0 0,1 0,-1 0,0 1,0-1,1 0,-1 0,0 0,0 0,1 0,-1 0,0 0,0 0,1 0,-1 0,0 0,0 0,1 0,-1 0,0 0,1 0,-1 0,0 0,0 0,1 0,-1 0,0 0,0-1,1 1,-1 0,0 0,0 0,0 0,1-1,-1 1,0 0,0 0,0 0,0-1,1 1,-1 0,0 0,0-1,0 1,0 0,0-1,19-14,-19 15,2-3,1-1,1 1,-1-1,1 1,0-1,0 1,0 0,0 0,0 1,1-1,-1 1,1 0,-1 0,1 1,0-1,0 1,0 0,0 0,5 1,39 4,-27-1,0-1,0-1,1-1,-1-1,0-1,21-5,-43 7,-1 0,1 0,-1 0,0 0,1 0,-1 0,1-1,-1 1,1 0,-1 0,0 0,1-1,-1 1,1 0,-1-1,1 1,-1 0,1-1,0 1,-1-1,1 1,-1-1,1 1,0-1,-1 1,1-1,0 1,0-1,-1 1,1-1,0 0,0 1,0-1,0 1,0-1,0 0,0 1,0-1,0 1,0-1,0 0,0 1,0-1,1 1,-1-1,0 1,0-1,1 0,-1 1,0-1,1 1,-1-1,0 1,1 0,-1-1,1 1,-1-1,0 1,1 0,0-1,-1 1,1 0,-1-1,1 1,-1 0,1 0,-1 0,1 0,-6-4,-12-8,1-1,1 0,0-1,1 0,1-1,0-1,1 0,1-1,0 0,-5-11,19 29,2 9</inkml:trace>
  <inkml:trace contextRef="#ctx0" brushRef="#br0" timeOffset="129131.511">7261 6227,'-5'-7,"-3"-2,-1 4,-1 9,1 10,3 11,1 11,5 6,4 5,1 2,1-2,-2-1,-1-4,-1-9</inkml:trace>
  <inkml:trace contextRef="#ctx0" brushRef="#br0" timeOffset="129394.641">7153 6641,'3'0,"2"0,5 0,6 0,7 0,3-2,3-4,1-2,-3-3,-6 2</inkml:trace>
  <inkml:trace contextRef="#ctx0" brushRef="#br0" timeOffset="129650.851">7074 6133,'20'-10,"21"-4,14-3,12 0,3 2,-10 4</inkml:trace>
  <inkml:trace contextRef="#ctx0" brushRef="#br0" timeOffset="129817.946">7488 6454,'0'5,"1"0,0 0,0 0,1 0,-1-1,1 1,0 0,0-1,1 1,-1-1,1 0,0 0,0 0,1 0,-1-1,1 1,-1-1,1 0,0 0,1 0,-1 0,0-1,1 1,-1-1,1-1,0 1,0 0,-1-1,1 0,0-1,0 1,0-1,0 1,0-2,0 1,0 0,0-1,0 0,0 0,0-1,0 1,0-1,2-2,0 2,0-1,0 0,0 0,-1-1,0 1,1-2,-1 1,-1-1,1 0,-1 0,0 0,0-1,0 0,-1 0,0 0,0 0,0-1,-1 1,0-1,0 0,-1 0,0 0,0 0,-1-1,0 1,0 0,0-1,-1-4,-1 9,1 1,-1-1,0 1,0-1,0 1,0-1,0 1,-1 0,1 0,-1 0,0-1,1 1,-1 1,0-1,0 0,0 0,0 1,0-1,-1 1,1 0,0 0,-1 0,1 0,-1 0,1 0,-1 0,1 1,-1 0,0-1,1 1,-1 0,0 0,1 0,-1 1,-4-1,0 1,0 1,0-1,1 1,-1 1,1-1,-1 1,1 0,0 0,0 1,0 0,-3 3,-2 4,0 1,0 0,1 1,1 0,0 1,1 0,0 0,1 1,1 0,0 0,-1 8,-12 42</inkml:trace>
  <inkml:trace contextRef="#ctx0" brushRef="#br2" timeOffset="146077.034">7314 7255,'-5'-6,"-1"-1,1 1,-1 0,-1 0,1 1,-1 0,0 0,0 0,0 1,-1 0,0 1,1-1,-1 2,0-1,-1 1,1 0,0 1,-1 0,1 0,-3 0,-14 1,1 1,0 1,-1 1,1 1,0 1,-11 4,16-4,-1 0,1 1,0 1,1 1,0 1,0 0,1 1,0 1,0 1,1 0,1 1,0 1,1 0,1 1,0 0,-9 15,9-2,1 1,1 1,2 0,1 0,1 1,2 0,0 0,3 0,0 0,2 1,2 0,-2-16,1 0,1-1,0 1,1-1,1 1,0-1,1-1,0 1,2 0,-1-1,2-1,0 1,1-1,0 0,1-1,0 0,1-1,0 0,1 0,0-2,0 1,1-1,1-1,0 0,5 0,0-1,0-1,1 0,-1-2,1 0,0-1,1-1,-1-1,0-1,0 0,1-2,-1 0,0-1,-1-2,1 0,13-5,1-2,-1-2,-1-1,0-2,-1 0,-1-3,-1 0,0-2,-2-1,2-3,-16 14,-1-1,0 0,0-1,-1-1,-1 1,-1-2,0 1,-1-1,0-1,-2 0,0 1,0-2,-2 1,0-1,-1 0,-1 1,-1-1,0 0,-2-11,-1 8,-1 0,-2 1,0-1,0 1,-2 0,-1 1,0 0,-2 0,0 1,-1 0,0 0,-2 1,0 1,-1 0,0 1,-1 1,-1 0,-4-1,6 3,0 2,-1 0,-1 0,1 2,-2 0,1 1,-1 0,0 1,0 1,-1 1,1 1,-1 0,0 1,0 1,0 0,0 2,0 0,0 1,0 1,1 0,-5 2,1 4,0 1,1 1,0 0,1 2,0 0,1 1,0 1,1 0,1 2,0-1,1 2,1 0,1 1,1 1,0 0,2 0,0 1,1 0,1 1,2 0,-2 5,-17 71</inkml:trace>
  <inkml:trace contextRef="#ctx0" brushRef="#br3" timeOffset="157100.182">10094 7042,'-162'-38,"140"35,-1 0,1 2,0 0,0 1,-1 2,1 0,0 1,0 1,1 2,-1 0,1 1,0 1,1 0,0 2,0 1,1 0,1 1,-1 1,6 3,0 0,1 1,1 0,0 1,1 0,1 1,1 0,1 1,-19 38,25-56,-11 17,2 1,0 1,1 0,1 0,1 1,1 0,1 0,1 1,1-1,1 1,1 0,0 4,5-2,1 0,1 0,1 0,1-1,1-1,1 1,1-1,1-1,1 0,1-1,1 0,10 9,-4-11,0-1,2-2,0 0,0-1,2-1,0-1,0-2,1 0,0-2,1-1,0-1,0-1,1-1,0-2,-1-1,1-1,0-1,0-1,3-2,-5-2,0 0,0-1,0-2,-1-1,0-1,-1 0,0-2,-1-1,0-1,-1-1,0-1,-1-1,-1-1,-1 0,-1-2,0 0,-2-1,0-1,-1 0,-2-1,0 0,-1-1,-1-1,-2 0,0 0,-2-1,-1 0,-1 0,-1 0,0-19,-5 10,-1 1,-2-1,-2 1,-1-1,-1 1,-2 1,-2 0,-1 1,-1 0,-1 1,-2 0,-2 1,0 1,-2 1,-1 1,-1 1,-10-7,20 19,0 0,-1 1,0 1,-1 0,0 1,-1 1,-1 1,1 0,-1 0,-1 2,0 0,0 2,0-1,0 2,-1 1,0 0,-11 1,-1 7,0 1,0 1,1 2,0 2,1 0,0 2,1 1,1 1,0 2,1 0,0 2,2 1,0 1,-17 20,-73 72,14-3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27:38.693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1204 202,'-282'-64,"229"59,0 1,1 3,-1 2,0 3,1 2,-1 2,1 2,37-7,-2-1,-180 43,184-40,-1 0,1 1,0 0,1 1,0 1,0 0,0 1,1 0,1 1,-1 0,1 0,-7 12,1 5,1 0,1 1,2 1,1 0,1 1,1 0,2 0,1 1,2 0,0 0,2 19,1-34,0 1,1-1,1 0,1 0,0 0,1-1,1 1,0 0,1-1,1 0,0 0,1-1,0 0,2 0,-1 0,2-1,0 0,7 7,13 9,0-2,2 0,1-2,1-2,1-1,1-2,1-1,39 14,-54-24,1-2,0 0,1-2,0 0,0-1,0-2,0 0,0-2,0-1,0 0,0-2,0-1,0-1,-1-1,23-8,-8-2,-2-2,1-1,-2-2,-1-1,-1-2,0-2,-2 0,-1-2,-2-1,0-2,5-10,-22 25,-1 0,0 0,-1-1,0-1,-2 1,0-1,-1-1,-1 1,-1-1,0 0,-2 0,0 0,-1-1,0 1,-2 0,-3-18,-2-2,-2 0,-1 0,-2 1,-2 0,-2 1,-1 1,-1 1,-2 0,-2 1,-1 1,-2 1,-15-15,32 38,0 0,-1 0,0 1,0 0,-1 1,0 0,0 0,-1 1,0 1,0-1,-1 1,1 1,-1 0,0 1,0 0,0 0,-1 1,1 0,-11 1,4 4,1 0,-1 1,1 1,-1 1,1 1,1 0,0 1,0 0,-13 10,-62 42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27:24.123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2580 237,'-36'-18,"1"8,0 1,0 1,-36-2,57 8,-49-5,0 2,-1 4,1 2,-5 3,46-1,0 1,0 1,1 0,-1 2,1 1,1 1,0 0,0 1,1 2,0 0,1 1,0 0,1 2,1 0,0 1,1 0,1 1,0 1,1 0,1 1,1 1,1 0,-7 17,7-12,1 1,1 0,1 0,1 0,1 1,2 0,0 0,2 14,-1-23,1 1,1 0,0 0,2 0,0 0,1 0,0 0,2-1,1 0,0 0,1 0,0-1,2 0,0 0,1-1,1 0,1 1,3-3,0 0,1-1,1-1,0 0,1-1,0-1,0-1,1 0,0-2,1 0,10 2,15 2,1-2,0-2,0-2,29-2,-51 0,1-2,-1-1,0 0,0-2,1-1,-2-1,1-1,0-1,-1-1,0-1,-1-1,1-1,-2-1,0-1,0-1,-1-1,-1 0,0-2,-1 0,8-9,-8-2,-2 0,0-1,-2-1,0 0,-2 0,-2-2,-1 1,-1-1,-1-1,-2 1,-1-1,-2 0,-1 0,-1 0,-2 0,-1 1,-2-1,-1 0,-1 1,-2 1,-1-1,-1 1,-2 1,-1 0,-1 1,-1 0,-7-6,14 20,0 1,-2-1,0 2,0-1,-1 2,-1-1,0 2,0-1,-1 2,0 0,-1 1,0 0,0 1,-1 1,1 0,-1 1,-1 1,1 1,-1 0,-10 0,-3 6,1 2,-1 1,1 1,0 1,0 2,1 1,1 1,0 1,0 2,1 0,1 2,1 1,0 1,-17 18,-58 55,14-4</inkml:trace>
  <inkml:trace contextRef="#ctx0" brushRef="#br1" timeOffset="28072.994">1043 290,'-13'-10,"0"1,-1 1,0 0,-1 0,0 2,0-1,0 2,-1 0,0 1,0 1,0 0,0 1,-1 1,1 1,-14-3,1 2,-1 2,1 0,0 2,0 1,0 2,0 0,-16 7,-13 9,2 2,1 2,1 3,1 2,-23 20,61-40,0 0,1 1,1 0,0 1,1 0,0 2,1-1,1 1,0 0,1 1,1 1,0-1,1 1,1 0,0 1,2-1,0 1,1 0,0 0,2 0,0 1,1-1,2 15,1-11,1-1,1 0,1 0,1-1,0 0,2 0,0 0,1-1,1 0,1-1,0-1,2 0,0 0,0-1,2-1,0-1,0 0,2-1,0-1,0 0,1-2,0 0,1-1,8 2,26 5,1-2,0-3,1-2,0-3,1-2,-1-2,51-6,-83 3,0 0,1-2,-1-1,0 0,-1-2,1-1,-1-1,0 0,-1-2,0-1,-1-1,0 0,-1-2,0 0,4-6,-3-2,-1-1,-1-1,-1 0,-2-2,0 0,-2-1,-1 0,-1-1,-1 0,-2-1,0-1,-2 1,-2-1,0 0,-2 0,-2-1,0 1,-2 0,-2-1,0 1,-2 0,-1 1,-2-1,-1 1,-1 0,-1 1,-1 0,-2 1,-1 1,-1 0,-1 1,-1 1,-1 0,-2 1,0 2,-1 0,-18-13,15 19,0 1,0 1,-1 1,-1 1,0 2,-1 1,1 1,-1 1,-1 1,1 1,-1 2,1 1,-1 2,0 0,1 2,-1 1,1 1,0 2,1 1,-1 0,2 3,-1 0,1 1,1 2,0 0,-20 17,-81 75,18 4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27:54.65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0 111,'2'0,"6"0,8-3,12-2,14-6,12-2,12-2,5-1,2 1,-4 2,-8 4,-9 3,-11 3,-15 2,-14 1,-12 2,-5 0,-3-2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28:07.18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67 0,'9'19,"3"14,0 11,-3 5,-3 4,-6-2,-11-3,-10-7,-6-7,-2-10,2-8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28:08.52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106 1,'-5'18,"-1"13,1 8,0 2,2 1,-1 0,-3-3,-4-3,-5-3,-6-3,0-7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28:05.54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103 510,'19'-49,"1"-3,-2 0,-2-1,3-25,-18 72,3-6,-1-1,-1 1,0-1,-1 1,0-1,-1 0,0 1,-1-1,-1 0,0 1,0-1,-1 1,-1 0,-2-5,5 15,0 0,-1 0,1 0,-1 1,1-1,-1 0,0 1,1-1,-1 1,0-1,0 1,0 0,0 0,-1 0,1 0,0 0,0 0,0 1,-1-1,1 1,0-1,-1 1,1 0,0 0,-1 0,1 0,-1 1,1-1,0 1,0-1,-1 1,1 0,0 0,0 0,0 0,-2 1,-3 2,1 0,-1 1,1-1,0 1,1 1,-1-1,1 1,0 0,0 0,-3 6,1 1,0 1,1 0,1 1,0-1,1 1,1 0,0 0,0 0,2 1,0-1,1 0,0 1,2-1,0 0,3 15,-3-18,1-1,1 1,0-1,0 1,1-1,1 0,0-1,0 0,1 0,0 0,1-1,0 1,0-2,1 0,0 0,1 0,-1-1,1 0,1-1,5 2,-8-5,0 0,1 0,-1-1,0-1,1 1,-1-1,1-1,0 0,-1 0,1 0,-1-1,1 0,-1-1,1 0,-1-1,0 1,0-1,0-1,0 0,-1 0,1 0,-1-1,0 0,0-1,-1 1,0-1,0 0,0-1,-1 0,0 1,0-2,0 1,0-2,1-1,-1-1,1 1,-2-1,1 0,-1 0,-1-1,0 1,-1-1,1-10,-6 17,-3 20,5-12,-1 1,1 0,0 0,0 0,1 0,-1 0,1 0,0-1,0 1,0 0,0 0,1 0,-1 0,1 0,0 0,0 0,1 0,-1-1,1 1,0-1,0 1,0-1,0 1,1-1,-1 0,1 0,0 0,0-1,0 1,0-1,0 1,0-1,1 0,2 1,6 0,1-1,-1 0,1 0,-1-1,1-1,-1 0,1-1,-1 0,1-1,-1 0,0-1,1 0,-2-1,1-1,0 0,-1 0,0-1,0-1,0 0,-1 0,0-1,2-3,37-52,-47 106,-3-37,0-1,0 1,0-1,0 1,1 0,0-1,1 1,-1 0,1-1,0 1,0-1,1 1,0-1,0 1,0-1,0 0,1 0,0 0,0 0,0-1,1 1,-1-1,1 0,0 0,1 0,-1 0,1-1,-1 0,5 2,-3-3,0-1,0 0,0-1,0 1,0-1,1 0,-1-1,0 1,0-1,0-1,0 1,0-1,0 0,0 0,0-1,-1 1,0-1,1-1,-1 1,0-1,0 0,1-1,6-5,-1-1,0-1,0 0,-2 0,1-1,-1 0,-1 0,2-5,17-36,-22 69,-5 16,-1-19,0 0,1-1,0 1,1 0,0 0,1 0,0-1,1 1,1-1,-1 0,2 0,-1 0,2 0,-1-1,2 0,5 8,-11-17,1 0,-1 1,1-1,-1 0,1-1,-1 1,1 0,0 0,-1-1,1 1,0-1,0 1,-1-1,1 0,0 1,0-1,0 0,0 0,-1-1,1 1,0 0,0-1,0 1,-1-1,1 1,0-1,-1 0,1 0,0 1,-1-1,1 0,-1-1,0 1,1 0,-1 0,0-1,0 1,1 0,-1-1,0 1,-1-1,1 0,0 1,0-2,14-19</inkml:trace>
  <inkml:trace contextRef="#ctx0" brushRef="#br0" timeOffset="251.343">1186 81,'-16'0,"-8"3,1 2,9 3,15 0,17-1,5-2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28:18.09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58 0,'4'16,"4"12,4 8,-2 5,-1 2,-3 0,-3 1,-5-4,-13-3,-9-4,-11-8,1-7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28:18.55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189 80,'0'1,"0"-1,0 0,0 0,0 1,0-1,0 0,0 1,0-1,0 0,0 1,0-1,0 0,-1 0,1 1,0-1,0 0,0 0,0 1,-1-1,1 0,0 0,0 1,0-1,-1 0,1 0,0 0,0 1,-1-1,1 0,0 0,0 0,-1 0,1 0,0 0,-1 0,1 1,0-1,-1 0,1 0,0 0,0 0,-1 0,1-1,0 1,-1 0,1 0,0 0,-1 0,1 0,0 0,0 0,-1-1,8 167,-6-130,3 35,-4 0,-3 1,-6 18,-16-21,37-68,184-22,-170 15,-7-1</inkml:trace>
  <inkml:trace contextRef="#ctx0" brushRef="#br0" timeOffset="173.051">1 0,'23'0,"23"3,18 0,13-1,6 3,-12 0</inkml:trace>
  <inkml:trace contextRef="#ctx0" brushRef="#br0" timeOffset="623.848">443 335,'117'16,"-115"-16,-1 1,1-1,-1 1,0 0,1-1,-1 1,0 0,0 0,0 0,1 0,-1 0,0 0,0 0,0 0,-1 0,1 0,0 1,0-1,-1 0,1 1,0-1,-1 0,0 1,1-1,-1 1,0-1,0 1,1-1,-1 1,0-1,-1 1,1-1,0 0,0 1,-1-1,1 1,0-1,-1 1,0-1,1 0,-31 59,27-54,-8 13,-21 46,34-63,0 0,-1 0,1 0,0 0,0-1,1 1,-1 0,0 0,0-1,1 1,-1-1,1 1,0-1,-1 0,1 0,0 1,0-1,0 0,0-1,-1 1,1 0,0 0,1-1,-1 1,0-1,0 0,0 0,0 0,0 0,0 0,0 0,0 0,6 1,15 3,-8-3,0 1,0 1,-1 0,1 1,-1 0,0 1,0 1,0 0,-1 1,0 1,10 7,-21-14,0 1,-1 0,1 0,0 0,-1 0,1 0,-1 0,0 0,0 0,0 1,0-1,0 0,0 1,0-1,-1 0,1 1,-1-1,0 1,0-1,0 1,0-1,0 1,0-1,-1 1,1-1,-1 1,0-1,0 0,0 1,0-1,0 0,0 0,0 0,-1 0,1 0,-1 0,-1 2,-14 12,-1 0,0-1,-1-1,0-1,-1-1,-1 0,0-2,-8 3,24-10,-1 0,0 0,-1-1,1 0,0 0,-1-1,1 1,-1-2,1 1,-1-1,1 1,-1-2,-12-2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28:08.83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0 109,'7'3,"2"4,0 6,-2 6,-2 6,-2 8,-1 5,-2 5,0 3,4 2,6-1,6 0,5-5,1-7,-4-9</inkml:trace>
  <inkml:trace contextRef="#ctx0" brushRef="#br0" timeOffset="187.22">80 618,'-2'-3,"3"0,9 0,10-2,7 1,7 0,-1 1,-5 1</inkml:trace>
  <inkml:trace contextRef="#ctx0" brushRef="#br0" timeOffset="643.006">13 28,'12'0,"12"0,14 0,11-2,10-3,3-1,-5-1,-11 0</inkml:trace>
  <inkml:trace contextRef="#ctx0" brushRef="#br0" timeOffset="1320.406">522 564,'123'3,"-122"-3,1 0,-1 0,1 0,-1 0,1 1,-1-1,1 0,-1 1,0-1,1 1,-1 0,0 0,1-1,-1 1,0 0,0 0,0 0,0 0,0 0,0 0,0 0,0 1,0-1,0 0,-1 0,1 1,0-1,-1 0,1 1,-1-1,0 1,1-1,-1 1,0-1,0 1,0-1,0 1,0-1,0 1,-1-1,1 0,0 1,-1-1,1 1,-1-1,1 0,-1 1,0-1,0 0,1 0,-1 1,0-1,0 0,0 0,0 0,0 0,-1 0,-114 84,115-85,1 1,-1-1,1 0,-1 0,1 0,-1 1,1-1,-1 0,1 1,0-1,-1 0,1 1,-1-1,1 1,0-1,-1 0,1 1,0-1,0 1,-1-1,1 1,0-1,0 1,0-1,-1 1,1-1,0 1,0-1,0 1,0 0,0-1,0 1,0-1,0 1,1-1,-1 1,0-1,0 1,0-1,0 1,1-1,-1 1,0-1,1 1,-1-1,0 1,1-1,-1 0,0 1,1-1,-1 0,30 11,-25-9,55 12,-39-11,-1 1,0 2,0-1,-1 2,1 1,-1 0,-1 2,0 0,8 6,-24-14,-1-1,1 0,-1 1,1-1,-1 1,1-1,-1 1,0-1,0 1,0 0,0 0,0 0,-1 0,1 0,0-1,-1 1,0 0,1 0,-1 1,0-1,0 0,0 0,0 0,0 0,-1 0,1 0,0 0,-1 0,0 0,1-1,-1 1,0 0,0 0,0 0,0-1,0 1,-1 0,1-1,-1 1,1-1,-1 0,1 1,-1-1,1 0,-1 0,-1 1,-15 8,0 0,0-2,-1 0,0 0,-1-2,1-1,-1 0,-1-1,1-1,0-1,-20-1,-59-11,63-2</inkml:trace>
  <inkml:trace contextRef="#ctx0" brushRef="#br0" timeOffset="8288.449">561 631,'0'0,"-1"-1,1 1,0 0,0 0,0-1,-1 1,1 0,0-1,0 1,0 0,0-1,-1 1,1 0,0-1,0 1,0 0,0-1,0 1,0 0,0-1,0 1,0 0,0-1,0 1,0 0,0-1,0 1,1 0,-1-1,0 1,0 0,0 0,0-1,0 1,1 0,-1-1,0 1,0 0,1 0,-1-1,0 1,0 0,1 0,-1 0,0 0,1-1,-1 1,0 0,1 0,-1 0,0 0,1 0,-1 0,0 0,1 0,-1 0,0 0,1 0,-1 0,12-5,0 1,0 0,0 1,0 0,1 1,-1 0,1 1,0 0,-1 1,12 2,-16-1,-1 0,1 0,-1 1,1 0,-1 0,0 1,0 0,0 0,0 1,0 0,-1 0,1 0,-1 1,-1 0,1 0,-1 1,1-1,-1 1,-1 1,1-1,-1 0,-1 1,1 0,-1 0,0 0,0 0,-1 1,0-1,-1 1,1-1,-1 1,-1 0,0-1,0 1,0 3,-2-5,0 0,0 0,0 0,-1 0,1-1,-1 1,-1-1,1 0,-1 0,0 0,0 0,-1-1,1 0,-1 1,0-2,0 1,0-1,-1 1,1-1,-2 0,-120 40,124-42,1-2,1 1,-1 0,1 1,-1-1,1 0,-1 0,1 1,-1-1,1 1,-1-1,1 1,-1-1,1 1,0 0,-1 0,1 0,0 0,0 0,0 0,0 0,0 0,0 0,0 0,0 1,0-1,0 0,1 1,-1-1,0 1,1-1,0 1,-1-1,1 1,0-1,-1 1,1-1,0 1,0-1,0 1,1-1,-1 1,0-1,1 1,-1-1,0 1,1-1,0 1,-1-1,1 0,0 1,0-1,0 0,0 0,0 1,7 3,1 1,0-2,0 1,1-2,-1 1,1-1,0 0,0-1,0 0,0-1,0 0,4-1,104 7,97-7,-113-2,-96 2,-15 0,-4 0</inkml:trace>
  <inkml:trace contextRef="#ctx0" brushRef="#br0" timeOffset="8866.903">561 657,'-3'-3,"2"3,0-1,0 1,0-1,0 0,0 1,0-1,0 0,0 0,0 1,1-1,-1 0,0 0,0 0,1 0,-1 0,1 0,-1 0,1-1,-1 1,1 0,0 0,-1 0,1 0,0-1,0 1,0 0,0 0,0 0,0-1,0 1,1 0,-1 0,0 0,0 0,1-1,-1 1,1-1,6 0,0-1,-1 1,1 1,0-1,0 1,0 0,0 1,0 0,0 0,0 0,5 2,-3-2,32 2,-1 2,0 2,0 1,0 3,31 11,-68-21,0 0,-1 1,1-1,-1 1,1-1,-1 1,1 0,-1 0,0 0,1 1,-1-1,0 0,0 1,0 0,0-1,0 1,0 0,0 0,-1 0,1 0,0 0,-1 0,0 1,0-1,0 0,0 1,0-1,0 1,0-1,-1 1,1-1,-1 1,0 0,0-1,0 1,0 0,0-1,-1 1,0 1,-6 5,0 0,-1-1,0 0,0 0,-1-1,0 0,0 0,-1-1,0-1,0 1,0-2,-5 2,3 0,-198 81,181-69,29-18,-1 1,1-1,0 1,-1-1,1 1,0 0,0-1,0 1,-1-1,1 1,0-1,0 1,0 0,0-1,0 1,0 0,0-1,0 1,1-1,-1 1,0-1,0 1,0 0,1-1,-1 1,0-1,0 1,1-1,-1 1,1-1,-1 1,0-1,1 0,-1 1,1-1,-1 1,1-1,-1 0,1 0,-1 1,1-1,0 0,-1 0,1 0,-1 1,1-1,-1 0,1 0,0 0,-1 0,1 0,0 0,21 6,1 0,0-2,0 0,1-2,-1 0,12-2,-16 1,308-14,-193 4,-61 24,-50-7,-3-2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28:07.49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95 47,'0'18,"0"15,0 9,0 6,0 2,2 2,1-2,0-2,-1-3,0-4,-1-4,-5-7,-2-8</inkml:trace>
  <inkml:trace contextRef="#ctx0" brushRef="#br0" timeOffset="242.349">68 568,'0'-2,"2"-2,3 1,6 1,3-2,5 0,5-2,3-1,-2-3,-4 0</inkml:trace>
  <inkml:trace contextRef="#ctx0" brushRef="#br0" timeOffset="398.929">1 19,'5'-2,"7"-1,15 0,13 1,11 0,8 1,2-1,-11-2</inkml:trace>
  <inkml:trace contextRef="#ctx0" brushRef="#br0" timeOffset="768.334">429 394,'5'-2,"3"-1,-1 0,0 0,1 0,0 1,0 0,0 0,0 1,0 0,0 1,0 0,0 0,0 0,0 1,0 1,5 0,-11-1,0 1,-1-1,1 0,0 1,-1-1,1 1,0-1,-1 1,0 0,1 0,-1-1,0 1,0 0,0 0,0 0,0 0,-1 1,1-1,0 0,-1 0,0 0,0 0,1 1,-1-1,0 0,-1 0,1 1,0-1,-1 0,1 0,-1 0,0 0,0 0,1 0,-2 1,-38 69,-90 90,129-161,0 0,0 0,0 0,1 0,-1 0,0 1,0-1,1 0,-1 0,1 1,-1-1,1 0,-1 1,1-1,0 1,0-1,0 1,-1-1,1 1,1-1,-1 0,0 1,0-1,1 1,-1-1,0 0,1 1,-1-1,1 0,0 1,0-1,-1 0,1 0,0 1,0-1,0 0,0 0,0 0,0 0,0-1,1 1,-1 0,0 0,0-1,1 1,-1 0,0-1,1 0,-1 1,1-1,-1 0,1 0,-1 1,0-1,2 0,34 3,1 0,-1-3,1-1,-1-1,1-2,16-5,-54 8,60-8</inkml:trace>
  <inkml:trace contextRef="#ctx0" brushRef="#br0" timeOffset="7413.941">389 434,'6'-22,"98"-98,-103 119,-2 1,1-1,1 0,-1 1,0-1,0 1,0-1,0 0,0 1,0-1,1 1,-1-1,0 1,0-1,1 1,-1-1,1 1,-1-1,0 1,1 0,-1-1,1 1,-1-1,1 1,-1 0,1-1,-1 1,1 0,-1 0,1-1,-1 1,1 0,-1 0,1 0,0 0,-1 0,1 0,-1 0,1 0,0 0,-1 0,1 0,-1 0,1 0,0 1,-1-1,1 0,-1 0,1 0,-1 1,1-1,-1 0,1 1,-1-1,1 1,-1-1,0 0,1 1,-1-1,0 1,1-1,-1 1,0-1,1 1,-1-1,0 1,-14 132,-3 90,17-222,1 0,-1 1,1-1,-1 1,0 0,0-1,0 1,0-1,0 1,0 0,0-1,0 1,-1 0,1-1,-1 1,1-1,-1 1,1-1,-1 1,0-1,0 0,0 1,0-1,0 0,0 1,0-1,0 0,0 0,-1 0,1 0,0 0,-1 0,1-1,-1 1,1 0,-1-1,1 1,-1-1,0 1,-90-5,170 0,1-4,35-9,79-8,-291 37,-79-12,156-3</inkml:trace>
  <inkml:trace contextRef="#ctx0" brushRef="#br0" timeOffset="8493.564">509 327,'-48'29,"-89"58,358-246,-371 288,192-157,109-98,-195 262,-39 165,71-256,12-45,-1 0,1 1,0-1,-1 1,1-1,0 0,-1 1,1-1,0 0,-1 0,1 1,-1-1,1 0,0 0,-1 1,1-1,-1 0,1 0,-1 0,1 0,-1 0,1 0,-1 0,1 0,-1 0,1 0,0 0,-1 0,1 0,-1 0,1 0,-1 0,1-1,-1 1,1 0,0 0,-1 0,1-1,-1 1,1 0,0-1,-1 1,1 0,0-1,-1 1,1 0,0-1,0 1,-1-1,1 1,0-1,0 1,0-1,-16-22,17 21,-1 1,0 0,1-1,-1 1,1 0,-1-1,1 1,-1 0,1-1,0 1,0 0,-1 0,1 0,0 0,0 0,0 0,0 0,1 0,-1 0,0 1,0-1,0 0,1 1,-1-1,0 1,1-1,-1 1,1-1,-1 1,0 0,1 0,-1 0,1 0,-1 0,0 0,1 0,-1 0,1 1,-1-1,0 0,2 1,1-1,106-6,-15 2,0-5,15-6,-103 10,-28 3,-57 1,-1 4,-36 6,95-4,20-5,0 0,0 0,0 0,0 0,0 1,1-1,-1 0,0 0,0 0,0 0,0 1,0-1,0 0,0 0,0 0,0 0,0 1,0-1,0 0,0 0,0 0,0 0,0 1,0-1,0 0,-1 0,1 0,0 0,0 1,0-1,0 0,0 0,0 0,0 0,0 0,-1 0,1 1,0-1,0 0,0 0,0 0,0 0,-1 0,1 0,0 0,0 0,55 2,-17-4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28:05.97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201 53,'-9'16,"-3"17,-2 11,0 11,-1 6,0 2,3-2,1-6,0-6,3-11,-1-10,2-11</inkml:trace>
  <inkml:trace contextRef="#ctx0" brushRef="#br0" timeOffset="152.622">54 535,'0'-2,"2"-1,6 0,8 0,8 2,9 0,8 0,6 1,2-3,-7 1</inkml:trace>
  <inkml:trace contextRef="#ctx0" brushRef="#br0" timeOffset="313.251">0 1,'16'0,"15"0,12 0,10 0,5 0,1 0,-10 0</inkml:trace>
  <inkml:trace contextRef="#ctx0" brushRef="#br0" timeOffset="724.731">562 669,'12'-49,"-1"0,-3-1,0-41,-8 85,-3 15,-2 18,-2 16,2 2,2-1,2 0,4 37,-2-74,-1-1,1 0,0 0,1 0,-1 1,1-1,0 0,1-1,0 1,-1 0,2-1,-1 0,1 1,0-1,0-1,3 4,14 7</inkml:trace>
  <inkml:trace contextRef="#ctx0" brushRef="#br0" timeOffset="7417.094">629 508,'-6'1,"-1"1,1 0,0 0,0 0,1 1,-1 0,0 0,1 0,-1 1,1 0,0 0,1 0,-1 0,1 1,-1 0,1 0,1 0,-1 0,1 1,0-1,0 1,1 0,-1 0,1 0,0 0,1 0,0 1,0-1,0 0,1 1,0-1,0 0,0 1,2 4,-1-7,0 1,0-1,0 1,1-1,0 1,0-1,0 0,0 0,1 0,0 0,0 0,0-1,0 1,0-1,1 0,-1 0,1 0,0-1,0 1,0-1,0 0,1 0,-1 0,0 0,3 0,6 2,1-1,0 0,0-1,0 0,0-1,0 0,0-1,0-1,-10 0,1 1,-1-1,0 0,0-1,1 1,-1-1,0 0,-1 0,1 0,0 0,0 0,-1-1,0 0,1 0,-1 0,0 0,0 0,-1-1,1 1,-1-1,1 0,-1 0,0 1,-1-2,1-1,25-109,-26 103,3-82,-5 91,1-1,-1 1,1 0,-1 0,0-1,0 1,-1 0,1 0,0 0,-1 0,0 1,0-1,0 0,0 1,0-1,-1 1,1 0,-1-1,1 1,-1 1,0-1,0 0,1 1,-1-1,-1 1,1 0,-10-2,-1 0,0 1,1 1,-1 0,0 1,0 0,0 1,1 1,-1 0,0 1,1 1,0 0,0 0,0 1,0 1,1 0,-4 3,11-6,-1 1,1-1,0 1,0-1,0 2,1-1,0 0,-1 1,2 0,-1 0,0 0,1 0,0 1,0-1,1 1,-1 0,1-1,1 1,-1 0,1 1,0-1,0 0,1 0,-1 0,1 0,1 1,-1-1,1 0,1 0,0 4,13 23,2-4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28:01.71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6594 704,'34'-58,"-2"4,-2-2,19-50,-41 75,-8 30,0 1,0-1,0 1,1 0,-1-1,0 1,0-1,0 1,0 0,0-1,0 1,0-1,0 1,0-1,0 1,0 0,0-1,0 1,0-1,0 1,-1-1,1 1,0 0,0-1,0 1,-1-1,1 1,0 0,0-1,-1 1,1 0,0 0,-1-1,1 1,0 0,-1 0,1-1,-1 1,1 0,0 0,-1 0,1 0,-1-1,1 1,0 0,-1 0,1 0,-1 0,1 0,-1 0,1 0,0 0,-1 0,1 0,-1 1,1-1,-1 0,1 0,0 0,-1 0,1 1,-1-1,1 0,-4 4,0 0,0 0,1 0,0 0,0 1,0-1,0 1,1 0,-1 0,1 0,0 0,1 0,-1 0,1 0,0 1,0-1,1 0,0 1,0-1,0 1,1 2,0-1,0 0,0 1,1-1,0 0,1 0,0 0,0-1,0 1,1-1,0 0,0 1,0-2,1 1,0 0,0-1,1 0,-1 0,4 2,4 2,1 0,-1 0,1-2,1 1,-1-2,1 0,0-1,9 2,-10-3,1-1,-1-1,1 0,0-1,0-1,-1 0,12-2,5-4</inkml:trace>
  <inkml:trace contextRef="#ctx0" brushRef="#br0" timeOffset="250.33">7008 357,'5'15,"6"11,7 7,11 3,9-3,7-2,3-5,0-6,-4-4,-5-5,-6-5,-9-3</inkml:trace>
  <inkml:trace contextRef="#ctx0" brushRef="#br0" timeOffset="495.317">7262 410,'-18'21,"-11"13,-6 12,-5 8,-1 3,4 2,7-3,8-7,9-8,6-12</inkml:trace>
  <inkml:trace contextRef="#ctx0" brushRef="#br0" timeOffset="867.32">7637 357,'-9'15,"0"1,1 1,1-1,1 1,0 1,1-1,1 1,1 0,0 0,1 0,1 0,1 0,1 0,0 0,1 0,2 7,10 40,3-2,2 0,25 52,-29-76,6 16,-2 1,-2 1,-3 0,-2 4,-27-115,-25-158,-8-154,46 340,-1 9,1 0,1-1,1 1,1 0,0-1,1 1,3-13,-3 26,-1 0,1 1,-1-1,1 0,1 0,-1 1,0 0,1-1,-1 1,1 0,0 0,0 0,1 1,-1-1,0 1,1 0,0 0,-1 0,1 0,0 0,0 1,0 0,0 0,0 0,0 0,0 1,4-1,0 1,-1 0,0 0,1 0,-1 1,0 0,0 1,1-1,-1 1,0 1,-1 0,1 0,0 0,-1 0,1 1,2 2,-7-4,0 0,1 0,-1 0,0 1,0-1,-1 0,1 1,0-1,-1 1,1 0,-1-1,0 1,0 0,0 0,0 0,-1 0,1 0,-1 0,0 0,0 0,0 0,0 0,0 0,-1 0,1 0,-1 0,0 0,0-1,0 1,0 0,0 0,0-1,-1 1,0-1,1 1,-1-1,0 1,0-1,0 0,-1 0,-10 10,0-1,-1 0,0-1,-1-1,0 0,-1-1,0 0,0-2,-1 0,1 0,-1-2,0 0,-1-1,-16 3</inkml:trace>
  <inkml:trace contextRef="#ctx0" brushRef="#br0" timeOffset="1443.838">8092 691,'-9'-15,"0"0,1-1,1 0,0 0,1-1,1 1,1-1,0 0,1-1,1 1,1-1,0 1,2-1,1-15,11-57,-6 85,-2 19,-2-3,1-7,0 0,0 0,1 0,-1-1,1 1,0-1,0 0,0-1,0 1,0-1,1 0,-1 0,1-1,-1 1,1-1,0-1,0 1,-1-1,1 0,0 0,5-1,33 5,-38-1,0-1,0 2,-1-1,1 1,-1 0,0 0,0 0,-1 0,1 1,-1 0,0 0,0 0,-1 1,1-1,-1 1,0 0,-1 0,1 0,-1 0,-1 0,1 1,-1-1,0 0,0 1,-1-1,0 2,13 42,-12-46,0 0,0 0,0 0,0 0,1 0,0 0,0-1,0 1,0-1,0 1,1-1,0 0,-1 0,1 0,0 0,1 0,-1-1,0 1,1-1,-1 0,1 0,0 0,0-1,0 1,-1-1,1 0,1 0,-1 0,0-1,0 1,1-1,6-3,0-1,-1 0,0 0,0-1,0 0,-1-1,0 0,0 0,0-1,-1 0,0-1,0 0,-1 0,0-1,-1 0,1 0,-1 0,-1 2,0-1,0 1,-1-1,0 0,0 0,-1 0,0 0,0 0,-1-1,0 0,-1 1,1-10,-2 18,0-1,0 1,1-1,-1 1,0-1,0 1,0-1,0 1,0-1,-1 1,1-1,0 1,0-1,0 0,0 1,-1 0,1-1,0 1,0-1,-1 1,1-1,0 1,-1-1,1 1,0 0,-1-1,1 1,-1 0,1-1,0 1,-1 0,1 0,-1-1,1 1,-1 0,1 0,-1 0,1 0,-1 0,0 0,1 0,-1 0,1 0,-1 0,1 0,-1 0,1 0,-1 0,1 0,-1 0,1 1,-1-1,1 0,-1 0,1 0,-1 1,1-1,0 0,-1 1,1-1,-1 1,-24 25,19-17,1 0,0 1,0-1,1 1,0 0,1 0,0 0,0 0,1 1,1-1,0 1,0-1,1 1,0-1,1 1,2 8,-1-14,1 0,0-1,0 0,0 0,1 0,-1 0,1 0,0-1,0 0,0 0,0 0,1 0,0 0,-1-1,1 0,0 0,0 0,0-1,0 0,0 0,0 0,0 0,1-1,-1 0,0 0,0 0,1-1,-1 1,5-3,39-2</inkml:trace>
  <inkml:trace contextRef="#ctx0" brushRef="#br0" timeOffset="1900.668">8961 370,'-8'0,"1"1,0 0,-1 1,1-1,0 1,0 1,0-1,0 1,1 1,-1-1,1 1,0 0,0 1,0-1,0 1,1 0,0 1,0-1,0 1,-1 3,5-7,0-1,1 1,-1 0,1-1,-1 1,1 0,0 0,0-1,0 1,0 0,0 0,0 0,0-1,0 1,1 0,-1 0,1-1,-1 1,1 0,0-1,0 1,-1-1,1 1,0-1,1 1,-1-1,0 0,0 1,0-1,1 0,-1 0,1 0,0 1,59 29,-50-26,15 5,-14-6,0 1,0 0,0 0,-1 1,0 0,0 1,-1 1,1 0,-2 0,1 1,3 4,-11-10,-1 0,-1 0,1-1,0 1,-1 0,1 0,-1 0,0 0,0 0,0 0,0-1,-1 1,1 0,-1 0,0 0,1 0,-1-1,-1 1,1 0,0-1,-1 1,1-1,-1 0,0 1,1-1,-1 0,0 0,-1 0,1 0,0 0,0-1,-1 1,1-1,-1 1,0-1,1 0,-1 0,-2 0,4 0,-1-1,0 0,0 0,1-1,-1 1,0 0,1 0,-1-1,0 1,1-1,-1 0,1 1,-1-1,1 0,-1 0,1 0,-1 0,1 0,0 0,0 0,-1-1,1 1,0 0,0-1,0 1,1-1,-1 1,0-1,0 1,1-1,-1 0,1 1,0-1,-1 0,1 1,0-1,0 0,0 1,0-1,0 0,0 0,1 1,-1-1,0 0,1 1,-1-1,1 1,0-2,2-10,1 0,0 0,1 0,0 0,1 1,0 0,1 0,1 1,-1-1,2 2,0-1,0 1,1 1,0-1,0 2,1-1,0 2,1-1,0 2,3-2,-13 6,1 0,-1 0,1 1,0-1,0 1,0 0,0-1,0 1,0 1,0-1,0 0,1 1,-1-1,0 1,0 0,0 0,1 1,-1-1,0 1,0-1,0 1,0 0,1 0,-1 0,-1 0,1 1,0 0,0-1,0 1,-1 0,1 0,-1 0,0 0,1 1,-1-1,0 1,0 0,3 11,-2 0,1 0,-2 0,0 0,0 0,-2 0,0 1,0-1,-3 12,2 50,1-75,0 1,-1 0,1-1,0 1,0 0,-1-1,1 1,1 0,-1-1,0 1,0 0,1-1,-1 1,1 0,-1-1,1 1,0-1,-1 1,1-1,0 1,0-1,0 0,0 1,0-1,0 0,1 0,-1 0,0 0,1 0,-1 0,1 0,-1 0,1-1,-1 1,1 0,-1-1,1 1,0-1,-1 0,1 0,0 1,-1-1,1 0,0 0,-1-1,1 1,0 0,-1 0,2-1,50-45,-27 16</inkml:trace>
  <inkml:trace contextRef="#ctx0" brushRef="#br0" timeOffset="2144.063">9348 155,'-14'7,"-6"5,0 4,5 5,13 0,13-1,5-3</inkml:trace>
  <inkml:trace contextRef="#ctx0" brushRef="#br0" timeOffset="2394.947">9669 436,'-2'16,"-1"12,2 6,4 0,4-3,0-2,-1-13,-1-8</inkml:trace>
  <inkml:trace contextRef="#ctx0" brushRef="#br0" timeOffset="2395.947">9656 142,'-11'16,"-5"8,6 1,12 0,9-1,3-4</inkml:trace>
  <inkml:trace contextRef="#ctx0" brushRef="#br0" timeOffset="2884.633">9963 610,'20'-17,"-2"-1,0-1,-1-1,-1 0,-1-1,0-1,-2-1,-1 1,-1-2,0 0,-2 0,-1-1,0-2,-2 11,0 0,-1 0,-1 0,-1-1,0 1,-1-1,0 0,-2 0,0 0,0 0,-2 1,-2-13,3 28,1-1,-1 0,0 0,0 0,0 0,0 1,0-1,0 0,0 1,0-1,0 1,-1-1,1 1,-1 0,1 0,-1-1,0 1,1 0,-1 0,0 1,0-1,0 0,1 1,-1-1,0 1,0-1,0 1,0 0,0 0,0 0,0 0,0 0,-1 0,-2 2,0-1,0 0,0 1,1 0,-1 1,0-1,1 1,0-1,0 1,-1 1,2-1,-4 3,-6 10,1 1,0-1,1 2,1 0,1 0,0 0,1 1,2 1,0-1,0 1,2 0,1 0,0 1,2-1,0 1,1-1,1 0,2 9,-2-18,1-1,-1 0,2 0,-1 0,2 0,-1 0,1 0,1-1,-1 0,2 0,-1 0,1-1,1 1,-1-2,1 1,1-1,-1 0,1 0,1-1,-1 0,1 0,0-1,0 0,1-1,-1 0,1 0,0-1,0-1,0 0,0 0,1 0,-1-2,0 1,9-2,-10-1,0 0,0-1,0 0,0 0,0-1,-1-1,0 1,0-1,0 0,-1-1,1 0,-1 0,-1-1,1 0,-1 0,0-1,-1 1,0-1,0 0,0-1,-1 1,-1-1,1 0,-1 0,-1 0,0 0,0 0,-1 0,0-1,0 1,-1-1,-1-1,-6-22,7 32,0 1,-1-1,1 1,0-1,-1 1,1-1,-1 1,1 0,-1-1,1 1,-1 0,1-1,-1 1,1 0,-1-1,0 1,1 0,-1 0,1 0,-1 0,0 0,1 0,-1 0,0 0,1 0,-1 0,1 0,-1 0,0 0,1 0,-1 0,1 1,-1-1,1 0,-1 0,0 1,1-1,-1 0,1 1,-1-1,1 1,0-1,-1 1,1-1,-1 1,1-1,0 1,-1-1,1 1,-7 7,1 1,-1 0,1 1,1-1,0 1,1 0,-1 0,2 1,0-1,0 1,0-1,2 1,-1 0,1 8,1-15,0-1,1 0,-1 0,1 1,-1-1,1 0,0 0,0 0,1 0,-1 0,0 0,1 0,0-1,0 1,0 0,0-1,0 0,0 1,1-1,-1 0,1 0,-1 0,1 0,0-1,0 1,0-1,0 0,0 0,0 0,0 0,0 0,0-1,1 1,-1-1,118 1,-29-14,-2-4</inkml:trace>
  <inkml:trace contextRef="#ctx0" brushRef="#br0" timeOffset="-3476.126">298 530,'-16'-6,"1"0,-1 1,0 1,-1 0,1 1,-1 1,1 0,-1 2,1 0,-1 0,-14 4,26-3,0 1,0 0,0 0,0 1,1 0,-1-1,1 2,0-1,0 0,0 1,0 0,0 0,1 0,0 0,0 0,0 1,0 0,1-1,0 1,0 0,0 0,0 0,1 0,0 1,0-1,0 0,1 1,-1-1,2 0,-1 1,0-1,1 0,-1 2,1-1,-1 0,1 0,0 1,1-1,0 0,0 0,0 0,0-1,1 1,0 0,0-1,1 0,0 0,0 0,0 0,0 0,1-1,-1 0,1 0,0 0,1-1,-1 1,1-1,-1-1,1 1,1 0,-2-3,0 1,0 0,0-1,0 0,0 0,0-1,0 1,0-1,-1 0,1-1,0 1,0-1,-1 0,1 0,-1 0,1-1,-1 1,0-1,0 0,0 0,0-1,-1 1,1-1,-1 0,67-102,-57 81,-2 0,-1-1,-1-1,-1 1,-1-1,-2-1,0 1,-2-1,-1 0,-2 0,0 0,-2 0,-1 0,-1 1,-1-1,-2 1,-1 0,-1 1,-1 0,-1 0,-3-2,14 26,0 1,-1 0,1-1,0 1,-1-1,1 1,-1 0,0-1,1 1,-1 0,0-1,0 1,0 0,1 0,-1 0,0 0,-1 0,1 0,0 0,0 0,0 0,-1 1,1-1,0 0,-1 1,1-1,0 1,-1-1,1 1,-1 0,1 0,-1 0,1 0,-1 0,1 0,-1 0,1 0,0 0,-1 1,1-1,-1 0,1 1,0-1,-1 1,1 0,0-1,-1 1,1 0,0 0,0 0,-1 1,-15 91,15-48,1 0,3 0,2-1,2 1,1-1,3 0,1 0,3-1,13 29,-21-59,1 0,1 0,0 0,1-1,0 0,0-1,1 0,1 0,6 4,-13-12,0 1,1-1,-1-1,1 1,-1 0,1-1,0 0,0 0,0-1,0 1,0-1,0 0,0 0,0-1,0 0,1 0,-1 0,0 0,0-1,0 0,1 0,-1 0,0 0,0-1,-1 0,1 0,0-1,1 0,5-6,1 1,-1-2,-1 0,0 0,0-1,-1 0,-1-1,0 1,0-2,-1 1,-1-1,0 0,0-1,-2 1,0-1,0 0,-1 0,-1 0,0 0,-1-7,-8-8,7 28,0 1,-1 0,1-1,-1 1,1 0,-1-1,1 1,0 0,-1 0,1 0,-1-1,1 1,-1 0,1 0,-1 0,1 0,-1 0,0 0,1 0,-1 0,1 0,-1 0,1 0,-1 0,1 1,-1-1,1 0,-1 0,1 0,0 1,-1-1,1 0,-1 1,1-1,-1 0,1 1,0-1,-1 0,1 1,0-1,-1 1,1-1,0 1,0-1,0 1,-1-1,1 1,0-1,0 1,0-1,0 1,0-1,-5 9,1 0,1 0,-1 0,1 0,1 1,0-1,0 1,1-1,0 1,1-1,0 1,0 0,1-1,0 1,1 0,1 1,-1-5,1-1,0 1,0-1,0 0,1 0,0 0,0-1,0 1,0-1,1 0,0 0,0 0,0-1,0 1,0-1,1-1,-1 1,1-1,0 0,0 0,0-1,0 1,0-1,0-1,0 1,0-1,0 0,0-1,0 1,1-1,-1 0,0-1,-1 1,1-1,0 0,0-1,-1 1,1-1,3-3,3-2,0 0,-1-1,0 0,0 0,-1-2,-1 1,1-1,-2 0,0-1,0 0,-1 0,0-1,-1 0,0 0,-2 0,1-1,0-8,3-14,-1-1,-2 0,-2 0,-2-1,-1 1,-2-5,-17-115,11 131,8 27,0-1,0 0,0 0,0 1,0-1,0 0,0 1,0-1,0 0,0 0,0 1,-1-1,1 0,0 1,0-1,0 0,0 0,-1 0,1 1,0-1,0 0,0 0,-1 0,1 1,0-1,0 0,-1 0,1 0,0 0,-1 0,1 0,0 1,0-1,-1 0,1 0,0 0,-1 0,1 0,0 0,-1 0,1 0,0 0,0-1,-1 1,1 0,0 0,-1 0,1 0,0 0,0 0,-1-1,1 1,0 0,0 0,0 0,-1 0,1-1,0 1,0 0,0 0,-1-1,1 1,0 0,0-1,0 1,-14 104,13-81,0-2,-3 49,3 0,3 0,10 56,-9-110,0 0,2-1,0 1,0-1,2 0,0 0,0 0,-4-11,-1 1,0-1,1 0,0 0,0-1,0 1,1 0,-1-1,1 0,0 0,0 0,0 0,0-1,0 1,1-1,-1 0,1 0,-1-1,1 0,0 1,0-1,-1-1,1 1,0-1,1 0,3-2,0-1,0 0,-1-1,1 0,-1 0,0-1,0 0,-1-1,1 1,-1-1,-1-1,1 1,-1-1,0 0,0-1,-1 0,0 1,-1-1,1-1,-2 1,2-5,1 2,-1 0,0-1,-1 1,-1-1,0 0,0 0,-1 0,-1-1,0 1,0-6,-2 18,1 0,0 1,-1-1,1 0,0 0,-1 1,1-1,-1 0,1 0,-1 0,1 0,0 1,-1-1,1 0,-1 0,1 0,-1 0,1 0,0 0,-1 0,1 0,-1-1,1 1,-1 0,1 0,0 0,-1 0,1 0,-1-1,1 1,0 0,-1 0,1-1,0 1,-1 0,1-1,0 1,-1 0,1-1,0 1,0 0,0-1,-1 1,1-1,0 1,0 0,0-1,0 1,0-1,0 1,-1-1,1 1,-3 14,0 0,0 1,1-1,1 1,1 0,0-1,1 1,0 0,1-1,1 0,1 4,-2-13,0 0,1 0,0 0,0-1,0 1,1-1,-1 0,1 0,0 0,0 0,0-1,1 1,-1-1,1 0,0-1,0 1,0-1,0 0,0 0,1-1,-1 1,0-1,1 0,-1-1,1 1,0-1,-1 0,1-1,-1 1,1-1,-1 0,0 0,1-1,-1 0,0 0,0 0,0 0,0-1,0 0,-1 0,1 0,-1 0,4-4,14-13</inkml:trace>
  <inkml:trace contextRef="#ctx0" brushRef="#br0" timeOffset="-3213.779">779 170,'-16'0,"-10"0,-2 0,7 0,15 0,24 0,27-5,27-6,23-3,14 1,4 2,-16 3</inkml:trace>
  <inkml:trace contextRef="#ctx0" brushRef="#br0" timeOffset="-2350.967">1648 758,'11'-224,"-11"71,0 154,-1-1,1 0,0 1,-1-1,1 0,0 0,-1 1,1-1,0 0,-1 0,1 0,-1 1,1-1,0 0,-1 0,1 0,-1 0,1 0,-1 0,1 0,0 0,-1 0,1 0,-1 0,1 0,-1 0,1 0,0-1,-1 1,1 0,-1 0,1 0,0-1,-1 1,1 0,0 0,-1-1,1 1,0 0,-1-1,1 1,0 0,0-1,-1 1,1 0,0-1,0 1,0-1,0 1,0 0,-1-1,1 1,0-1,0 1,0-1,0 1,-16 36,15-34,-13 51,14-51,0-1,-1 0,1 0,0 1,1-1,-1 0,0 0,0 1,0-1,1 0,-1 0,1 0,-1 0,1 1,-1-1,1 0,0 0,-1 0,1 0,0 0,0 0,0-1,0 1,0 0,0 0,0-1,0 1,0 0,0-1,0 1,0-1,1 1,-1-1,0 0,0 1,0-1,1 0,-1 0,0 0,0 0,1 0,64-8,-61 6,1-1,-1 2,0-1,1 1,-1 0,1 0,-1 0,1 1,-1 0,1 0,-1 0,1 1,-1 0,1 0,-1 0,1 1,-1-1,0 1,0 1,0-1,0 1,0 0,-1 0,1 0,-1 0,0 1,0 0,3 3,42 166,-49-172,1 0,0 0,-1 0,1 0,0 0,-1 0,1 0,0 0,0 0,0 0,0 0,0-1,0 1,0 0,0-1,0 1,0-1,0 1,1-1,-1 1,0-1,0 0,0 0,1 1,-1-1,0 0,0 0,1 0,-1 0,0-1,0 1,0 0,1-1,-1 1,0 0,0-1,0 1,0-1,0 0,0 1,0-1,0 0,0 0,0 1,41-43,-26 19,0 0,-1-1,-2 0,0-1,-2 0,-1-1,-1-1,-1 1,-9 81,0-50,0 0,0 1,0-1,1 0,0 1,0-1,0 0,0 1,1-1,0 0,0 1,0-1,0 0,1 0,-1 0,1 0,0 0,0 0,1 0,-1-1,1 1,0-1,0 0,0 0,0 0,0 0,1 0,-1-1,5 3,3-4,-1 1,1-2,0 0,0 0,0-1,-1 0,1-1,0 0,-1-1,1 0,-1 0,0-1,0-1,-1 0,1 0,-1 0,0-2,0 1,-1-1,0 0,4-5,-5 6,0 0,0 0,-1-1,0 0,-1 0,1-1,-1 1,-1-1,1 0,-1-1,-1 1,0-1,0 1,0-1,0-6,-16 35,11-15,0 0,0 0,0 0,0 0,1 0,0 1,0-1,0 0,1 1,0-1,0 1,0-1,1 1,0-1,0 0,0 0,1 1,-1-1,1 0,0 0,1 0,-1-1,1 1,0 0,0-1,1 0,-1 0,1 0,0 0,0 0,0-1,1 0,-1 0,1 0,0 0,-1-1,3 1,0-1,0-1,1 0,-1 0,1-1,-1 0,0 0,1-1,-1 1,1-2,-1 1,0-1,0 0,0-1,0 1,0-2,0 1,-1-1,0 0,0 0,0 0,2-2,4-5,1-1,-1 0,-1 0,0-1,-1-1,0 0,-1 0,5-13,17-32,-23 71,-6 42,-2-43,0 1,0 0,1-1,1 1,0-1,0 1,1-1,1 0,0 0,4 8,24 9,-15-25</inkml:trace>
  <inkml:trace contextRef="#ctx0" brushRef="#br0" timeOffset="-1570.679">2718 142,'0'3,"0"0,1 0,-1 0,1-1,0 1,0 0,0-1,0 1,0 0,0-1,1 0,-1 1,1-1,0 0,0 0,0 1,0-1,0-1,0 1,0 0,1-1,-1 1,1-1,-1 1,2-1,74 24,-59-21,-7-2,-1 0,0 1,1 0,-1 1,-1 0,1 0,-1 1,1 1,-1-1,-1 2,1-1,-1 2,0-1,-1 1,0 0,0 1,-1 0,0 0,0 1,-1 0,21 74,-25-72,0-1,1 0,1 0,-1 0,2 0,0-1,0 1,1-1,0-1,0 1,1-1,-4-6,-1-1,1 0,0 1,0-1,0 0,0 0,0-1,0 1,1-1,-1 0,0 1,1-1,-1-1,1 1,-1-1,1 1,-1-1,1 0,0 0,-1 0,1-1,-1 1,1-1,-1 0,1 0,-1 0,0 0,0-1,1 0,-1 1,0-1,1-1,7-4,-1-1,1 0,-2-1,1 0,-1 0,0-1,-1 0,2-3,32-66,-34 117,-9-33,2 0,-1 0,0 0,1 0,0 0,0 0,1-1,-1 1,1 0,0-1,0 1,1-1,-1 0,1 0,0 0,0 0,0 0,1-1,-1 1,1-1,0 0,0 0,0 0,0-1,1 1,-1-1,1 0,-1 0,1-1,2 1,4-1,0-1,0 0,0-1,-1 0,1-1,0 0,-1 0,0-1,1-1,-1 0,8-4,18-6,-35 14,0-1,0 1,0-1,0 1,0-1,0 1,0 0,1 0,-1 0,0 0,0 0,0 0,1 0,-1 0,0 0,0 0,0 1,0-1,0 0,1 1,-1-1,0 1,0-1,0 1,0 0,0-1,0 1,-1 0,1 0,0 0,0-1,0 1,-1 0,1 0,0 0,-1 0,1 1,-1-1,1 0,-1 0,0 0,1 1,2 3,0-1,0-1,0 1,1-1,0 0,0 1,0-2,0 1,0 0,1-1,-1 0,1 0,-1 0,1-1,0 0,0 0,-1 0,1 0,0-1,0 1,0-1,0-1,0 1,0-1,0 1,0-2,-1 1,1 0,0-1,-1 0,1 0,-1 0,0-1,1 1,-1-1,0 0,-1 0,1-1,-1 1,1-1,-1 1,0-1,0 0,1-4,-2 4,0 0,-1 0,0-1,1 1,-2-1,1 1,-1-1,1 1,-1-1,0 0,-1 1,1-1,-1 1,0-1,0 1,0 0,-1-1,0 1,0 0,0 0,0 0,0 0,-1 0,0 0,1 1,-1-1,-1 1,1 0,0 0,-1 0,0 1,0-1,0 1,0 0,0 0,0 0,0 0,-1 1,1 0,0 0,-1 0,1 0,-1 1,0-1,-2 1,-3 2,1 0,0 1,0 0,0 0,1 1,-1 0,1 0,0 1,0 0,0 1,1 0,-1 0,1 0,1 1,0 0,0 0,0 1,1 0,0 0,0 0,1 0,0 1,0 0,0 2,3-8,0 0,0-1,0 1,0 0,1-1,-1 1,1 0,0 0,-1 0,1-1,1 1,-1 0,0 0,1 0,-1-1,1 1,0 0,0-1,0 1,0 0,0-1,1 1,-1-1,1 0,0 0,-1 1,1-1,0 0,0 0,1-1,-1 1,0 0,0-1,1 1,-1-1,1 0,0 0,-1 0,2 1,68-6,-36-6</inkml:trace>
  <inkml:trace contextRef="#ctx0" brushRef="#br0" timeOffset="-1319.299">3907 223,'-16'-2,"-7"-1,-5 4,0 5,6 6,5 5,7 4,6 4,9 1,11 2,7-3,-1-5</inkml:trace>
  <inkml:trace contextRef="#ctx0" brushRef="#br0" timeOffset="-722.072">4027 610,'4'4,"0"0,0 0,1 0,-1-1,1 0,0 0,0 0,0-1,0 1,0-1,1 0,-1-1,0 1,1-1,-1 0,1 0,0-1,-1 0,1 0,0 0,-1-1,1 0,-1 0,1 0,-1 0,1-1,-1 0,3-2,-1-5,1-1,-2-1,1 1,-2-1,1 0,-2 0,1-1,-1 0,-1 1,0-1,-1 0,0-1,-1 1,0 0,-1-1,2-4,0-11,-1 18,-1 0,1 1,0-1,1 1,0 0,1-1,0 1,0 0,5-8,-7 16,0 0,-1 1,1-1,0 0,0 0,-1 0,1 1,0-1,0 0,0 1,0-1,0 1,0-1,0 1,0-1,1 1,-1 0,0 0,0-1,0 1,0 0,0 0,0 0,1 0,-1 0,0 1,0-1,0 0,0 0,0 1,0-1,0 1,0-1,0 1,0-1,0 1,0 0,0-1,0 1,0 0,0 0,-1 0,1-1,0 2,35 41,-35-41,70 143,-49-92,-22-52,0 1,1-1,-1 0,1 1,-1-1,1 1,-1-1,1 0,0 0,-1 1,1-1,0 0,0 0,0 0,0 0,0 0,0 0,0 0,0 0,0-1,1 1,-1 0,0-1,1 1,-1-1,0 1,1-1,-1 1,0-1,1 0,-1 0,1 0,-1 0,1 0,-1 0,1 0,69-63,-56 46,78-88,-92 106,-1-1,0 1,0-1,0 1,0-1,0 1,1-1,-1 1,0-1,0 1,1-1,-1 0,0 1,1-1,-1 1,1-1,-1 0,0 1,1-1,-1 0,1 1,-1-1,1 0,-1 0,1 0,-1 1,1-1,-1 0,1 0,-1 0,1 0,-1 0,1 0,0 0,-1 0,1 0,-1 0,1 0,-1 0,1 0,-1-1,1 1,-1 0,1 0,-1-1,1 1,-1 0,1-1,-1 1,0 0,1-1,-6 28,3-24,1 0,-1 0,1 1,0-1,-1 1,2-1,-1 1,0-1,1 1,0-1,-1 1,2 0,-1-1,0 1,1-1,-1 1,1-1,0 1,0-1,0 1,1-1,-1 0,1 0,0 0,0 1,0-2,0 1,1 0,-1 0,1-1,-1 1,1-1,0 0,0 0,0 0,2 0,8 0,-1-1,1-1,0 0,0-1,-1-1,1 0,0 0,-1-1,0-1,0 0,0-1,0 0,-1-1,1 0,-1 1,0 0,0-1,0 0,-1-1,0 0,0-1,-1 0,0-1,0 1,-1-2,0 1,-1-1,5-9,-11 19,-1 0,1 0,-1-1,0 1,1 0,-1 0,1 0,-1 0,0-1,1 1,-1 0,0-1,1 1,-1 0,0 0,1-1,-1 1,0 0,0-1,1 1,-1-1,0 1,0 0,0-1,0 1,0-1,1 1,-1 0,0-1,0 1,0-1,0 1,0-1,0 1,0 0,0-1,0 1,-1-1,1 1,0-1,0 1,0 0,0-1,-1 1,1 0,0-1,0 1,-1 0,1-1,0 1,-1 0,1-1,0 1,-1 0,1 0,0-1,-1 1,1 0,0 0,-1 0,1-1,-1 1,1 0,-1 0,1 0,0 0,-1 0,1 0,-1 0,1 0,-7 8,1 1,1-1,0 1,0 0,1 0,0 1,0-1,1 1,0 0,1 0,0 0,1 0,0 0,0 1,1-7,0 0,0 0,0 0,1 0,-1 0,1 0,0 0,0 0,1-1,-1 1,1 0,-1-1,1 1,0-1,1 1,-1-1,1 0,-1 0,1 0,0-1,0 1,0 0,0-1,1 0,-1 0,1 0,-1 0,1-1,0 1,-1-1,1 0,0 0,0 0,0 0,0-1,0 0,23 2,-1-1,1-1,-1-1,1-1,-1-2,0-1,13-4,-26 6,76-16</inkml:trace>
  <inkml:trace contextRef="#ctx0" brushRef="#br0" timeOffset="18636.217">218 1426,'0'18,"0"11,0 4,2 0,1-4,2-7,0-7</inkml:trace>
  <inkml:trace contextRef="#ctx0" brushRef="#br0" timeOffset="19084.021">97 1279,'4'-9,"1"0,0 1,0-1,0 1,1 0,0 1,1-1,-1 1,2 1,-1-1,1 1,0 0,0 1,0 0,1 0,0 1,0 0,0 0,0 1,1 0,0 1,-2-2,0 1,0 0,0 0,1 1,-1 0,1 1,-1 0,1 0,0 1,0 0,-1 0,1 1,0 0,-1 1,1 0,-1 0,1 1,-1 0,0 0,0 1,-1 0,1 0,-1 1,1 0,-2 0,1 1,0 0,1 2,0 7,0 1,-1-1,0 1,-1 0,-1 0,-1 1,0 0,-2 0,1 0,-2 0,0 0,-2 0,1 0,-2 3,2 38,0-56,-1 0,1-1,-1 0,1 0,0 0,-1 1,1-1,0 0,0 0,0 0,0 1,0-1,0 0,0 0,0 1,1-1,-1 0,0 0,1 1,-1-1,1 0,-1 0,1 0,0 0,-1 0,1 0,0 0,0 0,0 0,0 0,-1 0,1-1,0 1,1 0,-1-1,0 1,0-1,0 1,0-1,0 1,1-1,-1 0,0 1,0-1,1 0,-1 0,0 0,7-5,0-1,-1 0,1 0,-1-1,-1 0,1 0,-1 0,-1-1,1 0,3-8,34-54,-42 70,0 0,0 0,0 0,0 0,0 0,0 0,0 1,0-1,0 0,0 0,0 1,0-1,0 1,0-1,0 1,0-1,-1 1,1 0,0-1,0 1,-1 0,1 0,0 0,-1-1,1 1,-1 0,1 0,-1 0,1 0,-1 0,0 0,1 0,-1 1,3 3,4 3,-1-1,2 1,-1-1,1-1,0 0,0 0,1 0,-1-1,1 0,0-1,1 0,-1-1,1 0,0 0,0-1,0 0,0 0,5-1,37 5</inkml:trace>
  <inkml:trace contextRef="#ctx0" brushRef="#br0" timeOffset="19551.322">1447 1198,'27'0,"0"-1,0-1,-1-1,1-2,-1-1,0-1,-1 0,1-3,-2 0,1-1,-1-1,-1-2,0 0,-1-1,-1-2,5-5,-11 11,0 0,0-2,-1 0,-1-1,0 0,-1 0,10-17,-20 29,-1 1,0 0,0-1,0 0,0 1,0-1,0 0,0 1,0-1,-1 0,1 0,-1 1,1-1,-1 0,0 0,1 0,-1 0,0 0,0 0,-1 0,1 0,0 1,-1-1,1 0,-1 0,1 0,-1 0,0 1,0-1,0 0,0 1,0-1,0 1,0-1,-1 1,1 0,0-1,-1 1,1 0,-1 0,0 0,1 0,-1 0,0 0,1 0,-1 1,0-1,0 1,0-1,0 1,1 0,-1 0,0-1,-2 2,-2-1,0 1,0 0,0 1,0 0,0 0,0 0,1 1,-1-1,1 1,0 1,-1-1,1 1,1 0,-1 0,1 0,-1 1,1-1,0 1,-2 5,-4 3,2 2,0-1,0 1,1 0,1 0,-4 17,-2 29,3 1,3 1,2-1,3 1,3-1,8 48,-10-101,29 377,-25-322</inkml:trace>
  <inkml:trace contextRef="#ctx0" brushRef="#br0" timeOffset="20427.433">1675 1467,'71'-29,"-13"4,0 3,2 3,0 2,11 1,-68 14,1 1,-1 1,1-1,0 0,0 1,-1 0,1 0,0 0,0 0,-1 1,1-1,0 1,-1 0,1 0,-1 1,1-1,-1 1,1-1,-1 1,0 0,0 0,0 0,0 1,0-1,-1 1,1 0,-1 0,1 0,-1 0,0 0,0 0,-1 0,1 1,0 1,13 144,-15-148,0 0,0 0,0 1,0-1,0 0,0 0,0 0,0 0,1 0,-1 0,0 0,1 0,-1 0,1 0,-1 0,1 0,-1 0,1 0,0-1,-1 1,1 0,0 0,0 0,0-1,0 1,-1-1,1 1,0 0,0-1,0 0,0 1,0-1,0 0,0 1,1-1,-1 0,0 0,0 0,0 0,0 0,0 0,0 0,0 0,0 0,0-1,0 1,0 0,0-1,0 1,1-1,46-34,-37 24,-1-1,0-1,-1 0,0 0,-1-1,-1 0,0-1,-1 1,0-1,-1 0,-1-1,2-11,-7 37,1 0,0 0,1 0,0 0,0 0,1 0,1 0,0 0,0-1,3 8,-4-14,-1 1,0-1,1 1,0-1,0 1,0-1,0 0,1 0,-1 0,1 0,0 0,-1-1,1 1,1-1,-1 0,0 0,0 0,1 0,-1 0,1-1,0 0,-1 0,1 0,0 0,0 0,0-1,-1 1,1-1,0 0,0-1,0 1,0 0,-1-1,1 0,1-1,8-2,-1-2,1 0,-2 0,1-1,-1-1,0 0,0 0,-1-1,0 0,-1-1,0 0,-1 0,0-1,0-1,-1 1,5-12,-10 75,-3-48,1 0,-1 1,1-1,0 0,1 0,-1 0,1 0,-1 1,1-1,0 0,1 0,-1 0,1-1,0 1,0 0,0-1,0 1,1-1,-1 1,1-1,0 0,0 0,0-1,0 1,1-1,-1 1,1-1,-1 0,1 0,0 0,2 0,0 0,0 0,0 0,-1-1,1 0,0 0,0 0,0-1,0 0,0 0,0-1,0 1,0-1,0 0,0-1,0 0,0 0,-1 0,1 0,-1-1,0 0,0 0,0-1,0 1,0-1,-1 0,1 0,-1-1,0 1,0-1,-1 0,0 0,1 0,-2 0,3-5,6-74,-11 92,1 0,0 0,0 0,1-1,0 1,0 0,1-1,0 0,0 0,1 0,0 0,0 0,0-1,1 1,0-1,0-1,1 1,0-1,0 0,0 0,1 0,-1-1,1 0,0 0,0-1,0 0,1 0,6 1,-3-2,0-1,0-1,1 0,-1 0,0-1,0-1,0 0,-1 0,1-1,7-3,21-8</inkml:trace>
  <inkml:trace contextRef="#ctx0" brushRef="#br0" timeOffset="21051.587">3560 1319,'-24'-4,"-1"0,1 2,0 1,-1 0,-19 4,41-3,0 0,0 0,0 1,0 0,1-1,-1 1,0 0,0 1,0-1,1 0,-1 1,0 0,1-1,0 1,-1 0,1 0,0 0,0 1,0-1,0 0,0 1,1 0,-1-1,1 1,0 0,0-1,0 1,0 0,0 0,0 0,1 0,-1 0,1 0,0 0,0 0,0 0,1 0,-1 0,1 0,-1 0,1 0,0 0,0 0,0 0,1-1,-1 1,1 0,-1-1,2 2,4 2,1 0,0 0,0-1,0 0,1 0,0-1,0 0,0-1,0 0,0 0,1-1,-1 0,1-1,0 0,-1 0,1-1,0 0,2-1,10 0,-1 0,1-2,-1 0,1-2,-1 0,0-1,-1-1,0-1,0-1,-1 0,0-2,0 0,-1-1,-1-1,0-1,-1 0,0-1,-1-1,-1 0,0-1,-2-1,0 0,0 0,-2-2,0 1,-2-1,0 0,4-17,-8 16,0 0,-1 0,-1 0,-1 0,-1-1,-1 1,-1 0,-1 0,0 0,-2 0,-1 1,0 0,-1 0,-10-19,17 37,-1 1,1-1,0 0,-1 1,0-1,1 1,-1-1,0 1,0-1,0 1,0-1,0 1,0 0,0-1,0 1,-1 0,1 0,0 0,-1 0,1 0,-1 0,1 0,-1 1,0-1,1 1,-1-1,0 1,1-1,-1 1,0 0,1 0,-1 0,0 0,0 0,1 0,-1 0,0 1,1-1,-1 0,0 1,1 0,-1-1,1 1,-1 0,1 0,-1 0,1 0,-1 0,1 0,0 0,-6 11,1 0,1 0,0 1,0 0,1 0,1 0,0 0,1 0,1 0,0 1,0 3,1-14,-4 40,2-1,2 1,1 0,3-1,1 1,2-1,2 0,2-1,7 16,-16-51,0 1,0 0,1-1,0 1,0-1,0 0,1 0,0 0,0 0,0-1,1 0,0 0,0 0,0 0,1-1,-1 0,1 0,0 0,0-1,1 0,-1 0,1 0,-1-1,1 0,0-1,0 1,0-1,0-1,0 1,0-1,0 0,0-1,0 1,0-2,3-2,0-1,0-1,0 0,-1 0,0-1,0 0,0 0,-1-1,-1-1,1 1,-1-1,0 0,-1-1,0 1,-1-1,0 0,-1-1,0 1,0-2,6 79,-10-61,1 1,0-1,1 0,-1 1,1-1,1 0,-1 0,1-1,0 1,0 0,1-1,-1 0,1 0,1 0,-1 0,1-1,-1 1,1-1,0 0,1-1,-1 1,1-1,-1 0,1-1,0 1,0-1,0 0,1-1,-1 1,0-1,2 0,16-5</inkml:trace>
  <inkml:trace contextRef="#ctx0" brushRef="#br0" timeOffset="21301.954">4429 1186,'-16'-5,"-8"-3,-4-3,1-2,0-1,0 0,0-1,5 4</inkml:trace>
  <inkml:trace contextRef="#ctx0" brushRef="#br0" timeOffset="21546.301">3867 985,'2'0,"13"-5,16-3,20-5,19-5,16 0,9 4,4 7,-14 3</inkml:trace>
  <inkml:trace contextRef="#ctx0" brushRef="#br0" timeOffset="21696.896">4682 1466,'19'-14,"-1"0,-1-1,-1 0,0-2,0 0,-2-1,0 0,-2-1,4-7,-15 25,1 0,-1 0,0 0,0 0,0-1,0 1,0 0,0-1,0 1,-1-1,1 1,0-1,-1 1,1-1,-1 1,0-1,1 1,-1-1,0 0,0 1,0-1,0 1,0-1,-1 0,1 1,0-1,-1 1,1-1,-1 1,1-1,-1 1,0-1,0 1,0-1,0 1,0 0,0 0,0-1,0 1,0 0,0 0,-1 0,1 0,0 0,-1 1,1-1,-1 0,1 1,-1-1,1 1,-2-1,-4 3,0-1,-1 2,1-1,1 1,-1 0,0 1,1-1,-1 1,1 0,0 1,1 0,-1 0,1 0,0 0,0 1,0 0,1 0,0 0,0 1,1-1,-1 1,-1 7,2-10,1 0,-1 0,1 0,0 0,0 0,0 1,1-1,-1 1,1-1,0 1,1 0,-1-1,1 1,0 0,0-1,0 1,1 0,-1 0,1-1,0 1,1-1,-1 1,1-1,0 0,0 1,0-1,1 0,-1 0,1-1,0 1,0 0,0-1,1 0,-1 0,1 0,0 0,2 1,15 2,1-1,-1-1,1-1,0 0,0-2,0-1,0-1,0 0,0-2,0-1,11-3,-32 7,79-15</inkml:trace>
  <inkml:trace contextRef="#ctx0" brushRef="#br0" timeOffset="22364.629">6006 1346,'-19'-11,"0"2,-1 0,0 1,0 1,-1 1,0 1,0 1,0 1,-1 0,-12 2,29 1,1 0,-1 0,0 0,1 1,-1 0,0 0,1 0,-1 1,1 0,-1-1,1 2,0-1,0 0,0 1,0 0,0 0,1 0,-1 0,1 0,0 1,0 0,0-1,1 1,-1 0,1 0,0 1,0-1,0 0,0 1,1-1,0 1,0 0,0-1,1 1,-1 0,1-1,0 1,1 0,-1 0,1-1,0 1,0 0,0-1,1 1,-1-1,2 3,4 0,0-1,0 0,0 0,1 0,0-1,0 0,0-1,1 0,-1 0,1-1,0 0,0 0,1-1,-1-1,0 1,1-1,-1-1,0 0,1 0,-1-1,1 0,-1 0,0-1,0-1,3 0,1-1,1-1,-1 0,0-1,0 0,0-1,-1-1,0 0,-1 0,1-1,-2-1,1 0,-1 0,-1-1,0 0,-1-1,0 0,0 0,-1-1,-1 0,0 0,-1 0,-1-1,0 1,2-14,1-14,-1 1,-2-1,-2-1,-2 1,-2 0,-3-11,-20-48,25 98,0 1,0 0,-1 0,1 0,0 0,-1 0,1 0,-1 0,1 0,-1 0,1 0,-1 0,0 0,1 1,-1-1,0 0,0 0,0 1,0-1,0 0,0 1,0-1,0 1,0-1,0 1,0 0,0-1,0 1,0 0,0 0,0 0,0-1,0 1,-1 1,1-1,0 0,0 0,0 0,0 0,0 1,0-1,0 1,0-1,0 0,0 1,0 0,0-1,0 1,0 0,0-1,1 1,-1 0,0 0,-33 55,20-16,2-1,2 1,1 1,3 0,1 0,2 1,1 12,14 76,-11-124,1 0,0 0,0 0,1-1,-1 1,1-1,0 1,1-1,0 0,-1-1,1 1,1-1,-1 1,1-1,0-1,0 1,0 0,0-1,0 0,1-1,7 2,-1-1,1 0,0-1,1 0,-1-1,0-1,0 0,1-1,-1 0,0-1,0-1,0 0,-1 0,1-1,-1-1,1 0,-1-1,-1 0,1-1,-1 0,-1-1,1 0,-1-1,-1 0,1-1,-1 0,-5 6,0 0,0 0,-1-1,1 1,-1-1,0 0,0 0,-1 0,0 0,0-1,0 1,0-1,-1 1,0-1,0 1,0-1,-1 0,0 1,0-1,0-1,0 6,-1 0,1 1,-1-1,1 0,0 0,-1 0,1 1,-1-1,0 0,1 1,-1-1,0 0,1 1,-1-1,0 1,0-1,1 1,-1-1,0 1,0 0,0-1,0 1,0 0,0 0,0-1,1 1,-1 0,0 0,0 0,0 0,0 0,0 0,0 1,0-1,0 0,0 0,1 1,-1-1,0 0,0 1,0-1,1 1,-1-1,0 1,0 0,1-1,-1 1,0 0,1-1,-1 1,1 0,-36 37,34-36,0 1,0 0,0-1,0 1,1 0,-1 0,1 0,-1 1,1-1,0 0,0 0,1 1,-1-1,1 1,0-1,0 0,0 1,0-1,0 1,1-1,-1 0,1 1,0-1,0 0,0 0,1 0,-1 1,1-1,0-1,-1 1,1 0,1 0,0 0,4 2,1-1,-1-1,1 1,0-1,0-1,0 1,0-2,0 1,8 0,38 5</inkml:trace>
  <inkml:trace contextRef="#ctx0" brushRef="#br0" timeOffset="23014.921">8078 1212,'11'14,"9"11,7 8,7 6,5 2,4 2,1 0,-2-3,-4-4,-6-3,-8-5,-9-12,-6-8</inkml:trace>
  <inkml:trace contextRef="#ctx0" brushRef="#br0" timeOffset="23272.29">8412 1199,'-13'9,"-12"12,-9 12,-4 9,-3 7,-2 3,2 3,4-1,6-6,7-6,11-11,8-9</inkml:trace>
  <inkml:trace contextRef="#ctx0" brushRef="#br0" timeOffset="23548.551">8653 1493,'27'-14,"1"1,1 1,0 2,28-7,-54 16,-1 0,0 1,1-1,-1 0,1 1,-1-1,1 1,-1 0,1 0,-1 0,1 0,-1 0,1 0,-1 1,1-1,-1 1,1 0,-1-1,0 1,1 1,-1-1,0 0,0 0,0 1,0-1,0 1,0 0,0-1,0 1,-1 0,1 0,-1 0,0 0,1 1,-1-1,0 0,0 1,0-1,0 0,-1 1,1-1,-1 1,-1 10,0 0,-1-1,0 1,-1 0,-1-1,0 0,0 0,-2 0,1 0,-1-1,-1 0,0 0,-4 4,-18 34,29-48,-1-1,0 1,0 0,1 0,-1 0,1 0,-1 0,0 0,1 0,0 0,-1 0,1 0,0 0,-1 0,1 0,0 0,0 0,0 0,0 0,0 0,0 1,0-1,0 0,1 0,-1 0,0 0,1 0,-1 0,1 0,-1 0,1 0,-1 0,1 0,-1 0,1 0,0-1,0 1,0 0,-1 0,1-1,0 1,0-1,0 1,0 0,0-1,0 0,0 1,0-1,0 0,0 1,0-1,0 0,1 0,-1 0,0 0,0 0,0 0,0 0,0 0,1-1,20 1,-1-2,1 0,-1-2,1 0,-1-1,11-5,-10 4,78-25,-61 18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28:33.08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1523 220,'-9'-15,"-1"0,-1 0,0 1,-1 1,0 0,-1 0,-1 1,0 1,0 0,-1 1,-1 1,-5-3,-22-1,-1 1,0 2,-1 2,0 1,0 3,-1 2,1 2,-17 3,42-4,1 0,0 2,-1 0,1 2,0 0,0 1,1 0,-1 2,1 0,0 1,0 1,1 1,0 0,0 1,1 1,1 1,-1 1,-171 210,147-172,6-7,-32 39,3 2,4 3,-13 34,54-76,2 1,2 0,2 1,3 1,1 0,3 0,1 0,3 1,2-1,5 29,-5-49,3 101,6-1,5-1,6 0,6-1,25 67,18-1,8-4,86 148,-145-296,2 0,1-2,3 0,0-2,3-1,1-1,1-1,2-2,2-1,0-1,12 5,-31-26,0-1,1-1,0 0,0-1,0-1,1 0,0-1,-1-1,2-1,-1 0,0-1,0-1,0-1,1 0,-1-1,0-1,-1-1,1 0,5-3,32-15,0-3,-1-2,-2-2,-1-3,-1-1,38-36,-60 49,0-1,-1-1,-1-2,-1 0,-2-2,0-1,-2 0,-1-1,2-5,15-53,-4-1,-3-1,-4-2,-4 0,-4-2,-4 0,0-86,12-267,-19-21,-4 396,-3 0,-3 1,-3-1,-3 1,-4 0,-2 2,-3-1,-3 2,-3 1,-2 1,-17-25,31 66,0 1,-1 0,-2 0,0 2,-1 0,-1 1,-1 0,0 2,-2 0,0 1,0 1,-2 2,1 0,-2 1,-6-2,17 12,1-1,-1 2,1 0,-1 0,1 1,-1 1,0 0,1 1,0 0,-1 1,1 0,0 1,0 0,1 1,-1 0,1 1,0 1,-3 2,-26 18,1 3,1 0,2 3,0 2,-77 80</inkml:trace>
  <inkml:trace contextRef="#ctx0" brushRef="#br0" timeOffset="1923.239">761 3884,'-13'-12,"-1"1,-1 0,0 1,0 1,-1 1,0 0,0 1,-1 1,-15-4,26 8,-1 0,0 1,0 0,0 0,0 1,0 0,0 0,1 1,-1 0,0 0,0 0,0 1,1 0,-1 1,1-1,0 1,-1 0,1 1,0-1,1 1,-1 0,1 1,0 0,0-1,0 2,-2 2,1-1,0 0,0 1,1 0,0 0,0 0,1 1,0 0,1 0,-1 0,2 0,-1 0,1 0,1 1,0-1,0 1,1 0,0-1,0 1,1-1,1 1,0-1,0 0,0 1,2-1,-1 0,1-1,0 1,0 0,1-1,1 0,-1 0,1-1,0 0,7 6,9 0,-1 0,2-2,0-1,0-1,1 0,3-1,56 21,-25 12,-57-39,0-1,0 1,0 0,0-1,0 1,0 0,-1 0,1 0,0 0,-1 0,0 0,1 0,-1 0,0 0,0 0,0 0,0 0,-1 0,1 0,-1-1,1 1,-1 0,1 0,-1 0,0 0,0 0,0-1,0 1,0 0,0-1,-1 1,1-1,0 1,-1-1,-8 8,0-1,0 0,-1 0,0-1,-1-1,0 0,0 0,0-1,0-1,-1 0,0-1,1 0,-1-1,0 0,-1-1,-7-1,22 0,-1-1,1 1,-1 0,0-1,1 1,-1-1,0 0,1 1,-1-1,0 1,1-1,-1 0,0 1,0-1,0 1,0-1,0 0,0 1,0-1,0 0,0 1,0-1,0 1,0-1,0 0,0 1,0-1,-1 0,1 1,0-1,-1 1,1-1,0 1,-1-1,1 1,0-1,-1 1,1-1,-1 1,1-1,-1 1,1 0,-1-1,1 1,-1 0,0-1,1 1,-1 0,1 0,-1 0,0 0,1-1,-1 1,0 0,1 0,-1 0,0 0,1 0,-1 1,1-1,-1 0,0 0,1 0,-1 0,1 1,-1-1,0 0,1 1,-1-1,0 1,16-10,0 2,0 0,1 0,-1 2,1 0,0 1,3 0,11-4,-19 5,12-2,-1-1,0-1,0-1,-1-1,0 0,0-2,-1 0,16-14,-34 24,0 0,0 0,1-1,-1 1,-1-1,1 1,0-1,0 0,-1 0,1 0,-1 0,1 0,-1 0,0 0,0 0,0-1,0 1,0 0,0-1,-1 1,1 0,-1-1,0 1,0-1,0 1,0-1,0 1,0-1,-1 1,1-1,-1 1,1 0,-1-1,0 1,0 0,0 0,-1-1,1 1,0 0,-1 0,1 0,-1 1,0-1,0 0,-1 0,-1 1,1 0,-1 0,0 0,0 0,1 0,-1 1,0 0,0 0,0 0,0 0,0 0,1 1,-1 0,0-1,0 1,1 1,-1-1,0 1,1-1,0 1,-1 0,1 0,0 1,0-1,0 1,0-1,0 1,1 0,-1 0,1 0,0 0,0 0,0 1,0-1,1 1,-1-1,1 1,0 0,0 0,0-1,1 1,-1 0,1 0,0 0,0 0,0 1,1 3,-1 0,1-1,1 1,0 0,0-1,0 1,1-1,0 1,0-1,1 0,0 0,0-1,1 1,0-1,0 0,0 0,1-1,0 1,0-1,0-1,0 1,1-1,0 0,0 0,0-1,0 0,1 0,-1-1,1 0,0 0,0-1,-1 0,1-1,0 1,0-1,0-1,0 1,0-1,-1-1,1 0,0 0,-1 0,1-1,-1 0,1-1,1-2,0 0,0 0,-1-1,1 0,-2 0,1-1,-1 0,0 0,-1-1,0 0,0 0,-1-1,-1 1,4-8,38-147,-26 51,-5 0,-4-23,-11 127,-6-42,4 51,1 1,-1-1,1 0,-1 1,1 0,0-1,-1 1,1 0,0-1,0 1,-1 0,1 0,0 0,0 0,0 0,0 0,0 1,0-1,0 0,1 0,-1 1,0-1,1 0,-1 1,1-1,-1 2,1-2,-17 36,1 1,2 1,2 1,2 0,2 0,1 1,2-1,0 28,3-43,1 1,1-1,2 0,0 0,1 1,5 13,-6-30,1-1,0 1,0-1,0 0,1 0,1 0,0 0,0-1,0 1,1-1,0-1,0 1,0-1,1 0,0 0,0-1,1 0,0 0,-1-1,2 0,-3-1,1-1,-1 0,0 0,1 0,0-1,-1 0,1 0,0-1,-1 0,1 0,0 0,-1-1,1 0,-1-1,1 1,-1-1,1 0,-1-1,0 0,0 0,0 0,0 0,-1-1,1 0,-1 0,0-1,0 1,-1-1,1 0,-1-1,4-4,0 0,-1 0,0-1,-1 0,0 0,-1 0,0-1,-1 0,0 0,-1 0,-1 0,0-1,0 1,-1 0,-1-1,0 0,0 1,-2-5,2 16,0-1,0 1,0 0,0-1,0 1,-1 0,1-1,0 1,-1 0,1-1,-1 1,0 0,1 0,-1-1,0 1,0 0,1 0,-1 0,0 0,0 0,0 0,0 0,-1 1,1-1,0 0,0 0,0 1,-1-1,1 1,0-1,-1 1,1 0,0-1,-1 1,1 0,0 0,-1 0,1 0,-1 0,1 0,0 1,-1-1,1 0,0 1,-1-1,1 1,0-1,0 1,-1-1,1 1,0 0,0 0,0 0,0 0,0 0,0 0,0 0,0 0,0 1,-7 8,1 0,0 1,1-1,1 2,-1-1,2 1,0-1,0 1,1 0,0 1,1-1,1 0,0 1,0-1,2 13,-1-20,1 1,0-1,0 0,0 0,1 0,0 0,0-1,0 1,0 0,1-1,0 1,0-1,0 0,0 0,1 0,0-1,-1 1,1-1,1 0,-1 0,0 0,1 0,-1-1,1 0,0 0,0 0,0-1,0 1,0-1,0 0,0-1,0 1,0-1,0 0,2 0,28-3</inkml:trace>
  <inkml:trace contextRef="#ctx0" brushRef="#br0" timeOffset="2553.353">1737 4244,'-7'3,"-1"0,0 1,1 0,0 0,0 1,0 0,1 0,-1 0,1 1,0 0,1 0,0 0,0 1,0 0,1 0,-1 0,2 0,-1 1,1-1,0 1,1 0,0 0,0 0,1 1,-1 2,3-7,-1-1,1 1,0-1,0 0,0 1,1-1,-1 0,1 0,-1 0,1 0,0 0,0 0,1 0,-1-1,1 1,-1-1,1 0,0 1,-1-1,1 0,0-1,0 1,1-1,-1 1,0-1,1 0,-1 0,0 0,1-1,2 1,4 1,1-1,-1-1,0 1,0-2,1 1,-1-1,0-1,0 0,0-1,2 0,3-3,0-1,0 0,0-1,-1-1,0 0,-1-1,0 0,0-1,-1-1,-1 0,0 0,-1-1,0 0,-1-1,0 0,-1-1,4-9,1-9,0-1,-2 0,-1 0,-2-1,-2 0,-1-1,0-24,-2 3,-2 0,-2 0,-3 0,-2 0,-9-26,-4 39,17 45,1-1,0 1,0 0,0 0,0 0,0 0,0 0,0 1,0-1,0 0,0 0,1 0,-1 1,0-1,1 0,-1 1,1-1,-1 1,1-1,0 1,0-1,0 0,0 1,0 0,-1-1,-5 45,2 1,2 0,2 0,1 0,5 12,-6-58,39 423,-15-334,-23-87,0-1,1 0,-1 1,1-1,-1 0,1 0,0 0,0 0,0 0,0-1,0 1,0 0,0-1,0 0,1 1,-1-1,1 0,-1 0,1-1,-1 1,1 0,-1-1,1 1,0-1,-1 0,1 0,0 0,-1 0,1-1,0 1,-1-1,1 1,0-1,12-6,1 0,-1-1,-1 0,0-2,0 1,-1-2,0 0,0 0,-1-1,-1 0,0-1,1-3,-11 14,-1 1,0 0,1 1,-1-1,0 0,0 1,0-1,1 0,-1 0,0 1,1-1,-1 1,1-1,-1 0,0 1,1-1,-1 1,1-1,0 1,-1-1,1 1,-1-1,1 1,0 0,-1-1,1 1,0 0,0 0,-1 0,1-1,0 1,-1 0,1 0,0 0,0 0,-1 0,1 0,0 0,0 0,-1 1,1-1,0 0,-1 0,1 1,0-1,-1 0,1 1,0-1,-1 0,1 1,0-1,-1 1,1-1,-1 1,1-1,3 58,-5-54,0 1,1-1,-1 0,1 0,0 1,0-1,1 0,0 1,-1-1,1 0,0 0,1 0,-1 0,1 0,0 0,0 0,0 0,0-1,1 1,0-1,-1 0,1 0,0 0,1 0,-1 0,2 0,1 0,1-1,1 0,-1-1,0 1,0-1,0-1,1 1,-1-1,0-1,1 0,-1 0,0 0,0 0,0-1,0-1,0 1,0-1,0 0,4-3,27-14</inkml:trace>
  <inkml:trace contextRef="#ctx0" brushRef="#br0" timeOffset="2807.672">2405 4071,'-13'0,"-10"0,-5-3,-2-2,1-6,2-4,3-4,5 3</inkml:trace>
  <inkml:trace contextRef="#ctx0" brushRef="#br0" timeOffset="3059.001">2031 3910,'23'0,"21"0,19 0,17 0,13 2,4 3,-14 1</inkml:trace>
  <inkml:trace contextRef="#ctx0" brushRef="#br0" timeOffset="3060.001">2766 4257,'-4'14,"-2"11,0 8,1 3,2-2,3-5,7-7,6-12,3-12,2-13,-3-3</inkml:trace>
  <inkml:trace contextRef="#ctx0" brushRef="#br0" timeOffset="3217.578">2753 3869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29:11.14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2661 1184,'0'73,"13"492,57 410,-33-382,-3-307,-19-183,-3 1,-5 13,-8-10,-1-64,2 1,1 0,2 0,3 0,1-1,6 16,-13-59,1 0,-1-1,0 1,0 0,1 0,-1 0,0 0,1-1,-1 1,0 0,1 0,-1 0,0 0,1 0,-1 0,0 0,1 0,-1 0,0 0,1 0,-1 0,0 0,1 0,-1 0,0 0,1 0,-1 1,0-1,0 0,1 0,-1 0,0 0,1 1,-1-1,1-20</inkml:trace>
  <inkml:trace contextRef="#ctx0" brushRef="#br0" timeOffset="1602.069">2728 1386,'-12'-40,"2"-1,2 1,2-1,2-1,1 1,2 0,3-15,-2 54,0 0,0 0,0 0,0 0,0 0,0 0,0 0,1 0,-1 0,1 1,0-1,-1 0,1 0,0 0,0 1,0-1,0 1,0-1,1 0,-1 1,0 0,1-1,-1 1,1 0,-1 0,1 0,0 0,0 0,-1 0,1 0,0 1,0-1,0 0,0 1,0 0,0-1,-1 1,1 0,0 0,1 0,320 3,-243-11,-23 2,0 3,0 1,8 4,-40 0,55 7,0-4,0-4,0-3,-1-3,49-11,83-37,-138 64,-27 0,152-5,-196-7,-1 1,1 0,-1 0,1 1,-1-1,1 0,-1 0,1 1,-1-1,1 1,-1-1,0 1,1 0,-1-1,0 1,0 0,1 0,-1 0,0 0,0 0,0 0,0 0,0 0,0 1,0-1,-1 0,1 1,0-1,-1 0,1 1,-1-1,1 1,-1-1,0 1,0-1,1 1,-1-1,0 1,0-1,-1 1,1-1,0 1,0-1,-1 0,1 1,-1-1,1 1,-1-1,-33 182,18-79,4 1,5 0,5 0,4 0,8 30,-2-68,17 152,-8 54,-15-139,-1 7,6 1,24 135,-6-107,-1 91,-12-155,5 0,5-2,13 29,-22-67,-2 0,-3 0,-1 44,1 5,36 130,-46-128,-1-108,0-8</inkml:trace>
  <inkml:trace contextRef="#ctx0" brushRef="#br0" timeOffset="2512.086">2754 4246,'-5'13,"0"0,1 0,0 0,1 0,1 1,0-1,1 1,0-1,1 1,0-1,2 1,0 6,0 16,16 280,-17-304,12 76,-12-85,0 0,0 0,1 0,-1-1,1 1,-1 0,1-1,0 1,0-1,0 1,0-1,0 0,0 0,1 0,-1 0,1 0,0-1,-1 1,1-1,0 1,0-1,0 0,0 0,0-1,0 1,1 0,14-1,1 0,0-2,0 0,-1 0,1-2,-1-1,8-2,8-2,74-18,42-12,1 7,149-12,223 38,-494 6,0-1,0-1,0-2,-1-1,0-1,0-2,-3-11,-25 8</inkml:trace>
  <inkml:trace contextRef="#ctx0" brushRef="#br0" timeOffset="3382.123">3035 530,'-16'45,"15"-36,0 0,0 1,0-1,1 0,0 1,1-1,0 0,1 1,0-1,1 1,-3-7,1 0,0-1,0 1,0 0,0-1,1 1,-1-1,1 0,-1 1,1-1,0 0,0 0,0 0,0 0,0 0,0-1,1 1,-1-1,0 1,1-1,-1 0,1 0,0 0,-1 0,1 0,0-1,0 1,-1-1,1 0,0 0,0 0,0 0,-1 0,1-1,2 0,6-3,-1 0,0-1,0 0,0-1,-1 0,0-1,0 0,-1 0,1-1,-2 0,1 0,-1-1,0 0,-1-1,0 1,-1-1,0 0,2-5,-2 3,0 0,-1 1,0-1,-1-1,0 1,-1 0,0-1,-1 1,-1-1,0 1,-1-4,1 11,-1 0,0-1,0 1,0 0,-1 0,0 0,0 0,0 1,-1-1,1 1,-1-1,0 1,0 0,-1 0,1 0,-1 0,0 1,0-1,0 1,0 0,-1 0,1 1,-1-1,0 1,1 0,-1 0,0 1,-1 0,1 0,-1 0,0 1,0 0,0 1,0-1,1 1,-1 0,0 1,1-1,-1 1,1 0,-1 1,1-1,0 1,0 0,0 0,0 1,1-1,-1 1,1 0,0 0,0 1,1-1,-1 1,1 0,0 0,0 0,0 0,1 0,0 1,0-1,0 1,1-1,0 1,0 0,0 0,1-1,0 1,0 0,0 0,1 0,0 0,0-1,0 1,1 0,-1-1,2 1,-1-1,0 0,1 0,0 0,0 0,1 0,-1-1,1 1,0-1,0 0,2 0,8 4,0-1,1-1,0-1,1 0,-1-1,1 0,0-2,-1 0,1 0,0-2,1 0,6-1,27-1</inkml:trace>
  <inkml:trace contextRef="#ctx0" brushRef="#br0" timeOffset="3719.225">3503 450,'-3'9,"1"1,1 0,-1 0,2-1,-1 1,1 0,1 0,0 0,0 0,1-1,0 1,1 0,0-1,0 0,5 8,-6-12,0 0,1 0,0 0,0 0,0-1,0 0,1 1,0-1,0 0,0 0,0-1,1 0,-1 1,1-1,0-1,0 1,0-1,0 0,1 0,-1 0,0-1,1 0,0 0,-1 0,1 0,-1-1,1 0,1-1,2-2,-1 0,1-1,-1 0,0 0,0-1,0 0,0 0,-1-1,0 0,0 0,-1-1,0 0,0 0,0-1,-1 1,0-1,-1 0,1-1,-2 1,1-1,-1 1,2-9,-3 9,0 0,-1 0,0 0,0-1,-1 1,0 0,0 0,-1-1,0 1,0 0,-1 0,0 0,-1 0,0 0,0 1,0-1,-1 1,0 0,-1 0,1 0,-1 0,-1 1,1 0,-1 0,0 0,0 1,-1 0,0 0,0 1,0 0,0 0,-1 0,1 1,-1 0,0 1,-1-1,4 2,1 1,-1-1,1 1,-1 0,1 0,-1 0,1 1,0 0,-1 0,1 0,0 0,-1 0,1 1,0 0,0 0,0 0,0 0,1 1,-1 0,1-1,-1 1,1 1,0-1,0 0,0 1,-1 2,-4 6,1 0,0 0,1 1,1 0,0 0,0 1,-2 11,-7 49,5-4</inkml:trace>
  <inkml:trace contextRef="#ctx0" brushRef="#br0" timeOffset="4718.121">2861 2949,'64'-7,"0"3,0 3,59 6,4 0,102-9,-1-10,54-17,4 2,-236 32,-51 0,-9-1</inkml:trace>
  <inkml:trace contextRef="#ctx0" brushRef="#br0" timeOffset="6516.964">468 75,'0'-11,"-1"9,0-1,1 1,0 0,-1-1,1 1,0 0,0-1,0 1,0-1,1 1,-1 0,0-1,1 1,0 0,0 0,0-1,0 1,0 0,0 0,0 0,0 0,1 0,-1 1,1-1,0 0,0 0,-1 1,1 0,1-1,4 1,1 1,-1 1,0-1,1 1,-1 0,0 1,0 0,0 0,0 0,2 2,12 3,269 75,-137-42,-2 6,-2 7,3 9,44 34,-65-30,3-5,72 19,111 8,-309-86,-1 0,0 0,0 1,-1 1,1-1,-1 1,0 0,1 0,-2 1,1 0,-1 0,1 0,-1 1,-1-1,1 1,-1 0,0 1,48 57,-71-85,3 6</inkml:trace>
  <inkml:trace contextRef="#ctx0" brushRef="#br0" timeOffset="7117.663">67 530,'-14'-12,"-6"-5,-1-3,9 7,13 13,13 12,13 14,13 11,8 9,3 6,-1 2,-6 2,-5-4,-6-7,-10-8,-6-11,-6-14,-5-10</inkml:trace>
  <inkml:trace contextRef="#ctx0" brushRef="#br0" timeOffset="7367.55">335 609,'-9'-18,"-6"-8,-2 0,0 4,-3 7,-1 12,-3 16,-1 17,-1 16,2 13,4 10,7 4,4-3,5-10,2-14</inkml:trace>
  <inkml:trace contextRef="#ctx0" brushRef="#br0" timeOffset="7617.456">388 676,'11'-8,"1"1,0 0,0 1,0 0,1 1,0 0,0 1,0 1,1 0,-1 1,1 0,-1 1,1 0,6 1,-17 1,1-1,-1 1,1 0,-1 0,0 0,1 0,-1 0,0 1,0 0,0-1,0 1,0 0,0 0,-1 1,1-1,-1 1,1-1,-1 1,0 0,0 0,0 0,-1 0,1 0,-1 0,1 0,-1 1,0-1,0 0,-1 1,1-1,-1 1,1-1,-1 1,0-1,-1 1,1-1,0 1,-1 0,-5 20,-1-1,0 0,-2 0,-1-1,-1 0,0 0,-2-1,0-1,-8 8,6-5,-25 43,39-65,1 1,0-1,-1 0,1 0,0 0,0 1,0-1,0 0,0 0,0 0,0 1,0-1,1 0,-1 0,0 0,1 1,-1-1,1 0,-1 0,1 0,0 0,-1 0,1 0,0 0,0 0,0-1,0 1,0 0,-1 0,1-1,1 1,-1 0,0-1,0 1,0-1,0 1,0-1,0 0,1 1,-1-1,0 0,0 0,0 0,1 0,-1 0,0 0,0 0,0-1,1 1,-1 0,0-1,0 1,0-1,0 1,0-1,0 1,1-2,29-4,0-1,-1-2,0-1,24-13,-4 3,53-20,-6 1</inkml:trace>
  <inkml:trace contextRef="#ctx0" brushRef="#br0" timeOffset="8412.732">2179 1960,'-5'18,"1"0,1 1,1-1,0 1,1 0,2 14,-1-28,1 0,-1 0,1 0,1 0,-1 0,1 0,-1-1,1 1,1-1,-1 1,1-1,-1 0,1 0,0 0,1 0,-1-1,1 1,-1-1,1 0,0 0,0 0,1-1,-1 1,0-1,1 0,0 0,3 0,-2 0,1 0,0-1,0 0,-1-1,1 0,0 0,0 0,0-1,0 0,0 0,-1-1,1 0,0 0,-1 0,0-1,1 0,-1 0,0-1,-1 1,1-1,-1-1,1 1,-1-1,-1 0,2-1,4-5,-2 1,1-2,-1 1,-1-1,0 0,-1 0,0-1,-1 0,0 0,-1 0,0-1,-1-3,-1 10,-1 0,-1-1,1 1,-1 0,0-1,-1 1,0 0,0-1,-1 1,1 0,-2 0,1 0,-1 0,0 1,0-1,-1 1,0-1,0 1,0 1,-1-1,0 0,0 1,0 0,-1 0,0 1,0-1,0 1,0 1,-1-1,1 1,-1 0,0 1,0-1,0 1,0 1,0-1,-1 1,1 1,0-1,-1 1,1 0,0 1,-1 0,1 0,-5 2,1 2,1 1,0 0,0 1,1 0,0 0,0 1,0 0,1 0,1 1,-1 1,1-1,1 1,0 0,0 0,1 1,0 0,1 0,0 0,1 0,0 3,-14 48</inkml:trace>
  <inkml:trace contextRef="#ctx0" brushRef="#br0" timeOffset="9782.868">2193 3818,'118'-308,"-112"305,-6 23,0-16,23 508,-30-429,6-82,1-1,-1 1,1 0,-1 0,1-1,-1 1,1-1,-1 1,0 0,1-1,-1 1,0-1,0 1,1-1,-1 0,0 1,0-1,1 0,-1 0,0 1,0-1,0 0,0 0,0 0,1 0,-1 0,0 0,0 0,0 0,0-1,1 1,-1 0,0 0,0-1,0 1,1 0,-1-1,0 1,0-1,1 1,-1-1,1 1,-1-1,0 0,1 1,-1-1,-21-33,23 32,0 0,0 1,0-1,0 1,0 0,0-1,0 1,1 0,-1 0,0 0,1 0,-1 0,1 0,0 0,-1 0,1 0,0 1,-1-1,1 1,0-1,-1 1,1 0,0 0,0 0,0 0,0 0,4-2,144-32,-93 18</inkml:trace>
  <inkml:trace contextRef="#ctx0" brushRef="#br0" timeOffset="11098.413">3583 1532,'-20'26,"2"1,1 1,1 1,2 0,1 1,1 0,1 1,2 0,1 1,2 0,0 0,3 0,1 1,1 13,2-24,1 0,2 0,0 0,1-1,1 0,1 0,1 0,1-1,0 0,2 0,3 3,-7-12,0-1,1 0,0 0,0-1,1 0,0-1,1 0,-1 0,2-1,-1 0,1-1,0 0,0 0,1-1,0-1,0 0,0-1,0 0,0-1,6 0,-9-1,-1-2,1 1,-1-1,0 0,1-1,-1 0,0 0,0-1,0 0,0-1,-1 1,1-1,-1-1,0 1,0-1,-1-1,1 1,-1-1,0 0,-1-1,1 1,3-7,5-9,0 0,-2-1,0-1,-2 0,-1 0,6-22,-7 20,-1-1,-2 1,-1-1,-1 0,-1 0,-1 0,-1 0,-2 0,0 0,-2 1,-1-1,-2 1,0 0,-1 0,-2 1,-1 0,0 1,-2 0,-1 1,-1 0,-17-20,27 37,0-1,-1 1,1 0,-1 0,-1 0,1 1,-1 0,0 0,0 1,0 0,-1 0,1 1,-1 0,0 0,0 1,0 0,0 0,0 1,-1 0,1 0,0 1,-1 0,1 0,0 1,-1 0,1 1,0 0,0 0,0 1,-2 1,-3 5,0 1,0 1,1 0,0 0,1 1,1 1,0 0,0 0,1 1,1 0,1 1,0 0,0 0,2 0,-4 15,-5 18,2 0,2 1,2 1,2 0,3 0,2 44,7 27</inkml:trace>
  <inkml:trace contextRef="#ctx0" brushRef="#br0" timeOffset="11849.42">3677 3470,'-16'14,"1"1,0 1,1 0,1 1,1 0,1 1,0 0,1 1,1 0,0 0,2 1,1 0,0 1,1-1,1 1,0 11,-2 2,1 0,1 1,2 0,2 0,1-1,5 30,-4-52,0 1,1-1,0 1,1-1,0 0,1 0,0-1,1 1,0-1,1 0,0-1,1 0,0 0,0 0,1-1,1-1,-1 1,2-2,-1 1,2 0,-3-3,1-1,0 0,0 0,0-1,0 0,0 0,1-1,-1-1,1 0,-1 0,1-1,0 0,-1-1,1 0,-1-1,0 0,1-1,-1 0,0-1,0 0,7-4,-2 0,-1 0,0-1,-1-1,0 0,-1-1,0 0,0-1,-1 0,-1-1,0 0,-1 0,0-1,5-13,-7 12,0-1,-1 1,-1-1,-1 0,0-1,-1 1,-1-1,0 1,-1-1,-1 0,-1 1,0-1,-1 0,-1 1,0-1,-1 1,-1 0,-1 0,0 1,-1 0,-1 0,0 0,-1 1,0 0,-1 1,-1 0,0 1,-1 0,0 0,-1 1,0 1,-1 0,0 1,-2 0,8 5,-1 0,1 0,-1 1,0 0,0 0,0 1,-1 1,1-1,0 1,-1 1,1 0,-1 0,1 1,0 0,-1 1,1 0,0 0,0 1,0 0,0 1,1 0,-1 0,1 1,0 0,0 0,1 1,0 0,0 1,0-1,0 2,-7 10,2 0,0 1,1 1,1-1,0 2,2-1,0 1,2 1,0-1,2 1,-1 6,-9 57</inkml:trace>
  <inkml:trace contextRef="#ctx0" brushRef="#br0" timeOffset="13415.664">5575 1652,'0'-2,"3"-1,0 0</inkml:trace>
  <inkml:trace contextRef="#ctx0" brushRef="#br0" timeOffset="15930.572">3129 1492,'-11'41,"0"84,5 1,6 0,-17 344,13-382,5 1,4 0,9 38,-4 4,-6 82,-3-70,7-38,4-1,19 71,-6-38,41 131,-7-29,-40-155,-4 0,0 23,13 82,-19-155,1-2,2 1,1-1,2-1,1-1,1 0,1-1,2-1,1-1,5 5,-17-20,0 0,1-1,0 0,1-1,0 0,1-1,0 0,0 0,1-2,0 1,0-2,1 0,0 0,0-1,0-1,1 0,-1-1,1-1,0 0,0-1,-1-1,8 0,-4-1,0-1,0-1,-1 0,1-2,-1 0,0 0,0-2,0 0,-1-1,-1 0,1-2,-1 0,-1 0,0-1,0-1,-1-1,0 0,-2 0,1-1,-2-1,0 1,0-2,0-2,8-39,-1 0,-3-2,-3 0,-2 0,-3-1,-3 0,-2 0,-6-50,4 50,7-549,-3 433,-16-135,-17-162,8-248,23 679,1 1,-2 0,-2 0,-1 0,-2 0,-2 1,-2 0,-10-26,-52-182,59 224,-1 0,0 1,-2 1,0 0,-2 1,0 1,-2 0,0 2,-21-17,33 29,0-1,-1 1,0 1,0-1,0 2,-1-1,0 1,0 0,0 1,0 0,0 0,-1 1,1 0,-1 1,1 0,-1 0,0 1,1 0,-1 1,1 0,-1 1,-7 2,-9 6,1 2,-1 1,2 1,0 1,1 1,0 1,1 1,2 0,-1 2,-2 6,-137 149,87-88</inkml:trace>
  <inkml:trace contextRef="#ctx0" brushRef="#br0" timeOffset="16964.882">4746 5129,'-7'15,"-2"11,1 7,1 5,2 3,2 1,1 0,2 0,0-2,0-9</inkml:trace>
  <inkml:trace contextRef="#ctx0" brushRef="#br0" timeOffset="17214.73">4599 5569,'5'0,"5"0,7-2,6-3,9-1,5 1,4 1,1 1,-1 2,-4 0,-3 1,-8 0</inkml:trace>
  <inkml:trace contextRef="#ctx0" brushRef="#br0" timeOffset="17466.058">4625 5062,'3'-5,"7"-3,11-3,11-2,9-1,10 2,4 3,-7 3</inkml:trace>
  <inkml:trace contextRef="#ctx0" brushRef="#br0" timeOffset="17993.843">5093 5530,'1'7,"0"0,0 0,0 0,1 0,0-1,0 1,1 0,-1-1,2 0,-1 1,1-1,-1-1,2 1,-1 0,1-1,0 0,0 0,0 0,1-1,-1 0,1 0,0 0,0-1,1 0,-1 0,5 1,-6-2,0 0,1 0,-1-1,1 0,-1 0,1 0,-1 0,1-1,-1 0,1 0,0-1,-1 0,1 0,-1 0,0 0,1-1,-1 0,0 0,0 0,0-1,0 0,0 0,-1 0,1 0,-1-1,0 0,0 0,0 0,0 0,-1 0,0-1,0 0,1-2,-2 4,1-1,-1 0,0 0,-1-1,1 1,-1 0,0 0,0-1,0 1,0-1,-1 1,0 0,0-1,0 1,-1-1,1 1,-1-1,0 1,0 0,-1-1,1 1,-1 0,0 0,0 0,0 0,-1 1,1-1,-1 0,0 1,0 0,0 0,0 0,-1 0,1 0,-1 0,0 1,0 0,0 0,0 0,0 0,-3 0,1 0,1 0,-1 1,0 0,0 0,0 0,0 1,0 0,0 0,0 1,0 0,0 0,0 0,0 0,0 1,1 0,-1 0,1 1,-1 0,1 0,0 0,0 0,0 1,0 0,1 0,0 0,0 0,0 1,0 0,1 0,-1 0,1 0,0 0,1 1,-2 4,-8 23,4-4</inkml:trace>
  <inkml:trace contextRef="#ctx0" brushRef="#br0" timeOffset="18742.85">5628 1465,'-2'19,"-1"14,0 9,1 4,0 1,1-1,0-1,1-2,0-3,-2-2,-1-7</inkml:trace>
  <inkml:trace contextRef="#ctx0" brushRef="#br0" timeOffset="18996.468">5561 2054,'9'0,"10"0,9-3,6 0,2-2,1 0,-3-2,-4-2,-9 1</inkml:trace>
  <inkml:trace contextRef="#ctx0" brushRef="#br0" timeOffset="19232.873">5508 1412,'0'-2,"7"-1,11 0,14-2,13 1,10 0,5 3,-8 2</inkml:trace>
  <inkml:trace contextRef="#ctx0" brushRef="#br0" timeOffset="19544.99">5990 2081,'0'14,"1"0,0 0,1 0,1 0,0-1,1 1,4 10,-6-19,0 0,0 0,1 0,-1-1,1 1,0-1,0 0,1 0,-1 0,1 0,0 0,0-1,0 0,1 0,-1 0,1 0,-1-1,1 0,0 0,0 0,0 0,0-1,-1 0,0-1,0 0,0 0,0 0,0 0,0-1,0 0,0 0,0 0,0 0,0 0,-1-1,1 0,-1 0,1 0,-1 0,1 0,-1-1,0 1,0-1,-1 0,1 0,0 0,-1 0,0 0,0-1,1-1,2-2,-2 0,1 0,-1-1,0 1,0-1,-1 1,0-1,-1 0,0 0,0 0,0 0,-1 0,0-4,-1 7,1 1,-1-1,0 0,0 1,0-1,0 1,-1-1,0 1,0 0,0-1,0 1,-1 0,0 0,0 1,0-1,0 1,0-1,-1 1,1 0,-1 0,0 1,0-1,0 1,0 0,0 0,-1 0,1 0,-1 1,1 0,-1 0,0 0,1 0,-1 1,0 0,1 0,-1 0,0 0,1 1,-1 0,0 0,1 0,-1 0,1 1,-1 0,1 0,0 0,0 1,-1 0,0 2,-1 1,1 0,0 0,0 0,1 1,-1 0,2 0,-1 0,1 0,0 0,0 1,1 0,-1 3,2-6,0-1,1 0,-1 0,1 0,0 1,0-1,0 0,0 0,1 1,0-1,0 0,0 0,0 0,1 0,-1 0,1 0,0-1,0 1,1 0,-1-1,1 0,0 1,0-1,0 0,2 1,17 10</inkml:trace>
  <inkml:trace contextRef="#ctx0" brushRef="#br0" timeOffset="19778.878">6430 1759,'2'0,"11"0,11-2,13-3,10-1,1 1,-3 3,-7 5,-10 1</inkml:trace>
  <inkml:trace contextRef="#ctx0" brushRef="#br0" timeOffset="20036.197">6497 2013,'18'-2,"18"-6,13-3,11-2,6-2,3 1,-10 1</inkml:trace>
  <inkml:trace contextRef="#ctx0" brushRef="#br0" timeOffset="20544.354">7259 1733,'-7'8,"1"0,1 1,-1 0,1 0,1 0,0 0,0 1,1 0,0-1,0 1,1 0,1 1,0-1,0 0,1 1,0-6,0 1,1 0,-1 0,2 0,-1 0,1-1,-1 1,1-1,1 1,-1-1,1 0,0 0,0 0,1 0,-1 0,1-1,0 0,1 0,-1 0,0 0,1 0,0-1,0 0,0 0,0 0,3 0,2 0,0-1,0 0,0-1,0 1,0-2,0 0,0 0,0-1,1 0,-1-1,-1 0,1 0,0-1,0 0,-1-1,0 0,0-1,0 0,0 0,-1-1,0 0,0 0,0-1,-1 0,0 0,0-1,-1 0,0 0,-1 0,1-1,-2 0,1 0,-1 0,-1-1,1 0,-2 1,1-1,-1 0,0-4,-2 8,0 1,0-1,0 1,-1-1,1 1,-1-1,-1 1,1 0,-1-1,0 1,0 0,0 0,-1 0,0 1,0-1,0 0,0 1,-1 0,0 0,0 0,0 0,0 1,0-1,-1 1,0 0,1 1,-1-1,0 1,-1 0,1 0,0 0,0 1,-1 0,1 0,-1 0,1 1,-1 0,1 0,-1 0,1 1,-1-1,1 1,0 1,-1-1,1 1,-2 0,0 2,0 0,0 0,0 1,1-1,0 2,-1-1,2 1,-1 0,1 0,0 0,0 1,0-1,1 1,0 1,1-1,0 0,0 1,0 0,1-1,0 1,0 0,1 0,0 0,1 4,10 15,6-7</inkml:trace>
  <inkml:trace contextRef="#ctx0" brushRef="#br0" timeOffset="22700.4">8061 1305,'-11'779,"21"-404,-9-368,-1-1,1 1,-1-1,-1 1,1-1,-1 1,0 0,-1-1,0 0,0 1,0-1,-1 0,0 0,0 0,0-1,-1 1,1-1,-1 0,-1 0,1 0,-1 0,0-1,0 0,0 0,-1 0,1 0,-1-1,-12 1,-1-1,1-1,0 0,-1-1,0-2,1 1,-1-2,-10-3,-7 2,-139-5,-1 8,1 7,-26 11,-161 2,-316-25,570 3,37 2,0-4,0-2,1-4,45 4,0-1,1-2,1 0,-1-1,-10-8,5 4,12 7,-1 2,0 0,0 1,0 0,-1 2,1 0,-1 1,0 1,1 1,-1 0,-17 5,23-5,-57 0,68-2,0-1,1 1,-1-1,1 0,-1 0,1 0,0 1,0-1,0 0,0-1,0 1,0 0,1 0,-1 0,1 0,-1-1,1 1,0 0,0 0,0-1,0 1,0 0,1 0,-1-1,1 0,-1-1,36-223,-22 85,-5-1,-7 0,-7-18,-32-374,36 532,1 0,-1 0,0 1,1-1,-1 0,1 1,0-1,0 0,0 0,0 0,0 1,1-1,-1 0,1 0,0 1,-1-1,1 1,1-1,-1 0,0 1,1 0,-1-1,1 1,-1 0,1 0,0 0,0 0,0 0,0 0,1 1,-1-1,0 1,3-2,0 1,1-1,0 0,0 1,0 0,0 0,0 0,0 1,1 0,-1 0,1 0,-1 1,0 0,1 0,-1 1,1 0,-1 0,32 8,0-1,1-1,-1-3,1-1,0-2,0-1,34-5,-71 4,673-63,-204 13,-49 26,93 19,-113 7,-398-1,0 0,0 1,-1 0,1 0,0 0,-1 0,1 0,-1 1,0 0,1-1,-1 1,0 1,0-1,0 0,0 1,-1-1,1 1,-1 0,1 0,-1 0,0 0,0 0,0 1,-1-1,1 1,-1-1,0 1,0-1,0 1,0 0,-1-1,1 1,-1 0,0 0,0-1,-1 1,0 3,-11 399,33-210,-14-157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29:35.97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1 115,'3'-8,"1"0,0 1,0-1,1 1,0 0,0 0,0 1,1-1,0 1,1 0,-1 1,1 0,0 0,1 0,-1 1,1 0,0 0,2 0,-8 3,0 1,0 0,0 0,0-1,0 1,0 0,0 1,0-1,0 0,0 0,0 1,0-1,0 1,-1 0,1 0,0 0,0-1,-1 2,1-1,0 0,-1 0,1 0,-1 1,1-1,-1 1,0-1,0 1,0-1,0 1,0 0,0 0,0 0,0-1,-1 1,1 0,0 1,14 73,-12 91,-3-166,0-1,-1 1,1 0,-1-1,1 1,0 0,0-1,-1 1,1 0,0 0,0-1,0 1,0 0,0 0,0 0,0-1,0 1,0 0,0 0,0-1,0 1,1 0,-1 0,0-1,0 1,1 0,-1-1,1 1,-1 0,0-1,1 1,-1 0,1-1,0 1,-1-1,1 1,-1-1,1 0,0 1,-1-1,1 1,0-1,0 0,-1 0,1 1,0-1,0 0,-1 0,1 0,0 0,0 0,-1 0,1 0,0 0,0 0,0 0,-1-1,1 1,0 0,0 0,10-10,1-1,-1 0,-1 0,0-1,-1-1,0 1,-1-1,1-2,-2 4,46-74,-52 85,0 0,-1 0,1 0,-1 0,1 0,0 0,-1 0,1 0,0 0,-1 0,1 0,0 0,-1 1,1-1,0 0,-1 0,1 1,-1-1,1 0,-1 1,1-1,0 1,-1-1,0 0,1 1,-1-1,1 1,-1 0,0-1,1 1,-1-1,0 1,1-1,-1 1,0 0,0-1,0 1,1 0,-1-1,0 1,0 0,0-1,0 1,0 0,0-1,-1 1,1 0,0-1,0 1,0-1,-1 1,1 0,0-1,0 1,-1-1,1 1,-1 0,1 0,1 14,12 78,-12-91,0 1,0 0,0-1,0 1,0-1,1 0,0 1,-1-1,1 0,0 0,0 0,0 0,0 0,0 0,1-1,-1 1,0-1,1 1,0-1,-1 0,1 0,-1 0,1-1,0 1,0-1,-1 1,1-1,0 0,0 0,0 0,0 0,9-2,-1-1,1-1,-1 1,0-2,0 1,0-2,-1 1,1-2,-1 1,-1-1,1-1,-1 0,-1 0,1 0,-1-1,-1-1,0 1,0-1,-1 0,1-3,-2 3,0-1,-1 1,0-1,-1 0,0-1,-1 1,0-1,-1 1,1-7,0 145,-1-119,1-1,1 1,-1-1,1 0,0 0,1 0,0 0,0 0,0-1,1 0,2 3,-5-7,1 0,-1 0,0 0,1 0,-1 0,1 0,0-1,0 1,0-1,-1 0,1 0,0 0,1 0,-1 0,0-1,0 1,0-1,0 0,0 0,0 0,1-1,-1 1,0-1,0 1,0-1,0 0,0 0,3-2,5-4,1 0,-1-2,0 1,0-1,-1-1,-1 0,0 0,0-1,-1 0,0-1,-1 0,0 0,-1 0,0-1,-1 0,0 0,1-9,-3 4,-4 18,0 0,0 0,0 0,1 1,-1-1,0 0,0 1,0-1,0 1,0-1,0 1,1-1,-1 1,0-1,0 1,1 0,-1 0,1-1,-1 1,0 0,1 0,0 0,-1-1,1 1,-1 0,1 0,0 0,0 0,-1 0,1 0,0 0,0 0,0 0,-2 3,-1 1,1-1,0 1,1-1,-1 1,1 0,0 0,0-1,1 1,-1 0,1 0,0 0,0 0,1 0,-1 0,1 0,0-1,1 1,-1 0,1-1,0 1,0-1,0 1,1-1,-1 0,3 3,5 0,0-1,1 0,-1-1,1 0,0-1,1 0,-1 0,1-2,-1 1,1-1,0-1,0 0,-1-1,6 0,-8 0,74 3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29:38.96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294 500,'-21'0,"0"0,0 2,0 0,0 1,0 1,1 1,0 1,0 1,0 0,1 2,-12 6,1 10,30-24,-1-1,0 0,1 1,-1-1,1 1,0-1,-1 1,1-1,-1 1,1-1,0 1,-1-1,1 1,0 0,0-1,-1 1,1 0,0-1,0 1,0-1,0 1,0 0,0-1,0 1,0 0,0-1,0 1,0 0,0-1,1 1,-1 0,0-1,0 1,1-1,-1 1,0-1,1 1,-1 0,0-1,1 0,-1 1,1-1,-1 1,1-1,-1 1,1-1,-1 0,1 1,0-1,-1 0,1 0,0 1,-1-1,8 1,0 0,0 0,0 0,0-1,1-1,-1 1,0-1,0-1,0 1,0-1,-1-1,4 0,-7 1,23-5,-1-2,0-1,0-1,-1-1,-1-1,0-2,-1 0,10-9,-22 14,0 1,0-2,-1 0,0 0,-1-1,0 0,-1 0,0-1,-1 0,0-1,-2 1,1-1,-2 0,1-1,-2 1,1-10,-2 12,-1 0,0-1,-1 1,0-1,-1 1,0-1,-1 1,-1-1,0 1,0 0,-1 0,-1 1,0-1,0 1,-1 0,-1 0,0 1,0 0,-1 0,-3-2,9 10,0 0,0 1,0-1,0 1,0 0,0-1,0 1,0 0,-1 0,1 0,0 1,-1-1,1 1,-1-1,1 1,-1 0,1 0,-1 0,1 0,-1 0,1 0,0 1,-1-1,1 1,-1 0,1 0,0 0,0 0,-1 0,1 0,0 0,0 1,0-1,0 1,0 0,1-1,-1 1,0 1,-4 4,0 1,0 0,1 1,0-1,0 1,1 0,0 0,0 1,1 0,-4 16,1 0,1 1,1-1,2 1,0 0,2 0,1-1,1 1,2 0,0-1,2 1,0-1,2-1,5 10,-10-25,1-1,0 0,1 0,0 0,0-1,1 0,0 0,0 0,1 0,0-1,0-1,1 1,0-1,0 0,0-1,1 0,0 0,0-1,0 0,0 0,1-1,0-1,-1 0,1 0,0 0,0-1,0-1,0 0,10-1,-8-1,0-1,1 0,-1-1,-1-1,1 1,0-2,-1 0,0 0,-1-1,0 0,0-1,0 0,-1 0,0-1,0-1,-1 1,-1-1,1-1,-2 1,1-1,-2 0,1-1,-1 1,-1-1,0 0,-1 0,1-7,-4 17,0 0,0-1,0 1,0 0,0-1,0 1,0-1,-1 1,1 0,-1 0,0-1,0 1,0 0,0 0,0 0,0 0,0 0,-1 0,1 0,-1 0,0 0,1 1,-1-1,0 1,0-1,0 1,0 0,0 0,0 0,0 0,0 0,-1 0,1 0,0 1,-1-1,1 1,0 0,-1 0,1 0,0 0,-1 0,1 0,-1 0,1 1,0-1,0 1,-1 0,-3 1,1-1,-1 1,1 0,0 1,0-1,0 1,0 0,0 1,1-1,-1 1,1 0,0 0,0 0,0 0,1 1,-1-1,1 1,0 0,1 0,-1 1,1-1,0 0,0 1,1-1,-1 1,1 0,1-1,-1 1,1 0,0-1,0 1,0 0,1 0,0-1,0 1,1-1,-1 1,1-1,1 1,-1-1,1 0,-1 0,2 0,-1 0,0-1,1 1,1 1,10 4,1 0,0-2,0 1,0-2,1 0,0-1,1-1,-1 0,1-1,14 1,49 8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29:39.29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1,'18'18,"15"15,11 12,7 4,2 3,-1 0,-6-3,-7-4,-9-6,-9-14,-8-11</inkml:trace>
  <inkml:trace contextRef="#ctx0" brushRef="#br0" timeOffset="247.344">388 1,'-14'7,"-13"11,-11 12,-7 10,-4 9,0 8,3 8,7 2,10-2,11-6,7-15</inkml:trace>
  <inkml:trace contextRef="#ctx0" brushRef="#br0" timeOffset="514.626">575 349,'7'-7,"0"1,0-1,0 2,1-1,0 1,0 1,0-1,1 1,0 1,-1 0,1 0,1 0,-1 1,0 1,0-1,1 2,-1-1,0 1,1 1,-1-1,1 2,2 0,-9-1,0-1,0 1,0 0,0 1,0-1,0 1,0-1,0 1,0 0,-1 0,1 0,-1 0,1 0,-1 1,0-1,0 1,0-1,0 1,-1 0,1 0,-1 0,1 0,-1 0,0 0,0 0,-1 0,1 1,-1-1,1 0,-1 0,0 1,0-1,0 0,-1 0,0 1,-1 9,-1-1,0 0,-1 0,0 0,-1 0,0-1,-1 1,-4 5,-82 132,91-148,1 1,-1 0,1 0,0 0,-1 0,1-1,0 1,0 0,1 0,-1 0,0 0,1-1,-1 1,1 0,-1 0,1-1,0 1,0 0,0-1,0 1,0-1,0 1,0-1,0 1,1-1,-1 0,1 0,-1 0,1 0,-1 0,1 0,-1 0,1 0,0 0,-1-1,1 1,0-1,0 1,0-1,0 0,-1 0,1 0,0 0,0 0,0 0,1 0,32 4,0-2,0-1,1-2,-1-1,28-6,-55 7,87-11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29:37.34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197 531,'-9'1,"-1"0,1 1,0 0,0 0,0 1,0 0,0 0,1 1,0 0,-1 1,2 0,-1 0,0 1,1 0,0 0,0 1,1 0,0 0,0 0,1 1,0 0,0 0,1 0,0 1,0-1,1 1,0 0,-1 4,4-10,0 0,0-1,0 1,1 0,-1 0,1 0,-1-1,1 1,0 0,0 0,0-1,1 1,-1-1,1 1,-1-1,1 0,0 1,0-1,0 0,0 0,0 0,0-1,0 1,1 0,-1-1,1 0,-1 1,1-1,0 0,-1 0,1 0,0-1,0 1,-1-1,1 0,0 1,0-1,0 0,0-1,0 1,-1 0,1-1,0 0,0 1,-1-1,1 0,0-1,-1 1,3-2,6-4,1-2,-1 1,-1-2,1 1,-2-2,1 1,-1-1,-1-1,0 1,-1-1,0-1,-1 1,0-1,-1 0,0-1,-1 1,-1-1,0 0,-1 0,0 0,-1-4,2 0,-1 0,-1-1,0 1,-2 0,0-1,0 1,-2 0,0 0,-2 0,0 0,-7-16,12 33,0 0,0 0,0 0,0 0,-1 1,1-1,0 0,-1 0,1 0,0 0,-1 0,1 1,-1-1,1 0,-1 0,0 1,1-1,-1 1,0-1,0 0,1 1,-1-1,0 1,0-1,0 1,1 0,-1-1,0 1,0 0,0 0,0 0,0-1,0 1,0 0,0 0,1 0,-1 0,0 1,0-1,0 0,0 0,0 0,0 1,0-1,1 1,-1-1,0 0,0 1,0 0,1-1,-1 1,0-1,0 1,-3 7,0 1,1 0,-1-1,2 1,-1 0,1 1,0-1,1 0,0 0,1 5,-1-3,-4 21,2-1,2 1,1 0,1-1,1 1,2 0,1-1,2 0,5 12,-10-36,0-1,1 0,0 0,0 0,1 0,-1 0,1-1,0 1,1-1,-1 0,1-1,0 1,0-1,1 0,-1 0,1-1,0 1,0-1,0 0,0-1,1 0,-1 0,1 0,-1-1,1 0,0 0,0 0,-1-1,1 0,0-1,-1 1,1-1,0-1,-1 1,7-3,1-2,0-1,0-1,0 0,-1-1,-1 0,0-1,0 0,0-1,-2-1,1 1,-2-2,1 1,-2-1,1-1,-2 0,0 0,-1 0,0-1,-1 0,0-3,-3 13,-1 0,0 0,0-1,0 1,-1 0,1-1,-1 1,0 0,-1-1,0 1,0 0,0 0,0-1,-1 1,1 0,-2-1,3 5,-1 0,1 1,0-1,-1 0,1 1,-1-1,1 1,-1-1,1 0,-1 1,1-1,-1 1,1-1,-1 1,0 0,1-1,-1 1,0 0,1-1,-1 1,0 0,1 0,-1-1,0 1,0 0,1 0,-1 0,0 0,0 0,1 0,-1 0,0 1,0-1,1 0,-1 0,0 0,0 1,1-1,-1 0,0 1,1-1,-1 1,1-1,-1 1,0-1,1 1,-1-1,1 1,-1-1,1 2,-22 34,18-28,1 0,0 0,1 1,0-1,0 0,1 1,0-1,0 1,1-1,0 1,0-1,1 1,1 0,-1-1,1 0,0 1,1-1,0 0,0 0,1-1,0 1,1-1,-1 0,1 0,1 0,-1 0,1-1,0 0,1 0,-1-1,1 0,0 0,1 0,-1-1,1 0,0-1,7 1,1-2,0 1,-1-2,1 0,0-1,0-1,-1 0,1-1,0-1,-1-1,0 0,0 0,0-2,0 0,-1-1,0 0,0-1,-1 0,0-1,0-1,7-8,-13 13,-1 0,0 0,0-1,-1 0,0 0,0-1,0 1,-1-1,0 0,0 0,0-1,-1 1,0-1,-1 1,1-6,-12 22,0 24,2 1,1-1,2 1,1 1,2 11,0-27,-15 530,-1-464,17-85,0 1,-1-1,1 0,0 1,0-1,-1 1,1-1,0 0,-1 1,1-1,0 1,-1-1,1 0,0 0,-1 1,1-1,-1 0,1 0,-1 0,1 1,-1-1,1 0,0 0,-1 0,1 0,-1 0,1 0,-1 0,1 0,-1 0,1 0,-1 0,1 0,-1 0,1 0,-1-1,1 1,-1 0,1 0,0-1,-1 1,1 0,-1 0,1-1,0 1,-1 0,1-1,0 1,-1-1,1 1,0 0,0-1,-1 1,1-1,0 1,0-1,0 1,0-1,-1 1,1-1,0 1,0-1,0 1,0 0,0-1,0 1,0-1,1 1,-1-1,0 1,-8-27,2 1,1-1,1 0,1 0,1 0,2-15,-1 13,-4-176,10-26,-4 218,-2 2,2-1,0 1,0-1,1 1,0 0,1 0,0 0,1 0,0 0,1 1,0-1,-4 9,1 0,0 0,-1 0,1 0,0 1,0-1,0 0,0 1,1-1,-1 1,0 0,1 0,-1 0,1 0,-1 0,1 1,-1-1,1 1,-1-1,1 1,0 0,-1 0,1 0,-1 0,1 1,0-1,-1 1,2 0,67 30,-62-26,0 0,0 1,-1 0,0 0,0 1,0 0,0 0,-1 1,-1 0,1 0,-1 1,-1-1,1 1,-2 1,2 3,-6-11,0 1,0 0,0 0,-1 0,1 0,-1-1,0 1,0 0,0-1,0 1,0-1,-1 1,1-1,-1 1,1-1,-1 0,0 0,0 0,0 0,0 0,-1 0,1-1,0 1,-1-1,1 1,-1-1,1 0,-1 0,0 0,1 0,-1-1,0 1,0-1,0 1,0-1,1 0,0 1,-1 0,1-1,0 1,0-1,0 0,-1 0,1 0,0 0,0 0,-1-1,1 1,0 0,0-1,0 0,0 0,0 1,0-1,0 0,0-1,0 1,0 0,0 0,1-1,-1 1,0-1,1 0,-1 1,1-1,0 0,0 0,0 0,0 0,0 0,0 0,0 0,0 0,1 0,-1 0,1-1,0 1,0 0,0 0,0-3,3-6,1 1,0-1,1 0,0 1,0 0,1 0,1 1,0-1,0 2,1-1,0 1,0 0,1 0,0 1,0 0,1 1,-1 0,4-1,-3 1,0-1,1 2,-1-1,1 1,0 1,1 0,-1 1,1 0,-1 0,1 1,0 1,8 0,-16 3,0 0,0 0,-1 0,1 1,-1-1,0 1,0 0,0 0,0 0,0 0,-1 1,1-1,-1 1,0-1,0 1,0 0,-1 0,1 0,-1 0,0 0,0 0,0 0,-1 0,0 1,1-1,-1 0,-1 0,1 0,-1 4,1 0,2 17,-3-16,2-1,-1 1,1 0,0-1,1 1,0-1,0 0,1 1,1 1,-2-9,-1 0,1 0,-1 0,1 0,0 0,-1 0,1 0,0-1,-1 1,1-1,0 1,0-1,0 0,-1 0,1 0,0 0,0 0,0 0,0 0,-1-1,1 1,0 0,0-1,0 0,-1 1,1-1,-1 0,1 0,0 0,-1 0,1 0,-1 0,0-1,1 1,-1 0,0-1,0 1,0-1,0 1,0-1,0 0,0 1,-1-1,1-1,18-23</inkml:trace>
  <inkml:trace contextRef="#ctx0" brushRef="#br0" timeOffset="455.105">1360 291,'130'30,"-116"-28,0 0,0 2,-1-1,1 2,-1-1,0 2,0 0,0 1,-1 0,0 0,0 2,-1-1,0 1,-1 1,0 0,0 1,-1 0,-1 0,7 11,-8-6,-1 0,-1 1,0-1,-1 1,-1 0,0 6,26 91,-28-112,-1 0,1-1,0 1,0 0,0-1,1 1,-1-1,0 1,0-1,1 0,-1 1,1-1,-1 0,1 0,0 0,-1 0,1 0,0-1,-1 1,1 0,0-1,0 1,0-1,0 0,0 0,0 1,0-1,-1 0,1-1,0 1,0 0,0-1,0 1,0-1,0 1,-1-1,2 0,62-40,-51 29,0 0,0-1,-2-1,1 0,-2 0,0-1,-1 0,0-1,-1-1,0-2,-7 14,-7 20,4-10,1 0,-1 0,1 0,1-1,-1 1,0 0,1 0,0 0,0 0,1-1,-1 1,1 0,0-1,0 0,1 1,-1-1,1 0,0 0,0 0,0-1,1 1,-1-1,1 0,0 0,0 0,0 0,0 0,1-1,-1 0,1 0,3 1,8 2,1-1,-1 0,1-2,0 0,0 0,0-2,0 0,0-1,0-1,0 0,0-1,7-3,30-8</inkml:trace>
  <inkml:trace contextRef="#ctx0" brushRef="#br0" timeOffset="997.968">2576 505,'-9'-1,"1"0,-1 0,0 1,1 0,-1 1,0 0,1 0,-1 1,1 0,-1 0,1 1,0 0,0 1,0 0,1 0,-1 0,1 1,0 0,0 1,1-1,0 1,0 1,0-1,1 1,-1 0,1 1,4-6,0 0,0 0,0 0,1 0,-1 0,1 0,-1 0,1 1,0-1,-1 0,1 0,0 0,0 1,1-1,-1 0,0 0,1 0,0 0,-1 0,1 0,0 0,0 0,0 0,0 0,0 0,1 0,-1-1,0 1,1 0,-1-1,1 1,0-1,0 0,-1 1,1-1,0 0,0 0,0 0,0-1,0 1,0 0,0-1,2 1,8 0,-1 0,1-1,-1 0,1-1,-1-1,0 1,0-2,0 0,0 0,0-1,0 0,-1-1,0 0,0 0,0-1,0-1,-1 0,0 0,-1 0,0-1,0-1,0 1,-1-1,1-3,5-10,-1-1,-1 1,-1-2,-1 0,-1 0,-1 0,-2-1,0 0,-1-1,-2 1,0 0,-2-1,-1 1,-4-26,5 37,-1 0,-1 1,0-1,-1 0,0 1,-1-1,0 1,-2 0,-5-11,11 23,-1 0,1 0,-1 0,1 0,-1 0,1 0,-1 0,0 0,0 0,1 0,-1 1,0-1,0 0,0 0,0 1,0-1,0 1,0-1,0 1,0-1,0 1,0 0,0-1,0 1,0 0,0 0,0 0,-1 0,1 0,0 0,0 0,0 0,0 0,0 1,0-1,0 0,0 1,0-1,-1 1,2-1,-1 1,0-1,0 1,0 0,0-1,0 1,0 0,1 0,-1 0,-31 52,18-13,2 0,2 0,1 1,2 1,2-1,2 1,2 21,1-48,0 1,2 0,0-1,1 1,0-1,1 0,1 0,1 0,6 13,-8-21,0 0,0 0,1-1,0 0,0 0,1 0,-1 0,1-1,1 0,-1 0,1 0,0-1,0 0,0-1,0 1,0-1,1-1,0 0,0 0,1 0,7 0,0-1,0-1,-1-1,1 0,0-1,0-1,-1 0,1-1,-1-1,0 0,-1-1,1-1,-1 0,0-1,-1 0,0-1,0-1,-1 0,0-1,-1 0,5-6,15-46,-31 62,1-1,-1 1,1-1,-1 1,0 0,0-1,1 1,-1-1,0 1,0-1,-1 1,1-1,0 1,0-1,-1 1,1 0,-1-1,1 1,-1 0,0-1,1 1,-1 0,0 0,0-1,0 1,0 0,0 0,0 0,0 0,0 0,0 1,-1-1,1 0,0 0,0 1,-1-1,1 1,-1-1,1 1,0 0,-1-1,1 1,-1 0,-1 0,-1 0,-1 1,0-1,0 1,1 0,-1 0,1 1,-1-1,1 1,-1 0,1 0,0 0,0 1,0 0,0 0,1 0,-1 0,1 0,0 1,-1-1,2 1,-1 0,0 0,1 0,0 0,-1 0,2 1,-1-1,1 1,-1-1,1 1,0 0,1-1,-1 1,1 0,0 0,0-1,1 1,-1 0,1 0,0-1,0 1,1-1,1 5,4-3,0 1,1-2,0 1,0-1,0 0,1 0,0-1,0-1,0 1,0-1,0-1,1 0,-1 0,1-1,-1 0,9-1,-13 1,88 8,-1-4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1:01.89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169 0,'-16'16,"-12"12,-6 8,1 1,5-5,9-4,8-8,14-7,6-6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1:03.80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220 219,'-6'-2,"1"0,-1-1,1 1,-1-1,1-1,0 1,0-1,0 0,1 0,-1 0,1 0,0-1,0 0,1 0,-1 0,1 0,0-1,0 1,1-1,0 0,0 1,0-1,1 0,-1-5,-1-9,-9 31,5 4,1 0,0 0,1 0,0 1,1-1,1 1,1 0,0 1,1-1,1 0,0 0,3 14,-2-24,1-1,0 1,0-1,1 0,-1 1,1-1,0 0,0-1,1 1,-1 0,1-1,0 0,0 0,1 0,-1-1,1 1,0-1,0 0,0 0,0-1,0 1,1-1,-1 0,1-1,-1 0,1 1,0-2,0 1,-1-1,1 0,0 0,0 0,-1-1,1 0,0 0,-1 0,1-1,3-1,-1 0,0 0,0-1,-1 0,1 0,-1-1,0 1,0-2,-1 1,1-1,-1 0,-1 0,1-1,-1 1,0-1,0 0,-1-1,0 1,0-1,-1 0,0 0,-1 0,1 0,-2-1,1 1,-1 0,0-1,-1 1,0-1,0 1,-2-8,1 4,-1 0,-1 0,0 1,0-1,-1 1,-1 0,0 0,0 0,-1 1,0 0,-1 0,0 0,-1 1,0 0,-8-7,13 14,0 0,1 0,-1 1,0-1,0 1,0-1,0 1,0 0,-1 0,1 1,0-1,0 1,0-1,-1 1,1 0,0 0,-1 1,1-1,0 1,0-1,-1 1,1 0,0 0,0 0,0 1,0-1,0 1,1 0,-1 0,0-1,0 2,-75 79,19 1,3 4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0:01.4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 12,'-2'-5,"-1"-1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0:05.76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187 19,'0'-1,"-1"0,1 0,0 0,0 0,-1 0,1 0,-1 1,1-1,-1 0,1 0,-1 0,0 1,1-1,-1 0,0 1,0-1,1 0,-1 1,0-1,0 1,0 0,0-1,0 1,1-1,-1 1,0 0,0 0,0 0,0 0,0-1,0 1,0 1,0-1,0 0,0 0,0 0,0 0,0 1,0-1,0 0,0 1,1-1,-1 1,0-1,0 1,0-1,0 1,1-1,-1 1,0 0,1 0,-1-1,1 1,-1 0,1 0,-1 0,1-1,-1 1,1 0,-1 1,-9 10,1 2,0-1,1 1,0 1,1-1,1 1,0 0,1 1,1-1,0 1,2 0,-1 0,2 0,0 1,1-1,0 0,2 0,1 11,-3-24,-1 33,-2 1,-1 0,-3-1,-4 14,-12 85,22-111,1 1,2 0,0 0,2-1,1 0,1 5,15 112,-22 240,14-172,-14 503,-12-230,14 260,-7-612,-15 87,8-120,5 1,4 0,7 68,7 43,-11 57,0-98,-12 216,27-65,-11-263,3 1,2-1,10 32,9 65,0 15,22 65,-35-156,-4-1,-2 2,-4 72,-3-142,0 44,2-1,3 0,2 0,2 0,2-1,12 27,1-15,3-1,3-1,2-2,24 31,-35-54,-19-27,0-1,1 0,0 0,1 0,-1 0,1-1,1 0,-1 0,1 0,0 0,0-1,1 0,-1 0,1-1,0 0,1 0,-1-1,1 0,-1 0,1-1,1 1,2-3,0 0,0 0,0-1,0-1,-1 1,1-2,0 0,-1 0,0-1,0 0,0 0,0-1,-1-1,0 0,3-2,116-41,-35 18,-84 26,1 0,-1-1,0-1,0 0,-1 0,0 0,0-1,0 0,-1-1,2-3,17-19,23-16,-39 39,-1 0,0 0,0-1,-1 0,0 0,-1-1,0 0,0-1,-1 1,0-1,0-3,15-61,-4-1,-2 0,-3-18,2 4,6-50,-6-1,-6-13,-8-466,-21 261,18 300,2 0,2 0,4 1,8-44,1-28,-6 0,-8-122,-2 104,-6-441,-12-67,7-82,14 501,0 142,-8-163,-57-90,15 86,43 199,-8-86,-24-99,23 172,3 0,0-48,12 113,0-1,0 1,-1 0,-1 0,0 0,-1 0,0 0,0 0,-1 1,0-1,-1 1,-1 0,1 0,-2 1,1 0,-1 0,-7-7,-103-78,113 89,-1 0,1 1,-1 0,-1 0,1 0,0 1,-1-1,0 1,0 1,0-1,0 1,0 0,-1 0,1 1,0 0,-1 0,1 0,-1 1,1 0,-6 1,-15 2,0 1,1 2,0 0,0 2,1 1,-1 1,2 1,0 1,-3 4,-38 24,3 3,-33 30,17-10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0:07.72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1414 706,'-30'-27,"22"20,0 0,0 0,1-1,0 0,0 0,1 0,0-1,1 0,-1-3,-5-12,0-1,-1 2,-2-1,0 2,-16-19,7 16,-2 1,0 2,-2 0,-1 2,0 1,-1 1,-1 1,-1 2,-21-7,-1-2,0-3,2-1,0-3,-9-11,50 34,0-1,0 2,-1-1,0 1,-1 1,0 0,0 0,0 2,0-1,-1 2,0-1,1 2,-1 0,-1 0,1 1,0 1,0 0,0 1,-11 1,8 4,-1 0,1 1,0 1,0 0,1 1,1 1,-1 0,1 1,1 0,0 1,1 1,0 0,1 1,0 0,1 0,1 1,0 1,1 0,1 0,0 0,2 1,-1 0,-1 14,-12 63,4 1,4 0,2 58,9-150,-55 798,53-769,-10 166,9 40,6-174,2 0,3 0,2-1,4-1,17 51,23 21,5-2,48 74,-94-181,63 116,53 70,-97-165,2-1,2-1,1-2,3-2,1-2,11 6,-43-36,1 1,0-2,1 1,-1-1,2-1,-1 0,1-1,-1 0,1-1,1 0,-1-1,1 0,-1-1,1 0,0-1,-1-1,1 0,0 0,0-2,-1 1,13-4,-1-7,-1 0,0-2,0-1,-2 0,0-2,0 0,-2-1,0-2,-1 1,-1-2,3-6,5-6,-1 0,-1-1,-2-1,-2-1,-1-1,-2 0,-2-2,-1 1,-2-2,0-4,15-121,-7-1,-7-1,-8-12,-1 72,-5 0,-5 0,-5 0,-4 1,-4 1,-26-71,17 87,-5 1,-4 2,-3 1,-4 2,-3 3,-31-36,60 88,-2 2,-1 0,-1 1,-1 2,-1 0,0 2,-2 1,-1 1,-20-10,-25-4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0:23.84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13,'5'-2,"8"-1,13 0,14 0,14 1,8 4,6 0,-5 1,-12 2,-16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0:22.75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0 228,'18'2,"20"4,19 0,16-1,9-1,5-1,-4-2,-10 0,-13-1,-17 0,-14-2,-12-1</inkml:trace>
  <inkml:trace contextRef="#ctx0" brushRef="#br0" timeOffset="282.252">442 81,'13'17,"1"0,1-2,0 0,1 0,1-2,0 0,1-1,1-1,-1 0,2-1,-1-2,1 0,19 5,52 26,-90-39,53 33,-52-32,-1 0,0 0,0 0,1 0,-1 0,0 1,0-1,0 0,0 1,-1-1,1 0,0 1,0-1,-1 1,1-1,-1 1,1 0,-1-1,0 1,0-1,0 1,0 0,0-1,0 1,0 0,0-1,0 1,-1-1,1 1,-1 0,1-1,-1 1,0-1,0 0,0 1,-6 7,-1-1,0 0,0-1,-1 0,0 0,0-1,0 0,-1-1,0 0,-5 2,-2 2,-165 81,136-68</inkml:trace>
  <inkml:trace contextRef="#ctx0" brushRef="#br0" timeOffset="585.43">1190 1,'3'9,"0"10,-3 10,-3 13,-4 10,-2 7,-3 3,2 2,1-2,6-6,4-8,6-9,3-11,0-11</inkml:trace>
  <inkml:trace contextRef="#ctx0" brushRef="#br0" timeOffset="834.174">1137 536,'-7'-2,"0"-1,8 0,13 0,13 1,12 1,5 1,0-1,-5-1,-10-1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0:20.98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1,'12'18,"7"13,8 10,6 5,5 2,-1-1,-1-2,-4-3,-9-5,-7-6,-7-9</inkml:trace>
  <inkml:trace contextRef="#ctx0" brushRef="#br0" timeOffset="257.312">200 1,'-11'15,"-6"18,-5 14,-3 12,-2 8,-1 4,0-1,4-13</inkml:trace>
  <inkml:trace contextRef="#ctx0" brushRef="#br0" timeOffset="514.625">468 335,'4'4,"-1"0,0 0,0 0,0 0,-1 0,1 1,-1-1,0 1,0-1,-1 1,1 0,-1 0,0 0,-1 0,1 0,-1 0,0 0,0 0,0 0,-1 0,0 0,0 0,-1 3,-49 110,35-88,14-29,1 1,-1-1,1 1,0-1,-1 1,1 0,0-1,0 1,0 0,1 0,-1 0,0 0,1 0,-1 0,1 0,-1 0,1 0,0 0,0 0,0 0,0 0,0 0,1 0,-1 0,1 0,-1 0,1 0,0 0,0 0,-1 0,1-1,1 1,-1 0,0-1,0 1,1 0,-1-1,0 0,1 1,0-1,-1 0,1 0,0 0,-1 0,3 1,12 0,0-1,0 0,0-1,0-1,0-1,0 0,0-1,-1 0,6-3,-7 2,38-8,-6-1</inkml:trace>
  <inkml:trace contextRef="#ctx0" brushRef="#br0" timeOffset="749.509">896 228,'15'-2,"16"-4,10 0,6 1,1 1,-5 6,-7 5,-11 1</inkml:trace>
  <inkml:trace contextRef="#ctx0" brushRef="#br0" timeOffset="990.783">1029 455,'16'-2,"17"-3,13-4,11-1,5-2,-1-2,-12 3</inkml:trace>
  <inkml:trace contextRef="#ctx0" brushRef="#br0" timeOffset="1234.208">1510 428,'17'8,"1"0,0-2,0 0,0-1,1-1,0 0,-1-2,1 0,0-1,0-1,0-1,0 0,0-2,9-2,-24 5,0 0,0-1,-1 1,1-1,0 0,0 0,-1-1,1 1,-1-1,1 0,-1 0,0 0,0 0,1 0,-2-1,1 1,0-1,0 0,-1 0,0 0,1 0,-1-1,0 1,-1 0,1-1,-1 1,1-1,-1 0,0 0,0 1,-1-1,1 0,-1 0,0 0,0 0,0 1,0-1,-1 0,0 0,-5-7,0 1,-2 0,1 0,-1 1,-1 0,1 0,-2 1,1 0,-1 0,0 1,0 1,-1 0,0 0,0 1,-1 0,1 1,-1 0,-2 1,8 0,-1 0,1 1,-1 0,0 0,0 0,0 1,0 0,0 1,0-1,-1 1,1 1,0-1,0 1,0 0,0 1,0 0,0 0,1 1,-1-1,1 1,-1 1,1-1,0 1,0 0,1 1,-1-1,1 1,0 0,0 0,-4 6,6-5,0 1,1-1,0 0,0 1,0-1,0 1,1-1,0 1,1 0,-1-1,1 1,1 0,-1 0,1-1,0 1,1 0,0-1,2 7,12 27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0:25.33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24 394,'-1'-36,"0"23,0 1,1-1,1 1,0-1,0 1,2 0,2-12,-5 25,1 0,-1 0,0 0,0-1,1 1,-1 0,1 0,-1 0,0-1,1 1,0 0,-1-1,1 1,-1 0,1-1,0 1,-1-1,1 1,0-1,0 1,-1-1,1 0,0 1,0-1,0 0,0 1,-1-1,1 0,0 0,0 0,0 0,0 0,0 0,0 0,-1 0,1 0,0-1,0 1,0 0,0 0,-1-1,1 1,0-1,0 1,0 0,-1-1,1 1,0-1,-1 0,1 1,-1-1,1 0,0 1,-1-1,0 0,1 0,-1 1,1-1,-1 0,0 0,1 0,-1 1,0-1,0 0,0 0,0 0,0 0,0 0,1 15,-1 0,-1 1,-1-1,0 0,0 0,-2 0,0 0,0 0,-7 12,1 5,10-31,-7 17,1 1,1 0,0 0,2 0,0 0,1 1,1-1,0 14,13-5,-3-23</inkml:trace>
  <inkml:trace contextRef="#ctx0" brushRef="#br0" timeOffset="293.947">198 127,'18'-14,"11"-4,7 1,1 3,0 4,-2 6,-2 6,-3 3,-4 3,-4 1,-3 3,-4-2,0-1,-4-4</inkml:trace>
  <inkml:trace contextRef="#ctx0" brushRef="#br0" timeOffset="537.538">345 274,'20'2,"19"1,13 0,12-3,4-1,0-3,-7-1,-10 1,-13 1</inkml:trace>
  <inkml:trace contextRef="#ctx0" brushRef="#br0" timeOffset="822.777">1040 154,'3'157,"-2"-154,-1 1,1 0,0-1,0 1,0-1,1 0,-1 1,1-1,0 0,0 0,0 0,0 0,1 0,-1-1,1 1,0-1,-1 1,1-1,0 0,0 0,1 0,-1-1,0 1,1-1,-1 0,1 0,-1 0,1 0,-1 0,1-1,-1 0,1 0,0 0,-1 0,1 0,0-1,-1 1,3-2,5 1,0-2,0 1,-1-1,1-1,0 0,-1 0,0-1,0-1,-1 0,1 0,-1 0,0-1,-1-1,0 0,0 0,0 0,-1-1,-1 0,1 0,-2-1,1 0,-1 0,-1 0,0-1,0 1,-1-1,0 0,-1 0,0 0,-1 0,0 0,-1-1,-1 6,0-1,-1 1,0 0,0 0,0 0,-1 0,0 1,0-1,0 1,-1-1,0 1,0 0,0 0,-1 1,1 0,-1-1,0 1,0 1,-1-1,1 1,-1 0,0 0,0 1,0-1,0 1,0 1,0-1,-1 1,1 0,0 1,-1-1,1 1,-1 0,1 1,-6 1,-15 4,0 1,1 2,0 1,1 0,0 2,1 1,0 1,1 1,1 1,0 1,1 1,-12 7,-23 16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0:30.75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0 294,'7'-18,"5"-13,2-10,1-5,0-2,-2 4,-3 6,-4 14,-5 20,-4 21,-5 18,-3 17,-2 11,-1 8,-5 6,1-10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0:29.65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 39,'0'10,"2"9,5 8,5 7,3 6,5 4,3 1,2-1,0 0,-5-4,-6-4,-5-5,-5-9</inkml:trace>
  <inkml:trace contextRef="#ctx0" brushRef="#br0" timeOffset="257.312">256 0,'-18'14,"-11"13,-7 11,-2 9,1 7,5 4,5 1,5-1,6-9</inkml:trace>
  <inkml:trace contextRef="#ctx0" brushRef="#br0" timeOffset="526.602">323 414,'16'-9,"1"1,0 0,1 1,0 1,0 1,0 0,1 1,17-1,-34 5,1 0,-1 0,1 0,-1 0,0 0,1 0,-1 1,1-1,-1 1,0-1,1 1,-1 0,0 0,0 0,0 0,1 1,-1-1,0 0,-1 1,1 0,0-1,0 1,-1 0,1 0,-1 0,1 0,-1 0,0 0,0 0,0 1,0-1,0 0,-1 1,1-1,-1 0,1 1,-1-1,0 1,0-1,0 1,0-1,-1 0,1 1,-1 0,-2 12,-2 0,0 0,-1 0,0-1,-1 0,0 0,-2-1,1 0,-2 0,0 0,-50 84,59-96,1 0,-1 0,1 0,-1 0,1 0,-1 0,1 0,-1 0,1 1,0-1,0 0,0 0,0 0,0 1,0-1,0 0,0 0,0 1,0-1,1 0,-1 0,0 0,1 0,-1 0,1 1,0-1,-1 0,1 0,0 0,-1 0,1-1,0 1,0 0,0 0,0 0,0-1,0 1,0 0,0-1,0 1,0-1,0 1,0-1,1 0,-1 1,59 3,-34-6,1-1,-1-2,-1 0,1-2,4-3,23-7</inkml:trace>
  <inkml:trace contextRef="#ctx0" brushRef="#br0" timeOffset="771.364">804 267,'16'0,"14"0,16 0,11 0,6 0,-2 0,-9 2,-13 1</inkml:trace>
  <inkml:trace contextRef="#ctx0" brushRef="#br0" timeOffset="925.27">965 441,'18'0,"17"-3,17 0,11-2,5 0,1 1,-11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0:09.62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1657 1144,'-11'513,"-10"351,7 632,48-536,-35-847,-2-94,-1-13</inkml:trace>
  <inkml:trace contextRef="#ctx0" brushRef="#br0" timeOffset="2416.227">1711 1264,'-32'-115,"31"109,1 1,0 0,0-1,0 1,0 0,1-1,0 1,0 0,1-1,-1 1,1 0,0 0,0 0,1 1,-1-1,1 0,0 1,1 0,-1 0,4-4,8-3,0 1,1 0,0 2,1 0,0 0,0 1,0 2,1-1,7 1,22-5,0 2,0 3,0 1,1 2,-1 3,1 2,-1 1,0 3,0 2,0 2,50 11,1-5,0-5,1-3,0-5,9-4,129-25,-233 25,-3-1,-1 1,1-1,0 1,-1-1,1 1,0-1,0 1,-1-1,1 1,0 0,0 0,0-1,0 1,-1 0,1 0,0 0,0 0,0 0,0 0,0 0,0 0,-1 0,1 1,0-1,0 0,0 0,0 1,-1-1,1 0,0 1,0-1,-1 1,1-1,0 1,-1 0,1-1,-1 1,1 0,0-1,-1 1,0 0,1-1,-1 1,1 0,-1 0,0 0,1 0,-1-1,0 1,0 0,0 0,0 0,0 0,0 0,0 0,-81 129,73-112,0 0,2 1,0 0,1 0,1 1,1-1,1 1,0 0,1 0,2 13,33 199,-25-188,43 252,-12 3,-9 86,-20-82,-6-66,11-1,38 188,-33-321,-5 0,3 93,15 315,-29-124,6-260,-36 21,25-147,0 0,0 0,1 0,-1 0,0 0,0 0,0 0,0 1,0-1,-1 0,1 0,0 0,0 0,-1 0,1 0,-1 0,1 0,-1 0,1 0,-1 0,1 0,-1 0,0-1,0 1,1 0,-1 0,0-1,0 1,0 0,0-1,0 1,0-1,0 1,0-1,0 0,0 1,0-1,0 0,0 0,0 0,0 0,-1 0,1 0,0 0,0 0,0 0,0 0,0 0,0-1,0 1,0 0,0-1,0 1,0-1,0 0,-157-28,-86 23,88-3,-93 9,103 1,-335-1,266 13,206-12,0 0,0-1,-1-1,1 0,0 0,0-1,0 0,0 0,1-1,-1 0,1-1,-1 0,1 0,0 0,1-1,-1-1,0 0,5 2,1-1,0 1,0 0,1-1,-1 1,1-1,0 0,0 1,1-1,-1 0,1 0,0 0,0 1,1-1,-1 0,1 0,0 1,1-1,-1 1,1-1,0 1,0-1,0 1,0 0,2-1,-1-4,15-32</inkml:trace>
  <inkml:trace contextRef="#ctx0" brushRef="#br0" timeOffset="3121.931">1698 3631,'-73'-42,"73"42,1 0,-1 0,0 0,0 0,0-1,1 1,-1 0,0 0,0 0,0 0,1 0,-1 0,0-1,0 1,0 0,0 0,1 0,-1 0,0-1,0 1,0 0,0 0,0-1,0 1,0 0,0 0,0 0,0-1,0 1,0 0,0 0,0-1,0 1,0 0,0 0,0 0,0-1,0 1,0 0,0 0,0-1,0 1,0 0,0 0,0 0,-1-1,1 1,0 0,0 0,0 0,0 0,-1-1,1 1,0 0,0 0,0 0,-1 0,1 0,0 0,0 0,0 0,-1-1,1 1,0 0,0 0,-1 0,1 0,22-2,-21 2,371-6,-50-10,237-2,-549 18,3-1,0 1,-1 0,1 1,0 1,0 0,-1 1,1 0,-1 1,0 0,0 1,3 2,-12-4,-2 1</inkml:trace>
  <inkml:trace contextRef="#ctx0" brushRef="#br0" timeOffset="3952.945">2206 368,'-1'-1,"-1"-1,1 0,-1 1,0-1,0 1,0-1,0 1,0 0,0 0,0 0,0 0,0 0,0 0,-1 1,1-1,0 1,-1-1,1 1,0 0,-1 0,1 0,0 0,-1 0,1 1,0-1,-1 1,1-1,0 1,0 0,0 0,0 0,0 0,0 1,0-1,0 0,0 1,0-1,1 1,-1 0,0 0,-2 7,0 0,1 0,0 0,0 0,1 0,1 1,-1-1,1 1,1-1,0 1,0 0,1-1,0 1,1-1,0 1,0-1,1 0,1 2,-1-4,1-1,-1 0,1 1,0-1,0-1,1 1,0-1,0 0,0 0,0 0,1-1,0 1,0-1,0-1,1 1,-1-1,1 0,-1-1,1 0,0 0,0 0,0-1,0 0,1 0,-1-1,0 0,0 0,0 0,0-1,1 0,-1-1,0 0,0 0,-1 0,1-1,0 0,-1 0,6-4,-3 1,0-1,0 1,-1-2,0 1,0-1,-1-1,0 1,0-1,-1 0,0-1,0 1,-1-1,-1-1,0 1,2-9,-3 13,-1-1,-1 1,1-1,-1 0,0 0,-1 0,1 0,-2 0,1 1,-1-1,0 0,0 0,0 0,-1 1,0-1,-1 1,0-1,0 1,0 0,0 0,-1 0,0 1,0-1,-1 1,-4-4,4 5,-1 0,0 0,0 0,0 1,0 0,-1 1,1-1,-1 1,0 0,0 1,1 0,-1 0,0 0,0 1,0 0,0 0,0 1,0 0,0 0,0 0,1 1,-1 0,0 0,1 1,0 0,-1 0,1 1,0 0,1 0,-1 0,1 0,-4 4,4-4,0 1,0-1,0 1,0 0,1 0,0 1,0-1,0 1,1 0,0 0,0 0,0 0,1 0,0 1,0-1,1 1,-1 0,2-1,-1 1,1 0,0 0,0-1,0 1,1 0,0 0,1-1,0 1,0-1,0 1,1-1,-1 0,2 0,0 2,21 22</inkml:trace>
  <inkml:trace contextRef="#ctx0" brushRef="#br0" timeOffset="4254.176">2647 476,'2'-36,"2"0,2 0,1 1,1 0,5-7,17-78,-23 77,-5 35,-7 29,-9 51,2 0,4 0,2 1,4 0,6 48,3-69</inkml:trace>
  <inkml:trace contextRef="#ctx0" brushRef="#br0" timeOffset="5318.389">2246 1959,'-12'29,"1"1,2 0,2 0,0 0,2 1,1 0,2 1,1-1,1 0,2 0,1 6,-1-25,0 0,0 1,1-1,1 0,0 0,1-1,0 1,1-1,0 0,1-1,0 1,0-1,1-1,1 1,-1-1,2-1,-1 0,1 0,0-1,1 0,-1-1,1 0,1 0,-1-1,1-1,0 0,0-1,0 0,1-1,8 1,-11-3,-1 0,1 0,-1-1,1-1,-1 0,1 0,-1 0,0-1,0-1,0 0,0 0,-1 0,0-1,0-1,0 1,0-1,-1-1,0 1,0-1,-1 0,0-1,0 1,-1-1,0 0,0-1,-1 1,0-1,0 0,-1 0,1-4,2-8,0 1,-2-1,0 0,-1-1,-2 1,0 0,-1-1,-1 1,-1 0,0-1,-2 1,-1 1,0-1,-2 0,0 1,-1 1,-2-1,1 1,-2 1,-1 0,0 0,-1 1,8 12,0 0,0 1,0-1,0 1,-1 0,0 1,1-1,-1 1,-1 1,1-1,0 1,-1 0,1 0,-1 0,1 1,-1 0,0 1,0 0,1 0,-1 0,0 1,1-1,-1 2,0-1,1 1,-1 0,1 0,0 1,-5 2,-5 4,2 0,-1 1,1 1,1 0,0 1,0 0,2 1,-1 0,2 1,-1 0,-6 14,-1 5,1 1,1 1,2 0,-10 37,-6 58,10-12</inkml:trace>
  <inkml:trace contextRef="#ctx0" brushRef="#br0" timeOffset="5955.841">2312 4352,'8'-32,"1"1,1-1,1 2,2-1,1 2,2 0,0 1,2 0,15-16,13-10,-45 54,0 0,0 0,-1 0,1 0,0 0,0 0,-1 1,1-1,0 0,0 0,-1 0,1 1,0-1,0 0,-1 1,1-1,0 1,-1-1,1 1,-1-1,1 1,-1-1,1 1,-1 0,1-1,-1 1,1 0,-1-1,0 1,1 0,-1-1,0 1,0 0,1 0,-1-1,0 1,0 0,0 0,0 0,0-1,0 1,0 0,0 0,-1-1,1 1,0 0,0 0,-1-1,1 2,-13 193,4-109,-3 169,13-242,0-1,0 1,2-1,-1 0,1 0,1 0,4 8,9 10</inkml:trace>
  <inkml:trace contextRef="#ctx0" brushRef="#br0" timeOffset="6817.561">93 8,'25'-7,"1"9,-1 1,1 2,-1 1,-1 0,1 2,18 9,-36-15,141 57,-3 5,-3 7,-3 7,79 59,-47-10,121 120,-185-153,-35-36,-48-43</inkml:trace>
  <inkml:trace contextRef="#ctx0" brushRef="#br0" timeOffset="7583.685">0 396,'5'13,"7"12,10 11,10 5,5 1,7 0,0-1,-1-2,-6-3,-6-6,-6-6,-6-6,-5-14,-6-7</inkml:trace>
  <inkml:trace contextRef="#ctx0" brushRef="#br0" timeOffset="7822.571">348 502,'-7'-16,"-4"-10,-3-4,-2 2,1 6,0 11,-3 15,-1 15,-3 19,-3 15,2 16,2 9,2 8,5 0,1-8,5-17</inkml:trace>
  <inkml:trace contextRef="#ctx0" brushRef="#br0" timeOffset="8079.89">428 622,'8'-7,"0"0,1 0,0 1,0 1,0-1,1 1,0 1,0 0,0 0,1 1,-1 0,1 1,0 0,-1 1,1 0,0 1,1 0,-10 1,0 0,1 0,-1 0,0 0,1 0,-1 1,0-1,0 1,0-1,0 1,-1 0,1 0,0 0,-1 0,1 0,-1 0,0 0,1 0,-1 1,0-1,-1 1,1-1,0 0,-1 1,1-1,-1 1,0 0,1 0,-9 75,-4-40,-3 1,0-2,-3 0,-13 21,-28 59,58-116,0 0,0 0,0 0,0 0,0 0,1 0,-1 0,0 1,1-1,-1 0,1 0,0 1,-1-1,1 0,0 1,0-1,0 0,0 1,0-1,0 0,0 1,0-1,0 0,1 1,-1-1,1 0,-1 1,1-1,-1 0,1 0,0 0,-1 0,1 1,0-1,0 0,0 0,0 0,0-1,0 1,0 0,0 0,0 0,0-1,1 1,-1-1,0 1,0-1,1 1,-1-1,0 0,1 0,0 1,13-1,0-1,0 0,0-1,0-1,0 0,0-1,-1 0,0-1,4-2,-1 1,49-19</inkml:trace>
  <inkml:trace contextRef="#ctx0" brushRef="#br0" timeOffset="8887.573">749 1946,'-14'13,"2"0,-1 1,1 0,1 1,1 0,0 1,1 0,1 0,0 1,1 0,1 1,0-1,2 1,0 0,1 1,1-1,0 1,2-1,0 1,0-10,0 0,0-1,1 1,1-1,0 1,0-1,0 0,1 0,0 0,0 0,1 0,1 0,-1-1,1 0,0 0,0 0,1-1,0 0,0 0,1 0,0-1,-1 0,2 0,-1 0,1-1,-1 0,1-1,0 0,0 0,1-1,-1 0,1 0,-1-1,2 0,-1-1,1-1,-1 0,0-1,0 0,0 0,0-1,0 0,-1-1,1 0,-1 0,0-1,0 0,0 0,-1-1,0 0,0 0,0 0,-1-1,0 0,0-1,-1 1,0-1,0 0,-1-1,0 1,0-1,-1 1,0-1,-1 0,0 0,0 0,-1-1,0 1,-1 0,0-1,0 1,-1 0,-1-8,0 2,-1 0,0 0,-1 0,-1 0,0 1,-1 0,-1 0,0 0,-1 1,0 0,-1 0,0 1,-1 0,-1 1,0 0,0 1,-1 0,0 0,-1 2,0-1,9 7,0-1,0 1,0 0,-1 0,1 0,-1 0,1 1,-1 0,1 0,-1 0,0 0,1 1,-1 0,0 0,1 0,-1 0,0 1,0 0,1 0,-1 0,1 0,-1 1,1 0,0 0,0 0,-1 0,1 1,1 0,-1 0,0 0,1 0,-8 11,2 1,0 0,1 0,1 1,0-1,1 2,0-1,2 1,0 0,0 0,2 0,0 0,1 9,-9 85,5-6</inkml:trace>
  <inkml:trace contextRef="#ctx0" brushRef="#br0" timeOffset="9685.883">1056 4232,'21'-38,"1"0,2 2,2 1,1 1,12-11,11 7,-49 38,-1 0,1 1,0-1,0 0,0 0,-1 1,1-1,0 1,-1-1,1 0,0 1,-1 0,1-1,0 1,-1-1,1 1,-1 0,1-1,-1 1,0 0,1-1,-1 1,0 0,1 0,-1-1,0 1,0 0,0 0,1 0,-1-1,0 1,0 0,0 0,-1 0,1 0,0-1,0 1,0 0,0 0,-1-1,1 1,0 0,-24 202,11 229,13-423,0-4,0 1,0-1,0 0,0 0,-1 0,0 0,0 0,0 0,-1 0,0-1,0 1,0 0,-1 1,3-6,0-1,0 1,0-1,0 1,0-1,0 1,0-1,0 1,0-1,0 1,0-1,0 1,0-1,-1 1,1-1,0 1,0-1,-1 1,1-1,0 1,0 0,-1-1,1 1,0-1,-1 1,1 0,-1 0,1-1,-1 1,1 0,0-1,-1 1,1 0,-1 0,1 0,-1 0,1 0,-1-1,1 1,-1 0,1 0,-1 0,1 0,-1 0,1 1,-1-1,1 0,-1 0,1 0,-1 0,1 0,-1 1,1-1,-1 0,1 0,0 1,-1-1,1 0,-1 1,1-1,0 1,-1-1,1 0,0 1,0-1,-1 1,1-1,0 1,87-18,29 1,-56 7</inkml:trace>
  <inkml:trace contextRef="#ctx0" brushRef="#br0" timeOffset="17989.216">1217 1799,'16'-24,"10"1,0 1,1 1,1 1,1 2,1 0,1 3,3-1,19-10,1 2,0 3,2 2,26-4,-54 17,1 0,0 2,-1 1,1 2,0 1,0 1,0 1,0 1,-1 2,1 1,-11 0,0 1,0 0,0 1,-1 1,0 1,-1 1,0 0,-1 1,11 11,29 18,-53-34,-14-12,2-2</inkml:trace>
  <inkml:trace contextRef="#ctx0" brushRef="#br0" timeOffset="18339.28">2112 1358,'0'1,"-1"0,1 0,-1 0,1 0,0 0,-1 0,1 0,0 0,0 0,0 0,0 0,0 0,0 0,0 0,0 0,0 0,0 0,1 0,-1 0,0 0,1 0,-1 0,1 0,-1 0,1 0,-1 0,1-1,0 1,-1 0,1 0,0-1,0 1,0 0,113 127,-54-47,-60-78,0-1,-1 1,1-1,0 1,-1-1,0 1,1-1,-1 0,0 1,0-1,-1 0,1 0,0 1,-1-1,1 0,-1-1,0 1,1 0,-1 0,0-1,0 1,0-1,0 1,-1-1,1 0,0 0,-1 0,1 0,0 0,-1-1,1 1,-1-1,1 0,-1 1,1-1,-3 0,0 1,-108 20,89-19,0 2,1 1,-1 0,1 2,-9 4,2 3</inkml:trace>
  <inkml:trace contextRef="#ctx0" brushRef="#br0" timeOffset="23339.051">1163 4994,'40'46,"-17"-29,0-2,1-1,1-1,0-1,1-1,0-1,1-2,0 0,0-2,0-1,1-1,0-1,0-2,12-1,12 0,-1-3,1-1,-1-3,0-3,0-1,-1-3,-1-1,0-3,-1-2,20-13,-37 15,0-1,-1-1,-1-2,21-21,-50 43,1 0,-1 0,0 0,1 0,-1 0,0 0,1 0,-1 0,0 0,1 0,-1 0,1 0,-1 0,0 0,1 0,-1 0,0 0,1-1,-1 1,0 0,0 0,1-1,-1 1,0 0,1 0,-1-1,0 1,0 0,0 0,1-1,-1 1,0 0,0-1,0 1,0 0,0-1,1 1,-1-1,0 1,0 0,0-1,0 1,0 0,0-1,0 1,0 0,-1-1,1 1,0 0,0-1,0 1,0-1,0 1,0 0,-1 0,1-1,0 1,0 0,-1-1,1 1,0 0,0 0,-1-1,1 1,0 0,-1 0,1 0,0-1,-1 1,1 0,-27 4,9 1</inkml:trace>
  <inkml:trace contextRef="#ctx0" brushRef="#br0" timeOffset="24987.841">2125 4781,'109'-7,"67"3,-174 3,0 1,0 0,0 0,0 0,0 0,0 0,0 0,0 1,0-1,0 1,0-1,0 1,0 0,0 0,-1 0,1 0,0 0,0 0,-1 1,1-1,-1 0,1 1,-1-1,0 1,1 0,-1-1,0 1,0 0,0 0,0 0,-1-1,1 1,0 0,-1 0,1 0,-1 0,0 0,0 0,0 1,0-1,0 0,0 0,0 0,-6 12,0 0,-1-1,0 0,-1 0,0-1,-1 0,-7 7,-3 4,-45 78,57-92,7-24,0 4,-2-3,0 0,-1 1,0-1,-2 1,1-1,-1 1,-1 1,0-1,-1 1,-1 0,1 0,-2 1,0 0,0 1,-1 0,-2-2,11 10,0 1,0-1,0 1,0-1,-1 1,1-1,0 1,-1 0,1-1,-1 1,1 0,-1 0,0 0,1 0,-1 0,0 1,0-1,1 1,-1-1,0 1,0-1,0 1,0 0,0 0,0 0,0 0,0 0,1 0,-1 1,0-1,0 1,0-1,0 1,0 0,1 0,-1-1,0 1,1 0,-1 1,1-1,-1 0,1 0,-1 1,1-1,0 1,0-1,0 1,0-1,0 1,-1 1,1 4,1-1,0 1,0 0,0 0,1-1,0 1,0-1,0 1,1-1,0 1,0-1,1 0,0 0,0 0,0 0,1 0,0-1,0 0,0 0,1 0,0 0,0-1,0 1,0-1,1 0,-1-1,1 0,0 0,4 2,36 17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0:37.87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0 298,'83'-276,"-71"254,-22 156,13 126,-2-247,-1 1,0-1,0 0,-2 0,0 1,0-1,-1 0,-1 0,0-1,-1 1,0-1,0 0,-2 0,0-1,-3 5,7-12,2-4,1 0,0 0,-1 0,1 0,-1 0,1 1,-1-1,1 0,-1 0,1 1,0-1,-1 0,1 1,0-1,-1 0,1 1,0-1,-1 0,1 1,0-1,0 1,0-1,-1 1,1-1,0 0,0 1,0-1,0 1,0-1,0 1,0-1,0 1,0-1,0 1,0-1,0 1,0-1,0 1,0-1,0 1,1-1,-1 0,0 1,0-1,0 1,1-1,-1 0,0 1,1-1,-1 1,0-1,1 0,-1 1,129-12,-27-10,-56 11</inkml:trace>
  <inkml:trace contextRef="#ctx0" brushRef="#br0" timeOffset="253.575">536 592,'9'-7,"2"-2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0:36.27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147 120,'3'18,"0"15,-1 11,1 8,-2 3,-2 1,-4-1,-2-6,-4-4,-1-8,-2-8,1-8,1-8</inkml:trace>
  <inkml:trace contextRef="#ctx0" brushRef="#br0" timeOffset="257.313">14 587,'2'-2,"6"-1,7 0,9 1,7 0,5 1,1 1,-2 0,-4-3,-7 0</inkml:trace>
  <inkml:trace contextRef="#ctx0" brushRef="#br0" timeOffset="505.648">1 12,'22'0,"24"-2,20-1,15 0,4 1,-11 0</inkml:trace>
  <inkml:trace contextRef="#ctx0" brushRef="#br0" timeOffset="779.849">401 667,'82'-177,"-72"159,-21 59,2-15,2 1,1-1,1 2,1-1,1 1,1-1,2 1,1 0,3 15,-3-36,0-1,1 0,0-1,0 1,0 0,1 0,0-1,0 0,0 1,1-1,0 0,0-1,0 1,0-1,1 1,3 1,17 9</inkml:trace>
  <inkml:trace contextRef="#ctx0" brushRef="#br0" timeOffset="1029.307">789 360,'20'0,"17"0,8 0,1 0,-5 0,-10 0</inkml:trace>
  <inkml:trace contextRef="#ctx0" brushRef="#br0" timeOffset="1265.406">856 547,'16'2,"14"1,16-2,11-6,8-5,-8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0:35.7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0 147,'23'0,"21"0,17-2,11-1,5 0,-1 1,-7 0,-13 3,-16 2</inkml:trace>
  <inkml:trace contextRef="#ctx0" brushRef="#br0" timeOffset="283.989">241 1,'15'14,"0"-1,0 0,2 0,-1-2,2 0,-1-1,2-1,-1 0,15 3,9 7,-27-12,4 1,-1 1,0 0,0 2,-1 0,-1 0,3 4,-17-13,0 0,1 0,-1 0,0 0,0 1,-1-1,1 1,0-1,-1 1,0 0,1 0,-1-1,0 1,0 0,-1 0,1 0,-1 0,1 0,-1 0,0 0,0 0,0 0,-1 0,1 0,-1 0,1 0,-1 0,0 0,0 0,0 0,-1-1,1 1,-1 0,1-1,-2 2,-12 13,-1 1,-1-2,0 0,-1-1,-1-1,0-1,-1 0,-1-2,-4 2,2 0,-107 60,119-67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0:40.89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470 589,'0'23,"0"17,-2 12,-1 9,-2 6,-3 2,0 2,0-1,0-5,3-7,-1-11,0-13</inkml:trace>
  <inkml:trace contextRef="#ctx0" brushRef="#br0" timeOffset="254.846">310 1218,'4'-2,"9"-1,9 0,7 0,6 2,1 0,-1 0,-1 1,-7-2,-8-1</inkml:trace>
  <inkml:trace contextRef="#ctx0" brushRef="#br0" timeOffset="503.182">296 536,'23'-12,"19"-3,11 1,8 2,0 6,-3 9,-11 3</inkml:trace>
  <inkml:trace contextRef="#ctx0" brushRef="#br0" timeOffset="764.481">724 1419,'39'-117,"5"2,9-6,-18 58,-35 62,0 1,1 0,-1-1,0 1,1 0,-1-1,0 1,1 0,-1 0,0 0,1-1,-1 1,0 0,1 0,-1 0,1 0,-1 0,1-1,-1 1,0 0,1 0,-1 0,1 0,-1 0,0 1,1-1,-1 0,1 0,-1 0,0 0,1 0,-1 0,1 1,-1-1,0 0,1 0,-1 1,0-1,0 0,1 0,-1 1,0-1,1 0,-1 1,0-1,0 0,0 1,1-1,-1 1,0-1,0 0,0 1,0-1,0 1,0-1,0 0,0 1,0-1,0 1,0-1,0 1,0-1,0 0,0 1,0-1,0 1,-1-1,1 0,0 1,-7 155,1-109,-31 332,37-344,1-11</inkml:trace>
  <inkml:trace contextRef="#ctx0" brushRef="#br0" timeOffset="989.08">1299 937,'20'-2,"17"-1,12-2,8-1,0 2,-4 1,-12 0</inkml:trace>
  <inkml:trace contextRef="#ctx0" brushRef="#br0" timeOffset="1184.559">1379 1258,'16'0,"14"0,16-4,16-5,11-2,-7 1</inkml:trace>
  <inkml:trace contextRef="#ctx0" brushRef="#br0" timeOffset="1464.425">2114 670,'10'16,"8"14,12 11,9 10,10 8,5 5,5 1,-1-2,-3-2,-6-7,-8-10,-8-11,-7-11,-9-9</inkml:trace>
  <inkml:trace contextRef="#ctx0" brushRef="#br0" timeOffset="1716.236">2582 656,'-20'16,"-16"14,-9 16,-6 16,-5 13,-3 13,2 4,5 0,8-5,11-19</inkml:trace>
  <inkml:trace contextRef="#ctx0" brushRef="#br0" timeOffset="2037.631">2810 1164,'16'-8,"1"1,1 0,-1 1,1 1,0 0,0 2,1 0,-1 1,19 0,-35 2,1 0,0 0,-1 0,1 0,0 0,0 0,-1 1,1-1,-1 1,1 0,0 0,-1 0,0 0,1 1,-1-1,0 0,1 1,-1 0,0-1,0 1,0 0,0 0,-1 0,1 1,-1-1,1 0,-1 0,0 1,0-1,1 1,-2-1,1 1,0 0,-1-1,1 1,-1 0,0-1,0 1,0 2,-3 11,0-1,-1 0,-1 0,-1-1,0 1,-1-1,0 0,-1-1,0 0,-1 0,-47 92,55-103,0 0,1 0,-1 0,0-1,1 1,0 0,-1 0,1 0,0 0,0 0,0 0,0 0,0 0,1 0,-1 0,1 0,-1 0,1 0,-1 0,1 0,0-1,0 1,0 0,0 0,0-1,1 1,-1-1,0 1,1-1,-1 0,1 1,0-1,-1 0,1 0,0 0,0 0,-1 0,2-1,17 6,1-1,0-2,0 0,0-1,0-1,0-1,1-1,-1 0,0-2,7-2,-17 3,177-29,-102 12</inkml:trace>
  <inkml:trace contextRef="#ctx0" brushRef="#br0" timeOffset="4418.325">4119 362,'-16'64,"3"1,3 1,2 0,3 0,5 60,-1-95,2 1062,-1-1066,-7 85,6-107,0-1,0 1,0 0,-1-1,0 0,0 1,0-1,-1 0,1 0,-1 0,0-1,0 1,0 0,0-1,-1 0,0 0,1 0,-1 0,0-1,0 1,-3 0,-16 4,0-2,0 0,0-1,0-1,-1-1,0-2,1 0,-11-2,-7 1,-258 9,-360 32,158-14,-71-10,343-15,-116 12,179 12,45-2,-191-2,287-17,16-2,-1 0,1 0,-1-1,1-1,-1 1,1-2,-1 1,1-1,0-1,-1 1,-7-4,-12-6,0 1,-1 2,1 0,-23-1,33 6,14 3,0 0,0 0,0-1,-1 1,1-1,0-1,0 1,0-1,0 0,1 0,-1 0,0-1,1 1,0-1,-1 0,1-1,0 1,1-1,-1 1,1-1,-1 0,1-1,-7-21,2 0,1-1,1 1,1-1,1-1,1 1,2-26,-1 19,-12-628,-1 356,-2-27,15-2,2 329,-1-4,0 1,1-1,0 1,1-1,0 0,1 1,0 0,0-1,1 1,0 0,0 0,1 0,1 1,-1-1,1 1,1 0,-1 1,4-3,-4 7,2 0,-1 1,0 0,0 0,1 1,-1 0,0 0,1 0,0 1,-1 0,1 0,-1 1,6 1,19-1,486-28,-251 8,1769-79,-2000 97,501-12,-362 40,-113-14,98 16,-156-30,0 1,-1-1,1 1,0 0,0 0,-1 0,1 0,0 1,0-1,-1 1,1-1,0 1,-1 0,1 0,-1 0,1 0,-1 1,1-1,-1 1,0-1,0 1,0 0,0 0,0 0,0 0,0 0,-1 0,1 1,-1-1,0 0,1 1,-1-1,0 1,0 0,-1-1,1 1,0 1,-1 66,-3 1,-3-1,-2 0,-6 8,1-7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0:39.67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1 197,'22'-2,"20"1,14 4,8 3,2 3,-2-1,-6 0,-13-3</inkml:trace>
  <inkml:trace contextRef="#ctx0" brushRef="#br0" timeOffset="249.334">121 398,'7'7,"11"2,14-1,15-3,14-5,9-5,5-4,-2-3,-13 1</inkml:trace>
  <inkml:trace contextRef="#ctx0" brushRef="#br0" timeOffset="499.574">816 23,'-1'-1,"1"2,-1-1,1 0,-1 0,1-1,-1 1,1 0,-1 0,1 0,-1 0,1 0,0 0,-1-1,1 1,-1 0,1 0,-1-1,1 1,0 0,-1-1,1 1,0 0,-1-1,1 1,0-1,-1 1,1 0,0-1,0 1,0-1,-1 1,1-1,0 1,0-1,0 1,0-1,0 1,0-1,0 1,0-1,0 1,0-1,0 1,0 0,0-1,1 1,-1-1,0 1,0-1,0 1,1-1,-1 1,0 0,0-1,1 1,-1-1,0 1,1 0,-1-1,1 1,-1 0,0 0,1-1,0 1,112 31,-112-31,196 72,-182-65,-2 0,1 0,-1 2,0-1,-1 2,0 0,0 0,-1 1,-1 1,0-1,0 2,3 6,-9-11,-1-1,1 1,-2-1,1 1,-1 0,0 0,-1 1,0-1,0 0,-1 0,0 0,-1 1,1-1,-1 0,-1 0,0 0,0 0,0 0,-1 0,-1-1,1 1,-1-1,0 0,-5 7,-9 11,-1 0,-1-1,-1-1,-2-1,-23 18,-77 54,75-63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0:47.89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0 148,'59'-3,"0"-2,-1-2,9-5,262-53,-73 36,81 8,187 16,-437 11,0 5,-1 3,0 3,-1 5,-1 3,11 9,-51-20,-17-7,-1 2,0 1,0 1,-1 1,0 1,-1 1,9 8,-24-11,0 0,-1 0,0 1,-1 0,0 1,-1 0,0 0,-1 0,-1 0,0 1,-1 0,0 0,-1 0,-1 0,0 2,3 8,5 42,-3 1,-2 62,-1-57,3-1,4 1,6 13,16 139,-23-143,5 1,10 30,-7-12,-3 1,-6 0,-3 3,-4 375,-1-461,-2 1,0 0,-1 0,-1-1,-1 0,-7 18,2-27,10-36,3 5,0-1</inkml:trace>
  <inkml:trace contextRef="#ctx0" brushRef="#br0" timeOffset="659.293">2554 1164,'1'25,"2"-1,0 0,2 0,0 0,2-1,0 0,2 0,1 0,0-1,2-1,0 0,1-1,2 0,0-1,13 13,-27-30,0-1,0 1,-1 0,2-1,-1 0,0 1,0-1,0 0,1 1,-1-1,1 0,-1 0,1 0,-1 0,1 0,0 0,-1-1,1 1,0-1,-1 1,1-1,0 1,0-1,0 0,0 0,-1 0,1 0,0 0,0 0,0-1,-1 1,1-1,0 1,0-1,-1 0,1 1,0-1,-1 0,1 0,-1 0,1 0,-1 0,1-2,7-12,-1 0,-1-1,0 0,-1-1,-1 1,-1-1,1-3,2-6,47-155,-53 178,0 0,0 0,0 0,1 1,0-1,-1 0,1 1,0-1,0 1,1 0,-1 0,0 0,1 0,-1 0,1 0,0 1,-1-1,1 1,0 0,0-1,2 1,15-2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0:01.4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 12,'-2'-5,"-1"-1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1:45.67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1 380,'22'-221,"-5"92,-17 129,-1-1,1 0,0 0,-1 0,1 0,0 0,0 0,0 0,0 0,0 0,0 1,0-1,0 0,1 0,-1 0,0 0,0 0,1 0,-1 0,1 1,-1-1,0 0,1 0,0 0,-1 1,1-1,-1 0,1 1,0-1,0 0,-1 1,1-1,0 1,0-1,0 1,-1 0,1-1,0 1,0 0,0 0,0-1,0 1,0 0,0 0,0 0,0 0,0 0,-1 0,1 0,0 1,0-1,0 0,0 0,0 1,0-1,0 1,52 6,70 17,-118-22,0 0,0 0,0 1,0-1,0 1,0 0,-1 1,0-1,1 1,-1 0,0 0,-1 0,1 0,-1 1,0-1,0 1,0 0,-1 0,0 0,1 3,0 4,-2 0,1 0,-1 0,-1 0,-1 0,1 0,-2 0,0 0,0 0,-1-1,0 1,-1-1,-1 1,1-1,-3 2,-23 77,30-89,0 0,-1 0,1 0,0 0,0 0,0 0,0 0,0 0,0 0,0 0,0 0,1 0,-1 0,0-1,0 1,1 0,-1 0,1 0,-1 0,1 0,-1 0,1-1,0 1,-1 0,1 0,0-1,0 1,-1-1,1 1,0 0,0-1,0 1,0-1,0 0,-1 1,1-1,0 0,0 0,0 1,0-1,1 0,47-1,-42 0,61-10,0-3,49-17,-42 10,-1 2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1:46.42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26,'11'-2,"18"-1,19-2,18 0,11 0,2 2,-13 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1:46.01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102 0,'-2'16,"-1"14,-2 16,0 11,-2 10,-2 5,-1 3,0-1,1-5,1-9,2-15</inkml:trace>
  <inkml:trace contextRef="#ctx0" brushRef="#br0" timeOffset="245.343">9 548,'-5'0,"1"0,9 0,9 0,12 0,12-2,10-3,3-1,-1 0,-6 2,-10 1</inkml:trace>
  <inkml:trace contextRef="#ctx0" brushRef="#br0" timeOffset="901.151">504 602,'15'-13,"2"0,0 1,0 1,1 1,0 0,1 2,0 0,0 1,1 1,5-1,-22 6,1-1,-1 1,1 0,0 0,0 0,-1 1,1-1,0 1,0 0,0 0,0 0,0 1,-1-1,1 1,0 0,0 0,-1 0,1 1,-1-1,1 1,-1 0,0 0,1 0,-1 0,0 1,0-1,-1 1,1 0,0 0,-1 0,0 0,1 0,-1 0,-1 1,1-1,0 1,-1-1,1 4,-2 8,-1 1,-1 0,-1-1,0 1,0-1,-2 0,0 0,-1 0,0-1,-1 0,-1 0,0 0,-1-1,0 0,-1-1,-5 5,-76 95,90-111,0-1,0 1,0 0,1-1,-1 1,0 0,0 0,0 0,1-1,-1 1,1 0,-1 0,0 0,1 0,0 0,-1 0,1 0,-1 0,1 0,0 0,0 0,0 1,0-1,0 0,0 0,0 0,0 0,0 0,0 0,0 0,1 0,-1 0,1 0,-1 0,0 0,1 0,0 0,-1 0,1 0,0 0,-1 0,1 0,0-1,0 1,-1 0,1-1,0 1,0 0,0-1,0 1,0-1,0 0,0 1,0-1,14 2,-1-1,0-1,0 0,0-1,0 0,0-1,0-1,0 0,12-2,236-47,-180 34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1:44.49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188 241,'0'19,"-3"19,-2 16,-3 17,0 6,-2-1,2-4,2-9,2-14,4-15,2-13</inkml:trace>
  <inkml:trace contextRef="#ctx0" brushRef="#br0" timeOffset="296.759">1 108,'30'-11,"1"2,0 1,1 2,0 0,0 3,14 0,-42 2,6 0,5-1,0 1,0 0,0 0,0 2,1 0,-1 1,0 0,0 1,12 4,-24-6,-1 0,1 0,-1 1,0-1,0 0,1 1,-1-1,0 1,0 0,0 0,0-1,-1 1,1 1,-1-1,1 0,-1 0,1 0,-1 1,0-1,0 1,0-1,-1 1,1-1,-1 1,1 0,-1-1,0 1,0-1,0 1,0 0,0-1,-1 1,1 0,-1-1,0 1,0-1,0 1,0-1,-1 2,-9 13,0 0,-1-2,-1 1,-1-1,0-1,-1-1,0 0,-1 0,-1-2,-6 4,15-10,-88 64,96-64,9-5</inkml:trace>
  <inkml:trace contextRef="#ctx0" brushRef="#br0" timeOffset="536.12">602 1,'2'9,"4"12,2 16,2 18,0 18,-4 14,-6 9,-5 3,-3-3,-4-9,1-17,2-18,3-19</inkml:trace>
  <inkml:trace contextRef="#ctx0" brushRef="#br0" timeOffset="734.587">455 442,'-11'0,"0"0,14 0,20-2,22-8,24-8,18-10,8 2,-12 4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1:48.15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1 284,'2'-16,"0"0,1 0,1 1,0-1,1 1,1 0,0 0,1 1,1 0,0 0,1 1,1 0,0 0,0 1,1 1,10-9,-19 17,1 0,0 0,0 1,0-1,0 0,0 1,1 0,-1 0,1 0,-1 0,1 0,0 1,-1 0,1 0,0 0,0 0,0 0,0 1,0 0,0 0,0 0,0 0,0 0,0 1,0 0,0 0,0 0,0 0,0 1,-1-1,1 1,2 2,1 4,0 1,0 0,-1 0,-1 1,1-1,-2 1,1 1,-1-1,-1 0,0 1,0 0,-1 0,-1 0,0 0,0 0,-1 0,0 0,-1 2,-3 14,3-27,1 0,0 0,0-1,0 1,0 0,0-1,-1 1,1 0,0 0,0-1,0 1,-1 0,1 0,0 0,0-1,-1 1,1 0,0 0,-1 0,1 0,0 0,0 0,-1 0,1-1,0 1,-1 0,1 0,0 0,-1 0,1 0,0 0,-1 0,1 0,0 1,-1-1,1 0,0 0,0 0,-1 0,1 0,0 0,-1 1,1-1,0 0,0 0,0 0,-1 1,1-1,0 0,0 0,0 1,-1-1,1 0,0 0,0 1,0-1,0 0,0 1,0-1,-1 0,1 1,0-1,0 0,-2-4,0 0,0 0,1-1,-1 1,1-1,0 1,0-1,1 0,-1 1,1-1,0 0,0 1,1-1,-1 0,1 1,0-1,0 1,1-1,-1 1,1-1,0 1,0 0,1 0,-1 0,1 0,1-1,1-2,1 1,0 0,0 0,1 0,-1 1,1 0,1 0,-1 1,0 0,1 0,0 1,0 0,0 0,2 0,-4 1,0 1,0-1,0 1,1 0,-1 0,1 1,-1 0,1 0,-1 1,0-1,1 1,-1 1,0-1,1 1,-1 0,0 1,0 0,-1-1,1 2,-1-1,1 1,-1 0,0 0,0 0,-1 0,1 1,-1 0,0 0,0 0,-1 1,2 3,-1 2,-1 1,0 0,-1 0,0 0,-1 0,0 0,-1 1,-1 7,3 47,-3-66,1 1,0-1,0 1,0-1,0 1,0 0,0-1,1 1,-1-1,0 1,1-1,-1 1,1-1,0 1,-1-1,1 0,0 1,0-1,0 0,0 0,0 1,0-1,0 0,0 0,1 0,-1 0,0 0,1-1,-1 1,0 0,1-1,-1 1,1-1,-1 1,1-1,-1 0,1 1,-1-1,1 0,0 0,-1 0,1 0,-1-1,1 1,-1 0,1-1,0 1,13-8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1:48.40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102 1,'-13'2,"-10"3,-1 3,5 3,4 3,8 5,9 5,5-1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1:48.67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1,'0'23,"0"16,0 11,4 2,7-7,1-10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1:50.14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83 17,'-9'128,"9"-127,0 1,0 0,1 0,-1 0,0-1,1 1,-1 0,1-1,0 1,-1 0,1-1,0 1,0 0,0-1,0 0,0 1,1-1,-1 0,0 1,1-1,-1 0,1 0,-1 0,1 0,-1 0,1-1,0 1,-1 0,1-1,0 1,0-1,-1 0,1 1,0-1,0 0,0 0,0 0,-1 0,1-1,0 1,0 0,4-2,-1 1,1-1,-1 0,1-1,-1 1,0-1,0 0,0 0,0-1,-1 1,1-1,1-2,-2 2,0-1,0 0,-1 0,1 0,-1-1,0 1,-1-1,1 0,-1 1,0-1,0 0,-1 0,0-1,0 0,-1 5,0 0,0-1,0 1,0-1,0 1,-1-1,1 1,-1-1,0 1,1 0,-1-1,0 1,-1 0,1 0,0 0,-1 0,1 0,-1 0,1 0,-1 0,0 1,0-1,0 1,0-1,0 1,0 0,0-1,0 1,-1 0,1 1,0-1,-1 0,1 1,-1-1,1 1,-2 0,-3-1,0 1,-1 0,1 1,0-1,0 1,-1 1,1 0,0 0,0 0,1 1,-1 0,0 0,1 0,0 1,0 0,0 1,0-1,0 1,1 0,0 0,0 1,1-1,-1 1,1 0,1 1,-1-1,1 1,0-1,0 1,1 0,0 0,-1 5,4-7,0-1,0 1,0-1,1 0,0 1,0-1,0 0,0 0,0 0,1 0,0-1,0 1,0-1,0 1,0-1,1 0,0 0,-1-1,1 1,0-1,0 0,0 0,1 0,-1 0,0-1,1 0,-1 0,1 0,-1 0,1-1,0 0,-1 1,1-2,1 1,44 4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1:52.54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0,'85'237,"-60"-94,-24-143,0 0,0 0,0 0,0 0,0-1,0 1,0 0,0 0,0-1,0 1,0-1,0 1,0-1,0 1,0-1,0 0,0 1,-1-1,1 0,0 0,0 0,-1 1,1-1,-1 0,1 0,-1 0,1 0,-1 0,0 0,1 0,-1 0,0 0,0 0,1 0,-1-1,3-4,24-36,2 0,1 2,3 1,1 1,1 2,8-3,-41 38,-1-1,0 1,0-1,0 1,0 0,0-1,0 1,1 0,-1 0,0 0,1 0,-1 0,1 0,-1 0,1 0,0 1,-1-1,1 1,0-1,-1 1,1 0,0-1,0 1,-1 0,1 0,0 0,0 0,-1 1,1-1,0 0,0 1,-1-1,1 1,-1 0,1-1,0 1,-1 0,1 0,-1 70,-4-51,0 3,1-18,1 0,-1 0,1 0,0 0,0 0,1 0,0 0,0 0,0 1,0-1,1 0,0 0,0 0,0 0,1 0,-1 0,1 0,0-1,1 1,-1-1,1 1,0-1,0 0,0 0,1 0,-1 0,1-1,0 1,11 0,-1 0,1 0,0-2,-1 0,1-1,0 0,0-1,0-1,0 0,0-1,0-1,-1 0,11-4,-1 2,-1-1,0-1,-1-1,1-1,-1 0,-1-2,0-1,-1-1,0 0,-1-2,0 0,-1-1,6-8,12-43,-36 65,1-1,-1 1,1 0,-1-1,0 1,0 0,0-1,0 1,0 0,0-1,-1 1,1 0,-1-1,0 1,1 0,-1 0,0-1,0 1,-1 0,1 0,0 0,-1 0,1 1,-1-1,1 0,-1 1,0-1,0 1,-1-2,-3 1,1 1,-1-1,1 1,-1 0,0 0,1 0,-1 1,0 0,0 0,1 1,-1-1,0 1,1 1,-1-1,1 1,-1 0,1 0,0 0,-1 1,1 0,1 0,-1 0,0 1,1-1,0 1,-1 0,2 0,-1 1,0-1,1 1,0 0,0 0,0 1,-1-1,1 1,0-1,1 1,-1 0,1 0,0 0,1 0,0 0,-1 0,2 0,-1 1,1-1,0 0,0 0,1 1,0-1,0 0,0 0,1 0,0 0,0 0,0 0,1 0,0-1,0 1,1-1,-1 0,1 0,0 0,1-1,-1 1,1-1,-1 0,1 0,1-1,4 4,12 2,1 0,0-2,1 0,-1-1,1-2,0 0,1-2,-1-1,0 0,1-2,-1-1,0-1,0-1,13-4,34-6</inkml:trace>
  <inkml:trace contextRef="#ctx0" brushRef="#br0" timeOffset="515.138">1485 121,'-3'6,"1"1,-1 0,2 0,-1 1,1-1,0 0,0 0,1 1,0-1,1 0,-1 1,1-1,1 0,-1 0,1 0,1 0,-1 0,1 0,0 0,1-1,-1 0,1 0,1 0,-1 0,1 0,0-1,0 0,0 0,2 1,-3-4,-1-1,1 1,-1 0,1-1,0 0,-1 0,1 0,0 0,0-1,0 0,0 0,-1 0,1 0,0 0,0-1,0 1,0-1,-1 0,1 0,0-1,-1 1,1-1,-1 0,0 1,1-2,-1 1,2-2,75-76,-66 62,-1-1,-1 0,-1-1,0 0,7-20,-18 28,-13 38,10-16,-1 0,1 0,1 0,0 0,0 0,1 0,1 1,-1-1,1 0,1 0,0 1,1-1,0 0,0 0,1 0,0 0,1-1,1 2,-3-8,1 1,0-1,0-1,0 1,0 0,1-1,-1 0,1 1,-1-1,1-1,0 1,-1 0,1-1,0 0,0 0,0 0,0-1,1 1,-1-1,0 0,0 0,0 0,0-1,0 1,3-2,3 0,-1 0,1-1,-1-1,0 1,0-2,0 1,-1-1,0 0,0-1,2-2,-2 1,0 0,0-1,-1 0,0 0,-1-1,0 0,0 0,-1-1,0 1,-1-1,0 0,-1-1,0 1,1-3,-7-15,3 28,0-1,0 1,-1-1,1 1,0 0,-1-1,1 1,0 0,-1 0,1-1,0 1,-1 0,1 0,-1-1,1 1,0 0,-1 0,1 0,-1 0,1 0,-1 0,1-1,-1 1,1 0,-1 0,1 0,0 1,-1-1,1 0,-1 0,1 0,-1 0,1 0,-1 1,1-1,0 0,-1 0,1 0,0 1,-1-1,1 0,-1 1,1-1,0 0,0 1,-1-1,1 1,0-1,0 0,-1 1,1-1,0 1,0-1,0 0,0 1,-5 4,1 0,0-1,0 2,1-1,0 0,0 1,0 0,0-1,1 1,0 0,0 0,1 1,-1-1,1 0,1 0,-1 1,1-1,0 1,1-1,-1 0,1 0,1 1,-1-1,1 0,0 0,0 0,1 0,0-1,0 1,0-1,0 1,1-1,0 0,12 5,0-1,0-1,0-1,1 0,0-1,1 0,-1-2,1 0,0-1,0-1,0-1,11 0,-18 0,99 6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1:50.9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17 178,'-2'4,"-1"1,1-1,0 1,0 0,1 0,0 0,0 0,0 0,0 0,1 0,-1 0,1 1,1 1,-1-1,13 361,-6-201,-7-166,0 1,0 0,0 0,0 0,0-1,0 1,1 0,-1 0,0-1,1 1,-1 0,0 0,1-1,-1 1,1-1,-1 1,1 0,-1-1,1 1,-1-1,1 1,0-1,-1 1,1-1,0 1,-1-1,1 0,0 0,0 1,-1-1,1 0,0 0,0 0,0 0,-1 1,1-1,0 0,0-1,0 1,-1 0,1 0,0 0,0 0,-1-1,1 1,0-1,38-22,-27 14,0 2,0 0,0 1,0 1,1 0,0 0,0 1,0 1,0 0,1 1,8-1,-15 3,-1 0,1 0,-1 1,1-1,-1 2,1-1,-1 1,0-1,0 2,0-1,0 1,0 0,0 0,-1 0,0 1,1 0,-1 0,-1 0,1 1,0 0,-1-1,0 2,0 0,-2-3,0-1,0 1,0-1,-1 1,1 0,-1 0,0-1,0 1,0 0,0 0,0 0,-1 0,1 0,-1 1,0-1,0 0,0 0,0 0,-1 0,1 0,-1 0,0 0,1 0,-2 0,1 0,0 0,0-1,-1 1,0 0,1-1,-1 1,0-1,0 1,-1-1,1 0,0 0,-1 0,1 0,-1-1,0 1,1-1,-1 1,0-1,-2 0,1 2,-1-1,0 0,1 0,-1-1,0 0,0 1,0-2,0 1,0 0,0-1,0 0,0 0,0-1,0 0,0 1,0-1,0-1,0 1,0-1,1 0,-1 0,1 0,-1-1,1 0,0 1,0-2,-1 0,4 0,0 1,0-1,1 1,-1-1,1 0,0 0,0 1,1-1,-1 0,1 1,-1-1,1 1,0-1,1 1,-1-1,1 1,-1 0,1-1,0 1,0 0,0 0,1 1,-1-1,1 0,2-2,227-215,-205 192,-1-2,-2 0,-2-1,0-2,10-22,-23 37,0 0,-2 0,0 0,-1-1,-1 0,-1 0,0-1,-2 1,0-1,-1 0,-2-19,1 34,0-1,0 1,0 0,-1 0,0 0,0-1,-1 1,1 0,-1 0,0 1,0-1,-1 0,0 1,0-1,0 1,0 0,0 0,-1 0,0 0,1 1,-2-1,1 1,0 0,-1 0,1 1,-1-1,0 1,0 0,1 0,-5 0,6 2,0 1,-1-1,1 1,0-1,-1 1,1 0,0 0,0 1,0-1,0 1,0-1,0 1,1 0,-1 0,0 0,1 1,0-1,-1 0,1 1,0 0,0-1,0 1,1 0,-1 0,1 0,-1 1,-25 86,25-61,0 0,2 0,1 0,1 0,2-1,0 1,2-1,2 0,10 27,5 5,3 0,3-2,33 51,-52-94,-6-6,0 0,1 0,1 0,-1-1,1 1,1-2,0 1,0-1,0 0,1 0,0-1,0 0,0 0,1-1,0 0,8 3,-12-9,0 0,1-1,-1 1,1-1,-1 0,0 0,0 0,0-1,-1 0,1 0,0 0,-1-1,0 1,0-1,0 0,0 0,-1 0,1-1,-1 1,0-1,-1 0,1 0,1-4,0 3,80-123,-84 128,1 1,-1-1,0 0,1 1,-1-1,0 0,1 1,-1-1,1 1,-1-1,1 1,0-1,-1 1,1-1,-1 1,1-1,0 1,-1 0,1-1,0 1,-1 0,1 0,0-1,0 1,-1 0,1 0,0 0,0 0,0 0,-1 0,1 0,0 0,0 0,-1 0,1 1,0-1,-1 0,1 0,0 1,0-1,-1 1,1-1,-1 0,1 1,0-1,-1 1,1 0,-1-1,1 1,-1-1,1 1,-1 0,0-1,1 1,-1 0,10 45,-9-41,2 24,-3-19,1 0,0 0,1 0,0 0,0 0,1 0,0-1,1 1,0-1,1 0,1 3,-4-10,0 0,0 0,0 0,1 0,-1 0,1 0,-1-1,1 1,-1-1,1 0,0 0,0 0,-1 0,1 0,0 0,0-1,0 0,0 1,0-1,0 0,0 0,0-1,0 1,21-4</inkml:trace>
  <inkml:trace contextRef="#ctx0" brushRef="#br0" timeOffset="584.958">338 324,'2'-2,"10"-3,19-5,22-6,23-4,19-4,8-2,-12 4</inkml:trace>
  <inkml:trace contextRef="#ctx0" brushRef="#br0" timeOffset="948.232">1033 445,'7'5,"9"1,6 0,0-2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1:48.93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161 127,'-9'20,"-3"16,-2 14,1 11,3 7,4 3,2-1,2-6,1-9,1-14</inkml:trace>
  <inkml:trace contextRef="#ctx0" brushRef="#br0" timeOffset="175.548">67 609,'-14'4,"-4"4,1 3,7 0,13-3,17-1,17-4,13-5,9-6,4-5,-2-4,-11 2</inkml:trace>
  <inkml:trace contextRef="#ctx0" brushRef="#br0" timeOffset="426.879">0 87,'27'-14,"25"-6,20-1,11 5,3 6,-14 5</inkml:trace>
  <inkml:trace contextRef="#ctx0" brushRef="#br0" timeOffset="725.097">414 648,'25'-16,"-16"12,0 1,1 0,0 0,0 1,0 0,0 0,0 1,0 1,0 0,0 0,1 1,-1 0,0 0,0 1,0 1,7 3,-15-5,0 0,0 0,-1 1,1-1,0 1,0-1,-1 1,1 0,-1 0,0-1,1 1,-1 0,0 0,0 0,0 1,-1-1,1 0,0 0,-1 0,1 1,-1-1,0 0,0 0,0 1,0-1,0 0,0 1,-1-1,1 0,-1 0,0 0,1 1,-1-1,0 0,0 0,-1 0,1 0,-1 1,-55 71,-2-21,58-53,1 0,0 0,-1 0,1 0,0 0,-1 1,1-1,-1 0,1 0,0 0,-1 1,1-1,0 0,0 0,-1 1,1-1,0 0,0 1,-1-1,1 0,0 1,0-1,0 1,0-1,-1 0,1 1,0-1,0 1,0-1,0 0,0 1,0-1,0 1,0-1,0 0,0 1,0-1,0 1,1-1,-1 0,0 1,0-1,0 0,0 1,1-1,-1 0,0 1,0-1,1 0,-1 1,0-1,1 0,-1 0,0 1,1-1,-1 0,0 0,1 0,-1 1,0-1,1 0,0 0,29 3,-25-3,13-1,0 0,0 2,0 0,0 1,0 1,0 0,-1 1,1 1,-1 1,0 1,0 0,-1 1,0 1,-1 0,0 1,0 1,3 3,-15-11,0 0,0 0,-1 1,1-1,0 1,-1-1,0 1,0 0,0 0,-1 0,1 0,-1 0,0 0,0 0,0 1,-1-1,1 0,-1 0,0 1,-1-1,1 0,-1 1,1-1,-1 0,-1 0,1 0,0 0,-1 0,0 0,0 0,0 0,0-1,-1 1,0-1,0 1,-14 10,0-1,0-1,-1-1,-1-1,0 0,0-2,-1 0,0-1,-1-1,1 0,-1-2,0-1,-6 0,17-1,4 0,1-1,0 0,0 0,-1 0,1-1,0 0,-1 0,1 0,0 0,-1-1,1 0,0 0,0-1,-1 1,1-1,0 0,-1-1,-3-9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1:53.92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306 619,'2'-3,"8"0,14 3,15 0,19 2,11-3,-4-1</inkml:trace>
  <inkml:trace contextRef="#ctx0" brushRef="#br0" timeOffset="1385.793">2271 779,'-4'25,"-2"20,-2 15,-2 10,-2 3,0 2,1-4,3-7,2-9,3-14</inkml:trace>
  <inkml:trace contextRef="#ctx0" brushRef="#br0" timeOffset="1645.298">2231 1421,'5'0,"8"0,8 0,11 0,8-2,2-4,-6 1</inkml:trace>
  <inkml:trace contextRef="#ctx0" brushRef="#br0" timeOffset="1646.298">2071 820,'18'-5,"20"-3,22-1,18-1,12 1,-9 3</inkml:trace>
  <inkml:trace contextRef="#ctx0" brushRef="#br0" timeOffset="2116.036">2578 1274,'170'6,"-167"-6,0 1,0 0,0 0,0 0,0 0,-1 0,1 1,0-1,-1 1,1 0,-1 0,1 0,-1 0,0 0,0 0,0 1,0-1,0 0,-1 1,1 0,-1-1,1 1,-1 0,0 0,0 0,0 0,-1 0,1 0,-1 0,0 0,1 0,-1 0,-1 1,1 5,-1 0,0 1,0-1,-1 0,0-1,-1 1,0 0,0-1,-1 1,-4 6,-71 78,78-92,1 0,0 0,0 0,0 0,0 0,0-1,0 1,0 0,1 0,-1 0,0 0,0 0,1-1,-1 1,0 0,1 0,-1 0,1-1,-1 1,1 0,-1-1,1 1,0 0,-1-1,1 1,0-1,-1 1,1-1,0 1,0-1,0 0,-1 1,1-1,0 0,0 1,0-1,0 0,0 0,-1 0,1 0,0 0,0 0,0 0,1 0,95 23,-81-21,1 1,-1 0,-1 1,1 1,0 0,-1 1,0 1,-1 0,1 1,-1 0,-1 1,3 3,-13-8,1 0,-2 0,1 0,0 1,-1-1,0 1,0-1,0 1,0 0,-1 0,0-1,0 1,0 0,-1 0,1 0,-1 0,-1 0,1 0,-1 0,1 0,-1 0,-1 0,1 0,-1 0,0-1,0 1,0-1,0 1,-1-1,0 0,0 0,0 0,0 0,-1-1,0 1,1-1,-1 0,-2 1,-7 8,0-2,-1 0,0 0,0-2,-1 0,0 0,0-1,-1-1,0-1,0 0,-9 1,22-5,1 0,-1-1,0 1,1-1,-1 0,0 0,0 0,1 0,-1 0,0-1,0 1,1-1,-1 0,0 1,1-1,-1-1,1 1,-1 0,1 0,0-1,0 0,-1 0,-9-16</inkml:trace>
  <inkml:trace contextRef="#ctx0" brushRef="#br0" timeOffset="2367.364">3261 1180,'16'-2,"16"-1,15 0,12 1,8 0,4 1,-3 1,-12 0,-14 0</inkml:trace>
  <inkml:trace contextRef="#ctx0" brushRef="#br0" timeOffset="2535.908">3408 1354,'16'7,"16"2,17 0,16-2,15-2,11-4,5-5,-14-2</inkml:trace>
  <inkml:trace contextRef="#ctx0" brushRef="#br0" timeOffset="-497.7">387 792,'0'23,"-3"19,0 11,1 8,-1 3,2 0,2-5,4-7,0-11,0-12</inkml:trace>
  <inkml:trace contextRef="#ctx0" brushRef="#br0" timeOffset="-250.333">253 1287,'16'0,"12"0,12 0,10 0,4-2,2-3,-8-1</inkml:trace>
  <inkml:trace contextRef="#ctx0" brushRef="#br0" timeOffset="718.084">814 1354,'1'0,"7"-4,0 0,-1 0,1 1,0 0,1 1,-1 0,0 0,1 1,-1 0,1 0,-1 1,1 0,-1 1,3 0,-10 0,1-1,-1 1,0 0,1 0,-1 0,0 0,1 0,-1 0,0 0,0 1,0-1,0 0,0 1,0-1,-1 0,1 1,0-1,-1 1,1 0,-1-1,1 1,-1-1,0 1,0 0,1-1,-1 1,0 0,-1-1,1 1,0-1,0 1,-1 0,1-1,-1 1,-23 55,-115 123,138-179,0-1,1 1,-1 0,0-1,0 1,0 0,0 0,1 0,-1-1,0 1,1 0,-1 0,1 0,-1 0,1 0,-1 0,1 0,0 0,0 1,-1-1,1 0,0 0,0 0,0 0,0 0,0 0,0 0,1 0,-1 1,0-1,0 0,1 0,-1 0,1 0,-1 0,1 0,-1 0,1 0,0-1,-1 1,1 0,0 0,0 0,0-1,-1 1,1 0,0-1,0 1,1-1,10 3,0-1,0 0,0-1,1 0,-1-1,0-1,12-1,-9 1,190-25,-144 15</inkml:trace>
  <inkml:trace contextRef="#ctx0" brushRef="#br0" timeOffset="969.418">1269 1073,'23'-2,"20"1,18 1,7 3,-8 1</inkml:trace>
  <inkml:trace contextRef="#ctx0" brushRef="#br0" timeOffset="1222.242">1416 1287,'16'7,"19"2,21-5,20-7,13-9,-9-1</inkml:trace>
  <inkml:trace contextRef="#ctx0" brushRef="#br0" timeOffset="4063.257">4504 899,'24'80,"23"22,5-2,3-2,42 51,-87-133,19 22,-29-38,0 0,1 0,-1 0,1 0,-1 0,1 0,-1 0,0 0,1 0,-1 0,1 0,-1 0,1 0,-1 0,0-1,1 1,-1 0,0 0,1 0,-1-1,1 1,-1 0,0 0,1-1,-1 1,0 0,0-1,1 1,-1 0,0-1,0 1,0 0,1-1,-1 1,0-1,0 1,0 0,0-1,0 1,0-1,0 1,0-1,0 1,0 0,0-1,0 1,0-1,0 1,0-1,0 1,0 0,0-1,-1 1,1-1,0 1,0 0,-1-1,1 1,0 0,0-1,-1 1,-2-14</inkml:trace>
  <inkml:trace contextRef="#ctx0" brushRef="#br0" timeOffset="4326.405">4784 846,'-6'16,"-8"16,-7 20,-10 13,-8 10,-5 6,-2 1,1-3,3-6,4-10,9-14,9-15</inkml:trace>
  <inkml:trace contextRef="#ctx0" brushRef="#br0" timeOffset="4670.495">4999 1421,'13'-8,"0"1,0 1,1 0,0 1,0 0,0 1,1 1,-1 0,1 1,0 1,0 0,-1 1,1 0,8 3,-20-3,0 1,0 0,0 0,0 0,-1 0,1 1,0-1,-1 1,1 0,-1 0,0 0,0 0,1 0,-1 0,-1 0,1 1,0-1,0 1,-1-1,1 1,-1 0,0 0,0 0,0-1,0 1,-1 0,1 0,-1 0,0 0,0 0,0 0,0 0,0 0,0 0,-1 0,0 0,1 0,-1 0,-1 2,-4 9,-1 0,0 0,-1-1,-1 0,0 0,-1-1,0 0,-11 10,9-10,1 0,0 1,0 1,2-1,0 2,0-1,-2 9,10-22,0 1,1-1,-1 0,1 1,-1-1,1 0,0 1,-1-1,1 0,0 1,0-1,0 1,0-1,0 0,1 1,-1-1,0 1,1-1,-1 0,0 1,1-1,0 0,-1 0,1 1,0-1,0 0,-1 0,1 0,0 0,0 0,0 0,0 0,1 0,-1 0,0-1,0 1,55 13,21-12,0-3,0-4,75-14,-133 17,63-9</inkml:trace>
  <inkml:trace contextRef="#ctx0" brushRef="#br0" timeOffset="6608.514">6295 324,'-13'33,"2"-1,0 2,3-1,0 1,3 0,0 1,3 3,-7 119,7 1,8 0,16 91,3 62,-15-76,-16 145,5-363,1 4,-1-1,-1 0,-1 1,-1-1,-1 0,0-1,-5 9,8-25,-1-1,0 1,0 0,0-1,0 0,-1 1,1-1,-1-1,1 1,-1 0,1-1,-1 0,0 0,0 0,0 0,0-1,0 1,0-1,1 0,-1 0,0 0,0-1,0 0,0 1,0-1,0 0,1-1,-1 1,-2-2,0 2,-125-24,-1 7,-1 5,-44 5,-646 3,476 7,-511-30,831 27,-687-13,197 9,-416 9,907-4,-782 4,785-4,-110-11,130 9,-1 0,1 0,-1 0,1-1,0 1,0-1,0 0,0 0,0 0,1 0,-1 0,1 0,0-1,0 1,0-1,0 0,1 0,0 1,-1-1,1 0,1 0,-1 0,1 0,-1-1,-7-24,-4-2,-2 1,-2 0,0 1,-16-19,-9-17,24 28,2-2,1 0,2-1,2 0,1 0,2-1,2 0,2-1,2-2,-1 22,-47-747,48 752,-8-140,8-63,3 170,3 0,1 0,3 0,2 1,3 0,8-20,-21 67,-1 0,0 1,0-1,1 1,-1-1,1 1,0-1,-1 1,1-1,0 1,0 0,0-1,0 1,0 0,0 0,0 0,0-1,0 1,1 0,-1 1,0-1,1 0,-1 0,1 0,-1 1,1-1,-1 1,1-1,-1 1,1 0,-1 0,1 0,0-1,-1 1,1 1,-1-1,1 0,0 0,-1 1,1-1,0 1,22 9,0-1,1-2,0 0,1-1,1-2,101 6,121-6,-155-5,1838-11,-11 26,-483-4,-1402-5,-49 5,-61-7,48-10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2:02.47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64,'12'4,"1"-1,-1 0,0-1,1 0,-1-1,1 0,0-1,-1-1,1 0,0-1,-1 0,3-1,6 0,155-15,1 7,34 9,261-12,-242 2,-150 5,1 3,-1 4,28 5,-10 6,-1 4,29 11,-69-9,-1 3,0 2,-2 3,29 18,-55-24,0 2,-2 0,0 2,-2 1,-1 1,0 0,-2 2,-1 1,9 17,58 73,-58-84,-17-22,-1 1,0 0,-1 1,0 0,-1 1,0-1,-2 2,1-1,-2 1,0 0,0 4,77 306,-70-274,-3 1,-3 1,-1-1,-3 1,-3 0,-1 0,-3 0,-3-1,-4 14,-35 137,28-135,2 0,4 1,2 0,1 62,10-126,-1-16</inkml:trace>
  <inkml:trace contextRef="#ctx0" brushRef="#br0" timeOffset="1701.565">2406 158,'61'-28,"2"3,0 3,1 2,1 3,1 3,0 3,3 2,95 3,111 12,-223-4,1 2,-1 2,0 3,-1 1,0 3,37 15,-70-19,0 1,-1 0,0 2,0 0,-1 0,-1 2,0 0,-1 0,-1 1,0 1,-1 1,5 8,4 2,-2 1,-1 1,-1 1,-1 0,-2 1,-1 0,-1 1,-2 1,0 5,17 287,-20-104,-10 11,-38 166,28-42,3-269,5-79,1-11</inkml:trace>
  <inkml:trace contextRef="#ctx0" brushRef="#br0" timeOffset="5064.272">2673 1281,'0'-41,"17"66,-6-7,1-1,0-1,1 0,1-1,1 0,0-1,1-1,0 0,1-1,17 8,-25-15,-1 0,1-1,0-1,0 1,0-2,0 1,1-1,-1 0,1-1,-1 0,1-1,0 0,-1 0,1-1,0 0,-1-1,0 0,1-1,-1 0,0 0,0-1,0 0,-1 0,3-3,32-27,-9-1</inkml:trace>
  <inkml:trace contextRef="#ctx0" brushRef="#br0" timeOffset="6046.735">3917 1335,'0'7,"0"0,1 0,0 0,0 0,0 0,1 0,0 0,1 0,0-1,0 1,0-1,0 0,1 0,0 0,0 0,1 0,0-1,0 0,0 0,1-1,-1 1,1-1,0 0,4 2,6-1,0 0,0 0,0-2,1 0,-1 0,1-2,0 0,-1-1,1-1,0 0,-1-1,1-1,-1-1,0 0,0-1,0-1,-1 0,0-1,0-1,9-6,2-2,-1-1,-1-1,0-1,-1 0,-1-2,-1-1,-2-1,0 0,-1-2,6-10,18-37</inkml:trace>
  <inkml:trace contextRef="#ctx0" brushRef="#br0" timeOffset="6714.822">3181 1307,'-6'0,"-17"5,-24 10,-32 15,-2 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2:25.85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182 277,'-7'21,"-2"20,0 16,0 13,-2 8,2 2,0-5,-1-10,2-15</inkml:trace>
  <inkml:trace contextRef="#ctx0" brushRef="#br0" timeOffset="308.169">21 90,'-4'-8,"-12"-42,16 49,0 0,0 0,0-1,0 1,0 0,0 0,1 0,-1-1,0 1,1 0,-1 0,0 0,1 0,0 0,-1 0,1 0,0 0,-1 0,1 0,0 0,0 0,0 0,0 1,0-1,0 0,0 1,0-1,0 1,0-1,0 1,0-1,0 1,0 0,1-1,-1 1,0 0,0 0,0 0,1 0,15 0,0 0,0 2,-1 0,1 1,-1 0,1 1,-1 1,7 4,-4-3,-12-4,26 7,0 1,0 2,-1 2,0 1,-2 1,1 1,14 13,-41-28,-1 0,0 1,0-1,0 1,-1-1,1 1,0 0,-1 0,0 0,0 0,0 1,0-1,0 0,-1 1,1-1,-1 1,0 0,0 0,0-1,-1 1,1 0,-1 0,0 0,0-1,0 1,-1 0,1 0,-1 0,0-1,0 1,0 0,-1-1,-1 4,-8 6,-1 0,0 0,-1-2,0 0,-1 0,0-1,0 0,-1-2,0 0,-1 0,0-2,-7 3,-53 20,59-23</inkml:trace>
  <inkml:trace contextRef="#ctx0" brushRef="#br0" timeOffset="553.511">783 64,'-16'16,"-5"14,0 16,5 16,4 15,3 13,0 10,-1 3,-2 1,-5-5,1-18</inkml:trace>
  <inkml:trace contextRef="#ctx0" brushRef="#br0" timeOffset="803.84">476 545,'-7'-2,"4"-1,15 0,21-2,25-2,23-4,14-3,7-1,-14 1</inkml:trace>
  <inkml:trace contextRef="#ctx0" brushRef="#br0" timeOffset="1185.158">903 1026,'15'-24,"-1"0,-1-1,-2 0,0-1,-2 0,0-1,-2 0,-1 0,-2-1,0 1,-1-7,-3 28,0 0,0 0,-1 0,0 1,0-1,0 0,-1 1,0-1,0 1,0-1,0 1,-1 0,0 0,0 0,-3-2,7 7,-1 0,0 0,0 0,0 0,1 0,-1 0,0 0,0 0,0 0,1 0,-1 0,0 0,0 0,0-1,1 1,-1 0,0 0,0 0,0 0,0 0,1 0,-1-1,0 1,0 0,0 0,0 0,0 0,0-1,0 1,1 0,-1 0,0 0,0-1,0 1,0 0,0 0,0 0,0-1,0 1,0 0,0 0,0 0,0-1,0 1,0 0,0 0,0 0,0-1,-1 1,1 0,0 0,0 0,0-1,0 1,0 0,0 0,0 0,-1 0,1 0,0-1,0 1,0 0,0 0,-1 0,26 4,-17-3,5 1,9 1,0 0,-1 1,0 1,0 2,0 0,-1 0,0 2,6 4,-21-9,0-1,-1 1,0 0,1 0,-1 0,-1 0,1 1,-1 0,0 0,0 0,0 0,-1 0,1 0,-1 1,-1-1,1 1,-1 0,0-1,0 1,-1 0,1 0,-1-1,0 1,-1 1,-2 17,-1 0,-1 0,-1 0,-1-1,-2 4,0-1,8-25,0 1,0-1,0 1,1-1,-1 1,0 0,1-1,-1 1,1 0,-1 0,1-1,0 1,0 0,0 0,0 0,0-1,0 1,0 0,1 0,-1-1,1 1,-1 0,1 0,0-1,-1 1,1-1,0 1,0-1,0 1,0-1,1 1,-1-1,0 0,1 0,-1 1,0-1,1 0,-1 0,1-1,0 1,-1 0,1 0,0-1,-1 1,1-1,0 0,0 1,0-1,17 1,-1 0,1-1,0-2,-1 0,1 0,-1-2,0 0,8-4,-8 4,80-22,-3-2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2:33.85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256 562,'-7'-3,"-1"0,0 0,0 1,0 0,0 1,-1 0,1 0,0 1,-1 0,1 0,0 1,0 0,-1 0,1 1,0 0,0 1,0 0,1 0,-1 0,1 1,0 0,0 1,0 0,0 0,1 0,0 1,0 0,0 0,1 0,-2 3,3-2,1 0,0 0,0 0,1 0,-1 1,2-1,-1 1,1 0,0-1,0 6,1-11,0 1,0 0,1-1,-1 1,1 0,-1-1,1 1,0-1,0 1,0-1,0 1,0-1,1 1,-1-1,1 0,0 0,-1 0,1 0,0 0,0 0,0-1,0 1,1-1,-1 1,0-1,1 0,-1 0,1 0,-1 0,1 0,1 0,9 1,0-1,0-1,0 0,0 0,0-2,0 1,0-2,0 1,0-2,0 0,-1 0,0-2,0 1,0-1,-1-1,0 0,0-1,-1 0,2-2,-8 8,-1-1,0 0,0 0,0 1,0-2,0 1,-1 0,1-1,-1 1,0-1,0 0,-1 1,1-1,-1 0,1 0,-1 0,0 0,-1 0,1 0,-1-1,0 1,0 0,0-1,-1 4,1 0,0 0,-1 0,1 1,-1-1,1 0,-1 0,0 1,1-1,-1 1,0-1,1 0,-1 1,0 0,0-1,0 1,1-1,-1 1,0 0,0-1,0 1,0 0,0 0,0 0,0 0,1 0,-1 0,0 0,0 0,0 0,0 0,0 0,0 1,0-1,1 0,-1 1,0-1,0 0,0 1,1-1,-1 1,0 0,0-1,1 1,-1 0,-28 31,28-29,0 0,0 0,0 0,1 0,-1 0,1 0,-1 0,1 0,0 0,0 0,1 0,-1-1,0 1,1 0,0 0,0 0,0 0,0 0,0 0,0-1,1 1,-1-1,1 1,0-1,0 1,0-1,0 0,0 0,0 0,1 0,0 0,5 4,0-1,0 1,1-2,0 1,0-1,0-1,1 1,-1-2,2 1,0-1,0 0,0 0,0-1,0-1,1 0,-1 0,0-1,0-1,0 0,0 0,0-1,0 0,-1-1,1-1,-1 1,0-2,0 1,-1-1,0-1,0 1,0-2,-1 1,0-1,0-1,-1 1,0-1,-1 0,0-1,0 0,0-2,9-25,-2 0,-1-1,-2-1,-2 1,-1-1,-2-1,-2 1,-2-1,-3-38,1 71,2 1,-1 0,0 0,0 0,0 0,-1 0,0 0,0 1,-1-1,0 0,0 1,0-1,0 1,-1-1,0 1,0 0,0 0,-1 1,-1-2,4 5,-1 1,1-1,-1 1,1-1,-1 1,1 0,-1 0,1 0,-1 0,1 0,-1 0,1 0,-1 0,0 1,1-1,-1 1,1-1,0 1,-1-1,1 1,-1 0,1 0,0 0,0 0,-1 0,1 0,0 0,0 0,0 0,0 0,0 1,1-1,-1 1,-10 13,1 0,1 1,1 0,0 1,1 0,1 0,1 1,0-1,1 1,1 0,1 0,0 1,2 3,-2-2,2 0,0 0,1 0,1 1,1-1,1-1,1 1,0-1,2 1,0-2,1 1,1-1,0 0,2-1,0 0,1-1,0 0,2 0,-1-2,15 12,-22-21,0-1,1 0,-1 0,0-1,1 0,0 0,0 0,0-1,0 0,0-1,0 1,1-1,-1-1,0 1,1-1,-1 0,0-1,1 0,-1 0,0-1,0 0,0 0,0 0,0-1,0 0,-1-1,1 1,-1-1,0 0,2-2,12-15,-1-1,-1-1,0-1,-2 0,-1-1,-1 0,-1-2,-2 1,0-1,-2-1,0 0,-2-1,12-37,-2 0,-3-1,-3-1,1-49,-14 89,-9 26,-33 73,27-31,2 0,2 1,2 1,1 0,2 1,2-1,2 1,2 1,2-1,1 0,7 32,-5-52,1-1,0 1,2-1,1 0,1 0,1-1,0 0,2 0,0-2,2 1,0-1,1-1,12 12,-25-28,0 0,0-1,1 1,-1 0,1-1,-1 1,1-1,0 0,0 1,-1-1,1 0,0 0,0 0,0-1,0 1,0 0,1-1,-1 1,0-1,0 0,0 1,0-1,0 0,1-1,-1 1,0 0,0 0,0-1,0 0,0 1,0-1,0 0,1 0,7-13</inkml:trace>
  <inkml:trace contextRef="#ctx0" brushRef="#br0" timeOffset="248.882">992 348,'14'-7,"17"-4,25-3,23 1,19 1,-8 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2:32.64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1,'3'224,"-2"-220,-1-1,0 1,1 0,-1 0,1-1,0 1,0-1,1 1,-1-1,1 1,-1-1,1 0,0 1,0-1,1 0,-1 0,1-1,-1 1,1-1,0 1,0-1,0 0,0 0,1 0,-1 0,0-1,1 1,-1-1,1 0,0 0,-1 0,1 0,0-1,-1 0,1 1,0-2,0 1,5-2,0-1,0 0,0-1,-1 0,0 0,0-1,0 0,0 0,-1-1,0 0,0-1,0 1,-1-1,0 0,0-1,-1 1,0-1,0 0,-1-1,0 1,0-1,-1 0,0 0,-1 0,0 0,0 0,-1 0,0-1,-1-3,-1-6,-10 45,10-19,0 0,0 0,1 1,0-1,1 1,0-1,0 0,0 0,1 0,0 1,0-1,1-1,0 1,0 0,0-1,1 1,0-1,0 0,1-1,0 1,0-1,0 0,1 0,-1 0,1-1,0 0,6 3,18 8</inkml:trace>
  <inkml:trace contextRef="#ctx0" brushRef="#br0" timeOffset="346.003">603 68,'-5'10,"0"0,1 0,0 1,0-1,2 1,-1 0,1-1,0 7,2-13,0-1,0 1,0-1,1 1,-1 0,1-1,0 1,0-1,0 1,0-1,1 1,-1-1,1 0,0 0,0 0,0 0,1 0,-1 0,0-1,1 1,0-1,0 1,0-1,0 0,0 0,0-1,1 1,3 2,2-1,-1 0,0-1,0 0,1 0,-1-1,1 0,0 0,-1-1,1 0,0-1,-1 0,1 0,-1-1,1 0,-1 0,0-1,0 0,0 0,0-1,0 0,-1-1,0 1,0-2,0 1,0-1,-1 0,0 0,0 0,-1-1,0 0,0 0,0-1,-1 1,0-1,-1 0,0 0,0 0,0 0,-1-1,-5-22,3 31,0-1,0 1,0 0,0-1,0 1,0-1,-1 1,1-1,0 1,0 0,0-1,0 1,-1 0,1-1,0 1,0-1,-1 1,1 0,0 0,-1-1,1 1,0 0,-1 0,1-1,0 1,-1 0,1 0,-1 0,1-1,-1 1,1 0,0 0,-1 0,1 0,-1 0,1 0,-1 0,1 0,0 0,-1 0,1 0,-1 0,1 1,0-1,-1 0,1 0,-1 0,1 0,0 1,-1-1,1 0,0 0,-1 1,1-1,0 0,-1 1,1-1,0 0,0 1,-1-1,1 0,0 1,0 0,-2 1,1 1,-1 0,1 0,0-1,0 1,0 0,1 0,-1 0,1 0,0 0,-1 1,1-1,0 0,1 0,-1 0,1 0,-1 0,1 0,0 0,0 0,0 0,1-1,-1 1,0 0,1-1,0 1,0-1,0 1,0-1,0 0,0 0,1 0,2 2,11 7,1-1,0-1,1 0,0-1,0-1,1-1,0 0,0-2,0 0,16 0,-28-2,94 14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2:29.84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0 454,'28'-3,"-1"-1,1-2,-1 0,-1-2,1-1,-1-2,-1 0,0-1,13-10,-7 7,-1-1,0-2,-1-1,-1-2,-1 0,11-13,-10-9,-27 42,-1 0,1 0,-1 0,0 0,1 0,-1 0,0 0,0 0,0-1,0 1,0 0,0 0,0 0,0 0,0 0,-1 0,1 0,0 0,-1-1,1 1,0 0,-1 0,0 0,1 1,-1-1,0 0,1 0,-1 0,0 0,0 0,0 1,1-1,-1 0,0 1,0-1,0 1,0-1,0 1,0 0,-1-1,1 1,0 0,-3 0,-1 0,0 0,0 0,1 1,-1 0,1 0,-1 0,1 1,-1-1,1 1,0 0,0 1,0-1,0 1,0-1,0 1,1 0,-1 1,1-1,0 1,0-1,0 1,0 0,1 0,0 0,0 0,0 0,0 1,-1 3,-13 38,2 1,1 0,3 0,2 1,2 0,3 1,1-1,2 2,0-50,-2 550,-8-468,2-60</inkml:trace>
  <inkml:trace contextRef="#ctx0" brushRef="#br0" timeOffset="1116.86">147 721,'31'-15,"2"1,0 1,0 2,1 2,0 1,1 1,13 1,-28 3,-1 1,1 0,-1 2,1 0,16 3,-32-3,0 0,0 1,0 0,0 0,0 0,-1 0,1 1,0 0,0-1,-1 1,1 1,-1-1,0 0,0 1,0 0,0-1,0 1,0 1,-1-1,1 0,-1 0,0 1,0 0,0-1,-1 1,1 0,-1 0,0 0,0 0,0 3,1 16,-2-20,-1 0,1-1,0 1,0 0,0 0,0-1,0 1,1 0,-1 0,1-1,0 1,0 0,0-1,0 1,0-1,0 1,1-1,-1 0,1 1,0-1,0 0,-1 0,1 0,1 0,-1-1,0 1,0 0,1-1,-1 0,1 1,-1-1,1 0,-1 0,1-1,0 1,4 0,0-1,0 0,0-1,-1 1,1-1,0-1,0 1,0-1,-1-1,1 1,-1-1,0 0,0 0,3-2,-6 3,-1 1,1-1,-1 0,1 0,-1 0,0 0,1 0,-1 0,0 0,-1-1,1 1,0-1,-1 1,1-1,-1 0,0 0,0 0,0 0,0 1,0-1,-1 0,1 0,-1-1,0 1,0 0,0 0,0 0,-1 0,1 0,-1 0,0 0,0 0,0-1,-5-3,1 1,-1 0,0 0,0 1,-1 0,1 0,-1 0,0 1,-1 0,1 0,-1 1,1 0,-1 0,0 1,0 0,-1 0,1 1,0 0,0 0,-1 1,-7 0,-5 3,21-3,0 0,0 0,0 0,0 1,0-1,0 0,0 0,0 0,0 1,0-1,0 0,0 0,0 0,0 0,0 1,0-1,0 0,0 0,0 0,-1 0,1 1,0-1,0 0,0 0,0 0,0 0,0 0,0 1,-1-1,1 0,0 0,0 0,0 0,0 0,-1 0,1 0,0 0,0 0,0 0,0 0,-1 0,1 0,19 3,-1-2,1 0,-1-2,1 0,-1-1,1 0,-1-2,12-3,-1-1,0 0,-1-2,0-1,0-1,-1-1,-1-1,0-2,-1-1,0-1,10-10,-22 16,0-1,0 0,-1-1,-1 0,-1-1,0 0,0 0,-2-1,0 0,0-1,-2 0,0 0,-1 0,-1-1,0 0,-2 0,0 0,-1-1,0 12,0 0,-1 1,0-1,0 0,-1 0,0 0,0 1,-1-1,0 0,0 1,0-1,-1 1,0 0,0 0,0 0,-1 0,0 1,0-1,-1 1,1 0,-1 0,0 1,-1-1,1 1,-1 0,-3-1,5 4,1 0,0 1,0-1,-1 1,1 0,0 0,0 0,-1 0,1 1,0-1,0 1,0 0,-1 0,1 0,0 0,0 1,0-1,1 1,-1 0,0 0,1 0,-1 0,1 0,-1 1,1-1,0 1,0-1,0 1,-1 2,-41 91,33-55,2 0,2 1,2 0,2 0,1 1,3-1,1 0,2 0,2 0,9 31,-13-60,0 0,1 0,1 0,0-1,1 1,1-1,0 0,0 0,1-1,0 0,1 0,1-1,-1 0,2 0,-1-1,1 0,1-1,-1 0,2 0,-1-1,1-1,8 4,-13-9,-1 0,0-1,0 0,1 0,-1 0,0 0,0-1,1 0,-1-1,0 0,0 1,0-2,-1 1,1-1,0 0,-1 0,0 0,1-1,-1 0,-1 0,1 0,-1-1,1 1,-1-1,-1 0,1 0,-1-1,0 1,0-1,0 1,-1-1,0 0,0 0,1-5,9-16,-12 27,0-1,1 1,-1 0,0-1,1 1,-1 0,0 0,1-1,-1 1,1 0,-1 0,1-1,-1 1,1 0,-1 0,0 0,1 0,-1 0,1 0,-1 0,1 0,-1 0,1 0,-1 0,1 0,-1 0,1 0,-1 0,1 0,-1 0,1 1,-1-1,1 0,-1 0,0 1,1-1,-1 0,1 1,-1-1,0 0,1 1,-1-1,0 0,0 1,1-1,-1 1,0-1,0 1,0-1,1 1,-1-1,0 1,0-1,0 1,0-1,0 1,5 7,-4-5,0 0,0 0,0 0,0 0,1 0,0 0,-1 0,1-1,0 1,0-1,0 1,1-1,-1 0,1 0,-1 0,1 0,0 0,-1-1,1 1,0-1,0 0,0 0,0 0,0 0,1 0,-1-1,0 1,0-1,0 0,3 0,-1-1,1-1,0-1,-1 1,0-1,1 1,-1-1,0-1,-1 1,1-1,-1 0,1 0,-1 0,0-1,0 1,-1-1,0 0,0 0,0 0,0-1,-1 1,0-1,0 1,0-1,0 0,-1 0,0 1,-1-1,1 0,-1 0,0 0,-1 0,1 0,-1 0,0 0,-1 0,-1-4,2 7,-1 0,1 0,-1 0,1 1,-1-1,0 0,0 1,0-1,0 1,-1 0,1 0,-1 0,1 0,-1 0,0 0,0 1,0-1,0 1,0 0,0 0,0 0,0 0,0 1,0-1,-1 1,1 0,0 0,0 0,0 0,-1 0,1 1,-3 0,0 0,0 0,1 1,-1 0,1 0,-1 0,1 1,0 0,0 0,0 0,0 0,0 1,1 0,0 0,0 0,-4 5,5-5,0 0,0 0,0 1,1-1,-1 1,1 0,0 0,0-1,1 1,-1 0,1 1,0-1,1 0,-1 0,1 0,0 1,0-1,1 0,-1 0,1 0,1 0,-1 0,1 0,-1 0,1 0,1 0,-1 0,1-1,-1 0,1 1,1-1,-1 0,23 19</inkml:trace>
  <inkml:trace contextRef="#ctx0" brushRef="#br0" timeOffset="1664.743">2005 467,'-10'-3,"1"0,-1 0,0 1,0 0,0 1,0 0,-1 1,-4 0,12 0,0 0,0 1,0-1,0 1,0 0,1 0,-1 0,0 0,1 1,-1-1,1 1,0-1,-1 1,1 0,0 0,0 0,0 0,0 0,0 0,0 1,1-1,-1 1,1-1,0 1,0-1,0 1,0 0,0 0,0 0,1-1,-1 4,1-1,-1 0,1-1,0 1,1 0,-1 0,1-1,0 1,0 0,1-1,-1 1,1-1,0 0,0 1,0-1,1 0,0 0,-1 0,1-1,1 1,-1-1,3 3,87 61,-71-54,69 56,-90-67,1-1,-1 0,0 0,0 1,0-1,-1 1,1-1,0 1,0-1,-1 1,1 0,-1-1,0 1,1 0,-1-1,0 1,0 0,0-1,0 1,0 0,0-1,-1 1,1 0,0-1,-1 1,1 0,-1-1,0 1,0-1,1 1,-1-1,0 0,0 1,0-1,-1 0,1 1,0-1,0 0,-1 0,1 0,-63 33,55-30,0 0,0-1,0 0,0-1,-1 1,1-2,0 0,-1 0,1 0,-1-1,0-1,1 1,-9-3,17 2,0 0,0 0,0 0,-1-1,1 1,0 0,1-1,-1 1,0-1,0 1,1-1,-1 1,0-1,1 0,0 1,-1-1,1 1,0-1,0 0,0 1,0-1,0 0,0 1,1-1,-1 0,0 1,1-1,-1 0,1 1,0-1,-1 1,1-1,0 1,0 0,0-1,0 1,0 0,0 0,1-1,-1 1,0 0,2 0,23-30,1 1,2 2,1 1,1 1,1 2,12-6,60-28,-103 58,1 0,-1 0,0 0,0 0,0 0,0 0,0 0,1 1,-1-1,0 0,0 1,0-1,0 1,0-1,0 1,0 0,0-1,0 1,0 0,-1 0,1-1,0 1,0 0,-1 0,1 0,0 0,-1 0,1 0,-1 0,0 0,1 0,-1 1,0-1,1 0,-1 0,0 0,0 0,0 0,0 1,0-1,0 0,-1 0,1 0,0 0,0 0,-1 1,1-1,-1 0,1 0,-1 0,1 0,-1 0,0 0,0 6,1-5,-3 115,4-111,0 0,0-1,0 1,1-1,-1 0,1 0,0 1,1-1,0 0,-1-1,1 1,1 0,-1-1,1 0,0 0,0 0,0 0,0 0,4 2,19 6,-2-4</inkml:trace>
  <inkml:trace contextRef="#ctx0" brushRef="#br0" timeOffset="2286.785">2259 294,'23'10,"-1"2,0 1,-1 1,0 1,-2 0,1 1,-2 2,0 0,-1 1,-1 0,11 18,-10-7,0 1,-3 1,0 0,-2 1,-1 0,-8-22,-2-7,-1-1,1 0,-1 0,1 0,0 0,0 1,1-1,-1 0,1-1,-1 1,1 0,0 0,0-1,0 1,0-1,1 1,-1-1,0 0,1 0,0 0,-1-1,1 1,0 0,0-1,0 0,0 0,0 0,1 0,-1 0,0-1,0 1,1-1,-1 0,1 0,8-4,-1 0,0-1,0 0,0 0,-1-2,1 1,-1-1,-1-1,0 0,0 0,0 0,-1-1,0-1,-1 1,0-1,-1-1,0 1,0-1,3-11,-1 2,-8 21,-2 12,0-8,0-1,1 1,0 0,0 0,1 0,-1 0,1 0,0 0,0 0,0 0,1 0,0 0,0 0,0 0,1 0,0-1,-1 1,2 0,-1-1,0 1,1-1,0 0,0 0,0 0,1-1,-1 1,1-1,0 1,0-1,0 0,2 1,2-2,-1 1,1-1,0-1,0 0,-1 0,1 0,0-1,0 0,0 0,0-1,0 0,0-1,-1 0,1 0,0 0,-1-1,0 0,0-1,0 1,0-1,0-1,-1 1,1-1,-1 0,-1-1,1 0,-1 0,0 0,0 0,-1-1,1 1,0-4,-1 3,-1 1,1-2,-1 1,-1 0,1 0,-1-1,-1 1,1-1,-1 0,0 0,-1 1,0-4,-1 10,1 0,-1 0,1 1,-1-1,0 0,1 1,-1-1,0 1,1-1,-1 1,0-1,0 1,1 0,-1-1,0 1,0 0,0 0,0-1,0 1,1 0,-1 0,0 0,0 0,0 0,0 0,0 0,0 0,1 1,-1-1,0 0,0 0,0 1,0-1,1 1,-1-1,0 1,0-1,1 1,-1-1,0 1,1-1,-1 1,1 0,-1-1,1 1,-1 0,1 0,-1 0,1-1,0 1,-1 0,1 0,0 0,0 0,-1-1,1 2,-2 1,0-1,0 1,0 0,0 0,0 0,1 0,-1 0,1 0,0 0,0 0,0 1,0-1,1 0,-1 1,1-1,0 1,0-1,0 0,0 1,1-1,-1 1,1-1,0 0,0 1,0-1,0 0,1 0,-1 0,1 0,0 0,0 0,0-1,0 1,1-1,-1 1,1-1,-1 0,1 1,13 6,-1-1,1 0,0-1,1 0,-1-2,1 0,1-1,-1 0,17 0,-28-3,75 11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2:27.54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1,'0'20,"2"14,6 8,5 4,8-2,10-4,5-8,4-10,3-9,-1-10,-2-12,-3-7,-6-9,-8 0</inkml:trace>
  <inkml:trace contextRef="#ctx0" brushRef="#br0" timeOffset="248.335">401 95,'-16'24,"-202"625,194-534,23-95</inkml:trace>
  <inkml:trace contextRef="#ctx0" brushRef="#br0" timeOffset="1581.209">348 737,'31'-10,"0"2,1 1,0 1,0 2,1 1,2 2,-33 0,0 1,0-1,1 1,-1 0,0-1,1 1,-1 0,0 0,1 1,-1-1,0 0,1 1,-1-1,0 1,1 0,-1 0,0 0,0 0,0 0,0 0,0 0,0 1,0-1,-1 1,1 0,0-1,-1 1,1 0,-1 0,0 0,0 0,0 0,0 0,0 0,0 1,0-1,-1 0,1 0,-1 1,1-1,-1 0,0 1,0-1,0 0,0 1,-1 0,-4 9,0-1,-1-1,0 1,-1-1,0 0,0-1,-1 0,-1 0,1 0,-1-1,-3 1,6-3,-174 147,177-150,2-3,-1 0,1 1,0-1,0 1,0-1,0 1,0-1,0 1,0-1,0 1,0 0,0 0,0 0,0-1,1 1,-1 0,0 0,1 0,-1 0,0 0,1 0,-1 0,1 1,0-1,-1 0,1 0,0 0,0 0,-1 0,1 1,0-1,0 0,0 0,1 0,-1 1,0-1,0 0,1 0,-1 0,1 0,-1 0,1 0,-1 0,1 0,-1 0,1 0,0 0,0 1,91 2,45-18,78-21,-135 21,34-5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2:35.33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105 180,'-19'34,"2"2,2 0,1 1,2 0,2 1,1 1,1 8,9 2,0-49,0 0,0 0,0 0,1 1,-1-1,0 0,0 0,0-1,0 1,1 0,-1 0,0-1,0 1,0 0,0-1,0 1,0-1,0 1,0-1,0 0,0 1,0-1,0 0,0 0,-1 0,1 1,0-1,-1 0,1 0,0 0,-1 0,1 0,-1 0,0-1,1 1,-1 0,0 0,1 0,-1 0,15-32,-1 0,-1-1,-2-1,-2 0,-1 0,-1-1,-2 1,-2-3,9-109,-12 157,-1-2,0 0,1-1,0 1,0 0,1 0,0 0,0 0,1-1,0 1,1-1,-1 1,1-1,1 0,-1 0,1 0,0 0,4 4,-4-10,-1 0,0 0,1-1,-1 1,1-1,-1 1,1-1,-1 0,1-1,-1 1,0-1,1 1,-1-1,0 0,1 0,-1 0,0-1,0 1,0-1,0 0,0 0,0 0,0 0,-1 0,1-1,-1 1,0-1,1 0,-1 1,-1-1,1 0,0 0,-1 0,1-2,8-9,-1 0,-1-1,-1-1,0 1,-1-1,0 0,-2-1,3-11,-8 137,-26 286,26-392,0 0,0 0,1 1,-1-1,1 0,0 0,0 0,0 0,0 0,1 0,-1 0,1 0,0 0,0 0,0 0,0 0,0 0,1 0,-1-1,1 1,0-1,0 1,0-1,0 1,0-1,0 0,1 0,-1 0,1 0,-1-1,1 1,0-1,0 1,-1-1,1 0,0 0,5-3,-1-1,0 1,1-1,-1 0,-1-1,1 0,0 0,-1-1,0 1,0-1,-1 0,1-1,-1 0,0 1,0-2,-1 1,0 0,0-1,0 0,-1 0,0 0,-1 0,1-1,-1-1,5-12,-2 0,0-1,-1 1,-1-1,-2 0,0-18,0 36,0 0,0 0,1 0,-1 0,1 0,0 0,0 1,0-1,0 1,0-1,1 1,0 0,0 0,0 0,0 0,0 0,0 1,2-1,29-35,-15-21,-20 75,-16 84,9-68,3 1,0 0,2 0,2 0,1 0,1 5,0-33,-1 0,1 0,-1-1,1 1,1 0,-1 0,1-1,0 1,0-1,0 1,0-1,1 0,0 0,0 0,0 0,0 0,1-1,-1 1,1-1,0 0,0 0,0-1,0 1,1-1,-1 0,1 0,-1 0,1 0,0-1,0 0,-1 0,1 0,0-1,0 0,0 0,0 0,0 0,0-1,2 0,-1-1,1-1,0 0,-1 0,1 0,-1-1,0 0,0 0,-1-1,1 0,-1 0,0 0,0 0,0-1,-1 0,0 0,0 0,-1 0,0-1,0 1,2-6,34-142,-21-66,-10 175,12 57,-2 6,2 0</inkml:trace>
  <inkml:trace contextRef="#ctx0" brushRef="#br0" timeOffset="261.602">1161 193,'4'11,"7"16,5 14,7 11,4 9,3 3,-1-3,1-5,-3-7,-4-8,-4-8,-2-10,-2-9,-2-6,2-10,-1-4</inkml:trace>
  <inkml:trace contextRef="#ctx0" brushRef="#br0" timeOffset="421.169">1307 274,'-13'2,"-10"5,-5 9,-2 10,-1 10,3 8,-1 6,-2 5,-3 3,5-9</inkml:trace>
  <inkml:trace contextRef="#ctx0" brushRef="#br0" timeOffset="1074.908">1869 207,'-26'71,"-4"-1,-2-1,-4-1,-34 48,65-108,-17 34,22-40,-1-1,1 0,0 0,0 0,0 0,0 0,0 0,1 1,-1-1,0 0,0 0,1 0,-1 0,1 0,-1 0,1 0,-1 0,1 0,-1 0,1 0,0 0,0-1,-1 1,1 0,0 0,0-1,0 1,0 0,0-1,0 1,0-1,0 1,0-1,0 0,0 1,0-1,0 0,1 0,-1 0,16 3,0 0,0-2,0 0,0-1,0-1,0 0,-1-1,1-1,0-1,-1 0,0-1,0-1,15-7,-26 11,-1 0,1 0,-1-1,0 1,1-1,-1 0,0 0,-1-1,1 1,-1-1,1 0,-1 0,0 0,0 0,-1 0,1-1,-1 1,0-1,0 0,-1 0,0 1,1-1,-1 0,-1 0,1-5,-1 10,0-1,0 1,0-1,0 1,0-1,0 1,0-1,0 1,-1-1,1 1,0-1,0 1,0 0,-1-1,1 1,0-1,0 1,-1 0,1-1,0 1,-1 0,1-1,-1 1,1 0,0-1,-1 1,1 0,-1 0,1 0,-1-1,1 1,-1 0,1 0,-1 0,1 0,-1 0,1 0,0 0,-1 0,1 0,-1 0,1 0,-1 0,1 0,-1 1,1-1,-1 0,1 0,-1 0,1 1,0-1,-1 0,1 0,-1 1,1-1,0 0,-1 1,1-1,0 1,-22 24,8 6,2 0,0 1,2 1,2 0,1 0,1 1,2-1,1 1,2 0,1 0,3 5,-3 2</inkml:trace>
  <inkml:trace contextRef="#ctx0" brushRef="#br0" timeOffset="1440.933">2311 353,'-1'4,"1"-1,0 0,0 0,0 1,0-1,0 0,1 0,0 1,-1-1,1 0,0 0,1 0,-1 0,0 0,1 0,0-1,0 1,0 0,0-1,0 1,0-1,0 0,1 0,0 0,-1 0,1 0,0 0,0-1,0 0,0 1,2 0,-2-4,-1 1,1-1,0 0,-1 0,0 0,1 0,-1 0,0-1,0 1,0 0,0-1,-1 0,1 1,-1-1,1 0,-1 0,0 0,0 0,0 0,-1 0,1 0,-1 0,1 0,-1 0,0-1,0 1,-1 0,1 0,-1 0,1 0,-1 0,0 0,0 0,-1-1,1 2,0 0,0 0,-1 0,1 1,-1-1,1 0,-1 1,0-1,1 1,-1 0,0 0,0-1,0 1,0 0,0 0,0 1,0-1,0 0,0 1,-1-1,1 1,0 0,0 0,0 0,-1 0,1 0,0 0,0 1,0-1,-1 0,1 1,0 0,0 0,-1 0,-3 2,0 0,0 1,1-1,0 1,-1 0,1 1,1-1,-1 1,1 0,-1 0,1 1,-13 20</inkml:trace>
  <inkml:trace contextRef="#ctx0" brushRef="#br0" timeOffset="1716.986">2283 795,'2'1,"-1"1,1-1,-1 0,1 0,0 0,-1 0,1 0,0 0,0 0,0 0,0-1,0 1,-1-1,1 0,0 1,0-1,0 0,0 0,0 0,0 0,0-1,0 1,0-1,0 1,0-1,0 1,0-1,0 0,-1 0,1 0,0 0,-1 0,1 0,-1-1,1 1,-1-1,1 1,-1-1,0 1,0-1,0 1,1-2,-3 1,0 0,-1 0,1 0,0 0,-1 0,0 0,1 0,-1 1,0-1,0 1,0 0,0-1,0 1,0 0,0 0,0 0,0 0,0 0,-1 1,1-1,0 1,-1 0,1-1,0 1,-1 0,1 0,0 0,-1 1,1-1,0 1,-1-1,0 1,-40 19,42-19,1-1,-1 1,0 0,1 0,-1-1,0 1,1 0,-1 0,1 0,-1 0,1 0,-1-1,1 1,0 0,-1 0,1 0,0 0,0 0,0 0,0 0,0 0,0 0,0 0,0 0,0 0,0 0,1 0,-1 0,0 0,1 0,-1 0,0 0,1 0,-1 0,1 0,0-1,-1 1,1 0,0 0,-1-1,1 1,0 0,0-1,0 1,23 13,3-4</inkml:trace>
  <inkml:trace contextRef="#ctx0" brushRef="#br0" timeOffset="2264.832">2671 554,'2'-12,"1"-1,0 1,0 0,1 0,1 0,0 0,1 1,0-1,0 2,1-1,1 1,0 0,0 0,1 1,0 0,1 1,0 0,0 0,0 1,8-3,-5-1,10 5,-24 35,-55 201,43-154,7-33,-1 0,-3-1,-1 0,-2-1,-7 13,16-46,-8 36,50-40,-30-5,278 7,-238-5,-9 0</inkml:trace>
  <inkml:trace contextRef="#ctx0" brushRef="#br0" timeOffset="2886.165">1441 153,'3'-7,"0"1,-3 2,-7 10,-10 10,-12 12,-11 12,-6 8,-5 4,8-8</inkml:trace>
  <inkml:trace contextRef="#ctx0" brushRef="#br0" timeOffset="3201.318">1161 59,'0'-4,"0"2,2 12,3 14,8 20,8 16,5 9,-2-8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2:56.43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303 365,'-8'-5,"0"0,0 1,0-1,-1 2,0-1,1 1,-1 1,0 0,0 0,-1 1,1 0,0 0,0 1,-1 0,1 1,0 0,0 0,0 1,0 0,0 1,0 0,0 0,1 1,0 0,-1 1,-2 2,4-1,2 1,-1-1,1 1,0 0,0 1,0-1,1 1,1 0,-1 0,1 0,1 1,0-1,0 1,0 1,1-6,0 0,1 0,0-1,0 1,0 0,0 0,0 0,1-1,0 1,-1 0,1-1,1 1,-1 0,0-1,1 1,0-1,0 0,0 0,0 0,1 0,-1 0,1 0,-1 0,1-1,0 1,0-1,0 0,1 0,-1 0,0 0,1-1,-1 0,3 1,0 0,0-1,0 0,0 0,0-1,0 0,-1 0,1-1,0 1,0-1,0 0,0-1,0 1,-1-1,1-1,-1 1,0-1,1 1,-1-2,4-2,4-3,-1-1,0 0,0-1,-1-1,-1 0,9-11,-8 7,-1 1,-1-2,0 0,-1 0,-1 0,0-1,-1 0,-1 0,-1-1,-1 1,0-1,-2 0,0 0,-1 0,0 0,-2 1,0-1,-1 0,-2 1,1-1,-2 1,0 1,-2-2,-22-17,29 35,1 1,-1-1,0 1,0 0,0-1,0 1,0 0,0 0,0-1,0 1,0 0,0 0,0 0,0 0,0 0,0 0,0 1,0-1,0 0,0 0,1 1,-1-1,0 0,0 1,0-1,0 1,0 0,1-1,-1 1,0-1,0 1,1 0,-1 0,1-1,-1 1,0 0,1 0,-1 0,1 0,0 0,-1-1,1 1,0 0,-1 1,-4 14,1 0,0 1,2-1,-1 1,2-1,0 1,1 0,1 0,0 0,2 3,-1 5,0 1,2 0,1-1,1 1,1-1,1-1,1 1,1-2,1 1,1-1,15 20,-24-39,0-1,0 1,0-1,1 0,-1 0,1 0,0-1,-1 1,1-1,0 0,1 0,-1 0,0 0,0-1,1 0,-1 0,1 0,-1 0,1-1,-1 0,1 1,0-2,-1 1,1-1,-1 1,1-1,-1 0,0-1,1 1,-1-1,0 0,0 0,0 0,0-1,0 1,1-2,6-5,0 1,0-1,-1-1,-1 1,0-2,0 1,-1-1,0-1,-1 1,0-1,-1-1,0 1,-1-1,-1 0,0 0,0-1,-2 1,2-14,-12 7,-9 41,15-16,-1 1,1 0,1 0,-1 0,1 0,0 0,0 0,1 1,0-1,0 0,0 0,1 0,0 0,0 1,0-1,1 0,0 0,0-1,1 1,-1 0,1-1,1 0,-1 1,1-1,0-1,0 1,0 0,1 0,35 19,2-7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2:57.12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11,'18'51,"-2"0,-3 0,-1 1,-3 1,-3 0,-1 0,-3 0,-4 31,2-37,-3-1,-2 0,-1 0,-13 39,9-57,10-29,0 1,0-1,0 1,0 0,0-1,0 1,0 0,0-1,0 1,0 0,0-1,0 1,-1-1,1 1,0 0,0-1,0 1,0 0,-1 0,1-1,0 1,0 0,-1-1,1 1,0 0,-1 0,1 0,0-1,-1 1,1 0,0 0,-1 0,1 0,0 0,-1 0,1-1,0 1,-1 0,1 0,-1 0,1 0,0 0,-1 0,1 1,0-1,-1 0,1 0,0 0,-1 0,1 0,0 0,-1 1,1-1,0 0,-1 0,1 0,0 1,-1-1,1 0,0 1,0-1,-1 0,-3-28,1 0,2-1,0 1,2-1,2-7,-1-14,14-363,-15 400,11-61,-12 72,1 0,0-1,0 1,0 0,0 0,0 0,1 0,-1 1,1-1,-1 0,1 1,0-1,-1 0,1 1,0 0,0 0,0-1,0 1,0 0,0 0,1 1,-1-1,0 0,0 1,0 0,1-1,-1 1,0 0,1 0,10 1,-1 1,0 0,0 0,0 1,0 1,-1 0,1 1,-1 0,0 1,0 0,-1 1,3 2,-10-7,0 0,0 0,-1 0,1 0,-1 0,0 1,1-1,-1 1,0 0,-1 0,1 0,0 0,-1 0,1 0,-1 0,0 0,0 0,-1 1,1-1,-1 0,1 1,-1-1,0 0,0 1,0-1,-1 1,1-1,-1 0,0 0,0 1,0-1,0 0,-1 0,1 0,-1 0,0 0,0 0,0-1,0 1,0-1,0 1,-3 1,-2 2,0 0,0 0,-1-1,0 0,0-1,-1 1,1-2,-1 1,0-1,0 0,0-1,0 0,0 0,-1-1,10-1,0 0,-1 0,1 1,0-1,0 0,0 0,-1 0,1 1,0-1,0 0,-1 0,1 0,0 0,-1 0,1 0,0 0,0 0,-1 1,1-1,0 0,-1 0,1 0,0 0,-1-1,1 1,0 0,0 0,-1 0,1 0,0 0,-1 0,1 0,0 0,0-1,-1 1,1 0,0 0,0 0,-1-1,1 1,0 0,0 0,0-1,0 1,-1 0,1 0,0-1,0 1,0 0,0 0,0-1,0 1,0 0,0-1,0 1,0 0,0-1,0 1,0 0,0 0,0-1,0 1,0 0,0-1,0 1,0 0,0-1,18-13,7 1,1 1,1 1,0 1,21-4,-25 8,0-2,-1 0,1-1,-1-1,-1-1,0 0,8-8,-24 15,-1 1,-1-1,1 0,0 1,-1-2,0 1,0 0,0-1,-1 1,1-1,-1 0,1-2,-3 5,1 1,-1-1,0 0,0 1,1-1,-1 0,0 1,-1-1,1 0,0 0,0 1,-1-1,1 1,-1-1,1 0,-1 1,0-1,1 1,-1-1,0 1,0 0,0-1,0 1,-1 0,1 0,0 0,0-1,-1 1,1 1,0-1,-1 0,1 0,-1 0,0 1,1-1,-1 1,1-1,-1 1,-1 0,-1-2,0 2,0-1,0 0,0 1,0 0,0 0,-1 0,1 0,0 1,0-1,0 1,0 0,0 0,1 1,-1-1,0 1,0 0,1 0,-1 0,1 0,0 1,0-1,0 1,0 0,0 0,0 0,1 0,-1 1,1-1,0 1,0-1,0 1,1 0,-1-1,1 1,0 0,0 0,0 0,1 0,-1 0,1 1,0-1,0 0,0 0,1 0,0 0,-1 0,2 0,-1 0,0 0,1-1,-1 1,1 0,1 0,7 6,0-2,1 1,0-1,0-1,1 0,0 0,1-2,-1 1,1-2,0 1,0-2,0 0,1 0,-1-1,1-1,10 0,52 7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2:58.03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172 495,'-11'1,"1"2,0-1,-1 1,1 1,0 0,1 0,-1 1,1 0,0 1,0 0,-3 2,8-5,0 1,0-1,0 1,0 0,1 0,-1 0,1 1,0-1,1 1,-1 0,1 0,0 0,0 0,0 0,0 0,1 0,0 1,0-1,1 0,0 1,0-1,0 0,0 1,2-1,0-1,1 1,-1 0,1-1,0 0,0 0,0 0,0 0,1 0,0-1,0 0,0 1,0-1,0-1,1 1,-1-1,1 1,-1-1,1-1,0 1,0-1,0 0,0 0,0 0,0 0,0-1,1 0,3-1,10 3,-1-1,1-1,-1-1,1 0,-1-1,0-1,0-1,0-1,0 0,-1-2,1 0,-2 0,1-2,-1 0,2-2,7-16,-32 37,6-7,0 1,0-1,0 1,1-1,-1 0,1 1,0-1,0 1,0 0,0-1,1 0,-1 1,1-1,0 1,0-1,0 0,0 1,1-1,0 0,-1 0,1 0,0 0,0 0,0-1,1 1,-1 0,1-1,0 0,-1 0,1 0,0 0,0 0,0 0,0-1,1 1,-1-1,0 0,3 0,0 1,0 0,0 0,0-1,0 0,0-1,0 1,0-1,1 0,-1 0,0-1,0 0,0 0,0-1,0 1,0-1,0-1,-1 1,1-1,-1 0,1 0,-1 0,0-1,0 0,-1 0,1 0,-1-1,0 1,0-1,0 0,-1 0,1 0,-1-1,-1 1,1-1,-1 0,1-3,-3 7,1-1,-1 0,0 1,0-1,0 0,0 0,-1 1,1-1,-1 0,1 1,-1-1,0 1,0-1,-1 1,1-1,0 1,-1 0,1-1,-1 1,0 0,0 0,1 0,-1 1,-1-1,1 0,0 1,0-1,-1 1,1 0,-1-1,1 1,-1 0,1 1,-1-1,0 0,1 1,-2 0,-105-5,102 6,3-1,1 0,-1 0,0 1,0-1,1 1,-1 0,0 0,1 0,-1 0,1 1,0-1,-1 1,1 0,0 0,0 1,3-3,0 1,0-1,0 1,0 0,0-1,0 1,0-1,0 1,0-1,0 1,0-1,1 1,-1-1,0 1,0-1,1 1,-1-1,0 1,1-1,-1 1,0-1,1 0,-1 1,1-1,-1 0,1 1,-1-1,1 0,-1 1,1-1,-1 0,1 0,-1 0,1 0,-1 1,1-1,-1 0,1 0,0 0,-1 0,1 0,-1 0,1-1,19 4,0-1,0-1,1-1,-1 0,0-2,0 0,0-2,9-2,5-1,-1-1,0-2,0-2,-1 0,-1-2,0-2,-1-1,23-16,-40 23,0 0,0 0,-1-1,-1-1,0 0,0 0,-2-1,1 0,-1-1,-1 0,-1-1,0 1,-1-2,0 1,-1 0,-1-1,-1 0,0 0,0-10,-2 16,-1-1,-1 1,0-1,0 1,-1-1,-1 1,1 0,-2 0,1 0,-1 0,-1 0,-3-4,6 10,-1-1,0 1,-1-1,1 1,-1 0,1 0,-1 1,0-1,-1 1,1 0,-1 0,1 0,-1 1,0-1,0 1,0 0,0 1,0-1,0 1,-1 0,1 0,0 1,-1 0,1 0,-2 0,1 1,1 0,-1 0,0 1,1-1,-1 2,1-1,-1 0,1 1,0 0,0 0,1 1,-1-1,1 1,-1 0,1 0,0 0,0 1,1 0,0-1,0 1,-2 4,-3 5,1 1,1-1,1 1,0 1,0-1,2 1,-1 6,1 10,2 0,1 0,1 0,2 0,1 0,2 0,1-1,2 1,0-2,2 1,2-2,0 0,2 0,2-1,0-1,7 7,-17-23,-1-1,2 0,-1 0,2-1,-1 0,1 0,0-1,1 0,0-1,0 0,1 0,0-1,0-1,2 1,-9-6,-1 1,1-2,-1 1,1 0,-1 0,0-1,1 0,-1 0,0 0,0 0,1 0,-1-1,0 1,0-1,0 0,-1 0,1 0,0 0,-1-1,1 1,-1-1,0 1,0-1,0 0,0 0,0 0,-1 0,1 0,-1 0,0 0,0-1,12-24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2:59.96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1,'117'316,"-94"-270,-22-46,0 0,0 0,0 0,0 0,0-1,0 1,0 0,-1 0,1 0,0-1,0 1,0-1,0 1,-1 0,1-1,0 0,0 1,-1-1,1 1,0-1,-1 0,1 1,0-1,-1 0,1 0,-1 1,0-1,1 0,-1 0,0 0,1 0,-1 0,0 0,0 0,64-217,-64 218,0 0,1 1,-1-1,0 0,0 0,0 1,0-1,0 0,1 1,-1-1,0 0,0 0,0 0,1 1,-1-1,0 0,0 0,1 0,-1 1,0-1,0 0,1 0,-1 0,0 0,0 0,1 0,-1 0,0 0,1 0,-1 0,0 0,1 0,-1 0,0 0,0 0,1 0,-1 0,0 0,1 0,-1 0,0 0,0 0,1-1,-1 1,0 0,0 0,1 0,-1-1,0 1,0 0,3 32,13 57,-15-86,0-1,0 1,1-1,-1 1,1-1,0 0,0 1,0-1,0 0,0 0,0-1,0 1,1 0,-1-1,1 1,-1-1,1 0,0 0,-1 0,1 0,0 0,0 0,0-1,-1 0,1 1,0-1,0 0,0 0,0-1,0 1,9-3,0-1,-1 0,0-1,0 0,0-1,-1 0,0 0,0-1,0-1,-1 0,0 0,0 0,-1-1,-1-1,1 1,2-7,10-21,-30 52,8-10,1 0,0 0,0 0,1 0,0 0,0 0,0-1,0 1,1 0,-1 0,1 0,0 0,1 0,-1-1,1 1,0-1,0 1,1-1,-1 0,1 0,0 0,0 0,0 0,1 0,-1-1,1 0,0 0,0 0,0 0,0 0,1-1,-1 0,2 1,5 2,0-1,0 0,0-1,1 0,-1 0,1-1,-1-1,1 0,0-1,0 0,0 0,-1-2,1 1,-1-1,1-1,-1 0,0-1,0 0,0-1,0 0,-1 0,0-1,0-1,0 0,-1 0,0 0,0-2,-1 1,0-1,2-3,-8 10,-1 0,1 0,-1 0,0 0,1-1,-1 1,0 0,0-1,0 1,-1 0,1-1,-1 1,1-1,-1 1,0-1,0 1,0-1,0 0,0 1,0-1,-1 1,0 0,1-1,-1 1,0-1,0 1,0 0,0-1,-1 1,1 0,0 0,-1 0,0 0,1 0,-1 1,0-1,0 0,0 1,0-1,0 1,-1 0,1 0,0 0,-1 0,1 0,0 0,-1 1,1-1,-1 1,1-1,-1 1,-1 0,0 1,0 1,0-1,1 1,-1 0,0 0,1 0,-1 0,1 1,0 0,-1-1,1 1,1 0,-1 1,0-1,1 0,0 1,-1-1,1 1,1 0,-1 0,0 0,1-1,0 2,0-1,0 0,1 0,-1 0,1 0,0 0,0 1,0-1,1 0,-1 0,1 0,0 0,1 0,-1 0,0 0,1 0,0 0,0-1,0 1,1-1,1 3,2 0,0 1,0-1,1 0,0-1,0 1,0-1,1-1,0 1,0-1,0-1,0 0,1 0,-1 0,1-1,0 0,0-1,-1 0,3 0,-5-1,0 1,0-1,0-1,1 1,-1-1,0 0,0 0,0-1,-1 1,1-1,0-1,0 1,-1-1,0 0,1 0,-1-1,-1 1,1-1,0 0,-1-1,0 1,0-1,0 1,0-1,-1-1,2-3,0-4,-1 0,0 0,-1 0,0-1,-1 0,-1 1,0-1,-1 0,-1-5,2-29,-1 47,0-1,0 1,1-1,-1 0,0 1,1-1,-1 1,1 0,-1-1,1 1,0-1,0 1,0 0,0 0,-1-1,2 1,-1 0,0 0,0 0,0 0,0 0,1 0,-1 0,0 1,1-1,-1 0,1 1,-1-1,1 1,-1-1,1 1,-1 0,1 0,-1 0,1 0,0 0,60 7,-52-5,109 38,-113-37,-1 0,0 0,0 1,0-1,-1 1,1 0,-1 0,0 0,0 1,-1 0,1-1,-1 1,0 0,0 1,-1-1,1 0,-1 1,0 0,1 5,-3-1,1 0,-1 0,0-1,-1 1,-1 0,1 0,-1-1,-1 1,-1 3,-9 48,13-59,-1 1,1-1,0 1,0-1,1 0,-1 1,0-1,1 0,-1 1,1-1,0 0,0 0,0 0,0 1,0-1,0 0,1 0,-1-1,1 1,-1 0,1 0,0-1,-1 1,1-1,0 1,0-1,0 0,0 0,1 0,-1 0,1 1,77 11,-76-13,43 2,-1-2,1-1,0-3,-1-2,0-2,0-2,-1-2,44-17,-80 26,0 0,0 0,-1-1,1 0,-1 0,0-1,0 0,0-1,-1 1,1-1,-1-1,-1 1,1-1,-1-1,-1 1,1-1,-1 0,-1 0,1-1,1-5,-6 11,0 0,0 1,0-1,0 0,0 0,-1 0,1 1,-1-1,0 0,0 1,0-1,0 1,-1-1,1 1,-1-1,1 1,-1 0,0 0,0 0,0 0,0 0,0 0,0 0,0 1,-1-1,1 1,-1-1,1 1,-2 0,-82-20,81 20,-1 0,0 1,1-1,-1 1,1 1,-1-1,1 1,-1 0,1 0,-1 0,1 1,0 0,0 0,0 0,0 1,0 0,0 0,0 0,1 0,0 1,0 0,0 0,0 0,0 0,1 0,0 1,0 0,0-1,0 1,1 0,0 1,0-1,0 0,1 1,-1-1,1 0,1 1,-1 0,1-1,0 1,0 3,1-6,-1-1,1 1,0 0,0-1,0 1,0-1,0 1,1-1,-1 1,1-1,-1 0,1 0,0 0,0 0,0 0,0 0,0 0,1-1,-1 1,0-1,1 1,-1-1,1 0,0 0,-1 0,1-1,0 1,-1 0,1-1,0 0,0 0,-1 0,1 0,2 0,6-1,0 0,0-1,0 0,-1-1,1 0,-1-1,0 0,4-2,83-49,-96 56,0-1,0 0,0 1,0-1,0 1,0-1,0 1,0-1,0 1,0 0,0 0,-1-1,1 1,0 0,0 0,-1 0,1 0,-1 0,1 0,-1 0,1 0,-1 0,1 0,-1 0,0 0,0 0,1 0,-1 0,0 0,0 0,0 0,0 0,-1 0,1 1,0-1,0 0,-1 0,1 0,0 0,-1 0,1 0,-1 0,1 2,-33 363,26 2,-3-299,9-69,1 1,-1 0,1-1,-1 1,0 0,0-1,1 1,-1-1,0 0,0 1,0-1,1 0,-1 1,0-1,0 0,0 0,0 0,0 1,0-1,1 0,-1 0,0 0,0-1,0 1,0 0,0 0,0 0,1-1,-1 1,0 0,0-1,0 1,1-1,-1 1,0-1,0 1,1-1,-1 0,0 1,1-1,-1 0,1 1,-1-1,1 0,-17-17,1 0,1 0,1-1,1-1,1-1,0 0,-3-11,8 19,1 2,-8-14,1 0,1-1,2-1,0 0,2 0,0-4,7 28,1 0,0 0,0 0,0 0,0 0,0 0,0 0,1 0,0 0,-1 0,1 0,0 1,0-1,1 0,-1 0,1 1,-1-1,1 1,0-1,0 1,0 0,0 0,0 0,1 0,-1 0,2-1,76-30,-6 14,1 4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3:00.65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1 562,'31'-25,"0"0,-2-2,-1-2,-1 0,-1-2,-2 0,-1-2,-2-1,-1 0,-2-2,-1 0,-2-1,0-4,-14-34,-2 73,0 0,1 0,-1-1,0 1,0 0,-1 1,1-1,0 0,-1 0,1 0,-1 1,1-1,-1 1,0-1,1 1,-1 0,0-1,0 1,0 0,0 0,0 1,-1-1,1 0,0 1,0-1,0 1,-1 0,1-1,0 1,0 0,-1 1,-8 1,1 1,0 0,0 1,0 0,0 0,1 1,-1 0,1 1,0 0,1 1,0 0,0 0,0 1,1 0,0 0,0 0,1 1,0 0,1 0,0 1,1 0,0 0,-3 8,3-7,1 1,0-1,0 0,1 1,1 0,0-1,1 1,0 0,0-1,2 1,-1 0,1-1,1 1,0-1,1 0,0 0,0 0,1-1,1 1,0-1,0 0,1-1,0 0,1 0,0 0,0-1,1 0,0-1,0 0,1 0,4 1,-1 0,1 0,1-2,-1 0,1 0,0-2,1 0,-1 0,1-2,-1 0,1 0,0-2,-1 0,1 0,0-2,0 0,-1-1,1 0,-1-1,0-1,0 0,-1-2,1 1,-10 3,1 0,-1-1,0 1,0-1,0 0,0 0,-1-1,0 1,0-1,0 0,0 0,-1 0,1-1,-2 1,1-1,0 0,-1 0,0 0,-1 0,1 0,-1 0,0 0,-1-1,1 1,-1 0,-1-6,0 10,0 0,0 0,0 0,0 0,0 0,0 0,0 0,-1 1,1-1,-1 0,0 1,1-1,-1 1,0-1,0 1,0 0,0 0,0 0,0 0,0 0,0 0,0 1,-1-1,1 1,0-1,0 1,-1 0,1 0,0 0,0 0,-1 1,1-1,-1 1,-70 27,68-24,0 0,0 0,1 1,-1-1,1 1,0 0,1 1,-1-1,1 0,0 1,-2 6,4-10,0 0,1 0,-1 0,0 0,1 0,0 0,-1 0,1 1,0-1,0 0,0 0,1 0,-1 1,0-1,1 0,-1 0,1 0,0 0,0 0,0 0,0 0,0 0,0 0,0-1,1 1,-1 0,1-1,-1 1,1-1,0 1,-1-1,1 0,0 0,0 1,1-1,4 1,0 0,0 0,0-1,1 0,-1 0,0-1,1 0,-1 0,0-1,1 0,-1 0,0-1,0 0,0 0,0 0,0-1,-1 0,1-1,-1 1,0-1,4-3,1 1,-11 7,1-1,0 1,0-1,-1 1,1-1,0 1,-1 0,1-1,-1 1,1 0,-1 0,1-1,-1 1,1 0,-1 0,0 0,1 0,-1-1,0 1,0 0,0 0,0 0,1 0,-1 0,0 0,-1 0,1 0,0-1,0 1,0 0,-1 0,1 0,0 0,-1 0,1-1,0 1,-1 0,1 0,-1-1,0 1,1 0,-2 7,2-4,-1 0,1-1,0 1,1 0,-1 0,1 0,-1 0,1-1,0 1,1 0,-1-1,1 1,-1-1,1 0,0 1,0-1,1 0,-1 0,1 0,-1 0,1-1,0 1,0-1,0 0,0 1,1-1,-1-1,0 1,1 0,0-1,-1 0,3 1,47 13,3-5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3:01.77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0 995,'29'-44,"2"1,1 1,17-15,-38 44,2-2,46-40,-59 54,1 1,0 0,0 0,-1-1,1 1,0 0,0 0,-1 0,1-1,0 1,0 0,-1 0,1 0,0 1,0-1,-1 0,1 0,0 0,0 0,-1 1,1-1,0 0,0 1,-1-1,1 1,0-1,-1 0,1 1,-1-1,1 1,-1 0,1-1,-1 1,1-1,-1 1,1 0,-1 0,0-1,0 1,1 0,-1-1,0 1,0 0,1 0,5 38,-6-36,-2 149,-8-123,10-28,0-1,0 0,-1 1,1-1,0 1,-1-1,1 0,0 1,-1-1,1 0,-1 1,1-1,0 0,-1 0,1 1,-1-1,1 0,-1 0,1 0,-1 0,1 0,-1 0,1 0,-1 0,1 0,-1 0,1 0,-1 0,1 0,-1 0,1 0,-1 0,1 0,-1-1,1 1,0 0,-1 0,1-1,-1 1,1 0,0-1,-1 1,1 0,0-1,-1 1,1 0,0-1,-1 1,1-1,0 1,0-1,0 1,-1-1,1 1,0 0,0-1,0 0,-1 0,0-1,0 1,0-1,1 0,-1 0,0 1,1-1,0 0,-1 0,1 0,0 0,0 1,0-1,0 0,0 0,0 0,1 0,-1 0,1 1,-1-1,1 0,-1 0,1 1,0-1,0 1,0-1,0 0,0 1,1 0,-1-1,0 1,0 0,1-1,-1 1,1 0,0 0,62-28,12 19,-63 10,1-1,-1 0,0-1,0-1,1 0,-1-1,-1 0,1-1,-1 0,6-4,-17 8,1 0,0 0,-1 0,1-1,-1 1,1 0,-1-1,0 1,1-1,-1 0,0 1,0-1,0 0,0 0,0 0,-1 1,1-1,-1 0,1 0,-1 0,0 0,1 0,-1 0,0 0,0 0,0 0,-1 0,1 0,0 0,-1 0,0 0,1 0,-1 0,0 0,0 1,0-1,0 0,0 0,0 1,0-1,-1 1,1-1,-1 1,1 0,-1-1,1 1,-1 0,0 0,0 0,1 0,-1 1,0-1,0 0,0 1,0-1,0 1,0 0,0-1,-1 0,0 0,1 0,-1 0,0 0,0 0,0 1,0-1,0 1,0-1,0 1,0 0,0 1,0-1,0 0,0 1,0 0,0-1,0 1,1 0,-1 1,0-1,0 0,1 1,-1 0,1-1,0 1,-1 0,1 0,0 0,0 1,0-1,0 0,1 1,-1-1,1 1,-1 0,1 0,0-1,0 1,0 0,0 0,0 2,2-1,0 1,0-1,0 1,0-1,1 0,-1 1,1-1,0 0,1 0,-1 0,1 0,-1-1,1 1,0-1,0 1,1-1,-1 0,1 0,0-1,-1 1,2 0,90 40,-73-36,0-1,0-1,0-1,1-1,0-1,-1-2,1 0,0-1,0-1,12-3,-21 2,0 0,0-1,-1-1,0 0,0-1,0 0,-1-1,1 0,-2-1,1-1,-1 0,0 0,-1-1,0 0,-1-1,0 0,4-7,6-17,-2 0,-1-1,-1 0,-3-2,-1 1,-1-1,-2-1,-2 0,-2 0,-1-8,-1 32,-1 6,0 0,0 0,0 0,-1-1,-1 1,0 0,0 0,-1 0,0 0,0 0,-1 0,-3-8,5 16,0-1,0 1,0-1,0 1,0 0,0 0,-1 0,1-1,0 1,-1 0,1 0,-1 1,1-1,-1 0,1 0,-1 1,1-1,-1 1,0-1,1 1,-1 0,0 0,1 0,-1 0,0 0,0 0,1 0,-1 0,0 1,1-1,-1 1,1-1,-1 1,0-1,1 1,-1 0,1 0,0 0,-1 0,-51 49,37-27,2 1,1 0,1 1,1 1,1 0,2 0,0 1,2-1,1 2,1-1,1 1,1-1,2 1,1 0,1-1,1 4,1-10,0 1,2 0,0-1,1 0,2 0,0-1,0 0,2-1,13 18,-17-27,0-1,1 1,0-2,0 1,1-1,0 0,0-1,1 0,0-1,0 0,1 0,0-1,0 0,0-1,0 0,1-1,-1-1,1 1,3-2,-4-1,0-1,1-1,-1 0,0 0,0-1,-1-1,1 1,-1-2,0 0,0 0,0-1,0 0,-1 0,0-1,-1 0,1-1,-1 0,-1 0,0-1,0 0,0 0,-1-1,-1 0,0 0,0 0,-1 0,0-1,-1 0,0 0,-2 10,0-1,0 1,-1-1,1 1,-1-1,1 1,-1-1,0 0,1 1,-1-1,0 0,0 1,0-1,0 1,-1-1,1 0,0 1,-1-1,1 1,-1-1,1 1,-1-1,0 1,0-1,0 1,0-1,0 1,0 0,0 0,0 0,0-1,0 1,-1 0,1 0,0 1,-1-1,1 0,-1 0,1 1,-1-1,1 1,-1-1,0 1,1 0,-1-1,1 1,-1 0,0 0,0 0,-2 2,1-1,-1 1,1-1,-1 1,1 0,-1 0,1 1,0-1,0 1,0-1,1 1,-1 0,0 0,1 1,0-1,0 0,0 1,0-1,1 1,-1-1,1 1,0 0,0 0,0 0,0 0,1 0,0-1,0 1,0 0,0 0,0 0,1 0,0 0,0 0,0 0,0-1,0 1,1 0,0-1,0 1,0-1,0 0,0 1,1-1,-1 0,1 0,0-1,7 5,1-2,-1 1,1-1,1-1,-1 0,1 0,-1-1,1-1,0 0,11 0,29 4</inkml:trace>
  <inkml:trace contextRef="#ctx0" brushRef="#br0" timeOffset="599.097">1859 822,'-33'-1,"18"0,0 1,-1 0,1 1,-1 0,1 1,0 1,0 1,0 0,-10 4,23-7,-1 0,1 0,0 0,0 0,0 0,0 0,0 0,1 0,-1 1,0-1,0 1,1-1,-1 1,1 0,0 0,-1 0,1-1,0 1,0 0,0 1,0-1,1 0,-1 0,0 0,1 0,0 1,-1-1,1 0,0 0,0 1,0-1,1 0,-1 0,0 1,1-1,-1 0,1 0,0 0,0 0,0 0,0 0,0 0,0 0,2 1,6 5,0 0,1-1,0-1,1 0,-1 0,1-1,0 0,0 0,1-2,0 1,-1-2,1 1,0-2,0 1,0-2,4 0,2 1,1-1,-1-1,0-1,1 0,-1-1,0-2,-1 1,1-2,-1 0,0-2,0 1,-1-2,0 0,-1-1,1-1,-2 0,0-1,0-1,-1 0,-1 0,0-2,-1 1,6-11,2-16,-2 1,-1-2,-3 0,-1-1,-2 0,-2-1,-1 0,-3 0,-2-1,-2-30,1 49,-1 0,-1 0,-1 1,-1-1,-2 0,0 1,-2 0,-4-10,11 32,-1 0,0 1,1-1,-1 0,0 1,0-1,-1 1,1-1,0 1,-1 0,0-1,1 1,-1 0,0 0,0 0,0 1,0-1,-1 0,1 1,0-1,-1 1,1 0,-1 0,1 0,-1 0,0 0,1 0,-1 1,0-1,0 1,1 0,-1 0,0 0,0 0,1 1,-1-1,0 1,0-1,1 1,-2 0,-5 6,1 0,1 0,-1 0,1 1,1 0,-1 0,1 1,1 0,0 0,0 0,1 1,0-1,0 1,1 0,-1 7,-7 28,3 0,2 0,1 1,3-1,2 1,1 0,3 0,1-1,3 0,1 0,3-1,1 0,3-1,14 30,-19-48,0 0,2 0,1-2,12 17,-23-35,1 0,-1 0,1-1,0 1,0-1,1 0,-1-1,1 1,0-1,0 0,0 0,0 0,1-1,-1 0,1 0,-1 0,1-1,0 1,0-1,0-1,0 1,-1-1,1 0,0-1,1 1,6-4,0-1,0-1,0 0,-1 0,0-1,0-1,-1 0,0 0,0-1,-1-1,0 0,-1 0,0-1,1-1,45-45,-55 57,0 1,-1-1,1 0,0 0,0 0,0 1,0-1,0 0,0 0,0 1,0-1,0 0,0 0,0 1,0-1,0 0,0 0,0 0,0 1,0-1,0 0,0 0,0 1,0-1,0 0,0 0,0 1,0-1,1 0,-1 0,0 0,0 0,0 1,0-1,1 0,-1 0,0 0,0 0,0 1,1-1,-1 0,0 0,0 0,0 0,1 0,-1 0,0 0,0 0,1 0,-1 0,0 0,0 0,1 0,-1 0,0 0,0 0,1 0,-1 0,0 0,0 0,0 0,1 0,-1 0,0-1,0 1,-5 29,4-23,0-1,-1-2,1 1,-1-1,1 1,0 0,0-1,1 1,-1 0,1 0,0 0,-1 0,2-1,-1 1,0 0,1 0,0 0,0 0,0-1,0 1,1-1,-1 1,1-1,0 1,0-1,0 0,1 0,-1 0,1 0,-1 0,1-1,0 1,0-1,2 1,69 10,-33-14</inkml:trace>
  <inkml:trace contextRef="#ctx0" brushRef="#br0" timeOffset="832.474">2795 795,'-16'-4,"-8"-5,-1-2,0-4,3-4,5 1</inkml:trace>
  <inkml:trace contextRef="#ctx0" brushRef="#br0" timeOffset="1086.86">2299 514,'21'0,"20"0,21 0,19 0,13 3,5 2,-15 1</inkml:trace>
  <inkml:trace contextRef="#ctx0" brushRef="#br0" timeOffset="1087.86">3035 942,'-4'16,"-2"10,2 2,7-3,9-6,8-6,7-10,-2-6</inkml:trace>
  <inkml:trace contextRef="#ctx0" brushRef="#br0" timeOffset="1250.433">3102 260,'-16'-5,"-10"-7,0-3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2:54.77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0,'3'68,"2"-1,4 0,3 0,2-1,3 0,4 0,-18-57,1 6,1 0,1 0,0-1,0 0,2-1,6 10,-14-22,1 0,-1-1,1 1,0-1,-1 1,1-1,0 1,0-1,-1 1,1-1,0 0,0 0,-1 1,1-1,0 0,0 0,0 0,0 0,-1 0,1 0,0 0,0 0,0 0,0 0,-1 0,1-1,0 1,0 0,0-1,-1 1,1 0,0-1,0 1,-1-1,1 1,0-1,-1 1,1-1,-1 0,1 1,-1-1,1 0,-1 1,1-1,-1 0,0 0,1 1,-1-1,0 0,0 0,1 0,-1 0,0 1,0-1,0 0,0 0,0 0,0 0,0 1,-1-1,1 0,0 0,0 0,-1 1,1-2,6-42,-2-1,-1 0,-3-1,-4-34,4 75,-9-147,8 149,3-26,-2 29,0-1,0 1,0 0,0-1,1 1,-1-1,0 1,0 0,0-1,1 1,-1-1,0 1,0 0,1-1,-1 1,0 0,1 0,-1-1,0 1,1 0,-1 0,0-1,1 1,-1 0,1 0,-1 0,0 0,1-1,-1 1,1 0,-1 0,1 0,-1 0,0 0,1 0,-1 0,1 0,-1 0,1 1,-1-1,0 0,1 0,-1 0,1 0,-1 1,0-1,1 0,-1 0,0 1,1-1,-1 0,0 1,1-1,-1 0,0 1,0-1,1 0,-1 1,47 48,-20-17</inkml:trace>
  <inkml:trace contextRef="#ctx0" brushRef="#br0" timeOffset="659.343">483 494,'1'-7,"-1"-1,1 0,-1 1,-1-1,0 0,0 1,0-1,-1 1,0-1,0 1,-1 0,0 0,0 0,-1 0,0 0,0 1,-1 0,1 0,-5-4,5 9,0 0,0 1,0 0,0 0,0 0,0 1,1-1,-1 1,0 0,0 0,0 0,1 0,-1 1,1 0,-1-1,1 1,0 1,-1-1,1 0,0 1,0 0,1-1,-1 1,1 0,-1 0,1 1,0-1,0 0,0 1,0 2,-6 5,1 1,1 1,0-1,0 1,2 0,-1 0,2 1,0-1,0 1,1-1,1 1,0 0,1 0,2 13,-2-24,1 0,-1 0,1 0,0 0,0-1,0 1,0 0,1-1,-1 1,1-1,-1 0,1 1,0-1,0 0,0 0,0 0,0 0,1 0,-1-1,0 1,1-1,0 1,-1-1,1 0,0 0,-1 0,1 0,0-1,0 1,0-1,0 0,-1 1,1-1,0-1,0 1,0 0,1-1,2 0,0 0,0-1,0 1,0-1,0-1,-1 1,1-1,-1 0,0 0,1 0,-2-1,1 0,0 0,-1 0,1-1,-1 0,1-1,0-6,1 0,-2 0,1-1,-2 1,0-1,0 0,-1 0,-1 0,0-1,-1 1,0 0,-1 0,-1 0,-1-8,2 17,1 3,-1 0,1 1,-1-1,1 0,0 0,0 1,0-1,-1 0,1 0,0 1,0-1,0 0,0 0,0 1,0-1,0 0,1 0,-1 0,0 1,0-1,1 0,-1 0,0 1,1-1,-1 0,1 1,-1-1,0 1,1-1,0 0,-1 1,1-1,-1 1,1-1,0 1,-1 0,1-1,0 1,-1 0,1-1,0 1,0 0,-1 0,1 0,0-1,0 1,0 0,-1 0,1 0,0 0,0 0,-1 1,1-1,0 0,194 2,-172-2,-12-1,-1 1,1 0,-1 0,1 1,-1 1,1 0,-1 0,0 1,0 0,0 1,1 0,-8-2,-1 0,1 0,-1 1,0-1,0 0,0 1,0 0,0-1,0 1,-1 0,1 0,-1 0,0 0,0 0,0 0,0 0,-1 0,1 0,-1 0,0 1,0-1,0 0,0 3,-17 75,16-76,-5 15,2-11,1 0,0 0,1 1,0-1,1 0,0 1,0 0,1-1,1 7,0-13,1 0,0 0,0 0,0 0,1 0,-1 0,1-1,-1 1,1-1,0 0,0 0,0 0,0 0,1-1,-1 1,0-1,1 0,-1 1,1-2,-1 1,1 0,-1-1,1 1,-1-1,1 0,0-1,-1 1,1 0,1-1,15 0,0 0,0-1,0 0,-1-2,1-1,-1 0,0-1,0-1,0-1,-1-1,0 0,11-9,-12 3,-8 4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3:57.43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11,'16'0,"23"0,31 0,34 0,37 0,27-5,-13-1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3:56.40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81 41,'-2'9,"1"8,3 5,4 6,5 3,6 0,3 0,4-1,0-4,-2-3,-2-4,-5-4</inkml:trace>
  <inkml:trace contextRef="#ctx0" brushRef="#br0" timeOffset="250.87">255 1,'-14'16,"-11"14,-6 12,-2 9,0 8,-2 3,4-1,2-3,6-11</inkml:trace>
  <inkml:trace contextRef="#ctx0" brushRef="#br0" timeOffset="631.848">375 269,'10'-3,"0"2,0-1,0 1,1 1,-1 0,0 1,0-1,1 2,-1 0,0 0,-1 1,1 0,9 4,-18-6,1 0,-1 0,1 0,-1 0,1 0,-1 0,0 1,0-1,0 0,0 1,0-1,0 1,0-1,0 1,0 0,-1-1,1 1,-1 0,1-1,-1 1,0 0,0 0,0-1,1 1,-2 0,1 0,0-1,0 1,-1 0,1 0,0-1,-1 1,0 0,1-1,-1 1,0-1,0 1,0-1,-1 2,-47 53,-50 35,99-90,-1 0,0-1,1 1,-1 0,0 0,1 0,-1 0,1 0,0 0,-1 0,1 0,0 0,-1 0,1 0,0 0,0 0,0 0,0 0,0 0,0 0,0 0,0 0,0 0,1 0,-1 0,0 0,1 0,-1 0,1 0,-1 0,1 0,-1 0,1-1,0 1,-1 0,1 0,0-1,0 1,-1 0,1-1,0 1,0-1,0 1,0-1,0 1,1-1,51 13,-1-11,0-3,0-1,0-3,-1-2,0-3,17-6,-11 2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3:55.15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 27,'0'-2,"0"1,2 6,3 6,5 8,6 8,4 6,4 4,2 1,-1-2,-1-3,-1-2,-3-4,-2-4,-5-9,-4-6</inkml:trace>
  <inkml:trace contextRef="#ctx0" brushRef="#br0" timeOffset="254.32">249 1,'-16'13,"-7"15,-5 8,-1 7,-2 6,1 4,4-1,0-2,4-3,4-10</inkml:trace>
  <inkml:trace contextRef="#ctx0" brushRef="#br0" timeOffset="568.479">276 268,'7'-5,"0"1,1 0,-1 0,1 1,0 0,0 1,0 0,0 0,0 0,1 1,-1 0,0 1,1 0,-1 0,7 2,-13-2,-1 0,1 1,-1-1,1 0,-1 1,0 0,1-1,-1 1,0 0,0 0,1-1,-1 1,0 0,0 0,0 0,0 1,0-1,0 0,0 0,-1 0,1 1,0-1,-1 0,1 1,-1-1,1 0,-1 1,0-1,1 1,-1-1,0 1,0-1,0 1,0-1,0 1,-1-1,1 1,0-1,-1 1,-27 53,-71 53,99-107,-1-1,0 1,0 0,0 0,1 0,-1 0,0 0,1-1,-1 1,1 0,-1 0,1 1,0-1,-1 0,1 0,0 0,0 0,0 0,-1 0,1 0,0 0,1 1,-1-1,0 0,0 0,0 0,1 0,-1 0,0 0,1 0,-1 0,1 0,-1 0,1 0,0 0,-1 0,1 0,0-1,0 1,0 0,-1 0,1-1,0 1,0-1,0 1,0 0,0-1,0 0,0 1,0-1,1 0,-1 1,0-1,0 0,0 0,0 0,1 0,118 6,97-21,-102 3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4:01.42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27,'20'-2,"26"-3,27-1,24 1,18 1,10 1,-16 2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4:02.61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70,'19'-9,"21"-3,22 0,24 3,22 2,15 1,10-2,-18 2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4:03.81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9,'20'-3,"28"0,32 0,33 3,26 2,15 0,-19-1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4:03.07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1,'9'16,"8"12,5 5,3 5,3 2,-2-1,-3-5,-2-6,-6-7</inkml:trace>
  <inkml:trace contextRef="#ctx0" brushRef="#br0" timeOffset="253.607">200 14,'-11'9,"-9"10,-5 10,-3 8,1 6,1 6,4 0,5-1,4-8</inkml:trace>
  <inkml:trace contextRef="#ctx0" brushRef="#br0" timeOffset="503.419">334 214,'11'1,"-1"0,1 1,-1 0,1 0,-1 1,0 1,0 0,0 0,0 1,-1 0,0 1,0 0,0 0,-1 1,1 0,-2 0,4 5,-9-9,-1-1,0 1,0 0,0 0,0 0,-1 0,1 0,-1 0,1-1,-1 1,0 0,0 0,-1 0,1 0,-1 0,1 0,-1 0,0 0,0 0,0 0,0-1,-1 1,1-1,-1 1,-1 1,-55 58,42-47,8-8,4-5,1 1,-1 0,1 0,0 1,0-1,0 1,1-1,-1 1,1 0,0 0,0 0,0 0,0 2,3-4,0 0,-1-1,1 1,1 0,-1-1,0 1,0-1,0 1,1-1,-1 0,1 1,-1-1,1 0,0 0,-1 0,1 0,0 0,0-1,0 1,-1-1,1 1,0-1,0 1,0-1,0 0,0 0,0 0,0 0,0 0,0 0,0-1,1 1,91 1,-46-4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4:01.8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41 1,'14'15,"8"11,6 7,2 3,1-1,-3-1,-3-6,-4-9,-6-7</inkml:trace>
  <inkml:trace contextRef="#ctx0" brushRef="#br0" timeOffset="196.522">215 1,'-16'7,"-10"8,-5 10,-1 9,-1 5,4 4,6 0,8-2,5-8</inkml:trace>
  <inkml:trace contextRef="#ctx0" brushRef="#br0" timeOffset="545.624">361 80,'173'66,"-171"-65,0-1,1 1,-1 0,0-1,1 1,-1 0,0 1,0-1,0 0,0 1,0-1,0 1,0-1,0 1,-1 0,1 0,-1 0,1 0,-1 0,0 0,0 0,0 1,0-1,0 0,0 1,-1-1,1 0,-1 1,1-1,-1 1,0-1,0 1,0-1,0 0,-1 3,-4 2,0 0,-1 1,1-1,-2-1,1 1,-1-1,0-1,0 1,0-1,-5 2,-46 42,57-49,1 1,-1 0,1-1,-1 1,1-1,0 1,-1 0,1-1,-1 1,1 0,0-1,0 1,-1 0,1 0,0-1,0 1,0 0,0 0,0-1,0 1,0 0,0 0,0-1,0 1,0 0,1-1,-1 1,0 0,1 0,-1-1,0 1,1 0,-1-1,1 1,-1-1,0 1,1 0,0-1,-1 1,1-1,-1 0,1 1,0-1,-1 1,1-1,0 0,-1 1,1-1,0 0,0 0,-1 0,1 0,0 0,45 9,-25-9,1 0,0-1,-1-2,0 0,0-1,9-3,19-7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4:00.66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65 0,'-3'18,"5"14,6 4,6 4,5-2,4-4,3-5,-1-8,-4-7</inkml:trace>
  <inkml:trace contextRef="#ctx0" brushRef="#br0" timeOffset="260.297">198 28,'-18'18,"-13"12,-6 9,2 4,4 2,5-2,7-9</inkml:trace>
  <inkml:trace contextRef="#ctx0" brushRef="#br0" timeOffset="511.626">305 161,'22'-3,"75"-1,-95 5,-1-1,1 0,-1 1,1 0,-1-1,1 1,-1 0,0 0,1 0,-1 0,0 0,0 0,1 0,-1 0,0 1,0-1,0 0,0 1,-1-1,1 0,0 1,-1-1,1 1,-1-1,1 1,-1 0,0-1,1 1,-1 0,0-1,0 1,0-1,0 1,-1 0,1-1,0 1,-1-1,1 1,-1-1,1 1,-1-1,0 1,-33 62,-37 36,71-99,-1 1,1 0,0-1,0 1,0-1,1 1,-1 0,0-1,1 1,-1-1,1 1,-1-1,1 1,-1-1,1 1,0-1,0 1,0-1,0 0,0 0,0 0,0 1,1-1,-1 0,0 0,0 0,1-1,-1 1,1 0,-1 0,1-1,-1 1,1-1,-1 1,1-1,0 0,-1 0,1 0,-1 0,1 0,0 0,-1 0,1 0,-1 0,1-1,0 1,-1-1,1 1,0-2,17 0,-1 0,0-2,0-1,0 0,-1-1,12-6,15-6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3:59.54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46 1,'-2'0,"-1"2,2 6,6 5,5 6,2 6,2 3,3 0,1-1,-1-3,0-5,-1-4,-2-4,-2-4</inkml:trace>
  <inkml:trace contextRef="#ctx0" brushRef="#br0" timeOffset="254.832">153 1,'-5'9,"-3"10,-5 8,-5 9,-4 6,-1 1,0 1,1-2,4-9</inkml:trace>
  <inkml:trace contextRef="#ctx0" brushRef="#br0" timeOffset="548.679">287 81,'14'-2,"3"-1,1 1,-1 1,1 0,-1 1,1 1,0 1,-1 0,-15-2,0 1,0-1,-1 0,1 1,0-1,0 1,-1-1,1 1,0 0,-1 0,1 0,0 0,-1 0,1 0,-1 0,0 0,1 1,-1-1,0 0,0 1,0-1,0 1,0-1,0 1,0 0,-1-1,1 1,0 0,-1 0,0 0,1-1,-1 1,0 0,0 0,0 0,0 0,0-1,0 1,-1 0,1 0,-1 0,1-1,-1 1,1 0,-2 1,-64 63,16-20,49-46,1 0,0 1,-1-1,1 1,-1-1,1 0,0 1,-1-1,1 1,0-1,-1 1,1 0,0-1,0 1,0-1,0 1,-1-1,1 1,0 0,0-1,0 1,0-1,0 1,0-1,0 1,1 0,-1-1,0 1,0-1,0 1,1-1,-1 1,0-1,0 1,1-1,-1 1,0-1,1 1,-1-1,1 1,-1-1,1 0,-1 1,1-1,-1 0,1 1,-1-1,1 0,-1 0,1 1,-1-1,1 0,0 0,-1 0,1 0,-1 0,1 0,0 0,-1 0,1 0,104 9,89-16,-92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4:05.04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1816 204,'-56'-23,"0"2,-2 3,0 2,-1 3,-1 3,0 2,0 3,-1 2,1 3,-47 6,78-3,0 1,1 1,0 2,0 0,0 2,1 1,0 1,1 2,0 0,1 2,1 1,0 0,1 2,1 1,1 1,0 0,2 2,-11 15,9-5,2 1,1 1,2 0,2 1,0 1,3 0,1 1,1 0,3 0,1 1,1 0,2 0,2 0,2 0,1-1,1 1,3 0,1 0,0-11,1 0,2-1,0 0,1-1,2 0,1-1,0 0,2-2,1 0,0 0,2-2,0-1,1 0,1-1,1-2,0 0,1-1,1-2,14 6,3-2,2-2,-1-1,2-2,0-3,0-1,0-2,1-3,0-1,0-2,0-3,0-1,-1-2,0-2,0-3,-1-1,0-2,-1-2,-1-1,0-3,-2-2,0-1,28-23,-30 20,-2-2,-1-2,-2-1,0-2,-3-1,0-1,-3-2,0-1,-3-1,-1-1,-2-1,-2 0,-2-2,-2 0,-1-1,6-41,-16 61,-2 1,0-1,-2 0,0 0,-2 0,-1 1,0-1,-2 1,-1-1,-1 2,0-1,-2 1,-1 0,0 1,-2 0,0 0,-2 1,0 1,-3-1,-3-2,-2 0,-1 2,0 1,-1 1,-1 1,-1 1,0 1,-1 1,-1 2,0 1,0 1,-1 1,-18-2,-5 1,0 2,-1 3,1 2,-1 2,0 3,0 1,-26 8,-9 5,1 3,-50 20,-4 10,-72 38,-169 100,22 9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4:18.05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123 161,'-2'9,"-1"14,0 18,0 14,1 15,1 6,1-1,0-6,0-14</inkml:trace>
  <inkml:trace contextRef="#ctx0" brushRef="#br0" timeOffset="793.677">29 0,'20'47,"2"-1,2-1,2-1,2-1,2-1,26 27,91 141,-139-197,-1 1,0 0,-2 0,1 0,-2 1,0-1,0 2,-3-13,-1 1,1-1,-1 0,0 1,0-1,0 1,0-1,0 1,-1-1,0 1,0-1,0 0,0 1,0-1,0 0,-1 0,0 0,0 0,1 0,-2 0,1 0,0-1,-1 1,1-1,-1 0,1 1,-1-1,0 0,0-1,0 1,0 0,-4 0,-8 1,0 0,-1-1,1-1,-1 0,0-1,1-1,-1-1,1 0,-1-1,1 0,0-1,0-1,-10-5,6 4,-96-26,99 34,21 8,9-6,-1 0,1-1,0 0,0-1,1-1,-1 0,0-1,0-1,0 0,0-1,0 0,4-2,71-16,0-4,-2-5,-1-3,11-9,-66 29,90-39,-121 51,0 0,1 0,-1 0,1 0,-1 0,0 0,1 0,-1 0,1 0,-1 0,0 0,1 0,-1-1,1 1,-1 0,0 0,1 0,-1-1,0 1,0 0,1 0,-1-1,0 1,1 0,-1-1,0 1,0 0,0-1,1 1,-1 0,0-1,0 1,0-1,0 1,0 0,0-1,0 1,0-1,0 1,0 0,0-1,0 1,0-1,0 1,0 0,0-1,0 1,0-1,-1 1,1 0,0-1,0 1,0 0,-1-1,1 1,0 0,0-1,-1 1,1 0,0 0,-1-1,1 1,-1 0,-25-8,19 8,0-1,0 1,0 1,0-1,0 1,0 0,0 1,1 0,-1 0,1 0,-1 1,1 0,0 0,0 0,0 1,0 0,0 0,1 1,0-1,0 1,0 0,1 1,-1-1,1 1,1 0,-1 0,1 0,0 0,0 1,1-1,0 1,0 0,0-1,1 1,0 7,0-12,1 1,0-1,0 0,0 1,0-1,1 0,-1 1,1-1,-1 0,1 1,0-1,0 0,0 0,0 1,0-1,1 0,-1 0,1-1,-1 1,1 0,-1 0,1-1,0 1,0-1,0 1,0-1,0 0,0 0,0 0,1 0,-1 0,0 0,0-1,1 1,0-1,3 1,-1-1,1 0,0 0,-1 0,1 0,0-1,-1 0,1-1,0 1,-1-1,0 0,1 0,-1-1,3-1,-3 1,1-1,0 0,-1 0,0 0,0 0,0-1,0 0,-1 0,0-1,0 1,0-1,-1 1,0-1,0 0,0-1,-1 1,0 0,0-1,0 1,-1-1,0 0,-1 1,1-1,-1 0,0 0,-1 0,1 7,-1 1,1-1,0 1,0-1,-1 0,1 1,-1-1,1 1,0-1,-1 0,1 1,-1-1,1 0,-1 0,1 1,-1-1,1 0,-1 0,1 0,-1 0,1 1,-1-1,1 0,-1 0,1 0,-1 0,1 0,-1 0,1-1,-1 1,0 0,1 0,-1 0,1 0,-1-1,1 1,0 0,-1 0,1-1,-1 1,1 0,-1-1,1 1,0 0,-1-1,1 1,0-1,-1 1,1-1,0 1,0-1,-1 1,1-1,0 1,0-1,0 1,0-1,0 1,-1-1,1 1,0-1,0 1,1-1,-1 0,-2 7,1-1,-1 0,2 1,-1-1,0 1,1-1,0 1,1-1,-1 1,1-1,0 1,0-1,1 0,-1 1,1-1,0 0,1 0,-1 0,1-1,0 1,0 0,1-1,-1 0,1 0,0 0,0 0,0-1,1 1,-1-1,1 0,0-1,3 3,26 1,0-3</inkml:trace>
  <inkml:trace contextRef="#ctx0" brushRef="#br0" timeOffset="1372.331">1392 414,'-9'-2,"0"0,-1 0,1 0,-1 1,0 1,1-1,-1 2,0-1,1 2,-1-1,0 1,1 0,0 1,-1 0,1 1,1 0,-1 0,0 1,1 0,-5 4,5-3,1 0,0 1,1 0,0 0,0 0,0 1,1 0,0 0,0 0,1 1,0-1,-1 6,4-11,0 0,0 1,1-1,-1 0,1 0,-1 0,1 1,0-1,0 0,1 1,-1-1,1 0,0 0,-1 0,1 0,1 0,-1 1,0-2,1 1,-1 0,1 0,0 0,0-1,0 1,0-1,1 0,-1 1,1-1,-1 0,1-1,0 1,0 0,-1-1,1 1,0-1,0 0,2 0,18 4,0-1,0-1,1-1,-1-1,1-1,-1-1,1-1,-1-2,0 0,0-1,0-1,-1-2,0 0,8-4,71-35,-100 47,-1 0,1 0,0-1,0 1,-1 0,1 0,0 0,0 0,-1 0,1 0,0 0,0 0,-1 0,1 1,0-1,-1 0,1 0,0 1,-1-1,1 0,0 1,-1-1,1 1,0-1,-1 1,1-1,-1 1,1-1,-1 1,1-1,-1 1,0 0,1-1,-1 1,0 0,1-1,-1 1,0 0,0 0,0-1,1 1,-1 0,0-1,0 1,0 0,0 0,0-1,-1 1,1 0,0 0,0-1,0 1,-1 0,4 15,0-12,0 0,0-1,1 1,-1-1,1 0,0 0,0 0,0-1,0 1,0-1,0 0,1 0,-1-1,1 1,0-1,-1 0,1 0,0 0,0-1,-1 0,1 0,0 0,0 0,0-1,-1 0,1 0,0 0,3-2,-1 2,-1-1,0 1,0-1,0-1,0 1,-1-1,1 0,-1 0,1 0,-1-1,0 0,-1 0,1 0,0-1,-1 1,0-1,0 0,-1 0,1-1,-1 1,0-1,-1 1,1-1,-1 0,0 0,-1 0,1-2,-4 3,-1 0,0 0,1 0,-1 0,-1 0,1 1,-1 0,0 0,0 0,0 0,0 0,-1 1,0 0,1 0,-1 0,0 0,0 1,-1 0,1 0,0 0,-1 1,1 0,-1 0,0 0,-1 1,1-2,-1 1,1 0,-1 0,0 1,1 0,-1 0,0 0,1 1,-1 0,1 0,-1 1,1 0,0 0,-1 0,1 1,0 0,1 0,-1 1,0-1,1 1,0 1,0-1,0 1,1-1,-1 1,1 1,0-1,0 0,1 1,0 0,0 0,0 0,1 0,0 1,0-1,0 0,1 4,0-7,1 0,0 1,1-1,-1 0,1 0,-1 1,1-1,0 0,0 0,0 0,1 0,-1 0,1 0,-1 0,1 0,0 0,0-1,1 1,-1-1,0 0,1 0,-1 1,1-2,0 1,0 0,0 0,0-1,0 0,0 1,1-1,4 1,1 1,-1-2,1 1,0-1,0 0,0-1,0 0,-1-1,1 0,6-1,28-8</inkml:trace>
  <inkml:trace contextRef="#ctx0" brushRef="#br0" timeOffset="1623.239">1901 54,'-16'7,"-10"8,-5 8,1 5,5 3,7 4,8 1,12 3,11-2,11 0,1-6</inkml:trace>
  <inkml:trace contextRef="#ctx0" brushRef="#br0" timeOffset="1874.331">2008 575,'13'16,"10"8,7 1,6-1,5-4,5-6,7-7,4-10,3-9,-9-2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4:25.93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1,'20'41,"-2"1,-1 1,-3 0,-1 1,-1 5,15 51,-27-99,0-1,0 1,0-1,0 1,0-1,0 1,0-1,0 1,0-1,0 1,0-1,0 1,0-1,0 1,0-1,0 1,1-1,-1 0,0 1,0-1,1 1,-1-1,0 0,1 1,-1-1,0 1,1-1,-1 0,0 0,1 1,-1-1,1 0,-1 0,1 1,-1-1,0 0,1 0,-1 0,1 0,-1 0,1 0,-1 1,1-1,-1 0,1-1,-1 1,1 0,-1 0,1 0,-1 0,1 0,-1 0,15-26,108-257,-101 255,-22 28,1-1,-1 1,1 0,0 0,-1 0,1 0,0 0,-1 0,1 0,0 0,-1 0,1 0,0 0,-1 0,1 1,0-1,-1 0,1 0,-1 1,1-1,0 0,-1 1,1-1,-1 1,1-1,-1 1,1-1,-1 1,0-1,1 1,-1-1,1 1,-1-1,0 1,0 0,1-1,-1 1,0-1,0 1,0 0,0-1,0 1,0 0,0-1,0 1,0 0,0-1,0 1,16 105,-16-90,2 0,-1 0,2-1,0 1,1-1,1 1,0-1,1 0,0-1,3 3,-5-12,0 0,1 0,-1 0,1-1,0 0,0 0,1 0,-1-1,1 1,0-1,0-1,0 1,0-1,0 0,1-1,1 1,15 4</inkml:trace>
  <inkml:trace contextRef="#ctx0" brushRef="#br0" timeOffset="406.914">602 402,'13'-370,"-18"345,9 39,2-9,1 0,-1 0,1-1,0 0,0-1,0 1,1-1,-1-1,1 1,-1-1,1 0,1-1,25 9,-26-9,-1 1,0 1,1-1,-1 1,0 1,0-1,-1 1,1 0,-1 1,0-1,0 1,0 1,-1-1,0 1,0 0,0 0,-1 0,0 1,0 0,0-1,-1 1,0 1,-1-1,1 0,-1 1,-1-1,1 1,-1-1,-1 6,-34 181,35-191,0 0,0 0,0 0,0-1,0 1,1 0,-1-1,1 1,0-1,0 0,0 1,0-1,0 0,0 0,0 0,1 0,-1-1,1 1,-1-1,1 1,0-1,0 0,-1 0,1 0,0 0,0-1,0 1,0-1,0 0,0 0,0 0,0 0,0 0,0-1,0 1,0-1,0 0,0 0,1 0,43-7,-1-1,1-2,34-14,-80 24,51-15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4:29.77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1,'14'2,"13"1,14 2,9 1,5-2,-3 0,-9-2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4:29.93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0,'16'5,"17"1,18 0,19-1,16-2,-7-1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4:34.97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1 288,'7'-46,"1"0,3 1,2 0,12-29,-13 51,-12 22,0 1,0 0,0-1,0 1,0 0,0-1,0 1,0 0,0-1,1 1,-1 0,0 0,0-1,0 1,0 0,0-1,0 1,1 0,-1 0,0-1,0 1,0 0,1 0,-1 0,0-1,0 1,1 0,-1 0,0 0,0 0,1 0,-1-1,0 1,1 0,-1 0,0 0,1 0,-1 0,0 0,0 0,1 0,-1 0,0 0,1 0,-1 0,0 0,1 0,-1 0,0 1,0-1,1 0,-1 0,0 0,1 0,-1 1,0-1,0 0,1 0,-1 0,0 1,0-1,0 0,0 0,1 1,-1-1,0 0,0 1,0-1,0 0,5 116,1 202,-6-305,1-4,0 0,-1 0,0 0,0 0,-1 1,0-1,-1 0,0-1,0 1,-1 0,0-1,-1 1,-3 6,6-13,0-1,0 0,1 0,-1 0,0 0,0 1,0-1,0 0,-1-1,1 1,0 0,0 0,0 0,-1-1,1 1,0-1,-1 1,1-1,0 1,-1-1,1 0,-1 1,1-1,-1 0,1 0,-1 0,1-1,0 1,-1 0,1 0,-1-1,1 1,0-1,-1 1,1-1,0 1,-1-1,1 0,0 0,0 0,0 0,0 0,0 0,0 0,0 0,0 0,0 0,0 0,1-1,-1 1,0 0,1-1,-1 1,1 0,-1-2,2 2,0-1,0 1,0-1,0 1,0-1,1 1,-1 0,0 0,1 0,-1-1,1 1,-1 1,1-1,-1 0,1 0,0 0,-1 1,1-1,0 1,0 0,0-1,-1 1,1 0,0 0,0 0,0 0,-1 0,1 0,1 1,1-1,254-1,-199 2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4:35.23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 1,'-5'0,"-1"0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4:34.31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1 187,'20'2,"21"4,17 0,12-1,5-1,0-3,-7-5,-12-2,-16 1</inkml:trace>
  <inkml:trace contextRef="#ctx0" brushRef="#br0" timeOffset="245.938">321 0,'-9'16,"-5"17,-1 13,1 12,2 6,4 1,6 0,12-3,13-8,2-12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4:32.51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1 979,'23'-80,"4"1,3 2,15-25,-12 48,-32 54,0 0,1 0,-1 0,1 0,-1 0,0 1,1-1,-1 0,0 1,1 0,-1-1,0 1,0 0,1-1,-1 1,0 0,0 0,0 0,0 0,0 0,0 0,0 0,-1 0,1 1,0-1,0 0,-1 0,1 1,-1-1,1 0,-1 1,0-1,0 1,1-1,-1 0,0 1,0 0,1 1,3 9,11 27,-2 0,-2 1,5 30,-16-68,0 0,0-1,0 1,-1 0,1-1,0 1,-1 0,1-1,-1 1,1 0,-1-1,0 1,1-1,-1 1,0-1,0 0,0 1,0-1,0 0,-1 0,1 0,0 0,-1 0,1 0,0 0,-1 0,1 0,-1 0,0-1,1 1,-1-1,1 1,-1-1,0 0,1 0,-1 0,0 1,1-2,-1 1,0 0,1 0,-1 0,-1-1,-1 1,0 0,0-1,0 1,0-1,0 0,0 0,1 0,-1 0,0-1,0 1,1-1,-1 0,1-1,-1 1,1 0,0-1,0 0,-1-1,4 3,0 0,1 0,-1-1,0 1,0 0,1 0,-1 0,1-1,-1 1,1 0,-1 0,1 0,0 0,0 0,-1 0,1 0,0 0,0 0,0 1,0-1,0 0,0 0,0 1,0-1,0 1,0-1,1 1,-1-1,0 1,0 0,1 0,-1 0,0-1,0 1,1 0,-1 0,1 1,-2-2,142-16,-118 16,1-1,0 0,-1-2,1-1,-1-1,4-3,-24 8,0 0,0 0,0-1,0 0,0 0,0 0,-1 0,1 0,-1-1,1 0,-1 1,0-1,0 0,-1-1,1 1,0 0,-1-1,0 0,0 1,0-1,0 0,-1 0,0 0,1 0,-1 0,-1 0,1-1,-1 1,1 0,-1 0,0-1,-1 1,1 0,-1 0,0 0,-1-4,-1 3,0 0,0 0,0 0,-1 0,0 0,0 1,-1 0,1 0,-1 0,1 0,-1 1,-1 0,1 0,0 0,-1 1,1 0,-1 0,0 0,1 0,-1 1,0 0,0 0,0 1,-4 0,7 0,1 0,-1 0,0 0,1 0,-1 1,1-1,-1 1,1 0,-1 0,1 0,0 0,-1 0,1 0,0 1,0-1,0 1,0-1,0 1,0 0,0 0,0 0,1 0,-1 0,1 0,0 0,-1 1,1-1,0 0,0 1,1-1,-1 1,0-1,1 3,-1 2,0-1,0 1,1 0,0-1,0 1,1 0,0 0,0-1,1 1,0-1,0 1,2 4,2-1,0 0,0 0,1-1,0 1,1-2,0 1,1-1,-1 0,1-1,1 0,0-1,-1 0,2 0,-1-1,1 0,3 0,4 2,0-1,0-1,1-1,0 0,0-2,0 0,0-1,0 0,12-3,-17 1,-1-2,1 1,-1-2,1 0,-1 0,0-1,-1-1,1 0,-1-1,0 0,-1-1,0 0,0-1,0 0,-1-1,-1 0,0 0,0-1,-1 0,0-1,5-11,8-21,-2-1,-3-1,-1 0,-2-1,-3 0,-1-1,-2-12,-5 49,1-8,0 0,-1 0,-2-1,0 1,0-1,-4-16,4 34,0 0,-1 0,1 0,0 0,-1 1,1-1,-1 0,1 0,-1 1,0-1,0 0,0 1,0-1,0 1,0-1,0 1,-1-1,1 1,0 0,-1 0,1 0,-1 0,1 0,-1 0,0 0,1 0,-1 0,0 1,0-1,1 1,-1-1,0 1,0 0,0 0,0 0,1 0,-1 0,0 0,0 0,0 1,0-1,1 1,-1-1,0 1,0 0,1-1,-1 1,0 0,1 0,-1 0,1 0,-1 1,-6 6,0 1,0 0,1 1,0-1,1 1,0 1,1-1,0 1,0 0,1 0,0 0,1 1,1-1,0 1,0 0,1 0,1 0,0-1,0 1,2 1,-2-6,0 0,1 0,1 0,-1 0,1 0,0 0,1-1,-1 1,1 0,1-1,-1 0,1 0,0 0,0 0,1-1,0 0,0 0,0 0,0 0,2 0,-5-3,-1 0,1 0,-1 0,1 0,-1 0,0 0,0 1,0-1,0 0,-1 1,1-1,0 1,-1-1,0 1,1-1,-1 1,0-1,-1 1,1-1,0 1,-1-1,1 2,-1 8,1 257,-1-264,1 0,0 1,0-1,1 0,0 0,0 0,0 0,0-1,1 1,0 0,0 0,0-1,0 1,1-1,0 0,0 0,0 0,0 0,1 0,-1-1,1 0,0 1,0-1,0 0,0-1,1 1,-1-1,1 0,4 1,17 2,0-1,-1-1,1-1,0-2,0 0,0-2,1-1,-26 3,6 0,-1 0,0 0,0-1,0 0,1 0,-1-1,0 1,0-1,-1 0,1-1,0 0,-1 0,0 0,1 0,-1-1,4-3,40-33,13-16,-34-19,-27 73,-1 0,0 0,1 0,-1 0,0 0,0 0,0 0,-1 0,1 0,0 1,-1-1,1 0,-1 0,0 0,1 0,-1 0,0 1,0-1,0 0,0 1,-1-1,1 1,0-1,-1 1,1-1,-1 1,1 0,-1 0,0 0,0 0,1 0,-1 0,0 0,0 1,0-1,0 1,0-1,-1 1,-3 0,0 1,0 0,0 0,0 1,0 0,0 0,0 0,0 1,1-1,-1 1,1 1,0-1,0 1,0 0,0 0,0 0,1 1,0 0,0 0,1 0,-1 0,1 0,0 1,0-1,1 1,-1 0,1 0,1 0,-1 0,1 3,0-5,1 0,0 0,1 0,-1 0,0-1,1 1,0 0,0 0,0 0,1 0,-1-1,1 1,0-1,0 1,0-1,1 0,-1 0,1 0,-1 0,1 0,0 0,0-1,0 1,1-1,-1 0,1 0,-1 0,3 0,108 34,-44-26,-6-4</inkml:trace>
  <inkml:trace contextRef="#ctx0" brushRef="#br0" timeOffset="643.165">2033 765,'-5'-3,"0"1,0 0,-1 0,1 1,0-1,-1 1,1 0,-1 1,1-1,-1 1,1 0,-1 1,1-1,-1 1,1 0,-1 1,1-1,0 1,-1 0,1 0,0 0,1 1,-1 0,0 0,1 0,-1 1,1-1,0 1,0 0,1 0,-3 4,4-5,1-1,0 1,1-1,-1 1,0 0,1-1,0 1,-1 0,1 0,0-1,0 1,1 0,-1 0,0-1,1 1,0 0,0-1,0 1,0-1,0 1,0-1,1 1,-1-1,1 0,-1 0,1 0,0 1,0-2,0 1,0 0,75 40,-62-37,0-1,0 0,0-1,1-1,-1 0,1-1,-1-1,1 0,0-1,-1-1,1 0,-1-1,0-1,0 0,0-1,-1-1,0 0,0-1,0 0,-1-1,0-1,0 0,-1-1,0 0,-1-1,0 0,4-7,4-15,-1 0,-2-2,-1 0,-2 0,-1-2,-2 1,-2-1,2-25,-1 19,-3 0,-1 0,-2-1,-2 0,-2 0,-2 1,-3-8,-22-28,27 77,0 0,0 0,0 0,-1 0,1 0,-1 0,1 0,-1 1,0-1,1 0,-1 1,0 0,0-1,0 1,0 0,-1 0,1 0,0 0,0 1,-1-1,1 1,0-1,-1 1,1 0,0 0,-1 0,1 0,0 0,-1 0,1 1,0-1,-1 1,-6 5,2-1,-1 2,1-1,0 1,0 0,1 0,0 1,0 0,1 0,0 0,0 1,1 0,0 0,1 0,0 0,0 1,1-1,0 1,1-1,-1 3,-4 31,1 0,2 1,2-1,2 1,2-1,1 1,3-1,1-1,2 1,2-2,2 1,11 19,-17-42,0 0,2 0,0 0,1-2,8 11,-15-23,0 0,1 0,-1-1,1 1,0-1,0 0,0-1,1 1,-1-1,1 0,0 0,0-1,0 0,0 0,0 0,1-1,-1 0,0 0,1 0,1-1,7-1,-1-1,1-1,-1 0,1-1,-1-1,-1 0,1-1,-1 0,0-1,0 0,-1-1,0-1,0 0,-1 0,0-1,-1-1,9-10,1-14,-21 34,1 1,-1 0,0-1,1 1,-1 0,0 0,1 0,-1 0,0-1,1 1,-1 0,0 0,1 0,-1 0,0 1,1-1,-1 0,0 0,1 0,-1 0,1 1,-1-1,0 0,1 1,-1-1,1 0,-1 1,1-1,-1 1,1-1,-1 1,1-1,-1 1,1-1,0 1,-1 0,1-1,0 1,-1-1,1 1,0 0,0-1,0 1,-46 78,45-76,1-1,-1 1,0-1,1 1,-1-1,1 1,0-1,0 1,0-1,0 1,0 0,1-1,-1 1,1-1,-1 1,1-1,0 0,0 1,0-1,1 0,-1 1,0-1,1 0,0 0,-1 0,1 0,0-1,0 1,0 0,0-1,0 1,0-1,2 1,69 13,-32-15</inkml:trace>
  <inkml:trace contextRef="#ctx0" brushRef="#br0" timeOffset="899.988">2889 538,'-18'-6,"-11"-6,-3-4,3-5,5 2</inkml:trace>
  <inkml:trace contextRef="#ctx0" brushRef="#br0" timeOffset="1153.341">2273 230,'23'-2,"23"-1,25 0,20 3,15 1,9 1,-17 0</inkml:trace>
  <inkml:trace contextRef="#ctx0" brushRef="#br0" timeOffset="1414.61">3129 725,'0'19,"3"9,0 4,-1-1,1-2,-2-4,3-6,4-7,1-5</inkml:trace>
  <inkml:trace contextRef="#ctx0" brushRef="#br0" timeOffset="1415.61">3209 417,'-13'-9,"-5"0,5 5,10 6,14 4,5 3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4:30.41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24,'138'298,"-138"-298,0 2,-1-1,1 0,0 0,0 0,1 0,-1 1,0-1,0 0,1 0,-1 0,0 0,1 0,-1 1,1-1,-1 0,1 0,0 0,0 0,-1-1,1 1,0 0,0 0,0 0,0-1,0 1,0 0,0-1,0 1,0-1,0 1,0-1,0 1,0-1,1 0,-1 0,0 0,0 1,0-1,1 0,-1 0,0-1,0 1,0 0,0 0,1-1,-1 1,0 0,0-1,0 1,0-1,0 1,0-1,85-117,4-18,-90 137,0-1,0 1,0-1,0 0,0 1,0-1,0 1,0-1,0 1,0-1,0 0,0 1,1-1,-1 0,0 1,0-1,0 1,1-1,-1 0,0 1,1-1,-1 0,0 0,1 1,-1-1,0 0,1 0,-1 1,0-1,1 0,-1 0,1 0,-1 0,0 0,1 1,-1-1,1 0,-1 0,1 0,-1 0,0 0,1 0,-1-1,1 1,-1 0,1 0,-1 0,0 0,1 0,-1-1,0 1,1 0,-1 0,1-1,-1 1,0 0,0 0,1-1,-1 1,0 0,1-1,-1 1,0 0,0-1,0 1,1-1,-1 1,0-1,-1 39,1-35,-2 7,0-1,1 1,0 0,0 0,1-1,1 1,0 0,0 0,0-1,2 1,-1-1,1 1,0-1,1 0,0 0,1-1,-1 1,2-1,-1 0,1 0,2 1,63 31,-35-28</inkml:trace>
  <inkml:trace contextRef="#ctx0" brushRef="#br0" timeOffset="396.618">723 371,'1'-70,"1"25,-3 0,-1 0,-6-27,7 66,0 0,0 0,0 0,-1 0,0 0,0 1,-1-1,0 1,0-1,0 1,0 0,-1 0,0 1,0-1,0 1,-4-3,130 45,-90-31,1 1,1-1,0 1,0 3,-1 0,24 13,-54-24,-1 1,1 0,-1 0,1 0,-1 0,1 1,-1-1,0 1,0-1,0 1,0 0,0-1,0 1,0 0,0 0,-1 1,1-1,-1 0,0 1,1-1,-1 0,0 1,0-1,-1 1,1 0,-1-1,1 1,-1 0,0-1,0 1,0 0,0-1,0 1,-1 0,1-1,-1 1,0 1,-26 38,22-38,1 1,0 0,1 0,-1 0,1 1,0-1,0 1,1 0,0 0,0 0,0 0,1 0,-1 0,2 1,-1 1,3-4,0 0,0-1,0 1,1-1,-1 0,1 0,0 0,0 0,0 0,0 0,1-1,-1 0,1 0,-1 0,1 0,0 0,0 0,0-1,0 0,0 0,0 0,0-1,0 1,0-1,0 0,1 0,-1 0,1-1,170 2,-122-7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4:26.9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0 493,'6'10,"11"23,1 0,2-2,1-1,1 0,2-1,17 15,-40-42,0 0,0-1,1 1,-1 0,0-1,1 0,-1 1,1-1,-1 0,1 0,0 0,0 0,-1 0,1 0,0 0,0-1,0 1,0-1,0 1,0-1,0 0,0 1,0-1,0 0,0-1,0 1,0 0,0-1,0 1,0-1,0 1,0-1,0 0,0 0,-1 0,1 0,0 0,-1 0,1 0,-1-1,1 1,0-1,5-12,-1 1,-1-1,0-1,-1 1,-1-1,0 1,0-1,-2 0,0 0,-1 0,0-7,0 9,1-98,-1 110,0-1,0 1,1-1,-1 1,0-1,1 1,-1 0,1-1,-1 1,1-1,0 1,-1 0,1-1,0 1,0 0,0 0,0 0,0 0,0 0,0 0,0 0,1 0,-1 0,0 0,1 1,-1-1,0 0,1 1,-1 0,1-1,-1 1,1 0,-1-1,1 1,-1 0,1 0,-1 0,1 0,-1 1,1-1,-1 0,67 20,-58-17,33 14</inkml:trace>
  <inkml:trace contextRef="#ctx0" brushRef="#br0" timeOffset="777.349">748 572,'-55'-17,"39"10,-1 1,1 1,-1 1,-1 1,1 0,0 1,-1 1,0 0,15 2,-1-1,1 1,0 0,-1 0,1 0,0 1,0-1,0 1,0-1,0 1,0 0,1 0,-1 1,0-1,1 0,0 1,0 0,-1-1,2 1,-1 0,0 0,0 0,1 0,0 0,0 1,0-1,0 0,0 1,-1 5,0 0,1-1,-1 1,2 0,0 0,0 0,0 0,1 0,1 0,0 3,-1-8,0-1,0 1,0 0,1-1,-1 0,1 1,0-1,0 0,0 0,0 0,1 0,-1 0,1 0,0-1,-1 1,1-1,0 0,1 0,-1 0,0 0,1-1,-1 1,1-1,-1 0,1 0,-1 0,1 0,0-1,0 1,-1-1,1 0,0 0,0-1,-1 1,1-1,0 0,0 0,7-2,-1 0,0-1,0-1,0 0,-1 0,0-1,0 0,0 0,0-1,-1 0,0-1,-1 0,0 0,0 0,-1-1,0 0,0-1,2-4,3 70,-9-52,0 0,1-1,-1 0,0 1,1-1,0 0,0 0,0 0,0-1,0 1,0-1,1 1,-1-1,1 0,0-1,-1 1,1-1,0 1,0-1,0 0,0 0,0-1,0 1,0-1,1 0,-1 0,2-1,1 1,-1-1,1 0,-1 0,0 0,0-1,0 0,0 0,0-1,0 0,0 0,-1 0,1-1,-1 1,0-1,0-1,0 1,1-3,-1-1,-1 0,0-1,-1 0,0 0,0 0,-1 0,0 0,-1-1,0 1,0 0,-1-1,0 1,-1-1,0 1,0 0,-1-1,0 1,-1 0,0 0,0 0,-3-4,5 10,1 2,-1 0,1 0,-1 0,1 0,-1 0,1 0,0 0,0 0,-1 0,1 0,0 0,0 0,0 0,0 0,0 0,0 0,1 0,-1 0,0 0,0-1,1 1,-1 0,1 1,-1-1,1 0,-1 0,1 0,0 0,-1 0,1 0,0 1,0-1,-1 0,1 0,0 1,0-1,0 1,0-1,0 1,0-1,0 1,0 0,0-1,0 1,0 0,0 0,0 0,18-1,-1 0,1 2,0 0,-1 1,0 1,1 0,15 7,-27-10,1 1,-1 0,1 1,-1 0,1 0,-1 1,0 0,0 0,0 0,-1 1,1 0,-1 0,0 1,0 0,0 0,0 0,-1 1,0 0,-1 0,1 0,-1 1,0-1,0 1,-1 0,0 0,0 0,-1 0,2 8,-12 98,9-110,1 0,-1 0,1 0,0-1,0 1,0-1,0 1,0-1,0 0,1 1,-1-1,1-1,0 1,-1 0,1-1,0 1,0-1,0 0,0 0,0 0,0 0,0 0,1-1,-1 0,0 1,0-1,0 0,1-1,-1 1,0 0,0-1,0 0,0 0,0 0,0 0,2-1,8 0,-1-1,1 0,-1-1,1-1,-2 0,1 0,0-1,-1-1,0 0,0 0,-1-1,0 0,-1-1,0 0,0-1,0 1,-2-2,1 1,-1-1,-1 0,5-11,-28 95,17-68,0 0,1 0,-1 0,1 0,0 0,0 0,0 0,1 0,-1 0,1-1,1 1,-1-1,1 1,-1-1,1 0,0 0,1 0,-1 0,1-1,0 1,-1-1,1 0,1 0,-1 0,0-1,1 0,0 0,-1 0,1 0,0 0,0-1,0 0,34 2,-2-5</inkml:trace>
  <inkml:trace contextRef="#ctx0" brushRef="#br0" timeOffset="1027.677">1698 239,'0'13,"9"12,3 2</inkml:trace>
  <inkml:trace contextRef="#ctx0" brushRef="#br0" timeOffset="1913.966">2259 533,'-7'-9,"-1"1,0 1,0-1,-1 1,0 0,0 1,-1 0,1 1,-1 0,-1 0,1 1,-1 0,1 1,-1 0,0 1,0 0,0 1,-4 0,10 2,0 0,1 0,-1 0,1 1,0 0,-1 0,1 0,0 1,0-1,1 1,-1 0,0 0,1 0,0 1,-1-1,1 1,1 0,-1 0,1 0,-1 0,1 0,0 0,1 1,-1-1,1 0,-1 1,2 0,-1-1,0 5,0-2,0 0,0 0,1 0,0 0,0 0,1 0,0 0,0 0,0 0,1-1,0 1,1-1,-1 1,1-1,1 0,-1 0,1 0,0 0,0 0,1-1,-1-1,1 0,0-1,0 0,-1 0,2-1,-1 0,0 1,0-2,1 1,-1 0,1-1,-1 0,1-1,0 1,-1-1,1 0,0 0,-1-1,1 0,0 0,-1 0,1-1,-1 1,0-1,1-1,0 0,13-6,0 0,-1-2,0 0,-1-1,-1-1,8-8,19-17,-43 38,0 0,0 0,1-1,-1 1,0 0,0 0,1-1,-1 1,0 0,0 0,1 0,-1-1,0 1,0 0,1 0,-1 0,0 0,1 0,-1 0,0 0,1 0,-1 0,0 0,1 0,-1 0,0 0,1 0,-1 0,0 0,1 0,-1 0,0 0,0 0,1 0,-1 1,0-1,1 0,-1 0,0 0,0 1,1-1,-1 0,0 0,0 0,0 1,1-1,-1 0,0 1,0-1,0 0,0 0,0 1,0-1,1 0,-1 1,0-1,0 0,0 1,0-1,0 0,0 1,0-1,-1 28,0-19,2-6,-1 1,0-1,1 1,0-1,0 1,0-1,0 1,1-1,-1 0,1 0,0 0,0 0,0 0,0 0,0 0,1-1,-1 1,1-1,0 1,-1-1,1 0,0 0,1-1,-1 1,0-1,0 1,1-1,-1 0,1 0,-1 0,1-1,-1 1,1-1,-1 0,1 0,-1 0,1 0,0-1,-1 0,1 1,-1-1,1-1,5 0,0 0,0-1,0 0,-1-1,1 0,-1 0,0-1,0 0,0-1,-1 0,0 0,0 0,0-1,-1 0,0 0,0-1,-1 1,4-8,2-4,-2 0,0-1,-1 0,-1 0,-1-1,-1 0,2-17,-1 2,-2 0,-2-1,-1 1,-2 0,-1-1,-2 1,-4-15,-9 12,1 71,10 15,2 0,1 1,3 0,2 0,4 20,-3-32,1-1,2 0,1 0,2 0,7 15,-16-48,1 0,-1 1,1-1,-1 0,1 0,0 0,-1 0,1 0,0 0,0 0,1 0,-1 0,0-1,1 1,-1 0,1-1,-1 1,1-1,0 0,0 1,-1-1,1 0,0 0,0 0,0 0,0 0,0-1,1 1,-1-1,0 1,0-1,0 0,0 0,1 0,-1 0,0 0,0 0,0-1,2 0,6-5,0 0,-1-1,0 0,0-1,-1 0,0 0,0-1,-1 0,3-6,44-45,-52 58,0 0,-1 0,1 0,0 0,0 0,0 0,1 1,-1-1,0 1,1 0,-1 0,0-1,1 1,0 1,-1-1,1 0,-1 1,1-1,0 1,-1 0,1 0,0 0,0 0,-1 0,1 1,0-1,-1 1,1 0,-1 0,1 0,1 0,1 7,0 0,0 1,-1-1,0 1,0-1,-1 1,0 0,-1 1,0-1,0 0,-1 1,0-1,-1 1,0-1,-1 6,2-9,0-1,-1 1,0 0,0-1,0 1,-1-1,0 1,0-1,0 1,-1-1,0 0,0 0,0 1,-1-1,1-1,-1 1,0 0,-1-1,1 1,-1-1,0 0,-1 1,3-4,1-1,-1 0,1 1,0-1,-1 0,1 0,-1 0,1 0,0 0,-1 0,1-1,0 1,-1 0,1-1,0 1,-1-1,1 1,0-1,0 0,-1 0,1 1,0-1,0 0,0 0,0 0,0 0,0 0,0 0,1 0,-1-1,0 1,0 0,1 0,-1-1,1 1,-1 0,1-1,0 1,-12-56,12 48,1 1,0-1,0 1,1-1,0 1,0-1,1 1,0 0,1 0,-1 0,2 1,-1-1,1 1,0 0,0 0,1 1,0 0,0 0,1 0,-1 1,1-1,1 2,-1-1,0 1,1 0,0 1,0-1,6 0,-10 3,-1 1,1 0,-1 0,1 0,-1 0,1 1,-1-1,1 1,-1 0,1 0,-1 0,0 1,0-1,0 1,1-1,-2 1,1 0,0 1,0-1,-1 0,1 1,-1-1,1 1,-1 0,0 0,0 0,1 2,36 91,-38-92,36 87,-35-88,0 0,0 0,0 0,0-1,1 1,-1-1,1 1,-1-1,1 0,0 0,0 0,0 0,0-1,0 1,0-1,1 0,-1 0,0 0,1 0,-1 0,0-1,1 1,-1-1,1 0,-1 0,2-1,17-3</inkml:trace>
  <inkml:trace contextRef="#ctx0" brushRef="#br0" timeOffset="2127.501">3155 171,'-4'7,"4"7,13 5,3 0</inkml:trace>
  <inkml:trace contextRef="#ctx0" brushRef="#br0" timeOffset="2577.572">3556 572,'18'-7,"0"-2,-1 0,0-1,-1 0,0-1,-1-1,0-1,-1 0,0-1,-1 0,-1-1,0-1,-1 0,-1 0,0-1,-1-1,-1 1,-1-1,-1 0,0-1,-1 0,-1 0,-1 0,0 0,-1-19,-2 28,0 0,-1 0,0 0,0-1,-1 1,-1 1,1-1,-2 0,1 0,-5-6,6 13,1-1,-2 1,1 0,0 0,-1 0,1 0,-1 0,0 1,0-1,0 1,0 0,0-1,-1 1,1 1,0-1,-1 1,0-1,1 1,-1 0,0 0,0 1,0-1,1 1,-1-1,0 1,0 1,0-1,0 0,-1 1,-1 1,0-1,0 1,1 0,-1 0,1 0,-1 1,1 0,0 0,0 0,0 1,1 0,-1 0,1 0,0 0,0 1,0-1,1 1,0 0,0 0,0 1,0-1,-1 4,-2 7,1 1,0 0,1-1,1 1,0 1,2-1,0 6,0 7,1 0,2 1,0-1,3-1,0 1,2-1,1 0,1 0,2-1,1 0,1-1,1 0,1-1,2-1,0-1,4 3,-17-21,2 0,-1 1,1-2,0 1,0-1,0 0,1 0,0 0,0-1,0 0,0-1,1 1,-1-1,1-1,0 0,0 0,0 0,0-1,0 0,0-1,0 1,1-2,-1 1,0-1,0 0,0-1,0 0,0 0,-1-1,1 0,0-1,3-3,-1 0,0-1,-1 0,0-1,0 0,-1-1,0 1,0-2,-1 1,-1-1,1 0,-2 0,0-1,0 0,-1 0,0 0,-1 0,-1 0,0-1,0-10,-8-25,6 47,-1 0,1 0,0 0,-1 0,1 0,-1 0,0 0,1 0,-1 0,0 0,1 1,-1-1,0 0,0 0,0 1,0-1,1 1,-1-1,0 1,0-1,0 1,0 0,0-1,0 1,-1 0,1 0,0-1,0 1,0 0,0 0,0 0,0 1,0-1,0 0,0 0,0 1,0-1,0 0,0 1,0-1,-1 1,-3 2,0 0,0 0,1 0,-1 1,1 0,0 0,0 0,0 0,0 0,1 1,-1 0,1 0,1 0,-1 0,1 0,0 0,0 1,0 0,1-3,0 0,0 1,0 0,0-1,1 1,0-1,0 1,0 0,0-1,0 1,1 0,-1-1,1 1,0-1,0 1,1-1,-1 1,1-1,-1 0,1 0,0 0,0 0,1 0,-1 0,0 0,1-1,0 1,2 1,10 4,1 0,-1-1,1-1,0-1,1 0,-1-1,1-1,12 1,32 6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4:37.19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19,'18'5,"27"1,28 0,29-4,24-6,17-5,1-4,-24 2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4:23.20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4065 714,'2'-16,"1"-13,0-4,0-5,-2 0,0 0,0 1,1 5,1 6,0 9,-1 10,-1 9,0 6,0 3,1 1,4-2,0-3</inkml:trace>
  <inkml:trace contextRef="#ctx0" brushRef="#br0" timeOffset="1814.456">4426 312,'-6'4,"1"-1,-1 0,0 0,0 0,0-1,0 0,-1 0,1-1,0 1,-1-2,1 1,-1-1,1 0,-1 0,0 0,1-1,0 0,-1-1,-1 0,-27-1,27 2,3 0,-1 0,1 0,-1 0,0 1,0-1,1 1,-1 1,0-1,0 1,1 0,-1 1,1-1,-1 1,1 0,0 0,-1 1,1-1,0 1,1 0,-1 1,0-1,1 1,0 0,0 0,-2 3,0 5,1-1,1 1,0 0,1 0,0 0,1 0,1 0,0 0,0 1,1-1,0 1,1-1,1 0,0 0,2 4,-2-11,0 0,0 0,0 0,1 0,0-1,0 1,0-1,0 0,1 0,-1 0,1-1,0 1,1-1,-1 0,0 0,1 0,0-1,-1 1,1-1,0-1,0 1,1 0,-1-1,4 0,11 3,-1-2,1-1,0 0,0-1,0-1,0-1,33-7,0-2,-1-2,-1-2,0-3,34-17,-69 29,0-1,-1 0,0-1,0 0,0-2,-1 0,-1 0,0-1,0-1,-1 0,-1 0,8-12,-18 23,0 1,-1-1,1 1,0-1,-1 0,1 0,-1 1,1-1,-1 0,1 0,-1 0,0 0,1 1,-1-1,0 0,1 0,-1 0,0 0,0 0,0 0,0 0,0 0,0 0,0 0,0 0,-1 1,1-1,0 0,0 0,-1 0,1 0,-1 0,1 0,0 1,-1-1,0 0,1 0,-1 1,1-1,-1 0,0 1,0-1,1 1,-1-1,0 1,0-1,0 1,0-1,1 1,-1 0,0 0,0-1,-1 1,-6 0,-1 0,1 0,-1 1,1 0,-1 1,1 0,0 0,0 1,0 0,0 0,0 1,0 0,1 0,0 1,0 0,0 0,1 0,-1 1,1 0,1 1,-2 0,4-4,0-1,0 1,0 0,1 0,-1 0,1 0,0 1,-1-1,1 1,1-1,-1 1,0 0,1 0,0-1,0 1,0 0,1 0,-1 0,1 0,0 0,0 0,0 0,0 0,1 0,0 0,0 0,0 0,0 0,0 0,1-1,0 1,0 0,0-1,0 0,0 1,1-1,-1 0,1 0,0 0,0-1,0 1,1 0,3-1,0 1,1-1,-1-1,0 1,1-1,-1 0,1-1,0 0,-1 0,1-1,-1 0,1 0,-1-1,1 1,-1-2,0 1,0-1,0 0,0-1,1 0,6-4,-1 0,0-1,0-1,-1 0,-1 0,1-1,-2-1,1 0,2-5,13-22,-26 74,-2-17,0-1,2 1,0 0,1-1,1 1,0-1,2 5,-3-18,1 1,-1-1,0 0,1 1,0-1,0 0,1 0,-1 0,1 0,-1-1,1 1,0-1,1 1,-1-1,1 0,-1 0,1-1,0 1,0-1,0 0,0 0,0 0,1 0,-1-1,1 0,-1 0,1 0,-1 0,1-1,1 0,1 0,-1 0,1 0,0-1,0-1,0 1,0-1,-1 0,1 0,-1-1,0 0,1 0,-1 0,-1-1,1 0,0 0,-1-1,0 1,0-1,0 0,-1-1,1 1,-1-1,-1 0,1 0,0-2,5-10,0 0,-1-1,-1 0,-1-1,-1 1,-1-1,0 0,-2-3,6-85,-8 107,0 0,0-1,0 1,0 0,0 0,0 0,1 0,-1-1,0 1,1 0,-1 0,1 0,-1 0,1 0,-1 0,1 0,0 0,0 0,-1 0,1 1,0-1,0 0,0 0,0 1,0-1,0 0,0 1,0-1,0 1,1 0,-1-1,0 1,0 0,0 0,0-1,0 1,1 0,-1 0,0 0,0 0,0 1,1-1,-1 0,0 0,0 1,0-1,0 1,0-1,0 1,0-1,0 1,0 0,0 0,1 0,10 6,1 1,-2 0,1 1,-1 1,0 0,-1 0,0 1,-1 0,0 0,-1 1,0 1,-1-1,0 1,-1 0,0 1,0 3,5 19,-1 0,-2 0,-2 1,-1 0,0 30,-19 408,13-464,1 1,0-1,1 1,0-1,1 1,0-1,1 0,0 0,0 0,1 0,1-1,0 0,1 1,0-2,0 1,1-1,0 0,0 0,1-1,1 0,-1 0,8 4,-13-11,0 1,0-1,1 0,-1 0,1 0,-1 0,1-1,-1 1,1-1,-1 0,1 0,-1-1,1 1,-1 0,1-1,-1 0,0 0,1 0,-1-1,0 1,0-1,0 1,0-1,0 0,0 0,0 0,-1-1,1 1,-1-1,1 1,-1-1,0 0,1-2,4-5,-1 0,-1-1,1 1,-2-1,1-1,-2 1,1-1,-1 1,0-7,-1-13,-2 0,0-1,-2 1,-2-1,-1 1,-1 0,-1 1,-2 0,-1 0,-2 0,0 2,-2-1,-1 2,-2 0,0 1,-2 0,-2 0,-6-4,-1 0,-2 2,-1 1,-1 1,-16-8,45 32,3 2,-1 0,0 0,0-1,0 1,0 0,0-1,0 1,0-1,1 1,-1-1,0 1,0-1,1 0,-1 1,0-1,1 0,-1 0,1 1,-1-1,1 0,-1 0,1 0,-1 0,1 0,0 0,0 0,-1 0,1 1,0-1,0 0,0 0,0 0,0 0,0 0,0 0,0 0,1 0,-1 0,0-1,75-18,384-49,-344 62,-113 8,0 0,-1 0,1 0,0 0,-1 0,1 1,-1-1,0 0,1 1,-1 0,0-1,0 1,0 0,0-1,0 1,0 0,-1 0,1 0,-1 0,1 0,-1 0,1 0,-1-1,0 1,0 0,0 0,0 0,-1 0,1 0,0 0,-1 0,0 0,1 0,-1 0,0 1,-1 11,1-10,0 0,1 0,0 0,0 0,0 0,0 0,0 0,1-1,0 1,0 0,0 0,0 0,1-1,-1 1,1-1,0 1,0-1,0 1,0-1,1 0,0 0,-1 0,1-1,0 1,0-1,0 1,1-1,-1 0,0 0,1 0,0-1,-1 1,1-1,0 0,2 0,0 0,1 0,-1-1,1 0,-1 0,0-1,1 0,-1 0,0 0,0-1,1 0,-1 0,0 0,-1-1,1 0,0 0,-1-1,0 0,0 1,0-2,0 1,0 0,-1-1,0 0,1-1,6-10,0 1,-1-2,-1 1,0-1,-2-1,0 1,3-11,-9 73,-2-36,-1 0,2 1,-1-1,1 0,1 0,0 0,0 0,0 0,1 0,1 0,0 0,0-1,0 1,1-1,0 0,1 0,0 0,0-1,1 0,0 0,0 0,0-1,1 1,0-2,0 1,1-1,6 4,-5-6,0-1,0 1,0-1,0-1,1 0,-1 0,0-1,1 0,-1 0,1-1,-1-1,0 0,0 0,0 0,0-1,0-1,0 1,-1-1,7-5,7-4,-2 0,0-1,-1-2,0 0,-1-1,-1 0,2-4,-4 3,-1-1,0 0,-1-1,-1 0,-1-1,-1 0,-1-1,-1 0,0 0,-2-1,-1 0,0 0,-2-1,-1 1,-1-1,-1 1,0-1,-2 1,-3-11,5 27,-1 1,-1-1,1 1,-1-1,0 1,0 0,-1-1,1 1,-2 0,1 1,0-1,-1 1,0-1,-1 1,1 0,-1 1,0-1,0 1,0 0,-1 0,1 1,-1-1,0 1,0 0,0 1,0 0,-1 0,1 0,-1 0,1 1,-6 0,2 4,1 0,-1 1,1 0,0 1,0 0,1 1,-1-1,1 1,0 1,1 0,0 0,0 0,0 1,1 0,0 0,1 1,0 0,0 0,1 0,0 0,0 1,1-1,0 1,1 1,-4 7,1 0,1 0,0 0,2 0,0 1,1-1,0 1,2-1,0 1,2-1,-1 1,2-1,1 0,0-1,1 1,1-1,1 0,0 0,1-1,1 0,0-1,1 0,1-1,7 7,7 2,1-2,0 0,2-2,0-2,1 0,0-2,2-1,-1-2,2-1,1-1,85 24</inkml:trace>
  <inkml:trace contextRef="#ctx0" brushRef="#br0" timeOffset="-1812.326">402 472,'-155'3,"150"-2,0 0,0 0,0 1,0-1,0 1,1 0,-1 0,1 1,-1 0,1-1,0 1,0 1,0-1,1 0,-1 1,1 0,0 0,0 0,0 0,0 0,1 1,0-1,0 1,0 0,0 0,1-1,0 1,0 0,0 0,0 0,1 2,-1-3,0 0,0 0,0 0,0 0,1 0,0 0,0 0,0 0,0 0,1 1,0-1,0 0,0 0,0 0,0-1,1 1,0 0,0 0,0-1,0 1,0-1,1 0,-1 1,1-1,0 0,0-1,0 1,1 0,-1-1,1 0,-1 0,1 0,0 0,-1-1,1 1,0-1,0 0,0 0,0 0,1-1,1 1,2-2,0 0,0 0,0-1,0 0,0 0,0-1,-1 0,1-1,-1 1,0-1,0-1,0 1,-1-1,0 0,1-1,-2 1,1-1,3-6,1 1,-2-1,1 0,-1 0,-1-1,0 0,-1-1,-1 1,0-1,-1 0,0-1,1-43,-8 99,2-33,0 1,1-1,0 1,0-1,1 1,0-1,1 1,0-1,0 0,1 0,0 0,0 0,1 0,0 0,0-1,1 0,0 0,0 0,0-1,1 1,0-1,1-1,-1 1,1-1,0 0,0-1,1 1,2 0,18 2</inkml:trace>
  <inkml:trace contextRef="#ctx0" brushRef="#br0" timeOffset="-1500.16">657 433,'5'18,"1"-1,1 1,1-1,1 0,0-1,1 0,1 0,0-1,1-1,1 0,0-1,1 0,0-1,1 0,0-1,1-1,0 0,1-1,0-1,0-1,2 0,-17-6,0 0,0 0,1 0,-1 0,0-1,1 1,-1-1,1 0,-1 0,0 0,1 0,-1 0,1 0,-1 0,1-1,-1 1,0-1,1 0,-1 0,0 0,0 0,1 0,-1 0,0 0,0-1,0 1,-1-1,1 0,0 1,0-1,-1 0,1 0,-1 0,0 0,1-1,2-9,-1 0,0 0,-1-1,0 1,0-1,-2 1,1-1,-2 1,-1-10,1-19,1 39,0 1,0-1,0 0,0 1,0-1,1 0,-1 1,0-1,1 1,-1-1,1 0,-1 1,1-1,0 1,0-1,0 1,0 0,0-1,0 1,0 0,0 0,0 0,0 0,1 0,-1 0,1 0,-1 0,0 0,1 0,0 1,-1-1,1 1,-1-1,1 1,0 0,-1 0,1-1,1 1,15-1</inkml:trace>
  <inkml:trace contextRef="#ctx0" brushRef="#br0" timeOffset="-697.148">1378 620,'6'-12,"4"-8,-1-1,-1 0,-1 0,0 0,-2-1,0 0,0-13,-5 34,0 0,1 0,-1 1,0-1,0 0,1 0,-1 0,0 0,0 0,0 1,0-1,0 0,-1 0,1 0,0 0,0 1,0-1,-1 0,1 0,0 0,-1 1,1-1,-1 0,1 0,-1 1,1-1,-1 0,0 1,1-1,-1 1,0-1,1 1,-1-1,0 1,0-1,1 1,-1 0,0 0,0-1,0 1,1 0,-1 0,0 0,0 0,0 0,0 0,0 0,1 0,-1 0,0 0,0 0,0 0,0 1,1-1,-2 1,-5 4,0 1,0 0,0 1,1-1,0 1,0 1,1-1,0 1,0 0,1 0,0 0,0 1,1-1,0 1,0 2,0-5,0 1,1-1,-1 0,1 1,1-1,-1 1,1-1,0 1,1 0,-1-1,1 1,1 0,-1 0,1-1,0 1,1-1,0 1,0-1,0 1,1-1,-1 0,2 0,-1 0,1-1,0 1,0-1,0 0,1 0,-1 0,1 0,0-1,1 0,-1 0,1-1,4 3,0-3,0-1,0 0,1-1,-1 1,0-2,1 0,-1 0,0-1,1 0,-1-1,0 0,0 0,0-1,0-1,-1 0,1 0,-1-1,2-1,-5 3,0 0,0-1,0 0,0-1,-1 1,0-1,0 0,0 0,-1-1,1 1,-1-1,0 0,-1 0,0 0,0-1,0 1,-1-1,1 0,-2 1,1-1,-1 0,0 0,0 0,-1 0,0 0,-1-7,-12-20,12 35,0-1,0 0,0 1,1-1,-1 1,0-1,0 1,0 0,0-1,1 1,-1 0,0 0,1-1,-1 1,0 0,1 0,-1 0,1 0,-1 0,1 0,0 0,-1 0,1 0,0 0,0 0,0 0,-1 0,1 0,0 0,0 0,1 0,-1 0,0 0,0 0,0 6,0-1,0 0,0 1,1-1,0 0,0 1,0-1,1 0,0 0,0 0,1 0,-1-1,1 1,1-1,-1 1,1-1,0 0,0 0,0-1,1 1,-1-1,1 0,0 0,0-1,1 1,-1-1,1 0,0-1,0 0,0 1,0-2,0 1,0-1,0 0,1 0,-1 0,0-1,1 0,4-1,-3 0,1 0,-1 0,1-1,-1 0,0 0,0-1,0 0,0 0,0-1,-1 0,1-1,-1 1,0-1,-1-1,1 1,-1-1,0-1,0 1,-1-1,0 0,0 0,-1 0,1-1,-2 1,1-1,-1 0,0 0,-1 0,0-1,0 1,-1-1,0 1,0-1,-1 1,0-4,-11-4,-1 39,9-11,1-1,1 1,0 0,0 0,1 0,1 0,0-1,1 6,-1-12,0-1,0 1,1-1,-1 0,1 1,0-1,0 0,0 0,0-1,1 1,0 0,0-1,0 1,0-1,0 0,1 0,-1 0,1-1,0 1,0-1,0 0,0 0,3 1,3-1,0-1,0 0,0 0,0-1,0 0,0-1,0 0,0-1,0 0,0 0,-1-1,1 0,-1-1,0 0,0-1,0 0,0 0,-1-1,0 0,0 0,0-1,-1 0,0 0,0-1,-1 0,0 0,-1 0,1-1,-2 0,1 0,-1 0,-1 0,1-1,-1-3,0-26,-3 39,0-1,0 0,0 0,0 1,0-1,-1 0,1 1,0-1,0 0,0 1,-1-1,1 0,0 1,-1-1,1 0,0 1,-1-1,1 1,-1-1,1 1,-1-1,1 1,-1-1,1 1,-1-1,1 1,-1 0,0-1,1 1,-1 0,0 0,1-1,-1 1,0 0,0 0,1 0,-1 0,0 0,1 0,-1 0,0 0,1 0,-1 0,0 0,0 1,1-1,-1 0,0 0,1 1,-1-1,-5 4,1 0,0 0,-1 1,2 0,-1 0,0 0,1 0,0 1,0-1,1 1,-1 0,1 0,1 1,-1-1,1 0,0 1,0 0,1-1,0 1,0 0,1 0,0 1,0-5,1 1,-1-1,1 0,0 1,0-1,0 0,1 1,-1-1,1 0,0 0,0 0,0 0,0-1,0 1,1 0,-1-1,1 0,-1 1,1-1,0 0,0-1,0 1,0 0,1-1,1 1,86 21,-25-14</inkml:trace>
  <inkml:trace contextRef="#ctx0" brushRef="#br0" timeOffset="15854.051">1685 1796,'-2'18,"8"11,4 0</inkml:trace>
  <inkml:trace contextRef="#ctx0" brushRef="#br0" timeOffset="14797.233">1 2077,'6'29,"-2"-2,1-1,1 0,2 0,0-1,2 0,0 0,2-1,1-1,0 0,2 0,10 10,-23-30,-1-1,1 1,0-1,0 0,0 0,1 0,-1 0,0 0,1 0,-1-1,1 1,0-1,0 0,-1 1,1-1,0-1,0 1,0 0,0-1,0 1,0-1,0 0,0 0,0 0,0 0,0-1,0 1,0-1,0 0,0 0,0 0,-1 0,1 0,0-1,-1 1,2-2,3-8,0-1,-1 1,0-2,-1 1,-1 0,0-1,0 0,-1 0,-1 0,0 0,-1 0,-1-1,0 1,-1-12,-7-131,8 155,0-1,0 1,0 0,1 0,-1-1,0 1,1 0,-1 0,1 0,-1 0,1 0,0-1,-1 1,1 0,0 0,0 0,0 1,0-1,0 0,0 0,0 0,0 1,0-1,0 0,0 1,0-1,0 1,1 0,-1-1,0 1,0 0,1 0,-1-1,0 1,0 0,1 0,0 1,49 9,-50-9,44 15,-1 2</inkml:trace>
  <inkml:trace contextRef="#ctx0" brushRef="#br0" timeOffset="15600.685">710 2184,'-3'-5,"0"1,-1 0,0 0,0 0,0 1,0-1,-1 1,1 0,-1 0,0 0,0 1,0-1,0 1,0 1,0-1,-1 1,1 0,-1 0,1 0,-1 1,1 0,-1 0,1 0,-1 1,1-1,-1 2,1-1,0 0,0 1,-1 0,1 0,0 1,1-1,-1 1,0 0,1 1,-1-1,1 1,0-1,0 1,1 0,-1 1,-1 3,1-5,1 0,0 1,-1-1,2 1,-1 0,0 0,1 0,0 0,0 0,0 0,0 1,1-1,-1 1,1-1,1 1,-1 0,0-1,1 1,0 0,0 0,1-1,-1 1,1 0,0-1,0 1,1-1,-1 1,1-1,0 0,0 0,0 1,1-1,-1-1,1 1,2 1,3 0,1-1,1 0,-1 0,0-1,1-1,0 0,-1 0,1 0,0-1,0-1,0 0,0 0,0-1,0 0,0-1,-1 0,1-1,0 0,-1 0,0-1,0 0,0 0,0-1,-1-1,4-2,-6 5,0-1,-1 0,1 0,-1 0,0-1,0 0,0 0,-1 0,1 0,-1-1,-1 0,1 1,-1-1,0-1,0 1,-1 0,0-1,0 0,0 1,-1-1,1-4,-9 0,0 31,6-16,0-1,0 1,1 0,-1-1,1 1,0-1,0 1,0 0,1-1,-1 1,1-1,0 1,0-1,0 1,0-1,1 0,-1 0,1 1,0-1,0 0,0 0,0-1,1 1,-1 0,1-1,-1 1,1-1,0 0,0 0,0 0,0 0,1-1,-1 1,0-1,1 0,-1 0,1 0,0 0,2-1,0 0,0 0,0 0,0-1,0 0,-1 0,1-1,0 1,0-1,-1-1,1 1,-1-1,0 0,0 0,0 0,0-1,0 1,-1-1,0-1,0 1,0-1,0 1,0-1,-1 0,0 0,0 0,-1-1,1 1,-1-1,0 0,-1 1,1-1,-1 0,0 0,-1 0,1 0,-1 0,-1 0,1 0,-1-1,-9-82,10 88,0-1,0 1,0-1,0 1,0-1,1 1,-1-1,0 1,1 0,-1-1,1 1,0 0,-1-1,1 1,0 0,0 0,0-1,0 1,0 0,0 0,0 0,0 0,0 0,1 1,-1-1,0 0,1 1,-1-1,0 0,1 1,-1 0,1-1,-1 1,1 0,-1 0,1-1,-1 1,2 1,60 4,-60-4,12 1,0 2,1 0,-1 1,-1 0,1 1,-1 1,10 6,-18-10,-1 1,0 0,0 0,0 0,-1 0,1 1,-1 0,0 0,0 0,-1 0,0 1,0-1,0 1,0 0,-1 0,0 0,0 0,-1 0,1 0,-1 3,-11 85,0-41,10-51,-1-1,1 1,0-1,0 0,0 1,0-1,1 1,-1-1,0 0,0 1,1-1,-1 0,1 1,-1-1,1 0,0 1,0-1,-1 0,1 0,0 0,0 0,0 0,0 0,0 0,0 0,0 0,1-1,-1 1,0 0,0-1,1 1,-1-1,0 1,1-1,-1 1,0-1,1 0,0 0,55-4,-34-3,-1-1,-1-1,0-1,0-1,-1-1,0-1,-1 0,0-2,-2 0,1-1,-2 0,1-3,35-60,-50 65,-10 20,3 2,1 1,1 0,-1 0,2 0,-1 0,1 0,1 1,-1-1,2 1,-1-1,1 1,1-1,0 1,0-1,1 1,1 4,-2-9,1 1,0-1,0 0,0 1,1-1,0 0,0 0,0-1,0 1,1-1,0 1,0-1,0 0,0-1,1 1,-1-1,1 1,0-1,0-1,0 1,0-1,1 0,-1 0,1-1,-1 1,1-1,3 0,21 0</inkml:trace>
  <inkml:trace contextRef="#ctx0" brushRef="#br0" timeOffset="16751.857">2181 2144,'-1'-1,"-117"-46,112 45,1 1,-1 0,0 0,1 1,-1 0,0 0,0 0,1 1,-1-1,0 1,1 1,-1-1,1 1,-1 0,1 0,0 1,-1-1,1 1,1 0,-4 2,1 2,0 1,0-1,0 1,1 0,0 1,1 0,0 0,0 0,1 0,0 1,0-1,1 1,1 0,0 0,0 0,0 4,2-10,-1-1,1 1,0-1,0 1,1 0,-1-1,1 1,0-1,-1 1,2-1,-1 0,0 1,1-1,-1 0,1 0,0 0,0 0,0 0,1-1,-1 1,0 0,1-1,0 0,0 0,0 0,0 0,0 0,0 0,0-1,0 1,1-1,-1 0,0 0,1 0,-1-1,1 1,0-1,-1 0,1 0,12-1,0-2,0 1,-1-2,0 0,1-1,-1-1,-1 0,1-1,-1 0,0-1,-1-1,0 0,0-1,-1 0,-1-1,8-8,-11 12,0-1,-1 0,0 0,0 0,0-1,-1 0,-1 0,1-1,-1 1,-1-1,0 0,2-9,-6 18,1 1,-1 0,0-1,0 1,1 0,-1-1,0 1,0-1,0 1,0-1,0 1,0 0,1-1,-1 1,0-1,0 1,0-1,-1 1,1-1,0 1,0 0,0-1,0 1,0-1,0 1,-1-1,1 1,0 0,0-1,0 1,-1 0,1-1,0 1,-1 0,1-1,0 1,-1 0,1-1,0 1,-1 0,1 0,-1 0,1-1,-1 1,1 0,0 0,-1 0,1 0,-1 0,1 0,-1 0,1 0,0 0,-1 0,1 0,-1 0,1 0,-1 0,1 0,-1 0,1 1,0-1,-1 0,-21 22,17-13,1 0,0 0,1 0,0 1,0 0,1-1,0 1,1 0,0 0,0 0,1 0,1 1,-1-7,0 1,0-1,1 0,0 1,0-1,0 0,0 0,1 0,-1 0,1 0,0 0,0 0,1-1,-1 1,1-1,0 0,0 1,0-1,0-1,0 1,1 0,-1-1,1 1,0-1,-1 0,1-1,0 1,5 1,-3-3,1 0,-1-1,1 0,-1 0,1 0,-1-1,0 0,0 0,1-1,-1 0,-1 0,1 0,0 0,-1-1,0 0,0 0,0-1,0 1,-1-1,0 0,0 0,0-1,0 1,-1-1,0 0,0 0,-1 0,2-3,12-34,-2 0,-1-2,-3 1,-1-1,-3-1,-1 0,-2 1,-3-1,-3-24,2-10,1 182,8-2,5 0,5-1,9 23,-9-78,-16-44,-1 0,1 0,-1 0,1-1,-1 1,1 0,-1-1,1 1,-1-1,0 0,1 1,-1-1,0 0,0 0,1 0,-1 0,0 0,0 0,0 0,0 0,0 0,0-1,0 1,-1 0,1-1,0 1,-1 0,1-1,-1 1,1-2,0 0,65-86,-62 85,0 1,-1 0,1 0,0 0,1 0,-1 0,0 1,1 0,-1 0,1 0,0 0,0 1,0 0,-1 0,1 0,0 1,0-1,0 1,1 0,-1 1,0-1,1 3,0 0,0 0,0 0,0 1,-1 0,0 0,1 0,-2 0,1 1,0 0,-1 0,0 1,0-1,-1 1,1-1,-1 1,0 0,-1 1,0-1,0 0,0 1,-1-1,1 1,-2-1,1 1,-1 0,0-1,0 1,-1 0,0-1,0 1,-2 5,-35 45,37-56,0 0,0 0,0 0,-1 0,1-1,0 1,-1 0,1 0,-1-1,1 1,-1-1,1 1,-1-1,1 0,-1 0,1 0,-1 1,0-1,1-1,-1 1,1 0,-1 0,1-1,-1 1,1 0,-1-1,1 0,-1 1,1-1,0 0,-1 0,1 0,0 1,0-2,-1 1,1 0,0 0,0 0,0 0,0-1,0 0,-2-5,0-1,0-1,0 1,1 0,1-1,-1 1,1-1,1 1,-1-1,2 1,-1-1,1 0,0 1,1 0,0-1,0 1,1 0,0 0,1 0,1-3,0 2,0-1,1 1,0 0,1 0,0 1,0 0,1 0,0 1,0 0,1 0,0 1,0 0,5-2,-9 5,0 1,0-1,0 1,1 0,-1 1,1-1,-1 1,1 0,-1 1,1-1,-1 1,1 0,0 1,-1-1,1 1,-1 0,1 0,-1 1,1 0,-1 0,0 0,0 0,0 1,0 0,0 0,3 3,-1 2,0 0,0 0,-1 0,0 1,0 0,-1 0,0 0,-1 1,0 0,0-1,-1 2,0-1,-1 0,0 0,-1 2,12 38,-13-48,0-1,0 1,0-1,1 1,-1 0,0-1,1 1,0-1,-1 1,1-1,0 0,0 1,0-1,0 0,0 1,0-1,0 0,0 0,0 0,1 0,-1 0,0 0,1 0,-1 0,0-1,1 1,-1-1,1 1,0-1,-1 1,1-1,-1 0,1 0,0 0,-1 0,1 0,-1 0,1 0,0 0,-1-1,1 1,-1 0,2-1,20-12,-1-4</inkml:trace>
  <inkml:trace contextRef="#ctx0" brushRef="#br0" timeOffset="17907.566">3076 1742,'-1'0,"-1"-1,1 1,0 0,-1-1,1 1,0 0,-1 0,1 0,0 0,-1 0,1 0,-1 0,1 0,0 1,-1-1,1 1,0-1,0 1,-1-1,1 1,0 0,0-1,0 1,0 0,0 0,0 0,0 0,0 0,0 0,0 0,0 0,1 0,-1 0,0 1,1-1,-1 0,1 0,-1 1,1-1,4 4,0-1,0 1,1-1,0 0,0-1,0 1,0-1,0 0,0 0,1-1,0 1,-1-1,7 1,1 2,24 8,0-1,1-2,0-1,1-2,0-2,0-2,0-1,32-3,-57 0,-1-1,1 0,-1-1,0-1,0 0,0 0,0-1,-1-1,0 0,0-1,0 0,-1-1,0 0,-1-1,0 0,0-1,-1 0,0 0,0-1,-1 0,-1 0,0-1,-1 0,0-1,-1 1,2-6,-2 4,-1 0,0-1,0 1,-2-1,0 1,0-1,-2 0,0 0,0 0,-2 1,1-1,-4-8,5 20,-1 0,0 1,0-1,-1 0,1 1,0-1,-1 1,0-1,1 1,-1 0,0 0,0 0,0 0,0 0,-1 0,1 0,-1 1,1-1,-1 1,1 0,-1 0,0 0,1 0,-1 0,0 0,0 1,0-1,0 1,1 0,-1 0,0 0,0 0,0 1,0-1,0 1,1 0,-1-1,0 1,0 1,1-1,-1 0,1 0,-2 2,-8 7,0 0,1 1,0 1,0 0,2 0,-1 1,2 0,0 1,0 0,1 0,1 0,0 1,1 0,1 0,0 1,1-1,1 1,0 8,-1 1,1-1,2 2,0-1,2 0,0-1,2 1,1 0,1-1,1 0,1 0,1-1,1 0,0 0,2-1,1-1,1 0,1-1,0 0,2-1,0-1,9 6,-19-18,-1 0,1-1,0 0,1 0,-1 0,1-1,0 0,0-1,1 0,-1 0,0-1,1 0,0 0,-1-1,1 0,0-1,0 0,0 0,-1-1,1 0,0-1,-1 0,1 0,-1 0,1-1,-1-1,0 1,-1-1,8-5,-4 1,-1 0,1-1,-2 0,1 0,-1-1,-1 0,0-1,0 0,-1 0,-1-1,1 0,-2 0,0 0,0-1,-1 0,-1 0,0-3,-2 14,-1 0,0-1,1 1,-1 0,0 0,0-1,-1 1,1 0,0-1,-1 1,0 0,1 0,-1-1,0 1,0 0,0 0,0 0,-1 0,1 0,0 1,-1-1,1 0,-1 1,0-1,0 1,0-1,1 1,-1 0,0-1,0 1,-1 0,1 1,0-1,0 0,0 1,-1-1,1 1,0-1,-1 1,1 0,0 0,0 0,-1 1,1-1,-2 1,-1 0,0 0,0 1,0 0,0 0,1 0,-1 0,1 1,0 0,0 0,0 0,0 0,0 0,0 1,1 0,0 0,0 0,0 0,0 0,1 1,-1-1,1 1,0 0,1 0,-1-1,1 1,0 0,0 0,0 0,1 1,0-1,0 0,0 0,0 0,1 0,0 0,0 0,1 0,-1 0,1-1,0 1,2 3,0 0,2 0,-1 0,1 0,0-1,1 0,-1 0,2 0,-1-1,1 0,0-1,0 1,0-2,1 1,-1-1,1 0,0-1,0 0,10 2,-4-2,1 0,0-1,0-1,1 0,-1-1,0-1,0-1,0 0,0-1,-1 0,2-2,5-4,0-1,0-1,-1-1,0-1,-1-1,-1 0,0-2,-1 0,-1-1,0-1,-1-1,-1 0,-1-1,-1 0,-1-1,0-1,-2 0,1-4,-3 9,-1 0,-1-1,0 0,-2 0,0-1,-1 1,-1-1,0 0,-2 0,0 1,-1-1,-1 0,-1 0,0 1,-2 0,0 0,-1 0,-1-1,4 12,-1 0,0 1,-1-1,1 1,-1 0,0 0,-1 1,1 0,-1-1,0 2,-1-1,1 1,-3-1,6 3,0 0,-1 1,1-1,-1 1,0 0,1 0,-1 0,0 1,1-1,-1 1,0 0,0 0,0 0,1 1,-1-1,0 1,0 0,1 0,-1 0,1 0,-1 1,1-1,-1 1,1 0,0 0,0 0,-2 3,-4 5,2 1,-1 1,1-1,1 1,0 0,1 1,0 0,0 0,2 0,0 0,0 0,1 1,1-1,0 1,1-1,0 1,1-1,2 8,0 12,0 0,3 0,1-1,1 0,1 0,2-1,1 0,2-1,1 0,1-1,2-1,2 1,-12-18,0-1,1-1,0 1,1-1,0-1,0 0,1 0,0-1,0-1,1 0,0 0,0-1,1 0,-1-1,1-1,0 0,0-1,0 0,0-1,0 0,0-1,0-1,0 0,0-1,0 0,0-1,0 0,8-4,-12 3,0 0,0-1,0 0,-1 0,1-1,-1 0,-1-1,1 1,-1-2,0 1,-1-1,1 0,-2 0,1-1,-1 1,-1-1,1 0,-1-1,-1 1,0-1,0 0,-1 1,0-3,-2 9,1 0,-1 0,0 0,0 0,-1 0,1 0,-1 0,1 0,-1 0,0 0,0 0,0 0,0 1,-1-1,1 1,-2-3,2 4,0 0,0 0,0 0,0 0,0 1,0-1,0 0,-1 1,1-1,0 1,0-1,0 1,-1 0,1-1,0 1,0 0,-1 0,1 0,0 0,-1 0,1 0,0 0,0 1,-1-1,1 0,0 1,0-1,-1 1,1-1,0 1,0-1,0 1,0 0,0 0,0 0,0-1,0 1,0 0,0 1,-4 3,0-1,0 1,1 1,-1-1,1 0,1 1,-1 0,1 0,0 0,0 0,1 1,0-1,0 1,0 0,1-1,0 1,0 0,1 0,0 0,0-1,0 1,1 0,0 0,0-1,1 1,0 0,0-1,1 0,0 1,0-1,0 0,2 1,4 1,1-2,0 0,1 0,-1 0,1-2,0 1,0-1,1-1,-1 0,1-1,0 0,-1 0,1-1,7-1,185-2,-103-8</inkml:trace>
  <inkml:trace contextRef="#ctx0" brushRef="#br0" timeOffset="18466.238">6712 1983,'-11'2,"0"1,0 0,0 0,1 1,-1 1,1 0,0 0,1 1,-1 0,1 1,1 0,-1 0,1 1,0 0,1 0,-1 1,2 0,-4 5,9-10,0 0,0 0,1 0,-1 0,1 0,0 0,0 1,0-1,0 0,1 0,-1 0,1 0,0 0,1 0,-1 0,1-1,0 1,-1 0,2-1,-1 1,0-1,1 0,-1 0,1 0,0 0,0 0,0 0,0-1,1 0,-1 1,1-1,0 0,-1-1,1 1,0-1,0 0,0 0,0 0,3 0,20 6,0-2,0-1,1-1,-1-2,1 0,0-2,-1-1,1-2,-1 0,1-2,-2 0,1-2,11-6,-21 9,-1-1,1 0,-1-1,0-1,-1-1,0 0,0-1,-1 0,0-1,-1-1,-1 0,11-13,-22 24,1 0,-1-1,0 1,0-1,0 1,0-1,0 0,0 1,0-1,-1 0,1 1,0-1,-1 0,0 0,1 0,-1 0,0 1,0-1,0 0,0 0,0 0,0 0,-1 0,1 1,-1-1,1 0,-1 0,0 0,1 1,-1-1,0 1,0-1,0 0,-1 1,1 0,0-1,0 1,-1 0,1-1,-1 1,1 0,-1 0,1 0,-1 0,0 1,0-1,1 0,-1 1,-1-1,-1 1,-1-1,1 1,0 0,-1 1,1-1,0 1,0 0,0 0,-1 0,1 0,0 1,0 0,1 0,-1 0,0 0,1 0,-1 1,1 0,0 0,0 0,0 0,0 0,0 0,1 1,-1-1,1 1,0 0,0 0,0 0,1 0,0 0,-1 0,1 0,1 0,-1 0,1 1,-1-1,1 0,0 1,1-1,-1 0,1 0,0 1,0-1,0 0,0 0,1 0,1 2,2 3,2 0,-1-1,1 1,0-1,1-1,0 1,0-1,1-1,0 0,0 0,0 0,1-1,0-1,0 0,0 0,0-1,1 0,-1 0,1-1,9 0,153 9,-94-15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4:49.64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1 228,'16'2,"19"4,26 0,28-1,23-1,19-1,6-4,-1-1,-15-1,-21 1,-28-2,-25-3,-22 0</inkml:trace>
  <inkml:trace contextRef="#ctx0" brushRef="#br0" timeOffset="289.779">736 0,'129'57,"-16"-15,-49-20,-1 3,0 2,43 29,-97-51,1 2,-1-1,-1 1,1 0,-1 1,0 0,-1 0,2 4,-7-9,0-1,0 1,-1 0,0 0,1 0,-1 0,0 0,0 0,0 0,-1 0,1 1,-1-1,0 0,0 0,0 1,0-1,-1 0,1 0,-1 0,1 1,-1-1,0 0,-1 0,1 0,0 0,-1-1,0 1,0 0,-1 2,-11 9,-1 0,0-1,0 0,-2-2,1 1,-1-2,-1 0,0-2,-7 3,16-6,-259 129,237-113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4:48.08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237 654,'7'13,"-3"-18,-9-24,3 27,1-1,-1 0,0 0,0 1,0-1,0 1,-1 0,1 0,-1 0,1 0,-1 0,0 0,1 1,-1-1,0 1,0 0,0 0,-1 0,1 0,0 0,0 1,0-1,-1 1,1 0,0 0,0 0,0 1,-1-1,1 1,-1 0,-4 1,1 0,-1 0,1 1,-1 0,1 1,0 0,0 0,0 0,1 1,-1 0,-4 4,5-3,0 0,0 0,1 1,0-1,0 1,0 0,1 1,0-1,0 1,1 0,0 0,0 0,1 0,0 0,1 0,0 1,0-1,0 1,1-1,1 0,-1 1,1-1,1 1,0-1,0 0,0 0,1 0,0 0,1 0,0-1,0 1,0-1,1 0,3 3,5-1,1-1,0 0,0-2,1 1,0-2,0 0,0 0,1-2,-1 0,1-1,0 0,0-1,0-1,0 0,-1-2,1 0,9-2,-10 3,0-1,-1-1,1 0,-1-1,1-1,-1 0,-1-1,1 0,-1-1,0-1,-1 0,1-1,-2 0,1-1,-1 0,-1 0,0-1,0-1,-1 0,-1 0,0-1,0 0,1-6,-7 16,-1 0,0 1,0-1,-1 0,1 0,-1 0,1 0,-1 0,0 0,0 0,0 0,0 0,-1 1,1-1,-1 0,0 0,0 0,0 0,0 3,-1 1,1-1,0 1,0 0,0-1,0 1,-1 0,1 0,0 0,1 0,-1 0,0 0,0 0,0 1,1-1,-1 0,0 0,1 1,-1-1,1 0,-1 1,1-1,0 0,0 1,0-1,0 2,-2 2,1 1,-1 0,1 0,1 0,-1 0,1-1,1 1,-1 0,1 0,-1 0,2 0,-1-1,1 1,0 0,0-1,0 1,1-1,0 0,0 0,0 0,0 0,1-1,0 1,0-1,0 0,1 0,-1 0,1-1,0 0,0 0,0 0,1 0,-1-1,3 1,-3-1,1 0,0 0,-1 0,1-1,0 0,0-1,-1 1,1-1,0 0,0 0,0-1,0 0,-1 0,1 0,0 0,-1-1,1 0,-1-1,0 1,1-1,-1 0,-1 0,1 0,0-1,-1 0,1 0,-1 0,0 0,-1-1,1 1,-1-1,0 0,0 0,0 0,-1-1,1 1,-2-1,1 1,0-1,-1 0,1-5,-2 5,0 0,-1 0,1 0,-1 0,0 0,-1 1,1-1,-1 0,0 1,-1-1,1 1,-1 0,0-1,-1 2,1-1,-1 0,0 1,0-1,0 1,0 0,-1 0,0 1,0-1,0 1,0 0,-3-1,-4-1,0-1,0 1,-1 1,0 0,1 1,-1 0,0 1,-1 0,1 1,0 1,-8 1,-17 9,42-4,6-3,0-1,0 0,0-1,0 0,0 0,1-1,-1 0,0-1,9-2,-6 2,27-3,-1-1,0-3,-1-1,0-2,0-1,-1-2,-1-2,0-1,-2-1,0-3,-1 0,22-20,-40 28,0-1,0-1,-2 0,0-1,0 0,-2-1,0 0,-1-1,-1 0,0-1,-2 0,0 0,-1-1,-1 0,-1 0,0 0,-1-15,-2 30,0 0,-1 0,1 1,-1-1,0 0,-1 0,1 1,-1-1,0 0,0 0,-1 1,1-1,-1 1,0 0,0-1,-1 1,1 0,-1 0,0 0,0 1,0-1,0 1,-1-1,1 1,-1 0,0 1,0-1,0 0,0 1,-1 0,1 0,0 1,-1-1,0 1,1 0,-1 0,0 0,1 1,-1-1,-4 1,2 2,-1 0,0 0,0 1,1 0,0 0,-1 1,1 0,0 0,1 1,-1 0,1 0,0 0,0 1,1 0,0 0,0 0,0 1,0 0,-5 9,1 0,0 1,1 0,1 1,1 0,0 0,1 5,-1 9,3 0,0 1,2-1,2 1,0-1,3 1,0-1,3 0,0 0,2-1,1 0,2 0,1-1,1-1,1 0,2-1,1-1,1-1,1 0,1-2,7 6,-20-20,1 0,1 0,-1-1,1-1,1 1,0-1,0-1,0 0,1-1,0 0,0-1,1 0,-1-1,8 1,-15-5,0 0,0 0,-1-1,1 0,0 0,-1 0,1-1,0 1,-1-1,0 0,1-1,-1 1,0-1,0 0,0 1,-1-2,1 1,-1 0,1-1,1-3,53-85,-50 78,24-40,-32 53,0 1,0 0,0-1,0 1,0 0,0-1,1 1,-1 0,0 0,0-1,0 1,1 0,-1-1,0 1,0 0,1 0,-1-1,0 1,0 0,1 0,-1 0,0 0,1-1,-1 1,0 0,1 0,-1 0,0 0,1 0,-1 0,0 0,1 0,-1 0,0 0,1 0,-1 0,0 0,1 0,-1 0,0 0,1 1,-1-1,0 0,1 0,-1 0,0 0,1 1,-1-1,0 0,0 0,1 1,-1-1,0 0,0 0,0 1,1-1,-1 0,0 1,0-1,0 0,0 1,1-1,4 28,-4-18,0-5,0 0,0-1,1 1,-1-1,1 1,0-1,0 0,1 0,-1 0,1 0,0 0,0 0,0-1,1 1,-1-1,1 0,0 0,0 0,0-1,0 1,0-1,1 0,-1 0,0-1,1 1,0-1,-1 0,1 0,0 0,0-1,-1 0,1 0,0 0,0-1,-1 1,1-1,0 0,-1 0,1-1,0 1,2-2,-2 0,0 1,0-1,0 1,-1-1,1-1,-1 1,1-1,-1 0,0 1,-1-2,1 1,-1 0,1-1,-1 0,-1 0,1 0,-1 0,0 0,0 0,0 0,-1-1,1 1,-1-1,-1 1,1-1,-1 1,0-1,0 0,-1 1,0-1,0 1,0-1,0 1,-1 0,0-1,0 1,-1 0,1 0,-1 0,0 1,0-1,-2-1,-1 0,-1 0,1 1,-1 0,0 0,0 1,0-1,-1 2,0-1,0 1,1 0,-2 1,1 0,0 0,0 1,-1 0,1 0,-1 1,1 0,0 1,-1-1,1 2,0-1,-1 1,1 0,0 1,0 0,1 0,-1 1,1 0,-1 0,1 1,0 0,-4 4,9-6,0-1,0 1,0 0,0 0,1 0,-1 0,1 1,0-1,0 0,0 1,0-1,1 0,-1 1,1-1,0 1,0-1,0 1,0-1,1 0,-1 1,1-1,0 1,0-1,0 0,0 0,1 0,-1 1,1-1,0-1,0 1,0 0,0 0,1-1,-1 1,1-1,-1 0,1 0,0 0,0 0,0 0,0 0,3 0,20 9,1-1,0-2,0 0,0-2,1-1,0-2,0 0,0-2,22-2,-28 2,31 1,1-1,-1-3,0-3,0-2,38-10,-18-16,-71 32,0 0,0-1,-1 1,1 0,-1-1,1 1,-1-1,1 0,-1 1,0-1,0 0,0 0,0 0,0 0,0 0,-1 0,1 0,-1 0,1 0,-1 0,0 0,0-1,0 1,0 0,0 0,0 0,0 0,-1 0,1 0,-1-1,0 1,0 0,1 1,-2-2,-4-4,0 0,-1 0,0 0,0 1,0 0,-1 0,0 1,0 0,-1 1,1-1,-1 2,0-1,0 1,0 1,-1-1,1 2,0-1,-3 1,-7-3,-1 2,1 0,-1 1,1 1,-1 1,-2 0,16 0,0 0,0 0,-1 0,1 1,0 0,0 0,0 0,1 1,-1 0,1 0,-1 0,1 1,0 0,0 0,1 0,-1 0,1 1,0 0,0 0,-2 4,4-6,0 0,1 0,-1 1,1-1,0 0,0 1,0-1,1 1,-1-1,1 1,0 0,0-1,0 1,0-1,1 1,-1-1,1 1,0-1,0 1,1-1,-1 1,0-1,1 0,0 0,0 0,0 0,0 0,0 0,1-1,-1 1,1-1,0 1,0-1,1 1,6 4,1 0,0-1,0 0,0 0,0-2,1 1,0-1,0-1,6 1,-4-2,1 0,-1-1,0 0,1-1,-1-1,0 0,0-1,1-1,-2 0,1-1,10-4,-18 6,0-1,-1 1,1-1,-1 0,0-1,1 1,-2-1,1 0,0-1,-1 1,0-1,0 1,0-1,-1 0,1-1,-1 1,0-1,-1 1,1-1,-1 0,0 0,-1 0,0 0,0 0,0 0,0 0,-1-1,0 1,0 5,1 0,-1 0,0 1,0-1,1 0,-1 0,0 0,0 0,0 0,0 0,0 1,0-1,0 0,0 0,-1 0,1 0,0 0,0 1,-1-1,1 0,0 0,-1 0,1 1,-1-1,1 0,-1 0,0 1,1-1,-1 1,0-1,1 0,-1 1,0-1,0 1,1 0,-1-1,0 1,0 0,0-1,1 1,-1 0,0 0,0 0,0-1,0 1,0 0,0 0,0 0,1 1,-1-1,0 0,0 0,0 0,0 1,0-1,1 0,-1 1,0-1,0 1,1-1,-1 1,0-1,0 1,1 0,-1 0,-3 2,1 0,-1 1,1-1,0 1,0 0,0 0,0 0,1 1,0-1,0 1,0-1,0 1,1-1,0 1,0 0,0 0,0 0,1 0,0-1,0 1,0 0,1 0,-1 0,1 0,0 0,1-1,-1 1,1-1,0 1,0-1,0 1,1-1,0 0,-1 0,1 0,1 0,0 0,27 14,2-5</inkml:trace>
  <inkml:trace contextRef="#ctx0" brushRef="#br0" timeOffset="961.425">2711 667,'0'16,"0"-1,1 0,0 0,2 0,0 0,0 0,1 0,1-1,1 1,0-1,0-1,2 1,-1-1,4 3,-9-13,1-1,-1 1,1-1,-1 1,1-1,0 0,0 0,0 0,0 0,0 0,0-1,0 1,1-1,-1 0,1 0,-1 0,1-1,-1 1,1-1,-1 0,1 0,-1 0,1 0,-1-1,1 1,-1-1,1 0,-1 0,1 0,-1-1,0 1,0-1,0 0,0 0,2-1,8-6,0-1,0 0,-1-1,-1 0,0-1,0-1,-1 1,-1-2,0 1,-1-1,0-1,-1 1,1-6,-2-13,-17 41,9-3,1 0,-1-1,1 1,1 0,-1 0,1 0,-1 0,1-1,1 1,-1 0,1 0,0 0,0 0,0-1,1 1,-1 0,1-1,0 0,1 1,-1-1,1 0,0 0,0 0,0 0,0-1,1 1,-1-1,1 0,0 0,0 0,0-1,0 1,1-1,-1 0,1 0,-1 0,1-1,0 0,0 0,-1 0,2 0,10 3,0 0,1 0,-1-2,1 0,-1-1,1 0,-1-2,1 0,-1-1,1 0,-1-1,0-1,0-1,0 0,0-1,-1-1,0 0,0-2,-11 7,0 0,-1 0,0 0,1-1,-1 0,0 1,0-1,0 0,-1-1,1 1,-1 0,1-1,-1 1,0-1,-1 0,1 0,-1 0,1 1,-1-1,0-1,-1 1,1 0,-1 0,0 0,0 0,0 0,0 0,-1-1,1 1,-1 0,0 0,-1 0,1 0,-1 1,1-1,-1 0,0 0,0 1,-1 0,0-1,1 1,0 0,0 0,-1 0,1 0,-1 1,0-1,0 1,0 0,0-1,0 1,0 1,-1-1,1 0,-1 1,1 0,-1 0,1 0,-1 0,0 0,0 1,1 0,-1 0,0 0,0 0,1 0,-1 1,0 0,1-1,-1 2,0-1,1 0,0 1,-1-1,1 1,0 0,-1 0,1 0,1 1,-1-1,0 1,0-1,1 1,-1 0,1 0,0 1,-1 1,1 0,0 1,1-1,-1 0,1 1,0 0,0-1,1 1,0 0,0-1,0 1,0 0,1-1,0 1,0-1,1 1,0-1,0 0,0 1,0-1,1 0,0 0,0 0,0-1,4 4,0 1,1 0,1-1,0 0,0 0,1-1,-1 0,1-1,1 0,-1 0,1-1,11 3,-7-4,1-1,-1 0,1-1,0 0,0-1,-1-1,1-1,0 0,0-1,-1-1,1-1,-1 0,0 0,0-2,-1 0,1 0,-1-2,0 1,-1-2,0 0,-1 0,1-2,-2 1,0-1,0-1,-1 0,1-2,12-19,-2-1,-1-1,-2-1,-1 0,-2-1,-1-1,-3 0,-1-1,-1 0,-2 0,-2-1,-1-32,-2 62,-1-1,-1 1,1-1,-2 1,1-1,-1 1,-1 0,0-1,-1 1,0 0,0 0,-1 0,0 1,-1-1,0 1,-2-3,5 10,0 0,-1 0,1 0,0 0,-1 0,1 1,-1-1,0 1,0 0,1 0,-1 0,0 0,0 0,0 1,0-1,0 1,0 0,0 0,0 0,0 0,0 0,0 1,0-1,1 1,-1 0,0 0,0 0,0 0,-2 2,-3 1,0 1,0 0,0 1,1 0,0 0,0 0,0 1,1 0,-1 2,-7 11,2 0,0 2,1-1,1 1,1 1,1 0,1 0,1 1,1 0,1 0,1 0,1 0,1 0,1 0,2 1,0-1,1 0,2 0,3 10,-2-16,0-1,1 1,1-1,0-1,1 0,1 0,1-1,0 0,1-1,0 0,9 6,-12-12,0 0,0-1,1 0,0-1,0 0,0-1,1 0,0-1,0 0,0 0,0-1,1-1,-1 0,1 0,0-2,-1 1,1-1,9-2,-8 1,-1-1,0 0,0-1,0 0,0-1,0-1,-1 1,1-2,-1 0,-1 0,1-1,-1 0,0-1,-1 0,0-1,0 0,-1 0,0-1,0 0,-1 0,-1-1,0 1,0-2,-1 1,0-1,-1 1,-1-1,1-2,-4 11,1 0,-1 0,0 0,0-1,-1 1,1 0,-1 0,1 0,-1 0,0 0,0 0,0 0,-1 0,1 1,-1-1,1 0,-1 1,0-1,0 1,0-1,0 1,-1 0,1 0,-1 0,1 0,-1 1,1-1,-1 1,0-1,0 1,0 0,0 0,0 0,0 1,0-1,0 1,0-1,0 1,-1 0,1 0,0 1,0-1,0 1,0-1,0 1,0 0,-2 1,-1 0,0-1,1 1,-1 1,1-1,0 1,-1 0,1 0,0 1,1-1,-1 1,1 0,0 0,0 1,0-1,0 1,1 0,0 0,0 0,0 0,0 1,1-1,0 1,0 0,1-1,0 1,0 0,0 0,0 0,1 0,0 0,0 0,1 0,0-1,0 1,0 0,1 0,-1 0,1-1,1 1,-1-1,1 0,0 0,0 0,1 0,3 4,10 3,0-1,0-1,1-1,1-1,-1 0,1-2,1 0,-1-1,1 0,0-2,0 0,0-2,0 0,5-1,67 3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4:42.41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492 571,'-4'2,"-1"0,1 0,-1 1,1 0,0 0,0 0,0 0,1 0,-1 1,1 0,-1 0,1 0,1 0,-1 0,0 1,1-1,0 1,0-1,1 1,-1 0,1 0,0 0,0 0,0 0,1 0,0 0,0 0,0 0,1 0,-1 0,1 0,0 0,1 0,0 1,-1-4,-1 0,1-1,0 1,0 0,0-1,0 1,0-1,0 1,0-1,1 0,-1 1,0-1,1 0,-1 0,1 0,0 0,-1 0,1 0,0 0,-1-1,1 1,0-1,0 1,0-1,-1 0,1 0,0 1,0-1,0-1,0 1,0 0,-1 0,1-1,1 1,58-28,-56 24,0 0,0 0,-1-1,0 0,0 1,0-2,0 1,-1 0,0-1,0 1,-1-1,1 0,-1 0,0 0,-1 0,1 0,-1 0,-1 0,1-1,-1 0,-2-4</inkml:trace>
  <inkml:trace contextRef="#ctx0" brushRef="#br0" timeOffset="415.989">211 585,'2'-1,"-1"0,1 0,-1 0,1 0,-1 0,0 0,0 0,0 0,0-1,0 1,0 0,0-1,0 1,0-1,0 1,-1-1,1 0,-1 1,1-1,-1 1,0-1,1 0,-1 1,0-1,0 0,0 0,-1 1,1-1,0 0,-1 1,1-1,0 1,-1-1,0 0,1 1,-1-1,0 1,0 0,0-1,0 1,0 0,0-1,-1 1,1 0,0 0,0 0,-1 0,1 0,-1 0,1 1,-1-1,1 0,-2 0,-4 0,0-1,0 1,-1 0,1 1,0 0,0 0,0 1,0 0,0 0,0 0,0 1,0 0,1 0,-1 1,0 0,1 0,0 1,0-1,0 1,0 1,1-1,-1 1,1 0,0 0,1 0,-1 1,1 0,0 0,1 0,-1 0,1 1,0-1,1 1,0 0,0-1,0 1,1 0,0 0,0 0,1 1,0-1,0 0,0 0,1 0,0 0,1 0,-1 0,4 6,-2-6,0 0,1 0,0 0,1-1,0 1,0-1,0 0,1 0,-1-1,1 0,1 0,-1 0,1-1,0 0,0 0,0 0,0-1,1 0,-1-1,3 1,9 2,1-1,-1-1,1-1,0 0,0-2,-1 0,14-3,5-1,0-2,-1-2,0-2,21-8,-4-2</inkml:trace>
  <inkml:trace contextRef="#ctx0" brushRef="#br0" timeOffset="811.196">773 639,'-10'-6,"-1"1,-1 0,1 1,-1 1,1 0,-1 0,-10 0,18 2,1 1,-1 0,0 0,1 0,-1 1,0-1,1 1,-1 0,1 0,0 0,-1 0,1 1,0-1,-1 1,1 0,0 0,0 0,1 0,-1 1,0-1,1 1,-1 0,1 0,0 0,0 0,0 0,-1 2,1 1,0-1,0 0,0 1,1-1,0 1,0 0,1-1,-1 1,1 0,0-1,1 1,0 0,-1-1,2 1,-1 0,1-1,0 0,0 1,0-1,1 0,-1 0,1 0,1 0,-1-1,1 1,-1-1,1 0,1 0,-1 0,0-1,1 0,0 1,0-2,0 1,0 0,0-1,0 0,1 0,-1-1,1 1,0-1,-1-1,1 1,0-1,-1 0,1 0,0 0,-1-1,1 0,0 0,2-1,0-2,0-1,-1 1,0-1,0-1,0 1,0-1,-1 0,0-1,0 1,-1-1,0 0,0-1,-1 1,0-1,0 0,-1 0,1 0,-2-1,1 1,-1-1,-1 1,0-1,0 0,0 1,-1-1,-1 0,1 0,-1 1,-1-1,0 0,-2-6,2 10,1 0,-1 1,0-1,-1 1,1 0,-1-1,0 1,0 0,0 1,0-1,-1 0,1 1,-1 0,0 0,0 0,0 0,0 1,-1 0,1 0,-1 0,1 0,-1 0,0 1,0 0,0 0,0 1,-3-1,-2 1,1 0,0 0,0 1,0 0,0 1,1 0,-1 1,0-1,1 2,-1-1,1 1,0 0,0 1,-5 4,5-3,1 0,0 1,0 0,1 0,0 0,0 1,0 0,1 0,1 0,-2 3,4-7,1-1,-1 1,1-1,0 1,0 0,0 0,0-1,1 1,0 0,0 0,0 0,0 0,0-1,1 1,-1 0,1 0,0-1,1 1,-1 0,0-1,1 1,0-1,0 0,0 1,0-1,2 2,4 1,1 0,0 0,0-1,0 0,0 0,1-1,-1 0,1-1,0 0,1-1,-1 0,0 0,1-1,6 0,44 4</inkml:trace>
  <inkml:trace contextRef="#ctx0" brushRef="#br0" timeOffset="1524.799">1334 665,'0'-3,"0"0,-1 0,1 0,-1 0,1 0,-1 0,0 0,-1 0,1 0,0 1,-1-1,1 0,-1 1,0 0,0-1,0 1,0 0,0 0,-1 0,1 0,0 0,-1 0,0 1,1-1,-1 1,0 0,0 0,0 0,0 0,0 0,0 1,-1-1,-5 0,0-1,0 2,0-1,0 1,0 0,0 1,0 0,0 1,0 0,-4 1,8-2,1 1,-1-1,0 1,1 0,-1 0,1 0,-1 0,1 1,0 0,0 0,0 0,1 0,-1 1,1 0,0-1,0 1,0 0,0 0,1 1,-1-1,1 1,0-1,1 1,-1 0,1-1,0 1,0 0,0 0,1 0,-1 1,4-2,0 0,0-1,0 1,0-1,1 0,-1 0,1 0,0 0,0 0,0-1,0 0,0 0,1 0,-1-1,0 1,1-1,0 0,-1 0,1 0,0-1,-1 0,1 0,0 0,-1 0,1-1,0 0,1 0,9-2,-1-1,0 0,0-1,0 0,-1-1,0 0,0-1,0-1,-1 0,0-1,-1 0,0-1,0 0,-1-1,0 0,-1 0,0-1,-1 0,0-1,-1 0,-1 0,0-1,-1 1,0-1,-1 0,0-1,0-6,7-21,-2 0,-1 0,-2-1,-2 0,-2 0,-2 0,-2 0,-2-4,4 40,-1 1,0 0,-1-1,0 1,0 0,0 0,0 0,-1 0,0 0,0 0,-3-3,5 8,0 1,0-1,1 0,-1 0,0 1,0-1,0 0,0 1,0-1,0 1,0-1,0 1,0 0,0-1,-1 1,1 0,0 0,0-1,0 1,0 0,0 0,0 1,-1-1,1 0,0 0,0 0,0 1,0-1,0 1,0-1,0 1,0-1,0 1,0-1,0 1,0 0,0 0,0-1,0 2,-28 37,15-10,2 0,1 1,1 0,2 1,1 0,2 1,0-1,2 1,2 0,1 0,1 0,1-6,0 0,2 0,1 0,1 0,1-1,1 0,10 18,-13-32,0 1,1-1,1 0,0-1,0 0,1 0,1 0,-1-1,1-1,1 1,0-1,0-1,0 0,1 0,0-1,1-1,0 1,-3-3,0-1,1 0,-1 0,0-1,1 0,-1-1,1 0,-1 0,1-1,-1-1,0 1,1-1,-1-1,0 0,0 0,0-1,-1 0,1 0,-1-1,0 0,0-1,1-1,8-6,-1-2,0 1,-1-2,-1 0,-1-1,0 0,-1-1,0 0,2-8,-7 10,-12 18,-2 6,1 1,1 1,0-1,0 1,1 0,0 0,0 0,1 1,1-1,-1 1,2 0,0 0,0-1,1 1,0 1,1-9,-1 0,1 0,0-1,0 1,0 0,1 0,-1-1,1 1,0-1,-1 1,1-1,0 0,0 0,0 0,1 0,-1 0,1 0,-1 0,1-1,-1 1,1-1,0 0,0 0,-1 0,1 0,0 0,0-1,0 1,0-1,0 0,0 0,0 0,0 0,0 0,0-1,2 0,29-4</inkml:trace>
  <inkml:trace contextRef="#ctx0" brushRef="#br0" timeOffset="1976.591">1816 250,'205'8,"102"-5,-302-2,1-1,-1 0,0 0,1-1,-1 1,0-1,0 0,1-1,-1 1,0-1,0 0,0 0,-1-1,1 1,0-1,-1 0,0 0,0-1,0 1,0-1,0 0,-1 0,1 0,-1-1,0 1,-1-1,1 0,-1 1,0-1,1-2,-2 2,1 0,-1 0,0 0,0-1,-1 1,0 0,1-1,-2 1,1 0,-1-1,1 1,-2 0,1 0,0 0,-1 0,0 0,0 0,-1 0,1 0,-1 1,0-1,0 1,-1 0,1 0,-1 0,0 1,0-1,0 1,0 0,-1 0,-1-1,3 4,0 0,0 0,0 0,0 0,0 0,0 0,0 1,0 0,0-1,1 1,-1 0,0 0,0 1,0-1,1 1,-1-1,1 1,-1 0,1 0,0 0,0 0,0 0,0 1,0-1,-2 3,-39 71,24-26,3 1,2 1,2 0,2 0,3 1,2 1,2 49,7 27,5-1,23 113,5 48,-35-271,1-3,-1 0,-1 1,-1-1,0 1,-1-1,-1 1,0-1,-1 0,-1 0,-1 1,-12 8,-2-15</inkml:trace>
  <inkml:trace contextRef="#ctx0" brushRef="#br0" timeOffset="2297.466">2096 825,'25'-17,"0"1,1 0,0 2,1 1,23-7,-34 14,54-23,2 4,65-14,-130 37,-5 1,-1 0,1 1,0-1,0 0,0 0,0 1,0-1,0 1,0 0,0 0,0-1,1 1,-1 1,0-1,0 0,0 0,0 1,0-1,0 1,0 0,0-1,-1 1,1 0,0 0,0 0,0 1,-1-1,1 0,-1 1,1-1,-1 1,1 0,19 111,-21-108,1-1,0 1,-1-1,2 1,-1-1,0 0,1 0,0 1,0-1,0 0,1 0,-1-1,1 1,0-1,0 1,0-1,1 0,-1 0,1 0,0 0,-1-1,1 0,0 1,1-1,-1-1,4 2,6-5</inkml:trace>
  <inkml:trace contextRef="#ctx0" brushRef="#br0" timeOffset="2547.798">2765 411,'-13'0,"-8"2,1 4,5 4,13 6,15 4,6-1</inkml:trace>
  <inkml:trace contextRef="#ctx0" brushRef="#br0" timeOffset="2994.603">3273 652,'-14'-7,"0"2,-1 0,0 0,0 2,0 0,-1 0,1 2,0 0,-1 0,0 2,1 0,-13 2,25-2,-1-1,1 1,0 0,0 0,-1 0,1 1,0-1,0 1,1-1,-1 1,0 0,0 0,1 0,-1 1,1-1,0 1,0-1,0 1,0 0,0 0,1 0,-1 0,1 0,-1 0,1 0,0 0,1 0,-1 1,0-1,1 0,0 1,0-1,0 0,0 1,0-1,1 0,-1 1,1-1,0 0,0 0,0 0,1 0,-1 0,1 0,-1 0,3 2,6 4,0-1,1 0,0-1,0-1,1 1,0-2,0 1,1-2,-1 0,1 0,0-1,0-1,0 0,1-1,8 0,4 1,-1-1,1-1,-1-1,0-2,0 0,1-2,-2 0,1-2,-1-1,0-1,-1-1,0-1,14-9,-36 20,-1-1,1 1,-1 0,0-1,1 1,-1 0,1-1,-1 1,1 0,0 0,-1-1,1 1,-1 0,1 0,-1 0,1 0,0 0,-1 0,1 0,-1 0,1 0,-1 0,1 0,0 0,-1 0,1 1,-1-1,1 0,-1 0,1 0,-1 1,1-1,-1 0,1 1,-1-1,1 1,-1-1,0 0,1 1,-1-1,0 1,1-1,-1 1,0-1,0 1,1-1,-1 1,0-1,0 1,0 0,0-1,0 1,0-1,1 1,-2 0,10 15,-4-11,1-1,0 0,0-1,0 1,1-1,-1 0,1-1,-1 0,1 0,0 0,0-1,0 0,0 0,0-1,0 1,0-2,1 1,-1-1,0 0,0-1,-1 1,1-1,0-1,-1 1,1-1,-1 0,0-1,1 1,-2-1,1-1,0 1,3-4,-6 4,1 0,-1 0,0 0,-1 0,1 0,0-1,-1 1,0-1,0 0,-1 0,1 1,-1-1,0 0,0 0,-1 0,0 0,1 0,-2-1,1 1,0 0,-1 0,0 0,0 1,-1-1,1 0,-1 0,0 1,-1-1,1 1,-1-1,0 1,0 0,0 0,0 0,-1 1,1-1,-1 1,0 0,-3-2,-3-3,0 1,0 1,-1 0,0 1,0 0,0 0,-1 1,1 1,-1 0,0 0,0 1,0 1,-7 0,13 0,0 1,0 0,0 1,0 0,0-1,0 2,0-1,0 1,0 0,1 0,-1 0,1 1,0 0,-1 0,1 1,0-1,1 1,-1 0,1 0,0 0,0 1,0 0,0 0,1 0,0 0,0 0,-2 6,3-5,1 0,0 0,0 0,0 0,0 0,1 0,0 0,1 0,-1 0,1 0,0 0,1 0,-1 0,1 0,0-1,1 1,-1-1,1 1,0-1,1 0,-1 0,1 0,0-1,0 1,1-1,-1 0,1 0,0 0,0-1,0 0,0 0,1 0,-1 0,1-1,0 0,-1 0,1-1,0 0,5 1,36 4,-4-7</inkml:trace>
  <inkml:trace contextRef="#ctx0" brushRef="#br0" timeOffset="3244.934">4008 170,'-20'-3,"-14"3,-6 7,0 7,4 8,8 8,9 4,13 7,11 2,5-5</inkml:trace>
  <inkml:trace contextRef="#ctx0" brushRef="#br0" timeOffset="3498.834">4008 718,'16'7,"12"2,10 0,11-4,7-8,7-10,-8-2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4:52.1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23 388,'-2'0,"1"-1,0 1,0-1,0 1,-1-1,1 1,0-1,0 0,0 0,0 1,0-1,0 0,0 0,1 0,-1 0,0 0,0 0,1 0,-1-1,1 1,-1 0,1 0,-1 0,1-1,0 1,0 0,-1 0,1-1,0 1,0 0,0 0,0-1,0 1,1 0,-1 0,0-1,1 1,-1 0,1 0,-1 0,1-1,-1 1,1 0,0 0,0 0,-1 0,1 0,0 0,0 1,0-1,0 0,1 0,143-226,-82 139,-62 88,0-1,0 1,0 0,0 0,-1 0,1 0,0 0,0 0,0 0,0 0,0 0,-1 0,1 1,0-1,0 0,0 0,0 1,-1-1,1 1,0-1,-1 1,1-1,0 1,-1-1,1 1,0-1,-1 1,1 0,-1-1,1 1,-1 0,1 0,-1 0,0-1,1 1,-1 0,0 0,0 0,0-1,1 1,-1 0,0 0,0 0,0 0,0 0,0 0,-1-1,1 1,1 3,5 15,1 1,1-1,0 0,2-1,0 0,1 0,0-1,2-1,0 0,1-1,5 5,31 30,-50-49,1-1,-1 1,1 0,-1-1,0 1,1 0,-1-1,0 1,0 0,0 0,1-1,-1 1,0 0,0 0,0 0,0-1,0 1,0 0,-1 0,1-1,0 1,0 0,0-1,-1 1,1 0,0 0,-1-1,1 1,-1 0,1-1,0 1,-1-1,0 1,1-1,-1 1,1-1,-1 1,0-1,1 1,-1-1,0 0,1 1,-1-1,0 0,1 0,-1 0,0 1,0-1,-39 7,39-7,-7 1,4 0,0 0,0 0,0-1,-1 0,1 0,0 0,0 0,-1-1,1 0,0 1,0-2,0 1,0 0,0-1,-2-1,6 2,-1-1,1 1,-1-1,1 0,0 1,0-1,0 0,0 1,0-1,0 0,0 1,0-1,1 0,-1 1,1-1,-1 1,1-1,0 1,0-1,-1 1,1-1,0 1,0 0,0-1,1 1,-1 0,0 0,0 0,1 0,-1 0,0 0,1 0,20-17,0 1,1 2,0 0,21-9,-2 1,151-105,-157 89,-36 39,0-1,-1 0,1 0,0 1,0-1,0 0,-1 1,1-1,0 1,-1-1,1 0,-1 1,1-1,-1 1,1-1,-1 1,1-1,-1 1,1-1,-1 1,0 0,1-1,-1 1,0 0,1-1,-1 1,0 0,1 0,-1 0,0 0,1 0,-1 0,0 0,0 0,1 0,-1 0,0 0,1 0,-1 0,0 0,0 1,-11 1,-1 0,1 1,0 1,0 0,0 0,1 2,-1-1,1 1,1 1,-1 0,-3 3,11-9,1 0,-1 1,0-1,0 1,1 0,-1-1,1 1,-1 0,1 1,0-1,0 0,0 1,0-1,0 1,1-1,-1 1,1 0,-1 0,1 0,0 0,0 0,0 0,1 0,-1 0,1 0,0 0,0 0,0 0,0 0,0 0,1 1,-1-1,1 0,0 0,0 0,0 0,0-1,0 1,1 0,-1 0,3 2,4 0,0 1,1-1,0 0,0-1,0 0,1 0,-1-1,1 0,0-1,0 0,0 0,194 18,-98-18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4:53.24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184 602,'-16'7,"1"0,0 1,0 0,1 1,0 1,0 0,1 1,1 0,0 1,0 1,-6 8,17-19,0-1,-1 1,1-1,0 1,0 0,0 0,0-1,0 1,1 0,-1 0,0 0,1 0,-1 0,1 0,0 0,0 0,0 0,0 0,0 0,0 0,0 0,1 0,-1 0,1 0,0 0,-1 0,1 0,0-1,0 1,0 0,0 0,0-1,1 1,-1-1,0 1,1-1,-1 0,1 1,0-1,-1 0,2 1,10 3,0-1,0 0,0-1,0 0,1-1,-1 0,1-1,0-1,-1 0,1-1,8-2,22 0,-1-2,0-3,-1-1,0-2,0-1,-1-3,23-12,-59 25,2-1,0 0,0 0,-1-1,1 0,-1 0,0 0,0-1,0 0,-1 0,0 0,0-1,0 0,-5 7,-1-1,1 0,0 0,-1 0,1 1,0-1,0 0,-1 0,1 0,-1 0,1 1,0-1,-1 0,1 0,0 0,-1 0,1 0,0 0,-1 0,1 0,-1 0,1 0,0 0,-1 0,1 0,0-1,-1 1,1 0,0 0,-1 0,1 0,0-1,-1 1,1 0,0 0,0-1,-1 1,1 0,0 0,0-1,-1 1,1 0,0-1,0 1,0 0,0-1,0 1,-1 0,1-1,0 1,0-1,0 1,0 0,0-1,0 1,0 0,0-1,0 1,-3 3,1 0,-1 0,0 0,1 0,0 1,-1-1,2 1,-1-1,0 1,1 0,-1 0,1 0,0 0,0 0,1 0,-1 0,1 0,0 0,0 0,0 0,1 0,-1 0,1 0,0 0,0 0,1 0,-1 0,1 0,0-1,0 1,0 0,0-1,0 0,4 4,0-2,0-1,1 1,-1-1,1 0,1 0,-1-1,0 0,1 0,-1-1,1 0,0 0,0-1,0 0,0 0,0-1,0 0,7-1,-14 1,1 0,0 0,0 0,-1-1,1 1,0-1,-1 1,1-1,-1 0,1 0,0 0,-1 1,0-1,1-1,-1 1,0 0,1 0,-1 0,0-1,0 1,0-1,0 1,0-1,0 1,-1-1,1 1,0-1,-1 0,1 1,-1-1,0 0,0 0,1 1,-1-1,0 0,0 0,-1 1,1-1,0 0,-1-1,-32-62,21 54,1 1,-2 1,1 0,-1 0,-1 1,1 1,-1 0,0 1,-2 1,-19-11,77 11,297 1,-320 3,-3 0,0 1,0 0,0 1,0 1,0 0,0 2,12 3,-25-6,0 0,-1 1,1-1,0 1,-1 0,1 0,-1 0,1 0,-1 0,0 1,0-1,0 1,0-1,0 1,-1 0,1-1,-1 1,0 0,0 0,0 0,0 0,0 0,-1 1,1-1,-1 0,0 0,0 0,0 0,0 1,-1-1,1 0,-1 0,0 0,0 0,0 0,0 0,0 0,-1 0,0-1,2 0,-1-1,0 1,-1-1,1 1,0 0,0-1,1 1,-1 0,0-1,1 1,-1 0,1 0,-1 0,1-1,0 1,0 0,0 0,0 0,0 0,0 0,0 0,1-1,-1 1,1 0,-1 0,1 0,0-1,-1 1,1 0,0-1,0 1,0-1,1 1,-1-1,0 0,0 1,1-1,-1 0,1 0,-1 0,1 0,0 0,-1 0,1 0,0 0,0-1,0 1,9-2,-1 0,0 0,0-1,-1 0,1-1,0 0,-1-1,1 0,-1 0,0-1,-1 0,1-1,-1 0,0 0,0-1,-1 0,0 0,2-1,-1 0,-1 0,0-1,0 0,0-1,-1 1,-1-1,0 0,0-1,-1 1,0-1,2-8,-8 25,1 0,1 1,-1-1,1 0,0 1,0-1,1 0,0 1,0-1,1 0,-1 0,1 0,1 0,-1 0,1 0,0-1,0 1,1-1,-1 0,1 0,0 0,1-1,-1 1,1-1,0 0,0 0,0-1,5 3,2-1,0 0,0-2,0 1,0-2,0 1,1-2,-1 0,1 0,0-1,-1-1,1 0,-1 0,9-3,-14 2,1 1,-1-1,1-1,-1 1,0-2,0 1,0-1,0 0,-1 0,1 0,-1-1,0 0,-1 0,1-1,-1 0,0 0,0 0,-1 0,0-1,0 0,0 0,0-3,-3 8,0 0,0-1,0 1,0-1,-1 1,1-1,-1 1,1-1,-1 0,0 1,0-1,0 1,0-1,-1 0,1 1,-1-1,0 1,1-1,-1 1,0-1,-1 1,1 0,0-1,-1 1,1 0,-1 0,1 0,-1 0,0 0,0 1,0-1,0 0,0 1,-1 0,1-1,0 1,-1 0,1 0,0 0,-1 0,0 1,1-1,-1 1,1 0,-1-1,0 1,1 0,-1 0,1 1,-1-1,0 1,1-1,-1 0,0 1,0-1,1 1,-1-1,0 1,1 0,-1 0,0 0,1 0,-1 1,1-1,0 1,0-1,-1 1,1 0,0 0,0 0,1 0,-1 0,0 0,1 1,-1-1,1 1,0-1,-1 1,1-1,1 1,-1 0,0-1,1 1,-1 0,1-1,0 1,0 0,0 0,0 0,0-1,1 1,-1 0,1 0,0-1,-1 1,1-1,1 1,-1-1,0 1,4 3,0-1,0 1,1-1,-1-1,1 1,0-1,1 0,-1 0,1 0,2 0,33 16</inkml:trace>
  <inkml:trace contextRef="#ctx0" brushRef="#br0" timeOffset="620.334">2229 615,'-10'0,"7"-1,0 0,0 1,-1-1,1 1,0-1,-1 1,1 0,-1 0,1 1,0-1,-1 1,1-1,0 1,-1 0,1 0,0 1,0-1,0 1,0-1,0 1,0 0,1 0,-1 0,1 0,-1 1,1-1,0 1,0 0,0-1,0 1,0 0,0 0,1 0,0 0,0 1,1 1,0 0,1 0,-1 0,1 0,1 0,-1 0,1-1,-1 1,1 0,1-1,-1 1,1-1,0 0,0 0,0 0,0 0,1 0,-1-1,1 0,0 1,4 1,2 2,0-1,1 0,-1 0,1-1,0-1,1 0,-1 0,11 1,-10-3,-1-1,1 0,-1 0,1-1,0-1,-1 0,1-1,-1 0,1 0,-1-2,0 1,0-1,0-1,-1 0,0 0,0-1,0-1,0 1,-1-1,0-1,-1 0,0 0,0-1,0 0,-1 0,2-5,6-13,-1-1,-2 0,-1-1,-1-1,-1 1,-2-2,-1 1,1-23,0 14,-2-1,-2 0,-1 1,-2-1,-2 0,-7-35,-16 8,24 65,0 0,-1 1,1-1,0 1,0 0,-1-1,1 1,-1 0,1 0,-1 0,1 0,-1 0,0 0,1 0,-1 0,0 1,0-1,1 1,-1-1,0 1,0 0,0 0,0 0,0 0,0 0,1 0,-1 0,0 1,0-1,0 1,0-1,1 1,-1 0,0 0,0 0,-7 6,0 0,1 1,0 0,0 1,1 0,0 0,0 1,1-1,0 1,1 1,0-1,1 1,0 0,1 0,0 0,0 0,1 6,-3 8,1 0,1 0,2 1,0-1,2 0,1 1,1-1,0 0,2-1,2 1,0-1,1 0,1 0,2-1,0-1,1 1,1-2,1 0,1-1,1 0,1-1,1-1,0 0,1-2,6 4,-19-15,0-1,-1 0,2 0,-1 0,0-1,1 0,0 0,-1-1,1 0,0 0,0 0,0-1,1 0,-1 0,0-1,0 0,0-1,1 1,-1-1,0 0,0-1,0 0,0 0,0-1,-1 1,1-2,-1 1,1-1,2-4,-1 1,1-2,-2 0,1 0,-1 0,-1 0,1-1,-2-1,1 1,-1-1,-1 1,0-1,-1-1,2-6,-6-11,1 29,-1-1,1 1,0 0,-1-1,1 1,-1 0,1 0,0-1,-1 1,1 0,-1 0,1 0,0 0,-1-1,1 1,-1 0,1 0,-1 0,1 0,-1 0,1 0,-1 0,1 0,0 1,-1-1,1 0,-1 0,1 0,-1 0,1 0,0 1,-1-1,1 0,-1 1,1-1,0 0,-1 0,1 1,0-1,0 0,-1 1,1-1,0 1,0-1,-1 0,1 1,0-1,0 1,0-1,0 1,0-1,0 1,0-1,0 0,0 1,0-1,0 1,-3 4,0 1,0 0,1-1,0 1,0 0,1 0,-1 0,1 0,1 0,-1 0,1 0,0 1,0-1,1 0,0 0,0 0,0 0,1 0,0 0,0-1,0 1,1 0,0-1,0 0,0 1,1-1,0-1,0 1,0 0,0-1,1 0,0 0,0 0,0-1,0 0,0 0,6 2,67 18,-44-21</inkml:trace>
  <inkml:trace contextRef="#ctx0" brushRef="#br0" timeOffset="870.664">2443 308,'30'-4,"34"0,32 3,26 5,16 5,4 9,-21 1</inkml:trace>
  <inkml:trace contextRef="#ctx0" brushRef="#br0" timeOffset="1936.668">3433 682,'-5'-6,"-1"0,1 0,-1 1,0 0,0 0,0 0,-1 1,0 0,0 0,-3-1,8 4,-1 0,0 0,1 0,-1 1,0-1,1 1,-1-1,0 1,0 0,1 0,-1 0,0 1,0-1,1 1,-1-1,0 1,1 0,-1 0,1 0,-1 0,1 0,-1 1,1-1,0 1,0 0,0 0,0-1,0 1,0 1,-1 1,0-1,0 1,0 0,1 0,0 0,-1 1,1-1,1 0,-1 1,1 0,0-1,0 1,0 0,1-1,-1 1,1 0,0 0,1-1,-1 1,1 0,0 0,0-1,0 1,1-1,0 1,0-1,0 0,0 0,0 1,1-1,0-1,0 1,0 0,0-1,1 0,-1 1,1-2,0 1,0 0,0-1,0 1,0-1,1 0,-1-1,1 1,-1-1,1 0,1 1,2-2,0 0,-1 0,1 0,0-1,-1 0,1-1,-1 0,0 0,1 0,-1-1,0 0,2-2,31-10,-39 15,0 0,0 0,0 0,0 1,0-1,0 0,0 1,0-1,0 0,0 1,0-1,0 1,0-1,0 1,0 0,0-1,-1 1,1 0,0 0,-1 0,1-1,0 1,-1 0,1 0,-1 0,1 0,-1 0,0 0,1 0,-1 0,0 0,0 0,0 0,0 0,0 0,0 0,0 1,0-1,0 0,0 0,0 0,-1 0,1 0,0 0,-1 0,4 25,-2-24,0-1,0 1,0 0,0-1,1 1,-1 0,0-1,1 1,-1-1,1 0,-1 0,1 1,0-1,-1 0,1 0,0-1,0 1,0 0,0 0,-1-1,1 1,0-1,0 0,0 0,0 0,0 0,0 0,0 0,0 0,0 0,0-1,0 1,0-1,0 0,0 1,1-2,61-43,-49 26,-2 0,0-2,-1 1,-1-2,-1 1,-1-1,3-12,1 0,-12 33,-1 0,-1 0,1 1,0-1,0 1,0-1,0 0,0 1,0-1,0 0,0 1,0-1,1 0,-1 1,0-1,0 0,1 1,-1-1,0 1,1-1,-1 1,0-1,1 0,-1 1,1-1,-1 1,1 0,-1-1,1 1,-1-1,1 1,-1 0,1-1,0 1,-1 0,1 0,-1 0,1-1,0 1,-1 0,1 0,0 0,-1 0,1 0,0 0,-1 0,1 0,0 0,-1 1,1-1,0 0,-1 0,1 1,-1-1,1 0,3 11,0 0,-1 1,-1-1,0 0,0 1,-1 0,-1-1,0 7,1-1,-10 397,27-349,-17-63,0-1,0 1,0-1,0 0,1 1,-1-1,0 0,1 0,-1 0,1 0,-1 0,1 0,0 0,-1 0,1-1,0 1,-1-1,1 1,0-1,0 0,0 0,-1 1,1-1,0-1,0 1,0 0,-1 0,1-1,0 1,0 0,-1-1,1 0,0 1,-1-1,1 0,4-4,0 0,0 0,-1 0,0-1,0 0,0 0,-1 0,0 0,0-1,-1 0,0 0,0 0,0 0,-1 0,0 0,0-1,-1 1,0-1,-1 1,1-1,-1 1,-1-1,1 0,-2-4,0 0,0 0,-1 0,-1 0,0 1,0-1,-1 1,0 0,-1 0,-1 0,1 1,-2 0,1 0,-1 1,-1 0,0 0,0 1,-1 1,0-1,0 1,0 1,-1 0,0 0,-1 1,-2 0,-32-16,46 20,0 1,0-1,0 0,0 1,0-1,0 1,0-1,0 1,0-1,0 1,0-1,0 1,0-1,1 1,-1-1,0 1,0-1,1 1,-1-1,0 1,1 0,-1-1,0 1,1-1,-1 1,1 0,-1 0,0-1,1 1,-1 0,1-1,-1 1,1 0,-1 0,1 0,-1 0,1 0,-1-1,1 1,-1 0,1 0,-1 0,1 0,0 1,-1-1,1 0,-1 0,1 0,54-14,0 4,0 1,1 3,39 2,-79 3,-11 0,0 0,1 1,-1 0,1 0,-1 0,0 1,1-1,-1 1,0 1,1-1,-1 1,0 0,-4-1,0 0,0 0,0 0,0 1,-1-1,1 0,0 1,-1-1,1 0,-1 1,0-1,1 0,-1 1,0-1,0 1,0-1,0 1,0-1,0 0,0 1,-1-1,1 1,0-1,-1 0,1 1,-1-1,0 0,1 1,-3 30,6-29,0-1,0 1,0-1,0 0,0 1,0-1,1-1,-1 1,1 0,-1-1,1 0,0 0,0 0,-1 0,1-1,0 1,0-1,0 0,0 0,-1 0,1-1,0 1,0-1,0 0,-1 0,1-1,0 1,-1-1,4-1,-5 1,1 0,0 0,-1 0,1 0,-1-1,1 1,-1-1,0 1,0-1,0 0,-1 0,1 0,-1 0,1 0,-1 0,0 0,0-1,-1 1,1 0,-1-1,1 1,-1 0,0-1,0 1,-1 0,1-1,-1 1,1 0,-1-1,0 1,0 0,-1 0,1 0,-1 0,1 0,-1 0,0 0,0 1,0-1,0 1,-1-1,1 1,-1 0,0 0,1 0,-1 0,0 0,0 1,0-1,-2 0,2 0,0 0,0 0,0 0,0 0,0 0,-1 1,1-1,0 1,-1 0,1 0,-1 0,0 1,1-1,-1 1,0 0,1 0,-1 0,0 0,1 1,-1-1,1 1,-1 0,1 0,-1 1,1-1,0 1,-1-1,1 1,0 0,0 0,0 0,0 1,1-1,-1 1,1 0,-1-1,1 1,0 0,0 0,0 1,1-1,-1 0,1 1,0-1,0 1,1 0,0 0,0-1,0 1,0 0,0 0,1-1,0 1,0 0,0-1,0 1,0-1,1 1,-1-1,1 0,0 1,0-1,0 0,1 0,-1-1,1 1,0 0,-1-1,1 1,0-1,1 0,-1 0,0 0,0-1,1 1,-1-1,1 0,0 0,-1 0,1 0,0 0,-1-1,1 0,0 0,1 0,29 2,-2-3</inkml:trace>
  <inkml:trace contextRef="#ctx0" brushRef="#br0" timeOffset="2202.951">4408 415,'-8'-4,"1"1,-1-1,0 1,-1 0,1 1,0 0,-1 0,1 1,-1 0,1 1,-1 0,1 0,-1 0,0 1,1 1,0 0,-1 0,1 0,0 1,-7 3,12-4,1 0,0 1,0-1,0 0,0 1,0-1,1 1,-1 0,1-1,-1 1,1 0,0 0,0 0,1 0,-1 0,0 0,1 0,0 0,0 0,0 0,0 0,0 0,1 1,-1-1,1 0,0 0,0 0,0-1,1 4,46 80,-48-86,30 44,3 2,-2 1,-2 2,21 49,-48-94,-2-2,1 1,-1-1,1 1,0-1,0 0,0 0,1 0,-1 1,0-1,1 0,-1-1,1 1,0 0,0 0,-1-1,1 1,0-1,1 1,-1-1,0 0,0 0,0 0,1 0,0 0,120-6,-89-2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4:57.17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4 606,'-4'6,"11"-13,-5 3,111-133,-24 31,60-95,-93 93,-56 107,1-1,-1 1,1-1,-1 1,0-1,1 1,-1-1,0 1,0-1,0 1,0-1,0 1,0-1,-1 1,1-1,0 1,-1-1,1 1,-1 0,1-1,-1 1,0-1,0 1,0 0,0 0,0 0,0-1,0 1,0 0,0 0,0 0,0 0,-1 1,1-1,0 0,-1 1,1-1,-2 0,-58 3,49 2,0 1,1 0,-1 0,1 1,1 1,-1 0,1 0,0 1,1 0,-1 1,2 0,-1 0,1 1,1 0,0 0,0 1,1 0,1 0,-1 1,2-1,0 1,-1 7,-2 3,2 1,1 0,1 0,1 1,1-1,1 0,1 1,1-1,1 0,1 0,6 19,-3-22,0 0,1 0,1-1,1 0,1-1,0 0,2-1,0 0,1-1,0 0,1-1,1-1,7 5,-12-11,-1 0,1-1,0-1,0 0,1 0,0-1,0-1,0 0,1 0,-1-1,1-1,0 0,0-1,0-1,0 1,0-2,-1 0,1-1,0 0,0 0,-1-2,8-2,-5-1,0 0,-1 0,0-2,0 0,0 0,-1-2,-1 1,0-2,0 1,-1-2,-1 1,0-2,-1 1,0-1,-1-1,-1 1,2-6,-7 17,-1 0,0 0,0 0,0 1,0-1,0 0,0 0,-1 0,0 0,1-1,-1 1,-1 0,1 0,0 0,-1 0,1 0,-1 0,0 0,0 0,0 1,0-1,0 0,-1 0,0 1,1-1,-1 1,0-1,0 1,0 0,0 0,-1 0,1 0,-1 0,1 0,-1 1,1-1,-1 1,0 0,0-1,0 2,-2-2,-3 1,1 0,0 0,0 1,0 0,0 1,-1-1,1 1,0 1,0-1,0 1,0 1,1-1,-1 1,0 0,1 1,0-1,0 1,0 0,0 1,0 0,-4 4,1-1,0 1,1 1,0 0,0 0,1 0,0 1,1 0,0 0,1 1,-1 1,4-10,1 1,-1-1,0 1,1 0,0 0,0 0,0 0,0 0,1 0,0 0,-1 0,1 0,1 0,-1 0,1 0,-1 0,1 0,0 0,1 0,-1 0,1 0,0-1,-1 1,2-1,-1 1,0-1,1 0,-1 0,1 0,0 0,0 0,0 0,0-1,1 0,-1 0,1 0,-1 0,1 0,0-1,2 2,8-3,-1-1,0 0,1 0,-1-1,0-1,0 0,0-1,-1-1,1 0,-1 0,0-1,-1-1,1 0,-1 0,-1-1,1 0,-1-1,-1-1,0 1,5-8,-8 11,0 1,-1-2,0 1,0 0,-1-1,0 0,0 0,-1 0,1-1,-2 1,2-3,-4 9,0 1,1-1,-1 1,0-1,0 1,0 0,1-1,-1 1,0-1,0 1,0-1,0 1,0-1,0 1,0-1,0 1,0-1,0 1,0-1,0 1,0-1,0 1,-1-1,1 1,0-1,0 1,0-1,-1 1,1 0,0-1,-1 1,1-1,0 1,-1 0,1-1,-1 1,1 0,0 0,-1-1,1 1,-1 0,1 0,-1 0,1-1,-1 1,1 0,-1 0,1 0,-1 0,1 0,-1 0,1 0,-22 16,19-12,0 0,0 0,1 0,0 0,0 0,0 0,1 1,-1-1,1 1,0-1,0 1,1 0,-1-1,1 1,0 0,0 0,1-1,-1 1,1 0,0-1,0 1,1-1,-1 1,1-1,0 0,0 0,1 0,-1 0,1 0,0 0,0-1,0 1,1 0,11 4,0-1,0 0,1-1,0 0,0-1,0-1,1-1,-1 0,1-2,0 1,0-2,0 0,-1-1,1-1,0-1,10-3,66-8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4:58.31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1276,'24'-146,"-12"93,0-7,-9 34,2 1,1 0,0 0,2 1,11-22,-19 44,1 0,0 1,-1-1,1 1,0-1,0 1,0-1,0 1,0-1,1 1,-1 0,0 0,1 0,-1 0,1 0,-1 0,1 0,-1 0,1 0,-1 1,1-1,0 1,-1-1,1 1,0 0,0 0,-1-1,1 1,0 0,0 1,-1-1,1 0,0 0,0 1,-1-1,1 1,0-1,-1 1,1 0,-1 0,1 0,-1 0,1 0,-1 0,0 0,1 0,-1 1,11 10,-1 1,0 1,-1 0,-1 0,0 1,-1 0,-1 1,0-1,-1 2,-1-1,1 6,-3-17,-1 1,0-1,0 1,0-1,-1 1,0 0,0-1,0 1,-1 0,0 0,0 0,0-1,-1 1,0 0,0 0,0-1,-1 1,0-1,0 1,0-1,-1 0,0 0,-3 5,4-9,-1-1,1 1,0-1,-1 1,1-1,-1 0,1 0,-1 0,1-1,-1 1,1-1,-1 1,1-1,0 0,-1 1,1-1,0-1,0 1,-1 0,1 0,0-1,0 1,0-1,1 0,-1 1,0-1,1 0,-1 0,1 0,-1 0,1-1,0 1,0 0,0 0,0-1,1 1,-1-1,1 1,-1 0,1-1,0 1,0-1,0 1,0-1,0 1,0-1,1 1,0-1,-1 1,2-2,2-2,0 1,1 0,0 0,0 0,1 1,-1-1,1 1,0 1,0-1,0 1,0 0,1 0,0 1,-1 0,1 0,0 1,0-1,0 2,0-1,0 1,3 0,-5-1,61-6,-41 5,1 0,0-2,-1-1,23-8,-45 12,1 0,-1 0,0 0,0 0,0-1,0 0,0 1,0-1,-1 0,1 0,-1 0,1 0,-1-1,0 1,1-1,-1 0,-1 1,1-1,0 0,-1 0,1 0,-1 0,0 0,0-1,0 1,-1 0,1 0,-1-1,1 1,-1 0,0-1,0 1,-1 0,1-1,-1 1,0 0,0 0,0-1,0 1,0 0,-1 0,1 0,-1 0,0 1,0-1,0 0,0 1,-1-2,0 1,0 1,0-1,-1 1,1 0,0 0,-1 0,1 0,-1 0,0 1,0-1,0 1,1 0,-1 1,0-1,0 0,0 1,0 0,0 0,0 0,0 1,0-1,0 1,0 0,0 0,0 1,0-1,1 1,-1-1,1 1,-1 0,1 1,-1-1,1 1,0-1,0 1,1 0,-1 0,0 0,1 0,0 1,0-1,0 1,0-1,0 1,1 0,-1 2,0 1,0-1,1 1,0-1,1 1,-1 0,1-1,1 1,-1-1,1 1,0-1,1 1,-1-1,1 1,0-1,1 0,0 0,0 0,0 0,1-1,-1 1,1-1,1 0,2 3,1 0,1 0,0 0,1-1,0 0,0-1,0 0,1 0,0-1,0-1,0 0,0 0,1-1,4 0,1 0,1-2,-1 0,1-1,0 0,-1-2,1 0,-1-1,0-1,0 0,0-2,0 1,-1-2,0-1,0 0,-1 0,0-2,0 0,11-11,-6 4,-1-1,0 0,-2-2,0 0,-1-1,-1-1,-2 0,0-1,-1 0,-1-1,-1-1,2-11,-3 9,-1-2,-2 1,-1-1,-1 0,-2 0,0 0,-2 0,-2 0,0 0,-2 0,-1 1,-7-23,10 44,-1 1,0 0,0-1,-1 1,1 0,-1 0,0 1,-1-1,1 1,-1 0,-1 0,5 4,-1-1,0 1,0 0,0 0,0 0,0 0,0 0,0 0,0 1,0-1,-1 1,1-1,0 1,0 0,0 0,-1 0,1 0,0 0,0 1,-1-1,1 1,0-1,0 1,0 0,0 0,0-1,0 2,0-1,0 0,0 0,1 1,-1-1,0 1,1-1,-1 1,-8 9,1 1,1 0,0 0,1 1,0 0,1 0,0 0,1 1,1 0,0 0,1 0,-1 8,-3 10,1 1,1-1,2 1,1 0,2 0,1 0,2-1,1 1,1-1,2 1,1-2,2 1,1-1,1-1,6 8,-10-25,1 0,0 0,1-1,0 0,1-1,0 0,1-1,1 0,-1-1,1 0,1-1,0 0,0-1,7 2,-11-5,0-1,0 0,1-1,-1 0,0 0,1-1,-1 0,1-1,-1 0,1-1,-1 0,1-1,-1 0,0 0,1-1,-2-1,1 0,0 0,-1-1,1 0,6-5,-7 3,0 0,0-1,-1 0,0 0,-1-1,0 0,0 0,-1 0,0-1,-1 0,0 0,-1-1,0 1,0-1,-1 0,-1 0,1 0,-2-1,0 1,0 0,-1 0,0-1,-1 1,-1 0,1-1,-3-5,4 15,-1 0,1 1,0-1,-1 0,1 1,-1-1,0 1,1-1,-1 1,0-1,0 1,0-1,0 1,0 0,0-1,0 1,-1 0,1 0,0 0,-1 0,1 0,-1 0,1 0,-1 1,1-1,-1 0,1 1,-1-1,0 1,1 0,-1-1,0 1,0 0,1 0,-1 0,0 0,1 1,-1-1,0 0,1 1,-1-1,0 1,1 0,-1-1,1 1,-1 0,1 0,-1 0,1 0,-1 1,-3 5,0 1,0-1,1 1,0 0,1 0,0 1,0-1,1 1,0 0,0-1,1 1,0 0,0 0,1 0,1 0,0 6,0-8,0-1,0 0,1 0,0 0,0 0,1 0,-1 0,1-1,0 1,1-1,-1 0,1 0,0 0,0-1,1 1,-1-1,1 0,0 0,0 0,1-1,-1 0,1 0,-1 0,1-1,0 0,0 0,0 0,0-1,4 1,53 5,-1-7</inkml:trace>
  <inkml:trace contextRef="#ctx0" brushRef="#br0" timeOffset="646.476">2059 821,'-11'3,"0"1,1 0,-1 0,1 1,0 1,0-1,0 2,1-1,0 1,0 1,-7 7,12-11,1 0,-1 1,1-1,0 1,0 0,0 0,0 0,1 0,0 0,0 1,0-1,1 1,0-1,0 1,0 0,1-1,0 1,0 0,0-1,1 1,0 0,0-1,0 1,2 3,-1-3,1 0,0 0,1 0,-1-1,1 1,0-1,1 0,-1 0,1 0,0-1,0 1,1-1,-1 0,1-1,0 1,0-1,0-1,0 1,0-1,1 0,-1 0,1-1,5 1,2 0,0 0,0-1,0-1,1-1,-1 0,0 0,0-1,-1-1,1-1,0 0,-1-1,7-3,-2-1,1-2,-1 0,-1 0,0-2,-1 0,0-1,-1-1,0 0,-1-1,-1 0,-1-1,5-9,2-7,0-1,-2-1,-2-1,-1 0,-2 0,6-36,-6 21,-4-1,-1-1,-3 0,-2 1,-2-1,-3 0,-2 0,-8-36,10 76,1 1,-2 0,0 0,0 0,-1 1,0-1,-1 1,-2-2,8 12,-1 0,1 0,-1 0,0 0,1 0,-1 0,0 1,0-1,0 0,0 0,0 1,0-1,0 0,0 1,0-1,0 1,0-1,0 1,0 0,0-1,0 1,0 0,0 0,-1 0,1 0,0 0,0 0,0 0,0 0,0 0,-1 1,1-1,0 0,0 1,0-1,0 1,0-1,0 1,0-1,0 1,0 0,-29 41,19-9,0 1,2 0,2 0,1 1,2 0,1 0,2 0,1 11,0-9,1 0,1 0,2 0,2-1,1 0,2 0,2-1,1 0,2 0,1-2,1 0,2 0,1-2,2 0,1-2,1 0,7 4,-27-29,1 1,0-1,0 0,0-1,1 1,-1-1,1 0,-1 0,1 0,0 0,1-1,-1 0,0 0,1-1,-1 1,1-1,-1 0,1-1,-1 1,1-1,0 0,-1 0,1-1,-1 0,1 0,-1 0,1-1,-1 0,0 0,1 0,13-12,-1-1,0-1,-1-1,-1 0,-1-1,0-1,-1 0,-1-1,-1 0,5-14,-16 32,0 2,13-22,-14 22,0 0,0 1,0-1,0 0,0 0,1 0,-1 0,0 1,0-1,0 0,0 0,1 0,-1 0,0 1,0-1,0 0,0 0,1 0,-1 0,0 0,0 0,1 0,-1 0,0 0,0 0,0 0,1 0,-1 0,0 0,0 0,0 0,1 0,-1 0,0 0,0 0,1 0,-1 0,0 0,0 0,0 0,1 0,-1-1,0 1,0 0,0 0,0 0,1 0,-1-1,0 1,0 0,0 0,0 0,0 0,0-1,0 1,1 0,-1 0,-3 41,1-36,0 1,1-1,0 1,0 0,1 0,0-1,0 1,0 0,1 0,-1 0,1-1,1 1,-1 0,1-1,0 1,0-1,1 0,-1 0,1 0,0 0,1 0,-1-1,1 1,0-1,0 0,0 0,1 0,3-1,0 0,0 0,1-1,-1 0,1 0,-1-1,1 0,0-1,-1 0,1 0,-1-1,1 0,0-1,-1 1,0-2,1 1,5-4,26-8</inkml:trace>
  <inkml:trace contextRef="#ctx0" brushRef="#br0" timeOffset="896.959">3128 621,'-18'-5,"-10"-3,-8-5,-4-3,-5-3,6 2</inkml:trace>
  <inkml:trace contextRef="#ctx0" brushRef="#br0" timeOffset="1147.802">2420 447,'21'-2,"22"-6,22-3,19-2,15-2,6 3,-14 2</inkml:trace>
  <inkml:trace contextRef="#ctx0" brushRef="#br0" timeOffset="1148.802">3437 741,'2'19,"1"11,0 7,1 3,1 0,1-6,2-7,2-9,2-10,-2-6</inkml:trace>
  <inkml:trace contextRef="#ctx0" brushRef="#br0" timeOffset="1317.349">3409 166,'0'5,"0"1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5:10.99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0,'9'7,"10"2,8 0,7-2,6-5,3-2,4-3,-2-2,-1 0,-7 2,-4 0,-6 2,-8 2,-6 2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5:36.31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1,'0'0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5:38.68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0,'0'0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5:47.12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189 1,'-12'24,"0"1,2 1,1 0,1 0,1 0,1 1,1 0,2 1,0-1,2 1,3 25,0 115,13 64,-2-40,-16-142,-5-56,-23-96,24 68,-25-119,6-1,6-2,6-39,13 178,0 8,0-1,0 1,1 0,0-1,1 1,0 0,1 0,-1-1,2 1,-1 1,1-1,1 0,0 1,1-3,-1 8,0 0,-1 1,1-1,0 1,0 0,1 1,-1-1,0 1,1 0,-1 0,1 0,-1 0,1 1,-1 0,1 0,-1 0,1 0,-1 1,1 0,-1 0,1 0,-1 0,0 1,1-1,-1 1,0 1,0-1,0 0,-1 1,1 0,1 1,9 4,0 1,-1 0,0 1,-1 0,0 1,0 0,-1 1,-1 0,0 1,-1 0,0 0,-1 1,0 1,1 5,-7-17,-1 0,-1 0,1 0,0 0,-1 0,1 0,-1 0,0 0,0 0,0 0,0 0,-1 0,1 0,-1 0,0 0,0 0,0 0,0 0,-1 0,1-1,-1 1,1 0,-1-1,0 0,0 1,0-1,0 0,-1 0,1 0,0 0,-1 0,0-1,1 1,-1-1,0 0,0 1,0-1,-11 3,0 0,-1-1,1 0,-1-1,1-1,-1 0,1-1,-10-1,0-4,24 5,0 0,0 0,1 0,-1 0,0 0,1 0,-1 0,0 0,1 0,-1 0,0 0,0 0,1-1,-1 1,0 0,0 0,1 0,-1-1,0 1,0 0,1 0,-1 0,0-1,0 1,0 0,0-1,1 1,-1 0,0 0,0-1,0 1,0 0,0-1,0 1,0 0,0 0,0-1,0 1,0 0,0-1,0 1,0 0,0-1,0 1,0 0,0-1,0 1,-1 0,1 0,0-1,0 1,0 0,0 0,-1-1,1 1,0 0,0 0,-1 0,1-1,0 1,0 0,-1 0,1 0,0 0,0 0,-1-1,135-34,-102 27,24-2,-1-3,-1-3,0-2,-1-2,-1-2,5-6,-5-18,-51 46,-1-1,1 0,-1 0,1 0,-1 0,0 0,0 0,1 0,-1 0,0 1,0-1,0 0,0 0,0 0,0 0,0 0,-1 0,1 0,0 0,0 0,-1 0,1 0,-1 1,1-1,-1 0,1 0,-1 0,1 1,-1-1,0 0,1 0,-1 1,0-1,1 1,-1-1,0 1,0-1,0 1,0-1,1 1,-1 0,0-1,0 1,0 0,0 0,0 0,0 0,0 0,-50-7,43 7,-1 0,0 0,0 0,1 1,-1 1,1 0,-1 0,1 0,0 1,0 0,0 1,0 0,0 0,1 0,0 1,0 1,0-1,0 1,1 0,0 0,0 1,-3 5,8-10,0 1,0-1,0 1,1 0,-1 0,0 0,1-1,0 1,0 0,0 0,0 0,0 0,1 0,-1-1,1 1,0 0,0 0,0-1,0 1,0 0,0-1,1 1,-1-1,1 0,0 0,0 1,-1-1,3 1,71 43,-36-35,-1-2,2-2,-1-2,1-1,31-1,-63-3,93 3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5:48.65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0,'21'0,"6"0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5:49.1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380 545,'-18'-9,"0"1,0 1,0 0,-1 1,0 1,-1 1,1 1,-1 0,1 2,-1 0,0 1,1 1,-1 1,1 1,-9 2,25-4,0 0,-1 0,1 0,-1 0,1 1,0-1,0 1,0 0,0 0,0 0,0 1,1-1,-1 1,1-1,-1 1,1 0,0 0,0 0,1 0,-1 0,0 0,1 0,0 1,0-1,0 1,0-1,0 1,1-1,0 1,-1-1,1 1,0 0,1-1,-1 1,1-1,0 1,0-1,1 3,4 1,1-1,-1 0,2 0,-1-1,1 0,-1 0,1-1,1 0,-1 0,1-1,-1 0,1 0,0-1,0 0,0-1,0 0,0 0,0-1,1 0,5-2,-2 3,0-2,0 1,-1-2,1 0,-1 0,1-1,-1-1,0 0,0 0,-1-2,1 1,-1-1,0-1,0 0,-1 0,0-1,-1-1,1 1,-2-2,1 1,-1-1,-1 0,0-1,2-4,2-10,-2 1,0-2,-2 1,-1-1,-1-1,-1 1,-1-1,-2 1,0-1,-4-22,3 31,-1 1,0-1,-2 1,0-1,-1 1,0 0,-2 0,0 0,-1 1,-1-2,7 16,0 1,1-1,-1 0,0 1,0-1,0 1,0-1,0 1,-1-1,1 1,0 0,-1-1,1 1,-1 0,1 0,-1 0,0 0,1 1,-1-1,0 0,0 1,1-1,-1 1,0-1,0 1,0 0,0 0,1 0,-1 0,0 0,0 0,0 1,0-1,1 0,-1 1,0 0,0-1,1 1,-1 0,0 0,1 0,-1 0,1 0,-1 0,1 0,-1 1,1-1,0 1,0-1,0 0,0 1,-1 1,-8 13,2 0,0 0,0 1,2 0,0 0,1 1,0-1,2 1,0 0,1 0,1 1,1-1,1 13,-1-12,0 0,2 0,0 0,1-1,1 1,1-1,0 0,2 0,0 0,1-1,0 0,1-1,1 0,1 0,1-1,0-1,0 0,1 0,1-1,1-1,-1 0,2-1,0-1,0 0,1-2,9 4,-20-9,1-1,0 0,0 0,0-1,0 1,0-2,0 1,0-1,0 0,1-1,-1 1,0-1,0-1,0 1,-1-1,1-1,0 1,-1-1,1 0,-1-1,0 1,0-1,0-1,-1 1,1-1,-1 0,0 0,0 0,-1-1,0 1,0-1,0-1,1-2,0 1,-1 0,0-1,-1 1,0-1,0 0,-1 0,0 0,0 0,-1-1,0 1,-1 0,0-1,0 1,-1 0,-1 0,1 0,-1 0,-1 0,0 0,0 0,-1 0,0 1,0-1,2 7,1 1,-1-1,1 0,-1 1,1-1,-1 1,0-1,0 1,0 0,0 0,0 0,0 0,0 0,0 0,0 1,0-1,0 1,-1-1,1 1,0 0,0 0,-1 0,1 0,0 0,0 0,0 1,-1-1,1 1,0-1,0 1,0 0,0 0,0 0,0 0,0 1,0-1,0 0,1 1,-1-1,0 1,1-1,0 1,-1 0,1 0,0 0,-1 0,0 2,0 0,1-1,-1 1,1 0,-1 0,1 0,0 0,1 0,-1 0,1 0,0 0,0 0,0 1,0-1,1 0,-1 0,1 0,0 0,1 0,-1 0,1-1,-1 1,1 0,0-1,0 1,1-1,-1 0,1 0,0 1,0-2,0 1,0 0,0-1,4 3,6 2,0 0,0 0,1-1,0-1,1 0,-1-1,15 2,44 8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5:50.3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439 737,'-24'-9,"-1"1,1 1,-1 1,-1 1,1 1,0 1,-1 2,0 1,1 0,-1 2,-8 2,28-3,0-1,0 1,0 0,0 0,0 0,0 1,1 0,-1 0,1 1,-1 0,1 0,0 0,0 0,0 1,0 0,1 0,-1 0,1 0,0 1,1-1,-1 1,1 0,0 1,0-1,-2 6,5-8,1 0,0 0,0 0,0 0,1 0,-1 0,1 0,-1-1,1 1,0-1,0 1,0-1,0 1,1-1,-1 0,1 0,-1 0,1-1,-1 1,1 0,0-1,0 0,0 0,0 0,0 0,0 0,0-1,0 1,1-1,-1 0,1 0,13 4,0-1,1 0,-1-2,1 0,0-1,-1-1,1 0,-1-1,0-2,1 1,-1-2,-1 0,1-1,-1-1,0 0,0-1,-1-1,0-1,-1 0,0 0,0-2,-1 1,-1-2,0 0,-1 0,3-5,-4-2,-1 0,0-1,-2 0,0 0,-1-1,-1 0,-2 0,0 0,-1 0,-1-1,-1 1,-1 0,-1-1,-1 1,-5-17,7 31,0 1,-1-1,0 1,0 0,0-1,-1 1,0 0,-1 0,1 1,-1-1,-1 1,1 0,-1 0,0 0,0 1,-1-1,0 1,-2-1,4 5,1 1,-1 0,1-1,-1 2,1-1,-1 0,1 1,-1-1,1 1,-1 0,1 0,0 1,-1-1,1 1,0-1,0 1,0 0,0 0,1 1,-1-1,0 0,1 1,0 0,-1-1,1 1,0 0,0 0,1 0,-1 0,1 1,-1-1,1 0,0 1,-6 13,1 1,0-1,2 1,0 0,0 1,2-1,0 1,2-1,0 1,1-1,0 1,2-1,0 1,1-1,1 0,0-1,2 1,0-1,1 0,1-1,0 0,1 0,1-1,0 0,1-1,0 0,2-1,13 11,-8-9,0 0,1-1,1-1,0-1,1-1,0-1,0 0,1-2,0-1,1-1,0-1,0-1,0 0,0-2,12-1,-26-2,1 0,-1 0,0-1,0-1,0 1,0-2,0 1,-1-1,6-3,-12 5,1 0,-1 0,0 0,0-1,0 1,0-1,0 0,0 0,-1 0,1 0,-1 0,0 0,0 0,0-1,0 1,-1-1,0 0,1 1,-1-1,-1 0,1 0,0 0,-1 0,0 0,0 1,0-3,-1 2,1 0,-1 0,-1 0,1 0,0 0,-1 0,0 1,0-1,0 1,-1-1,1 1,-1 0,1-1,-1 1,0 1,0-1,-1 0,1 1,0 0,-1-1,0 1,1 1,-2-1,-94-24,92 25,0 0,1 1,-1 0,0 0,0 0,1 1,-1 0,0 0,1 1,-1 0,1 0,0 1,0-1,-1 1,2 0,-1 1,0 0,1 0,0 0,-3 2,7-4,0 0,0 0,0 0,0-1,0 1,0 0,1 0,-1 0,0 0,1 0,0 0,0 1,-1-1,1 0,0 0,1 0,-1 0,0 0,1 0,-1 0,1 0,-1 0,1 0,0 0,0 0,0 0,0 0,0-1,0 1,1 0,-1-1,0 1,1-1,0 1,-1-1,1 0,0 1,72 35,-61-33,-1-1,1 0,0-1,-1 0,1-1,0-1,0 0,0 0,0-1,0-1,0 0,-1-1,1-1,-1 1,1-2,-2 0,1 0,0-1,-1-1,0 0,-1 0,1-1,1-3,6-26,-18 37,0 0,0 0,0 1,0-1,-1 0,1 0,0 0,0 0,0 1,0-1,-1 0,1 0,0 0,0 0,0 0,-1 0,1 1,0-1,0 0,-1 0,1 0,0 0,0 0,0 0,-1 0,1 0,0 0,0 0,-1 0,1 0,0 0,0 0,-1 0,1 0,0 0,0-1,0 1,-1 0,1 0,0 0,0 0,0 0,-1 0,1-1,0 1,0 0,0 0,0 0,-1-1,1 1,0 0,0 0,0 0,0-1,0 1,0 0,0 0,0-1,0 1,0 0,0 0,-3 4,0 1,0 0,1 0,0 0,0 0,0 1,1-1,0 1,0-1,0 1,1-1,-1 1,1-1,1 1,-1-1,1 1,0-1,0 1,0-1,1 0,0 1,0-1,1 0,-1 0,1-1,2 5,1-3,0 0,0 0,0-1,1 0,-1 0,1-1,0 1,1-1,-1-1,1 0,-1 0,1 0,0-1,0 0,0 0,0-1,1 0,-1-1,8 0,3 0,-1-2,1 0,-1-1,0 0,0-2,0 0,-1-1,9-5,-10 4,-1-2,-1 0,1-1,-1 0,-1-1,0 0,-1-2,0 1,0-1,-2-1,0 0,0 0,-1-1,-1 0,0-1,-2 0,1 0,-2-1,2-7,3-18,-2-1,-2-1,-1 1,-3-1,-1 1,-2-1,-3-8,3 30,-1 1,-1 0,0-1,-2 1,0 0,-2 1,0 0,-1 0,-1 0,-8-11,16 28,-1 0,1 1,-1-1,0 0,0 0,0 1,0 0,-1-1,1 1,0 0,-1 0,0 0,0 0,1 1,-1-1,0 1,0-1,0 1,-1 0,1 0,0 1,0-1,0 1,-1-1,1 1,0 0,-1 0,1 1,0-1,0 1,-1-1,1 1,0 0,0 0,0 1,0-1,0 1,0-1,0 1,1 0,-9 9,2 1,0 1,0-1,1 2,0-1,1 1,1 0,0 0,1 1,1-1,0 1,1 1,1-1,0 0,1 0,0 1,3 14,0 9,1 1,3-1,1-1,2 1,2-1,1-1,2 0,1-1,2 0,1-2,2 0,2-1,1-1,4 3,-16-21,0 0,0-1,1 0,1-1,0 0,1-2,0 1,1-1,10 4,-21-12,0 0,1-1,-1 0,0 0,0 0,0 0,1-1,-1 0,0 0,1 0,-1 0,0-1,1 1,-1-1,0 0,0 0,0-1,0 1,0-1,0 0,0 0,-1-1,1 1,0-1,-1 1,0-1,0 0,0 0,0-1,0 1,0-2,8-9,-2-1,0 0,0-1,-1 0,-1 0,-1 0,0-4,27-141,-32 157,-1 2,1 0,-1 1,0-1,0 0,1 0,-1 0,0 0,0 0,-1 1,1-1,0 0,-1 0,1 0,-1 0,1 1,-1-1,0 0,0 1,0-1,0 1,0-2,-1 4,0 0,1 0,-1-1,1 1,-1 0,1 1,0-1,-1 0,1 0,0 0,0 1,0-1,0 1,0-1,0 1,0-1,0 1,1-1,-1 1,1 0,-1-1,1 2,-1-2,-3 9,0 0,0 0,1 1,0-1,1 1,0-1,0 1,1 0,1 0,0 0,1 0,0-1,0 1,1 0,0-1,1 1,1-1,-1 0,2 0,-1 0,1 0,1-1,0 0,0 0,1 0,0-1,0 0,1 0,0-1,0 0,1 0,8 4,-7-5,0-2,0 1,1-1,-1-1,1 0,0 0,0-1,0 0,0-1,0-1,0 1,0-2,6 0,25-8</inkml:trace>
  <inkml:trace contextRef="#ctx0" brushRef="#br0" timeOffset="252.406">1334 282,'25'-5,"38"-1,40-2,36 0,25 2,9 4,-9 5,-33 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5:47.38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214 701,'-4'18,"-2"15,0 10,2 5,0 0,2-4,3-7,2-10</inkml:trace>
  <inkml:trace contextRef="#ctx0" brushRef="#br0" timeOffset="677.05">1 407,'64'9,"14"1,-1 4,0 2,-1 4,31 15,-98-32,0 0,1 1,-1 0,-1 1,1 0,-1 0,0 1,0 0,0 0,-1 1,0 0,0 0,-1 0,0 1,0 0,-1 1,0-1,0 1,-1 0,0 0,-1 1,0-1,2 10,-6 89,2-106,0-1,0 1,0-1,0 0,0 0,0 1,0-1,0 0,1 0,-1 0,0 0,1 0,-1 0,1-1,-1 1,1 0,-1-1,1 1,0-1,-1 0,1 1,0-1,-1 0,1 0,0 0,-1 0,1 0,0-1,-1 1,1 0,0-1,-1 1,1-1,-1 0,1 1,-1-1,1 0,-1 0,0 0,1-1,12-4,-1-1,-1 0,1-1,-1 0,-1-1,0-1,0 1,-1-2,0 0,0 0,-2 0,1-1,6-13,-9 49,-6-11,1 0,0 0,1-1,1 1,0 0,0-1,2 0,-1 0,1 0,2 1,-5-9,1 1,-1-1,1 0,1 0,-1 0,1 0,-1 0,1-1,0 1,0-1,1 0,-1-1,1 1,-1-1,1 0,0 0,0 0,0 0,0-1,0 0,0 0,0-1,0 1,1-1,-1 0,2 0,5-4,0 1,-1-1,0-1,0 0,0-1,-1 0,0 0,0-1,0-1,-1 0,0 0,-1 0,0-1,0 0,-1-1,0 0,0 0,-1-1,-1 1,0-1,2-6,8-23,-2-1,-1 0,-3-1,-1 0,-2-1,-2 0,-1 0,-4-39,1 49,-1-1,-2 1,-1-1,-2 1,-1 0,-1 1,-2-1,-7 6,16 27,0 0,1 0,-1 0,1 0,-1 0,0 0,1 0,-1 0,0 0,1 0,-1 0,1 0,-1 0,0 0,1 1,-1-1,0 0,1 0,-1 1,1-1,-1 0,1 1,-1-1,1 0,-1 1,1-1,-1 1,1-1,0 1,-1-1,1 1,0 0,-1-1,1 1,0-1,0 1,0 0,-1-1,1 1,0-1,0 1,0 0,0-1,0 1,0 0,-5 18,0 0,1 1,1-1,1 1,1 0,1 8,-1-1,-2 46,3 0,3 0,4 0,2-1,4 0,3-1,23 64,-9-70,-20-58,-3-9</inkml:trace>
  <inkml:trace contextRef="#ctx0" brushRef="#br0" timeOffset="1019.058">1231 488,'-1'0,"1"1,0 0,0 0,0-1,0 1,-1 0,1 0,0-1,0 1,0 0,0 0,1-1,-1 1,0 0,0-1,0 1,0 0,1 0,-1-1,0 1,1 0,-1-1,1 1,-1-1,1 1,-1 0,1-1,-1 1,1-1,-1 1,1-1,0 0,-1 1,1-1,0 0,-1 1,1-1,0 0,-1 0,1 1,0-1,211 109,-205-106,16 6,-2 1,1 1,-1 1,-1 1,0 1,-1 0,-1 2,0 0,-1 1,0 0,-2 2,11 16,-23-30,0 0,-1 1,1 0,-1-1,-1 1,1 0,-1 0,0 0,-1 0,1 0,-1 0,0 0,-1 0,1 0,-1 0,0 0,-1 0,1-1,-1 1,-1 0,1-1,-1 1,0-1,0 0,0 0,-1 0,1 0,-3 1,5-5,1 0,-1 0,0 0,1-1,-1 1,0 0,0 0,0-1,0 1,1 0,-1-1,0 1,0-1,0 0,0 1,0-1,0 0,0 1,0-1,-1 0,1 0,0 0,0 0,0 0,0 0,0 0,0 0,0-1,0 1,0 0,0-1,0 1,0 0,0-1,0 1,0-1,0 0,0 1,1-1,-1 0,0 0,0 1,1-1,-1 0,0 0,0-1,-13-49,13 32,0 0,1 0,1 0,1 0,0 0,2 0,0 0,1 1,5-12,-8 25,0 1,1-1,-1 1,1 0,0 0,0 0,0 0,1 1,-1-1,1 1,0 0,0 0,0 0,0 0,1 1,-1 0,1 0,-1 0,1 0,0 1,0 0,0 0,0 0,0 0,0 1,0 0,0 0,2 0,148 18,-99-8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5:11.85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0 668,'33'107,"4"-2,14 21,13-13,-64-113,0 1,1 0,-1 0,0-1,1 1,-1 0,0 0,1-1,-1 1,1-1,-1 1,1 0,-1-1,1 1,0-1,-1 1,1-1,0 1,-1-1,1 0,0 1,0-1,-1 0,1 0,0 1,0-1,-1 0,1 0,0 0,0 0,0 0,-1 0,1 0,0 0,0 0,0-1,-1 1,1 0,0 0,-1-1,1 1,0-1,0 1,-1 0,1-1,0 1,-1-1,1 1,-1-1,1 0,-1 1,1-1,-1 0,1 1,-1-1,0 0,1 1,-1-1,0 0,1 0,5-21,-1 1,-1-1,0-1,-2 1,-1 0,0-1,-2-5,1-4,1-154,-2 183,1 1,0 0,0-1,0 1,0 0,1-1,-1 1,0 0,1-1,0 1,-1 0,1 0,0-1,0 1,1 0,-1 0,0 0,1 0,-1 0,1 1,-1-1,1 0,0 1,0-1,0 1,0 0,0 0,0-1,0 1,0 0,0 1,1-1,-1 0,0 1,1-1,-1 1,0 0,1 0,-1 0,0 0,1 0,74 19,-34-4</inkml:trace>
  <inkml:trace contextRef="#ctx0" brushRef="#br0" timeOffset="824.044">777 816,'-20'-11,"0"2,-1 1,1 0,-1 1,-1 2,0 0,17 3,0 2,0-1,0 0,0 1,1 0,-1 0,0 1,0-1,0 1,0 0,1 1,-1-1,0 1,1-1,-1 1,1 1,0-1,0 1,0 0,0-1,0 2,0-1,1 0,0 1,0 0,0-1,0 1,0 1,1-1,-1 0,-1 6,-1 0,2 0,-1 0,2 0,-1 1,1-1,1 1,0-1,0 1,1 0,0-1,1 1,1 0,-1-1,3 8,-3-17,-1 1,1 0,0 0,-1 0,1 0,0-1,0 1,0 0,0-1,1 1,-1-1,0 1,1-1,-1 0,1 1,-1-1,1 0,0 0,-1 0,1 0,0-1,0 1,0 0,-1-1,1 1,0-1,0 1,0-1,0 0,0 0,0 0,0 0,0 0,0-1,0 1,0-1,0 1,-1-1,1 1,0-1,0 0,67-48,-50 27,-1-1,-1-1,-1 0,12-25,0-1,-28 51,0-1,-1 0,1 0,0 1,0-1,0 0,-1 1,1-1,0 0,0 1,0-1,0 1,0-1,0 0,0 1,0-1,0 0,0 1,0-1,0 1,0-1,0 0,0 1,0-1,0 0,0 1,0-1,0 0,1 1,-1-1,0 0,0 1,1-1,-1 0,0 1,0-1,1 0,-1 0,0 1,0-1,1 0,-1 0,0 0,1 0,-1 1,1-1,-1 0,0 0,1 0,-1 0,0 0,1 0,-1 0,1 0,-1 0,0 0,1 0,-1 0,0 0,1 0,-1 0,0 0,1-1,-1 1,0 0,1 0,-1 3,2 8,-2-2,0 0,1 0,0 0,0 0,1 0,1 0,-1-1,2 1,-1-1,1 1,0-1,1 0,-1-1,2 1,-1-1,1 0,3 3,-7-9,0 0,0 1,0-1,1 0,-1 0,0 0,1-1,-1 1,1 0,-1-1,0 0,1 1,-1-1,1 0,-1 0,1 0,-1-1,1 1,-1-1,1 1,-1-1,0 0,1 0,-1 0,0 0,0 0,0-1,0 1,0 0,0-1,0 0,2-1,43-69,-40 51,-2-1,0 1,-2-1,0 0,-1 0,-1 0,-1 0,-1 0,-4-20,4 41,0-1,1 0,-1 0,0 1,1-1,-1 0,1 0,0 1,0-1,0 0,0 0,0 0,0 1,0-1,0 0,1 0,-1 1,1-1,-1 0,1 0,0 1,0-1,0 1,-1-1,2 1,-1-1,0 1,0-1,0 1,1 0,-1 0,0 0,1 0,-1 0,1 0,0 0,-1 0,1 0,0 1,-1-1,1 1,1-1,10 0,0 0,0 1,0 0,0 1,0 1,0 0,0 1,0 0,-1 1,0 0,0 1,0 1,0 0,-1 0,0 1,4 3,-5 1,-1 0,1 1,-2 0,0 1,0 0,-1 0,-1 1,0 0,-1 0,0 0,-1 1,-1-1,0 1,-1 0,-1 0,0 0,-1 0,-2 14,7 43,-6-70,1 1,0 0,0 0,0-1,0 1,1 0,-1 0,1-1,-1 1,1 0,0-1,0 1,0-1,0 1,1-1,-1 0,1 1,-1-1,1 0,0 0,0 0,0 0,0 0,0 0,0-1,1 1,-1-1,0 0,1 1,-1-1,1 0,0 0,-1-1,1 1,2 0,5-4,0 0,0 0,-1-1,1 0,-1-1,0 0,-1-1,1 0,-1 0,0-1,0 1,-1-2,0 1,5-4,0-1,-1 0,-1 0,0-1,0 0,-2-1,0 0,0-1,-1 1,-1-1,4-13,-11-6,0 34,-1 1,1-1,0 0,0 1,0-1,0 0,0 1,0 0,0-1,0 1,0-1,0 1,0 0,0 0,0 0,1 0,-1-1,0 1,1 0,-1 0,0 0,1 0,-1 0,1 1,0-1,-1 0,1 0,0 0,0 0,0 0,-1 1,1 0,-3 8,1 1,0 0,0 0,1 0,0 0,1 0,0 0,0 0,2 0,-1 0,3 6,-3-12,1 0,-1 0,1 0,0 0,1 0,-1 0,1-1,0 1,0-1,0 0,1 0,-1 0,1 0,0-1,0 0,0 1,1-1,-1-1,1 1,0-1,-1 0,1 0,0 0,0 0,1-1,27 2,-2-6</inkml:trace>
  <inkml:trace contextRef="#ctx0" brushRef="#br0" timeOffset="1069.49">1605 361,'12'18,"16"11,5 0</inkml:trace>
  <inkml:trace contextRef="#ctx0" brushRef="#br0" timeOffset="1958.291">2206 762,'-181'-110,"178"108,0 1,0-1,0 1,0 0,0 0,0 1,0-1,0 1,0-1,0 1,0 0,0 0,-1 0,1 1,0-1,0 1,0-1,0 1,0 0,0 0,0 1,0-1,1 1,-1-1,0 1,1 0,-1 0,1 0,0 0,-1 0,1 1,0-1,0 1,1-1,-1 1,1 0,-1 0,1 0,-1 1,-3 10,0 0,1 1,0-1,2 1,-1 0,2 0,0 0,0 0,2 0,0 0,0 0,2 0,0 0,2 4,-5-16,1 1,-1-1,1 0,0 0,0 0,0 0,0 0,1 0,-1 0,1-1,0 1,-1 0,1-1,1 0,-1 1,0-1,0 0,1 0,0 0,-1 0,1-1,0 1,0-1,-1 1,1-1,0 0,1 0,-1 0,0-1,0 1,0-1,0 0,1 0,-1 0,0 0,0 0,0-1,0 1,1-1,-1 0,0 0,1-1,7-7,-1 0,0-1,-1 0,0 0,0-1,-1 0,-1-1,0 0,-1 0,0-1,4-11,30-106,-33 109,-8 21,1 0,0 0,0 0,-1 1,1-1,0 0,0 0,0 1,-1-1,1 0,0 1,0-1,0 0,0 0,0 1,-1-1,1 0,0 1,0-1,0 0,0 1,0-1,0 0,0 1,0-1,0 0,0 1,0-1,1 0,-1 0,0 1,0-1,0 0,0 1,0-1,1 0,-1 0,0 1,0-1,0 0,1 0,-1 1,0-1,0 0,1 0,-1 0,0 0,1 1,-1-1,0 0,0 0,1 0,-1 0,0 0,1 0,-1 0,0 0,1 0,-1 0,0 0,1 0,-1 0,0 0,1 0,-1 0,0 0,0 0,1 0,-1-1,3 42,-3-25,0 0,1-1,1 1,0 0,2-1,-1 0,2 0,0 0,1 0,0-1,8 13,-13-26,0 1,1 0,-1-1,0 1,1-1,-1 1,1-1,0 0,-1 1,1-1,0 0,0 0,0 0,0-1,0 1,0 0,0-1,0 1,0-1,0 0,0 1,0-1,0 0,0-1,0 1,0 0,0 0,1-1,-1 1,0-1,0 0,-1 0,1 1,0-1,0-1,0 1,-1 0,1 0,0-1,-1 1,1 0,-1-1,60-72,-34 27,-3-1,-1 0,-2-2,-3-1,-2 0,-2-1,-3 0,-1-1,0-32,-9 67,1 9,-1 0,0-1,-1 1,0-1,0 1,-1 0,0-1,-1 1,0 0,0-1,2 10,-1 0,1-1,0 1,0 0,-1-1,1 1,0 0,0-1,-1 1,1 0,0 0,-1 0,1-1,0 1,-1 0,1 0,0 0,-1 0,1 0,-1-1,1 1,0 0,-1 0,1 0,-1 0,1 0,0 0,-1 0,1 0,0 1,-1-1,1 0,-1 0,1 0,0 0,-1 0,1 1,0-1,-1 0,1 0,0 1,-1-1,1 0,0 0,0 1,-1-1,1 0,0 1,0-1,0 0,-1 1,1-1,0 0,0 1,0-1,0 1,0-1,0 0,0 1,0-1,0 1,0-1,0 0,0 1,0-1,0 0,0 1,0-1,0 1,-8 25,2 1,0 0,1 0,2 0,1 1,1 16,-1-2,2 0,1-1,2 1,3-1,1 0,1 0,3-1,2 2,-13-40,0 1,1-1,-1 0,1 1,-1-1,1 0,0 0,0 1,0-1,0 0,1 0,-1 0,1 0,-1-1,1 1,-1 0,1-1,0 1,0-1,0 1,0-1,0 0,0 0,0 0,0 0,0 0,1 0,-1-1,0 1,1-1,-1 1,0-1,1 0,-1 0,1 0,-1 0,0-1,3 1,2-6,0 1,0-1,-1-1,0 1,0-1,0 0,-1 0,0-1,2-4,16-21,29-16,-50 48,0 0,-1 0,1 1,0-1,0 0,-1 1,1-1,0 1,0 0,0-1,0 1,0 0,-1 0,1 0,0 0,0 1,0-1,0 1,0-1,-1 1,1-1,0 1,0 0,-1 0,1 0,-1 0,1 0,0 0,-1 0,0 1,1-1,-1 0,0 1,0-1,0 1,1 0,4 9,-1 0,1 0,-2 1,1 0,-2 0,1 0,-2 0,0 0,0 1,-1-1,-1 1,0-1,0 1,-1-1,-1 1,0-1,-1 0,0 0,-1 0,-3 6,6-14,0 0,0-1,0 1,-1 0,1-1,-1 1,0-1,0 1,0-1,-1 0,1 0,-1 0,0 0,1 0,-1-1,0 1,-1-1,1 0,0 0,-1 0,1 0,-1-1,0 1,1-1,-1 0,0 0,-1 0,1-4,1 1,0-1,0 0,0 0,1 0,-1-1,1 1,0-1,0 1,0-1,0 0,0 0,1 0,0 0,0 0,0 0,0 0,1 0,-1 0,1 0,0-2,-2-10,1 1,0-1,1 0,0 0,2 1,0-1,0 1,2-1,0 1,0 0,1 0,1 1,1-1,0 1,1 1,0-1,1 1,1 1,3-4,-10 13,1 0,0 1,0-1,0 1,0 0,0 0,1 0,-1 0,1 1,-1 0,1-1,-1 2,1-1,-1 1,1-1,0 1,-1 1,1-1,0 1,-1-1,1 1,-1 1,1-1,-1 1,1-1,-1 1,0 0,0 1,0-1,0 1,0 0,-1 0,1 0,-1 0,0 1,3 3,2 4,-1 0,0 1,-1 0,0 0,-1 1,0-1,-1 1,0 0,-1 0,0 1,-1-1,-1 1,0-1,-1 2,5 34,-5-48,-1 0,1 0,0 0,-1 1,1-1,0 0,0 0,0 0,0 1,0-1,0 0,1 0,-1 0,0 0,0 1,1-1,-1 0,1 0,-1 0,1 0,0 0,-1 0,1 0,0 0,0 0,-1 0,1-1,0 1,0 0,0 0,0-1,0 1,0-1,0 1,0-1,0 1,1-1,-1 0,0 1,0-1,0 0,0 0,1 0,-1 0,0 0,0 0,0 0,1 0,-1-1,14-14,-1-4</inkml:trace>
  <inkml:trace contextRef="#ctx0" brushRef="#br0" timeOffset="2213.625">2848 361,'3'9,"11"5,13 5,2 0</inkml:trace>
  <inkml:trace contextRef="#ctx0" brushRef="#br0" timeOffset="2723.734">3303 588,'20'-40,"-2"-1,-2 0,-2-2,-1 1,-3-2,-1 0,-2 0,-2 0,-2-12,-2 48,-1 0,-1 0,1-1,-1 1,0 0,-1 0,0 0,-1 1,1-1,-3-3,4 10,-1-1,1 1,-1-1,0 1,1 0,-1-1,0 1,0 0,0 0,0 1,0-1,0 0,0 1,0-1,0 1,0-1,0 1,0 0,0 0,-1 0,1 0,0 0,0 1,0-1,0 1,0-1,0 1,0 0,0 0,0 0,0 0,0 0,1 0,-1 0,0 1,1-1,-1 1,1-1,-1 1,1-1,0 1,0 0,-1 0,1 0,1 0,-1 0,-14 18,2 1,0 1,1 1,1-1,2 2,0-1,1 1,2 1,0-1,2 1,1 0,0 1,-3 8,1 2,2-1,2 0,1 1,1-1,2 0,2 0,1 0,2 0,1-1,2 0,1-1,1 0,14 21,-23-46,1 0,0 0,0-1,1 0,0 0,0 0,1-1,-1 0,1 0,1-1,-1 0,1 0,0-1,0 0,0 0,1 0,-1-1,1-1,0 0,0 0,0 0,0-1,0-1,0 1,0-2,0 1,0-1,0 0,0-1,0 0,2-1,4-3,-1-1,-1 0,1-1,-1 0,0-1,-1 0,0-1,0-1,-1 0,-1 0,0-1,0-1,-1 1,-1-2,0 1,-1-1,0 0,-1 0,-1-1,0 0,2-13,-6 24,0 1,0-1,0 1,-1-1,1 1,-1-1,0 0,0 1,0-1,0 1,-1-1,0 0,1 1,-1-1,-1 1,1-1,0 1,-1 0,0 0,1 0,-1-1,-1 2,1-1,0 0,-1 0,1 1,-1-1,0 1,0 0,0 0,0 0,0 0,0 0,-1 1,1 0,0-1,-1 1,1 0,-1 1,0-1,1 1,-1-1,1 1,-3 0,-3 4,1 0,0 1,0-1,1 1,-1 1,1 0,0 0,1 0,-1 1,1 0,1 0,-1 0,1 1,0 0,1 0,0 0,0 0,1 1,0 0,1-1,-1 1,2 0,-1 0,1 0,1 1,0 1,-1-8,1 0,0 1,1-1,-1 0,0 0,1 0,0 0,0 0,0 0,0 0,0 0,0-1,1 1,0 0,-1-1,1 1,0-1,0 1,0-1,1 0,-1 0,0 0,1 0,0 0,-1-1,1 1,0-1,0 0,0 0,0 0,-1 0,2 0,-1 0,0-1,0 0,0 1,0-1,0 0,3-1,5-1,1 0,-1 0,0-1,0-1,0 0,0-1,-1 0,0 0,0-1,0 0,-1-1,0 0,0 0,0-1,-1-1,-1 1,1-1,-1 0,-1-1,0 0,1-2,-6 11,1-1,-1 0,0 0,0 0,0 0,0 0,0-1,-1 1,1 0,0 0,-1-1,0 1,1 0,-1 0,0-1,0 1,-1 0,1-1,0 1,-1 0,1 0,-2-2,1 4,0 0,0 0,-1 0,1 0,0 0,0 0,0 0,-1 0,1 1,0-1,0 1,0-1,0 1,-1-1,1 1,0-1,0 1,0 0,0 0,0 0,1-1,-1 1,0 0,0 0,1 0,-1 0,0 0,1 1,-1-1,1 0,-1 0,1 1,-2 1,0 0,0 0,0 0,1 0,0 1,-1-1,1 1,0-1,1 0,-1 1,1 0,-1-1,1 1,0-1,0 1,1-1,-1 1,1 0,0-1,0 0,0 1,0-1,0 1,1-1,-1 0,1 0,0 0,0 0,0 0,1 0,-1-1,1 1,-1-1,1 0,0 1,0-1,0 0,0-1,1 1,10 3,0-2,1 1,0-2,0 0,0-1,0 0,0-1,0-1,-1 0,1-1,0-1,7-2,73-16,-6-3</inkml:trace>
  <inkml:trace contextRef="#ctx0" brushRef="#br0" timeOffset="30210.753">5429 855,'2'-3,"32"-44,-2-1,-3-1,-1-2,-3 0,-2-2,-3-1,7-28,-24 70,0 0,-1 0,-1-1,1 1,-2 0,0 0,0-1,-1 1,-1 0,0 0,-1 0,0 0,-1 0,0 0,0 1,-2 0,1 0,-1 0,-1 1,0 0,-1 0,-3-3,9 10,-1 1,0 0,1 0,-1 0,0 0,0 0,0 1,-1-1,1 1,0 0,-1 0,1 0,0 0,-1 1,1-1,-1 1,1 0,-1 0,1 0,-1 1,1-1,-1 1,1 0,0 0,-1 0,1 0,0 0,0 1,0-1,-1 1,2 0,-1 0,0 0,0 1,1-1,-1 1,1-1,0 1,0 0,-2 2,-4 11,1 0,1 0,0 1,1 0,1 0,1 0,0 1,1-1,1 1,1-1,0 1,1-1,3 16,1 2,0 0,3-1,0 0,3 0,0 0,2-2,2 0,1 0,1-1,2-1,13 16,-25-37,1 0,0 0,0-1,1 0,0-1,1 1,-1-2,7 4,-12-8,-1 0,1-1,-1 1,1-1,0 0,-1 0,1-1,0 1,0-1,0 1,-1-1,1 0,0-1,0 1,0-1,0 1,-1-1,1 0,0-1,-1 1,1-1,-1 1,1-1,-1 0,0 0,0-1,2-1,10-13,0-1,-2 0,0-1,-1-1,-1 0,-1 0,-1-1,-1 0,0-1,-2 0,4-22,-10 72,-4 5,-3 129,7-159,0 0,0-1,0 1,1-1,0 1,-1-1,1 1,0-1,0 1,0-1,1 1,-1-1,0 0,1 0,0 0,-1 0,1 0,0 0,0 0,0-1,0 1,0 0,1-1,-1 0,0 0,1 0,-1 0,1 0,-1 0,1 0,-1-1,1 1,0-1,-1 0,1 0,0 0,24-5,-1-3</inkml:trace>
  <inkml:trace contextRef="#ctx0" brushRef="#br0" timeOffset="30465.075">5870 213,'-14'-4,"-6"-2,-3 0,8 4,15 4,21 4,19 4,2-1</inkml:trace>
  <inkml:trace contextRef="#ctx0" brushRef="#br0" timeOffset="31749.155">6351 0,'16'242,"1"297,-14-511,-2-23,1-15,-1-16,-1 4,-1 7,1 1,0 0,1 0,1 0,0 0,1 0,0 0,1 1,1-1,6-11,-10 23,0 0,0 0,0 0,1 1,-1-1,0 1,1-1,0 1,-1-1,1 1,0 0,0 0,-1 0,1 0,0 0,0 0,0 0,0 1,0-1,1 1,-1 0,0-1,0 1,0 0,0 0,0 0,0 1,1-1,-1 0,0 1,0-1,0 1,0 0,0 0,0 0,0 0,-1 0,1 0,63 57,-58-50,0 0,0 0,-1 1,0 0,-1 0,0 0,0 1,-1-1,0 1,-1 0,0 0,0 1,-1-1,-1 1,1 3,-3-12,1 0,-1 0,1 0,-1 0,0 0,0 1,0-1,0-1,-1 1,1 0,0 0,-1 0,1-1,-1 1,0-1,1 1,-1-1,0 0,0 1,0-1,0 0,0 0,0 0,0-1,0 1,-1-1,1 1,0-1,0 1,-2-1,-69-5,-20-33,93 38,1 0,-1 0,0 0,1 0,-1 0,1 0,-1 0,0 0,1 0,-1 0,1 0,-1 0,0-1,1 1,-1 0,0 0,1 0,-1-1,1 1,-1 0,0 0,0-1,1 1,-1 0,0-1,1 1,-1 0,0-1,0 1,0 0,1-1,-1 1,0 0,0-1,0 1,0-1,0 1,0 0,0-1,0 1,0-1,0 1,0 0,0-1,0 1,0-1,0 1,0 0,0-1,0 1,-1-1,1 1,0 0,0-1,-1 1,1 0,0-1,0 1,-1 0,1-1,0 1,-1 0,1 0,0-1,-1 1,1 0,0 0,-1 0,133-10,-54 8,-52 1,0-2,0-1,0-1,0 0,-1-3,0 0,0-1,-1-1,0-2,-1 0,0-1,6-7,17-30,-45 48,0 1,0-1,0 0,0 1,-1-1,1 0,0 0,-1 0,1 0,-1 0,0 0,1 0,-1 0,0 1,0-1,-1 0,1 0,0 0,-1 0,1 0,-1 0,1 0,-1 0,0 1,0-1,0 0,0 1,0-1,0 0,0 1,-1-1,-2-1,0 0,0 0,0 1,0-1,-1 1,1 0,-1 0,1 1,-1-1,1 1,-1 0,0 0,0 1,0 0,1-1,-1 1,0 1,0-1,0 1,1 0,-1 0,0 0,1 1,-1 0,1 0,-1 0,1 0,0 0,0 1,0 0,0 0,1 0,-1 0,1 1,-1 0,1-1,1 1,-1 0,0 0,0 3,0-1,0 0,1 0,0 1,0-1,0 1,1-1,0 1,0 0,1-1,0 1,0 0,0-1,1 1,0 0,0-1,1 1,0-1,0 1,1-1,-1 0,1 0,0 0,1 0,0-1,0 1,5 7,1-2,0 0,1 0,0 0,1-2,-1 1,2-2,0 1,0-2,11 6,-6-5,2 0,-1-1,1-1,1-1,-1-1,0 0,1-2,0 0,0-1,17-2,-33 0,0 1,-1-1,1 0,-1 0,1 0,-1-1,1 1,-1-1,0 0,0 0,1-1,-2 1,1-1,0 0,-1 0,1 0,-1-1,0 1,0-1,0 0,0 0,-1 0,0 0,1 0,-1 0,-1-1,1 1,-1 0,0-1,0 0,0 1,0-2,0-17,0 0,-2 0,-1 0,0 0,-2 1,0-1,-2 1,-1-2,3 6,3 13,0 4,0-1,0 1,1-1,-1 0,1 1,-1-1,1 0,0 1,-1-1,1 0,0 0,0 1,0-1,0 0,1 1,-1-1,0 0,1 1,-1-1,1 0,0 1,-1-1,1 1,0-1,0 1,0-1,0 1,0-1,0 1,1 0,-1 0,9-2,-1 2,1-1,-1 1,1 0,0 1,-1 0,1 1,0 0,-1 1,6 1,9 0,-20-2,20 1,1 2,-1 0,1 2,-1 0,-1 2,2 1,-21-6,0 0,0 0,0 0,-1 0,0 1,1 0,-1-1,0 1,-1 1,1-1,-1 0,0 0,0 1,0-1,-1 1,1 0,-1 0,0-1,-1 1,1 0,-1 0,0 0,0 0,0-1,-1 1,0 0,0 0,0 0,0-1,-1 1,-1 3,-1 73,5-79,0 1,0 0,0-1,0 1,1 0,0-1,-1 0,1 1,0-1,0 0,0 0,0 0,0 0,1 0,-1-1,1 1,-1-1,1 1,-1-1,1 0,0 0,0 0,0 0,-1-1,1 1,0-1,0 0,0 0,0 0,88-6,-67 0,0-1,-1-1,1-1,-2-1,1-2,-2 0,1-1,-2 0,13-12,5-16,-39 44,0 0,0 0,0 0,0 0,1 0,-1 0,1 0,0 0,0 0,0 0,0 0,1 0,-1 0,1 0,-1 0,1 0,0 0,1 0,-1 0,0 0,1-1,-1 1,1 0,0-1,0 0,0 1,0-1,0 0,1 0,-1 0,0 0,1-1,0 1,-1-1,1 1,2 0,6 1,0 1,0-2,0 0,1 0,-1-1,0 0,1-1,-1-1,0 0,1 0,-1-1,0 0,0-1,0 0,0-1,-1 0,1-1,-1 0,0-1,-1 0,1 0,-1-1,0 0,-1-1,0 0,4-4,-10 9,0-1,0 1,0-1,0 0,-1 1,1-1,-1 0,0 0,0 0,-1 0,1 0,-1 0,0 0,0 0,0 0,0 0,-1 0,0 0,1 0,-1 0,-1 0,1 0,-1 1,1-1,-1 0,0 1,-1-1,1 1,0 0,-1 0,0 0,0 0,-1-1,-1-1,-1 0,-1 0,1 1,0 0,-1 0,0 0,0 1,0 0,0 0,-1 1,1-1,-1 2,0-1,1 1,-1 0,0 1,-2 0,0 2,0 1,1 0,0 1,-1 0,2 0,-1 1,0 0,1 0,0 1,0 0,0 1,1-1,0 2,1-1,-1 1,1 0,1 0,-1 0,2 1,-1 0,1 0,0 0,1 1,0-1,1 1,0 0,0-6,0 1,1-1,0 1,0-1,0 1,1 0,-1 0,1-1,0 1,0 0,1 0,0-1,-1 1,2 0,-1-1,0 1,1-1,0 0,0 1,0-1,1 0,-1 0,1 0,0-1,0 1,0-1,1 1,-1-1,1 0,0 0,0 0,4 0,-1-1,0 0,1 0,-1-1,1 0,-1 0,1 0,-1-1,1-1,0 1,-1-1,1 0,-1-1,1 0,-1 0,7-3,32-12</inkml:trace>
  <inkml:trace contextRef="#ctx0" brushRef="#br0" timeOffset="31995.04">8370 228,'-19'-3,"-12"2,-5 6,-4 6,2 6,7 4,7 4,11 2,14 1,13 0,12 2,11 3,7 3,-3-6</inkml:trace>
  <inkml:trace contextRef="#ctx0" brushRef="#br0" timeOffset="32167.578">8477 695,'9'21,"10"11,6 4,6-1,4-4,5-8,8-8,9-10,4-12,-2-10,-11-4</inkml:trace>
  <inkml:trace contextRef="#ctx0" brushRef="#br0" timeOffset="34479.685">10548 441,'42'59,"-3"3,-3 1,-3 2,6 21,-28-61,-10-23,-1-1,0 0,0 0,0 0,1 0,-1 0,0 0,0 0,1 1,-1-1,0 0,1 0,-1 0,1 0,-1 0,1-1,0 1,-1 0,1 0,0 0,0 0,-1-1,1 1,0 0,0-1,0 1,0-1,0 1,0-1,0 1,0-1,0 0,0 1,0-1,0 0,1 0,-1 0,0 0,0 0,0 0,0 0,0 0,0-1,5-10,-2-1,0 0,0-1,-1 1,0-1,-1 1,0-7,3-16,24-114,-23 133,5 40,22 97,-31-117,0 0,0 0,0 0,1 0,0-1,0 1,0-1,0 0,0 0,0 0,1 0,0 0,-1-1,1 0,0 1,0-1,1-1,-1 1,0-1,0 0,1 0,-1 0,1 0,-1-1,1 1,2-1,6-3,-1 1,0-1,0-1,-1 0,1-1,-1 0,0-1,0 0,-1 0,1-2,-2 1,1-1,-1 0,0-1,-1 0,0-1,0 1,-1-1,2-5,-6 11,0 1,0-2,-1 1,0 0,0 0,0-1,0 1,-1-1,1 0,-1 1,-1-1,1 0,0 0,-1 0,0 0,0 1,-1-1,1 0,-2-1,2 5,0 1,0 0,0-1,-1 1,1 0,0-1,0 1,-1 0,1-1,0 1,-1 0,1-1,0 1,-1 0,1 0,0-1,-1 1,1 0,-1 0,1 0,0 0,-1 0,1 0,-1 0,1 0,-1-1,1 1,0 1,-1-1,1 0,-1 0,1 0,-1 0,1 0,0 0,-1 0,1 1,-1-1,1 0,0 0,-1 0,1 1,0-1,-1 0,1 1,0-1,-1 0,1 1,0-1,0 0,-1 1,1-1,0 1,0-1,0 0,0 1,0-1,-1 1,1-1,0 0,0 1,0-1,0 1,-11 28,9-21,0-1,0 0,1 1,0-1,0 1,1-1,0 1,0-1,1 1,0 0,0-1,0 0,1 1,1-1,-1 0,1 0,0 0,1 0,0-1,0 1,0-1,0 0,1 0,0-1,1 1,-1-1,1 0,1 0,5 0,1 0,0-1,0-1,0 0,0 0,1-2,-1 1,1-2,-1 0,1 0,-1-1,1-1,-1 0,1-1,-1-1,0 0,-1 0,1-1,-1-1,0 0,0-1,-1 0,1-1,-2 0,1-1,-1 0,4-5,-10 11,-1-1,1 1,-1-1,1 0,-1 0,-1 0,1 0,0 0,-1-1,0 1,0-1,0 1,-1-1,1 0,-1 0,-1 0,1 0,0 0,-1 0,0 0,0 0,-1 0,1 0,-1 0,0 1,-1-1,1 0,-1 0,0 1,0-1,0 1,-1-1,1 1,-1 0,-1 0,3 2,-1 1,0 0,0 0,0 0,0 0,-1 0,1 0,0 0,0 1,0-1,-1 1,1 0,0 0,-1-1,1 1,0 1,0-1,-1 0,1 1,0-1,0 1,-1-1,1 1,0 0,0 0,0 0,0 0,0 1,0-1,0 0,1 1,-1-1,0 1,1 0,-1 0,1-1,0 1,0 0,-1 0,1 0,0 0,1 1,-1-1,0 0,1 0,-1 0,1 1,-1-1,1 0,0 3,-2 2,1 1,-1 0,2 0,-1-1,1 1,0 0,0 0,1 0,0 0,1-1,0 1,0 0,0-1,1 1,0-1,1 0,0 0,0 0,0-1,1 1,0-1,0 0,0-1,1 1,0-1,0 0,0 0,1-1,0 0,-1 0,7 2,-4-1,1 0,0-1,0-1,0 1,0-1,1-1,-1 0,1 0,-1-1,1-1,0 0,-1 0,1-1,0 0,-1-1,1 0,-1-1,0 0,9-4,-15 5,-1-1,1 1,-1-1,1 0,-1 0,0-1,0 1,0-1,0 1,-1-1,1 0,-1 0,0 0,0 0,-1 0,1 0,-1-1,0 1,0 0,0-1,-1 1,1-1,-1 1,-1-4,1-5,-2-1,0 1,0 0,-1-1,-1 1,0 1,-4-9,5 13,1 7,1 0,0 0,0 0,0-1,1 1,-1 0,0 0,0-1,1 1,-1-1,1 1,-1 0,1-1,-1 1,1-1,0 1,0-1,0 1,0-1,0 1,0-1,0 1,0-1,1 1,-1-1,0 1,1-1,-1 1,1 0,0-1,-1 1,1 0,0 0,0-1,0 1,0 0,0 0,0 0,0 0,0 0,1 0,-1 0,0 1,1-1,13 0,1 0,0 2,0 0,0 1,0 0,-1 1,1 1,0 1,-14-5,7 1,1 0,-1 1,0 0,0 0,0 1,-1 0,1 0,-1 1,1 0,-1 1,-1 0,1 0,-1 1,1 0,-2 0,1 0,-1 1,0 0,0 1,-1-1,0 1,0 0,-1 0,2 4,-1 150,-4-158,-1-1,1 1,1 0,-1 0,1 0,-1-1,1 1,0-1,0 0,1 1,-1-1,0 0,1 0,0 0,0-1,0 1,0-1,0 1,1-1,-1 0,1 0,-1-1,1 1,0-1,0 0,-1 0,1 0,4 0,115 7,-98-9,0-1,1-2,-1 0,-1-1,1-2,-1 0,0-2,-1-1,0 0,0-2,-1 0,0-2,-2 0,3-3,-17 10,-1 1,1 0,-1-1,0 0,0 0,-1-1,0 1,0-1,-1 0,1-5,-3 11,0-1,0 0,0 0,-1 0,1 1,-1-1,0 0,0 0,0 0,0 0,-1 0,1 0,-1 1,1-1,-1 0,0 0,0 1,0-1,-1 1,1-1,-1 1,1-1,-1 1,0 0,0-1,0 1,0 0,0 1,0-1,-1 0,1 1,-1-1,-5-1,0 0,0 0,1 1,-1 1,-1-1,1 1,0 1,0-1,0 1,0 1,-1 0,1 0,0 0,0 1,0 0,1 1,-1 0,0 0,1 0,0 1,0 0,0 1,0 0,1 0,-1 0,1 0,1 1,-1 0,1 1,0-1,-3 7,6-11,1 0,0 0,0 0,0 1,0-1,0 0,1 1,-1-1,0 0,1 1,0-1,0 1,0-1,0 1,0-1,0 1,1-1,-1 0,1 1,-1-1,1 1,0-1,0 0,0 0,0 0,1 1,-1-1,1 0,-1-1,1 1,-1 0,1 0,0-1,0 1,0-1,0 1,0-1,0 0,1 0,-1 0,0 0,1 0,12 2,0-1,0-1,-1 0,1-1,0-1,0 0,0-1,-1 0,1-2,-1 1,1-2,-1 0,-1 0,1-2,-1 0,0 0,0-1,8-7,-12 9,-1 1,0-2,0 1,0-1,-1 0,0-1,0 1,0-2,4-7,-9 7,-12 26,3 2,1 1,1 0,1 0,0 0,2 0,0 0,1 1,1-1,1 1,1-1,1 0,1 0,0 0,7 16,13 34,4-1,2-2,20 29,-26-50,-18-34,9 17,0 1,-2 0,-1 1,7 30,-18-59,0 0,0 0,-1-1,1 1,0 0,-1 0,1 0,-1 0,1 0,-1 0,0 1,0-1,0 0,0 0,0 0,-1 0,1 0,-1 0,1 0,-1 0,0 0,0 0,0-1,0 1,0 0,0 0,0-1,0 1,-1-1,1 1,-1-1,1 1,-1-1,1 0,-1 0,0 0,0 0,0 0,1 0,-1 0,0-1,0 1,0 0,0-1,0 0,-1 0,-6-2,-1-1,0 0,1-1,0 0,0-1,0 0,0 0,1-1,0 0,0 0,1-1,-1 0,1 0,1-1,-4-4,-5-5,0 0,1-2,1 1,1-2,1 1,0-2,2 1,0-1,1-1,1 0,1 0,1 0,2-1,-2-20,5 36,0 0,1 0,0 0,1 0,-1 1,1-1,0 0,1 1,0-1,0 1,0 0,1 0,0 0,0 0,0 1,1-1,0 1,0 0,0 1,1-1,0 1,15-10,1 1,0 1,1 1,0 2,6-2,-8 2,-7 4,8-2,1 0,-1-2,-1-1,0 0,0-2,-1 0,0-1,-1-2,-1 0,0 0,-1-2,-1 0,9-13,-23 29,0-1,-1 0,1 0,0 0,-1 0,0 0,0 0,0 0,0-1,0 1,0 0,0-1,0 1,-1 0,0-1,1 1,-1-1,0 1,0-1,0 1,-1-1,1 1,0-1,-1 1,0 0,1-1,-1 1,0 0,0 0,0-1,-1 1,1 0,0 0,-1 0,0 0,1 1,-1-1,0 0,0 1,0-1,0 1,-2-1,-4 1,0 1,1 0,-1 0,0 1,0 0,0 0,1 1,-1 0,1 1,-1 0,1 0,0 0,0 1,1 0,-1 0,1 0,-1 1,1 0,1 1,-1-1,1 1,0 0,0 0,-2 5,3-7,0 1,0 0,1 0,-1 0,1 0,0 0,1 1,-1-1,1 1,0 0,0 0,1 0,0 0,0 0,0 0,1 0,0 0,0 0,0 0,1 0,0 0,0 0,0 0,1 0,0 0,0-1,1 1,2 4,4-2,0 0,0-1,0 0,1-1,0 0,0 0,1-1,-1-1,1 1,0-2,1 0,-1 0,0-1,1 0,4-1,172 14,-95-15</inkml:trace>
  <inkml:trace contextRef="#ctx0" brushRef="#br0" timeOffset="39925.583">309 1671,'-21'25,"-15"26,-9 24,-3 18,3 17,11 12,10 8,18 2,23-2,23-9,21-14,0-27</inkml:trace>
  <inkml:trace contextRef="#ctx0" brushRef="#br0" timeOffset="40577.248">977 2433,'-1'-5,"0"0,-1 0,1 0,-1 1,0-1,0 1,0-1,-1 1,0 0,0 0,0 0,0 0,0 0,-1 1,1 0,-1-1,0 1,0 1,-1-1,1 0,0 1,-1 0,1 0,-1 1,0-1,0 1,0 0,0 0,1 0,-1 1,0 0,0 0,0 0,0 1,0-1,-3 2,-8 4,2 1,-1 1,1 0,1 1,-1 0,1 1,1 1,0 0,0 1,2 0,-1 0,1 1,1 1,0-1,1 2,-2 6,-17 50,26-68,1-1,-1 0,1 0,0 1,0-1,0 0,0 0,0 1,0-1,0 0,1 0,-1 1,1-1,0 0,0 0,0 0,0 0,0 0,0 0,0 0,0 0,1 0,-1 0,1-1,0 1,-1-1,1 1,0-1,0 0,0 1,0-1,6 0,1 1,-1-2,1 1,-1-1,0 0,1-1,-1 0,0-1,1 1,-1-1,0-1,0 0,0 0,-1 0,1-1,-1 0,0-1,0 1,0-2,-1 1,5-4,3-4,0-1,-1 0,0-1,-1 0,-1 0,0-2,-2 1,1-1,-2-1,0 1,-2-1,0-1,0 1,-2-1,0 0,-2 0,0 0,0-9,-2-7,0 0,-3-1,-1 1,-1 1,-2-1,-1 1,-2 0,-1 1,-12-23,-3 14,25 42,0 0,1 0,-1 1,0-1,1 0,-1 1,0-1,1 0,-1 1,0-1,1 1,-1-1,1 1,-1 0,1-1,-1 1,1-1,0 1,-1 0,1-1,0 1,-1 0,1 0,0-1,0 1,0 0,0-1,0 1,0 0,0 0,0-1,0 1,0 0,0 0,0-1,0 1,0 0,0 0,-2 47,2 0,2 0,4 20,-3-36,2 30,0 18,4-1,3 0,15 46,-26-117,1-1,-1 0,1-1,1 1,-1 0,1-1,0 1,1-1,0 0,0 0,0 0,0 0,1-1,0 0,0 0,1 0,-1-1,1 1,0-1,0-1,0 1,1-1,-1 0,1-1,0 1,6 0,-1-4,1 0,-1-1,1 0,-1-1,0-1,0 0,0 0,-1-1,1-1,-1 0,0 0,-1-1,0-1,0 1,0-2,-1 1,0-1,-1-1,0 0,-1 0,0 0,0-1,-1 0,1-2,0-1,0 0,-1-1,-1 0,0 0,-1 0,-1 0,0 0,-1-1,-1 1,0-15,-7 92,5-48,1 1,0-1,0 0,2 1,-1-1,2 0,0 0,1 0,0-1,1 1,1-1,0 0,0 0,1-1,1 0,0 0,7 6,37 1,-28-21</inkml:trace>
  <inkml:trace contextRef="#ctx0" brushRef="#br0" timeOffset="40831.146">1324 1872,'-16'0,"-7"2,-2 5,2 7,13 4,17 5,21 5,6-3</inkml:trace>
  <inkml:trace contextRef="#ctx0" brushRef="#br0" timeOffset="41310.994">1712 2700,'14'-14,"-1"-1,0 0,-2-1,0 0,0-1,-2 0,0-1,-1 0,-1 0,0-1,-2 0,0 0,-1 0,-1-1,0 1,-2-1,-1 0,0 0,-1 1,-1-1,1 13,0 1,-1-1,1 1,-2 0,1-1,0 1,-1 0,0 0,-1 0,1 1,-1-1,0 1,-1 0,1 0,-3-2,6 7,0-1,1 0,-1 1,0-1,0 1,0-1,0 1,1-1,-1 1,0 0,0-1,0 1,0 0,0 0,0 0,0 0,0 0,0 0,0 0,0 0,0 0,0 0,0 0,0 1,0-1,0 0,0 1,1-1,-1 1,0-1,0 1,0-1,0 1,1 0,-1-1,0 1,1 0,-1 0,0-1,1 1,-1 0,1 0,-1 0,1 0,0 0,-1-1,1 1,0 0,0 0,0 0,-1 0,1 0,0 0,0 0,0 0,1 0,-1 0,0 0,0 0,0 0,1 0,-1 0,1 0,3 4,0 0,0-1,1 1,0-1,0 0,0 0,1-1,-1 0,1 0,-1 0,1 0,0-1,0 0,1 0,-1-1,0 0,0 0,1 0,5-1,2 3,39 5,102 28,-148-33,0 0,0 0,0 1,-1 0,1 0,-1 0,0 1,0 0,0 0,-1 0,0 1,0 0,0 0,-1 0,0 1,0 0,0-1,2 8,7 87,-11-51,-2-47,1 0,-1 0,1 0,0 0,-1 0,1 0,1 0,-1-1,0 1,1 0,-1 0,1-1,0 1,0-1,0 0,0 1,0-1,1 0,-1 0,1-1,-1 1,1 0,0-1,-1 0,1 1,0-1,0 0,0 0,0-1,0 1,0-1,0 1,0-1,0 0,2 0,16-2,0 0,0-2,-1 0,1-1,-1-1,-1-1,1-1,-1-1,0 0,4-4,-4 3,-1 0,0 0,-1-2,0 0,-1-1,-1-1,0 0,0-1,-2-1,10-13,-21 27,0 0,0 0,-1-1,1 1,0-1,-1 1,0-1,1 0,-1 0,0 1,-1-1,1 0,0 0,-1 0,0 0,1 0,-1 0,0 0,-1 0,1 0,0 0,-1 0,0 0,1 0,-1 1,0-1,-1 0,1 0,0 1,-1-1,0 1,1-1,-1 1,0 0,0 0,0 0,-1 0,1 0,-1-1,-3 2,1 0,-1 0,1 1,0-1,-1 1,1 0,-1 1,1-1,-1 1,1 0,0 1,-1-1,1 1,0 0,0 0,0 1,1-1,-1 1,0 0,1 0,0 1,0-1,0 1,0 0,0 0,1 1,0-1,0 1,0-1,0 1,1 0,0 0,0 0,0 0,1 1,-1-1,1 0,1 1,-1-1,1 1,0-1,0 0,0 1,1-1,0 1,0-1,0 0,1 1,0 0,5 2,0 0,0-1,1 0,0 0,0-1,1 0,0-1,0 1,0-2,0 1,1-1,0-1,0 0,0 0,0-1,1 0,-1-1,0 0,9-1,56 5,-2-4</inkml:trace>
  <inkml:trace contextRef="#ctx0" brushRef="#br0" timeOffset="41754.401">3303 2340,'-22'-1,"0"2,1 0,-1 2,1 0,-17 5,33-6,0-1,1 1,-1-1,0 1,1 1,-1-1,1 1,0-1,0 1,0 0,0 1,1-1,-1 1,1 0,0 0,0 0,0 0,0 0,1 0,0 1,0-1,0 1,0 0,1 0,0 0,0 0,-1 3,2-2,0-1,0 0,0 0,1 1,0-1,0 0,0 0,1 0,0 0,0 0,0 0,0 0,1-1,0 1,0-1,0 1,0-1,1 0,-1 0,1-1,0 1,0-1,4 2,4 3,0-1,0 0,1-1,0 0,0-1,0-1,0 0,9 1,4-2,1-1,0-1,-1-1,1-2,0-1,-1 0,0-2,0-1,0-2,-1 0,0-1,0-2,-1-1,0 0,-1-2,-1 0,0-2,-1-1,-1 0,-1-1,0-1,-1-1,-1-1,-1 0,-1-2,-1 1,4-11,-2-4,-1-1,-3 0,-1-1,-1 0,-3 0,-1-1,-2 0,-1 0,-3 0,-1 0,-2-1,-1 2,-3-1,-9-35,13 63,1 1,-2-1,0 1,0 0,-1 0,0 0,0 1,-5-6,9 15,1 0,-1 0,0 0,1 1,-1-1,1 0,-1 0,0 1,0-1,1 1,-1-1,0 1,0-1,0 1,0-1,0 1,0 0,0-1,0 1,1 0,-1 0,0 0,0 0,0-1,0 2,0-1,0 0,0 0,0 0,0 0,0 1,0-1,0 0,0 1,0-1,0 1,1-1,-1 1,0-1,0 1,0-1,1 1,-1 0,0 0,1-1,-1 1,1 0,-1 0,1 0,-1-1,1 1,-1 0,1 0,0 1,-6 10,0 1,2 0,0 1,0-1,1 1,0 0,1 7,-7 40,4 1,2 0,2 0,4 0,2 0,12 58,-13-99,0-1,2 1,0-1,1 0,1 0,1 0,1-1,0-1,1 0,2 0,-1-1,2-1,0 0,1-1,1 0,0-2,1 0,0 0,1-2,1 0,-1-1,6 1,-15-8,-1 0,0-1,1-1,-1 1,1-1,0 0,-1-1,1 0,0-1,-1 0,1 0,1-1,32-12</inkml:trace>
  <inkml:trace contextRef="#ctx0" brushRef="#br0" timeOffset="41996.77">3504 1911,'27'3,"30"0,29-3,24 0,15-2,3 6,-7 8,-24 2</inkml:trace>
  <inkml:trace contextRef="#ctx0" brushRef="#br0" timeOffset="42277.998">4346 2366,'-19'91,"19"-88,0 0,0 0,0 1,0-1,1 0,-1 0,1 0,0 0,0 0,0 0,0 0,1 0,-1 0,1-1,0 1,-1 0,1-1,0 1,1-1,-1 0,0 0,1 0,-1 0,1 0,0 0,-1-1,2 1,5 0,0 0,1-1,-1 0,1-1,-1 0,0 0,1-1,-1 0,0-1,0 0,0-1,0 1,0-2,0 1,-1-1,1-1,-1 1,0-1,-1-1,1 1,-1-1,0-1,0 1,-1-1,0-1,0 1,-3 3,1 0,-1 0,0 0,-1 0,1 0,-1-1,1 1,-1-1,-1 0,1 1,-1-1,0 0,0 0,0 0,0 0,-1 0,0 0,0 0,-1 0,1 0,-1 0,0 0,0 0,-1 0,1 1,-1-1,0 1,-1-1,1 1,-1-1,0 1,0 0,0 0,0 1,-1-1,1 1,-1-1,0 1,0 0,-3-1,0 0,-1-1,0 1,0 1,0 0,0 0,-1 0,1 1,-1 1,1-1,-1 1,0 1,1 0,-1 0,0 0,0 1,1 1,-1-1,1 1,-1 1,1 0,0 0,0 0,0 1,0 0,1 1,-1 0,1 0,0 0,1 1,-1 0,1 0,1 1,-1 0,1 0,0 0,0 1,1-1,0 1,1 0,0 0,-1 4,3-6,1-1,0 1,0 0,0 0,1-1,-1 1,1 0,1-1,-1 1,1-1,0 1,0-1,1 0,0 0,0 0,0 0,0 0,1-1,-1 1,1-1,0 0,1 0,-1-1,1 1,0-1,-1 0,1 0,1 0,-1-1,0 0,1 0,-1 0,1-1,-1 0,1 0,3 0,47 5,-3-6</inkml:trace>
  <inkml:trace contextRef="#ctx0" brushRef="#br0" timeOffset="42531.634">4720 1778,'-18'0,"-15"4,-12 9,-6 9,0 7,7 8,11 7,11 3,14 0,17-2,16 0,4-9</inkml:trace>
  <inkml:trace contextRef="#ctx0" brushRef="#br0" timeOffset="42532.634">4760 2460,'16'11,"19"4,19 0,21-6,21-11,14-9,-12-3</inkml:trace>
  <inkml:trace contextRef="#ctx0" brushRef="#br0" timeOffset="42915.212">6685 1644,'-16'14,"-10"11,-4 10,-3 11,-2 14,-1 16,-3 21,-5 21,-6 18,-7 15,-5 7,0 0,3-8,4-12,12-30</inkml:trace>
  <inkml:trace contextRef="#ctx0" brushRef="#br0" timeOffset="47581.27">7354 2259,'17'13,"-1"0,0 2,-1-1,-1 2,0 0,-1 1,-1 0,-1 1,0 1,-1-1,-1 2,-1-1,-1 1,1 4,12 26,-20-49,0 0,0 0,0 0,0 1,0-1,0 0,0 0,1 0,-1 0,0 0,1 0,-1 0,1 0,-1 0,1 0,-1 0,1 0,-1 0,1 0,0 0,0 0,-1 0,1-1,0 1,0 0,0-1,0 1,0 0,0-1,0 0,0 1,0-1,0 1,0-1,1 0,-1 0,0 0,0 0,0 0,0 0,0 0,0 0,1 0,-1 0,0 0,0-1,0 1,0-1,0 1,0 0,0-1,0 0,0 1,0-1,0 0,44-100,-27 50,-14 42,30-45,-33 54,-1 0,1 0,-1 0,1 0,-1 0,1 0,-1 0,1 0,-1 0,1 1,-1-1,1 0,-1 0,1 1,-1-1,1 0,-1 1,1-1,-1 0,1 1,-1-1,0 0,1 1,-1-1,0 1,1-1,-1 1,0-1,0 1,0-1,1 1,-1-1,0 1,0-1,0 1,0-1,0 1,0 0,0-1,0 1,0-1,0 1,0-1,0 1,12 74,-11-57,2 1,0 0,1 0,1-1,1 0,3 8,-7-22,1 1,-1-1,1 0,0 0,0 0,1 0,-1 0,1-1,-1 1,1-1,0 0,1 0,-1 0,0-1,1 0,-1 0,1 0,0 0,0-1,0 1,0-1,0 0,0-1,0 0,0 1,1-1,12-2,-2 0,1-1,0-1,0 0,-1-1,0-1,0 0,0-2,-1 1,0-2,-1 0,0-1,0 0,-1-1,4-5,-10 10,-1-1,0 0,0 0,0-1,-1 1,0-1,0 0,-1-1,0 1,1-5,-4 10,0-1,0 1,0 0,-1-1,1 1,-1-1,0 1,0-1,0 1,-1-1,1 1,-1-1,0 1,0-1,0 1,0 0,0-1,-1 1,1 0,-1 0,0 0,0 0,0 1,-1-1,1 0,-1 1,1 0,-3-2,2 2,1 0,-1 0,0 0,0 1,0-1,0 1,0 0,0 0,0 0,0 0,-1 0,1 1,0 0,-1-1,1 1,0 0,0 1,-1-1,1 0,0 1,0 0,-1 0,1 0,0 0,0 0,0 1,0 0,1-1,-1 1,0 0,1 0,-1 0,1 1,0-1,-1 0,1 1,0 0,1-1,-1 1,0 0,1 0,-1 3,-1 1,0 1,1 0,0 0,1 0,0 0,0 0,1 0,0 0,0 0,1 0,0 0,0 0,1 0,0 0,1 0,0-1,0 1,0-1,1 0,0 0,0 0,1 0,0-1,0 1,1-1,-1-1,1 1,1-1,-1 0,1 0,-1-1,1 0,1 0,1 0,9 4,0-1,1-1,0-1,0-1,0 0,0-2,0 0,1-1,-1 0,1-2,-1-1,0 0,1-1,5-3,3-1,0-1,0-1,-1-2,0-1,-1-1,-1-1,0-1,-1-1,6-6,-19 13,-1 0,-1 0,1-1,-2 0,1-1,-1 0,-1 0,1-2,-6 10,-1 1,1-1,-1 1,0-1,0 0,0 0,0 1,0-1,-1 0,1 0,-1 0,0 0,0 0,0 0,0 0,0 0,-1 0,1 1,-1-1,0 0,0 0,0 0,0 1,0-1,-1 1,1-1,-1 1,0-1,0 1,0 0,0 0,0 0,0 0,0 0,-1 0,1 1,-1-1,1 1,-2-1,-5-1,-1 0,1 1,-1 0,0 1,0 0,1 0,-1 1,0 1,0-1,0 2,1-1,-1 1,1 1,-1 0,1 0,0 1,0 0,0 0,1 1,0 0,-1 1,2 0,-1 0,1 1,0-1,0 2,1-1,0 1,0 0,1 0,-1 2,4-7,0-1,0 1,0 0,1 0,-1 0,1 0,0 0,0 0,0 1,0-1,1 0,-1 0,1 1,0-1,0 0,0 1,0-1,1 0,-1 0,1 1,0-1,0 0,0 0,0 0,1 0,-1 0,1 0,-1 0,1 0,0-1,0 1,1-1,1 2,6 1,1-1,0 0,0-1,0 0,0 0,1-2,-1 1,1-1,-1-1,1 0,-1-1,1 0,-1-1,1 0,-1 0,2-2,10 0,-5 1,-12 1,-1 0,0 1,1 0,-1 0,1 0,-1 0,1 1,-1 0,1 0,0 1,-1-1,1 1,-1 1,0-1,1 1,-1-1,0 2,0-1,0 0,0 1,0 0,-1 0,4 3,-2 5,0 0,0 1,-2-1,1 1,-1 0,-1 1,0-1,-1 0,0 1,-1 0,0 8,0-11,6 72,-4 0,-3 0,-4 0,-11 58,13-124,0 1,-1 0,-1-1,0 0,-1 0,-1 0,-1-1,0 0,-1 0,-1 0,-3 4,10-17,0 0,0 0,0 0,0 0,0 0,0 0,0-1,0 1,-1-1,1 0,-1 0,1 1,-1-2,1 1,-1 0,0 0,1-1,-1 0,0 1,0-1,1 0,-1 0,0 0,0-1,1 1,-1-1,0 0,1 1,-1-1,1 0,-1-1,1 1,-1 0,1-1,0 1,0-1,0 0,-1 1,2-1,-2-1,-11-14,1-1,0 0,2 0,0-1,1-1,1 1,1-2,1 1,0-1,2 0,0-1,1 0,-3-12,1-1,2 0,1 0,1 0,2 0,2 0,3-9,-3 28,1 0,0 1,2 0,0 0,0 0,1 1,1 0,1 0,0 0,0 1,2 0,-1 1,2 0,-1 0,2 1,-1 1,6-3,17-8,2 2,0 2,1 1,1 2,0 1,1 2,0 2,35-4,-13 1,68-19,-130 31,1 0,0-1,0 1,0 0,-1 0,1 0,0 0,0 0,0 0,-1-1,1 1,0 0,0 0,0 0,0 0,-1-1,1 1,0 0,0 0,0 0,0-1,0 1,0 0,0 0,0-1,0 1,0 0,0 0,0 0,0-1,0 1,0 0,0 0,0-1,0 1,0 0,0 0,0 0,0-1,0 1,0 0,0 0,1-1,-1 1,0 0,-11 0,-1 1,1 0,0 0,0 1,0 0,0 1,0 1,1-1,-1 2,1-1,0 2,1-1,-1 1,1 1,0 0,0 0,1 0,0 1,1 1,-1-1,-3 7,10-13,-1 0,0 0,1 0,-1 0,1 0,0 0,0 1,0-1,0 0,0 1,0-1,1 1,-1-1,1 1,-1-1,1 1,0-1,0 1,0 0,1-1,-1 1,1-1,-1 1,1-1,0 1,0-1,0 0,0 1,0-1,0 0,1 0,-1 0,1 0,0 0,-1 0,1 0,0-1,2 3,5-2,0 0,0-1,0 0,0 0,0 0,0-2,1 1,-1-1,0 0,0-1,0 0,0 0,-1-1,1 0,-1-1,1 0,-1 0,0-1,-1 0,4-2,77-62,-87 67,0 1,-1 1,0-1,0 0,0 1,1-1,-1 0,0 1,1-1,-1 1,0-1,1 1,-1-1,1 1,-1-1,1 1,-1-1,1 1,-1-1,1 1,-1 0,1-1,0 1,-1 0,1 0,-1-1,1 1,0 0,-1 0,1 0,0 0,0 0,-1 0,1 0,0 0,-1 0,1 0,0 0,-1 0,1 0,0 1,-1-1,1 0,-1 1,1-1,0 0,-1 1,1-1,-1 1,1-1,-1 0,1 1,-1-1,0 1,1 0,-1-1,1 1,-1-1,6 16,-5-10,1-1,-1 1,1-1,1 0,-1 0,1 1,0-2,0 1,0 0,0-1,1 1,0-1,0 0,0 0,1-1,-1 1,1-1,0 0,0 0,0 0,3-1,0 0,0 0,1-1,-1 0,0-1,0 0,1 0,-1 0,0-1,0-1,0 1,0-1,0-1,0 1,7-4,5-3,-1-1,0 0,0-2,-1 0,9-8,-6 2,-1-2,-1-1,0 0,-2-2,0 1,-2-2,0-1,-2 1,-1-2,0 0,-2 0,-2-1,0-1,-1 1,-2-1,-1 0,0-13,1-1,-1 0,-3-1,-1 0,-2 1,-2-1,-1 1,-3 0,-3-8,-5 17,15 33,1 0,0-1,-1 1,1 0,0-1,-1 1,1 0,-1-1,1 1,-1 0,1-1,-1 1,1 0,-1 0,1 0,-1 0,1 0,-1-1,1 1,-1 0,1 0,-1 0,1 0,-1 0,1 1,-1-1,1 0,-1 0,1 0,-1 0,1 1,-1-1,1 0,-1 0,1 1,-1-1,1 0,0 1,-1-1,1 0,-1 1,1-1,0 1,0-1,-1 0,1 1,0-1,0 1,-1-1,1 1,0-1,0 1,0-1,0 1,0 0,0-1,0 1,0-1,0 1,0-1,0 1,-6 21,0 0,2 0,0 0,2 1,0 20,0-9,-5 50,4 1,3 0,5 0,14 83,-17-152,1 0,1 0,0 0,1-1,1 0,0 0,1 0,1-1,0 0,1 0,1-1,0 0,0-1,2 0,-11-10,1-1,-1 0,1 1,-1-1,1 0,0 0,0 0,0 0,0 0,-1-1,1 1,0 0,0-1,0 0,0 1,0-1,1 0,-1 0,0 0,0 0,0 0,0-1,0 1,0-1,0 1,0-1,0 0,-1 0,1 0,0 0,0 0,-1 0,1 0,0 0,-1-1,1 1,-1-1,1 0,14-19</inkml:trace>
  <inkml:trace contextRef="#ctx0" brushRef="#br0" timeOffset="48016.693">9679 2166,'-28'-1,"17"0,0 0,0 1,0 0,0 1,0 0,1 1,-1 0,0 1,1 0,-1 0,1 1,0 1,9-5,1 0,0 1,-1-1,1 1,-1-1,1 1,0-1,0 1,-1-1,1 1,0-1,0 1,-1-1,1 1,0-1,0 1,0-1,0 1,0-1,0 1,0 0,0-1,0 1,0-1,0 1,0-1,1 1,-1-1,0 1,0 0,0-1,1 1,-1-1,0 0,1 1,-1-1,0 1,1-1,-1 1,1-1,-1 0,1 1,-1-1,1 0,-1 0,1 1,-1-1,1 0,-1 0,1 0,-1 1,1-1,-1 0,1 0,0 0,-1 0,1 0,-1 0,1 0,-1 0,1-1,-1 1,1 0,23 6,0-1,0-1,0-1,0-1,16-2,3 2,-20-1,44 1,0 3,-1 3,0 2,37 13,-93-21,0 0,-1 1,1 0,-1 1,0 0,0 1,-1-1,1 2,-1-1,0 1,-1 0,1 1,-1 0,0 0,-1 1,0-1,0 1,-1 1,0-1,0 1,-1 0,3 6,-1 95,-8-69,2-40,0 1,-1-1,1 1,0-1,0 1,0-1,0 1,0-1,0 1,1-1,-1 1,0-1,1 1,-1-1,1 1,0-1,-1 0,1 1,0-1,0 0,0 0,0 0,0 0,0 0,0 0,0 0,0 0,1 0,-1 0,0 0,0-1,1 1,-1 0,1-1,-1 1,1-1,-1 0,1 0,-1 1,1-1,-1 0,1 0,-1 0,1 0,-1-1,0 1,1 0,-1-1,1 1,-1-1,1 1,-1-1,0 0,1 0,8-3,-1-1,0 0,-1-1,1 0,-1 0,0-1,0 0,-1-1,0 1,-1-1,6-9,-9 13,0 0,0 0,-1 0,1-1,-1 1,0-1,-1 1,1-1,-1 0,0 0,0 0,0 0,-1 0,0 1,0-1,0 0,0 0,-1 0,0 0,0 0,0 0,-1 0,1 1,-1-1,-2-3,1 4,1 1,-1 0,1-1,-1 1,0 0,-1 1,1-1,0 0,-1 1,1 0,-1 0,0 0,0 0,0 1,0-1,0 1,0 0,0 0,0 1,0-1,-1 1,1 0,0 0,0 0,-1 1,1-1,-1 1,-3 1,0 0,1 0,-1 1,0-1,1 2,0-1,0 1,0 0,0 1,0 0,1 0,0 0,-5 6,7-8,0 1,0 0,0 0,0 0,1 1,0-1,0 1,0 0,0 0,1 0,0 0,0 1,0-1,1 0,0 1,0-1,0 1,1 0,-1-1,1 1,1-1,-1 1,1-1,0 1,0-1,0 1,1-1,0 1,0-1,1 0,-1 0,1 0,0-1,0 1,1-1,-1 1,1-1,0 0,0 0,0-1,5 4,1-3,-1-1,1 0,-1 0,1-1,0 0,0-1,0 0,0-1,0 0,0 0,0-1,0 0,0-1,4-1,36-10</inkml:trace>
  <inkml:trace contextRef="#ctx0" brushRef="#br0" timeOffset="48481.437">10535 2072,'-7'0,"-1"0,1 0,-1 1,1 0,-1 1,1 0,-1 0,1 0,0 1,0 0,0 0,1 1,-1 0,1 0,0 1,0-1,0 1,1 1,0-1,0 1,0 0,0 0,0 3,4-7,0 1,0-1,0 1,1 0,-1-1,1 1,-1 0,1-1,0 1,0 0,1 0,-1-1,1 1,-1 0,1-1,0 1,0 0,0-1,0 1,0-1,1 0,-1 1,1-1,-1 0,1 0,0 0,0 0,0 0,67 45,-28-27,1-2,1-2,0-2,2-2,-1-2,1-2,11 0,-51-8,-2 2,1-2,-1 1,0 0,0-1,1 1,-1-1,0 0,1 0,-1-1,0 1,1-1,-1 1,0-1,0 0,1 0,-1-1,0 1,0-1,0 1,-1-1,1 0,0 0,-1 0,1 0,-1-1,1 0,44-112,-23 54,-2-1,-3-1,-3 0,-3-2,-2 1,-3-2,-4 1,-2-1,-4-37,-13 37,14 65,1 1,-1 0,1 0,-1 0,1-1,-1 1,1 0,-1 0,0 0,1 0,-1 0,1 0,-1 0,1 0,-1 0,1 0,-1 0,1 1,-1-1,1 0,-1 0,1 0,-1 1,1-1,-1 0,1 1,-1-1,1 0,0 1,-1-1,1 0,0 1,-1-1,1 1,0-1,-1 1,1-1,0 1,0-1,0 1,-1-1,1 1,0-1,0 1,0-1,0 1,0-1,0 1,0 0,0-1,0 1,0-1,0 1,1-1,-1 1,0-1,0 1,1 0,-5 30,3 1,0 0,2 0,1-1,2 1,1 0,2-1,3 9,129 463,-129-467,-2 1,-1-1,-2 1,-1 1,-3-1,0 0,-3 1,-1-1,-1 0,-3 0,-1-1,-4 12,-70 140,-18-14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6:15.01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22,'27'-7,"1"2,0 0,1 2,-1 2,0 0,1 2,-1 1,7 2,-31-4,0 0,1 0,-1 1,0 0,1-1,-1 1,0 1,0-1,0 1,0 0,0 0,0 0,-1 0,1 0,-1 1,1 0,-1 0,0 0,0 0,0 0,-1 1,1-1,-1 1,1 0,-1-1,-1 1,1 0,0 0,-1 1,0-1,0 0,0 0,0 0,-1 1,0 2,-5 8,0-1,-1 1,-1-1,0-1,-1 1,-1-1,0-1,-1 1,0-2,0 1,-2-1,1-1,-1 0,-1-1,-12 8,-35 23,60-40,1 0,-1 0,0 0,1 0,-1 0,0 0,1 0,-1 1,0-1,1 0,-1 0,0 0,1 0,-1 0,0 0,1 0,-1 1,0-1,0 0,1 0,-1 1,0-1,0 0,1 0,-1 1,0-1,0 0,0 0,1 1,-1-1,0 0,0 1,0-1,0 0,0 1,0-1,0 0,0 1,0-1,0 0,0 1,0-1,0 0,0 1,0-1,0 0,0 1,0-1,0 0,-1 1,1-1,0 0,0 0,0 1,0-1,-1 0,1 0,0 1,-1-1,189 5,-175-5,0 1,0 0,0 1,0 0,0 1,0 0,-1 1,1 1,-1 0,0 1,-1 0,1 0,-1 1,-1 1,1 0,-1 0,0 1,-1 1,1 1,-8-7,0 0,0 0,-1 1,1-1,-1 0,0 1,0-1,-1 1,0-1,1 1,-2-1,1 1,0-1,-1 1,0-1,0 1,0-1,0 0,-1 1,0-1,0 0,0 0,0 0,-1-1,1 1,-1 0,-3 2,-6 8,-2 0,0-1,0 0,-1-2,-17 11,0 0,-2-2,0-1,-1-1,-1-2,-1-2,0-1,-27 5,34-14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6:16.58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458 268,'-160'57,"159"-57,0 1,0 0,0-1,0 1,0-1,0 1,-1-1,1 0,0 0,0 1,0-1,0 0,-1 0,1 0,0 0,0 0,0 0,0-1,-1 1,1 0,0-1,0 1,0 0,0-1,0 0,0 1,0-1,0 1,0-1,0 0,0 0,0 0,1 1,-1-1,0 0,0 0,1 0,-1 0,1 0,-1 0,1-1,-1 1,1 0,0 0,-1 0,1 0,0 0,0-1,0 1,0 0,0 0,0 0,0-1,0 1,1 0,-1 0,3-15,0 0,0 1,2 0,0 0,0 0,2 1,0-1,0 1,1 1,1 0,0 0,1 0,1 1,0 1,0 0,1 0,-3 4,0 0,1 0,0 1,0 0,1 1,0 0,-1 0,2 1,-1 1,1 0,-7 2,0-1,0 2,0-1,1 1,-1 0,0 0,0 0,1 1,-1-1,0 1,0 1,0-1,0 1,0 0,0 0,-1 0,1 0,0 1,-1 0,0 0,0 0,0 1,2 1,-1 2,1 0,-1 1,0-1,-1 1,1 0,-2 0,1 1,-1-1,0 1,-1-1,0 1,-1 0,1 0,-2 0,1 0,-1 0,-1 0,0 0,0 0,-2 6,-1 6,-2 0,0 0,-2-1,0 0,-1-1,-1 1,-1-2,-3 4,-17 20,-1-2,-2-1,-2-1,-2-3,-1 0,-1-3,-2-2,-1-1,-13 5,-68 23,123-56,-1 0,0 0,1 0,-1 0,0 0,0 0,0-1,0 1,0-1,0 1,0-1,0 0,0 0,0 0,0 0,0 0,0 0,1 0,-1-1,0 1,0-1,0 1,0-1,0 0,0 0,1 0,-1 0,0 0,1 0,-1 0,1-1,-1 1,1 0,-1-1,1 1,0-1,0 0,0 1,-1-2,4-3,0 0,0 1,0-1,1 0,0 1,0 0,0 0,1 0,0 0,0 0,0 1,0 0,1 0,-1 0,1 0,3-1,-2-1,0 0,0 0,1 1,0 0,0 1,0-1,1 1,0 1,0-1,0 1,0 1,0-1,0 1,1 1,-1 0,1 0,-1 0,1 1,-1 0,1 1,-1 0,1 1,-1-1,0 1,3 2,52 48,19 10,-69-58,1 1,-1-2,1 1,-1-2,1 0,0-1,0 0,0-1,0 0,0-1,0-1,10-3,11-3,0-1,0-2,-2-2,13-6,-22 8,0-2,-1 0,-1-1,0-1,20-18,-11 4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6:18.2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39 167,'-4'130,"-5"-1,-16 64,60-558,-31 299,-4 64,0 1,0-1,0 1,-1-1,2 1,-1-1,0 1,0-1,0 1,1-1,-1 1,1-1,-1 1,1-1,-1 1,1 0,0-1,0 1,0 0,0 0,0-1,0 1,0 0,0 0,0 0,0 0,1 0,-1 1,0-1,1 0,-1 1,1-1,-1 1,1-1,-1 1,1-1,-1 1,1 0,-1 0,2 0,-1 1,1 0,-1 0,0 1,0-1,0 1,0-1,0 1,-1 0,1 0,0 0,-1 0,1 0,-1 0,0 0,1 1,-1-1,0 0,-1 1,1-1,0 0,0 3,1 2,79 149,-81-155,0 0,1 0,-1 0,0 0,0 0,1-1,-1 1,1 0,-1 0,0 0,1 0,0-1,-1 1,1 0,-1-1,1 1,0 0,0-1,-1 1,1-1,0 1,0-1,0 1,-1-1,1 0,0 1,0-1,0 0,0 0,0 1,0-1,0 0,0 0,0 0,0 0,-1 0,1-1,0 1,0 0,0 0,0-1,0 1,0 0,0-1,-1 1,1-1,0 1,0-1,-1 1,1-1,0 0,0 1,-1-1,1 0,-1 1,1-1,-1 0,49-120,-44 109,91-197,-95 208,-1 0,0 0,0 1,0-1,0 0,0 1,0-1,1 0,-1 0,0 1,0-1,1 0,-1 1,0-1,1 1,-1-1,1 0,-1 1,1-1,-1 1,1-1,0 1,-1 0,1-1,-1 1,1-1,0 1,-1 0,1 0,0-1,0 1,-1 0,1 0,0 0,-1 0,1 0,0 0,0 0,-1 0,1 0,0 0,0 0,-1 0,1 1,0-1,-1 0,1 1,7 95,-51 424,45-450,1-62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6:19.61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105 1,'-3'45,"-2"1,-2-1,-2-1,-2 1,-1-1,-8 12,4-6,11-33,-12 69,17-84,0-1,1 1,-1-1,1 1,-1 0,1-1,-1 1,1-1,0 0,0 1,0-1,0 0,0 1,0-1,0 0,0 0,0 0,0 0,1 0,-1 0,1 0,-1 0,0 0,1-1,-1 1,1-1,0 1,-1-1,1 1,-1-1,1 0,0 0,-1 0,1 0,-1 0,1 0,0 0,1-1,64-13,-66 13,25-7,-1-1,0-1,0-1,-1-2,-1 0,0-2,-1 0,0-1,17-18,-33 27,-16 21,-5 9,1 2,2 0,0 1,2 0,0 1,2 0,1 0,1 1,2-1,0 10,3-27,1 0,1-1,0 1,1 0,-1 0,2-1,-1 1,4 6,10 15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6:19.95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13 103,'5'4,"1"-1,1 0,-1 0,0-1,1 0,-1 0,1 0,-1-1,1 0,0 0,0 0,0-1,-1 0,1-1,0 0,0 0,0 0,-1-1,1 0,-1 0,1 0,-1-1,6-3,-11 4,1 1,0-1,0 1,-1-1,1 0,-1 1,0-1,1 0,-1 0,0 0,0 0,0 0,0 0,-1-1,1 1,-1 0,1 0,-1-1,0 1,0 0,1 0,-2-1,1 1,0 0,0-1,-1 1,1 0,-1 0,0 0,0-1,0 1,0 0,0 0,0 0,0 1,-1-1,1 0,-1 0,1 1,-1-1,0 0,1 1,-1 0,0-1,0 1,0 0,0 0,0 0,-1 1,1-1,0 0,-1 1,-1-2,0 0,0 0,0 0,0 1,0 0,-1 0,1 0,-1 1,1-1,0 1,-1 0,1 0,-1 1,1-1,0 1,-1 0,1 0,0 1,0-1,-1 1,1 0,1 0,-1 0,0 0,0 1,1 0,-1 0,1 0,0 0,0 0,0 0,1 1,-1-1,1 1,-1 0,1 0,1 0,-2 2,-4 26,5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6:20.23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113 103,'0'1,"-1"0,1 0,-1 1,1-1,0 0,0 0,0 0,0 1,0-1,0 0,0 0,0 1,0-1,0 0,1 0,-1 0,1 1,-1-1,0 0,1 0,0 0,-1 0,1 0,0 0,0 0,-1 0,1 0,0 0,0-1,0 1,0 0,0 0,0-1,0 1,0-1,1 1,-1-1,0 1,0-1,0 0,0 0,1 1,-1-1,0 0,0 0,1 0,-1 0,0-1,0 1,1 0,-1 0,0-1,1 1,1-4,-1 1,1-1,0 1,-1-1,0 0,0 0,0 0,0 0,-1 0,1-1,-1 1,0 0,-1-1,1 1,-1-1,1 1,-1 0,-1-1,1 1,-1-1,0 1,0-1,0 1,0 0,-1 0,1 0,-1 0,-2-3,0 4,0 1,0 0,0 0,-1 0,1 1,-1-1,1 1,-1 0,1 1,-1-1,0 1,1 0,-1 0,0 0,1 0,-1 1,0 0,1 0,-1 0,1 1,0-1,-1 1,1 0,0 0,0 1,0-1,0 1,1 0,-1 0,1 0,-1 1,1-1,0 1,0 1,1-4,1 0,-1 1,1 0,0-1,0 1,-1 0,1 0,0 0,1 0,-1 0,0 0,1 0,-1 0,1 0,-1 0,1 0,0 0,0 0,0 0,0 1,0-1,0 0,1 0,-1 0,1 0,0 0,-1 0,1 0,0 0,0 0,0 0,0-1,1 1,-1 0,0-1,1 1,-1-1,1 1,-1-1,1 0,0 1,0-1,0 0,0 0,-1 0,1-1,0 1,2 0,37 12,2-3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6:20.82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1 352,'171'-332,"-170"330,-1 1,0 1,0-1,0 1,0-1,0 0,0 1,0-1,0 1,0-1,0 1,0-1,0 1,0-1,0 1,0-1,1 0,-1 1,0-1,0 1,1 0,-1-1,0 1,1-1,-1 1,0-1,1 1,-1 0,1-1,-1 1,1 0,-1-1,1 1,-1 0,1 0,-1-1,1 1,-1 0,1 0,-1 0,1 0,-1 0,1 0,0 0,-1 0,1 0,-1 0,1 0,-1 0,1 0,-1 0,1 0,0 1,-8 143,4-86,-2-1,-3 0,-2 0,-3-1,-3-1,-1 0,-24 48,30-86,3-24,8 5,0 0,0 0,0 0,0 1,0-1,1 0,-1 0,1 1,-1-1,1 0,0 1,0-1,0 0,0 1,0-1,0 1,0 0,0-1,0 1,1 0,-1 0,1-1,-1 1,1 0,-1 1,1-1,-1 0,1 0,0 1,-1-1,1 1,0-1,1 1,69-5,-55 5,65 0,1 4,42 9,-57-5,-39-6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6:21.06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 24,'-2'-2,"-8"-8,-2-2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6:18.59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51 93,'-21'56,"18"-42,-5 22,1 1,2 0,1 0,2 0,1 1,3-1,3 24,-5-56,0 1,1-1,0 0,-1 0,2 0,-1 1,1-1,-1 0,2-1,-1 1,0 0,1-1,0 1,0-1,0 0,0 0,1 0,0 0,0-1,0 1,0-1,0 0,1 0,-1-1,1 1,0-1,0 0,0 0,0-1,0 1,0-1,1 0,5-3,-1-1,1 0,0 0,-1-1,0-1,0 1,0-2,0 1,-1-1,0-1,0 0,-1 0,1-1,-2 0,1 0,-1 0,-1-1,1 0,-1-1,1-4,7-10,-1-1,-1-1,-1 0,-1-1,-2 0,-1 0,-1-1,-1 0,-1 0,-2 0,-1 0,-1-1,-1 1,-3-13,9 22,4 21</inkml:trace>
  <inkml:trace contextRef="#ctx0" brushRef="#br0" timeOffset="241.354">613 0,'5'7,"5"9,9 8,7 10,9 10,7 7,6 3,1 0,2 0,-2-3,-1-5,-5-6,-5-6,-7-5,-8-6,-9-12,-6-7</inkml:trace>
  <inkml:trace contextRef="#ctx0" brushRef="#br0" timeOffset="404.917">1081 134,'-9'-16,"-5"-10,-3-2,-1 3,-1 6,-3 10,-1 17,-5 18,-5 20,-8 18,-4 15,-8 11,-4 7,-1 0,4-4,10-19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6:16.98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0,'16'16,"14"14,11 11,11 8,4 5,3 4,0-1,-3 0,-7-7,-9-6,-9-6,-10-10</inkml:trace>
  <inkml:trace contextRef="#ctx0" brushRef="#br0" timeOffset="252.954">481 54,'-18'15,"-15"18,-12 18,-6 17,-4 12,-2 7,2-1,11-14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6:15.45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1 255,'13'3,"19"0,19-1,20 1,17-4,13-3,5-2,-5 1,-9 1,-22 1</inkml:trace>
  <inkml:trace contextRef="#ctx0" brushRef="#br0" timeOffset="299.745">508 1,'40'3,"0"1,-1 3,0 1,0 1,-1 3,0 1,4 4,-23-12,-1 1,0 1,-1 1,0 1,0 0,-1 1,0 0,-1 2,0 0,0 0,-1 2,11 13,-23-23,0 0,0 0,-1-1,1 1,-1 1,0-1,0 0,0 0,-1 0,1 0,-1 1,0-1,0 0,-1 0,1 1,-1-1,0 0,0 0,0 0,-1 0,1 0,-1 0,0 0,-1 1,-4 6,-1 0,0-1,0 1,-1-2,-1 1,0-1,-4 2,-42 32,-2-4,-2-2,-9 2,28-17,-14 10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6:13.88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0 457,'32'-155,"3"-109,-35 247,-6 39,-16 156,3 97,17-235,4 100,4-118</inkml:trace>
  <inkml:trace contextRef="#ctx0" brushRef="#br0" timeOffset="252.883">268 82,'25'-6,"19"-8,14-3,9 2,-1 2,-7 4,-11 4,-14 2</inkml:trace>
  <inkml:trace contextRef="#ctx0" brushRef="#br0" timeOffset="667.77">227 123,'41'272,"-41"-270,0-1,0 1,0 0,0-1,1 1,-1-1,0 1,1-1,0 1,-1-1,1 0,0 1,0-1,-1 0,1 1,0-1,0 0,1 0,-1 0,0 0,0 0,0 0,1 0,-1 0,1 0,-1-1,0 1,1-1,-1 1,1-1,-1 1,1-1,0 0,-1 0,1 0,-1 0,1 0,-1 0,1 0,0 0,-1-1,1 1,-1 0,1-1,-1 0,0 1,13-2,119-8,-127 10,0 1,0 0,0 0,0 1,0-1,0 1,0 0,0 1,-1 0,1 0,-1 0,0 0,0 1,0 0,0 0,-1 0,1 1,-1-1,0 1,0 1,-1-1,0 0,-1-1,0 1,0 0,0 0,-1 1,0-1,0 0,0 0,-1 1,1-1,-1 0,0 1,-1-1,1 0,-1 1,0-1,-1 0,1 0,-1 0,0 0,0 0,-1 0,1 0,-1-1,-1 2,-4 6,0-1,-2 1,1-2,-1 1,-1-1,0-1,0 0,-1 0,-3 1,2-2,-1 0,0 0,-1-2,1 1,-2-2,1 0,0-1,-1-1,0 0,1-1,-1 0,-10-2,25 1,0-1,1 0,-1 1,1-1,-1 0,0 0,1 0,-1 0,0 0,0 0,1 0,-1 0,0 0,1 0,-1 0,0 0,1-1,-1 1,0 0,1 0,-1-1,1 1,-1 0,0-1,1 1,-1 0,1-1,-1 1,1-1,-1 1,1-1,0 0,-1 1,1-1,0 1,-1-1,1 0,0 1,0-1,-1 1,1-1,0 0,0 1,0-1,0 0,0 0,0 1,0-1,0 0,0 1,0-1,0 0,1 1,-1-1,0 0,0 1,1-1,-1 1,0-1,1 0,31-29,-1 9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6:12.43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94 8,'-5'-6,"17"6,29 6,1-1,0-3,-1-2,1-1,0-2,32-7,-71 9,-3 2,-1-1,1 1,0-1,0 1,-1-1,1 1,0-1,0 1,0 0,0-1,0 1,0-1,0 1,0-1,0 1,0 0,0-1,0 1,0-1,0 1,1-1,-1 1,0 0,0-1,1 1,-1-1,0 1,1-1,-1 0,0 1,1-1,-1 1,1-1,-1 0,1 1,-1-1,1 0,-1 1,1-1,-1 0,1 0,-1 1,1-1,0 0,-1 0,1 0,-1 0,1 0,0 0,-1 0,1 0,-1 0,1 0,-1 0,1 0,0-1,-1 1,1 0,-1 0,1-1,-1 1,1 0,-1-1,1 1,-1 0,1-1,-1 1,-22 56,3 1,2 1,3 0,2 1,3 1,3 0,2 0,3 10,2 82,0-118</inkml:trace>
  <inkml:trace contextRef="#ctx0" brushRef="#br0" timeOffset="218.415">0 529,'23'-14,"23"-9,20-7,13-3,8-1,1 3,-3 3,-17 6</inkml:trace>
  <inkml:trace contextRef="#ctx0" brushRef="#br0" timeOffset="609.899">736 8,'0'-1,"-1"1,1 0,0 0,-1 0,1 0,0 0,-1 0,1 0,0 0,-1 0,1 0,0 0,-1 0,1 0,0 0,-1 0,1 0,0 0,-1 0,1 1,0-1,-1 0,1 0,0 0,0 1,-1-1,1 0,0 0,0 0,-1 1,1-1,0 0,0 1,0-1,-1 0,1 1,0-1,0 0,0 1,0-1,0 0,0 1,0-1,0 0,0 1,0-1,0 0,0 1,0-1,0 0,0 1,0-1,0 0,0 1,0-1,1 0,-1 1,0-1,0 0,0 0,0 1,1-1,-1 0,0 0,1 1,-45 371,20-188,23-182,0-1,1 1,-1 0,1-1,-1 1,1 0,0 0,-1-1,1 1,0 0,0 0,1-1,-1 1,0 0,0 0,1-1,-1 1,1 0,0-1,-1 1,1-1,0 1,0-1,0 1,0-1,0 1,0-1,0 0,1 0,-1 0,0 0,1 0,-1 0,1 0,-1 0,1 0,0 0,-1-1,1 1,0-1,-1 1,3-1,63-44,-16-8,-2-1,-3-3,37-60,-48 69,-31 44,-6 11,-9 19,10-23,-17 50,2 0,2 1,3 0,3 1,1 0,4 1,1 1,2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6:35.96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1,'78'8,"284"-10,-123-3,-177 9,-91 11,13-11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6:37.0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120 1,'103'65,"-91"-57,5 1,0 2,0 0,-1 1,-1 1,0 0,-1 2,0-1,-1 1,4 7,-15-18,0 0,0 0,-1 0,1 0,-1 0,0 0,0 1,0-1,-1 0,0 1,0-1,0 0,0 1,0-1,-1 0,0 1,0-1,0 0,-1 0,1 0,-1 0,0 0,0 0,0 0,-1 0,1-1,-1 1,0-1,0 0,-1 1,-12 11,0 0,-2-1,1 0,-2-2,-6 4,25-16,-223 127,188-105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6:47.8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272 108,'-14'-4,"1"1,0 1,-1 0,0 1,1 0,-1 1,0 0,1 1,-1 1,1 0,-1 1,1 1,0 0,0 0,1 2,-1-1,-2 3,12-6,1-1,0 0,1 1,-1-1,0 1,0-1,0 1,1 0,-1 0,1 0,0 0,-1 0,1 0,0 0,0 0,1 1,-1-1,0 0,1 1,-1-1,1 0,0 1,-1-1,1 1,0-1,1 0,-1 1,0-1,1 0,-1 1,1-1,0 0,0 1,0-1,0 0,0 0,0 0,1 0,-1 0,1 0,-1 0,2 1,6 3,0-1,-1 0,2-1,-1 0,0 0,1-1,0 0,-1-1,1 0,0 0,0-1,0 0,7-1,-17 0,47 2,0-2,0-2,0-2,0-2,-1-2,20-7,31-25,-111 109,15-66,-1 0,1 0,0 0,0-1,0 1,0 0,0-1,0 1,1-1,-1 1,1-1,0 0,-1 0,1 1,0-1,1 0,-1-1,0 1,0 0,1-1,-1 1,1-1,-1 0,1 0,0 0,-1 0,1 0,0-1,0 1,0-1,0 1,6 0,1 0,-1 0,1-1,-1 0,1 0,-1-1,1 0,8-3,-15 3,-1 1,1-1,0-1,-1 1,1 0,-1-1,1 1,-1-1,0 0,1 0,-1 0,0 0,0 0,0 0,-1 0,1-1,0 1,-1-1,0 1,0-1,1 0,-1 1,-1-1,1 0,0 0,-1 0,1 1,-1-1,0 0,0 0,0 0,-1 0,1 0,0 0,-1 1,0-1,0 0,0 0,0 1,0-1,0 0,-1 1,0-1,1 1,-1 0,0 0,0 0,-1-1,-6-7,-1 1,-1 1,1 0,-1 0,-1 1,1 0,-1 1,0 1,-1-1,1 2,-1 0,-2 0,-19-8,51 9,366-5,-374 8,74 8,-80-8,-1 1,0 0,1-1,-1 1,0 0,0 0,0 1,0-1,0 0,0 1,0-1,0 1,0 0,0-1,-1 1,1 0,-1 0,0 0,1 0,-1 0,0 0,0 1,0-1,0 0,-1 1,1-1,-1 0,1 1,-1-1,0 1,0 0,-18 119,18-121,0 1,0-1,0 1,1-1,-1 1,0-1,1 1,-1-1,0 1,1-1,0 0,-1 1,1-1,0 0,0 0,0 1,-1-1,1 0,0 0,1 0,-1 0,0 0,0 0,0 0,1 0,-1-1,0 1,1-1,-1 1,0 0,1-1,-1 0,1 1,-1-1,1 0,-1 0,1 0,-1 0,1 0,0 0,58-23,-52 16,0-1,-1 0,0 0,0-1,-1 0,0 0,0-1,-1 1,-1-1,1 0,-2-1,1 1,-1-1,-1 1,0-1,0 0,-1 0,-1 0,0-1,5-10,8 30,51 170,-63-175,0-1,1 0,-1 0,1 0,0 0,-1 0,1 0,0-1,0 1,0-1,1 1,-1-1,0 0,0 0,1 0,-1 0,1 0,-1 0,1-1,-1 1,1-1,-1 1,1-1,-1 0,1 0,0-1,-1 1,1 0,-1-1,1 1,0-1,73-38,-66 31,1 0,-1-1,0-1,-1 0,0 0,0-1,-1 0,-1 0,0-1,-1 0,3-6,-10 8,-7 27,7-12,0 0,1 1,0-1,0 0,0 0,0 0,1 0,0 0,0 0,1 0,-1 0,1 0,0 0,0-1,1 1,-1-1,1 1,0-1,0 0,1 0,-1 0,1-1,0 1,0-1,0 0,0 0,0 0,1-1,0 1,-1-1,1 0,0-1,0 1,0-1,0 0,0 0,0 0,0-1,0 0,0 0,1 0,-1 0,0-1,0 0,0 0,0-1,0 1,0-1,0 0,3-3,-1 1,1-1,-1 0,0-1,0 0,-1 0,0 0,0-1,0 0,-1 0,0 0,0-1,-1 0,0 1,0-2,-1 1,0 0,0-1,-1 1,0-6,11 102,-11-84,1 0,-1 0,1 0,0 0,1 0,-1-1,1 0,-1 1,1-1,0-1,0 1,1 0,-1-1,0 0,1 0,-1 0,1-1,0 0,0 1,-1-2,1 1,0 0,0-1,0 0,0 0,0-1,0 1,-1-1,1 0,0 0,0-1,-1 1,1-1,-1 0,1 0,-1-1,0 1,0-1,0 0,0 0,0-1,1-1,4-5,-1 0,0-1,-1 0,0-1,-1 1,0-1,-1 0,0-1,-1 1,0-1,1-10,-1 143,-2-115,-1 0,1 0,0 0,1 0,-1 0,1-1,0 0,0 1,0-1,1 0,0 0,-1-1,1 1,1-1,-1 0,0 0,1 0,-1-1,1 1,0-1,0 0,0-1,0 1,0-1,0 0,1 0,-1 0,24 2</inkml:trace>
  <inkml:trace contextRef="#ctx0" brushRef="#br0" timeOffset="435.825">2451 1,'-1'21,"1"1,0-1,2 0,1 1,0-1,1 0,2 0,0-1,1 0,1 0,9 17,-17-36,1 0,-1 0,0 1,1-1,-1 0,1 0,-1 0,1 0,0 0,-1 0,1 0,0 0,0 0,0 0,0 0,0 0,0 0,0-1,0 1,0 0,0-1,0 1,1-1,-1 1,0-1,0 0,1 1,-1-1,0 0,0 0,1 0,-1 0,0 0,0 0,1 0,-1 0,0-1,0 1,1 0,-1-1,0 1,0-1,0 0,0 1,0-1,0 0,1 1,-2-1,1 0,0 0,0 0,0 0,0 0,-1 0,1 0,0 0,-1 0,16-19,-1 0,-1-1,0 0,-2-1,5-13,20-35,-19 58,-9 37,2 39,-11-53,0-1,1 1,0 0,1-1,1 0,-1 1,2-1,-1 0,1 0,1-1,0 1,0-1,1 0,0-1,0 1,1-1,0 0,1-1,2 2,2-3,-1 0,1-1,0-1,1 0,-1-1,1 0,0-1,0 0,0-1,-1 0,1-1,0-1,0 0,0-1,0 0,-1-1,1 0,-1-1,1-1,6-3,31-14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6:45.83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81 311,'-3'13,"0"12,1 6,-3 0,1-1,0-5</inkml:trace>
  <inkml:trace contextRef="#ctx0" brushRef="#br0" timeOffset="450.324">1 43,'10'-6,"0"0,1 1,0 0,0 1,0 0,1 1,-1 0,1 0,0 2,-1-1,1 2,0-1,0 2,0-1,0 2,-1 0,1 0,0 1,-1 0,0 1,0 0,0 1,0 0,-1 1,0 0,0 1,0 0,-1 0,0 1,-1 0,1 1,-1 0,-1 0,1 2,2 7,-1 1,-1 0,-1 0,0 0,-2 1,0 0,-1 0,-1 0,-1 0,-1 13,6 31,-7-62,0-1,0 1,0-1,0 1,0-1,0 1,1-1,-1 1,0-1,1 1,0-1,-1 0,1 1,0-1,-1 0,1 0,0 1,0-1,0 0,0 0,0 0,1 0,-1 0,0 0,0 0,1-1,-1 1,0 0,1-1,-1 1,1-1,-1 1,1-1,-1 0,1 0,-1 0,1 0,-1 0,1 0,-1 0,1 0,-1 0,0-1,1 1,0-1,12-5,-1-1,0-1,0 0,-1 0,0-1,-1-1,0 0,0-1,-1 0,0-1,-1 1,1-5,51-72,-61 88,0 0,0 0,0 0,0 1,0-1,0 0,0 0,0 1,0-1,0 0,1 0,-1 1,0-1,0 0,0 0,0 0,0 0,1 1,-1-1,0 0,0 0,0 0,0 0,1 1,-1-1,0 0,0 0,0 0,1 0,-1 0,0 0,0 0,1 0,-1 0,0 0,0 0,1 0,-1 0,0 0,0 0,1 0,-1 0,0 0,0 0,0 0,1 0,-1 0,0 0,0 0,0-1,1 1,-1 0,0 0,0 0,0 0,1-1,-1 1,0 0,0 0,0 0,0-1,0 1,0 0,1 0,-1 0,1 29,-1-13,2-7,0 0,1 0,0-1,0 1,0-1,1 1,1-1,-1 0,2 0,-1-1,1 0,0 0,0 0,0-1,1 1,0-2,1 1,-1-1,1 0,0-1,1 1,-1-2,0 1,1-1,4 1,43 13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6:44.2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0 877,'2'-24,"0"1,2 0,1 0,1 1,5-16,-2 8,-5 16,4-19,2 1,1 1,2 0,0 0,2 1,3-1,-18 30,1-1,0 0,0 0,0 1,0-1,1 0,-1 1,0 0,1-1,-1 1,1 0,-1-1,1 1,0 0,-1 0,1 0,0 0,0 1,0-1,0 0,-1 1,1 0,0-1,0 1,0 0,0 0,0 0,0 0,0 0,0 0,0 1,0-1,0 1,0-1,0 1,0 0,-1 0,1 0,0 0,0 0,-1 0,13 9,0 1,-1 1,0 0,-1 1,0 1,-1-1,-1 2,0-1,-1 1,0 1,-2 0,0 0,-4-12,-2 0,1 0,0 0,-1 0,0 0,0 1,0-1,0 0,-1 1,1-1,-1 0,0 1,-1-1,1 0,-1 1,0-1,0 0,0 0,0 1,-1-1,0 0,0 0,0-1,0 1,-1 0,1-1,-1 1,0-1,0 0,0 0,0 0,-1 0,1-1,-1 1,0-1,1 0,-1 0,0 0,2-2,0 1,1-1,-1 0,1 0,-1 0,0 0,1 0,-1-1,1 1,-1 0,1-1,-1 1,1-1,-1 0,1 1,-1-1,1 0,0 0,-1 0,1 0,0 0,0 0,0 0,0 0,0 0,0-1,0 1,0 0,0-1,1 1,-1 0,0-1,1 1,-1-1,1 0,0 1,-1-2,2-60,1 53,2 0,-1 0,2 0,-1 0,1 1,0 0,1 0,0 0,1 1,0 0,0 0,1 0,-1 1,2 1,-1-1,1 1,0 0,0 1,0 0,1 1,0 0,0 0,0 1,0 1,5-1,-12 2,0 1,0-1,0 1,0 0,0 0,0 1,-1-1,1 0,0 1,0 0,0 0,0 0,-1 0,1 0,0 0,-1 1,1-1,-1 1,0 0,1 0,-1 0,0 0,0 0,0 0,0 0,-1 1,1-1,-1 1,1-1,-1 1,0 0,0-1,0 1,0 0,-1 0,1 0,-1 0,1-1,-1 1,0 0,3 28,19 73,-21-101,0 0,1 0,-1-1,1 1,0-1,-1 0,1 1,0-1,1 0,-1 0,0 0,1 0,-1-1,1 1,-1 0,1-1,0 0,-1 0,1 0,0 0,0 0,0-1,0 1,0-1,0 1,0-1,0 0,0-1,0 1,0 0,0-1,0 0,0 1,8-4,0 0,0-1,-1 0,0-1,0 0,0 0,0-1,-1-1,0 1,-1-1,0-1,0 0,0 0,-1 0,-1-1,0 0,0 0,-1-1,0 1,-1-1,0 0,-1-1,0 1,0-1,0-10,-6 29,2 1,-1 0,1 0,0 0,1 0,0 0,0 0,1 0,0 0,0 0,1-1,0 1,0 0,1-1,0 1,0-1,1 0,0 0,0 0,0-1,1 1,0-1,1 0,-1 0,1-1,0 0,2 2,62 7,-36-16</inkml:trace>
  <inkml:trace contextRef="#ctx0" brushRef="#br0" timeOffset="847.016">1176 488,'-1'7,"0"0,1 0,-1 0,1-1,1 1,-1 0,1 0,0 0,1-1,0 1,0-1,0 1,1-1,-1 0,2 0,-1 0,1 0,0 0,0-1,0 0,1 0,0 0,0 0,0-1,0 0,1 0,0 0,0-1,0 1,0-1,0-1,1 0,-1 1,1-2,-1 1,1-1,0 0,0-1,0 1,-1-1,1-1,0 1,0-1,-1 0,5-2,0-2,0-1,0 0,0-1,-1 0,0 0,0-1,-1-1,0 1,-1-2,0 1,0-1,-1 0,0-1,-1 0,0 0,1-4,-7 15,0 0,0 1,0-1,0 0,0 0,0 0,0 1,1-1,-1 0,0 0,0 0,0 0,0 0,0 1,1-1,-1 0,0 0,0 0,0 0,1 0,-1 0,0 0,0 0,0 0,1 0,-1 0,0 0,0 0,0 0,1 0,-1 0,0 0,0 0,0 0,1 0,-1 0,0 0,0 0,0 0,0 0,1 0,-1 0,0-1,0 1,0 0,0 0,1 0,-1 0,0 0,0-1,0 1,0 0,0 0,0 0,1 0,-1-1,0 1,0 0,0 0,0 0,0-1,4 28,-2-11,-1-9,1-1,0 1,1-1,-1 1,1-1,0 0,1 0,-1 0,1-1,1 1,-1-1,1 0,-1 0,1-1,1 1,-1-1,1 0,0-1,-1 1,1-1,1 0,-1-1,0 1,1-1,0-1,-1 1,1-1,0 0,0 0,-1-1,1 0,0 0,0-1,0 0,2-1,2 0,-1-1,0-1,0 0,0 0,0-1,0 0,-1 0,0-1,-1-1,1 1,-1-1,0-1,-1 0,0 0,0 0,0-1,-1 0,-1 0,0 0,0-1,1-4,7-16,-2-1,-2 0,-1-1,-1 0,-1 0,-1-15,0-2,-2 1,-2 0,-5-48,-10 42,13 54,0-1,0 1,0-1,0 1,0 0,0-1,0 1,0 0,0 0,0 0,0 0,0 0,0 0,0 0,0 0,0 0,0 0,0 0,0 1,0-1,0 0,0 1,1-1,-1 1,0-1,0 1,0-1,0 1,1 0,-1-1,0 1,1 0,-1 0,0-1,1 1,-1 0,1 0,-1 0,1 0,0 0,-1 0,1 0,0 0,-1 0,1 0,0 0,0 0,0 0,0 0,-8 21,1 0,1 0,1 1,1 0,0-1,2 2,1-1,1 0,1 0,1 0,1 1,1 8,1 0,1-1,2 0,1 0,2-1,1 0,1-1,2 0,0-1,2-1,1 0,2-1,0-1,6 3,36 17,-60-44,-1 0,1 0,0 0,-1 0,1-1,0 1,0 0,0-1,0 1,-1-1,1 0,0 0,0 0,0 0,0 0,0 0,0 0,0-1,-1 1,1-1,0 1,0-1,0 0,-1 1,1-1,0 0,-1 0,1 0,-1-1,1 1,-1 0,1 0,-1-1,0 1,0-1,0 1,1-2,0-6,0-1,-1 1,0-1,0 1,-1-1,0 0,-1 1,0-1,-1 1,0-1,0 1,-1 0,0 0,-1 0,0 0,0 0,-1 1,0 0,0 0,-1 0,0 1,-1-1,-17-19,0 0,-2 2,-2 1,0 1,-1 2,-1 1,-1 1,0 1,-2 2,0 1,-1 2,0 1,-1 2,-21-4,56 14,0 0,0 0,0-1,0 1,0 0,1-1,-1 1,0 0,0 0,0-1,0 1,0 0,0 0,0-1,0 1,0 0,-1 0,1-1,0 1,0 0,0-1,0 1,391-6,-178-6,-128 6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6:41.47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1 928,'107'-309,"-105"303,0 0,0 0,0 0,1 0,0 0,0 0,1 1,0-1,-1 1,2 0,3-4,-7 8,0 1,0-1,1 1,-1-1,0 1,0-1,1 1,-1 0,0-1,1 1,-1 0,1 0,-1 0,0 0,1 0,-1 1,0-1,1 0,-1 0,0 1,1-1,-1 1,0 0,0-1,0 1,1 0,-1-1,0 1,0 0,0 0,0 0,0 0,0 0,-1 0,1 0,0 1,29 44,-23-35,-1 0,-1 0,0 1,-1 0,0 0,-1 0,0 1,-1-1,0 1,-1-1,0 1,-1 0,-1-1,0 1,0-1,-1 1,-1-1,-3 8,4-16,0 0,0-1,-1 1,1-1,-1 0,0 0,0 0,0 0,0 0,0-1,-1 1,1-1,-5 2,7-3,0-1,-1 1,1 0,-1-1,1 1,-1-1,1 0,-1 1,1-1,-1 0,0 0,1 0,-1 0,1 0,-1-1,1 1,-1 0,1-1,-1 1,1-1,-1 1,1-1,-1 0,1 0,0 1,-1-1,1 0,0 0,0 0,0 0,0-1,0 1,0 0,0 0,0-1,0 1,0-2,-1 0,0 0,1 0,-1-1,1 1,0-1,0 1,0-1,0 0,1 1,-1-1,1 0,0 1,0-1,1 0,-1 1,1-1,-1 1,1-1,0 0,1 1,-1 0,0-1,1 1,0 0,0 0,0 0,0 0,0 0,1 0,-1 0,1 1,0-1,0 1,0 0,0 0,0 0,0 0,1 1,-1-1,1 1,187-14,-179 13,0 0,0-1,0-1,-1 0,0 0,1-1,-2-1,1 0,0 0,-1-1,-1 0,1-1,2-3,-11 10,0 0,0 0,0 0,0 0,0 0,0 0,0 0,-1 0,1 0,0 0,-1 0,1 0,-1-1,1 1,-1 0,0-1,1 1,-1 0,0 0,0-1,0 1,0 0,0-1,0 1,0 0,-1-1,1 1,0 0,-1 0,1-1,-1 1,1 0,-1 0,0 0,1 0,-1-1,0 1,0 0,0 0,0 1,0-1,0 0,0 0,0 0,0 1,0-1,-1 0,1 1,0-1,0 1,-1 0,1-1,-4 0,0-1,1 1,-1 0,0 0,0 0,0 1,0 0,0 0,0 0,0 1,0-1,0 1,0 0,0 1,0-1,0 1,1 0,-1 0,1 1,-1-1,1 1,0 0,0 0,0 0,0 1,1-1,0 1,-1 0,1 0,0 0,1 0,-1 1,1-1,0 1,0 0,0-1,1 1,0 0,0 0,0 0,0 0,1 0,0 0,0 0,0 0,1 2,0-1,1-1,0 1,1-1,0 0,-1 0,2 0,-1 0,0 0,1-1,0 0,0 1,0-1,1-1,-1 1,1-1,0 0,0 0,0 0,1 0,-1-1,0 0,1 0,1 0,9 2,1 0,-1-1,0-1,1 0,0-1,-1-1,12-1,-17 1,1-1,-1 0,0-1,0 0,0 0,-1-1,1-1,-1 0,1 0,-1-1,0-1,-1 1,1-1,-1-1,-1 0,1 0,-1-1,0 0,-1 0,0-1,0 0,-1 0,0-1,-1 0,0 0,0 0,1-6,-1-15,-1 0,-1 0,-2 0,-1 0,-1 0,-2 0,-1 0,-2 0,0 1,-5-8,9 30,0-3,-1-1,-1 1,1 0,-2 0,0 0,0 1,-6-9,11 18,0 1,0 0,-1-1,1 1,0 0,0-1,-1 1,1 0,0 0,-1-1,1 1,0 0,-1 0,1-1,0 1,-1 0,1 0,0 0,-1 0,1 0,0-1,-1 1,1 0,-1 0,1 0,0 0,-1 0,1 0,-1 0,1 0,0 1,-1-1,1 0,-1 0,1 0,0 0,-1 0,1 1,0-1,-1 0,1 0,0 1,-1-1,1 0,0 0,0 1,-1-1,1 0,0 1,0-1,0 0,-1 1,1-1,0 1,0-1,0 0,0 1,0-1,0 0,0 1,0-1,0 1,0-1,0 1,-7 29,-17 318,23-327,-3 10,3 1,1 0,1-1,1 1,2-1,1 0,3 5,-7-31,1 1,0-1,0 0,0 0,0 0,1 0,0 0,0-1,0 1,1-1,-1 1,1-1,0-1,1 1,-1 0,0-1,1 0,0 0,0 0,0-1,0 0,0 0,0 0,1 0,-1-1,1 0,-1 0,1 0,-1-1,1 0,-1 0,1 0,-1-1,1 0,-1 0,3-1,7-3,0-1,0-1,-1 0,0-1,0-1,-1 0,0 0,-1-1,0-1,0 0,-1-1,-1 0,0-1,-1 0,0-1,-1 1,0-2,-1 1,-1-1,0 0,2-11,-6-23,-2 48,0 0,0 0,0 0,0 0,0 0,-1 0,1 0,-1 0,1 0,0-1,-1 2,0-1,1 0,-1 0,0 0,1 0,-1 0,0 0,0 1,0-1,1 0,-1 1,0-1,0 0,0 1,0-1,0 1,0 0,-1-1,1 1,0 0,0 0,0-1,0 1,0 0,0 0,0 0,-1 0,1 1,-5 1,1 1,-1 1,1-1,0 1,0-1,0 2,0-1,1 0,0 1,0 0,0 0,0 0,1 0,0 1,0 0,1-1,-1 1,1 0,-1 4,1-6,0 1,0-1,0 1,0-1,1 1,0 0,0 0,0 0,1 0,-1 0,1 0,0-1,1 1,-1 0,1 0,0 0,0 0,1-1,-1 1,1 0,0-1,0 1,1-1,-1 0,1 0,0 0,0 0,0 0,1-1,0 1,79 25,-37-23</inkml:trace>
  <inkml:trace contextRef="#ctx0" brushRef="#br0" timeOffset="614.872">1458 701,'-8'4,"1"0,-1 0,1 1,0 0,0 0,1 1,-1 0,1 0,0 0,1 1,0 0,0 0,0 0,1 1,0 0,1 0,0 0,0 0,0 0,1 0,0 1,0 4,3-9,0-1,0 1,0 0,0-1,0 1,1-1,0 1,0-1,0 0,0 0,0 0,0 0,1 0,0-1,-1 1,1-1,0 1,0-1,0 0,1 0,-1 0,0-1,1 1,-1-1,1 0,0 0,2 1,7 1,0 0,1-1,-1-1,0 0,1 0,-1-2,5 0,-1-1,1-2,0 0,-1-1,1-1,-1 0,-1-1,1-1,-1-1,-1 0,0-1,0-1,-1 0,0-1,-1-1,0 0,-1 0,-1-1,0-1,-1 0,0 0,-1-1,-1 0,-1-1,0 0,-1-2,6-26,-3-1,-1 0,-3-1,-1 0,-3 0,-2 0,-1 0,-4-10,3 22,-2 1,-1 0,-1 1,-8-21,1 25,13 29,1 0,0-1,0 1,-1 0,1-1,0 1,-1 0,1 0,0-1,-1 1,1 0,-1 0,1 0,0-1,-1 1,1 0,-1 0,1 0,-1 0,1 0,-1 0,1 0,0 0,-1 0,1 0,-1 0,1 0,-1 0,1 0,0 0,-1 1,1-1,-1 0,1 0,0 0,-1 1,1-1,-1 0,1 0,0 1,0-1,-1 0,1 1,0-1,-1 1,1-1,0 0,0 1,0-1,-1 1,1-1,0 0,0 1,0-1,0 1,0-1,0 1,0-1,0 0,0 1,0-1,0 1,0-1,0 1,-4 20,2 0,-1 0,2 1,1-1,1 0,1 1,0-1,4 8,-4-12,61 413,-57-367,-4-28,1-1,3 0,0 0,8 18,-14-48,1-1,0 1,0-1,0 0,1 0,-1 1,1-1,-1 0,1 0,0 0,0-1,1 1,-1 0,1-1,-1 1,1-1,0 0,-1 0,1 0,0 0,1-1,-1 1,0-1,0 0,1 1,-1-2,0 1,1 0,-1-1,1 1,-1-1,1 0,-1 0,1-1,0 1,13-6,-1-1,-1 0,1-2,-1 1,-1-2,0 0,0 0,-1-2,0 1,-1-2,0 0,0-1,54-67,-66 82,0-1,0 0,0 1,0-1,0 1,1-1,-1 0,0 1,0-1,0 0,1 1,-1-1,0 0,0 1,1-1,-1 0,0 1,0-1,1 0,-1 0,0 1,1-1,-1 0,0 0,1 0,-1 0,1 0,-1 1,0-1,1 0,-1 0,1 0,-1 0,0 0,1 0,-1 0,1 0,-1 0,0 0,1-1,-1 1,1 0,-1 0,0 0,1 0,-1 0,0-1,1 1,-1 0,0 0,1-1,-1 1,0 0,0-1,1 1,-1 0,0-1,0 1,0 0,1-1,-1 1,0 0,0-1,0 1,0-1,0 41,-1-32,0-3,0 0,0 0,1 0,0 0,0-1,0 1,0 0,1 0,0 0,0 0,0-1,0 1,1 0,0-1,0 1,0-1,0 0,1 0,0 0,0 0,0 0,0 0,1-1,-1 0,1 1,0-1,0-1,1 2,4-1,-1 0,0-1,1 0,0-1,-1 0,1 0,0-1,-1 0,1 0,0-1,-1 0,4-2,28-5</inkml:trace>
  <inkml:trace contextRef="#ctx0" brushRef="#br0" timeOffset="866.2">2366 554,'-18'-16,"-13"-9,-1-2</inkml:trace>
  <inkml:trace contextRef="#ctx0" brushRef="#br0" timeOffset="1017.795">1685 367,'25'0,"27"-2,24-3,22-4,18-1,9 0,2 2,-8 5,-23 2</inkml:trace>
  <inkml:trace contextRef="#ctx0" brushRef="#br0" timeOffset="1202.301">2808 769,'-2'15,"-1"11,0 5,1 1,2-2,2-3,3-8,2-6,0-7,0-6</inkml:trace>
  <inkml:trace contextRef="#ctx0" brushRef="#br0" timeOffset="1451.632">2768 367,'-5'0,"6"5,11 5,4 2</inkml:trace>
  <inkml:trace contextRef="#ctx0" brushRef="#br0" timeOffset="1767.862">3089 754,'32'-30,"-1"-2,-2-1,-1-1,-2-1,-1-2,-2-1,-2 0,-1-2,-2 0,-2-1,-1-1,-3 0,-1-1,-2 0,-1-6,-17-28,8 76,1-1,-1 0,0 0,1 1,-1-1,0 1,0-1,0 0,0 1,-1 0,1-1,0 1,-1 0,1 0,0-1,-1 1,1 0,-1 1,0-1,1 0,-1 0,0 1,0-1,1 1,-1-1,0 1,0 0,0 0,0-1,1 1,-1 1,0-1,0 0,0 0,1 1,-1-1,0 1,-1 0,-7 4,1 1,0 0,0 0,0 1,1 0,0 0,0 1,1 0,0 1,1-1,0 1,0 0,0 1,-1 6,-11 15,2 0,1 1,2 1,1 1,2 0,1 0,1 1,0 18,6-34,0 1,1 0,1-1,1 1,1 0,1-1,0 0,2 1,0-1,1-1,1 1,0-1,2 0,0-1,1 0,2 1,-6-9,0-1,1-1,0 1,0-1,0 0,1-1,1 0,-1 0,1 0,0-1,0-1,0 0,1 0,-1-1,1 0,0 0,0-1,0 0,0-1,0 0,1-1,-1 0,0-1,0 0,0 0,0-1,0-1,7-2,-3 0,0-1,-1 0,0-1,-1-1,1 0,-1-1,-1 0,0-1,0 0,-1-1,0 0,-1 0,0-1,-1-1,0 1,-1-1,0 0,-1-1,-1 0,3-12,-7 25,0-1,0 0,0 0,-1 1,1-1,-1 0,1 0,-1 0,0 0,0 1,0-1,0 0,0 0,0 0,0 0,-1 0,1 0,0 1,-1-1,0 0,1 0,-1 1,0-1,0 0,0 1,0-1,0 1,-1-1,1 1,0 0,-1-1,1 1,-1 0,1 0,-1 0,1 0,-1 0,0 0,0 1,1-1,-1 1,0-1,0 1,0-1,1 1,-1 0,0 0,0 0,0 0,0 0,0 1,-5 1,1 1,-1 0,1 1,0 0,0 0,0 0,0 0,1 1,0 0,0 0,0 1,1 0,-1-1,1 1,1 1,-1-1,1 0,0 1,1 0,-1 0,1 0,1 0,1-4,1 1,0-1,0 0,0 1,0-1,1 0,-1 0,1 0,0 0,0 0,0 0,0 0,1-1,-1 1,1-1,-1 1,1-1,0 0,0 0,0 0,0-1,0 1,1-1,-1 0,0 0,1 0,-1 0,1 0,-1-1,1 1,-1-1,1 0,24 4,0-1,1-1,-1-1,0-2,3-1,66-6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6:49.58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1 628,'59'-42,"-2"-1,-1-4,-3-1,15-21,-50 51,0-1,-2-1,0-1,-2 0,0-1,-1 0,-1-1,-1 0,-2-1,5-16,-12 36,-1 1,0-1,0 0,0 0,0 0,0 0,-1 0,0 0,0 0,0 0,0 0,-1 0,1 0,-1 0,0 1,0-1,-1 0,1 0,-1 1,0-1,0 1,0-1,0 1,0 0,-1 0,1 0,-1 0,0 0,0 0,0 1,-1 0,1-1,0 1,-1 0,1 1,-1-1,-2 0,1 2,-1 0,1 0,0 0,0 1,-1 0,1 0,0 0,0 1,0 0,0 0,1 0,-1 1,0-1,1 1,0 0,-1 0,1 1,0-1,1 1,-1 0,1 0,-1 1,-5 6,0 1,1 0,1 1,0-1,1 2,0-1,-2 8,2-2,2 0,0 0,1 1,1-1,1 1,0-1,2 1,0-1,1 1,1-1,1 0,1 0,0 0,1-1,1 1,3 2,-4-8,1 0,0 0,1-1,0 0,1-1,1 0,-1 0,2-1,-1 0,1-1,1 0,0-1,0 0,1-1,0 0,0-1,0 0,1-1,0-1,0 0,0-1,2-1,-4 0,-1-1,1-1,0 0,0-1,-1 0,1-1,0 0,-1-1,0 0,0-1,0 0,0-1,0 0,-1-1,0 0,0 0,0-1,-1 0,0-1,-1 0,0-1,0 1,0-1,-1-1,-1 0,0 0,0 0,-1 0,0-1,1-5,-5 13,0-1,0 0,0 1,0-1,-1 0,0 0,0 0,0 1,0-1,0 0,-1 0,0 0,1 1,-1-1,-1 0,1 1,-1-1,1 1,-1 0,0-1,0 1,0 0,-1 0,1 0,-1 0,0 1,1-1,-1 1,0 0,-1-1,1 1,0 1,-1-1,1 0,-1 1,1 0,-1 0,0 0,1 0,-1 0,0 1,0-1,1 1,-1 0,0 1,0-1,-2 1,-2 2,1 0,0 0,0 0,0 1,1 0,-1 1,1-1,0 1,1 0,-1 1,1-1,0 1,0 0,0 1,1-1,0 1,1 0,-1 0,1 0,1 0,-1 0,1 1,0-1,1 1,0 0,0-1,1 1,0 7,0-11,0-1,0 1,1-1,0 1,0-1,0 1,0-1,0 0,0 1,1-1,0 0,0 0,-1 0,2 0,-1 0,0-1,1 1,-1-1,1 1,0-1,-1 0,1 0,0 0,1 0,-1-1,0 1,0-1,1 0,-1 0,1 0,-1 0,1-1,-1 1,4-1,6 1,0-1,1 0,-1-1,0-1,0 0,0-1,0 0,11-4,-12 3,0-1,-1 0,1 0,-1-1,0-1,0 1,-1-2,0 0,0 0,-1-1,0 0,5-6,-6-13,-8 27,0 1,0 0,0-1,0 1,0-1,0 1,0 0,0-1,0 1,-1-1,1 1,0 0,0-1,0 1,0 0,-1-1,1 1,0 0,0-1,-1 1,1 0,0 0,-1-1,1 1,0 0,-1 0,1 0,0-1,-1 1,1 0,0 0,-1 0,1 0,-1 0,1 0,0 0,-1-1,1 1,-1 1,1-1,0 0,-1 0,1 0,-1 0,1 0,0 0,-1 0,1 0,0 1,-1-1,1 0,0 0,-1 0,1 1,0-1,-1 0,1 1,0-1,0 0,-1 0,1 1,0-1,0 0,-1 1,-1 1,-1 1,0-1,1 1,-1-1,1 1,0 0,0 0,0 0,1 0,-1 0,1 1,-1-1,1 0,0 1,0-1,1 1,-1-1,1 1,-1-1,1 1,0-1,1 1,-1-1,0 1,1-1,0 1,0-1,0 1,0-1,1 0,-1 1,1-1,0 0,0 0,0 0,0-1,1 1,-1 0,2 1,5 2,1 0,0 0,-1-1,2 0,-1 0,1-1,-1-1,1 0,4 0,48 12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6:50.47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241 453,'-12'0,"0"0,1 1,-1 1,0-1,1 2,0 0,-1 0,1 1,1 0,-1 1,0 1,1-1,0 1,1 1,-1 0,1 0,0 1,1 0,0 1,-6 9,11-15,1 1,0 0,0-1,1 1,-1 0,1 0,0 0,0 1,0-1,1 0,-1 0,1 0,0 1,0-1,0 0,1 0,0 0,0 1,0-1,0 0,0 0,1 0,0 0,0-1,0 1,0 0,0-1,1 0,0 1,0-1,0 0,0 0,0 0,0-1,1 1,1 0,12 7,1-1,0-1,1 0,0-2,0 0,0-1,1-1,-1 0,1-2,0 0,0-2,0 0,0-1,-1-1,5-1,-6 2,-1-1,0-1,0-1,-1 0,1-1,-1 0,0-2,0 0,0-1,-1 0,-1-1,1-1,-1 0,-1-1,10-10,-20 19,-1 0,0-1,0 1,0 0,0-1,0 1,-1-1,1 1,-1-1,0 0,1 1,-1-1,0 0,-1 0,1 0,-1 0,1 0,-1 0,0 0,0 0,0 0,0 0,-1 0,1 0,-1 0,0 0,1 0,-1 0,-1 1,1-1,0 0,-1 1,1-1,-1 1,0-1,0 1,0 0,0 0,0 0,-1 0,1 0,-1 0,0 0,-1 1,0 0,0 0,0 0,1 1,-1 0,0 0,0 0,0 0,0 1,0-1,0 1,0 0,1 0,-1 0,0 1,1-1,-1 1,1 0,-1 0,1 0,0 1,0-1,0 1,0 0,1-1,-1 1,1 0,-1 1,1-1,0 0,0 1,1-1,-1 1,1-1,-1 1,1 0,0 0,1 0,-1 0,1-1,-1 1,1 0,1 0,-1 0,0 0,1 0,0 0,0 0,0-1,0 1,0 0,1-1,2 4,2 1,0-1,1 0,0 0,0-1,0 0,1 0,0 0,1-1,-1 0,1-1,0 0,0 0,0-1,0 0,1-1,-1 0,1 0,-1-1,1-1,0 1,0-1,0-1,4 1,0 0,1-1,-1 0,0-1,0-1,0 0,0-1,-1 0,0-1,1-1,-2 0,1-1,-1 0,0-1,0 0,-1-1,0 0,-1-1,0 0,0-1,-1 0,-1 0,0-1,0 0,-1-1,-1 1,4-10,6-30,-2 1,-3-1,-1-1,-3 0,-1-24,-5 59,2-3,-2 0,0 0,-1 0,-1 0,-4-18,5 38,0-1,0 1,0-1,0 1,0-1,0 1,0-1,-1 1,1-1,-1 1,1-1,-1 1,0 0,0-1,1 1,-1 0,0-1,0 1,0 0,0 0,0 0,0 0,-1 0,1 0,0 0,-1 1,1-1,0 0,-1 1,1-1,-1 1,1-1,-1 1,1 0,-1 0,1-1,-1 1,1 0,-1 0,1 1,-1-1,1 0,-1 0,1 1,-2 0,-4 4,-1 1,1 0,0 0,0 1,1 0,-1 0,2 0,-1 1,1 0,0 0,1 1,0-1,-2 6,-5 8,2 1,0 0,2 0,0 0,1 1,2 0,0 0,2 0,1 0,0 1,2-1,1 0,1 0,4 15,-1-24,1-1,0 0,1 0,0 0,2-1,-1-1,2 0,-1 0,2-1,-1 0,2-1,-1 0,1-1,1-1,0 0,0 0,0-2,1 0,0 0,0-1,0-1,1-1,0 0,-1-1,1-1,0 0,0-1,0-1,0 0,-1-1,1-1,0-1,-1 0,0-1,6-2,-13 3,0 0,0 0,-1-1,1 0,-1 0,0-1,-1 0,1 0,-1 0,0-1,0 0,-1 0,0-1,-1 0,1 1,-1-1,-1-1,0 1,0 0,0-1,-1 0,-1 0,1 1,-1-2,-1 8,0 1,-1-1,1 0,0 0,-1 1,1-1,-1 0,1 1,-1-1,0 0,0 1,0-1,0 1,0-1,0 1,0 0,0-1,0 1,-1 0,1 0,0 0,-1 0,1 0,-1 0,0 0,1 1,-1-1,0 0,1 1,-1-1,0 1,1 0,-1 0,0-1,0 1,0 0,1 1,-1-1,0 0,0 0,1 1,-1-1,0 1,1-1,-1 1,0 0,1 0,-1 0,1 0,-1 0,1 0,0 0,-1 0,1 1,0-1,0 0,0 1,0-1,0 1,0-1,0 1,0 0,-1 1,0-1,0 1,1-1,-1 1,1 0,-1 0,1-1,0 1,0 0,0 0,0 1,1-1,-1 0,1 0,0 0,0 0,0 0,0 1,0-1,1 0,-1 0,1 0,0 0,0 0,0 0,1 0,-1 0,0-1,1 1,0 0,0-1,0 1,0-1,0 1,14 8,1 0,-1-2,2 0,-1 0,1-2,0 0,1-1,0-1,-1-1,2 0,-1-1,0-2,1 0,0-1,-18 1,117 7,-3-3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6:50.96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288 327,'-11'-3,"1"1,-1 0,1 1,-1 0,0 1,1 0,-1 0,0 1,1 1,-1-1,1 2,-1 0,1 0,0 1,0 0,1 0,-1 1,1 1,0-1,0 2,1-1,0 1,-1 2,4-5,0 1,1 0,0 0,0 0,1 0,-1 1,1 0,0-1,1 1,-1 0,1 1,0-1,1 0,0 1,0-1,0 0,0 1,1-1,0 1,1-1,0 1,0-1,0 1,0-1,1 0,0 0,1 0,-1 0,1 0,0 0,1-1,1 3,2-3,0 1,1-2,-1 1,1-1,0-1,1 1,-1-1,0-1,1 1,-1-1,1-1,0 0,0 0,0-1,-1 0,1 0,0-1,0 0,0-1,-1 1,1-2,-1 1,1-2,-1 1,0-1,0 0,-1 0,1-1,-1 0,0 0,0-1,-1 0,3-4,5-7,-1 0,-1-1,0-1,-1 0,-2 0,0-1,-1-1,0 1,-2-1,-1-1,0 1,-2 0,0-1,-2 0,0 0,-2 0,0 0,-1 1,-1-1,-1 1,-5-13,7 25,0 1,-1-1,0 1,0 0,-1-1,0 2,0-1,-1 0,-1-1,5 7,0 1,0 0,0 0,0 0,0 0,0 0,0 0,0 0,0 0,-1 0,1 1,0-1,0 0,-1 1,1-1,-1 1,1-1,0 1,-1 0,1 0,-1 0,1-1,-1 1,1 1,-1-1,1 0,0 0,-1 0,1 1,-1-1,1 1,0-1,-1 1,1 0,0-1,0 1,-1 0,1 0,0 0,0 0,0 0,0 0,0 0,0 1,-35 59,27-37,1 0,1 1,2 0,0 0,1 0,2 0,1 1,1 0,0-1,3 1,0-1,4 16,-3-29,1 0,0 0,1 0,0-1,1 0,0 0,1-1,0 1,0-2,1 1,0-1,1-1,0 0,1 0,-1-1,1 0,1-1,-1 0,1-1,0 0,0-1,1 0,-1-1,1 0,0-1,0-1,0 0,0-1,0 0,-1-1,1 0,9-3,32-8,-8-4</inkml:trace>
  <inkml:trace contextRef="#ctx0" brushRef="#br0" timeOffset="936.48">756 460,'-4'3,"0"0,1 0,0 0,0 0,0 1,0-1,0 1,1 0,0 0,0 0,0 0,0 0,0 0,1 1,0-1,0 0,0 1,0-1,1 1,-1-1,1 1,1-1,-1 1,0-1,1 1,0-1,0 0,1 1,-1-1,1 0,0 0,0 0,0 0,0 0,1 0,1 1,1-1,-1-1,1 0,0 0,1 0,-1-1,0 0,1 0,-1 0,1 0,0-1,-1 0,1-1,0 1,0-1,-1 0,1 0,0-1,0 1,-1-2,1 1,0 0,-1-1,1 0,-1 0,0-1,0 0,0 0,0 0,0 0,0-1,-1 1,0-1,0 0,1-2,-3 2,-1 1,0-1,0 0,-1 0,1 0,-1 0,0 1,0-1,0 0,-1 0,1 0,-1 0,0 0,0 1,0-1,0 0,-1 1,0-1,1 1,-1-1,0 1,-1 0,0-1,-65-65,-14 29,82 39,0 1,0 0,0 0,1 0,-1 0,0 0,0 0,0 0,0-1,0 1,0 0,0 0,0 0,0 0,1 0,-1-1,0 1,0 0,0 0,0 0,0 0,0 0,0-1,0 1,0 0,0 0,0 0,0 0,0-1,0 1,0 0,0 0,-1 0,1 0,0-1,27 1,-21 1,122-4,96 7,-220-5,0 1,0 1,0-1,0 0,-1 1,1 0,0 0,0 0,-1 0,1 0,-1 1,1 0,-1-1,0 1,0 1,1-1,-1 0,-1 1,1 0,0-1,-1 1,1 0,-1 0,0 1,0-1,0 0,0 1,0 3,-7 70,3-71,1 1,-1 0,1 0,1-1,-1 1,1 0,0 0,1 0,0 0,0 0,1 4,0-8,-1-1,0 1,1-1,-1 0,1 0,0 0,-1 0,1 0,0 0,1 0,-1-1,0 1,0 0,1-1,-1 0,1 0,-1 0,1 0,-1 0,1 0,0-1,-1 1,1-1,0 0,-1 0,1 0,0 0,75-12,-58 5,0-1,-1-2,0 0,0 0,-1-2,0 0,-1-1,-1-1,0-1,-1 0,-1-1,0 0,2-6,-15 21,1-1,0-1,0 0,0 1,0-1,0 0,-1-1,1 1,-1 0,0 0,0-1,0 1,0 0,-1-1,1 1,-1-1,0 1,-13 11,10-4,1-1,-1 1,1 0,0 0,1 0,-1 0,1 0,-1 1,1-1,1 0,-1 1,0-1,1 1,0-1,0 1,1-1,-1 0,1 1,0-1,0 0,0 1,0-1,1 0,0 0,0 0,0 0,0 0,1-1,-1 1,1-1,0 1,0-1,1 0,-1 0,0 0,1-1,0 1,1 0,14 3,0 0,0-2,0 0,1-1,0-1,-1 0,1-2,0-1,0 0,0-1,9-3,-12 3,-13 1,-1 0,1 0,-1 0,0 1,1-1,-1 1,1 0,-1 0,1 1,-1-1,1 1,-1-1,0 1,1 0,-1 1,0-1,0 0,1 1,-1 0,0 0,-1 0,3 1,0 2,0-1,0 0,0 0,0 0,1-1,-1 0,1 0,0 0,0-1,0 0,0 0,1 0,-1-1,1 0,-1 0,1 0,-1-1,1 0,-1-1,0 1,1-1,-1-1,1 1,-1-1,3-1,-5 2,-1-1,0 1,1-1,-1 0,0 0,0 0,-1 0,1 0,0-1,-1 0,1 1,-1-1,0 0,0 0,0 0,0 0,0 0,-1-1,0 1,1 0,-1-1,0 1,-1-1,1 1,-1-1,1 0,-1 1,0-1,0 1,-1-1,1 0,-1 1,0-1,0 1,0-1,0 1,-1 0,1-1,-1 1,-1-1,-1-3,-1 1,-1-1,1 1,-1 1,0-1,-1 1,1 0,-1 0,0 1,0 0,0 0,-1 1,1 0,-1 0,0 1,0-1,0 2,0-1,0 1,0 1,0-1,0 2,-1-1,1 1,0 0,0 0,0 1,0 0,0 1,1 0,-1 0,1 0,0 1,0 0,0 1,0 0,1 0,-5 4,9-6,0 0,0 0,0 0,0 0,1 0,-1 1,1-1,0 1,0-1,0 1,0-1,1 1,-1 0,1-1,0 1,0 0,1 0,-1-1,1 1,-1-1,1 1,0 0,1-1,-1 0,0 1,1-1,0 0,0 0,0 0,0 0,1 0,-1 0,1 0,-1-1,1 1,0-1,0 0,0 0,0 0,1 0,-1-1,3 2,82 23,-46-20</inkml:trace>
  <inkml:trace contextRef="#ctx0" brushRef="#br0" timeOffset="1236.668">2307 86,'-16'0,"0"1,1 0,-1 0,1 2,0 0,-1 1,1 0,1 1,-1 1,1 1,0 0,0 0,-7 7,19-13,0 0,-1 1,2-1,-1 1,0 0,0 0,0-1,1 1,-1 0,1 1,0-1,-1 0,1 0,0 0,0 1,1-1,-1 0,0 1,1-1,-1 1,1-1,0 1,0-1,0 1,0-1,0 1,1-1,-1 1,1-1,-1 1,1-1,0 0,0 1,0-1,0 0,1 0,-1 0,1 0,-1 0,1 0,0 0,-1 0,1-1,0 1,1 0,124 86,-104-76,-2 0,0 2,-1 1,0 1,-1 0,8 10,6 46,-30-68,0-1,0 0,0 0,0 0,0 0,0-1,1 1,-1-1,1 0,0 0,0 0,0 0,0-1,0 1,0-1,0 0,0-1,1 1,-1-1,0 0,4 0,1 2,34 3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6:52.81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53 150,'-10'25,"0"1,2 1,1-1,1 1,1 1,2-1,0 1,2-1,2 22,-1-41,0 7,0-1,1 1,0 0,1 0,1-1,0 1,1-1,1 3,-5-17,0 1,0-1,0 0,1 1,-1-1,0 0,0 1,0-1,0 0,0 0,0 1,1-1,-1 0,0 0,0 1,0-1,1 0,-1 0,0 0,0 1,1-1,-1 0,0 0,0 0,1 0,-1 0,0 1,1-1,-1 0,0 0,1 0,-1 0,0 0,0 0,1 0,-1 0,0 0,1 0,-1 0,0 0,1-1,-1 1,0 0,0 0,1 0,-1 0,0 0,0-1,1 1,-1 0,0 0,0 0,1-1,-1 1,0 0,0 0,0-1,1 1,-1 0,0 0,0-1,0 1,0 0,0-1,0 1,0 0,0 0,0-1,0 1,8-24,2-31,-2-1,-3 0,-3-1,-2 0,-5-12,0 93,8-20,0-1,1-1,-1 1,1 0,-1-1,1 1,0-1,0 0,0-1,0 1,0-1,1 1,-1-1,0-1,1 1,-1 0,0-1,1 0,-1 0,1-1,-1 1,0-1,1 0,-1 0,0 0,0 0,1-1,9-2,0-1,-1-1,0 0,0 0,0-1,-1-1,0 0,0-1,-1 0,0-1,-1 0,0 0,-1-1,0-1,1-2,9-24,-19 38,-1 0,1 0,0 0,0 0,0 0,0 0,0 0,-1 0,1-1,0 1,0 0,0 0,0 0,0 0,-1 0,1 0,0 0,0 0,0-1,0 1,0 0,0 0,0 0,0 0,0 0,0-1,0 1,-1 0,1 0,0 0,-9 18,1 2,1 0,1 1,1 0,1 0,1 0,0 1,2-1,1 1,0-1,1 1,2-1,3 15,-5-29,1 0,0 0,0 0,1 0,0 0,0-1,0 1,1-1,0 0,0 0,1 0,0-1,0 1,0-1,0 0,1-1,0 1,0-1,0 0,1-1,-1 0,1 0,0 0,0 0,0-1,0-1,0 1,0-1,0 0,1 0,-1-1,2 0,20-5</inkml:trace>
  <inkml:trace contextRef="#ctx0" brushRef="#br0" timeOffset="719.607">628 324,'-3'5,"0"0,0 0,0 1,0-1,1 1,0 0,1 0,-1 0,1 0,0 0,0 0,1 0,0 1,0 2,-1 4,10 93,-8-103,-1 0,1 0,0 0,0 0,0 0,1 0,-1-1,1 1,-1 0,1-1,0 1,0-1,0 0,1 0,-1 0,0 0,1 0,-1 0,1 0,0-1,0 1,-1-1,1 0,0 0,0 0,0 0,0-1,0 1,0-1,0 1,1-1,0 0,4-3,1 1,-1-1,0 0,0-1,0 0,-1 0,1-1,-1 0,0 0,0-1,-1 0,0 0,0 0,0-1,-1 0,0 0,0-1,0-1,7-12,-2 0,0-1,-2 0,0-1,-2 1,0-2,-2 1,0 0,-2-1,0 0,-2-12,1 14,0 19,0 1,-1-1,1 1,0-1,0 1,0-1,1 1,-1 0,1-1,-1 1,1 0,0 0,-1 0,1 1,0-1,0 0,1 1,-1-1,0 1,0-1,1 1,-1 0,1 0,-1 0,1 1,-1-1,1 1,0-1,-1 1,1 0,0 0,-1 0,1 0,-1 0,1 1,0-1,1 0,-2-1,1 1,-1 0,1-1,-1 1,1 0,-1 0,1 1,-1-1,0 0,1 1,-1 0,1-1,-1 1,0 0,0 0,1 0,-1 1,0-1,0 0,0 1,0-1,0 1,-1 0,1 0,0 0,-1 0,1 0,-1 0,0 0,0 0,0 0,0 1,1 1,56 165,-46-142,2-1,0 0,2-1,1-1,1 0,0-1,2-1,1-1,16 13,-35-31,0-1,0 0,0 0,0 0,0 0,0-1,0 1,1 0,-1-1,1 1,-1-1,1 0,0 0,-1 0,1 0,0-1,0 1,-1-1,1 0,0 1,0-1,0 0,-1-1,1 1,0 0,0-1,0 0,-1 1,1-1,0 0,-1-1,3 0,-2-5,0-1,0 0,0 0,-1 0,0-1,-1 1,0 0,0-1,-1 1,0 0,0-1,-1-3,0-6,1 13,1-14,0 0,-2 0,0 0,-2 0,0 1,0-1,-2 1,-1 0,-5-13,10 29,0 1,0-1,0 0,0 1,0-1,0 1,-1-1,1 1,-1 0,1-1,-1 1,1 0,-1 0,0 0,0 0,1 0,-1 1,0-1,0 0,0 1,0 0,0-1,0 1,0 0,0 0,0 0,0 0,0 0,0 1,1-1,-1 0,0 1,0 0,0-1,0 1,0 0,0 0,-61 46,18 3,2 3,2 1,-9 20,17-26,-49 75,51-74</inkml:trace>
  <inkml:trace contextRef="#ctx0" brushRef="#br0" timeOffset="953.492">1523 497,'21'0,"15"0,14-2,4-3,-6-1</inkml:trace>
  <inkml:trace contextRef="#ctx0" brushRef="#br0" timeOffset="1854.121">1871 390,'0'219,"0"-216,-1-1,1 1,0 0,0-1,0 1,0 0,0-1,1 1,-1-1,1 1,-1 0,1-1,0 1,0-1,0 0,0 1,1-1,-1 0,1 0,-1 0,1 1,0-2,0 1,0 0,0 0,0-1,0 1,0-1,1 1,-1-1,0 0,1 0,-1 0,1 0,-1-1,1 1,0-1,-1 1,2-1,7-3,-1 0,0-1,1 0,-1-1,-1 0,1-1,-1 0,0 0,0-1,-1 0,0 0,0-1,-1 0,0 0,0-1,-1 0,5-9,-10 16,1 0,0-1,0 1,0-1,-1 0,1 1,-1-1,1 0,-1 0,0 0,-1 1,1-1,0 0,-1-1,1 1,-1 0,0 0,0 0,-14 24,12-18,1 0,0 0,0 0,0 0,1 0,-1 0,1 0,-1 0,1 0,0 0,0 1,0-1,1 0,-1 0,1 0,0 0,0 0,0 0,0 0,0 0,1-1,-1 1,1 0,0-1,-1 1,1-1,1 1,-1-1,0 0,0 0,1 0,-1 0,2 0,0 0,0 0,0-1,0 0,0 0,0 0,0 0,0-1,0 0,1 1,-1-2,0 1,0 0,0-1,0 0,0 0,0 0,0 0,0-1,0 1,0-1,-1 0,1 0,-1 0,1-1,-1 1,0-1,0 0,0 0,0 0,0-2,4-4,0 0,-1-1,0 0,-1 0,0-1,0 1,-1-1,-1 0,0 0,1-7,-1 8,-1 0,0 0,-1-1,0 1,0 0,-1-1,-1 1,0 0,0-1,-1 1,0 0,0 0,-2 0,1 0,-1 1,-3-7,7 16,0 1,0-1,0 0,0 0,1 0,-1 0,0 0,0 0,0 0,0 0,1 0,-1 0,0 0,0 0,0 0,1 0,-1 0,0 0,0 0,0-1,0 1,1 0,-1 0,0 0,0 0,0 0,0 0,0 0,0 0,1-1,-1 1,0 0,0 0,0 0,0 0,0 0,0-1,0 1,0 0,0 0,0 0,1 0,-1-1,0 1,0 0,0 0,0 0,0-1,0 1,0 0,0 0,-1 0,1 0,0-1,0 1,0 0,0 0,25 9,-16-5,49 14,-45-16,0 1,0 1,-1 0,1 1,-1 0,0 0,-1 2,0-1,0 2,0-1,0 1,-1 1,2 3,-9-7,-1 0,1 0,-1 1,0-1,-1 1,1-1,-1 1,0 0,-1-1,1 1,-1 0,0 0,-1 0,1-1,-1 1,0 0,0 0,-2 2,-2 57,7-62,-1 0,1 0,0 0,0 0,0-1,1 1,-1-1,1 0,-1 0,1 0,0 0,0 0,0 0,0-1,0 1,0-1,0 0,0 0,1 0,-1-1,0 1,1-1,-1 1,1-1,-1 0,0-1,1 1,-1 0,0-1,1 0,-1 0,2-1,9 0,-1 0,1-2,-1 0,0 0,0-1,0-1,-1 0,0 0,0-2,0 1,-1-1,0-1,-1 0,0-1,0 0,-1 0,0-1,-1 0,3-6,-8 11,-6 11,-5 13,5-13,1 0,0 1,1-1,-1 1,1-1,0 1,0 0,0-1,1 1,0 0,0-1,1 1,0 0,0-1,0 1,0 0,1-1,0 0,0 1,1-1,-1 0,1 0,0 0,0-1,1 1,-1-1,1 1,0-1,1-1,-1 1,0 0,1-1,0 0,0 0,5 2,53-6,-34-10</inkml:trace>
  <inkml:trace contextRef="#ctx0" brushRef="#br0" timeOffset="2107.447">3047 70,'-15'-7,"-9"-2,1-2,6-1,9-4,5 2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7:34.38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60 13,'11'-4,"0"2,0 0,0 0,1 1,-1 0,1 1,-1 0,1 1,-1 0,1 1,-1 0,0 1,0 0,3 2,-12-4,-1 0,1 0,0 0,0 0,-1 1,1-1,0 1,-1-1,1 1,-1-1,0 1,0 0,1-1,-1 1,0 0,-1 0,1 0,0 0,0 0,-1 0,1 0,-1 0,0 0,1 0,-1 0,0 1,0-1,-1 0,1 0,0 0,-1 0,1 0,-1 0,0 0,1 0,-1 0,0 0,0 0,-50 67,-112 84,128-106,34-46,0 0,1 0,-1 0,1 0,0 1,-1-1,1 0,0 1,0-1,-1 0,1 0,0 1,1-1,-1 0,0 0,0 1,0-1,1 0,-1 0,0 1,1-1,0 0,-1 0,1 0,-1 0,1 0,0 0,0 0,0 0,0 0,0 0,0 0,0 0,0 0,0-1,0 1,0-1,0 1,0-1,1 1,0 0,13 3,0 0,1 0,0-2,-1 0,1-1,0 0,13-2,0 1,268 0,-247 3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7:33.01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47 1,'0'13,"0"17,-2 11,-1 11,-2 5,-2 0,-1-3,0-8,0-10,2-11</inkml:trace>
  <inkml:trace contextRef="#ctx0" brushRef="#br0" timeOffset="251.845">75 28,'-3'16,"5"11,5 12,10 4,7 6,5 2,2 0,1-5,-2-5,-2-7,-5-10,-6-8</inkml:trace>
  <inkml:trace contextRef="#ctx0" brushRef="#br0" timeOffset="435.353">341 14,'-6'13,"-3"17,0 14,0 11,1 7,2 5,2 2,1-1,2-6,1-13</inkml:trace>
  <inkml:trace contextRef="#ctx0" brushRef="#br0" timeOffset="921.083">462 482,'-3'-6,"-8"-18,1-1,2 0,0-1,1 0,1-2,7 25,0 0,0 0,0-1,0 1,1 0,-1 0,1 0,-1 0,1 1,0-1,0 0,1 1,-1-1,0 1,1 0,-1 0,1 0,0 0,0 0,0 1,0-1,0 1,0-1,0 1,0 0,1 1,-1-1,0 1,1-1,-1 1,0 0,1 0,-1 0,0 1,2-1,9-2,6-2,-17 2,-1 1,1 0,0-1,-1 1,1 0,0 0,0 0,0 1,0-1,0 1,0 0,0 0,0 0,0 0,0 0,0 1,0-1,0 1,0 0,0 0,0 0,0 0,-1 0,1 1,0-1,-1 1,1 0,-1 0,0-1,1 2,-1-1,0 0,0 0,-1 1,1-1,0 1,-1-1,1 1,-1 0,1 14,-1-1,-1 0,0 0,-1 1,-1-1,-1 0,0 3,-5 28,-16 65,24-110,0-1,0 1,0 0,0-1,0 1,1-1,-1 1,0 0,1-1,-1 1,1-1,-1 1,1-1,0 0,0 1,-1-1,1 0,0 1,0-1,0 0,1 0,-1 0,0 0,0 0,1 0,-1 0,0 0,1 0,-1-1,1 1,-1-1,1 1,-1-1,1 1,-1-1,1 0,0 0,-1 0,1 0,-1 0,1 0,0 0,-1-1,1 1,-1 0,1-1,-1 1,24-1,0-1,0-1,-1-1,1-1,-1-1,15-7,7-3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7:46.13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254 371,'-12'1,"0"0,0 0,1 1,-1 0,0 1,1 1,0 0,-1 0,2 1,-1 0,0 1,1 1,0-1,1 1,0 1,0 0,0 0,1 1,0 0,1 0,0 1,0 0,1 0,0 1,-2 7,7-15,0 0,1 0,-1 0,1 0,0 0,0 1,0-1,0 0,0 0,1 0,-1 0,1 1,0-1,0 0,0 0,0 0,0-1,1 1,0 0,-1 0,1-1,0 1,0-1,0 0,1 1,-1-1,1 0,-1 0,1-1,-1 1,1 0,0-1,0 0,0 1,0-1,0 0,0-1,0 1,2 0,3 0,0 0,0-1,1 0,-1 0,0-1,0 0,1-1,-1 1,0-2,0 1,0-1,-1 0,1-1,-1 1,0-2,0 1,0-1,4-3,2-3,1-1,-2 0,0-1,0 0,-2-1,1-1,-2 1,4-9,-1-1,-2 0,0-1,-2-1,-1 1,0-1,-2 0,-2-1,0 1,-1-1,-2 0,-1 1,-1-1,-1 0,-2-5,-21-33,26 64,-1 1,0-1,1 1,-1 0,0 0,1-1,-1 1,0 0,0 0,1 0,-1 0,0 0,0 0,1 0,-1 0,0 0,0 0,1 0,-1 0,0 0,1 1,-1-1,0 0,0 1,1-1,-1 0,1 1,-1-1,0 1,1-1,-1 1,1-1,-1 1,1-1,-1 1,1 0,0-1,-1 1,1 0,0-1,-1 1,1 0,0-1,0 1,-1 0,1 0,0-1,0 1,0 0,0 0,-8 27,1-1,2 1,0 0,2 1,1-1,1 18,0-24,0 2,-1 12,1 0,1 0,2 0,2-1,1 1,2 0,-7-31,1-1,0 1,0-1,1 1,-1-1,1 0,0 0,0 0,0 0,0 0,1 0,0 0,0-1,0 1,0-1,0 0,1 0,-1 0,1 0,0-1,0 0,0 1,0-1,0-1,1 1,-1-1,1 1,-1-1,0 0,1-1,0 1,-1-1,3 0,7-4,1-1,-1 0,0-1,-1-1,0 0,0-1,0 0,-1-1,0 0,0-1,-1 0,-1-1,0 0,0-1,-1 0,4-7,-7 11,-1 0,0 0,0-1,0 1,-1-1,0 0,-1 0,0-1,-1 1,1-5,-2 13,-1 1,0-1,0 1,1-1,-1 0,0 1,0-1,0 0,0 1,0-1,0 0,0 1,0-1,0 1,0-1,0 0,0 1,0-1,0 0,-1 1,1-1,0 1,0-1,-1 0,1 1,0-1,-1 1,1-1,-1 1,1-1,-1 1,1 0,-1-1,1 1,-1-1,1 1,-1 0,0 0,1-1,-1 1,1 0,-1 0,0 0,1-1,-1 1,0 0,1 0,-1 0,0 0,-27 21,23-14,0 0,1 1,0-1,0 1,0 0,1 0,1 0,-1 1,2-1,-1 1,0 6,2-11,-1 0,1 0,0 0,1 0,-1 0,1 0,0 0,0-1,0 1,0 0,0 0,1-1,0 1,0-1,0 1,0-1,0 0,1 0,-1 0,1 0,0 0,0-1,0 1,0-1,1 0,2 2,37 12,3-7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7:52.13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258 205,'-7'-4,"0"0,-1 1,1 0,-1 1,1-1,-1 1,0 1,1-1,-1 1,0 1,0 0,0 0,0 0,0 1,0 0,0 0,1 1,-1 0,0 1,1 0,0 0,0 0,0 1,0 0,0 0,1 1,-1 0,1 0,-1 2,4-4,0 0,-1 1,1-1,1 1,-1 0,0 0,1 0,0 1,0-1,0 0,1 1,-1-1,1 1,0 0,0-1,1 1,-1 0,1-1,0 1,1 0,-1 0,1-1,0 1,0 0,0-1,0 1,1-1,0 1,0-1,0 0,1 0,-1 0,1 0,0 0,0-1,0 1,1-1,-1 0,1 0,0 0,4 1,1-1,0 1,0-2,0 1,0-2,0 1,0-1,1 0,-1-1,0 0,1 0,-1-1,0-1,0 1,7-3,132-54,-130 51,-2-2,1 0,-1-1,-1 0,0-2,0 1,-1-2,0 0,-2-1,1 0,-2-1,0 0,0-1,-2 0,0 0,-1-1,5-13,-11-3,-6 38,1 3,0 1,1-1,1 1,0-1,0 1,0 0,1 0,0-1,1 1,0 0,0-1,1 1,0-1,1 1,0-1,0 0,1 0,-1 0,5 5,-6-11,1 1,0-1,0 1,0-1,0 0,0 0,1 0,-1-1,1 1,-1-1,1 1,-1-1,1-1,0 1,0 0,-1-1,1 0,0 0,0 0,-1 0,1 0,0-1,0 0,-1 0,1 0,1 0,5-3,0 0,-1 0,1-1,-1 0,0-1,0 0,-1 0,8-7,-8 5,0 0,0 0,-1 0,0-1,0-1,-1 1,0-1,-1 0,0 0,0 0,-1-1,-1 0,0 0,0 0,-1 0,-1 0,1 0,-2-11,-9-3,-3 40,9-2,2-1,0 1,0-1,2 1,-1-1,1 1,1-1,0 1,1-1,0 0,1 0,1 0,0 0,0-1,1 0,0 0,6 7,-6-13,0 1,0-1,1 0,0-1,0 1,0-1,0-1,0 0,1 1,0-2,0 1,-1-1,1-1,0 0,1 0,-1 0,0-1,0 0,0 0,0-1,0 0,0-1,0 0,0 0,0-1,-1 1,3-3,31-12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7:50.15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0 381,'9'18,"-1"0,-1 0,0 1,-1 0,-2 0,0 1,-1-1,0 1,-2 0,-1 9,1-24,5 98,-6-103,0 1,1 0,-1-1,0 1,0 0,1-1,-1 1,0-1,1 1,-1-1,1 1,-1-1,1 1,-1-1,1 1,-1-1,1 1,-1-1,1 0,0 1,-1-1,1 0,-1 0,1 1,0-1,-1 0,1 0,0 0,-1 0,1 0,0 0,-1 0,1 0,0 0,0 0,-1 0,1 0,-1 0,1-1,0 1,-1 0,1-1,0 1,-1 0,1-1,-1 1,1-1,-1 1,1-1,-1 1,1-1,-1 1,1-1,-1 1,0-1,1 1,-1-1,0 0,0 1,1-1,-1 0,0 1,0-1,0 0,0 1,0-1,0 0,57-76,-42 54,1 1,0 1,2 1,0 0,9-5,-26 24,-1 0,1 0,-1 1,1-1,-1 0,1 0,-1 1,1-1,0 1,-1-1,1 1,0-1,0 1,-1-1,1 1,0-1,0 1,0 0,0 0,-1-1,1 1,0 0,0 0,0 0,0 0,0 0,0 0,-1 0,1 0,0 0,0 1,0-1,0 0,0 0,-1 1,1-1,0 1,0-1,0 1,-1-1,1 1,0-1,-1 1,1 0,-1-1,1 1,-1 0,1-1,-1 1,1 0,-1 0,1 0,-1-1,0 1,0 0,1 0,-1 1,-7 174,7-174,1 1,-1-1,1 0,0 0,0 0,0 0,0 0,0 0,1 0,-1-1,0 1,1 0,0-1,-1 1,1-1,0 0,0 1,-1-1,1 0,0 0,0 0,0 0,1 0,-1-1,0 1,0-1,0 1,0-1,1 0,-1 0,0 0,0 0,1 0,-1-1,1 1,79-21,-77 19,4-1,-7 2,0-1,0 1,0 0,0 0,0 0,0 1,0-1,0 0,0 1,0-1,0 1,0 0,0 0,0 0,0 0,1 0,-1 0,0 1,0-1,0 1,0-1,0 1,0 0,0-1,0 1,0 0,0 1,-1-1,1 0,0 0,-1 1,2 1,-1 0,1 1,-1-1,1 0,0 0,0 0,0 0,0-1,0 1,0-1,1 0,-1 0,1 0,0 0,-1 0,1-1,0 0,0 0,0 0,0 0,0-1,0 1,0-1,3 0,-2 1,0-1,0 1,1-1,-1-1,0 1,0-1,1 1,-1-1,0-1,0 1,0-1,0 0,0 0,-1 0,1-1,0 0,-1 0,0 0,0 0,0-1,0 1,0-1,-1 0,0 0,0 0,0-1,1 0,-3 0,0 1,-1 0,1-1,-1 1,0-1,0 1,0-1,0 1,-1-1,0 1,0 0,0-1,-1 1,1 0,-1 0,0 0,0 0,0 0,-1 0,1 1,-1-1,0 1,0-1,0 1,-1 0,1 1,-1-1,1 0,-1 1,0 0,-1-1,2 3,1 0,-1 0,1 0,-1 0,0 0,1 1,-1-1,1 1,-1-1,1 1,0 0,-1 0,1 0,0 0,-1 1,1-1,0 0,0 1,0 0,0 0,0-1,1 1,-1 0,1 0,-1 0,1 1,-1-1,1 0,0 1,0-1,0 0,1 1,-1-1,0 2,-7 22</inkml:trace>
  <inkml:trace contextRef="#ctx0" brushRef="#br0" timeOffset="298.742">950 662,'13'-67,"-4"-1,-2 0,-3-21,-3 69,11-316,-9 323,-1 24,-10 243,5 111,3-355,-1 2,1 1,0-1,1 0,0 0,1 1,0-1,1 0,0 0,1-1,1 1,0-1,0 0,7 10,4-8,-1-7</inkml:trace>
  <inkml:trace contextRef="#ctx0" brushRef="#br0" timeOffset="1199.656">830 407,'16'9,"1"-1,-1-1,1 0,1-2,-1 0,1-1,0 0,0-2,0 0,0-1,1-1,12-1,347-6,-317 18,-61-10,0 0,0 0,0 0,0 0,-1-1,1 1,0 0,0 0,-1 0,1 0,-1 0,1 0,-1-1,1 1,-1 0,1 0,-1-1,0 1,1 0,-1-1,0 1,0-1,1 1,-1-1,0 1,0-1,0 0,0 1,0-1,0 0,1 0,-1 1,-1-1,2 0,-59 24,47-20,-1 0,1 0,0 1,0 1,1 0,-1 0,2 2,-1-1,1 1,0 1,0-1,1 2,0-1,-3 6,11-12,0 0,-1 0,2 0,-1 1,0-1,0 0,1 0,0 0,0 1,0-1,0 0,0 0,1 1,-1-1,1 0,0 0,0 0,0 0,0 0,0 0,1 0,0 0,-1 0,1-1,0 1,0-1,0 1,1-1,-1 0,1 0,-1 0,1 0,0 0,-1-1,1 1,0-1,0 1,0-1,0 0,1-1,-1 1,0 0,0-1,0 0,1 0,-1 0,1 0,9-1,-1 0,1-1,-1-1,1 0,-1 0,0-1,-1-1,1 0,-1-1,0 0,0-1,0 0,-1 0,0-1,-1 0,0-1,0 0,-1-1,0 0,-1 0,0-1,0 0,4-11,0 17,-10 28,-1-11,27 83,-26-92,1 0,-1-1,0 0,1 1,0-1,-1 0,1 1,0-1,0 0,0 0,1-1,-1 1,0 0,1-1,-1 1,1-1,-1 0,1 0,0 0,-1 0,1 0,0-1,0 1,-1-1,1 0,0 0,0 0,0 0,0 0,-1-1,1 1,0-1,0 0,0 1,7-6,1-1,-1 0,1 0,-2-1,1 0,-1-1,-1 0,0-1,0 1,0-1,-2-1,1 0,-1 0,0-2,10-19,-2-1,-1-1,-2 0,-1-1,-2 0,-2 0,-1-1,-1 1,-2-1,-2 0,-1-9,-12-49,13 94,0-1,0 0,0 1,0-1,-1 0,1 1,0-1,0 0,0 1,-1-1,1 1,0-1,-1 1,1-1,0 0,-1 1,1-1,-1 1,1 0,-1-1,1 1,-1-1,1 1,-1 0,1-1,-1 1,0 0,1 0,-1-1,1 1,-1 0,0 0,1 0,-1 0,0 0,1 0,-1 0,0 0,1 0,-1 0,0 0,1 0,-1 1,1-1,-1 0,0 0,1 1,-1-1,1 0,-1 1,1-1,-1 0,1 1,-1-1,1 1,-1-1,1 1,-1-1,1 1,0-1,-1 1,1 0,-8 11,1 1,1 1,0-1,0 1,1 0,1 0,1 1,0-1,0 6,0-5,-8 37,2 1,3 1,2-1,2 53,3-93,1 1,0-1,0 0,1 0,1 0,0 0,6 10,-8-18,0-1,0 0,1 0,-1 0,1 0,0-1,0 1,1-1,-1 0,1 1,-1-2,1 1,0 0,0-1,0 0,1 0,-1 0,0 0,1-1,0 1,-1-1,1 0,3 0,4-3,-1 0,0 0,0-1,0 0,0-1,-1 0,1-1,-1 0,0 0,0-1,-1-1,0 1,0-2,0 1,-1-1,0 0,-1-1,0 0,0 0,-1-1,0 0,0 0,1-5,-5 12,0-1,0 0,0 1,0-1,0 0,-1 0,0 0,1-1,-2 1,1 0,0 0,-1 0,0-1,0 1,0 0,-1-1,1 1,-1 0,0-1,1 5,-1-1,1 0,0 1,-1-1,1 1,0-1,-1 1,1-1,-1 1,1-1,-1 1,1 0,-1-1,1 1,-1 0,1-1,-1 1,0 0,1 0,-1 0,1-1,-1 1,0 0,1 0,-1 0,0 0,1 0,-1 0,1 0,-1 0,0 0,1 0,-1 1,0-1,1 0,-1 0,1 1,-1-1,1 0,-1 1,0-1,1 0,0 1,-1-1,1 1,-1-1,1 1,-1-1,1 1,0-1,-1 1,1-1,0 1,0-1,-1 1,1 0,0-1,-18 36,15-29,0 0,1 1,1-1,-1 1,1-1,0 1,1 0,0-1,0 1,0 0,1-1,0 1,1 0,0-1,0 0,0 1,1-1,0 0,1 0,0-1,0 1,0-1,1 0,-1 0,1 0,1 0,-1-1,1 0,0 0,0-1,1 1,-1-2,1 1,0 0,6 1,-7-3,-1-1,0 0,1 0,0-1,-1 1,1-1,-1 0,1-1,-1 1,1-1,-1 0,1-1,-1 1,0-1,0 0,1 0,-1-1,-1 1,1-1,0 0,-1-1,1 1,-1-1,14-15</inkml:trace>
  <inkml:trace contextRef="#ctx0" brushRef="#br0" timeOffset="1447">1672 381,'16'-2,"21"-4,25-4,26-4,27-1,22 0,15-1,-17 4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7:49.33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0 702,'13'-30,"-1"0,-2-1,-2 0,4-24,34-101,-45 152,0 0,0 1,0-1,1 1,-1-1,1 1,0-1,0 1,1 0,-1 0,0 0,1 0,0 1,0-1,0 1,0 0,0-1,0 1,0 0,1 1,-1-1,1 1,-1-1,1 1,0 0,0 1,-1-1,3 0,2 5,1 0,-1 1,0 0,0 0,0 1,-1 0,0 0,0 1,-1-1,1 1,-2 1,1-1,-1 1,4 8,43 91,-50-104,-1 1,0-1,0 1,0 0,-1-1,0 1,1 0,-1-1,0 1,-1 0,1-1,-1 1,1 0,-1-1,0 1,-1-1,1 1,-1-1,1 1,-1-1,0 0,0 0,0 0,-1 0,1 0,-1-1,1 1,-1-1,-3 2,4-2,-1 0,0-1,1 0,-1 0,0 0,0 0,0 0,0 0,0-1,0 1,0-1,0 0,0 0,0 0,-1-1,1 1,0-1,0 1,0-1,1 0,-1 0,0 0,0-1,0 1,1-1,-1 1,1-1,-1 0,1 0,0 0,-1 0,1-1,0 1,1 0,-1-1,0 0,1 1,-1-1,1 0,0 0,0 0,0 0,0 0,1 0,-1 0,1 0,0 0,-1 0,1 0,1 0,-1 0,0 0,1 0,0-2,3-6,1 1,0 0,1 0,0 0,0 1,1 0,0 0,0 0,1 1,0 0,1 1,0 0,0 0,0 1,1 0,0 1,0 0,8-2,-5-1,1 2,0 0,0 0,0 1,1 1,0 1,0 0,0 0,0 2,0 0,13 1,-24 1,0 0,0 0,0 0,-1 1,1 0,0-1,-1 1,1 1,-1-1,1 0,-1 1,0 0,0 0,0 0,-1 0,1 0,-1 0,1 1,-1-1,0 1,-1 0,1-1,0 1,-1 0,1 4,13 103,-16-74,8 48,-6-84,1 0,0 0,0 1,-1-1,1 0,0 0,0-1,0 1,0 0,0-1,1 1,-1-1,0 0,0 1,0-1,0 0,0 0,1-1,-1 1,0 0,0-1,0 1,0-1,0 0,0 0,0 0,0 0,0 0,0 0,-1 0,1 0,0-1,-1 1,1-1,-1 1,1-1,-1 0,0 1,1-2,19-17,0-1,-2 0,0-2,-1 0,-2-1,0-1,-2 0,-1-1,6-17,-2-10,-19 47,-5 22,3-4,0 1,2 0,-1 0,2 0,0 1,0-1,1 0,1 0,0 1,1-1,0 0,1 0,1-1,0 1,4 9,-6-19,0 0,1 1,-1-1,1 0,0 0,-1 0,1-1,1 1,-1-1,0 0,1 0,-1 0,1 0,-1 0,1-1,0 1,0-1,0 0,-1 0,1-1,0 1,0-1,0 0,0 0,0 0,0-1,0 1,0-1,0 0,0 0,0 0,2-2,6-2,-1 0,1-1,-1-1,0 0,-1 0,1-1,-1 0,-1-1,6-6,-6 4,1 0,-2 0,0-1,0 0,-1-1,-1 1,0-1,0-1,-1 1,-1-1,-1 0,0 0,0-5,-6 41,1-1,1 0,1 1,1-1,0 1,2-1,1 0,1 2,-5-20,1 1,0-1,0 0,0 0,0-1,0 1,1 0,0 0,-1-1,1 1,0 0,0-1,0 0,1 0,-1 1,0-1,1-1,0 1,-1 0,1-1,0 1,0-1,0 0,0 0,0 0,0 0,0 0,0-1,0 1,0-1,1 0,-1 0,0 0,0-1,0 1,0-1,0 1,0-1,0 0,0 0,0-1,1 0,9-6,-1-2,-1 1,0-2,0 1,-1-1,0-1,-1 0,0 0,-1-1,-1 0,0-1,0 1,-2-1,0 0,1-5,3 11,-8 34,-1-16,17 133,-15-137,-1 0,1 0,0 0,1 0,-1 0,1 0,0-1,1 0,-1 0,1 0,0 0,0 0,1-1,-1 1,1-1,0 0,0-1,0 1,1-1,-1 0,6 2,-5-4,0 0,0 0,0 0,0 0,0-1,1 0,-1-1,0 1,0-1,0 0,0-1,0 1,-1-1,1 0,0-1,-1 1,1-1,-1 0,3-3,6-4,0 0,0-1,-1-1,-1 0,0-1,2-4,8-14,-2-1,-2-1,0 0,-2-1,-2-1,-1 0,-2-1,-2 0,0-1,-3 0,-1 0,-2-1,-1-16,-2 23,-3 25,-1 20,-3 20,1 0,2 0,2 0,1 0,1 0,2 0,1 0,2 0,2 0,1-1,1 0,1-1,3 0,6 13,-15-37,1 1,0-1,0 0,1 0,0 0,1-1,-1 0,1 0,0-1,1 1,0-2,0 1,0-1,1 0,-1-1,1 0,0-1,0 1,1-2,4 2,4-5</inkml:trace>
  <inkml:trace contextRef="#ctx0" brushRef="#br0" timeOffset="244.855">1778 274,'-16'-2,"-10"-1,-2 0,7 0,17 2,23 0,24 0,25-1,23-6,20-3,-9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7:47.41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239 622,'-5'-5,"0"1,0 1,0-1,-1 1,0 0,0 0,0 0,0 1,0 0,0 0,-1 1,1 0,-1 0,1 0,-1 1,1 0,-1 0,1 1,-1-1,1 1,-1 1,1 0,0-1,0 2,0-1,0 1,0 0,0 0,1 0,-1 1,-1 2,3-2,0 0,0 1,0-1,0 1,1 0,0 0,0 0,1 0,-1 1,1-1,0 1,0 0,1-1,0 1,0 0,0 0,1 0,0 0,0 0,0-1,1 1,0 0,0 0,0 0,1-1,0 1,0 0,0-1,1 0,0 0,0 1,0-2,0 1,1 0,0-1,0 1,0-1,1 0,-1-1,1 1,0-1,0 0,0 0,1 0,-1-1,1 0,-1 0,1 0,3-1,0 0,-1-1,1 0,-1-1,1 0,-1 0,1 0,-1-1,0-1,1 1,-1-1,0-1,-1 1,1-2,-1 1,0-1,0 0,0 0,3-3,3-5,0 0,0-1,-1 0,-1-1,-1 0,0 0,-1-1,5-13,-2-1,-1-2,-1 1,-2-1,-2 0,0-1,-3 0,0 0,-2 0,-2 1,-1-1,-1 0,-2 0,-1 1,-2 0,-4-10,10 34,-1 0,1 0,-1 0,-1 0,0 0,0 0,-1 1,1 0,-5-4,8 10,0 0,0 0,0 1,0-1,0 0,0 1,0-1,0 1,0-1,0 1,0-1,0 1,-1 0,1 0,0-1,0 1,0 0,-1 0,1 0,0 0,0 1,-1-1,1 0,0 0,0 1,0-1,0 1,0-1,-1 1,1-1,0 1,0 0,0-1,1 1,-1 0,0 0,0 0,0 0,0 0,0 0,-28 46,10 4,1 2,3-1,2 2,2 0,1 20,8-62,-3 11,0 1,2 0,1-1,1 1,1 0,0 0,2 0,1 0,1-1,1 1,7 17,-9-34,1-1,0 0,0-1,0 1,1 0,0-1,0 0,0 0,1-1,-1 0,1 0,0 0,1 0,-1-1,0 0,1 0,0-1,0 0,-1 0,1-1,0 1,1-2,-1 1,0-1,13 1,1-1,-1-2,0 0,0-1,0-1,0 0,16-7,-17 5,-1-1,0-1,0 0,0-1,-1-1,-1-1,1 0,-2-1,13-12,-26 22,0 0,1 1,-1-1,0 0,-1 0,1 0,0 0,-1 0,1-1,-1 1,1 0,-1-1,0 1,0-1,0 1,-1-1,1 0,0 1,-1-1,0 0,0 1,0-1,0 0,0 0,0 1,-1-1,1 0,-1 1,0-1,0 1,0-1,0 1,0-1,0 1,-1 0,1-1,-1 1,0 0,1 0,-1 0,0 0,0 0,-2-1,1 2,-1-1,1 0,-1 1,0 0,1 0,-1 0,0 0,0 0,0 1,0 0,1 0,-1 0,0 0,0 1,0-1,0 1,1 0,-1 0,0 0,1 1,-1-1,1 1,-1 0,1 0,0 0,0 0,0 1,-2 1,-1 1,1 1,0 0,0 0,0 0,1 1,0-1,0 1,0 0,1 0,0 1,1-1,0 0,-1 7,2-11,0 0,0 0,0 1,1-1,-1 0,1 0,0 1,0-1,1 0,-1 0,0 1,1-1,0 0,0 0,0 0,0 0,0 0,1 0,-1 0,1 0,0-1,0 1,0-1,0 1,0-1,1 0,-1 1,1-1,-1 0,1-1,0 1,0 0,0-1,0 0,0 0,0 0,0 0,0 0,0 0,0-1,1 1,-1-1,0 0,0 0,1-1,7-2,-1-1,0 0,0-1,0 0,-1 0,1-1,-1-1,-1 1,1-1,-1-1,-1 0,1 0,-1 0,-1-1,1 0,-1 0,-1-1,0 0,0 0,-1 0,0-2,-2 7,4-10,-1 16,-5 9,-1 0,1 0,1 0,-1 0,1-1,1 1,0 0,0 0,1-1,1 1,-1-1,1 0,1 0,0 0,0-1,1 0,1 3,-3-8,-1 1,1-1,0 0,0 0,0-1,0 1,0-1,0 1,1-1,-1-1,1 1,-1-1,1 0,0 0,0 0,0 0,-1-1,1 0,0 0,0 0,0-1,0 0,-1 1,1-2,0 1,-1 0,1-1,-1 0,1 0,-1-1,1 0,10-6,-1 0,0-2,0 1,-1-2,0 0,-1 0,-1-1,3-5,8-12,-2-1,-2-1,-1-1,-1 0,-2-1,-1-1,-2 0,-1 0,-2-1,-2-1,-1 1,-1-1,-2 0,-2 0,-2 1,-3-22,4 48,-1 0,1 1,-2-1,1 1,-1-1,0 1,-1 0,-5-8,9 16,-1 0,1 1,-1-1,1 0,-1 0,0 1,1-1,-1 0,0 1,1-1,-1 1,0-1,0 1,0-1,1 1,-1-1,0 1,0 0,0 0,0-1,0 1,0 0,0 0,0 0,0 0,0 0,1 0,-1 0,0 0,0 1,0-1,0 0,0 0,0 1,0-1,1 1,-1-1,0 0,0 1,0 0,1-1,-1 1,0-1,1 1,-1 0,0 0,1-1,-1 1,1 0,0 0,-1 0,1 0,-9 13,0 1,1 0,1 0,1 1,0-1,1 2,1-1,0 0,1 4,-2 0,-10 46,3 2,3-1,3 1,3 25,2-81,0 0,1-1,0 1,1 0,1 0,0-1,0 1,1 0,0-1,1 0,1 0,0 0,0-1,1 1,0-1,1 0,0-1,0 0,1 0,0 0,1-1,0-1,0 1,1-1,4 2,-3-4,1 0,-1 0,1-1,0-1,0 0,1 0,-1-1,0-1,1 0,-1-1,1 0,-1-1,1 0,-1-1,0 0,0-1,0-1,0 0,0 0,-1-1,0-1,0 0,0 0,-1-1,1 0,-2-1,1 0,3-5,-11 9,1 0,0-1,-1 1,0-1,0 1,0-1,-1 0,1 0,-1 0,0 0,-1 0,1 0,-1-5,0 8,0 0,0 0,0 0,-1 0,1 0,-1 1,1-1,-1 0,1 0,-1 0,0 1,0-1,0 0,0 1,0-1,-1 1,1-1,0 1,-1 0,1-1,-1 1,1 0,-1 0,1 0,-1 0,0 0,0 0,1 1,-1-1,0 1,0-1,0 1,0 0,0-1,0 1,0 0,-1 0,-1 2,0-1,1 1,-1 0,0 0,1 0,-1 0,1 0,0 1,0 0,0 0,0-1,0 2,0-1,1 0,0 1,-1-1,1 1,1-1,-1 1,0 0,1 0,0 0,0 0,0 0,0 0,1 0,0 0,0 0,0 0,0 0,0 1,1 1,0-1,0 0,-1 0,2-1,-1 1,1 0,-1-1,1 1,1-1,-1 1,0-1,1 0,0 0,0 0,0 0,1-1,-1 1,1-1,0 0,0 0,0 0,0 0,1-1,-1 0,1 0,3 1,1 1,0-2,0 1,0-1,0-1,1 0,-1 0,0-1,1 0,-1 0,0-1,1-1,-1 1,3-2,27-12,-7-2</inkml:trace>
  <inkml:trace contextRef="#ctx0" brushRef="#br0" timeOffset="170.542">1015 434,'13'-2,"19"-4,22 1,22-5,18 0,15-1,6 2,-5 2,-21 2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7:42.01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174 174,'-9'18,"1"1,1 0,1 0,0 0,2 0,0 1,1 0,1 0,0 0,2 0,1 0,0 0,2 5,21 49,-23-72,1 0,-1 0,0 0,0 0,1 0,-1 0,1-1,-1 1,1-1,0 1,0-1,-1 1,1-1,0 0,0 0,1 0,-1 0,0 0,0-1,0 1,0-1,1 1,-1-1,0 0,1 0,-1 0,0 0,0 0,1 0,-1-1,0 1,1-1,4-4,1 0,-1 0,0-1,0 0,0-1,-1 1,0-1,0 0,-1-1,0 0,0 1,-1-1,0-1,-1 1,1-1,-1 1,-1-1,0-1,5-5,-2-2,0 1,-1 0,0-1,-2 0,0 0,0 0,-2 0,0 0,-1 0,-1 0,0 0,-2 1,0-1,0 1,-2-1,0 1,0 1,-2-1,0 1,-9-12,16 25,-1 0,1 0,-1 0,1 0,-1 0,0 0,1 1,-1-1,0 1,0-1,0 1,0 0,0 0,-1 0,1 0,0 0,-1 0,1 1,0-1,-1 1,1-1,-1 1,1 0,0 0,-1 0,1 0,-1 1,1-1,0 1,-1-1,0 1,-2 5,0-1,1 1,0 0,0 0,0 0,1 1,0-1,0 1,0 0,1 0,0 0,1 0,-1 0,1 0,0 4,1-7,-5 25,1 0,1 0,2 1,1-1,1 1,2-1,1 0,1 0,1 0,5 11,11 7,1-12</inkml:trace>
  <inkml:trace contextRef="#ctx0" brushRef="#br0" timeOffset="435.835">536 0,'-1'0,"1"0,-1 0,0 0,1 0,-1 0,0 0,1 0,-1 1,0-1,1 0,-1 0,1 0,-1 1,0-1,1 0,-1 1,1-1,-1 0,1 1,-1-1,1 1,-1-1,1 1,-1-1,1 1,-1-1,1 1,0-1,0 1,-1-1,1 1,0 0,0-1,-1 1,1 0,0-1,0 1,0 0,0-1,0 1,0 0,0-1,0 1,0-1,1 1,-1 0,0-1,0 1,0 0,22 201,-1 37,-17-212,-4-27,0 0,0-1,0 1,0 0,0 0,0-1,0 1,1 0,-1-1,0 1,0 0,0-1,0 1,1 0,-1 0,0-1,0 1,0 0,1 0,-1 0,0-1,0 1,1 0,-1 0,0 0,1 0,-1-1,0 1,1 0,-1 0,0 0,1 0,-1 0,0 0,0 0,1 0,-1 0,0 0,1 0,-1 0,0 0,1 0,-1 1,0-1,1 0,-1 0,0 0,0 0,1 0,-1 1,0-1,0 0,1 0,-1 1,0-1,0 0,1 0,-1 1,0-1,0 0,0 1,29-62,-24 47,0 0,2 0,0 1,0 0,1 0,1 1,0 0,1 1,0-1,4-2,-13 13,1-1,0 1,-1 0,1-1,0 1,0 0,0 0,0 0,0 0,0 0,0 1,0-1,0 0,0 1,1 0,-1 0,0-1,0 1,0 0,1 1,-1-1,0 0,0 1,0-1,0 1,0 0,0-1,0 1,0 0,0 0,0 0,0 1,0-1,-1 0,1 1,0-1,-1 1,1 0,-1-1,0 1,1 0,-1 0,0 0,0 1,4 7,0 0,-1 0,0 0,-1 1,0 0,0 0,-1 0,-1 0,0 0,0 0,-1 0,-1 0,0 0,0 0,-1 0,-1 3,1-8,1 1,-1-1,-1 0,1 0,-1 0,0 0,0-1,-1 1,0-1,0 0,0 0,0 0,-1-1,0 1,0-1,0 0,0 0,-1-1,1 0,-1 0,0 0,0-1,0 1,0-1,-1-1,1 1,0-1,-2 0,5-1,1 0,0 1,-1-1,1 0,0-1,-1 1,1 0,0-1,-1 1,1-1,0 0,0 1,-1-1,1 0,0 0,0-1,0 1,0 0,0-1,1 1,-1-1,0 0,0-1,-6-9</inkml:trace>
  <inkml:trace contextRef="#ctx0" brushRef="#br0" timeOffset="848.243">1244 160,'-23'11,"-1"0,1 1,1 2,0 0,1 1,1 1,0 2,17-17,1 0,1 0,-1 0,0 1,0-1,0 0,1 1,-1-1,0 1,1-1,0 1,-1 0,1 0,0 0,0 0,0 0,0 0,0 0,0 0,1 0,-1 0,1 0,-1 0,1 1,0-1,0 0,0 0,0 1,0-1,1 0,-1 0,1 0,-1 0,1 1,0-1,0 0,0 0,0 0,0 0,12 4,0-1,-1-1,2 0,-1-1,0 0,1-1,-1-1,1 0,0-1,5 0,2 0,29 1,-24-1,-1 0,1 2,-1 1,0 0,0 2,0 1,0 1,-23-6,0 0,1 0,-1 0,0 0,0 0,0 0,0 0,0 1,0-1,-1 1,1-1,0 1,-1 0,1 0,-1 0,1 0,-1 0,0 0,0 0,0 0,0 0,-1 0,1 1,0-1,-1 0,0 1,1-1,-1 0,0 1,0-1,0 0,-1 1,1-1,0 0,-1 1,0-1,1 0,-1 0,0 0,0 1,0-1,0 0,-1 0,1-1,-2 3,-12 13,0-1,-1-1,-1 0,0-1,-2-1,1 0,-1-1,-1-2,0 0,0-1,-1 0,-3-1,-21 8,-1-1,0-2,-1-2,-16 0,16-5</inkml:trace>
  <inkml:trace contextRef="#ctx0" brushRef="#br0" timeOffset="1185.366">0 1029,'5'-3,"0"-1,0 1,0 0,0 0,1 0,-1 1,1 0,-1 0,1 1,0-1,3 1,2-2,103-20,0 5,35 2,-115 13,701-53,-401 35,-49 2,-280 18,-25 2,18-1,-21 0</inkml:trace>
  <inkml:trace contextRef="#ctx0" brushRef="#br0" timeOffset="1821.769">294 1538,'7'2,"7"1,10 0,10-1,8-1,9-2,9-3,5-2,2 1,-2-2,-3 2,-12 0</inkml:trace>
  <inkml:trace contextRef="#ctx0" brushRef="#br0" timeOffset="2072.099">1110 1377,'5'14,"1"13,2 11,0 7,-2 4,-2-2,-1-4,-2-9</inkml:trace>
  <inkml:trace contextRef="#ctx0" brushRef="#br0" timeOffset="2722.902">1004 1270,'40'-6,"1"3,0 1,0 1,0 3,36 6,-69-7,0 1,1 0,-1 1,0 0,-1 0,1 0,-1 1,1 0,-1 1,0 0,0 0,-1 0,0 1,0 0,0 0,0 0,-1 1,0 0,-1 0,0 0,0 1,0-1,-1 1,0 0,0 0,-1 0,6 133,-1-122,14-39,85-108,-105 127,0 0,-1 1,1-1,0 0,0 1,-1-1,1 0,0 1,0-1,0 1,0 0,0-1,0 1,0 0,0-1,0 1,0 0,0 0,0 0,0 0,0 0,0 0,0 0,0 0,0 0,0 1,0-1,0 0,-1 1,1-1,0 1,0-1,0 1,0-1,0 1,-1-1,1 1,0 0,0-1,-1 1,1 0,0 0,20 42,-17-31,52 86,-53-95,-1 0,0 0,1-1,0 1,0 0,0-1,0 0,0 0,0 0,0 0,1-1,-1 1,1-1,-1 0,1 0,0 0,-1 0,1-1,0 1,0-1,-1 0,1 0,0 0,0-1,-1 0,1 1,0-1,3-2,3-3,0 0,0-1,0 0,-1-1,0 0,-1-1,0 0,0 0,-1-1,0 1,-1-2,0 1,0-1,-1 0,0 0,-1 0,2-12,1-3,-1-1,-1 0,-1 0,-2 0,-1-1,-1 1,-1 0,-1 0,-2 0,0 0,-2 0,-1 1,-2-1,-3-5,-11-11,16 48,5 3,1-1,-1 1,2 0,-1 0,1 0,0-1,1 1,0 0,0 0,1 1,0 8,11 81,4-1,4 0,8 7,-27-93,0 0,1-1,1 0,0 1,0-1,1-1,0 1,0-1,1 1,1-2,0 1,0-1,0 0,1 0,0-1,1 0,-1-1,6 3,-11-8,-1 0,1 0,0-1,0 1,0-1,-1 0,1 0,0 0,0 0,0 0,-1 0,1-1,0 1,0-1,-1 0,1 0,1-1,16-9</inkml:trace>
  <inkml:trace contextRef="#ctx0" brushRef="#br0" timeOffset="2972.838">1659 1243,'11'0,"18"-4,21-7,22-5,13-1,6 3,-2 7,-18 3</inkml:trace>
  <inkml:trace contextRef="#ctx0" brushRef="#br0" timeOffset="3338.932">2287 1671,'16'-109,"8"-111,-28 182,0 57,5-16,0 0,0 1,1-1,-1 0,1 0,0 0,0 0,0-1,0 1,1 0,-1-1,1 0,0 1,-1-1,1 0,0 0,0-1,0 1,0-1,1 1,-1-1,0 0,3 1,85 11,-81-12,-7-1,-1-1,1 1,0 0,0 0,0 0,-1 0,1 0,0 1,0-1,-1 1,1 0,0 0,-1 0,1 0,0 0,-1 0,0 1,1-1,-1 1,0 0,0 0,0 0,0 0,0 0,0 0,-1 0,1 1,-1-1,1 0,-1 1,0-1,0 1,0 0,0-1,-1 1,1 0,0 1,-31 131,28-126,-8 72,10-78,0 0,0-1,0 1,1-1,-1 1,1-1,0 1,-1-1,1 0,0 1,1-1,-1 0,0 1,1-1,-1 0,1 0,-1 0,1 0,0-1,0 1,0 0,0-1,0 1,0-1,1 0,-1 0,0 0,1 0,0 0,6 0,1 0,0-1,-1 0,1-1,0 0,-1-1,1 1,-1-2,0 0,0 0,0 0,0-1,0 0,6-5,23-10</inkml:trace>
  <inkml:trace contextRef="#ctx0" brushRef="#br0" timeOffset="3591.258">2981 1631,'7'2,"2"1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7:57.43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0 386,'26'-113,"-4"-1,-4-16,-18 119,-3 29,-7 54,3 0,3 1,3 0,7 51,-5-112,0-1,1 0,0 0,0 0,1 0,1 0,-1-1,2 1,0-1,5 9,7 1</inkml:trace>
  <inkml:trace contextRef="#ctx0" brushRef="#br0" timeOffset="366.02">575 172,'3'-4,"-1"-1,0 1,1-1,-2 1,1-1,0 0,-1 1,0-1,0 0,-1 0,1 0,-1 0,0 0,0 0,-1 0,1 0,-1 1,0-1,0 0,-1 0,0 1,1-1,-2 0,1 1,0 0,-1 0,0 0,0 0,0 0,0 0,-1 1,-1-2,0 2,1 0,0 1,-1-1,1 1,-1 0,0 1,0-1,0 1,0 0,0 0,0 1,0-1,0 1,0 0,0 0,0 1,0 0,0 0,0 0,0 0,1 1,-1-1,0 1,1 1,-1-1,1 1,-4 2,-2 2,1 1,0 0,0 0,1 1,0 0,0 0,1 1,1 0,-1 0,2 1,-2 2,0 2,1 0,0 0,1 1,0-1,1 1,1 0,1 0,0 1,1-1,1 0,0 1,2-1,-1 0,2 0,0 0,1 0,2 3,-3-12,1 0,0-1,0 0,1 0,0 0,0-1,0 1,0-1,1 0,0-1,0 1,0-1,1 0,-1-1,1 0,0 0,0 0,0-1,1 0,-1 0,0-1,1 0,-1 0,7 0,3-1,1 0,0-1,-1-1,1 0,-1-2,0 0,0 0,0-2,-1 0,2-2,25-16,-9 1</inkml:trace>
  <inkml:trace contextRef="#ctx0" brushRef="#br0" timeOffset="996.855">749 305,'3'-5,"1"1,0-1,0 1,1-1,-1 1,1 1,0-1,0 1,0-1,1 1,-1 1,1-1,-1 1,1 0,0 0,0 1,0 0,0 0,0 0,0 1,0 0,0 0,0 0,0 1,0 0,0 0,1 0,19 0,-23-2,1 1,0-1,0 1,0 0,-1 0,1 0,0 1,0-1,-1 1,1 0,0 0,-1 0,1 0,0 1,-1 0,0-1,1 1,-1 0,0 1,0-1,0 0,0 1,-1 0,1 0,-1 0,0 0,1 0,-1 0,-1 0,1 1,0-1,0 2,-2 3,-1 0,1 0,-1 0,0 0,-1 0,0 0,0 0,-1-1,0 1,0-1,-1 1,0-1,0-1,-1 1,0 0,0-1,0 0,-1 0,0-1,0 1,0-1,-1-1,-5 4,-36 12,62-31,-3 8,0-1,0 2,0 0,0 0,0 1,1 0,-1 1,6 1,-14-1,0 0,1 0,-1 1,0-1,0 1,0 0,0 0,0 0,0 0,0 1,0-1,0 1,-1 0,1 0,-1 0,1 0,-1 0,0 0,1 1,-1-1,-1 1,1 0,0-1,-1 1,1 0,-1 0,0 0,0 0,0 0,0 0,0 3,-1 0,1 0,-2-1,1 1,-1 0,0 0,0-1,0 1,-1 0,0-1,0 0,0 1,-1-1,1 0,-2 0,1 0,0 0,-1-1,0 0,-1 2,-90 68,79-65,0-1,0 0,-1-1,-1-1,1 0,-1-2,1 0,-8 0,9-4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7:56.33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0 368,'27'-250,"-15"132,-10 172,-3 24,4 0,3 0,3 0,4-1,8 21,-6-53,0-13</inkml:trace>
  <inkml:trace contextRef="#ctx0" brushRef="#br0" timeOffset="368.008">708 181,'3'-4,"0"0,0 1,-1-1,0-1,0 1,0 0,0 0,-1-1,0 1,0-1,0 1,0-1,-1 0,1 1,-1-1,0 0,-1 1,1-1,-1 0,0 1,0-1,-1 1,1 0,-1-1,0 1,0 0,0 0,-1 0,1 0,-1 0,0 1,0-1,0 1,-1 0,1 0,-1 0,0 0,0 0,0 1,0 0,0 0,-1 0,1 0,-1 0,0 0,0 1,0 0,0 0,-1 0,1 0,0 1,0 0,0 0,-1 0,1 1,0-1,0 2,0-1,0 0,0 1,0 0,0 0,0 0,1 1,-1-1,1 1,0 0,0 1,0-1,0 1,0 0,-1 2,-5 6,1 0,0 0,1 1,1 0,0 0,0 1,2-1,0 1,-3 14,3-12,2 1,0 0,1 0,1 0,0 0,2 0,0 1,0-1,3 5,-3-15,1 0,0 1,0-1,1 0,0-1,0 1,0 0,1-1,0 0,1 0,-1 0,1 0,0-1,0 0,1 0,0 0,-1-1,2 1,-1-1,0-1,1 1,5 1,8 0,1-1,1-1,-1-1,0 0,1-2,-1 0,1-2,-1 0,0-1,0-1,0-1,0-1,-1-1,5-3,24-9</inkml:trace>
  <inkml:trace contextRef="#ctx0" brushRef="#br0" timeOffset="682.739">976 395,'-1'0,"1"1,-1-1,0 0,0 0,0 0,0 0,0 0,0-1,0 1,0 0,1 0,-1-1,0 1,0 0,0-1,0 1,1-1,-1 1,0-1,0 1,1-1,-1 1,1-1,-1 0,0 1,1-1,-1 0,1 0,-1 1,1-1,0 0,-1 0,1 0,0 0,0 0,-1 1,1-1,0 0,0 0,0 0,0 0,0 0,0 0,0 0,1 0,-1 1,0-1,0 0,1 0,-1 0,0 0,1 1,-1-1,1 0,-1 0,1 1,0-1,-1 0,1 1,-1-1,1 1,0-1,0 1,-1-1,1 0,7-4,-1 0,1 0,0 0,0 1,0 0,0 0,1 1,-1 0,1 1,0 0,0 0,0 1,0 0,6 1,-13 0,0 1,1-1,-1 1,0 0,0 0,0 0,0 0,0 0,0 0,-1 1,1-1,0 1,0-1,-1 1,1 0,-1-1,0 1,1 0,-1 0,0 0,0 0,0 0,0 0,-1 0,1 1,-1-1,1 0,-1 0,0 0,1 1,-1-1,-1 0,1 1,-11 77,-114 207,125-286,-1 0,0 0,1 1,-1-1,1 0,-1 1,1-1,0 0,-1 1,1-1,0 1,0-1,0 1,0-1,0 0,1 1,-1-1,0 1,1-1,-1 0,1 1,-1-1,1 0,-1 1,1-1,0 0,0 0,0 0,0 0,-1 0,2 0,-1 0,0 0,0 0,0 0,0 0,0-1,1 1,-1 0,0-1,1 1,-1-1,0 0,1 1,-1-1,1 0,-1 0,1 0,-1 0,1 0,15-1,0 0,1-2,-1 0,0 0,-1-2,1 0,12-7,2 1,163-57,-99 33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7:54.93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0 264,'13'-53,"38"-117,-51 170,1 0,-1 1,0-1,0 0,1 0,-1 1,0-1,0 0,1 0,-1 0,0 1,1-1,-1 0,0 0,1 0,-1 0,0 0,1 0,-1 0,0 0,1 0,-1 0,0 0,1 0,-1 0,0 0,1 0,-1 0,0 0,1 0,-1 0,0 0,1-1,-1 1,0 0,1 0,-1 0,0 0,0-1,1 1,-1 0,0 0,0-1,1 1,-1 0,0-1,0 1,0 0,0-1,1 1,-1 0,0-1,0 1,0-1,3 37,-3-33,-2 396,2-364</inkml:trace>
  <inkml:trace contextRef="#ctx0" brushRef="#br0" timeOffset="253.831">13 572,'14'-2,"13"-1,12-1,8 0,7-1,4 1,-2 1,-3 1,-3-1,-12 0</inkml:trace>
  <inkml:trace contextRef="#ctx0" brushRef="#br0" timeOffset="607.929">803 90,'1'-1,"0"0,0-1,0 1,0 0,0-1,0 1,0-1,-1 1,1-1,0 0,-1 1,1-1,-1 1,0-1,1 0,-1 0,0 1,0-1,0 0,0 1,-1-1,1 0,0 1,-1-1,1 0,-1 0,-2-2,0 0,0 1,0-1,0 1,0 0,-1 0,0 0,1 1,-1-1,0 1,-1 0,1 0,0 1,0-1,-1 1,1 0,-1 0,1 0,-1 0,1 1,-1 0,0 0,0 0,-9 0,0 1,1 0,-1 0,0 2,1-1,-1 2,1 0,0 1,0 0,1 0,0 2,0-1,0 2,1 0,0 0,0 1,1 0,0 1,0 0,1 0,1 1,0 0,0 1,1 0,1 0,0 0,1 1,0 0,0 0,2 0,0 1,0-1,1 1,1 0,0-1,1 1,0 0,2 0,0 3,0-8,1 0,0 1,1-2,0 1,1 0,0-1,0 0,0 0,1-1,0 1,1-1,0 0,0-1,0 0,1 0,0 0,0-1,0 0,1-1,0 0,0 0,0-1,0 0,2 0,19 4,0-1,1-2,-1 0,1-2,0-2,29-3,93-9,-136 13</inkml:trace>
  <inkml:trace contextRef="#ctx0" brushRef="#br0" timeOffset="857.262">976 545,'2'-38,"1"1,1 0,2 0,8-24,-2 32,-12 29,1-1,-1 1,1 0,-1 0,1 0,-1-1,1 1,-1 0,1 0,-1 0,1 0,-1 0,1 0,-1 0,1 0,-1 0,1 0,-1 0,1 0,-1 0,1 0,-1 0,1 1,-1-1,0 0,1 0,-1 1,1-1,-1 0,1 0,-1 1,0-1,1 0,-1 1,0-1,1 1,-1-1,0 1,0-1,1 0,-1 1,0-1,0 1,0-1,0 1,1-1,-1 1,0-1,0 1,0-1,0 1,0-1,0 1,-1 0,32 124,-22-75,42 118,-32-126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7:53.52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0 395,'165'-359,"-163"355,11-21,-13 24,0 1,0 0,0 0,0-1,0 1,0 0,0 0,0-1,0 1,0 0,0 0,1-1,-1 1,0 0,0 0,0-1,0 1,1 0,-1 0,0 0,0 0,0-1,1 1,-1 0,0 0,0 0,1 0,-1 0,0 0,1 0,-1 0,0-1,0 1,1 0,-1 0,0 0,0 0,1 0,-1 1,0-1,1 0,-1 0,0 0,0 0,1 0,-1 0,0 0,0 0,1 1,-1-1,0 0,0 0,0 0,1 1,-1-1,0 0,0 0,0 0,0 1,1-1,-1 0,0 0,0 1,0-1,0 0,0 0,0 1,0-1,0 0,0 1,10 116,3 441,-13-548</inkml:trace>
  <inkml:trace contextRef="#ctx0" brushRef="#br0" timeOffset="674.726">762 248,'2'-1,"1"0,-1 0,0 0,0 0,0 0,0-1,0 1,0-1,0 1,-1-1,1 0,0 0,-1 0,1 0,-1 0,0 0,0 0,0 0,0 0,0-1,0 1,-1 0,1-1,-1 1,1 0,-1-1,0 1,0-1,0 1,0-1,-1 1,1 0,-1-1,1 1,-1 0,0-1,0 1,0 0,0 0,0 0,-1 0,1 0,-1-1,-3-4,-1 0,0 1,0-1,0 1,-1 1,0-1,-1 1,1 0,-1 1,0-1,0 2,0-1,0 1,-1 0,1 1,-1 0,0 0,1 1,-1 0,-4 1,8 0,1 0,-1 1,1-1,-1 1,1 0,-1 1,1-1,0 1,-1 0,1 0,0 0,0 0,1 1,-1 0,0 0,1 0,0 0,0 0,0 1,0-1,0 1,-1 2,-40 95,33-62,2 1,2 0,2 0,1 1,2 29,1-64,1 0,-1 0,1 0,0 0,1 0,-1 0,1 0,0 0,1 0,-1 0,1 0,0 0,1-1,0 1,-1-1,2 0,-1 0,0 0,1 0,0-1,0 1,1-1,-1 0,1 0,0-1,0 1,5 1,5-3,0 0,0-2,0 0,0 0,0-1,0-1,0-1,0 0,-1-1,1-1,-1 0,0-1,-1 0,1-1,4-4,83-32,-100 42,0 1,1 0,-1 1,0-1,1 0,-1 0,1 0,-1 1,0-1,0 1,1-1,-1 1,0-1,0 1,1 0,-1 0,0 0,0-1,0 1,0 0,0 0,0 0,-1 1,1-1,0 0,0 0,-1 0,1 1,-1-1,1 0,-1 0,1 1,-1-1,0 0,0 1,0-1,0 1,0-1,0 0,0 1,0-1,0 0,-1 1,1-1,2 14,0-10,-1 0,1 0,0 0,0 0,0-1,1 1,-1-1,1 0,0 0,0 0,1 0,-1 0,1-1,0 0,0 1,0-1,0-1,1 1,-1-1,1 1,0-1,-1-1,1 1,0-1,0 1,0-2,0 1,0 0,0-1,0 0,0 0,1 0,-1-1,0 0,0 0,2-1,2 0,0 0,-1-1,1 0,-1 0,1-1,-1 0,-1 0,1-1,0 0,-1 0,0-1,-1 0,1 0,-1-1,0 1,0-2,-1 1,0 0,-1-1,1 0,-1 0,-1 0,0-1,0 1,0-1,-1 0,-1 0,1-6,-3 10,0 0,-1-1,0 1,0 0,0 0,-1 1,1-1,-1 0,0 1,-1 0,1 0,-1 0,0 0,0 0,0 1,0-1,0 1,-1 0,0 1,1-1,-1 1,0 0,0 0,-1 0,1 1,0 0,0 0,-1 0,1 1,-1-1,1 1,0 1,-1-1,1 1,0 0,-1 0,1 0,0 1,0 0,0 0,0 0,0 1,-1 0,-1 3,-1 0,2 0,-1 1,1-1,0 2,0-1,1 0,0 1,0 0,1 0,0 1,0-1,1 1,0 0,1 0,0 0,0 0,1 0,0 0,0 1,2 4,1 22</inkml:trace>
  <inkml:trace contextRef="#ctx0" brushRef="#br0" timeOffset="6628.442">120 809,'1'-2,"0"1,0-1,0 1,1-1,-1 1,0 0,0 0,1-1,-1 1,1 0,-1 0,1 0,-1 0,1 0,0 1,-1-1,1 0,0 1,0 0,-1-1,1 1,0 0,0 0,0 0,0 0,-1 0,1 0,0 0,0 1,0-1,-1 0,1 1,0 0,0 0,8-1,219-8,-277 20,43-9,-1-1,0 0,1-1,-1 1,0-1,0 0,0-1,0 1,0-1,0 0,0-1,0 1,-5-2,-29-14,37 16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7:21.57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964 6191,'-84'264,"79"-246,13-44,-3 12,9-34,-3-1,-1-1,-2 0,-2-12,-2 34,4 43,-2 14,21 59,-26-87,0 1,1 0,-1-1,0 1,1-1,-1 1,1-1,0 0,-1 0,1 0,0 0,0 0,-1 0,1 0,0 0,0-1,0 1,0-1,0 1,0-1,0 0,0 0,0 0,0 0,0 0,0 0,0-1,0 1,0-1,0 1,0-1,0 0,0 0,0 0,-1 0,1 0,0 0,-1 0,2-1,60-56,-6-27,-47 71,-11 30,-11 19,1-1,2 1,1 1,2 0,1 0,2 0,2 0,1 1,1-1,3 0,0 0,5 8,-2-20</inkml:trace>
  <inkml:trace contextRef="#ctx0" brushRef="#br0" timeOffset="-3367.826">777 1712,'-15'265,"11"-245,-2-28,3-37,1 1,3-1,1 1,6-25,7 13,-14 56,0 0,0 0,0 1,0-1,0 0,0 1,0-1,0 1,0-1,-1 1,1 0,0-1,0 1,-1 0,1 0,0-1,-1 1,1 0,-1 0,1 0,-1 0,1 0,-1 0,0 0,1 0,-1 0,0 0,0 0,0 0,0 0,0 0,31 110,-31-109,1-1,0 0,-1 1,1-1,0 0,0 0,0 0,0 0,0 0,0 0,1 0,-1 0,0 0,0 0,1-1,-1 1,0 0,1-1,-1 0,1 1,-1-1,0 1,1-1,-1 0,1 0,-1 0,1 0,-1 0,1 0,-1-1,1 1,-1 0,1-1,-1 1,0-1,1 1,-1-1,0 0,1 0,47-39,26-73,-79 145,-7 23,2 1,3 0,2 0,2 0,4 8,0-40,1-5</inkml:trace>
  <inkml:trace contextRef="#ctx0" brushRef="#br0" timeOffset="-3000.684">1084 1806,'-1'22,"0"0,2 0,0 0,2 0,0-1,2 1,0-1,1 0,2 0,0 0,6 9,-13-28,0 1,0-1,1 1,-1-1,1 1,0-1,0 0,0 0,0 0,0 0,0 0,0 0,1 0,-1-1,1 1,-1-1,1 0,0 0,-1 0,1 0,0 0,0 0,0-1,0 0,0 1,0-1,-1 0,1 0,0-1,0 1,0-1,0 1,0-1,-1 0,1 0,0 0,-1 0,1-1,0 1,1-2,7-7,1-2,-1 1,-1-1,0-1,-1 0,0 0,-1-1,0 0,-1 0,-1-1,0 0,-1 0,-1 0,0-1,-1 1,-1-1,0 0,-1-1,-3-61,2 78,0 0,0 0,0 0,1 1,-1-1,0 0,0 0,0 0,0 1,0-1,1 0,-1 0,0 1,0-1,0 0,0 0,0 0,0 1,0-1,0 0,0 0,0 1,0-1,0 0,0 0,0 1,0-1,0 0,0 0,0 1,-1-1,1 0,0 0,0 1,0-1,0 0,0 0,-1 0,1 1,0-1,0 0,0 0,-1 0,1 0,0 0,0 1,0-1,-1 0,1 0,0 0,0 0,-1 0,1 0,0 0,0 0,-1 0,1 0,0 0,0 0,-1 0,5 12</inkml:trace>
  <inkml:trace contextRef="#ctx0" brushRef="#br0" timeOffset="-2754.828">1498 1738,'14'12,"11"10,10 8,7 4,5 3,-2 2,-3 1,-6-2,-8 0,-8-2,-8-3,-8-5,-7-6,-3-11,-2-10,-1-6</inkml:trace>
  <inkml:trace contextRef="#ctx0" brushRef="#br0" timeOffset="-2582.285">1805 1860,'0'-16,"0"-10,0-5,0 0,0 9,-4 14,-7 17,-7 17,-8 13,-9 11,-7 8,-4 8,0 5,3-4,8-13</inkml:trace>
  <inkml:trace contextRef="#ctx0" brushRef="#br0" timeOffset="-2100.529">2046 1792,'-2'23,"0"0,-2 0,0-1,-1 0,-4 7,-17 105,26-133,0 1,-1-1,1 1,0-1,0 1,0-1,0 1,0 0,0-1,1 1,-1-1,0 1,1-1,-1 1,1-1,0 1,-1-1,1 0,0 1,0-1,0 0,0 1,0-1,0 0,0 0,0 0,1 0,-1 0,0 0,1-1,-1 1,0 0,1-1,-1 1,1-1,-1 1,1-1,0 0,-1 1,1-1,-1 0,1 0,-1 0,1 0,1-1,6-2,0-2,-1 1,0-1,1 0,-2 0,1-1,-1-1,0 1,0-1,0 0,-1 0,0-1,3-5,25-27,-34 40,0-1,0 1,0 0,0-1,1 1,-1 0,0-1,0 1,0 0,1 0,-1-1,0 1,1 0,-1 0,0-1,1 1,-1 0,0 0,1 0,-1 0,0 0,1-1,-1 1,0 0,1 0,-1 0,0 0,1 0,-1 0,1 0,-1 0,0 0,1 0,-1 0,0 1,1-1,-1 0,0 0,1 0,-1 0,0 1,1-1,-1 0,0 0,1 1,-1-1,0 0,0 0,1 1,-1-1,0 0,0 1,0-1,1 0,-1 1,0-1,0 0,0 1,0-1,0 0,0 1,0-1,0 1,3 28,-3-26,-1 68,-1-49,1 0,2 0,0 0,1 0,4 17,17 0,-10-28</inkml:trace>
  <inkml:trace contextRef="#ctx0" brushRef="#br0" timeOffset="-1770.412">2501 1860,'0'1,"1"1,-1 0,1-1,0 1,-1-1,1 1,0-1,0 1,0-1,0 1,0-1,1 0,-1 0,0 0,1 1,-1-1,1 0,-1-1,1 1,-1 0,1 0,-1-1,1 1,0-1,-1 1,1-1,0 0,0 1,-1-1,1 0,0 0,0-1,-1 1,1 0,0 0,-1-1,1 1,0-1,-1 0,1 1,0-1,-1 0,1 0,-1 0,0 0,1 0,-1 0,0 0,1-1,-1 1,0 0,0-1,0 1,0-1,0 0,0 0,1-1,0 0,-1 0,1 0,-1 0,0 0,0 0,0 0,-1 0,1 0,-1 0,0 0,1-1,-1 1,-1 0,1 0,0 0,-1 0,0-1,1 1,-1 0,-1 0,1 0,0 0,-1 1,1-1,-1 0,0 1,0-1,0 1,0-1,0 1,-1 0,1 0,-1 0,1 0,-1 0,0 1,0-1,0 1,0 0,0 0,0 0,0 0,0 0,0 1,0-1,0 1,-1 0,1 0,0 0,0 0,0 1,-1 0,0 0,1 0,-1 1,1-1,-1 1,1 0,-1 0,1 1,0-1,0 1,0-1,0 1,1 0,-1 0,1 0,0 0,0 1,0-1,0 1,0-1,1 1,-1-1,1 1,0 0,0 0,1 0,-1 0,1 0,0 0,0 3,-1 19</inkml:trace>
  <inkml:trace contextRef="#ctx0" brushRef="#br0" timeOffset="-1486.175">2554 2233,'7'1,"-1"-2,0 1,0-1,1 0,-1 0,0-1,0 0,0 0,-1 0,1-1,0 1,-1-2,1 1,-1 0,0-1,0 0,-1 0,1-1,-1 1,0-1,0 0,0 0,-1 0,0-1,0 1,1-4,-3 7,0 0,0 0,0-1,0 1,0 0,0 0,-1-1,0 1,1-1,-1 1,0 0,0-1,0 1,0-1,-1 1,1 0,-1-1,1 1,-1 0,0-1,0 1,0 0,0 0,0 0,0 0,-1 0,1 0,-1 0,1 0,-1 0,0 1,0-1,0 1,0-1,0 1,0 0,0 0,0 0,0 0,-1 0,1 0,0 1,-1-1,1 1,-1-1,1 1,0 0,-1 0,-3 0,0-1,1 1,-1 0,0 1,0 0,0 0,1 0,-1 0,1 1,-1 0,1 0,0 1,-1-1,1 1,0 0,1 1,-1-1,1 1,-1 0,1 0,0 0,1 1,-1-1,1 1,-1 1,3-4,0 0,1 0,-1 0,1 1,-1-1,1 0,0 0,0 0,0 1,0-1,0 0,0 0,1 0,-1 1,1-1,-1 0,1 0,0 0,0 0,0 0,0 0,0 0,1 0,-1-1,0 1,1 0,-1-1,1 1,0-1,0 1,-1-1,1 0,0 0,2 1,71 28,-36-22</inkml:trace>
  <inkml:trace contextRef="#ctx0" brushRef="#br0" timeOffset="-1200.938">2862 2006,'1'-19,"2"0,1 1,0-1,1 1,1 0,1 0,1 1,0 0,1 0,1 1,7-10,-14 21,-15 27,1 1,1 0,0 0,2 1,1 0,1 1,1 0,1 0,2 0,0 0,2 0,0 0,2 0,0 1,2-2,1 1,5 13,11 22,-1-10</inkml:trace>
  <inkml:trace contextRef="#ctx0" brushRef="#br0" timeOffset="5512.539">1030 2969,'-2'16,"-3"14,-6 14,-2 10,-2 7,-1 1,3-4,3-7,4-10,5-11,2-12</inkml:trace>
  <inkml:trace contextRef="#ctx0" brushRef="#br0" timeOffset="5764.772">923 2982,'9'14,"13"13,8 9,7 6,1 1,1 1,-3 0,-7-1,-5-3,-4-6,-4-9,-2-11,-1-12,-3-7</inkml:trace>
  <inkml:trace contextRef="#ctx0" brushRef="#br0" timeOffset="5945.289">1338 3022,'0'-16,"0"-10,-3-2,0 1,-2 5,0 10,1 15,-2 16,1 13,1 16,1 10,1 9,1 8,-1 1,-4 0,0-5,1-13</inkml:trace>
  <inkml:trace contextRef="#ctx0" brushRef="#br0" timeOffset="6741.595">1445 3504,'44'-118,"-5"-2,14-84,-32 234,31 5,-48-33,1 0,0 0,-1 0,1 1,-1-1,0 1,0 0,0 1,0-1,-1 1,1 0,-1-1,0 2,0-1,-1 0,1 0,-1 1,0 0,0-1,2 6,-3 5,-1 0,0 0,-1 0,-1 0,0 0,-1-1,0 1,-2-1,0 1,-15 74,20-87,0 0,0 0,0-1,0 1,0 0,0 0,1-1,-1 1,1 0,-1 0,1-1,-1 1,1-1,0 1,0 0,0-1,0 1,0-1,0 0,0 1,0-1,1 0,-1 0,0 0,1 0,-1 0,1 0,-1 0,1 0,0-1,-1 1,1-1,0 1,-1-1,1 1,1-1,65-1,14-23,-44 10</inkml:trace>
  <inkml:trace contextRef="#ctx0" brushRef="#br0" timeOffset="7379.031">2180 3223,'123'-188,"-99"140,-36 96,1 0,3 0,2 1,2 0,2 0,4 42,-2-89,0 12,1 0,-2-1,1 1,-2-1,0 1,-1-1,0 0,-1 0,-2 7,5-19,0 0,1 0,-1-1,0 1,0 0,0 0,1 0,-1 0,0-1,0 1,0 0,0-1,0 1,-1-1,1 1,0-1,0 0,0 1,0-1,0 0,-1 0,1 0,0 0,0 0,0 0,-1 0,1 0,0 0,0-1,0 1,0 0,-1-1,1 1,0-1,0 1,0-1,0 0,0 1,0-1,0 0,1 0,-1 0,0 1,0-1,0 0,1 0,-1 0,1 0,-1-1,1 1,-1 0,1 0,-1 0,1 0,0-1,-1 1,1 1,0-1,-1 1,1-1,0 1,-1-1,1 1,0 0,-1-1,1 0,0 1,0-1,0 1,0-1,-1 1,1-1,0 1,0-1,0 1,0-1,0 0,0 1,1-1,-1 1,0-1,0 1,0-1,0 1,1-1,-1 1,0-1,0 1,1-1,-1 1,0-1,1 1,-1-1,1 1,-1 0,1-1,-1 1,0 0,1-1,-1 1,1 0,0 0,-1 0,1-1,-1 1,1 0,-1 0,1 0,-1 0,1 0,-1 0,1 0,42-4,-34 4,192-10,-159 9</inkml:trace>
  <inkml:trace contextRef="#ctx0" brushRef="#br0" timeOffset="9380.952">2675 6097,'-2'21,"-1"0,-1-1,0 1,-2-1,0 1,-1-2,-5 8,-4 17,-37 120,52-162,1 0,-1-1,0 1,1 0,-1 0,1 0,-1-1,1 1,0 0,0 0,0 0,0 0,0 0,0 0,0 0,1 0,-1-1,1 1,-1 0,1 0,0 0,0-1,0 1,0 0,0-1,0 1,0-1,0 1,1-1,-1 0,1 0,-1 1,1-1,-1 0,1 0,-1 0,1-1,0 1,0 0,0 0,1-1,7-1,0-1,0 0,0-1,-1 0,1 0,-1-1,0-1,0 1,0-2,-1 1,0-1,0 0,0-1,15-9,22-9,-44 25,0 1,-1 0,1-1,0 1,0 0,0 0,-1 0,1 0,0-1,-1 1,1 0,-1 0,1 0,-1 0,1 0,-1 0,0 0,0 1,1-1,-1 0,0 0,0 0,0 0,0 0,0 0,0 0,-1 0,1 0,0 1,0-1,-1 0,1 1,-28 245,28-224</inkml:trace>
  <inkml:trace contextRef="#ctx0" brushRef="#br0" timeOffset="9729.022">3063 6244,'0'1,"0"0,0 0,0 0,1 0,-1 0,1 0,-1 0,0 0,1-1,0 1,-1 0,1 0,-1-1,1 1,0 0,-1-1,1 1,0 0,0-1,0 1,0-1,-1 0,1 1,0-1,0 1,0-1,0 0,0 0,0 0,0 0,0 0,0 1,0-2,0 1,0 0,0 0,0 0,0 0,-1-1,1 1,0 0,0-1,0 1,0-1,0 1,0-1,-1 1,1-1,0 1,-1-1,1 0,0 0,-1 1,1-1,-1 0,1 0,-1 0,1 1,-1-1,1 0,-1-1,1 1,1-1,-1 1,0-1,0 1,0-1,0 1,-1-1,1 0,0 1,-1-1,1 0,-1 0,1 0,-1 1,0-1,0 0,0 0,0 0,0 0,0 1,0-1,-1 0,1 0,-1 0,1 1,-1-1,0 0,0 1,1-1,-1 1,0-1,-1 1,1-1,0 1,0-1,-1 1,1 0,0 0,-1 0,1 0,-1 0,0 0,1 0,-2 0,-1 2,0 0,1 0,-1 1,1-1,-1 1,1 0,0 0,0 0,0 1,0-1,0 1,0-1,1 1,-1 0,1 0,0 0,0 0,-1 2,-8 13</inkml:trace>
  <inkml:trace contextRef="#ctx0" brushRef="#br0" timeOffset="9997.303">3063 6525,'4'-3,"1"0,0 0,-1 0,0-1,0 0,0 0,0 0,-1 0,1-1,-1 1,0-1,0 0,-1 0,0 0,0 0,0-1,0 1,-1 0,0-1,0 1,0-1,-1 0,0-1,0 6,-1-1,1 1,-1 0,0 0,1 0,-1 0,0 0,0 0,0 0,0 0,0 0,0 1,0-1,0 0,-1 1,1-1,0 0,0 1,-1-1,1 1,0 0,0 0,-1-1,1 1,0 0,-1 0,1 0,0 0,-1 0,1 1,0-1,-1 0,1 1,0-1,0 0,-1 1,1 0,0-1,0 1,0 0,0-1,0 1,0 0,0 0,0 0,0 0,0 0,0 0,1 0,-1 0,0 1,1-1,-1 1,-2 0,0 0,1 0,-1 0,1 0,0 1,0-1,0 1,0-1,0 1,0 0,1 0,-1 0,1 0,0 0,0 0,0 0,0 0,0 0,1 0,0 1,-1-1,1 0,0 1,1-1,-1 0,1 0,-1 0,1 1,0-1,0 0,0 0,1 0,-1 0,2 2,18 7,2-3</inkml:trace>
  <inkml:trace contextRef="#ctx0" brushRef="#br0" timeOffset="10544.354">3464 6271,'131'-261,"-130"260,-2 0,1 1,0-1,0 1,0-1,0 1,0-1,0 1,0-1,0 1,0 0,0-1,0 1,0-1,0 1,0-1,0 1,1-1,-1 1,0 0,0-1,0 1,1-1,-1 1,0 0,0-1,1 1,-1 0,0-1,1 1,-1 0,1 0,-1-1,0 1,1 0,-1 0,1-1,-1 1,1 0,-1 0,0 0,1 0,-1 0,1 0,-1 0,1 0,-1 0,1 0,-1 0,1 0,-1 0,1 0,-1 0,0 1,1-1,-1 0,1 0,-1 1,0-1,1 0,-14 80,10-60,-13 66,3 0,2 54,11-109,-8 54,7-84,1 0,0 0,-1 0,1 0,-1 0,1 0,-1 0,0 0,1 0,-1-1,0 1,0 0,1 0,-1-1,0 1,0-1,0 1,0-1,0 1,0-1,0 1,0-1,0 0,0 0,0 1,0-1,0 0,0 0,0 0,0 0,0 0,0 0,-1-1,1 1,0 0,0 0,0-1,0 1,0-1,1 1,-1-1,0 1,0-1,0 0,0 1,0-1,1 0,-1 0,-14-5,20 10,18-1,0-1,0-1,0-1,0-1,0-1,15-4,4 1,45-5,-54 4</inkml:trace>
  <inkml:trace contextRef="#ctx0" brushRef="#br0" timeOffset="10792.691">4105 6511,'0'3,"-4"0,-2 0</inkml:trace>
  <inkml:trace contextRef="#ctx0" brushRef="#br0" timeOffset="8362.424">1471 6178,'9'-15,"-6"40,-9 83,3-82,1 1,1-1,1 1,1 0,2-1,4 20,-6-41,0-1,0 0,1 0,-1 0,1 0,0 0,0 0,1 0,-1 0,1-1,-1 0,1 1,0-1,1 0,-1 0,0-1,1 1,0-1,-1 1,1-1,0 0,0-1,0 1,1-1,-1 1,0-1,0-1,1 1,-1-1,1 1,-1-1,0 0,1-1,-1 1,0-1,1 0,-1 0,0 0,0-1,2 0,4-5,0-1,-1 0,0-1,0 0,0 0,-2-1,1 0,-1 0,0-1,-1 0,-1 0,1-1,-2 1,0-1,3-11,95-290,-100 306,8-16,1 34,-6 8,1 1</inkml:trace>
  <inkml:trace contextRef="#ctx0" brushRef="#br0" timeOffset="8662.253">2020 6097,'7'14,"4"11,5 10,5 7,2 4,5 2,2-1,3-1,0-4,-1-7,-4-7,-4-8,-3-8,-7-8,-4-5</inkml:trace>
  <inkml:trace contextRef="#ctx0" brushRef="#br0" timeOffset="8915.574">2327 6150,'-14'19,"-11"14,-10 13,-7 11,-4 6,-2 5,3-1,9-12</inkml:trace>
  <inkml:trace contextRef="#ctx0" brushRef="#br0" timeOffset="66196.873">28 1485,'44'-9,"-43"9,0-1,-1 0,1 0,0 1,-1-1,1 0,-1 0,1 0,-1 0,1 0,-1 0,0 0,1 1,-1-1,0 0,0 0,1 0,-1 0,0 0,0-1,0 1,0 0,-1 0,1 0,0 0,0 0,0 1,-1-1,1 0,-1 0,1 0,-1 0,1 0,-1 0,1 0,-1 1,0-1,1 0,-1 0,0 1,0-1,0 1,1-1,-1 1,0-1,0 1,0-1,0 1,0 0,0-1,0 1,0 0,0 0,0 0,-1 1,0 1,1-1,-1 1,1 0,-1 0,1-1,0 1,-1 0,1 0,0 0,0 1,1-1,-1 0,0 0,1 0,-1 1,1-1,0 0,0 0,0 1,0-1,0 0,0 1,0-1,1 0,-1 0,1 1,0 0,-1-2,1 0,-1 1,1-1,-1 0,1 0,-1 1,1-1,0 0,-1 0,1 0,0 0,0 0,0 0,0 0,0 0,0 0,0 0,0 0,0-1,0 1,1 0,-1-1,0 1,0-1,1 0,-1 1,0-1,1 0,-1 0,0 0,1 1,-1-1,1-1,-1 1,0 0,1 0,-1 0,0-1,1 1,-1-1,0 1,0-1,0 0,1 1,-1-1,0 0,0 0,0 0,0 0,0 0,0 0,0 0,0 0,-1 0,1 0,0 0,-1 0,1-1,-1 1,1 0,-1 0,0-1,1 1,-1-1,0 1,1-1,0 0,0 0,0 0,0 0,-1 0,1 0,-1 0,1 0,-1 0,0 0,0 0,0-1,0 1,0 0,0 0,-1 0,1 0,-1 0,1 0,-1 0,0 0,0 0,0 0,0 0,0 0,0 1,0-1,-1 0,1 1,-1-1,1 1,-1-1,1 1,-1 0,0 0,0 0,0 0,0 0,0 0,0 0,0 0,-2 0,1 3,1-1,-1 1,0 0,0-1,1 1,-1 0,1 1,-1-1,1 0,0 1,0-1,0 1,0 0,1-1,-1 1,1 0,-1 0,1 0,0 0,0 0,1 1,-1-1,1 0,-1 0,1 1,0-1,0 0,0 0,1 1,0 2,1-4,0 0,0 0,0 1,1-1,-1-1,1 1,-1 0,1-1,-1 1,1-1,0 0,0 1,0-1,0-1,0 1,0 0,0-1,0 0,0 1,0-1,0 0,0-1,0 1,0-1,0 1,0-1,0 0,0 0,2-1,-4 2,46-9,-1-2,0-2,-1-2,-1-2,0-2,-1-2,-1-2,8-7,-25 13,-2-1,0-1,-1-1,0-1,-2 0,-1-2,0-1,12-21,127-173,82-148,-158 221,2 81,-33 30,-6-1,-20 14,0 1,2 1,0 1,1 1,1 2,6-1,7-1,1 2,0 3,41-7,113-18,40 1,-115 5,-140 27,7 4</inkml:trace>
  <inkml:trace contextRef="#ctx0" brushRef="#br0" timeOffset="67179.246">1151 175,'0'0,"0"0,1 0,-1 0,0 0,1 0,-1 0,0 0,0 0,1 0,-1 0,0 0,1 0,-1 0,0 0,1 0,-1 0,0 0,0 1,1-1,-1 0,0 0,0 0,1 1,-1-1,0 0,0 0,1 1,-1-1,0 0,0 0,0 1,0-1,0 0,1 0,-1 1,0-1,0 0,0 1,0-1,0 0,0 1,0-1,0 0,0 1,0-1,0 0,0 0,0 1,0-1,0 0,-1 1,1-1,0 0,0 1,0-1,0 0,0 0,-1 1,1-1,0 0,0 0,-1 0,1 1,0-1,0 0,-1 0,1 0,30 7,164-7,-114-5,25 5,-104 0,-1 0,1 0,-1 0,0 0,1 0,-1 0,1 0,-1 0,1 0,-1 0,0 0,1 0,-1 0,1 1,-1-1,0 0,1 0,-1 0,1 1,-1-1,0 0,1 0,-1 1,0-1,1 0,-1 1,0-1,0 0,1 1,-1-1,0 1,0-1,0 0,0 1,1-1,-1 1,0-1,0 0,0 1,0-1,0 1,0-1,0 1,0-1,0 0,0 1,0-1,0 1,-1-1,1 1,0-1,0 0,0 1,-1-1,1 0,0 1,0-1,-1 1,-21 23,14-16,-23 34,1 1,3 1,1 2,2 1,3 0,-13 43,32-86,-9 19,11-23,-1 0,1 0,0 1,0-1,-1 0,1 0,0 1,0-1,-1 0,1 0,0 0,-1 0,1 1,0-1,-1 0,1 0,-1 0,1 0,0 0,-1 0,1 0,0 0,-1 0,1 0,0 0,-1 0,1 0,-1 0,1-1,0 1,-1 0,1 0,0 0,-1 0,1-1,0 1,0 0,-1 0,1 0,0-1,0 1,-1 0,1-1,0 1,0 0,0-1,-1 1,1 0,0-1,0 1,0 0,0-1,0 1,0 0,0-1,0 1,0-1,-71-173,-10-12,80 190,2 5</inkml:trace>
  <inkml:trace contextRef="#ctx0" brushRef="#br0" timeOffset="72099.475">82 5910,'7'43,"-6"-43,0-1,1 1,-1 0,0 0,0-1,0 1,0-1,0 1,0-1,0 1,0-1,0 0,0 1,0-1,0 0,0 0,0 0,-1 1,1-1,0 0,-1 0,1 0,0 0,-1-1,1 1,-1 0,0 0,1 0,-1 0,0 0,0-1,1 0,-1 1,1-1,-1 0,1 0,-1 0,0 0,1 0,-1 0,0 0,-1 1,1-1,0 0,0 0,-1 0,1 0,-1 0,0 1,0-1,1 0,-1 0,0 1,0-1,-1 1,1-1,0 1,0-1,-1 1,1 0,-1-1,1 1,-1 0,1 0,-1 0,0 0,0 1,1-1,-1 0,0 1,0-1,0 1,0 0,0-1,0 1,0 0,1 0,-1 0,0 1,0-1,0 0,0 1,0-1,0 1,1 0,-1-1,0 1,0 0,-1 1,1-1,-1 0,0 0,1 0,-1 1,0-1,1 1,0 0,-1 0,1 0,0 0,0 0,0 0,0 0,0 1,1-1,-1 1,1-1,-1 1,1-1,0 1,0 0,0 0,0 0,1 0,-1 0,1-1,0 1,0 0,0 0,0 1,1-3,1 0,0 0,-1 0,1 0,-1 0,1-1,0 1,0-1,-1 1,1-1,0 0,0 0,0 1,-1-1,1 0,0-1,0 1,0 0,-1 0,1-1,0 1,0-1,-1 0,1 1,0-1,-1 0,1 0,-1 0,1 0,-1 0,0 0,1-1,-1 1,0 0,0-1,0 1,0-1,0 1,0-1,29-48,-29 49,-1 0,1 0,-1 0,0 0,1-1,-1 1,0 0,0 0,0-1,0 1,0 0,0 0,0-1,-1 1,1 0,0 0,-1 0,1-1,-1 1,1 0,-1 0,1 0,-1 0,0 0,0 0,1 0,-1 0,0 0,0 0,0 1,0-1,0 0,0 0,0 1,0-1,0 1,-1-1,1 1,0 0,0-1,0 1,-1 0,-7-2,16 2,11 2,9-6,0-1,1-1,-2-1,1-1,-1-1,0-2,19-11,-20 11,524-215,142-69,-478 203,103-51,13-61,-230 140,516-281,-588 327,-2-1,0-2,-1 0,-2-1,0-1,-1-1,-1-1,-2-1,12-20,-12 19,-1-1,-2-1,0 0,-2 0,-1-2,-2 1,-1-2,-1 1,-1-3,26-345,-24 272,-5-1,-5 1,-11-90,3 115,-4 1,-3 0,-16-44,-103-321,63 244,-7-41,-73-96,109 184,10 24,33 131,-1 0,0 0,1 0,-1 0,0 0,1 0,-1 0,0 0,1 0,-1 0,1 1,-1-1,0 0,1 0,-1 1,1-1,-1 0,0 1,1-1,-1 0,1 1,-1-1,1 1,0-1,-1 1,1-1,-1 1,1-1,0 1,0-1,-1 1,1 0,0-1,0 1,-1-1,1 1,0 0,0-1,0 1,0 0,0-1,0 1,0 0,0-1,0 1,1 0,-1-1,0 1,0-1,0 1,1 0,-1-1,0 1,-25 213,22-167,-1 114,4-217,2-1,3 1,11-50,24-81,-23 142,-17 44,0 0,0-1,0 1,0 0,0 0,0 0,0-1,0 1,0 0,1 0,-1 0,0 0,1-1,-1 1,1 0,0 0,-1 0,1 0,0 0,-1 0,1 1,0-1,0 0,0 0,0 0,0 1,0-1,0 0,0 1,0-1,0 1,0-1,0 1,1 0,-1 0,0-1,0 1,0 0,1 0,-1 0,0 0,0 0,0 0,0 0,1 1,-1-1,0 0,0 1,0-1,1 1,84 52,74 6,-159-59,0 0,0 0,0 0,0 1,0-1,0 0,0 1,0-1,0 1,0-1,0 1,-1-1,1 1,0-1,0 1,-1 0,1 0,0-1,-1 1,1 0,0 0,-1 0,0 0,1 0,-1-1,1 1,-1 0,0 0,0 0,1 0,-1 0,0 0,0 0,0 0,0 0,0 0,0 0,-1 0,1 0,0 0,0 0,-1 0,1 0,-1 0,1 0,-1 0,1 0,-1-1,1 1,-1 0,0 0,1-1,-1 1,0 0,0-1,0 1,1-1,-1 1,0-1,0 1,0-1,0 1,-1-1,-147 105,-61 57,191-150,19-12,0 0,0 0,0 0,0 0,0-1,0 1,0 0,0 0,0 0,0 0,0-1,0 1,0 0,0 0,0 0,0 0,0-1,0 1,0 0,0 0,-1 0,1 0,0-1,0 1,0 0,0 0,0 0,0 0,0 0,-1 0,1 0,0-1,0 1,0 0,0 0,-1 0,1 0,0 0,0 0,0 0,0 0,-1 0,1 0,0 0,13-17,47-43,-29 30,0-1,-3-1,0-2,2-7,-91 124,55-73,-1 0,1-1,1 0,0 1,0 0,1 0,0 1,1-1,-1 7,3-17,1 1,0-1,0 0,0 1,0-1,-1 1,1-1,0 1,0-1,0 0,0 1,0-1,0 1,0-1,0 1,0-1,0 0,0 1,0-1,1 1,-1-1,0 0,0 1,0-1,0 1,1-1,-1 0,0 1,0-1,1 0,-1 1,0-1,1 0,-1 0,0 1,1-1,-1 0,1 0,-1 1,0-1,1 0,-1 0,1 0,-1 0,0 0,1 0,-1 0,1 0,-1 0,1 0,-1 0,0 0,1 0,-1 0,1 0,-1 0,1 0,-1-1,0 1,1 0,-1 0,0 0,1-1,-1 1,0 0,1 0,-1-1,1 1,24-22,-15 9,0-1,0-1,-2 0,1 0,-2-1,0 0,-1 0,-1 0,0-1,-2 0,1 0,0-17,-4 34,1-1,-1 0,0 0,1 1,-1-1,0 0,1 0,-1 0,0 0,0 0,0 1,0-1,0 0,0 0,0 0,0 0,0 0,0 0,0 0,0 1,-1-1,1 0,0 0,-1 0,1 0,-1 1,1-1,-1 0,1 1,-1-1,1 0,-1 1,0-1,1 0,-1 1,0-1,0 1,1-1,-1 1,0 0,0-1,0 1,1 0,-1 0,0-1,0 1,0 0,0 0,0 0,0 0,1 0,-1 0,0 0,0 0,0 1,0-1,0 0,0 0,1 1,-1-1,0 1,0-1,1 0,-1 1,0 0,0-1,1 1,-1-1,0 1,-2 3,-1-1,1 1,0-1,0 1,0 0,0 1,1-1,-1 0,1 1,0-1,1 1,-1 0,1-1,0 1,0 0,0 0,1 0,0 5,0-10,1 1,-1 0,1 0,-1-1,1 1,-1 0,1-1,0 1,0-1,-1 1,1-1,0 1,0-1,-1 0,1 1,0-1,0 0,0 0,0 1,-1-1,1 0,0 0,0 0,0 0,0 0,0 0,0 0,-1 0,1-1,0 1,0 0,0 0,0-1,-1 1,1-1,0 1,0 0,-1-1,1 1,0-1,-1 0,1 1,0-1,-1 0,1 1,-1-1,1 0,-1 0,1 1,-1-1,0 0,1 0,-1 0,0 1,0-2,6-8,-1-1,-1-1,0 1,0-1,-1 1,-1-1,0 0,0 0,-1 0,-1-1,0 1,-1-7,-14-25,15 43,0 0,-1 1,1-1,0 0,-1 0,1 1,-1-1,1 0,-1 1,1-1,-1 1,0-1,1 1,-1-1,0 1,1-1,-1 1,0 0,0-1,1 1,-1 0,0 0,0-1,0 1,1 0,-1 0,0 0,0 0,0 0,1 0,-1 0,0 0,0 1,0-1,1 0,-1 0,0 1,0-1,1 0,-1 1,0-1,0 1,1-1,-1 1,1-1,-1 1,0-1,1 1,-1 0,1-1,0 1,-1 0,1 0,-6 8,1 1,1 0,0 0,1 0,-1 0,2 1,0-1,0 1,1-1,0 1,1 0,0 0,0-1,2 5,2 44,3-3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8:46.27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39,'4'0,"7"-2,5-1,10-3,11 1,9-2,8 1,3 0,0 3,-4 5,-11 8,-12 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8:53.53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27,'2'0,"3"0,8 0,8 0,10 2,11 1,11 0,14-1,8-2,3-5,0 0,-4-2,-6 0,-10 1,-11 2,-10 1,-12 4,-10 2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8:52.21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1 309,'5'-24,"2"0,0 1,1 0,2 0,0 1,1 0,1 1,12-16,10-5,-34 42,1-1,-1 1,1 0,-1-1,0 1,1 0,-1 0,1-1,-1 1,1 0,-1 0,1 0,-1 0,1 0,-1-1,1 1,-1 0,1 0,-1 0,1 0,-1 0,1 1,-1-1,0 0,1 0,-1 0,1 0,-1 0,1 1,-1-1,1 0,-1 0,0 1,1-1,-1 0,1 1,-1-1,0 1,1-1,-1 0,0 1,0-1,1 1,-1-1,0 1,0-1,0 0,1 1,-1-1,0 1,0-1,0 1,0-1,0 1,0-1,0 1,0-1,0 1,3 36,-3-34,3 66,-4 0,-3 0,-2 0,-4 0,-4 7,14-76,-28 78,27-75,-1-1,1 1,0-1,-1 0,0 1,1-1,-1 0,0 0,0 0,0 0,0-1,-1 1,1 0,0-1,-1 1,1-1,-1 0,1 0,-1 0,0 0,1-1,-1 1,0-1,0 1,0-1,1 0,-3 0,5 0,1-1,-1 1,1 0,-1 0,0-1,1 1,-1 0,0-1,1 1,-1 0,0-1,1 1,-1-1,0 1,0 0,0-1,1 1,-1-1,0 1,0-1,0 1,0-1,0 1,0 0,0-1,0 1,0-1,0 1,0-1,0 1,0-1,0 1,0-1,0 1,-1-1,1 1,0 0,0-1,-1 1,1-1,0 1,0 0,-1-1,1 1,0 0,-1-1,1 1,-1 0,1 0,0-1,-1 1,1 0,-1 0,1 0,0-1,-1 1,1 0,-1 0,0 0,131-19,-107 16,1 1,1 1,-1 1,0 1,0 1,0 2,-1 0,1 1,4 3,-3 2</inkml:trace>
  <inkml:trace contextRef="#ctx0" brushRef="#br0" timeOffset="433.84">964 1,'-22'-1,"0"2,1 0,-1 1,0 1,1 1,0 1,0 1,0 1,1 0,-1 2,-9 6,18-9,1 1,-1 0,1 1,1 0,-1 1,1 0,1 0,0 1,0 0,1 1,0 0,1 0,0 1,1 0,0 0,1 0,0 1,1 0,1-1,0 2,1-1,0 0,1 0,0 1,1 11,2-17,0-1,1 1,0-1,0 0,0 0,1 0,0 0,0-1,0 0,1 1,0-1,1-1,-1 1,1-1,0 0,0 0,1-1,-1 0,1 0,0-1,0 1,1-2,-1 1,1 0,15 3,1 0,-1-1,1-1,0-2,0 0,0-2,6 0,-19 0,0-1,0 0,0 0,-1-1,1 0,0-1,-1-1,1 1,-1-1,0-1,7-4,2-5</inkml:trace>
  <inkml:trace contextRef="#ctx0" brushRef="#br0" timeOffset="749.938">724 322,'0'-1,"1"0,-1 0,1-1,-1 1,1 0,0 0,0 0,0 0,0 0,0 0,0 0,0 0,0 0,0 0,0 1,0-1,0 0,1 1,-1-1,0 1,0-1,1 1,-1 0,0 0,1-1,-1 1,1 0,-2 0,24-9,1 1,0 1,0 1,0 1,0 2,1 0,5 2,-28 1,0 0,0 0,1 1,-1 0,0-1,0 1,0 1,0-1,0 0,0 1,0-1,0 1,0 0,-1 0,1 0,-1 0,1 1,-1-1,0 0,0 1,0 0,0 0,-1-1,1 1,-1 0,1 0,-1 0,0 1,0-1,0 0,-1 0,1 0,-1 1,0 2,2 28,-2 0,-2 0,-1 0,-1-1,-2 1,-2 1,7-29,-3 15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8:56.83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251 432,'-15'3,"0"1,0 0,0 0,1 2,0 0,0 0,0 2,1-1,0 2,0 0,1 0,0 1,1 1,0 0,1 0,-2 4,9-13,0 1,1 0,0 0,0 0,0 0,0 0,0 0,0 0,1 1,-1-1,1 1,0-1,0 1,1 0,-1-1,1 1,0 0,0-1,0 1,0 0,0-1,1 1,0 0,0-1,0 1,0-1,0 1,1-1,-1 0,1 0,0 1,0-1,0 0,1-1,-1 1,1 0,-1-1,1 1,2 0,2-1,0 0,1-1,-1 0,0-1,1 1,-1-1,1-1,-1 1,1-2,-1 1,0-1,1 0,-1 0,0 0,-1-1,1-1,0 1,-1-1,1 0,-1 0,0-1,-1 0,1 0,-1 0,0-1,0 0,1-2,10-14,-2 0,0 0,-2-2,0 1,-1-2,-2 1,-1-1,0-1,-2 0,-1 0,-1 0,-1 0,-2 0,0-1,-2 1,-1-1,-1 1,-1 0,-1 0,-2 0,-3-6,-19-31,29 63,0 0,0-1,-1 1,1-1,0 1,0 0,-1-1,1 1,0 0,-1-1,1 1,-1 0,1 0,0-1,-1 1,1 0,-1 0,1 0,-1-1,1 1,0 0,-1 0,1 0,-1 0,1 0,-1 0,1 0,-1 0,1 0,-1 0,1 0,-1 0,1 1,0-1,-1 0,1 0,-1 0,1 1,-1-1,1 0,0 0,-1 1,1-1,0 0,-1 1,1-1,0 1,0-1,-1 0,1 1,0-1,0 1,-1-1,1 0,0 1,0-1,0 1,0-1,0 1,0-1,0 1,0-1,0 1,0-1,0 1,0-1,-18 124,16-95,1-22,-3 29,1 0,2 0,1-1,2 1,2 0,1 0,1-1,11 32,-14-60,-1 0,1 0,1-1,-1 1,1-1,0 1,1-1,0 0,0-1,0 1,0-1,1 0,0-1,0 1,0-1,1 0,-1-1,1 1,0-1,0-1,0 1,0-1,0 0,1-1,-1 0,1 0,-1-1,1 1,-1-2,1 1,4-2,2-1,1 0,-1-2,0 1,0-2,-1 0,1-1,-1 0,-1-1,1 0,-1-1,-1-1,0 0,0 0,-1-1,0 0,-1-1,0 0,-1 0,0-1,-1 0,-1-1,0 1,-1-1,0-1,-1 1,1-7,-7-30,1 50,1 0,0-1,0 1,0 0,-1-1,1 1,-1 0,1-1,-1 1,1 0,-1 0,0-1,0 1,1 0,-1 0,0 0,0 0,0 0,0 0,0 0,-1 1,1-1,0 0,0 1,0-1,-1 0,1 1,0-1,-1 1,1 0,0 0,-1-1,0 1,-1 2,0 0,0-1,0 1,0 1,0-1,1 0,-1 1,1-1,0 1,-1 0,1 0,1 0,-1 0,0 0,1 0,-1 0,1 0,0 1,0-1,0 1,1-1,-1 2,-2 3,0-1,1 1,0 0,0 0,1-1,0 1,0 0,1 1,0-1,0 0,1 0,0 0,0-1,1 1,0 0,1 0,0-1,0 1,0-1,1 0,0 0,0 0,1-1,0 1,0-1,0 0,7 5,-1-6,0 0,0 0,0-1,0 0,1-1,0 0,0-1,0 0,0-1,0 0,0-1,0 0,0-1,4-1,50-7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8:57.63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1 468,'26'12,"0"0,-1 2,0 0,-1 2,-1 1,19 18,-32-27,110 84,-119-92,-1 1,1-1,0 1,-1-1,1 1,-1-1,1 0,0 1,0-1,-1 0,1 0,0 0,-1 1,1-1,0 0,0 0,-1 0,1 0,0 0,0 0,-1-1,1 1,0 0,0 0,-1 0,1-1,0 1,-1 0,1-1,0 1,-1 0,1-1,0 1,-1-1,1 1,-1-1,1 0,-1 1,1-1,-1 1,0-1,1 0,-1 1,0-1,1 0,-1 0,0 1,0-1,0 0,3-42,-4 35,0-35,-1 31,0 0,2-1,-1 1,2 0,0-1,0 1,1-1,0 1,1 0,1 0,0 1,1-1,3-7,-5 16,1-1,-1 1,1 0,0 0,-1 0,1 1,1-1,-1 1,0 0,0 0,1 0,-1 1,1 0,0-1,-1 2,1-1,0 0,0 1,-1 0,1 0,0 1,0-1,-1 1,1 0,0 0,-1 1,1-1,-1 1,3 1,33 12</inkml:trace>
  <inkml:trace contextRef="#ctx0" brushRef="#br0" timeOffset="817.454">936 575,'-5'-4,"0"0,0 1,-1 0,1-1,-1 2,0-1,0 1,0 0,0 0,-1 0,1 1,0 0,-1 0,1 1,-1 0,1 0,0 0,-1 1,1 0,0 0,-1 1,1 0,0 0,0 0,0 1,0 0,1 0,-1 0,1 1,0-1,0 2,-2 0,-1 5,0 0,1 1,0-1,1 1,0 1,0-1,1 1,1 0,0 0,1 1,0-1,1 1,0 5,1-17,1 0,0 0,-1 1,1-1,0 0,0 1,0-1,0 1,0-1,1 0,-1 0,0 1,1-1,-1 0,1 1,-1-1,1 0,-1 0,1 0,0 0,0 0,-1 1,1-1,0-1,0 1,0 0,0 0,0 0,1 0,-1-1,0 1,0 0,0-1,1 1,-1-1,0 0,0 1,1-1,-1 0,0 0,1 0,-1 0,0 0,1 0,-1 0,0 0,1 0,-1-1,0 1,1-1,-1 1,0-1,0 1,0-1,12-6,0-1,-1 0,0-1,0 0,-1-1,0 0,-1-1,0 0,3-5,23-25,-35 40,0 0,-1 0,1 0,0 0,0 1,0-1,-1 0,1 0,0 1,0-1,0 0,0 1,0-1,0 1,0-1,1 1,-1 0,0-1,0 1,0 0,0 0,0 0,1 0,-1 0,0 0,0 0,0 0,0 0,1 1,-1-1,0 0,0 1,0-1,0 1,0-1,0 1,0 0,0-1,0 1,0 0,0 0,-1-1,1 1,0 0,0 0,-1 0,1 0,-1 0,1 0,-1 0,1 0,-1 0,1 1,-1-1,0 0,6 11,47 66,-50-76,0 1,-1 0,1-1,0 0,0 0,1 0,-1 0,0-1,1 1,-1-1,1 1,-1-1,1-1,0 1,-1 0,1-1,0 0,-1 0,1 0,0 0,0 0,-1-1,1 0,0 0,6-4,1 0,-1-1,-1 0,1-1,-1 0,0 0,0-1,-1 0,0-1,-1 0,0 0,0 0,-1-1,0 0,-1-1,1-2,15-26,-2-1,-2 0,-1-1,-2-1,-3 0,-1-1,-1 0,-3 0,0-38,-5 69,0 0,-1 0,-1-1,0 1,-1 0,0 0,-1 0,0 1,-1-1,0 1,-2-4,6 14,-1-1,0 1,1-1,-1 1,0-1,0 1,0 0,0-1,0 1,0 0,0 0,0 0,0 0,-1 0,1 0,0 0,-1 0,1 0,-1 1,1-1,-1 0,1 1,-1-1,1 1,-1 0,1 0,-1-1,0 1,1 0,-1 0,1 1,-1-1,0 0,1 0,-1 1,1-1,-1 1,1-1,-1 1,1 0,-1 0,1 0,0-1,-1 1,1 1,-8 9,0 0,1 1,1 0,0 0,1 1,0 0,1 0,0 0,1 1,1-1,0 1,1 0,0 5,-5 17,2-1,1 1,2-1,2 1,1 0,1 0,2-1,2 1,1-1,2-1,3 5,-10-30,1-1,0 0,0 0,1-1,0 1,0-1,1 0,0 0,1 0,-1-1,1 1,0-1,1-1,-1 1,1-1,0 0,0-1,1 0,0 0,-1 0,1-1,0 0,1-1,-1 0,0 0,1-1,-1 0,1 0,-1-1,1 0,3-1,-4-1,1-1,-1 0,0 0,0-1,-1 0,1 0,-1-1,0 0,0 0,0-1,-1 0,0 0,0 0,0-1,-1 0,0 0,0 0,-1-1,0 0,0 1,-1-1,0-1,1-5,-4 14,1 1,-1 0,0-1,0 1,1-1,-1 1,1 0,-1-1,0 1,1-1,-1 1,1-1,-1 1,1-1,0 0,-1 1,1-1,-1 0,1 1,0-1,-1 0,1 0,0 1,-1-1,1 0,0 0,-1 0,1 0,0 0,-1 0,1 0,0 0,-1 0,1 0,0-1,-1 1,1 0,0 0,-1-1,1 1,0 0,-1-1,1 1,-1 0,1-1,-1 1,1-1,-1 1,1-1,-1 1,1-1,-1 1,0-1,1 0,-1 1,0-1,0 0,1 1,-1-1,0 0,0 1,0-1,0 0,0 1,0-1,0 0,0 1,0-1,22 50,-19-38,2 0,-1-1,1 0,0 1,1-2,1 1,-1-1,1 0,1 0,0-1,7 7,21-1,-22-14</inkml:trace>
  <inkml:trace contextRef="#ctx0" brushRef="#br0" timeOffset="1071.301">1578 241,'-4'11,"7"6,10 3,3-2</inkml:trace>
  <inkml:trace contextRef="#ctx0" brushRef="#br0" timeOffset="2369.089">2166 575,'-6'-5,"0"0,0 1,0-1,-1 1,1 1,-1-1,0 1,0 0,0 0,-1 1,1 0,-1 1,1-1,-1 2,0-1,1 1,-1 0,0 0,1 1,-1 0,1 0,-1 1,1 0,-1 1,1-1,0 1,0 1,1-1,-1 1,0 0,1 1,0 0,0 0,1 0,-1 0,1 1,0 0,1 0,-1 0,1 1,1 0,-2 2,2-5,0-1,1 1,0 0,0 0,0 0,0 1,0-1,1 0,0 1,0-1,0 1,0-1,1 1,0-1,0 1,0 0,0-1,1 1,-1-1,1 1,1-1,-1 0,1 1,-1-1,1 0,0 0,1 0,-1 0,1 0,-1-1,1 1,0-1,1 1,-1-1,1 0,-1-1,1 1,0 0,0-1,3 1,0-1,0 0,0-1,0 0,0-1,0 0,0 0,0 0,1-1,-1 0,0 0,0-1,-1 0,1 0,0-1,-1 0,1 0,-1 0,0-1,0 0,0 0,0 0,0-2,7-5,0-1,-1-1,-1 1,0-2,-1 0,0 0,-1 0,6-15,-1-6,-1-1,-3 0,0-1,-3 0,-1-1,-1 1,-3-1,-1 0,-1 0,-2 0,-2 0,-2-3,-19-52,24 93,1-1,-1 1,1 0,-1-1,0 1,1 0,-1 0,0-1,1 1,-1 0,0 0,1 0,-1 0,0 0,1 0,-1 0,0 0,1 0,-1 0,0 0,1 0,-1 1,1-1,-1 0,0 0,1 1,-1-1,1 0,-1 1,0-1,1 0,-1 1,1-1,0 1,-1-1,1 1,-1-1,1 1,0 0,-1-1,1 1,0-1,0 1,-1 0,1-1,0 1,0 0,0-1,0 1,0 0,0-1,0 1,0 0,0-1,0 1,0 0,0-1,0 1,1 0,-1-1,0 1,1-1,-1 1,0 0,-10 61,3 0,3 1,2 0,4 13,-2-70,-1 20,1 0,1 1,1-1,1 0,1 0,2 0,0 0,2-1,1 0,0-1,3 2,-9-21,1 0,0-1,0 1,0-1,0 0,1 0,-1 0,1-1,0 1,0-1,0 0,1-1,-1 1,1-1,0 0,-1 0,1-1,0 0,0 0,0 0,0-1,0 0,0 0,0 0,0-1,0 0,-1 0,1-1,2 0,9-3,0-1,-1 0,0-1,0-1,-1-1,0 0,0-1,-1 0,6-7,-13 12,0-1,0 0,0 0,-1-1,0 0,0 0,0 0,-1-1,0 0,-1 0,0 0,0-1,-1 1,0-1,0 0,-1 0,1-5,-4 11,0 0,0 0,0 0,-1 1,1-1,-1 0,0 1,1 0,-1-1,0 1,0 0,-1 0,1 0,0 0,-1 0,1 0,-1 1,0-1,1 1,-1 0,0 0,0 0,0 0,0 0,0 1,0-1,0 1,0 0,0 0,0 0,0 0,0 1,0-1,0 1,0-1,0 1,0 0,0 0,1 1,-1-1,0 1,1-1,-1 1,1 0,-1 0,1 0,-1 0,-2 5,0 0,0 0,0 0,1 0,0 1,1-1,0 1,0 0,0 0,1 0,0 1,1-1,0 0,0 1,1-1,0 1,0-1,2 7,-1-13,-1 1,1-1,0 0,0 0,0-1,0 1,1 0,-1 0,1-1,-1 1,1 0,-1-1,1 1,0-1,0 0,-1 0,1 0,0 0,0 0,0 0,0 0,1 0,-1-1,0 1,0-1,0 0,0 0,1 0,-1 0,0 0,0 0,0 0,1-1,-1 1,0-1,0 1,0-1,0 0,0 0,0 0,0 0,0 0,0-1,-1 1,1 0,0-1,-1 1,1-1,0-1,13-10,0-1,0 0,-1-1,-1 0,-1-2,0 1,-1-1,-1-1,0 0,-2 0,4-10,-5 11,-3 30,-4 21,-2-23,2 0,-1 0,1 0,1 0,0 0,1 0,0 0,0-1,1 1,1-1,0 1,0-1,3 4,-5-11,0-1,0 1,1-1,-1 0,0 0,1 0,-1 0,1 0,0 0,0-1,0 0,0 1,0-1,0 0,0 0,0 0,0-1,0 1,1-1,-1 0,0 0,0 0,1 0,-1-1,0 1,0-1,0 0,0 0,0 0,2 0,2-2,0 0,0-1,0 1,-1-1,0-1,1 1,-1-1,-1 0,1 0,-1-1,0 0,2-2,0-6,0-1,-1 1,-1-1,-1 0,0-1,-1 1,0-1,-1 1,-1-1,-1 0,0 0,-1 1,0-1,-2 0,0 1,0 0,-4-10,7 25,0 1,1-1,-1 0,0 1,1-1,-1 0,1 0,-1 0,1 1,-1-1,1 0,-1 0,1 0,-1 0,0 0,1 0,-1 0,1 0,-1 0,1 0,-1 0,1 0,-1 0,1 0,-1-1,1 1,-1 0,1 0,-1 0,0-1,1 1,-1 0,0-1,1 1,-1 0,1-1,-1 1,0 0,0-1,1 1,-1-1,0 1,0 0,1-1,-1 1,0-1,0 1,0-1,0 1,0-1,0 1,0-1,0 1,0-1,0 1,0-1,0 1,0 0,0-1,0 1,0-1,-1 1,1-1,0 1,0-1,3 2,63 15,-49-13,0 1,0 0,0 2,0-1,-1 2,0 0,0 1,10 8,-21-12,0 0,-1 1,0-1,0 1,0 0,0 0,-1 1,0-1,0 1,0 0,-1 0,0 0,0 0,0 0,-1 0,0 0,0 1,0 0,-7 120,2-92,3-31,0 0,0-1,1 1,0 0,0 0,0 0,0-1,0 1,1 0,0 0,0-1,0 1,0 0,0-1,1 1,0-1,-1 1,1-1,1 0,-1 0,0 0,1 0,-1 0,1-1,0 1,0-1,0 0,0 1,1-1,-1-1,0 1,1 0,-1-1,1 0,0 0,-1 0,3 0,5 1,0-2,0 1,0-1,0-1,1 0,-1-1,0 0,0 0,-1-1,1-1,0 0,-1 0,0-1,0 0,-1-1,1 0,-1 0,0-1,4-5,-6 7,-1-1,0 1,-1-1,1-1,-1 1,0-1,-1 0,1 0,-1 0,-1 0,0-1,0 1,0-1,-1 0,0 0,0 0,-1 0,0-1,-1 1,1 0,-2 0,1-1,-1 1,0 0,-1 0,-2-7,3 12,0 1,0-1,0 1,-1-1,1 1,-1-1,0 1,0 0,0 0,0 0,0 0,0 0,0 0,-1 0,1 1,-1-1,1 1,-1 0,1 0,-1 0,0 0,0 0,1 0,-1 1,0-1,0 1,0 0,0 0,0 0,1 0,-1 1,0-1,0 1,0 0,0-1,1 1,-1 0,0 1,1-1,-1 0,1 1,0 0,-1 0,-6 4,1 1,-1 0,2 0,-1 1,1 0,0 1,1-1,0 1,0 1,1-1,0 1,-1 4,4-9,0-1,0 1,1 0,-1 0,1 0,0 0,1 0,-1 1,1-1,0 0,1 0,-1 0,1 0,0 0,0 0,0 0,1 0,0 0,0 0,0-1,0 1,1-1,0 1,0-1,0 0,3 3,7 2,1 0,-1-1,1 0,1-1,-1-1,1-1,0 0,0 0,1-2,-1 0,1-1,0 0,0-1,9-1,29 0,0-2,0-2,0-3,0-2,29-10,-12 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8:54.7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161 631,'0'14,"0"11,0 8,2 5,1 3,2-2,1-7,-2-8</inkml:trace>
  <inkml:trace contextRef="#ctx0" brushRef="#br0" timeOffset="683.693">0 497,'129'-7,"-94"3,1 2,0 1,0 2,0 1,28 7,-58-8,1 0,-1 1,1 1,-1-1,0 1,0 0,-1 0,1 0,0 1,-1 0,0 0,0 1,0-1,-1 1,1 0,-1 0,0 1,-1-1,1 1,-1 0,0 0,-1 0,1 0,-1 0,0 1,0 3,0 9,0 0,-1 1,-2-1,0 0,0 0,-2 0,-3 10,-2 30,7-59,1 1,-1 0,1-1,0 1,-1 0,1-1,0 1,-1 0,1 0,0 0,0-1,0 1,0 0,0 0,0-1,0 1,0 0,0 0,0 0,0-1,0 1,1 0,-1 0,0-1,0 1,1 0,-1-1,1 1,-1 0,0-1,1 1,0 0,-1-1,1 1,-1-1,1 1,-1-1,1 1,0-1,0 0,-1 1,1-1,0 0,-1 0,1 1,0-1,0 0,-1 0,1 0,0 0,0 0,0 0,-1 0,1 0,0 0,0 0,0 0,-1-1,1 1,0 0,-1-1,1 1,0 0,-1-1,1 1,0-1,-1 1,1-1,0 1,-1-1,21-17,-1-1,-1 0,0-2,-2 0,0-1,5-12,-9 16,29-35,-41 52,0 1,1-1,-1 1,0-1,0 1,1 0,-1-1,0 1,1 0,-1 0,0 0,1 0,-1 0,1 0,-1 1,0-1,0 0,1 1,-1-1,0 1,1-1,-1 1,0 0,0-1,0 1,0 0,0 0,0 0,0 0,0 0,0 0,0 0,0 0,-1 0,1 0,0 1,-1-1,1 0,-1 0,0 1,1-1,-1 0,0 1,0-1,1 0,-1 1,0-1,0 0,-1 1,1-1,0 1,1 2,1-1,46 101,-46-101,1 1,-1-1,0 0,1 0,0 0,0-1,0 1,0-1,0 1,1-1,-1 0,1 0,-1-1,1 1,0-1,-1 0,1 0,0 0,0 0,0 0,0-1,0 0,0 0,0 0,0 0,0-1,1 0,7-4,-1 0,0-1,0-1,-1 0,1 0,-1-1,-1 0,0 0,0-1,-1-1,0 0,0 0,-1 0,-1-1,1 0,-2 0,0 0,3-9,6-23,-1 0,-2-1,-2 0,-2 0,-2-1,-2 0,-2 0,-2 0,-2-8,-13-119,10 147,6 25,-1 0,1 0,-1 0,1 0,-1 0,1 0,-1 0,1 0,-1 0,1 0,-1 0,1 0,-1 0,1 1,0-1,-1 0,1 0,-1 0,1 1,-1-1,1 0,0 1,-1-1,1 0,0 1,-1-1,1 1,0-1,0 0,-1 1,1-1,0 1,0-1,0 1,-1-1,1 1,0-1,0 1,0-1,0 1,0-1,0 1,0-1,0 0,0 1,0-1,0 1,1-1,-1 1,0-1,0 1,0-1,1 1,-1-1,-11 78,4 0,3 1,4 24,0-82,-2 25,2-1,2 1,2 0,2-1,2 0,2 0,7 17,-14-55,-1-1,1 0,0 1,0-1,1-1,0 1,0-1,0 1,0-1,1 0,0-1,0 1,1-1,-1 0,7 3,11 3</inkml:trace>
  <inkml:trace contextRef="#ctx0" brushRef="#br0" timeOffset="936.011">709 323,'-2'9,"10"3,20-3,24-7,20-6,15-3,3 0,-13 1</inkml:trace>
  <inkml:trace contextRef="#ctx0" brushRef="#br0" timeOffset="1351.897">1337 912,'5'-25,"-1"1,-2-1,0 0,-2-1,0 1,-2 0,-1 0,-1 1,-1-1,-1 1,-1-1,-3-3,11 28,0 1,-1-1,1 0,0 1,-1-1,1 0,0 0,0 0,-1 0,1 0,0 0,0 0,-1 0,1 0,0 0,-1 0,1-1,0 1,0 0,-1 0,1-1,0 1,-1 0,1-1,-1 1,1-1,0 1,-1-1,1 1,-1-1,1 1,-1-1,0 0,1 1,-1-1,0 0,1 1,-1-1,0 0,0 1,1-1,-1 0,0 0,0 1,0-1,0 0,0 1,0-1,0 0,0 0,0 1,0-1,-1 0,1 0,0 1,0-1,-1 0,1 1,-1-1,1 1,0-1,-1 0,1 1,-1-1,1 1,-1-1,1 1,-1-1,0 1,221-24,-210 23,-8 0,1 0,-1 0,0 0,1 0,-1 1,0-1,1 1,-1 0,1-1,-1 1,1 0,-1 1,0-1,1 0,-1 1,1-1,-1 1,0 0,1 0,-1 0,0 0,0 0,0 0,0 1,0-1,0 1,0-1,0 1,0 0,-1 0,1-1,-1 2,0 7,0-1,-1 1,0 0,-1 0,0-1,0 1,-1 0,0-1,-1 1,0-1,-1 0,-3 13,1-1,1-5,0 1,0 0,2 0,0 0,1 0,1 1,0-1,2 3,-1-18,0 0,1 0,-1 1,1-1,-1 0,1 0,0 0,0 0,0 0,0 0,0 0,1-1,-1 1,0 0,1-1,0 1,-1-1,1 1,0-1,-1 0,1 1,0-1,0 0,0 0,0-1,0 1,1 0,-1-1,0 1,0-1,0 1,0-1,1 0,1 0,75-19,9-28,-47 22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9:16.85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2 762,'-1'17,"1"-1,1 1,0 0,2-1,0 0,0 1,2-1,0 0,0-1,2 1,0-1,1-1,5 9,-10-19,0 0,0-1,0 0,0 1,0-1,1 0,0-1,-1 1,1-1,0 0,0 1,0-2,0 1,1 0,-1-1,0 0,1 0,-1 0,1-1,-1 1,1-1,-1 0,1 0,-1-1,1 1,-1-1,1 0,-1 0,0-1,1 1,-1-1,0 0,0 0,0-1,0 1,1-2,5-7,0 0,-1-1,0 0,0 0,-1-1,-1 0,0-1,-1 0,-1 0,0 0,-1 0,0-1,-1 0,0-11,11-31,-14 55,0 0,1 0,-1 0,1 0,-1 0,1 0,0 1,0-1,0 0,0 0,0 1,0-1,0 0,1 1,-1-1,1 1,-1 0,1-1,-1 1,1 0,0 0,-1 0,1 0,0 0,0 1,0-1,0 0,0 1,0-1,0 1,0 0,0 0,0 0,0 0,0 0,0 0,0 0,0 1,0-1,0 1,-1-1,1 1,1 0,304 107,-283-105,-24-3,0 0,0 0,0 0,0-1,0 1,0 0,0 0,0 0,0-1,0 1,0 0,0 0,0-1,0 1,0 0,0 0,0 0,0-1,0 1,0 0,0 0,0 0,0-1,1 1,-1 0,0 0,0 0,0-1,0 1,0 0,1 0,-1 0,0 0,0 0,0-1,1 1,-1 0,0 0,0 0,0 0,1 0,-1 0,0 0,0 0,1 0,-1 0,0 0,0 0,0 0,1 0,-1 0,0 0,0 0,1 0,-1 0,0 0,0 0,0 0,1 1,-9-5,1 0,0 0,-1 1,0 1,0-1,0 1,0 1,0-1,0 1,0 1,-1-1,1 2,0-1,-1 1,4 0,-1 0,0 0,1 1,-1 0,1 0,0 0,0 1,0 0,0 0,0 0,0 1,1-1,-1 1,1 0,0 0,1 1,-1-1,1 1,-1 0,1 0,1 0,-1 0,1 0,0 1,0-1,0 1,1-1,0 1,0 0,1 0,-1-1,1 7,1-10,-1 0,1 1,-1-1,1 0,0 0,0 0,0 0,0 0,0 0,1 0,-1 0,1 0,-1-1,1 1,0 0,-1-1,1 1,0-1,0 0,0 0,0 0,0 0,0 0,0 0,1 0,-1-1,0 1,0-1,1 1,68 0,-52-6,-1 0,0-1,0 0,-1-2,1 0,-2-1,1-1,-1 0,-1-1,0-1,9-9,-24 21,0 1,0-1,0 0,0 1,0-1,0 0,0 1,0-1,0 0,1 1,-1-1,0 0,0 0,0 1,0-1,0 0,1 0,-1 1,0-1,0 0,1 0,-1 1,0-1,0 0,1 0,-1 0,0 0,0 0,1 1,-1-1,0 0,1 0,-1 0,0 0,1 0,-1 0,0 0,1 0,-1 0,0 0,0 0,1 0,-4 9,3-7,-1 0,1 0,0 0,0 1,-1-1,1 0,0 0,1 0,-1 0,0 0,0 0,1 0,0 0,-1 0,1 0,0 0,0-1,0 1,0 0,0 0,0-1,0 1,1-1,-1 1,1-1,-1 1,1-1,0 0,-1 0,1 0,0 0,0 0,0 0,-1 0,1-1,2 1,7 1,1-2,-1 1,0-2,1 1,-1-2,0 1,0-1,0-1,0 0,0-1,0 0,-1-1,0 0,0 0,0-1,-1 0,1-1,-1 0,-1-1,0 0,0 0,5-7,6-9,-2 0,-1-1,-2-1,0 0,-1-1,-2-1,-1 0,-1 0,-1-1,-2 0,-1 0,-1 0,0-24,-1 37,-1 0,-1 0,-1 0,0 0,-1 0,0 1,-1-1,-1 0,-1 0,0 1,-1 0,-1 0,0 0,-5-7,9 19,-1 0,0 0,1 0,-1 1,0-1,0 1,-1 0,1 0,0 0,-1 0,1 1,-1-1,0 1,1 0,-1 0,0 0,0 1,1-1,-1 1,0 0,0 0,0 0,0 0,0 1,1 0,-1 0,0 0,0 0,1 0,-1 1,1 0,-1-1,1 1,0 1,0-1,0 0,0 1,0-1,0 1,0 1,-10 12,1 0,0 0,1 1,1 1,1 0,0 0,1 1,1 0,1 0,1 1,1-1,0 1,2 0,0 0,1 1,1-1,1 0,1 0,1 5,-1 1,2-1,0 0,2 0,1 0,1 0,0-1,2 0,1-1,1 0,1-1,1 0,1-1,1-1,3 3,-13-17,-1-1,1 0,1 0,-1 0,1 0,0-1,0 0,0-1,1 0,-1 0,1 0,0-1,-1 0,1-1,0 1,0-2,0 1,0-1,0 0,0-1,0 0,0 0,0-1,0 1,0-2,0 1,-1-1,0-1,1 1,-1-1,1-1,7-6,-1 0,-1-1,1-1,-2 0,0 0,0-1,-2-1,0 0,0-1,-1 0,-1 0,-1 0,1-6,-2 14,-9 25,-2 2,-9 77,14-93,0 1,0 0,0 0,1 0,-1 0,1-1,0 1,0 0,0-1,1 1,-1-1,1 1,0-1,0 0,0 1,0-1,1 0,-1-1,1 1,0 0,0-1,0 1,0-1,1 0,-1-1,1 1,-1-1,1 0,0 0,-1-1,1 1,0-1,0 0,-1 0,1 0,0 0,0-1,0 1,-1-1,1 0,-1 0,1 0,0-1,-1 1,0-1,2-1,24-13</inkml:trace>
  <inkml:trace contextRef="#ctx0" brushRef="#br0" timeOffset="164.565">1699 481,'-20'2,"-12"6,-2 5,5 8,6 5,13 2,12 1,6-4</inkml:trace>
  <inkml:trace contextRef="#ctx0" brushRef="#br0" timeOffset="1467.95">2008 788,'-11'-4,"1"-1,-1 1,1 1,-1 0,0 1,0 0,0 0,-1 1,1 1,0 0,0 0,0 1,-1 1,1 0,0 0,0 1,1 1,-1 0,1 0,0 1,0 0,0 0,0 2,1-1,0 1,1 0,-5 5,11-10,0-1,1 1,-1 0,1 0,-1-1,1 1,0 0,-1 0,1 1,0-1,0 0,1 0,-1 0,0 1,1-1,-1 0,1 1,0-1,0 0,0 1,0-1,0 1,1-1,-1 0,1 1,-1-1,1 0,0 0,0 1,0-1,0 0,0 0,0 0,1 0,-1 0,1-1,-1 1,1 0,0-1,-1 1,1-1,0 1,0-1,0 0,1 0,9 3,0-1,0-1,1 0,-1-1,0 0,1-1,-1 0,1-1,-1 0,0-1,0 0,1-1,-2-1,1 0,0 0,-1-2,0 1,0-1,9-6,-8 3,1 0,-1-1,-1 0,0-1,0 0,-1-1,-1 0,0 0,0-1,-1-1,-1 1,0-1,-1 0,-1-1,0 0,4-13,-2 0,-2 0,0-1,-2 0,-1 0,-1 0,-2-15,1 43,0-7,1 1,-1-1,-1 0,0 1,0-1,0 0,-1 1,0-1,-1 1,1 0,-2 0,1 0,-1 0,0 0,0 1,-5-6,7 11,-1 1,1-1,-1 0,0 1,1-1,-1 1,0 0,1 0,-1 0,0 0,1 1,-1-1,0 1,1-1,-1 1,1 0,-1 0,1 0,-1 0,1 1,0-1,-1 1,1-1,0 1,0 0,0 0,1 0,-1 0,0 0,1 0,-1 0,1 1,-1-1,1 2,-10 14,1 2,0-1,2 1,0 0,1 1,2 0,0 0,1 0,1 0,1 1,1-1,0 1,3 9,-2-13,2 0,0 0,1 0,0-1,2 1,0-1,1 0,0 0,9 14,-10-22,0-1,0 0,1-1,0 1,0-1,1 0,0-1,0 1,0-1,1-1,0 0,0 0,0 0,1-1,-1 0,1-1,0 0,0 0,5 0,-1-1,-1-1,1-1,-1 0,1-1,-1 0,0-1,0 0,0-1,0-1,0 0,0 0,-1-1,0-1,0 0,0 0,-1-1,0 0,0-1,0 0,-1-1,-1 1,0-2,0 1,0-1,-1-1,-1 1,3-7,6-42,-15 58,0 0,0-1,0 1,0 0,0 0,0 0,0 0,0-1,-1 1,1 0,0 0,-1 0,1 0,-1 0,1 0,-1 0,1 0,-1 0,0 0,1 0,-1 0,0 0,0 0,0 0,0 1,0-1,0 0,0 1,0-1,0 1,0-1,0 1,0-1,0 1,0 0,-1 0,1-1,0 1,0 0,0 0,0 0,-1 0,1 0,0 1,0-1,0 0,0 1,-1-1,-4 3,0 0,1 1,0-1,0 1,0 0,0 0,0 0,1 1,0 0,0 0,0 0,1 0,-1 1,1-1,0 1,1 0,0 0,0 0,0 0,0 0,1 0,0 1,1-1,-1 6,1-9,0 0,0 0,1 0,-1-1,1 1,0 0,0 0,0-1,0 1,0-1,0 1,1-1,-1 1,1-1,0 0,-1 0,1 1,0-2,0 1,1 0,-1 0,0 0,1-1,-1 0,1 1,-1-1,1 0,-1 0,1 0,0 0,0-1,-1 1,1-1,0 0,0 0,0 0,0 0,-1 0,1 0,0-1,0 0,0 1,-1-1,1 0,0 0,-1-1,1 1,4-1,1-1,-1 1,1-2,-1 1,0-1,0 0,-1 0,1-1,-1 0,0 0,0-1,-1 0,0 0,0 0,0 0,0-1,1-4,-8 15,1-2,-1 1,0 0,0 0,1-1,0 1,-1 0,1 0,0 0,0 1,1-1,-1 0,1 0,0 0,-1 1,2-1,-1 0,0 0,0 0,1 1,0-1,0 0,0 0,0 0,0 0,0 0,1 0,-1-1,1 1,0 0,0-1,1 2,7-1,0 0,1 0,-1-1,1-1,-1 0,1 0,0-1,-1 0,1-1,0 0,4-2,-7 3,0-1,1 0,-1-1,0 1,0-2,0 1,0-1,-1 0,1-1,-1 0,0 0,0 0,0-1,-1 0,1-1,-1 1,0-1,-1 0,1-1,-1 1,-1-1,1 0,-1 0,2-7,5-16,-3 0,0-1,-2 0,-1 0,-1-7,0 8,66-476,-60 424,-10 82,0 0,0 1,0-1,0 0,0 1,0-1,0 1,0-1,0 0,0 1,0-1,0 1,-1-1,1 0,0 1,0-1,0 0,-1 0,1 1,0-1,0 0,-1 1,1-1,0 0,-1 0,1 1,0-1,-1 0,1 0,0 0,-1 0,1 0,-1 1,1-1,0 0,-1 0,1 0,0 0,-1 0,1 0,-1 0,1 0,0 0,-1 0,1-1,-1 1,1 0,0 0,-1 0,1 0,0-1,-1 1,1 0,0 0,-1 0,1-1,0 1,0 0,-1-1,1 1,0 0,0-1,-21 39,3 0,1 2,1 0,3 0,1 2,2-1,0 16,0-12,2 0,2 0,2 1,2-1,2 1,2-1,2 1,8 35,-11-72,1 0,0-1,0 1,1-1,0 0,0 1,1-1,0-1,0 1,1-1,0 1,0-1,1-1,0 1,0-1,1 0,0 0,0-1,0 0,0 0,1-1,0 0,0 0,0-1,0 0,1 0,-1-1,1 0,-1 0,1-1,0 0,4-1,-1-3,-1-1,0-1,0 0,0 0,0-1,-1-1,0 0,0 0,-1 0,0-2,0 1,-1-1,0 0,-1 0,0-1,0 0,-1-1,0 1,-1-1,0 0,-1-1,0 1,-1-1,1-6,-3 17,-1 0,1 0,0 0,-1 0,1 0,-1 0,1 0,-1-1,0 1,1 0,-1 0,0 0,0-1,0 1,0 0,0 0,0-1,0 1,0 0,-1 0,1 0,0 0,-1-1,1 1,-1 0,1 0,-1 0,1 0,-1 0,0 0,0 0,0 0,1 0,-1 0,0 1,0-1,0 0,0 0,0 1,0-1,0 1,-2-1,-1 3,0 1,0 0,0 0,0 0,1 0,-1 1,1-1,0 1,0 0,0 0,1 0,-1 0,1 1,0-1,-1 5,2-8,-3 4,1-1,0 1,0 1,0-1,1 0,0 1,0-1,0 1,1 0,0 0,0 0,0-1,1 1,-1 0,1 0,1 0,-1 0,1 0,0 0,1-1,-1 1,1 0,0-1,1 1,-1-1,1 0,0 0,0 0,1 0,0 0,0-1,0 1,0-1,3 2,-2-3,0 0,1-1,-1 1,1-1,0 0,-1 0,1-1,0 0,0 0,0 0,0-1,0 1,0-2,0 1,0-1,0 1,0-2,0 1,0-1,0 0,-1 0,1 0,-1-1,1 0,-1 0,0 0,0-1,0 0,-1 0,0 0,1 0,-1-1,0 0,7-19</inkml:trace>
  <inkml:trace contextRef="#ctx0" brushRef="#br0" timeOffset="1648.011">2729 320,'18'-6,"25"-3,22 0,19 2,9 5,0 2,-8 1,-14 1,-21-1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9:08.63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351 40,'-2'0,"-6"-3,0 1,0 0,0 1,-1-1,1 2,0-1,-1 1,1 0,-1 1,1 0,0 0,0 1,0 0,-1 0,2 1,-1 0,0 1,-3 1,0 6,1 1,0 0,0 1,1 0,1 0,0 1,1 0,0 0,1 1,1 0,0 0,1 0,1 1,1-1,0 1,0 0,2 0,-5 13,-16 110,6 0,6 25,8-134,1-1,2 1,1-1,1 0,2 0,3 6,-6-24,0-1,1 1,0-1,1 0,1-1,-1 1,1-1,1 0,0 0,0-1,0 0,1 0,1-1,-1 0,1 0,0-1,1 0,0-1,115 65,-93-56,1-1,1-1,0-2,0-2,1-1,0-1,0-2,1-2,33-2,315-11,937 9,-1298 3,-6-1,-1 1,1-2,-1 0,0-1,1-1,-1 0,0-2,-12 2,1 0,-1-1,0 0,0 0,0 0,-1 0,1 0,-1-1,0 0,-1 0,1 1,-1-2,0 1,0 0,0 0,-1-1,0 1,0-1,0 1,-1-1,1-2,1-5,16-115,-6 0,-5-1,-7-32,0 154,0-7,2-32,-2-1,-2 0,-2 1,-3 0,-1 0,-7-19,14 63,1-1,-1 0,0 0,0 1,0-1,-1 0,1 1,0-1,-1 1,0 0,0-1,1 1,-1 0,0 0,-1 0,1 1,0-1,-1 0,1 1,-1-1,1 1,-1 0,1 0,-1 0,0 0,0 0,0 1,1-1,-1 1,-2 0,-230-22,-88-26,-50-13,-19 16,296 38,-1 3,0 5,0 5,0 3,-6 6,-85 24,80-15,0-5,-95 4,181-20,32 2,4-3</inkml:trace>
  <inkml:trace contextRef="#ctx0" brushRef="#br0" timeOffset="891.116">2918 883,'20'-4,"19"-5,11-2,9 1,3 1,-2 3,-5 2,-6 5,-10 3,-11 2</inkml:trace>
  <inkml:trace contextRef="#ctx0" brushRef="#br0" timeOffset="1206.812">3225 629,'-1'2,"0"0,1 0,-1 0,1 0,-1 0,1 0,0 1,0-1,0 0,0 0,0 0,0 0,1 1,-1-1,1 0,-1 0,1 0,0 0,0 0,0 0,0 0,0 0,0 0,1-1,-1 1,1 0,-1-1,1 1,-1-1,1 0,0 1,0-1,0 0,0 0,0 0,0 0,0 0,0-1,1 1,18 9,1-1,0-1,1 0,0-2,0-1,8 1,98 28,-127-34,0 0,0 1,0-1,0 1,0 0,0 0,0-1,0 1,0 1,0-1,0 0,-1 0,1 1,0-1,-1 1,0-1,1 1,-1 0,0-1,1 1,-1 0,0 0,-1 0,1 0,0 0,0 0,-1 0,1 0,-1 0,0 0,0 1,1-1,-1 0,-1 0,1 0,0 0,0 0,-1 0,1 1,-1-1,0 0,-1 1,-7 11,0 0,-1-1,-1-1,0 0,-1 0,0-1,0-1,-1 0,-4 1,1 2,-188 140,186-134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39:14.8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5281 915,'5'-34,"2"0,1 1,1 0,2 1,1 0,11-19,-20 43,1 0,0-1,1 1,0 1,0-1,1 1,0 0,0 0,6-4,-12 10,1 0,0 1,0-1,0 1,0-1,1 1,-1-1,0 1,0 0,0-1,0 1,0 0,0 0,1 0,-1 0,0 0,0 0,0 0,0 0,0 0,1 1,-1-1,0 0,0 1,0-1,0 1,0-1,0 1,0-1,0 1,0 0,0 0,-1-1,1 1,0 0,0 0,-1 0,2 1,24 44,-20-33,-5-10,4 5,0 1,-1-1,0 1,-1 0,1 0,-2 1,1-1,-2 1,1-1,-1 1,0 0,-2-8,1-1,0 0,0 1,-1-1,1 0,-1 1,1-1,-1 0,0 0,1 1,-1-1,0 0,0 0,0 0,0 0,0 0,0 0,0 0,0 0,0-1,-1 1,1 0,0-1,0 1,-1-1,1 1,0-1,-1 1,1-1,0 0,-1 0,1 0,-1 0,1 0,0 0,-1 0,1 0,-1-1,1 1,0 0,-1-1,1 1,0-1,0 1,-1-1,1 0,0 0,0 1,0-1,0 0,0 0,0 0,0 0,0 0,0-1,0 1,1 0,-1 0,0 0,1-1,-1 1,1-1,-7-10,1-1,0 1,1-1,0-1,1 1,1 0,-2-8,5 18,0 0,0 0,0 0,0 0,0 1,1-1,-1 0,1 0,0 1,0-1,0 0,0 1,0-1,1 1,-1-1,1 1,-1-1,1 1,0 0,0 0,0 0,0 0,1 0,-1 1,0-1,1 1,-1-1,1 1,-1 0,2-1,86-20,-76 20,0 0,0 1,0 1,0 0,0 1,0 0,0 1,0 1,-1 0,1 1,-1 0,0 1,9 5,-19-6,1 1,0 0,-1 0,0 0,0 0,-1 1,1-1,-1 1,0-1,-1 1,1 0,-1 0,0-1,-1 1,0 0,1 0,-2 0,1 0,-1 0,0 0,0 0,-1 2,-1 23,3-29,-1-1,1 1,-1 0,1 0,0 0,-1 0,1 0,0 0,0 0,0-1,1 1,-1 0,0 0,1 0,-1 0,1 0,0 0,-1-1,1 1,0 0,0-1,0 1,0 0,1-1,-1 0,0 1,1-1,-1 0,0 1,1-1,0 0,-1 0,1 0,0 0,-1-1,1 1,0 0,0-1,0 1,0-1,0 0,-1 1,1-1,0 0,2 0,6-5,0 0,0 0,0-1,-1 0,0-1,0 1,-1-2,1 1,-2-1,1-1,-1 0,-1 0,1 0,4-10,39-67,-41 70,-9 16,1 0,-1 0,0-1,0 1,1 0,-1 0,0 0,1 0,-1 0,0 0,0 0,1 0,-1 0,0 0,1 0,-1 0,0 0,1 0,-1 0,0 1,0-1,1 0,-1 0,0 0,0 0,1 0,-1 1,0-1,0 0,0 0,1 0,-1 1,0-1,0 0,0 0,0 1,1-1,-1 0,0 0,0 1,0-1,0 0,0 1,0-1,0 0,0 1,0-1,0 0,0 0,0 1,0-1,0 0,0 1,0-1,0 0,0 0,0 1,-1-1,1 0,0 0,0 1,0-1,0 0,-1 0,2 1,0 160,-1-158,1-1,-1 1,0 0,1-1,0 1,-1 0,1-1,0 1,0-1,1 1,-1-1,0 1,1-1,0 0,-1 0,1 0,0 0,0 0,0 0,1 0,-1-1,0 1,0-1,1 0,-1 1,1-1,-1 0,1 0,0-1,-1 1,1-1,0 1,0-1,-1 0,1 0,2 0,27-6,-1-5</inkml:trace>
  <inkml:trace contextRef="#ctx0" brushRef="#br0" timeOffset="637.805">6284 567,'-8'8,"0"1,1 0,0 0,0 1,1 0,1 0,-1 0,0 6,4-13,1 0,0 0,0 0,0 0,0 0,1 0,-1 0,1 0,0 1,0-1,0 0,0 0,1 0,-1 1,1-1,0 0,0 0,0 0,0 0,0 0,1 0,-1-1,1 1,0 0,0-1,0 1,0-1,0 1,0-1,1 0,-1 0,2 0,0 1,1 0,0-1,0 0,0 0,0 0,1 0,-1-1,0 0,1 0,-1-1,1 1,-1-1,1 0,-1 0,0-1,1 0,-1 0,1 0,-1-1,0 1,0-1,0-1,1 1,3-3,0 0,0-1,0 0,-1 0,0-1,0 0,0 0,-1-1,0 0,-1 0,4-7,16-38,-24 93,-3-35,1 1,0 0,0-1,0 1,0 0,1 0,0-1,1 1,-1-1,1 1,0-1,0 1,1-1,-1 0,1 0,0 0,1-1,-1 1,1-1,0 0,0 0,0 0,1 0,-1-1,1 1,0-1,0 0,0-1,0 1,1-1,-1 0,3 0,1-1,0-1,0 0,1 0,-1-1,0 0,0-1,0 0,0 0,-1-1,1 0,-1-1,1 0,-1 0,0-1,-1 1,1-2,5-5,2-1,0-2,-1 0,-1 0,0-1,-2-1,1 0,8-17,-2-8,-1-1,-2 0,-2-2,-1 1,-3-2,-1 1,-3-1,-1 0,-3 0,-3-34,-7-7,8 85,1 0,-1 0,1 0,-1 0,0 0,1 0,-1 0,0 1,0-1,0 0,1 0,-1 1,0-1,0 0,0 1,0-1,0 1,0-1,0 1,0 0,-1 0,1-1,0 1,0 0,0 0,0 0,0 0,0 0,0 0,-1 0,1 0,0 1,0-1,0 0,0 1,0-1,0 1,0-1,0 1,0-1,0 1,0 0,1 0,-1-1,0 1,0 0,0 0,1 0,-1 0,1 0,-1 0,1 0,-1 0,1 0,-1 0,1 0,0 0,-1 0,1 0,0 1,-17 28,2 0,0 1,2 0,2 1,1 0,1 1,2 0,1 1,1 8,1-17,1 0,1-1,1 1,1 1,1-2,2 1,0 0,2 0,1-1,0 0,2 0,1 0,1-1,0-1,2 0,1 0,1-1,3 3,-16-22,0-1,-1 0,1 0,-1 0,1 0,-1 0,1 0,-1 0,1 0,0-1,0 1,-1 0,1 0,0 0,0-1,0 1,0 0,0-1,0 1,0-1,0 1,0-1,0 0,0 1,0-1,1 0,-1 0,0 0,0 0,0 0,0 0,0 0,0 0,1 0,-1 0,0-1,0 1,0-1,0 1,0-1,4-15,-3-3</inkml:trace>
  <inkml:trace contextRef="#ctx0" brushRef="#br0" timeOffset="884.144">6672 434,'-19'-12,"-12"-5,-3-3,1 2,14 5,19 4,25 3,29 4,31 1,27 1,21-1,-14-2</inkml:trace>
  <inkml:trace contextRef="#ctx0" brushRef="#br0" timeOffset="-1851.986">2367 915,'-9'62,"4"-33,1 1,1-1,2 1,1 0,1 0,-1-29,-1 0,1 1,0-1,0 1,0-1,0 1,0-1,0 1,1-1,-1 1,0-1,1 1,-1-1,1 0,-1 1,1-1,0 0,0 0,-1 1,1-1,0 0,0 0,0 0,0 0,1 0,-1 0,0 0,0 0,0-1,1 1,-1 0,0-1,1 1,-1-1,1 1,-1-1,1 0,-1 0,1 1,-1-1,0 0,1 0,-1-1,2 1,6-6,1-1,-1 0,0 0,-1-1,0 0,0 0,0-1,-1 0,4-8,-8 12,75-120,-69 109,-8 16,0 1,-1-1,1 0,-1 1,1-1,0 0,-1 1,1-1,-1 1,1-1,-1 1,1-1,-1 1,0 0,1-1,-1 1,1-1,-1 1,0 0,0-1,1 1,-1 0,0 0,0-1,0 1,0 0,0-1,0 1,0 0,0 0,0-1,0 1,0 0,-1-1,1 1,0 0,0-1,-1 1,1 0,-1-1,1 1,-1 0,0 13,0 92,2-101,0-1,0 0,0-1,1 1,-1 0,1 0,0 0,0-1,1 1,-1-1,1 0,-1 0,1 0,0 0,0 0,0-1,1 1,-1-1,1 0,-1 0,1 0,0 0,0 0,3 0,4 0,0-1,-1 1,1-2,0 0,0 0,0-1,0 0,-1-1,1 0,0-1,-1 0,0-1,0 0,0 0,0-1,-1 0,1-1,-1 0,-1-1,1 0,-1 0,0-1,6-7,-10 10,0 0,0 0,0-1,0 1,-1-1,0 0,0 0,-1 0,0 0,0 0,0 0,-1-1,0 1,0-1,0 1,-1-1,0 1,0-1,-1 1,0-1,0 1,0-1,-1 1,0 0,0 0,-1 0,1 0,-1 0,-1 0,1 1,-1-1,-4-3,-5 3,15 10,15 2,1-1,-1 0,1-1,0-1,1 0,-1-1,16-2,-21 1,28 0,60 10,-97-9,-1 1,-1 0,1 0,0 0,-1 0,1 0,-1 1,0-1,0 1,0 0,-1-1,1 1,-1 0,0 0,0 0,0 0,-1 0,1 0,-1 0,0 0,0 0,-1 0,1 0,-1 0,0 0,0 0,-1 3,1 9,0-8,0-5,0 0,0 0,0 1,1-1,-1 0,1 0,0 0,-1 1,1-1,1 0,-1 0,0 0,1 1,0-1,0 0,0 0,0 0,0 0,0 0,1 0,0-1,-1 1,1 0,0-1,0 1,1-1,-1 0,0 1,1-1,-1 0,1-1,0 1,0 0,0-1,-1 0,1 1,1-1,1 0,4 0,0-1,0 1,0-2,0 0,0 0,0 0,0-1,-1-1,1 1,0-1,-1-1,0 0,0 0,0 0,0-1,-1 0,0-1,2-1,4-4,-1-1,0-1,-1 0,0 0,-1-1,0 0,-1-1,-1 0,0-1,-5 9,8-13,-7 35,-3 126,-1-138,1-1,0 0,0 1,0-1,0 0,0 0,0 0,0 1,1-1,-1-1,1 1,-1 0,1 0,0 0,0-1,0 1,0-1,0 0,0 1,0-1,0 0,1 0,-1 0,0-1,1 1,-1-1,0 1,1-1,-1 0,1 1,-1-1,1-1,-1 1,3 0,18-4</inkml:trace>
  <inkml:trace contextRef="#ctx0" brushRef="#br0" timeOffset="-1594.16">3624 647,'-16'7,"-8"6,1 5,6 2,11 3,11 2,4-3</inkml:trace>
  <inkml:trace contextRef="#ctx0" brushRef="#br0" timeOffset="-1213.947">3851 1048,'18'-14,"-1"-1,-1-1,0-1,-1 0,-1-1,-1 0,0-1,-2-1,0 0,-1 0,-1-1,-1-1,0 1,-2-1,-1 0,-1 0,0-1,-2 0,-1-1,-14-40,12 62,1 1,-1-1,0 1,0-1,0 1,0-1,0 1,0 0,0-1,-1 1,1 0,0 0,-1 0,1 0,-1 0,1 0,-1 0,1 1,-1-1,0 0,1 1,-1-1,0 1,1 0,-1 0,0-1,0 1,1 0,-1 1,0-1,0 0,1 0,-1 1,-1 0,-6 3,1 1,0 1,0 0,0 0,1 0,0 1,0 0,0 0,1 1,0 0,1 0,0 0,0 1,0-1,1 1,1 0,-2 5,-3 6,1 1,1 0,0 1,2-1,0 1,2 0,0 11,1-23,1 1,1 0,0-1,0 1,1 0,0-1,1 0,0 1,1-1,0-1,1 1,0 0,0-1,1 0,0 0,3 2,-4-6,1 0,0 0,0-1,0 0,1 0,-1-1,1 1,0-1,0-1,0 1,0-1,0-1,0 1,1-1,-1 0,1-1,-1 0,1 0,-1 0,0-1,1 0,-1-1,0 0,1 0,-1 0,0-1,-1 0,1 0,0-1,-1 0,0 0,0-1,0 1,-1-1,1 0,0-2,4-2,0-1,-1 0,-1 0,0-1,0 0,-1 0,0-1,-1 0,0 0,-1-1,-1 1,0-1,0 0,-1-2,-2 14,-1 0,1 0,0 0,-1 0,1 0,-1 0,0 0,1 0,-1 0,0-1,0 1,1 0,-1 0,0 0,0 0,0-1,-1 1,1 0,0 0,0 0,-1 0,1-1,0 1,-1 0,1 0,-1 0,1 0,-1 0,0 0,0 0,1 0,-1 0,0 1,0-1,0 0,0 0,0 1,0-1,0 1,0-1,0 0,0 1,0 0,0-1,0 1,-1 0,1 0,0-1,0 1,0 0,0 0,-1 0,1 1,0-1,0 0,0 0,0 1,-1-1,1 0,0 1,-5 4,1-1,-1 1,1 1,0-1,1 1,0 0,0 0,0 0,0 1,1-1,0 1,0 0,1-1,0 1,0 1,1-1,0 0,0 0,0 1,1 1,2-4,0-1,0 1,1-1,0 0,-1 1,1-1,1 0,-1-1,1 1,-1-1,1 1,0-1,0 0,0 0,1-1,-1 1,1-1,-1 0,1-1,0 1,0-1,0 1,0-1,0-1,0 1,0-1,0 0,0 0,0 0,3-1,62 0,0-4</inkml:trace>
  <inkml:trace contextRef="#ctx0" brushRef="#br0" timeOffset="-3764.976">27 821,'-25'389,"23"-515,3-195,2 459,-3-136,0 0,0 0,0 0,0 0,0 0,0 0,1-1,-1 1,1 0,-1 0,1 0,0-1,0 1,0 0,0-1,0 1,0-1,0 1,0-1,1 1,-1-1,1 0,-1 0,1 1,-1-1,1 0,0-1,-1 1,1 0,0 0,0-1,0 1,-1-1,1 1,0-1,0 0,0 0,0 0,0 0,0 0,0 0,0-1,-1 1,1 0,0-1,13-6,0-1,0-1,-1 0,-1 0,1-2,-2 1,1-2,-1 0,5-7,89-118,-96 133,-12 26,0-15,-7 50,-5 23,4 1,3-1,4 49,17-42,-2-61</inkml:trace>
  <inkml:trace contextRef="#ctx0" brushRef="#br0" timeOffset="-3401.943">482 861,'-7'47,"1"-12,1 0,2 1,1 0,1-1,3 1,1 2,-3-34,0 0,0 0,1-1,-1 1,1 0,0-1,0 1,0 0,0-1,1 1,-1-1,1 0,0 1,0-1,1 0,-1 0,0 0,1-1,0 1,0-1,-1 1,1-1,1 0,-1 0,0 0,1 0,-1-1,0 1,1-1,0 0,-1 0,1 0,0-1,0 1,7-3,-1-1,1 0,-1 0,0-1,0 0,0 0,0-1,-1-1,0 0,0 0,0-1,-1 0,0 0,0-1,-1 0,0 0,5-9,-3 6,-1-2,-1 1,0-1,-1 0,0 0,-1-1,-1 1,0-1,-1-1,0 1,-1 0,-1 0,0-1,-1 1,0-1,-2 1,1-1,-2 1,0 0,0 0,-6-12,9 25,0-1,-1 1,1 0,-1-1,1 1,-1 0,0-1,1 1,-1 0,0 0,0 0,0 0,0-1,0 1,0 0,0 1,0-1,0 0,0 0,-1 0,1 1,0-1,-1 1,1-1,0 1,-1-1,1 1,-1 0,1 0,0-1,-1 1,0 0,-5 7</inkml:trace>
  <inkml:trace contextRef="#ctx0" brushRef="#br0" timeOffset="-3148.622">976 807,'0'10,"3"9,7 8,8 9,12 8,6 4,7 4,2 0,-1-2,-4-5,-7-8,-6-10,-6-10,-6-8</inkml:trace>
  <inkml:trace contextRef="#ctx0" brushRef="#br0" timeOffset="-2984.549">1324 781,'-14'-2,"-11"6,-10 13,-11 16,-7 15,-5 14,-2 7,2 4,9-2,12-9,14-11,9-16</inkml:trace>
  <inkml:trace contextRef="#ctx0" brushRef="#br0" timeOffset="-2798.994">1564 1022,'23'7,"19"-3,16-6,11-7,-5-3</inkml:trace>
  <inkml:trace contextRef="#ctx0" brushRef="#br0" timeOffset="4600.626">429 1891,'-3'22,"0"18,1 14,-1 13,2 8,-3 7,-2 3,-4 2,-6-6,-4-10,1-16</inkml:trace>
  <inkml:trace contextRef="#ctx0" brushRef="#br0" timeOffset="5452.374">201 2252,'0'-22,"1"0,1 0,1 0,1 0,1 1,0 0,7-15,-8 27,0 0,0 0,1 0,0 1,1 0,-1 0,1 0,1 1,0-1,0 2,0-1,1 1,0 0,0 1,0 0,1 0,0 1,2-1,-3 1,0 1,1 1,-1-1,1 2,-1-1,1 1,0 0,-1 1,1 0,0 0,0 1,-1 0,1 0,-1 1,1 1,-1-1,0 1,1 0,-2 1,1 0,0 1,-1-1,0 1,0 1,0-1,-1 1,1 0,-1 1,-1-1,5 7,-9-10,1 0,-1 0,0 0,0 0,0 0,0 0,0 0,-1 0,0 0,1 0,-1 1,0-1,0 0,-1 0,1 0,-1 0,0 0,1 0,-1 1,-1-2,1 1,0 0,-1 0,1 0,-1-1,0 1,0-1,0 1,0-1,0 0,-1 0,1 0,-1 0,0 1,-5 2,-1 1,0-1,0-1,0 1,0-2,-1 1,1-1,-1-1,0 1,-3-1,6-1,0-1,0 1,0-1,0 0,0-1,-1 0,1 0,1-1,-1 1,0-1,0-1,1 1,-1-1,1-1,0 1,-6-5,11 8,1 0,-1 0,1-1,-1 1,0 0,1 0,-1-1,1 1,-1 0,1-1,-1 1,1-1,-1 1,1-1,0 1,-1-1,1 1,0-1,-1 1,1-1,0 1,0-1,-1 1,1-1,0 0,0 1,0-1,0 1,0-1,0 0,0 1,0-1,0 0,0 1,0-1,0 1,0-1,0 0,1 1,-1-1,0 1,1-1,-1 1,0-1,1 1,-1-1,0 1,1-1,-1 1,1-1,0 1,33-10,87 4,-101 8,0-1,0-2,1 0,-1-1,0-1,-1 0,1-2,-1 0,1-2,-2 0,1-1,-1-1,1-1,43-50,-61 59,1-1,-1 0,0 0,1 1,-1-1,0 0,0 0,0 0,0 0,-1 0,1-1,-1 1,1 0,-1 0,0 0,0-1,1 1,-2 0,1 0,0 0,0-1,-1 1,1 0,-1 0,0 0,1 0,-1 0,0 0,0 0,-1 0,1 0,0 0,0 1,-1-1,1 0,-2 0,-1 0,1 1,-1-1,1 1,-1 0,0 0,1 0,-1 0,0 1,0-1,0 1,1 0,-1 0,0 1,0-1,0 1,1 0,-1 0,0 0,1 0,-1 0,1 1,-1 0,1 0,0 0,0 0,0 0,0 1,0-1,0 1,1 0,-1 0,1 0,0 0,0 0,0 1,0-1,0 0,1 1,0 0,-1-1,1 1,0 3,-2 1,0-1,0 1,1 0,0 0,0 0,1 1,0-1,0 0,1 1,0-1,1 0,0 0,0 1,1-1,0 0,0 0,1 0,0-1,0 1,1-1,0 1,0-1,0 0,1-1,1 1,-1-1,1 0,0 0,0-1,1 1,-1-2,1 1,0-1,3 2,-3-3,0-1,1 1,-1-1,1 0,-1-1,1 0,-1 0,1-1,0 0,0 0,-1-1,1 0,0 0,-1-1,1 1,-1-2,1 1,-1-1,0 0,0-1,-1 0,1 0,-1 0,0-1,0 0,0 0,0 0,-1-1,0 0,0 0,-1 0,1-1,-2 0,1 1,-1-1,2-4,-2-2,0 0,-1 0,0 0,-1-1,-1 1,0 0,0-1,-1 1,-1 0,-1 0,-3-12,6 25,-1-1,1 0,0 0,-1 0,1 0,0 1,-1-1,1 0,0 0,0 0,0 0,0 0,0 0,0 0,0 1,0-1,0 0,0 0,1 0,-1 0,0 0,1 0,-1 1,0-1,1 0,-1 0,1 1,-1-1,1 0,0 1,-1-1,1 0,0 1,-1-1,1 1,0-1,0 1,-1-1,1 1,0 0,0-1,0 1,0 0,0 0,-1-1,1 1,0 0,0 0,0 0,0 0,179 17,-107 1,-70-17,-1 0,0 1,0-1,0 0,0 1,0 0,0-1,-1 1,1 0,0 0,-1 0,1 0,-1 0,0 0,0 0,0 0,0 1,0-1,0 0,-1 1,1-1,-1 1,1-1,-1 1,0-1,0 0,0 1,-1 2,-40 174,41-177,0 1,0-1,1 0,-1 1,0-1,1 0,-1 1,1-1,0 0,0 0,0 0,0 1,0-1,0 0,1 0,-1-1,0 1,1 0,0 0,-1-1,1 1,0-1,0 1,0-1,0 0,0 0,0 0,0 0,1 0,-1 0,0-1,0 1,1-1,-1 1,0-1,1 0,-1 0,2 0,93-12,-44-6,-4-3</inkml:trace>
  <inkml:trace contextRef="#ctx0" brushRef="#br0" timeOffset="8203.627">1738 1904,'-7'27,"0"1,2 0,2 0,0 0,2 1,1 9,-1-36,1 1,-1-1,1 0,0 1,0-1,0 0,0 1,1-1,-1 0,1 0,-1 1,1-1,0 0,0 0,0 0,0 0,0 0,0 0,0 0,1 0,-1 0,1 0,-1-1,1 1,0-1,0 1,0-1,0 0,0 1,0-1,0 0,0-1,0 1,0 0,1 0,-1-1,0 1,0-1,2 0,3-2,0 0,0-1,0 0,0-1,0 1,-1-1,0 0,0-1,0 1,0-1,-1-1,1 1,-1-1,-1 0,1 0,-1 0,0 0,-1-1,1 0,-1 0,0 0,-1 0,2-3,0 1,-1-1,0 0,-1 0,0 0,0 0,-1 0,0-7,-1 17,-1 1,1-1,0 0,0 0,0 1,0-1,0 0,0 0,0 0,0 1,0-1,0 0,-1 0,1 0,0 1,0-1,0 0,0 0,0 0,-1 0,1 1,0-1,0 0,0 0,-1 0,1 0,0 0,0 0,-1 0,1 0,0 0,0 0,-1 0,1 0,0 0,0 0,0 0,-1 0,1 0,0 0,0 0,-1 0,1 0,0 0,0 0,-1 0,1 0,0 0,0-1,0 1,-1 0,1 0,0 0,0 0,0-1,0 1,-11 23,9-19,1 0,-1 0,1 1,0-1,0 0,0 0,1 1,-1-1,1 1,0-1,0 0,1 1,-1-1,1 0,0 1,0-1,0 0,1 0,0 0,-1 0,1 0,1 0,-1 0,1-1,-1 1,1-1,0 0,0 0,0 0,1 0,-1 0,1-1,0 1,1 0,0-2,-1 0,1 0,-1 0,1-1,0 1,-1-1,1-1,0 1,-1 0,1-1,-1 0,1 0,-1-1,1 1,-1-1,0 0,0 0,0 0,0-1,0 1,0-1,-1 0,1 0,0-1,70-91,-43 37,-27 72,-4-10,0 1,-1-1,2 1,-1 0,0-1,1 1,0-1,0 1,0-1,1 0,-1 1,1-1,0 0,0 0,1 0,-1 0,1-1,0 1,0-1,0 1,0-1,1 0,-1 0,1-1,0 1,2 1,17 4,0 0,1-1,-1-2,2 0,-1-2,0 0,1-2,-1 0,1-2,-1-1,1-1,-4 3,-1-2,0 0,1-1,-1-1,0-1,-1-1,1-1,-1 0,4-4,-21 10,-1 0,1 0,-1 0,1 0,-1 0,1 0,-1-1,1 1,-1 0,0-1,0 1,0-1,0 0,0 1,0-1,0 0,-1 0,1 0,0 1,-1-1,0 0,1 0,-1 0,0 0,0 0,0 0,0 0,0 0,-1 1,1-1,-1 0,1 0,-1 0,1 0,-1 1,0-1,0 0,0 1,0-1,0 0,0 1,-1 0,1-1,-1 1,1 0,0-1,-3 0,-1-2,0-1,-1 1,0 0,0 1,0-1,0 1,0 0,-1 1,0-1,1 1,-1 1,0-1,0 1,0 0,0 1,0 0,0 0,0 0,0 1,1 0,-1 0,0 1,0 0,1 0,-1 1,1 0,-1 0,1 0,0 1,0-1,1 2,-1-1,-2 4,3-4,0 1,1 0,0 1,0-1,0 1,1-1,0 1,0 0,1 0,-1 0,1 1,0-1,1 1,0-1,0 1,0-1,1 1,0 0,0-1,1 1,-1-1,1 1,1-1,0 2,2-5,-1 0,1 0,1 0,-1-1,0 1,1-1,-1 0,1 0,0-1,-1 1,1-1,0 0,0-1,0 1,0-1,0 0,0 0,0 0,0-1,0 0,0 0,-1 0,1 0,0-1,-1 0,1 0,-1 0,1 0,3-4,2 1,1-1,-1-1,-1 0,1 0,-1-1,0 0,-1-1,0 0,0 0,-1-1,0 0,-1 0,0 0,-1-1,0 0,2-7,-5 6,-7 15,-8 19,5 62,8-82,0 0,1 1,-1-1,1 0,-1 0,1 0,0 0,0 1,0-1,0 0,0 0,0-1,0 1,1 0,-1 0,1-1,-1 1,1 0,0-1,0 0,-1 1,1-1,0 0,0 0,0 0,0 0,1-1,-1 1,0 0,0-1,0 1,1-1,-1 0,0 0,0 0,1 0,5-2,1-1,-1 0,0-1,0 1,0-1,0-1,-1 0,0 0,0 0,0-1,0 0,-1 0,0-1,-1 0,1 0,-1 0,-1 0,3-4,72-141,-72 149,-6 19,-1-14,0 14,-1 6,1 0,1 0,2 0,0 0,1 0,3 7,-6-27,0 1,0-1,0 0,0 0,0 0,1 0,-1 0,1 0,-1 0,1-1,0 1,0 0,0-1,0 1,0-1,0 0,0 0,0 0,0 0,1 0,-1 0,0-1,1 1,-1-1,0 1,1-1,-1 0,1 0,-1 0,1 0,-1-1,0 1,1-1,-1 1,0-1,1 0,-1 0,0 0,0 0,0 0,1 0,-2-1,1 1,0-1,0 1,0-1,-1 0,1 0,11-8,0-1,-2-1,1 0,-1-1,-1 0,0 0,-1-1,0 0,-2-1,1 0,2-10,4 83,-14-53,1 0,-1 1,1-1,0 0,1 0,-1 0,1 0,0 0,0 0,1 0,-1 0,1-1,0 1,0-1,1 0,-1 0,1 0,0-1,0 1,0-1,1 0,-1 0,1 0,0-1,-1 1,1-1,3 0,7-2,1-1,0-1,-1 0,1-2,-1 1,0-2,0 0,-1-1,0 0,0-1,0-1,0 0,9-8,-18 12,-2 2,7-2,0-1,-1 0,0-1,0 0,-1-1,0 0,0 0,0-1,-1 0,0 0,-1 0,0-1,0 0,3-7,-9 14,1 0,-1 0,0 0,0 1,0-1,-1 0,1 0,0 1,-1-1,1 0,-1 0,1 1,-1-1,0 0,0 1,0-1,0 1,0-1,0 1,0 0,0-1,-1 1,1 0,0 0,-1 0,1 0,-1 0,1 0,-1 0,0 0,1 1,-1-1,0 1,0-1,1 1,-1 0,0 0,0-1,1 1,-1 0,0 1,0-1,0 0,1 0,-1 1,0-1,0 1,1 0,-1-1,1 1,-1 0,0 0,1 0,-1 0,-3 3,1-1,0 1,0 0,0 0,0 0,1 0,0 1,0-1,0 1,0 0,1 0,-1 0,1 0,1 0,-1 1,1-1,0 1,0-1,0 1,1-1,0 1,0-1,0 1,1-1,0 1,0-1,0 1,1-1,-1 0,1 0,1 0,-1 0,1 0,0 0,0 0,0-1,1 0,-1 1,5 2,-3-3,1 0,-1 0,1-1,0 0,0 0,1 0,-1-1,0 1,1-2,0 1,-1-1,1 0,0 0,0-1,0 0,-1 0,1-1,0 0,0 0,-1 0,1-1,-1 0,1 0,3-2,-1 0,0-1,0 0,0 0,0 0,-1-1,0-1,0 1,-1-1,0-1,0 1,-1-1,0 0,0-1,0 1,-2-1,2-2,-2 2,0-1,-1 1,-1-1,1 0,-1 0,-1 1,0-1,0-10,-1 20,-1 0,1 0,0-1,-1 1,1 0,-1 0,1 0,0 0,-1 0,1 0,0 0,-1 0,1 0,-1 1,1-1,0 0,-1 0,1 0,0 0,-1 0,1 1,0-1,-1 0,1 0,0 1,-1-1,1 0,0 0,0 1,0-1,-1 0,1 1,0-1,0 0,0 1,0-1,-1 1,1-1,0 0,0 1,0-1,0 0,0 1,0-1,0 1,0-1,0 0,0 1,0-1,0 0,0 1,1-1,-1 1,0-1,0 0,0 1,0-1,1 0,-1 0,0 1,-15 103,15-101,0 0,1 0,-1 0,1 0,-1 0,1 0,0 0,0 0,0 0,0 0,1 0,-1-1,1 1,0-1,0 1,0-1,0 1,0-1,0 0,1 0,-1 0,0 0,1-1,0 1,-1-1,1 1,0-1,0 0,0 0,0 0,0-1,2 1,18 1,1-2,0 0,-1-2,1 0,-1-2,1 0,-1-2,15-6,-35 12,-2-1,4 1,0-1,-1 1,1-2,0 1,0 0,-1-1,1 0,-1 0,0 0,1 0,-1-1,0 0,0 0,-1 0,1 0,-1-1,1 1,-1-1,0 0,0 0,-1 0,1 0,1-5,5-63,-10 88,2 1,0-1,0 1,2-1,0 1,1-1,0 0,4 5,-6-18,-1 1,1-2,0 1,1 0,-1 0,1-1,-1 1,1-1,0 0,-1 1,1-1,1-1,-1 1,0 0,0-1,0 0,1 1,-1-1,1-1,-1 1,1 0,-1-1,1 0,-1 0,1 0,1 0,94-20,-85 15,0 0,-1-1,0-1,0-1,0 1,-1-2,0 0,0 0,-1-1,0-1,-1 0,-1 0,1-1,-2 0,0-1,0 0,-1 0,3-10,36-179,-42 167,2 1,1 0,1 0,3 0,0 1,2 1,1 0,4-3,-17 35,-1-1,-1 0,1 1,0-1,0 1,0-1,0 1,0-1,0 0,1 1,-1-1,0 1,0-1,0 1,0-1,1 1,-1-1,0 1,1-1,-1 1,0-1,1 1,-1 0,0-1,1 1,-1-1,1 1,-1 0,1-1,-1 1,1 0,-1 0,1-1,-1 1,1 0,-1 0,1 0,-1 0,1 0,0 0,-1 0,1 0,-1 0,1 0,-1 0,1 0,-1 0,1 0,0 0,-1 1,1-1,-1 0,1 0,0 1,-18 172,14-116,3 1,6 56,-4-94,1 1,1-1,1 0,0 0,2-1,0 0,1 0,1 0,1-1,2 1,-9-14,1 0,-1 0,1-1,0 1,1-1,-1 0,1 0,0 0,0-1,0 0,0 0,1 0,-1-1,1 1,0-1,0-1,-1 1,1-1,0 0,0 0,0-1,3 0,-7 0,-1 0,0-1,1 1,-1-1,1 0,-1 0,0 1,0-1,1 0,-1 0,0 0,0 0,0 0,0 0,0-1,0 1,-1 0,1 0,0-1,-1 1,1 0,0-1,-1 1,0-1,1 1,-1-1,0 1,0-1,0 1,0-1,0 1,0 0,0-1,0 1,-1-1,1 1,0-1,-1 1,0-1,1 1,-1 0,0-1,1 1,-1 0,0 0,0 0,0 0,0-1,0 1,0 1,-1-1,1 0,0 0,0 0,-1 0,1 1,-23-24,-1 1,-1 2,-1 1,0 0,-24-10,27 14,-319-182,319 186,24 12,0 0,0 0,1 0,-1 0,0 0,1 0,-1 0,0-1,1 1,-1 0,0 0,0 0,1 0,-1 0,0 0,0-1,1 1,-1 0,0 0,0 0,0-1,1 1,-1 0,0 0,0-1,0 1,0 0,0 0,1-1,-1 1,0 0,0-1,0 1,0 0,0 0,0-1,0 1,0 0,0-1,0 1,0 0,0 0,0-1,0 1,-1 0,1-1,0 1,0 0,255-16,380-86,-583 97,-71 23,-50 18,52-31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1:03.00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31311 8729,'-6'-3,"0"0,0 0,-1 1,1-1,0 1,-1 0,0 1,1 0,-1 0,0 0,1 1,-1 0,0 0,0 1,1 0,-1 0,0 0,1 1,-1 0,1 0,0 1,0 0,0 0,0 0,0 1,0 0,1 0,0 0,0 1,-1 1,4-3,0 0,1 0,0-1,0 1,-1 0,2 0,-1 0,0 0,1 1,-1-1,1 0,0 0,0 0,0 0,0 0,1 1,-1-1,1 0,0 0,0 0,0 0,0 0,0 0,1-1,-1 1,1 0,0-1,0 1,0-1,0 0,0 1,1-1,-1 0,2 1,5 4,0-1,0 0,1 0,-1-1,1-1,0 1,1-1,-1-1,6 1,2 0,0-1,0-1,0 0,1-2,-1 0,0-1,0-1,0 0,-9 0,0 0,0 0,0 0,-1-1,1-1,-1 1,0-1,0 0,0-1,-1 0,0-1,0 1,0-1,0 0,-1-1,0 0,0-1,-5 7,1 0,-1 0,0-1,0 1,0-1,0 1,0-1,0 1,0-1,0 0,-1 1,1-1,-1 0,1 1,-1-1,0 0,0 0,1 0,-1 1,0-1,-1 0,1 0,0 0,0 1,-1-1,1 0,-1 0,0 1,1-1,-1 0,0 1,0-1,0 1,0-1,-1 2,0 1,1-1,-1 1,1 0,0 0,-1-1,1 1,-1 0,1 0,0 0,0 0,0 1,0-1,-1 0,1 0,1 1,-1-1,0 1,0-1,1 1,-1-1,0 1,1-1,-1 1,1-1,0 1,0 0,0-1,0 1,0-1,0 1,0 0,0 1,0 0,0 0,1 1,-1-1,1 0,0 0,-1 0,1-1,1 1,-1 0,0 0,1 0,-1-1,1 1,0-1,0 1,0-1,0 0,1 0,-1 0,0 0,1 0,-1 0,1-1,0 1,0-1,0 0,-1 0,1 0,0 0,0 0,2 0,2 0,1 0,-1 0,1 0,-1-1,1 0,0 0,-1-1,1 0,-1 0,0-1,1 0,-1-1,0 1,0-2,-1 1,0-1,0 0,0-1,0 1,0-1,-1 0,0-1,0 1,-1-1,1 0,-1-1,0 1,-1 0,0-1,0 0,0 0,-1 0,0 0,0 0,-1 0,0-1,0 1,-1 0,0-1,0-1,0 8,1 0,-1 0,0 0,0 0,0 0,0 0,0 0,0 1,0-1,0 0,0 0,0 0,-1 0,1 0,0 0,0 0,-1 1,1-1,-1 0,1 0,-1 1,1-1,-1 0,1 0,-1 1,0-1,1 1,-1-1,0 0,0 1,1 0,-1-1,0 1,0-1,0 1,0 0,1-1,-1 1,0 0,0 0,0 0,0 0,0 0,0 0,0 0,0 0,1 0,-1 0,0 1,0-1,0 0,0 0,0 1,1-1,-1 1,0-1,0 1,1-1,-1 1,0-1,0 1,1 0,-1-1,0 2,-2 2,1 1,0 0,-1 0,2 0,-1 0,0 0,1 0,0 1,0-1,1 0,-1 1,1-1,0 0,1 1,-1-1,1 0,0 0,1 1,-1-1,1 0,0 0,0 0,1 0,-1-1,1 1,0-1,0 1,1-1,-1 0,1 0,0-1,0 1,0-1,0 0,1 0,3 2,88 44,-49-33</inkml:trace>
  <inkml:trace contextRef="#ctx0" brushRef="#br0" timeOffset="-50085.309">17421 1965,'73'-161,"-51"119,-2-2,-2 0,-2-1,0-5,-12 39,-1 1,0-1,0 1,-2-1,1 0,-1 0,-1 0,0 0,0 0,-1 0,0 0,-1 0,-1 1,1-1,-2 1,1-1,-2 1,-2-6,5 14,0 0,0 0,0 0,0 0,0 0,0 1,-1-1,1 1,0-1,-1 1,1 0,-1 0,0 0,1 0,-1 1,0-1,1 1,-1-1,0 1,0 0,1 0,-1 0,0 1,0-1,1 1,-1-1,0 1,1 0,-2 1,-3 1,0 0,0 1,0 0,0 1,0 0,1 0,0 0,0 0,-4 6,-2 3,1 1,1 0,0 0,1 1,0 1,1-1,1 1,1 0,1 1,0 0,1 0,1 0,0 0,2 0,0 16,1-19,1-1,0 1,1 0,1-1,0 1,1-1,1 0,0 0,1-1,0 0,1 0,1 0,0-1,0 0,1 0,1-1,0 0,0-1,12 9,-3-6,0-2,1 0,0-1,0-1,1-1,0-1,1 0,-1-2,1-1,0 0,1-2,-1-1,0 0,1-2,-1 0,0-1,0-2,0 0,0-2,0 0,-1-1,0-1,9-6,-22 11,-1-1,0 0,1 0,-1-1,-1 0,1 0,-1 0,0-1,0 0,0 0,-1-1,0 1,0-1,-1 0,0-1,0 1,-1-1,0 1,0-1,0-1,-4 6,0-1,0 1,-1-1,1 1,-1 0,0 0,0 0,0 0,0 0,0 0,-1 1,1-1,-1 1,0-1,0 1,0 0,0 0,0 0,0 1,0-1,-1 1,1 0,-1 0,1 0,-1 0,1 0,-1 1,1 0,-1-1,1 1,-1 1,0-1,1 0,-4 2,-3-3,0 1,0 1,1-1,-1 2,0-1,0 1,1 1,-1 0,1 0,0 1,0 0,0 1,0-1,1 2,0-1,0 1,0 1,1-1,0 1,0 1,1-1,-1 1,2 0,-1 0,0 3,5-7,0-1,0 0,0 1,1-1,0 1,-1-1,1 0,0 1,1-1,-1 1,1-1,-1 0,1 1,0-1,0 0,0 1,1-1,-1 0,1 0,0 0,0 0,0-1,0 1,0 0,0-1,1 0,0 1,-1-1,1 0,0 0,0 0,0-1,0 1,0-1,3 1,8 4,1 0,0-1,0-1,0-1,1 0,-1-1,7 0,-7 0,0-1,0-1,0 0,-1-1,1 0,0-2,0 1,-1-2,1 0,-1-1,0 0,0-1,-1 0,0-2,0 1,7-7,-18 13,0-1,0 1,0 0,0-1,0 0,-1 1,1-1,0 0,-1 0,0 0,0 0,1 0,-1-1,0 1,-1 0,1 0,0-1,-1 1,1 0,-1-1,1 1,-1 0,0-1,0 1,-1-1,1 1,0 0,-1-1,1 1,-1 0,0-1,0 1,0 0,0 0,0 0,0 0,-1 0,1 0,0 0,-1 0,0 0,0 1,1-1,-1 1,-1-2,0 3,1 0,0 0,-1-1,1 2,0-1,-1 0,1 0,0 1,-1-1,1 1,0 0,0 0,0 0,0 0,-1 0,1 0,1 0,-1 1,0-1,0 1,0-1,1 1,-1 0,1 0,-1-1,1 1,0 0,0 0,0 0,0 1,0-1,0 0,1 0,-1 1,1-1,-1 0,1 0,0 1,0-1,0 0,0 1,0-1,1 0,0 3,0 0,0-1,0 1,1 0,0-1,0 1,0-1,1 0,-1 0,1 0,0 0,0 0,1 0,-1-1,1 1,0-1,0 0,0-1,0 1,0 0,1-1,97 36,-15-22,-1-5</inkml:trace>
  <inkml:trace contextRef="#ctx0" brushRef="#br0" timeOffset="-48936.922">19319 2259,'13'-41,"1"0,3 1,1 1,17-27,26-24,-60 89,0 0,0 0,0 1,0-1,0 0,0 0,0 1,1-1,-1 0,0 1,0-1,1 1,-1 0,0-1,1 1,-1 0,0 0,1 0,-1 0,0 0,1 0,-1 0,1 0,-1 0,0 1,1-1,-1 1,0-1,0 1,1-1,-1 1,0 0,0-1,0 1,0 0,0 0,0 0,0 0,0 0,0 0,0 0,-1 0,1 1,0-1,-1 0,30 61,-28-58,3 11,0 0,-1 0,0 0,-1 1,-1-1,1 15,-3-28,0 0,0-1,0 1,0-1,0 1,0-1,-1 1,1 0,0-1,-1 1,1-1,-1 1,1-1,-1 1,0-1,0 0,0 1,0-1,0 0,0 0,0 0,0 1,0-1,-1 0,1-1,0 1,-1 0,1 0,0 0,-1-1,1 1,-1-1,1 1,-1-1,1 0,-1 1,0-1,1 0,-1 0,1 0,-1 0,0-1,1 1,-1 0,1 0,-1-1,1 1,-1-1,1 0,-1 1,1-1,0 0,-1 0,1 0,0 0,0 0,-1 0,1 0,0 0,0-1,0 0,-1 0,1 0,0 0,0 0,0 1,0-1,0 0,0-1,0 1,1 0,-1 0,1 0,-1 0,1 0,0-1,0 1,0 0,0 0,1 0,-1 0,0-1,1 1,0 0,-1 0,1 0,0 0,0 0,0 0,0 0,0 1,1-1,-1 0,1 0,-1 1,1-1,-1 1,1 0,0-1,2 0,78-35,-23 25,-49 11,0 1,0-1,1-1,-1 0,0 0,0-1,0-1,-1 1,1-1,-1-1,0 0,0 0,0-1,-1 0,0-1,0 1,-1-2,1 1,-2-1,1 0,-1 0,1-2,-6 8,0-1,0 1,1-1,-2 1,1-1,0 1,0-1,-1 1,0-1,1 0,-1 1,0-1,0 1,0-1,-1 0,1 1,-1-1,1 0,-1 1,0-1,0 1,0 0,0-1,-1 1,1 0,0-1,-1 1,0 0,1 0,-1 0,0 1,0-1,0 0,0 1,-1-1,1 1,0 0,-1-1,1 1,-1 0,1 1,-1-1,1 0,-1 1,0-1,1 1,-1 0,1 0,-1 0,-1 0,-2 3,0 0,1 0,-1 0,1 0,0 1,0 0,1 0,-1 0,1 1,0-1,0 1,0 0,1 0,-1 1,1-1,1 1,-1-1,1 1,0 0,0 0,0 0,1 0,0 0,1 1,-1-1,1 0,0 0,0 0,1 1,0-1,0 0,1 0,-1 0,1 0,2 2,-1-1,1 0,0 0,1-1,-1 1,1-1,1 0,-1 0,1 0,0-1,0 0,1 0,-1-1,1 0,0 0,1 0,-1-1,0 0,1 0,0-1,-1 0,8 0,0 1,0-1,0-1,1 0,-1-1,0-1,0 0,0-1,0-1,0 0,-1-1,12-5,-13 3,0 0,-1-1,0 0,0-1,-1-1,0 0,0 0,-1-1,0 0,-1-1,0 0,-1 0,0-1,-1 0,0-1,-1 1,-1-1,0 0,0-1,-1 1,2-15,0 1,-1 0,-1-1,-2 0,0 0,-2 1,-1-1,-1 0,-2 0,0 1,-2-1,-1 1,-2 0,9 23,-1 1,0 0,1 0,-1-1,-1 1,1 0,0 0,-1 0,1 0,-1 1,0-1,0 0,0 1,-1-1,1 1,0 0,-1 0,0 0,1 0,-1 0,0 0,0 1,0-1,0 1,0 0,0 0,-1 0,1 0,0 1,0-1,-1 1,1 0,0 0,-1 0,1 1,0-1,-1 1,1-1,0 1,0 0,0 0,0 1,0-1,0 1,-1 0,-4 7,0 0,0 0,1 1,1 0,0 0,0 1,1 0,0 0,1 0,0 1,1-1,0 1,0 8,-2 7,0 1,2 0,2 0,0-1,2 1,1 0,1 0,1 0,2-1,0 0,3 2,-3-11,0 0,2 0,0 0,1-1,1 0,0 0,1-2,1 1,1-1,0-1,1 0,0-1,1-1,0 0,1-1,6 3,-13-9,0-1,0 0,0 0,1-1,0 0,-1 0,1-1,0-1,0 1,1-2,-1 1,0-2,0 1,0-1,0-1,0 0,0 0,0-1,-1 0,1 0,-1-1,0-1,0 0,0 0,-1-1,0 1,0-2,0 1,-1-1,2-2,0-1,-1 0,-1 0,1 0,-2-1,1 0,-1 0,-1 0,0-1,-1 0,0 0,-1 0,0-1,-1 1,-1-1,0 1,0-12,-1 23,1-1,-1 0,0 1,0-1,0 1,0-1,0 1,0-1,-1 1,1-1,0 1,-1-1,1 1,-1 0,0-1,1 1,-1-1,0 1,0 0,0 0,0 0,0-1,0 1,0 0,0 0,0 0,-1 0,1 1,0-1,0 0,-1 1,1-1,-1 0,1 1,-1 0,1-1,-1 1,1 0,-1 0,-1-1,-4 5,0-1,0 1,0 1,0-1,1 1,-1 0,1 0,1 1,-1 0,1 0,0 0,0 1,1-1,-1 1,2 0,-1 1,0 1,2-5,0 0,0 1,0 0,1-1,-1 1,1 0,0 0,1 0,-1 0,1 0,0-1,0 1,0 0,1 0,0 0,0 0,0 0,0 0,1-1,0 1,0-1,0 1,1-1,-1 0,1 0,0 0,0 0,1 0,-1-1,1 1,-1-1,4 2,4 2,0-1,0-1,0 0,1-1,0 0,-1 0,11 1,31 5</inkml:trace>
  <inkml:trace contextRef="#ctx0" brushRef="#br0" timeOffset="-48322.051">21044 1952,'-10'3,"1"0,0 1,0 0,0 1,1 0,-1 0,1 1,1 0,-1 0,1 1,0 0,0 0,1 1,0 0,0 0,1 0,0 1,-4 8,9-14,-1 0,1 1,0-1,-1 0,1 0,1 0,-1 0,0 0,1 0,-1 0,1 0,0 0,0 0,0 0,1-1,-1 1,1 0,-1-1,1 1,0-1,0 1,0-1,0 0,0 0,1 0,-1 0,1 0,-1-1,1 1,0-1,-1 1,4 0,5 3,0-1,1 0,0-1,0 0,-1-1,1 0,10 0,-5-2,0 0,0-1,-1-1,1 0,-1-2,0 0,1 0,-2-1,1-1,-1-1,0 0,0-1,0-1,-1 0,-1-1,0-1,0 0,-1 0,0-1,-1-1,-1 0,0 0,0-1,-2 0,0-1,3-7,0-10,-2 0,-1-1,-1 0,-2 0,-1-1,-2 0,-1 1,-2-1,-2 0,0 1,-2-1,-2 1,-7-19,11 35,-2 0,0 1,-1-1,0 1,-1 1,-1-1,-1 1,0 1,-7-8,16 20,-1 1,0-1,0 1,0 0,0-1,0 1,0 0,-1 0,1 0,0 0,0 0,-1 0,1 0,-1 0,1 1,-1-1,1 0,-1 1,1-1,-1 1,0 0,1 0,-1-1,0 1,1 0,-1 0,0 1,1-1,-1 0,1 0,-1 1,0-1,1 1,-1 0,1-1,-1 1,1 0,0 0,-1 0,1 0,0 0,-1 0,1 0,0 0,0 0,0 1,-1 0,-2 10,-1-1,1 1,1 0,0 0,1 0,0 1,1-1,1 1,0-1,1 8,-1-12,24 275,-9-158,16 138,-30-257,-1-1,1 0,0 0,1 0,-1 0,1 0,0 0,0 0,1 0,-1 0,1-1,0 0,1 1,-1-1,0 0,1 0,0-1,0 1,0-1,1 0,-1 0,1-1,0 1,-1-1,1 0,3 1,6-3,-1-2,0 1,0-1,0-1,0-1,0 0,-1 0,1-1,-1-1,0 0,-1 0,0-1,0-1,0 0,-1-1,0 1,6-8,79-81,-100 103,1 0,-1 1,1 0,0 0,1 0,0 0,0 0,1 1,0-1,0 1,0 0,1 0,0-1,1 1,0 0,0 0,1 0,0 0,1 5,0-9,0-1,1 0,-1 0,1 1,-1-2,1 1,0 0,0 0,1-1,-1 0,0 1,1-1,0-1,-1 1,1 0,0-1,0 0,0 0,0 0,0 0,0-1,2 1,88-7,-51-5</inkml:trace>
  <inkml:trace contextRef="#ctx0" brushRef="#br0" timeOffset="-48069.725">21832 1872,'-16'-5,"-12"-3,-8-3,0-2,1-1,5-2,4-2,3-1,6 2</inkml:trace>
  <inkml:trace contextRef="#ctx0" brushRef="#br0" timeOffset="-47811.41">21338 1617,'22'0,"25"0,21 0,19 0,17 0,5 0,-15 0</inkml:trace>
  <inkml:trace contextRef="#ctx0" brushRef="#br0" timeOffset="-47810.41">22220 2046,'0'13,"0"12,0 8,0 6,0 0,2-4,6-8,3-8,2-8,-1-13,-2-5</inkml:trace>
  <inkml:trace contextRef="#ctx0" brushRef="#br0" timeOffset="-47656.83">22246 1564,'-4'-7,"-4"-2,-1 1</inkml:trace>
  <inkml:trace contextRef="#ctx0" brushRef="#br0" timeOffset="-52358.123">12528 1885,'-14'5,"1"0,-1 1,1 0,1 1,-1 0,1 1,1 1,-1 0,2 0,-1 1,1 1,1 0,-8 10,15-20,0 1,1 0,-1 0,0 0,1 1,0-1,-1 0,1 1,0-1,0 1,0-1,1 1,-1-1,0 1,1-1,0 1,0 0,-1-1,2 1,-1 0,0-1,0 1,1-1,0 1,-1 0,1-1,0 1,0-1,0 0,1 1,-1-1,2 2,3 0,1 0,-1 0,1-1,0 0,0-1,1 1,-1-1,0-1,1 1,-1-1,1-1,-1 1,1-1,0 0,-1-1,1 0,1-1,43-5,-1-2,0-3,-1-1,0-3,20-11,-4 8,-65 19,0 1,0-1,0 0,-1 1,1-1,0 1,0-1,0 1,-1 0,1-1,0 1,-1 0,1-1,-1 1,1 0,0 0,-1 0,0-1,1 1,-1 0,0 0,1 0,-1 0,0 0,0 0,0 0,0 0,0 0,0 0,0 0,0 0,0-1,0 1,0 0,0 0,-1 0,1 0,0 0,-1 0,1 0,-1 0,0 6,1-3,0 1,1 0,-1-1,1 1,0 0,0-1,1 1,0-1,-1 0,1 0,1 1,-1-1,1 0,-1-1,1 1,0 0,0-1,1 0,-1 1,1-2,0 1,-1 0,1-1,1 1,-1-1,0 0,0 0,1-1,-1 1,1-1,-1 0,1-1,0 1,-1-1,3 1,82 1,-86-2,0-1,0 1,0-1,0 0,-1 0,1 0,0 0,0-1,0 1,-1-1,1 1,-1-1,1 0,-1 0,0 0,0 0,0-1,0 1,0 0,0-1,-1 1,1-1,-1 0,1 0,-1 0,0 1,0-3,-1-1,-1 0,0 0,0 0,-1 0,1 0,-1 0,-1 1,1-1,-1 1,0-1,0 1,0 0,-1 0,0 1,0-1,0 1,0 0,-1 0,0 0,0 0,0 1,0 0,0 0,-1 0,-2 0,-90-33,144 31,88 3,104 5,-234-4,-1 1,0 0,1 0,-1 0,0 1,1-1,-1 1,0 0,1-1,-1 1,0 1,0-1,0 0,0 1,0 0,0 0,0 0,-1 0,1 0,-1 0,1 1,-1-1,0 1,0-1,0 1,0 0,-1 0,1 0,-1 0,1 0,-1 0,0 1,-1-1,1 0,0 1,-1 1,-4 16,0 12,5-32,-1-1,1 1,-1-1,1 1,-1 0,1-1,-1 1,1-1,0 1,-1-1,1 1,0-1,-1 0,1 1,0-1,0 0,-1 0,1 1,0-1,0 0,0 0,-1 0,1 0,0 0,0 0,0 0,-1 0,1 0,0-1,0 1,-1 0,1 0,0-1,0 1,-1 0,1-1,0 1,-1-1,1 1,0-1,-1 1,16-9,0 0,-1 0,0-1,0-1,-1-1,-1 0,0 0,8-12,12-9,-32 32,-1 1,1 0,-1 0,1 0,-1 0,1 0,-1 0,1 0,-1 1,0-1,1 0,-1 0,1 0,-1 0,1 0,-1 1,0-1,1 0,-1 0,1 1,-1-1,0 0,1 1,-1-1,0 0,0 1,1-1,-1 1,0-1,0 0,1 1,-1-1,0 1,0-1,0 1,0-1,0 1,0-1,0 1,0-1,0 0,0 1,0-1,0 1,0-1,0 1,0-1,0 1,0-1,-1 0,1 1,0-1,0 1,-1-1,1 0,0 1,0-1,-1 1,1-1,0 0,-1 0,1 1,-1-1,1 0,0 0,-1 1,0-1,1 3,-4 17,1-15,1 0,0 0,1 1,-1-1,1 1,0-1,1 1,-1-1,1 1,0-1,0 1,1-1,0 1,0-1,0 1,1-1,-1 0,1 0,0 1,1-1,-1 0,1-1,0 1,0-1,1 1,-1-1,1 0,1 1,9 0,-1 0,1 0,0-2,0 0,0 0,1-1,-1-1,1-1,-1 0,1 0,-1-2,0 0,1 0,-1-2,0 1,9-5,-7 4,0 0,0-1,0-1,0 0,-1-2,0 1,0-2,-1 0,0-1,-1 0,0-1,0 0,7-10,-19 19,0 0,0 0,1 0,-1 0,0 0,-1 0,1 0,0 0,-1-1,1 1,-1 0,0 0,1-1,-1 1,0 0,-1-1,1 1,0 0,-1 0,1-1,-1 1,1 0,-1 0,0 0,0 0,0 0,0 0,-1 0,1 0,-1 0,1 0,-1 1,1-1,-1 1,0-1,0 1,0-1,0 1,0 0,0 0,0 0,0 0,0 1,0-1,0 0,-1 1,1 0,0-1,-1 1,1 0,0 0,0 0,-2 1,-2-1,0 0,0 1,0 0,0 0,1 0,-1 1,0 0,0 0,1 0,0 1,-1-1,1 2,0-1,0 0,1 1,-1 0,1 0,-4 4,5-5,0 0,1 0,0 0,-1 1,1-1,0 0,1 1,-1 0,1-1,-1 1,1 0,0 0,0-1,1 1,-1 0,1 0,0 0,0 0,0 0,1 0,-1 0,1 0,0-1,0 1,0 0,1 0,-1-1,1 1,1 0,2 3,2 0,-1-1,1 1,0-2,0 1,0-1,1 0,0-1,0 1,0-2,0 1,1-1,0 0,-1-1,7 1,40 11</inkml:trace>
  <inkml:trace contextRef="#ctx0" brushRef="#br0" timeOffset="-51891.33">14640 1965,'-6'-1,"0"0,-1 1,1 0,0 0,0 1,-1-1,1 1,0 1,0-1,0 1,0 0,0 0,1 1,-1 0,1 0,-1 0,1 0,0 1,0 0,1 0,-1 1,1-1,0 1,0 0,0 0,1 0,0 0,0 1,0-1,1 1,-1 0,1 0,1 0,-1 4,2-5,1 1,-1 0,1 0,1-1,-1 1,1-1,0 1,1-1,-1 0,1 1,0-1,0-1,0 1,1 0,0-1,0 0,0 0,0 0,1 0,0-1,-1 1,1-1,5 2,2 1,1 1,0-2,0 1,1-2,0 0,-1-1,1 0,1-1,4 0,0-2,-1 0,1-2,-1 0,1-1,-1-1,0 0,0-2,-1 0,1-1,-1 0,-1-2,1 0,-2-1,1 0,-1-1,-1-1,0-1,-1 0,0 0,-1-1,0-1,-1 0,-1-1,-1 0,7-14,-3-6,-1 0,-2 0,-2-1,-1 0,-2-1,-1 1,-2-1,-2 0,-2 0,-1 0,-1 1,-4-9,6 39,1-4,-1 0,0 1,0-1,-1 1,-1 0,0 0,0 0,-1 0,0 0,-1 1,-5-8,9 17,1-1,0 0,-1 1,1-1,-1 1,1-1,-1 1,1 0,-1-1,0 1,1 0,-1 0,1 0,-1 0,1 0,-1 1,0-1,1 0,-1 1,1-1,0 1,-1 0,1-1,-1 1,1 0,0 0,-1 0,1 0,0 0,0 0,0 0,0 0,0 1,0-1,0 0,0 1,1-1,-1 0,0 1,1-1,-1 1,1-1,0 1,-1-1,1 1,0 0,0-1,0 2,-8 25,1 1,1 0,1 0,2 1,1 0,1-1,3 21,0-1,2 0,2 0,2 0,2-1,2 0,3-1,1-1,8 13,-18-45,1 0,0 0,1-1,1 0,0-1,0 0,1 0,6 4,-15-14,0-1,0 0,0 0,0 1,1-1,-1 0,0 0,1 0,-1 0,1-1,-1 1,1 0,-1-1,1 1,0-1,-1 1,1-1,0 0,-1 0,1 0,0 0,-1 0,1 0,0 0,0 0,-1-1,1 1,-1-1,1 1,0-1,-1 0,1 1,-1-1,1 0,-1 0,0 0,1 0,0-2,9-13</inkml:trace>
  <inkml:trace contextRef="#ctx0" brushRef="#br0" timeOffset="-51007.073">15014 1831,'-24'-7,"-9"-4,-1 2,0 1,0 1,-18 0,42 11,33 4,83 13,1-5,1-5,38-4,-90-3,274 14,-311-14,-45 2,24-6,-22 3,0 0,0 2,1 1,-1 1,1 1,1 0,-1 2,2 1,-1 1,2 0,-1 2,-6 6,25-18,-1 0,1 0,-1 0,1 0,0 1,-1-1,1 1,1 0,-1-1,0 1,1 0,-1 0,1 0,0 0,0 0,0 0,0 1,1-1,-1 0,1 0,0 1,0-1,0 0,0 1,1-1,-1 0,1 0,0 0,0 1,0-1,0 0,1 0,-1 0,1 0,-1-1,1 1,0 0,0-1,1 1,-1-1,1 0,7 4,1-1,0-1,1 0,-1-1,0 0,1 0,0-1,0-1,-1 0,1-1,0 0,0-1,0 0,0-1,-1 0,1-1,-1 0,1-1,-1 0,0-1,0 0,-1 1,-1 0,0-1,1 0,-2 0,1-1,-1 0,1 0,-2-1,1 0,-1-1,0 0,0 0,-1 0,0-1,-1 0,0 0,0 0,0-5,-5 15,0-1,-1 0,1 1,0-1,-1 0,1 0,-1 0,1 0,0 1,-1-1,1 0,-1 0,1 0,-1 0,1 0,0 0,-1 0,1 0,-1 0,1 0,-1 0,1 0,0 0,-1-1,1 1,-1 0,1 0,0 0,-1-1,1 1,-1 0,1 0,0-1,-1 1,1 0,0-1,0 1,-1 0,1-1,0 1,0-1,-1 1,1 0,0-1,0 1,0-1,0 1,0 0,0-1,0 1,0-1,0 1,0-1,0 1,-4 3,1 1,1 0,-1 0,0 0,1 0,0 0,0 1,0-1,0 1,1-1,0 1,0-1,0 1,0 0,1 0,0 0,0-1,0 1,0 0,1 0,0-1,0 1,0 0,1-1,-1 1,1-1,0 0,1 1,-1-1,1 0,-1 0,1 0,0-1,1 1,-1-1,1 0,-1 0,1 0,0 0,0 0,0-1,1 0,3 2,5-3,1 0,-1-1,0-1,1 0,-1 0,1-1,-1-1,0-1,0 0,-1 0,1-1,-1-1,0 0,0 0,-1-1,0-1,0 0,-1-1,0 0,0 0,-1-1,0 0,-1-1,6-8,2-9,-1-1,-1 0,-2-1,0-1,-3 0,0 0,-2-1,-1 1,-2-2,-1 1,-1-14,0 24,-1 1,-1-1,-1 0,0 1,-2-1,-1 1,0 0,-4-10,7 29,1 0,0 0,-1-1,1 1,-1 0,0 0,1 1,-1-1,0 0,0 0,0 0,-1 0,1 1,0-1,-1 1,1-1,-1 1,1-1,-1 1,0 0,1 0,-1 0,0 0,0 0,0 0,0 0,0 1,0-1,0 1,0-1,0 1,0 0,0 0,0 0,-1 0,1 0,0 0,0 1,0-1,0 1,0-1,0 1,0 0,0 0,0 0,1 0,-1 0,-1 1,-7 8,0 0,1 1,0 0,0 1,1 0,1 0,0 0,1 1,0 0,1 1,0-1,0 5,-4 11,1 1,1 0,2 1,0-1,3 1,0 0,2 0,2 12,0-24,0 1,1-1,1 0,1-1,1 1,0-1,2 0,0 0,1-1,0 0,1-1,1 0,13 14,-19-23,1-1,0 1,0-1,1 0,-1-1,1 1,0-1,1-1,-1 1,1-1,0-1,0 1,0-2,1 1,-1-1,1 0,-1 0,1-1,0-1,-1 1,1-1,0-1,-1 0,1 0,0 0,-1-1,0-1,1 1,-1-1,0-1,0 1,0-2,-1 1,2-2,-1-2,1 0,-2-1,1 0,-1 0,-1-1,0 1,0-1,-1-1,0 1,-1-1,0 0,-1 0,0 0,-1-1,0 1,0-1,-1 1,-1-1,0 0,-1 1,-1-6,2 16,0-1,0 0,0 1,0-1,-1 1,1-1,-1 0,1 1,-1-1,1 1,-1-1,0 1,0 0,0-1,0 1,0 0,0-1,0 1,0 0,-1 0,1 0,0 0,-1 0,1 0,0 1,-1-1,1 0,-1 1,0-1,1 1,-1 0,1-1,-1 1,0 0,1 0,-1 0,1 0,-1 0,0 0,1 0,-1 1,0-1,1 1,-1-1,1 1,-1 0,1-1,-1 1,-3 5,1 0,0 0,0 0,0 0,0 1,1-1,0 1,1 0,-1 0,1 0,1 0,-1 0,1 1,1-1,-1 0,1 1,0-1,1 0,0 1,0-1,2 5,-2-5,1 0,0 0,1-1,0 1,0-1,0 0,0 0,1 0,0 0,1 0,-1-1,1 0,0 0,0 0,1-1,-1 0,1 0,0 0,0 0,0-1,1 0,-1 0,1-1,0 0,16-1</inkml:trace>
  <inkml:trace contextRef="#ctx0" brushRef="#br0" timeOffset="-50753.23">15910 1578,'16'-3,"23"0,31 0,27 1,23 0,-9 1</inkml:trace>
  <inkml:trace contextRef="#ctx0" brushRef="#br0" timeOffset="-70550.522">495 2032,'-23'13,"1"1,0 0,0 2,2 1,0 1,1 0,1 2,0 0,2 1,-8 12,-12 29,3 1,2 1,3 2,3 1,3 1,3 0,-8 59,11-25,4 0,3 44,-3 415,15-184,18 3,-10-248,80 776,-65-698,-4 113,-15-149,8 0,11 28,10 39,1 213,-24-257,8-1,10 11,55 403,0-75,-43-296,-2 12,11-2,10-2,38 75,-72-240,3-2,5-1,2-1,4-2,3-2,4-2,45 51,-81-109,52 58,3-3,53 40,-98-90,1-1,1-2,1 0,0-2,1-1,0-1,1-1,1-1,-1-2,26 4,20-4,0-4,0-2,37-7,-78 4,5-1,-1-3,0 0,0-2,0-2,-1-2,0-1,-1-2,0-1,-2-1,1-2,4-6,59-42,68-61,-85 63,-15 17,-3-4,-3-2,-1-2,-3-3,38-54,-44 38,-4-1,-3-2,-3-2,-4-2,-4-1,-3-1,2-25,-11 22,-4-1,-4-1,-3-1,-5 1,-3-1,-6-25,-1 41,4-1,3 1,3-1,3 1,16-68,15-13,30-67,-2 78,-49 114,-2-1,0-1,-2 0,-2-1,-1 0,1-10,32-366,-35 225,-13-147,-1 69,-21-325,7 260,-24-250,-41-18,82 544,1 0,3 1,1-1,3 0,2 1,3 0,1 0,8-20,136-336,-98 228,10-76,-53 190,-3-1,-3-1,-2 0,-3 1,-7-59,-13-27,-6 0,-10-11,26 122,-3 0,0 0,-3 1,-1 0,-2 1,-1 1,-2 1,-2 0,-22-26,-174-164,148 157,51 49,0 0,-1 1,-1 1,0 1,-1 1,-1 1,-1 1,0 1,0 1,-1 2,-25-8,-11 6,0 3,-1 2,-9 3,-7-2,-519-20,536 28,1 2,0 2,0 4,1 1,1 4,-27 11,-313 82,333-96,0 2,2 4,0 2,1 3,1 3,2 2,0 3,-18 15,38-18,1 1,1 2,1 2,2 1,2 2,1 1,2 1,-4 10,0 22,29-51</inkml:trace>
  <inkml:trace contextRef="#ctx0" brushRef="#br0" timeOffset="-69337.22">2849 254,'32'138,"-6"1,-1 41,2 16,-24-176,-1-2,1-1,1 0,0 1,1-1,1-1,4 9,-10-24,0 0,1 0,-1 0,0 0,0 0,1-1,-1 1,0 0,1 0,-1 0,1-1,-1 1,1 0,-1-1,1 1,-1 0,1-1,0 1,-1-1,1 1,0-1,-1 1,1-1,0 1,0-1,0 0,-1 1,1-1,0 0,0 0,0 0,0 0,0 0,0 0,-1 0,1 0,0 0,0 0,0 0,0 0,0-1,-1 1,1 0,0-1,0 1,0 0,-1-1,1 1,0-1,-1 1,1-1,0 0,-1 1,1-1,-1 0,1 1,-1-1,1 0,-1 0,1 1,-1-1,0 0,1 0,-1 0,0 0,8-18,-2 0,0 0,-1-1,0 0,-2 0,-1 0,0 0,-1-9,-1 23,4-349,0 299,-3 55,0 1,0-1,0 1,-1-1,2 1,-1-1,0 1,0 0,0-1,0 1,0 0,0 0,0 0,0 0,0 0,0 0,0 0,0 0,1 1,-1-1,0 0,0 1,0-1,0 0,0 1,0 0,0-1,-1 1,1-1,0 1,0 0,0 0,-1-1,1 1,0 0,-1 0,1 0,0 0,-1 0,1 0,-1 0,0 0,1 0,-1 1,2 0,49 62,-26-29</inkml:trace>
  <inkml:trace contextRef="#ctx0" brushRef="#br0" timeOffset="-68407.19">3437 869,'0'0,"-3"-6,0 0,0 0,-1 0,1 0,-1 1,-1-1,1 1,-1 0,0 0,0 1,0-1,-1 1,1 1,-1-1,-3-1,6 6,-1 1,1-1,0 1,0 0,0 0,0 0,0 0,0 0,0 0,1 1,-1 0,1-1,-1 1,1 0,0 0,0 0,1 0,-1 1,1-1,-1 0,1 1,0-1,0 1,1-1,-1 1,1 2,-5 9,2-1,0 1,0 0,2 0,0 0,0 0,1 0,2 7,-2-20,0-1,0 1,0 0,1-1,-1 1,0-1,1 1,-1-1,1 1,0-1,-1 0,1 1,0-1,0 0,0 1,0-1,0 0,0 0,0 0,0 0,0 0,0 0,1 0,-1 0,1 0,-1-1,0 1,1-1,-1 1,1-1,-1 1,1-1,-1 0,1 0,-1 1,1-1,0-1,-1 1,1 0,-1 0,1 0,-1-1,1 1,-1-1,1 1,-1-1,1 0,-1 1,0-1,9-7,-2 0,1-1,-1 0,0-1,-1 1,0-1,0-1,-1 1,-1-1,0 0,0-1,-1 1,2-12,8-42,-14 71,2 115,-1-116,0 1,0-1,0 1,1-1,-1 0,1 0,0 0,1 0,0 0,-1 0,2-1,-1 1,0-1,1 0,0 0,0 0,0 0,0-1,1 0,2 2,-4-3,0-1,-1 0,1 0,0 0,0 0,0 0,0-1,1 1,-1-1,0 0,0 0,0 0,0 0,0 0,0-1,0 0,0 1,0-1,0 0,0-1,0 1,0 0,0-1,-1 0,1 1,-1-1,1 0,-1 0,0 0,0-1,0 1,0-1,0 1,0-1,4-6,0-1,0 0,-1 0,0 0,-1 0,0-1,0 0,1-10,5-144,-11 110,1 54,1 1,-1-1,0 0,1 0,-1 1,0-1,1 0,-1 1,1-1,-1 1,1-1,0 0,-1 1,1-1,-1 1,1 0,0-1,-1 1,1-1,0 1,0 0,-1 0,1-1,0 1,0 0,0 0,-1 0,1 0,0 0,0 0,-1 0,1 0,0 0,0 0,0 1,-1-1,1 0,0 0,0 1,-1-1,1 0,0 1,-1-1,1 1,0-1,-1 1,1-1,-1 1,1 0,-1-1,1 1,-1-1,1 1,-1 0,0 0,1 0,6 3,34 17,-26-14,0 0,0 1,0 1,-1 0,-1 1,1 1,-2 0,4 4,-12-10,-1 1,0-1,0 0,-1 1,0 0,0 0,0 0,0 0,-1 0,0 0,0 0,-1 0,0 0,0 0,0 0,-1 1,0-1,0 0,-1 0,1 0,-1-1,-1 1,1 0,-1-1,0 1,-16 65,19-69,0 1,0-1,-1 0,1 0,1 0,-1 1,0-1,1 0,-1 0,1 0,-1 0,1 0,0 0,0 0,0 0,0 0,0 0,0 0,1-1,-1 1,1 0,-1-1,1 1,0-1,-1 0,1 1,0-1,0 0,0 0,0 0,0 0,0-1,0 1,0 0,5 0,-1 0,1 0,-1 0,1-1,-1 1,1-2,-1 1,1-1,-1 0,1 0,0-1,3-2,1 0,-1-1,1 0,-1 0,-1-1,1-1,-1 0,0 0,-1-1,0 0,0 0,-1-1,0 0,0 0,-1 0,0-1,0 0,-2-1,1 1,-1-1,-1 0,1 0,-2 0,0 0,0 0,-1 0,0-7,2 167,31-52,-32-94,-1 0,1 0,0 0,1 0,-1 0,0-1,1 1,0-1,-1 0,1 0,0 0,0 0,0 0,0-1,1 1,-1-1,0 0,1 0,-1 0,1 0,-1-1,1 1,-1-1,1 0,-1 0,1 0,1-1,20-5</inkml:trace>
  <inkml:trace contextRef="#ctx0" brushRef="#br0" timeOffset="-68134.915">4145 481,'16'16,"19"8,4-1</inkml:trace>
  <inkml:trace contextRef="#ctx0" brushRef="#br0" timeOffset="-67806.273">4774 936,'-5'-10,"0"0,-1 1,0 0,0-1,-1 2,0-1,-1 1,0 0,0 1,-1 0,1 0,-2 1,1 0,-1 1,0 0,-6-2,12 6,0 0,1 1,-1-1,0 1,0 0,0 0,0 1,1-1,-1 1,0 0,0 0,1 0,-1 0,0 1,1-1,-1 1,1 0,0 0,0 0,0 1,0-1,0 1,0 0,0-1,1 1,0 0,-1 1,1-1,0 0,1 1,-2 1,-1 4,-1 1,1 0,1 0,0 0,0 0,1 1,0-1,1 1,0 0,1-1,0 1,0-7,0 1,0-1,1 0,0 0,-1 1,1-1,0 0,1 0,-1 0,1 0,0 0,0-1,0 1,1 0,-1-1,1 0,0 1,-1-1,2 0,-1 0,0-1,0 1,1-1,0 0,-1 0,1 0,0 0,0 0,0-1,0 0,0 0,1 0,-1 0,0-1,0 1,1-1,-1 0,0-1,0 1,1-1,-1 1,0-1,0-1,2 0,5-4,0-1,-1-1,1 0,-2 0,1-1,-1 0,0-1,-1 0,0 0,-1-1,0 0,-1 0,0-1,-1 0,0 0,-1 0,0 0,-1-1,0-2,5-37,-17 86,5 100,5-126,-1 0,2 0,-1 0,1 0,1-1,-1 1,1-1,0 1,1-1,0 0,0 0,1 0,-1-1,1 0,5 5,-6-8,0 0,0 0,0-1,0 1,0-1,1 0,-1 0,1-1,-1 1,1-1,0 0,-1 0,5 0,22-1</inkml:trace>
  <inkml:trace contextRef="#ctx0" brushRef="#br0" timeOffset="-67155.418">5068 321,'-1'25,"2"-23,22 87,-4 1,-3 0,2 85,-11 132,-5-273,-2-35,0 1,1-1,-1 1,0 0,0-1,0 1,0-1,0 1,0 0,1-1,-1 1,0-1,0 1,0 0,1-1,-1 1,0 0,1-1,-1 1,0 0,1 0,-1-1,0 1,1 0,-1 0,1 0,-1-1,0 1,1 0,-1 0,1 0,-1 0,0 0,1 0,-1 0,1 0,-1 0,1 0,-1 0,0 0,1 0,-1 0,1 0,-1 1,1-1,-1 0,0 0,1 0,-1 1,0-1,1 0,-1 0,0 1,1-1,-1 0,0 1,1-1,-1 0,0 1,0-1,0 0,1 1,-1-1,0 1,0-1,0 1,47-88,-41 73,1-1,0 1,1 1,0-1,1 1,1 0,0 1,1 1,11-11,-20 20,0 1,0 0,0 0,0 0,0 0,0 0,0 0,0 1,0-1,0 1,0-1,1 1,-1 0,0 0,0 0,1 0,-1 0,0 1,0-1,0 1,0-1,1 1,-1 0,0 0,0 0,0 0,0 0,-1 0,1 0,0 1,0-1,-1 1,1-1,-1 1,1 0,0 1,42 71,-37-56,-1 0,0 0,-1 1,-1 0,-1 0,0 0,-2 0,0 0,-1 1,-1 0,1-18,0 0,0 0,0-1,0 1,0 0,0 0,-1 0,1-1,-1 1,1 0,-1 0,1-1,-1 1,0-1,0 1,0 0,0-1,0 0,0 1,0-1,-1 0,1 1,0-1,-1 0,1 0,-1 0,1 0,-1 0,0-1,1 1,-1 0,0-1,0 1,1-1,-1 0,0 1,0-1,0 0,1 0,-1 0,0 0,-1-1,-5-3,0 0,1-1,-1 0,1-1,0 1,0-1,1-1,0 1,0-1,1 0,0 0,0-1,0 0,1 1,0-2,1 1,-1 0,2-1,-1-1,1 2,0-1,0 0,1 0,1 0,-1 0,1 0,1 0,0 0,0 0,0 0,1 1,1-1,-1 0,2 1,-1 0,1 0,0 0,1 0,0 0,0 1,0 0,1 0,0 0,1 1,-1 0,1 0,0 1,1 0,-1 0,1 1,5-3,2-1,0 1,0 0,1 1,0 1,1 0,-1 1,1 1,0 0,0 2,0 0,-1 0,1 2,5 1,-18-2,-1 1,1 0,-1 0,0 1,1-1,-1 1,0-1,0 1,0 0,0 0,0 1,0-1,-1 0,1 1,-1 0,0-1,0 1,0 0,0 0,0 1,0-1,-1 0,0 0,0 1,0-1,1 3,3 96,-5-76,7 50,-7-74,1 0,-1 0,1 0,0 0,0 0,0 0,0 0,0 0,0-1,1 1,-1 0,0-1,1 1,-1-1,1 1,0-1,0 0,-1 0,1 1,0-1,0-1,0 1,0 0,0 0,0-1,0 1,0-1,0 0,1 1,-1-1,0 0,0 0,1-1,43-20,-25 3</inkml:trace>
  <inkml:trace contextRef="#ctx0" brushRef="#br0" timeOffset="-66920.522">5590 522,'18'2,"15"8,11 6,-2 1</inkml:trace>
  <inkml:trace contextRef="#ctx0" brushRef="#br0" timeOffset="-66309.166">6071 762,'21'-27,"0"-1,-2-1,-1 0,-1-2,-1 0,-2-1,-2 0,-1-1,-1 0,5-35,-11 53,-1 0,0 0,-2-1,1 1,-2-1,0 1,-1 0,-1-1,0 1,-1 0,0 0,-2 0,1 0,-2 1,0-1,4 12,0 0,0 0,0 0,-1 0,1 0,-1 1,0-1,1 1,-1 0,0 0,-1 0,1 0,0 0,0 0,-1 1,1 0,-1 0,1 0,-1 0,0 0,1 1,-1-1,0 1,1 0,-1 0,0 1,1-1,-1 1,0 0,1 0,-1 0,1 0,-1 0,1 1,0 0,0-1,-1 1,1 1,0-1,1 0,-1 1,0-1,-1 3,-9 11,0 1,1 1,0 0,2 1,0 0,1 1,1 0,1 0,1 1,0-1,2 2,0-1,2 0,0 0,1 1,2 15,1-1,1 0,2 0,2-1,1 0,1 0,2-1,2 0,1-1,1 0,2-1,1-1,2-1,1-1,1 0,16 15,-31-35,0 0,1-1,0 0,0 0,1-1,0 0,0 0,1-1,0-1,0 1,0-1,0-1,1 0,0-1,0 0,0 0,0-1,1-1,-1 0,0 0,1-1,-1-1,0 1,1-2,7-2,-4-4,0-1,-1-1,0-1,-1 0,0 0,0-2,-1 1,-1-2,0 1,-1-2,0 1,-2-1,1-1,-2 1,0-1,-1-1,0 1,-2-1,0 0,1-14,-4-58,-1 87,-1 0,1 0,-1 0,1 0,-1 0,0 0,0 1,0-1,0 0,0 0,0 1,-1-1,1 1,0-1,-1 1,1 0,-1-1,0 1,1 0,-1 0,0 0,0 0,0 1,1-1,-1 0,0 1,0-1,0 1,0 0,0-1,0 1,0 0,0 0,0 1,0-1,0 0,0 1,0-1,0 1,0-1,-1 1,-6 2,1-1,-1 1,0 1,1-1,-1 1,1 1,1 0,-1 0,0 0,1 1,0 1,6-4,-1 0,1 0,0 0,0 0,1 1,-1-1,1 0,-1 1,1-1,0 0,1 1,-1-1,0 0,1 0,0 1,0-1,1 3,0 8,4 24,-6-24,1-1,0 0,1 0,0 0,1 0,0 0,1 0,1-1,0 1,1-1,0-1,1 1,0-1,1 0,0-1,0 1,1-2,7 6,-5-11,0-1,0 0,0-1,1 0,-1-1,1 0,0-1,-1 0,1-1,-1 0,1-1,-1 0,0-1,0 0,0-1,0 0,0 0,-1-2,0 1,0-1,2-2,92-60,-66 37</inkml:trace>
  <inkml:trace contextRef="#ctx0" brushRef="#br0" timeOffset="-65318.265">6953 816,'52'-59,"-2"-2,24-41,-59 78,0-1,-2 0,-1-2,-1 1,-1-1,-1-1,-2 1,3-23,-5-80,-5 124,-1 0,1 0,-1 0,-1 0,1 1,-1-1,0 0,-1 1,1-1,-1 1,0 0,-1 0,1 0,-1 0,0 1,0-1,0 1,-1 0,1 0,-3 0,4 2,-1 0,0 1,0-1,0 1,0 0,0 0,0 0,0 1,0 0,0-1,0 2,-1-1,1 0,0 1,0-1,0 1,0 1,0-1,0 0,1 1,-1 0,0 0,1 0,-1 0,1 0,0 1,-2 1,-6 5,1 1,-1 0,1 0,1 1,0 1,1 0,-2 3,-2 6,1 1,1 0,1 1,1 0,1 0,1 1,2 0,0 0,1 0,1 0,1 1,2-1,0 0,2 2,4 25,2 0,3 0,2-1,2-1,2 0,4 3,-14-29,2 0,0-1,1 0,2-1,0 0,1-1,2 0,-1-1,12 9,-24-25,1-1,-1 0,1 0,0 0,-1 0,1 0,0-1,0 0,0 0,0 0,0 0,1-1,-1 1,0-1,0 0,0 0,0-1,1 1,-1-1,0 0,0 0,0 0,0-1,0 1,-1-1,1 0,0 0,-1 0,1-1,-1 1,0-1,0 0,2-2,10-9,0-2,-2 1,0-2,0 0,-2 0,1-3,2-3,-2-1,0 0,-1-1,-2 0,-1-1,0 0,-2 0,0-7,-7-22,1 54,0 0,0 0,0 0,-1 0,1 0,0 0,-1 0,1 0,-1 0,1 0,-1 0,1 0,-1 0,0 0,1 0,-1 1,0-1,0 0,0 1,1-1,-1 0,0 1,0-1,0 1,0-1,0 1,0 0,0-1,0 1,0 0,0 0,0 0,0 0,0 0,-1 0,1 0,0 0,0 0,0 0,0 0,0 1,0-1,0 0,0 1,0-1,0 1,-6 4,0 0,1 1,-1-1,1 1,1 0,-1 1,1 0,0-1,1 2,-1-1,1 0,1 1,-1 0,2 0,-1 0,1 0,0 0,0 0,1 1,0-1,1 1,0 6,1-8,-1 0,1 0,0 1,1-1,0 0,0-1,1 1,-1 0,1-1,1 1,-1-1,1 0,0 0,1 0,-1-1,1 0,0 0,1 0,-1 0,1-1,0 0,0 0,0 0,0-1,5 2,6 2,-1-1,2-1,-1 0,0-1,1-1,0-1,0 0,-1-2,17 0,56-11,-9-7</inkml:trace>
  <inkml:trace contextRef="#ctx0" brushRef="#br0" timeOffset="-64304.455">8571 508,'33'-10,"-1"-1,0-2,0-1,-1-1,-1-1,0-2,-2-2,17-14,-38 29,0 0,-1-1,1 1,-1-1,-1-1,1 1,-1-1,-1 0,1 0,-1-1,2-5,-5 12,-1-1,1 1,-1 0,0-1,0 1,0-1,0 1,0-1,0 1,0 0,0-1,-1 1,1-1,0 1,-1 0,0-1,1 1,-1 0,1 0,-1-1,0 1,0 0,0 0,0 0,0 0,0 0,0 0,0 0,0 0,0 0,-1 1,1-1,0 0,-1 1,1-1,0 1,-1 0,1-1,0 1,-2 0,-57-2,54 4,0 0,1 0,-1 1,1 0,0 0,0 1,0-1,0 1,1 0,0 0,-1 0,1 1,1-1,-1 1,1 0,0 0,0 1,0-1,1 1,-2 4,-2 8,0 1,1-1,1 1,1 0,0 19,2 44,3 1,4-1,13 62,1 10,-9-62,-4-1,-4 1,-3 0,-5 0,-12 62,7-109</inkml:trace>
  <inkml:trace contextRef="#ctx0" brushRef="#br0" timeOffset="-63824.364">8664 816,'30'-22,"1"2,1 1,1 1,0 2,1 1,1 2,0 2,27-6,-58 16,-1-1,1 1,-1 0,1 0,-1 1,1-1,0 1,-1 0,1 0,-1 0,1 0,0 0,-1 1,1 0,-1 0,1 0,-1 0,1 0,-1 1,0-1,1 1,-1 0,0 0,0 0,-1 0,1 1,0-1,-1 1,1 0,-1 0,0 0,0 0,0 0,0 0,0 3,2 8,-1 0,-1 1,0-1,-1 1,0 0,-2-1,-1 14,2 50,0-76,0-1,0 0,0 0,0 1,0-1,0 0,0 1,1-1,-1 0,0 0,1 0,-1 1,1-1,0 0,-1 0,1 0,0 0,-1 0,1 0,0 0,0 0,0 0,0 0,0-1,0 1,0 0,0-1,0 1,1-1,-1 1,0-1,0 1,0-1,1 0,-1 1,0-1,0 0,1 0,-1 0,0 0,1 0,-1-1,0 1,0 0,1 0,-1-1,0 1,0-1,0 1,0-1,0 0,1 1,-1-1,0 0,0 0,9-8,1-1,-1 0,-1 0,0-1,0-1,-1 1,-1-2,0 1,0-1,-1 0,-1 0,0 0,-1-2,22-84,-15 205,-10-101,0-1,1 1,-1 0,1-1,0 1,1-1,-1 0,1 0,-1 0,1 0,0 0,1-1,-1 1,1-1,-1 0,1 0,0 0,0-1,1 1,-1-1,0 0,1 0,-1 0,1-1,0 0,-1 0,1 0,0 0,0-1,0 1,-1-1,6-1,25-8,-4-4</inkml:trace>
  <inkml:trace contextRef="#ctx0" brushRef="#br0" timeOffset="-63457.299">9599 615,'-2'16,"1"0,0 0,1 0,1 0,1 0,2 14,-3-24,1-1,-1 1,1-1,0 0,1 0,-1 0,1 0,0 0,0 0,0 0,1-1,0 0,-1 0,2 0,-1 0,0 0,1-1,-1 0,1 0,0 0,2 0,-4-2,1 0,0 0,0 0,0-1,-1 1,1-1,0 0,0 0,0 0,0-1,0 1,-1-1,1 0,0 0,0 0,-1-1,1 1,-1-1,1 0,-1 0,0 0,0-1,1 1,-2-1,1 1,0-1,2-3,4-4,-1 0,0-1,0 0,-1 0,-1-1,0 0,3-9,4-23,-23 74,8-24,0 0,1 1,-1-1,2 0,-1 1,1-1,0 1,0-1,0 1,1-1,0 1,1-1,-1 0,1 0,0 0,1 0,0 0,0 0,0 0,0-1,1 0,0 1,0-1,0-1,1 1,0-1,0 0,0 0,0 0,0 0,1-1,0 0,1 0,85 7,-48-15</inkml:trace>
  <inkml:trace contextRef="#ctx0" brushRef="#br0" timeOffset="-62841.944">10268 681,'-8'4,"-1"-1,1 1,-1 1,1 0,0 0,1 0,-1 1,1 0,0 0,1 1,0 0,0 0,0 1,1-1,0 1,0 0,1 1,0-1,0 1,1 0,1 0,-1 0,1 0,0 4,3-10,-1 1,1-1,0 0,0 0,1 1,-1-1,0 0,1 0,0 0,0 0,0 0,0-1,0 1,1 0,-1-1,1 0,-1 0,1 1,0-2,0 1,0 0,0 0,0-1,0 0,1 0,-1 0,0 0,1 0,1 0,6 1,1-1,0 1,0-2,0 0,0 0,-1-1,1 0,0-1,12-5,0 0,0-1,-1-2,-1 0,0-2,0 0,-1-1,-1-1,0-1,-1-1,0-1,-2 0,0-2,-1 0,0 0,-2-2,-1 0,0 0,-1-1,2-9,-1-4,-1 0,-2 0,-2-1,-1 0,-2 0,-1-1,-2 1,-2-1,-1 0,-5-32,5 57,0-1,-1 1,0 0,-1-1,0 1,-1 1,0-1,-1 0,0 1,-1 0,-7-10,12 20,0 0,0 0,0 0,0 0,0 0,0 0,0 0,0 0,0 0,-1 1,1-1,0 0,0 1,-1-1,1 1,-1-1,1 1,0 0,-1 0,1 0,-1 0,1 0,-1 0,1 0,-1 0,1 0,0 0,-1 1,1-1,-1 1,1-1,0 1,0 0,-1-1,1 1,0 0,0 0,0 0,0 0,0 0,-1 0,-33 53,26-22,1 1,2-1,1 2,2-1,1 0,1 0,2 1,2-1,1 0,1 0,9 28,-7-20,2-1,2 0,2-1,2 0,1-1,2-1,10 15,-26-47,0 0,1 0,0 0,0-1,0 1,1-1,-1 1,1-1,0-1,0 1,0 0,1-1,-1 0,1 0,0 0,0-1,0 1,0-1,0-1,1 1,-1-1,0 1,1-1,-1-1,1 1,-1-1,1 0,0-1,3 0,5-7,-1-1,-1 0,0-1,0 0,0-1,-2-1,1 0,-2 0,1-1,-2 0,0 0,0-1,-1 0,2-9,14-16,-22 40,0 0,0-1,-1 1,1 0,-1 0,1-1,-1 1,1 0,-1 0,1 0,-1 0,0 0,1 0,-1 0,0 0,0 0,0 0,1 0,-1 0,0 0,-1 0,1 0,0 0,0 0,0 0,-1 0,1 0,0-1,-1 1,1 1,0-2,-4 26,2-17,0-1,1 1,0 0,0 0,1 0,0 0,1-1,0 1,0 0,1 0,0-1,0 1,1-1,0 1,3 4,-2-10,-1-1,1 1,0-1,0 0,0 0,0 0,0-1,0 1,0-1,1 0,-1 0,0 0,1-1,-1 0,0 1,1-2,-1 1,1 0,-1-1,0 0,1 0,-1 0,0-1,0 1,0-1,0 0,0 0,0 0,0-1,-1 0,1 1,-1-1,27-18</inkml:trace>
  <inkml:trace contextRef="#ctx0" brushRef="#br0" timeOffset="-62589.619">11137 481,'-16'-9,"-7"-7,-7-7,1 2</inkml:trace>
  <inkml:trace contextRef="#ctx0" brushRef="#br0" timeOffset="-62418.021">10389 214,'13'-3,"21"0,25-2,25-2,23-3,17 1,5 4,-6 7,-24 4</inkml:trace>
  <inkml:trace contextRef="#ctx0" brushRef="#br0" timeOffset="-61985.906">11324 883,'20'-20,"-1"-1,-1-1,-1 0,-1-1,-1-1,-1 0,-1-1,-1-1,-2 1,5-18,-14 41,0 0,0 0,-1 1,1-1,-1 0,1 0,-1 0,0 0,0 0,1 0,-1 0,-1 0,1 1,0-1,0 0,-1 0,1 0,-1 0,1 0,-1 1,0-1,0 0,0 0,0 1,0-1,0 1,0-1,-1 1,1 0,0-1,-1 1,1 0,-1 0,0 0,1 0,-1 0,0 0,0 0,1 1,-1-1,0 1,0-1,0 1,0 0,0-1,0 1,0 0,1 0,-1 1,0-1,0 0,-1 1,-6 4,0 0,0 1,1 0,0 1,0-1,1 2,0-1,0 1,1 0,-1 0,2 1,-1 0,2 0,-1 0,1 0,0 1,1 0,-2 7,3-11,0-1,0 1,1 1,0-1,0 0,0 0,1 0,0 0,0 1,0-1,1 0,0 0,0 0,1 0,0 0,0 0,0 0,1 0,-1-1,1 1,1-1,-1 0,1 0,0 0,0 0,0-1,1 0,0 1,-1-2,7 4,3 0,0-1,1-1,0-1,0 0,0-1,0 0,0-1,1-1,-1-1,1 0,-1-1,1 0,-1-1,0-1,1-1,-1 0,-1-1,1 0,1-2,-7 3,1 0,0-1,-1 0,0 0,0-1,0 0,-1-1,0 0,0 0,-1-1,0 0,0 0,-1-1,0 0,-1 0,1 0,-2-1,1 1,-2-1,1 0,-1-1,1-4,-5 15,1 0,0 0,0 0,0 0,0 0,0 0,-1 0,1 0,0 0,0 0,0 0,0 0,0 0,-1 0,1 0,0 0,0 0,0 0,0 0,0 0,-1 0,1 0,0 0,0 0,0 0,0-1,0 1,0 0,-1 0,1 0,0 0,0 0,0 0,0 0,0-1,0 1,0 0,0 0,0 0,0 0,-9 16,3 2,0 0,1 0,1 0,0 1,1 0,2 0,0 0,1 0,0 0,2-1,2 11,-4-28,0 0,0 0,0 1,0-1,0 0,0 0,0 1,1-1,-1 0,1 0,-1 0,1 1,-1-1,1 0,0 0,-1 0,1 0,0 0,0 0,0 0,0-1,0 1,0 0,0 0,0-1,0 1,0 0,0-1,0 1,1-1,-1 0,0 1,0-1,0 0,1 0,-1 0,0 0,0 0,1 0,-1 0,0 0,0 0,1-1,-1 1,0 0,17-10</inkml:trace>
  <inkml:trace contextRef="#ctx0" brushRef="#br0" timeOffset="-61736.813">11886 361,'7'-20,"2"-7</inkml:trace>
  <inkml:trace contextRef="#ctx0" brushRef="#br0" timeOffset="-58050.924">6071 2166,'-7'0,"4"0,13 0,15-2,17-1,16-2,10-1,9 1,2 2,-4 3,-5 4,-7 6,-11 3,-13 0</inkml:trace>
  <inkml:trace contextRef="#ctx0" brushRef="#br0" timeOffset="-57604.109">7127 1858,'2'9,"8"8,8 7,14 9,12 6,7 1,5 0,2 0,-3-2,-8-3,-9-3,-12-4,-10-7</inkml:trace>
  <inkml:trace contextRef="#ctx0" brushRef="#br0" timeOffset="-57355.269">7421 1831,'-16'16,"-12"17,-8 16,-3 13,2 13,1 6,6 4,4-2,8-14</inkml:trace>
  <inkml:trace contextRef="#ctx0" brushRef="#br0" timeOffset="-57085.457">7635 2299,'12'-44,"-5"13,1 0,2 1,1 0,1 1,2 0,16-26,-30 54,0 1,0-1,0 0,1 1,-1-1,0 0,0 1,0-1,0 1,1-1,-1 1,0-1,0 0,1 1,-1-1,0 1,1-1,-1 1,1-1,-1 1,1 0,-1-1,1 1,-1-1,1 1,-1 0,1 0,-1-1,1 1,-1 0,1 0,0 0,-1-1,1 1,-1 0,1 0,0 0,-1 0,1 0,0 0,-1 0,1 1,-1-1,1 0,0 0,-1 0,1 1,-1-1,1 0,-1 0,1 1,-1-1,1 1,-1-1,1 0,-1 1,1-1,-1 1,0-1,1 1,-1-1,0 1,1 0,-1-1,0 1,14 130,-13-90,-1-9,2-1,1 1,1 0,2-1,1 0,2 0,1-1,3 5,6 2</inkml:trace>
  <inkml:trace contextRef="#ctx0" brushRef="#br0" timeOffset="-56786.746">8009 1845,'20'11,"16"16,14 14,9 11,6 7,3 4,2 0,-2-3,-6-6,-6-9,-12-10,-9-11,-12-9</inkml:trace>
  <inkml:trace contextRef="#ctx0" brushRef="#br0" timeOffset="-56540.353">8463 1872,'-15'7,"-13"13,-8 17,-8 19,-2 17,-3 15,3 8,6-1,11-7,10-19</inkml:trace>
  <inkml:trace contextRef="#ctx0" brushRef="#br0" timeOffset="-56254.591">8611 2460,'10'7,"0"0,1-1,-1 0,1-1,0 0,1-1,-1 0,1-1,0 0,0-1,0 0,0-1,0 0,0-1,0-1,0 0,1 0,-1-1,-1-1,1 0,0 0,-1-1,1-1,-1 0,-1 0,1-1,-1-1,6-4,-13 8,0-1,0 1,-1-1,1 0,-1 0,0 0,0 0,0-1,0 1,-1-1,0 1,0-1,0 1,-1-1,1 1,-1-1,0 0,0 1,-1-1,1 0,-1 1,0-1,-1 1,1-1,-1 1,1 0,-1 0,-1-1,1 1,0 1,-1-1,0 0,0 1,0-1,0 1,-1 0,1 0,-1 0,0 0,-2 0,0-2,-1 1,1 0,-1 1,0 0,0 0,0 0,-1 1,1 0,-1 0,1 1,-1 0,1 0,-1 1,0 0,1 0,-1 1,0 0,1 0,-1 1,1 0,0 0,-1 1,1 0,0 0,0 1,1-1,-1 2,1-1,-6 5,-1 0,2 0,-1 2,2-1,-1 1,1 1,1 0,0 0,1 1,0 0,1 0,1 1,-5 12,-2 21</inkml:trace>
  <inkml:trace contextRef="#ctx0" brushRef="#br0" timeOffset="-54292.259">9854 2220,'5'-26,"2"0,0 1,2 0,1 0,1 1,1 0,10-14,-6 7,44-65,-59 96,1-1,-1 0,0 1,0-1,0 1,1 0,-1-1,0 1,0 0,1 0,-1 0,0 0,0 0,1 0,-1 0,0 0,0 0,1 1,-1-1,0 0,0 1,0-1,1 1,-1 0,0-1,0 1,0 0,0 0,0-1,0 1,0 0,0 0,-1 0,1 0,0 0,-1 0,1 0,0 1,-1-1,1 0,-1 0,0 0,1 1,-1-1,0 0,0 0,0 1,0-1,0 0,0 1,0 0,2 4,109 227,-111-233,16 47,-16-46,0 0,0 0,0 0,0 0,1-1,-1 1,0 0,-1 0,1 0,0 0,0 0,0 0,0-1,-1 1,1 0,0 0,-1 0,1-1,-1 1,1 0,-1 0,1-1,-1 1,1 0,-1-1,0 1,1-1,-1 1,0-1,0 1,1-1,-1 1,0-1,0 0,0 1,0-1,1 0,-1 0,0 0,0 1,0-1,0 0,0 0,0 0,1-1,-1 1,0 0,0 0,0 0,0-1,0 1,-4-2,0 1,0-1,1 0,-1 0,1 0,-1-1,1 0,0 0,0 0,0 0,0-1,1 1,-1-1,1 0,0 0,0 0,1 0,-1-1,1 1,0-1,0 0,0 1,1-1,-1 0,1 0,0 0,1 0,-1 0,1 0,0 0,1 0,-1 0,1 0,0 0,0 0,0 0,1 0,-1 0,1 1,1-1,-1 1,3-5,5 1,0 1,0 0,1 1,0 0,0 0,0 1,1 0,0 1,0 1,0 0,0 0,0 2,1-1,-1 1,1 1,-1 0,11 2,-18-1,-1-1,0 1,1 0,-1 0,0 1,1-1,-1 1,0 0,0 0,0 0,-1 1,1-1,0 1,-1 0,0 0,1 0,-1 1,-1-1,1 1,0-1,-1 1,0 0,0 0,0 0,0 0,-1 1,1-1,-1 0,0 1,-1-1,1 3,13 93,-14-99,0 0,1 1,-1-1,1 0,-1 0,1 0,-1 0,1 0,0 0,-1 0,1 0,0 0,0 0,0 0,0 0,0 0,0-1,0 1,0 0,0-1,0 1,0-1,0 1,0-1,0 0,1 1,-1-1,0 0,0 0,1 0,-1 0,0 0,0 0,0 0,1 0,-1 0,0-1,0 1,0 0,1-1,-1 1,0-1,46-28,-37 20,0 0,0-1,-1 0,-1 0,0-1,0-1,-1 1,0-1,-1 0,-1 0,0-1,0 0,-1 0,-1 0,2-12,-6 7,1 18,0 0,0 0,0 0,0 0,0 0,-1 0,1 1,0-1,0 0,0 0,0 0,0 0,0 0,-1 0,1 0,0 0,0 0,0 0,0 0,0 0,-1 0,1 0,0 0,0 0,0 0,0 0,0 0,-1 0,1 0,0 0,0 0,0 0,0 0,0 0,-1 0,-1 7,0 0,1 1,0-1,0 0,0 1,1-1,0 1,1-1,-1 1,1-1,1 1,0-1,0 0,0 0,1 0,0 0,0 0,0-1,1 1,0-1,1 0,-1 0,1 0,0-1,1 0,-1 0,1 0,0 0,0-1,1 0,4 2,18 3</inkml:trace>
  <inkml:trace contextRef="#ctx0" brushRef="#br0" timeOffset="-53602.103">10936 1885,'-4'13,"-1"1,2 0,0-1,1 1,0 1,1-1,1 0,0 0,1 0,0 0,1 0,1 0,0 0,1-1,3 8,-5-17,0 0,1 0,0 0,0-1,0 1,0-1,0 0,1 0,-1 0,1 0,0-1,0 1,0-1,0 0,0-1,1 1,-1 0,0-1,1 0,0 0,-1-1,1 1,-1-1,1 0,-1 0,1 0,0-1,-1 0,3 0,1-1,0 0,-1 0,1-1,-1 0,0 0,0-1,0 0,-1 0,1-1,-1 1,0-2,0 1,-1 0,1-1,-1 0,4-7,-6 9,-1 0,1 0,-1 0,0-1,0 1,-1-1,1 1,-1-1,0 0,0 1,0-1,-1 0,0 0,0 0,0 1,-1-5,-8 25,10-5,0 1,1-1,0 1,0-1,1 0,1 0,0-1,1 1,0-1,0 0,1 0,0 0,1-1,0 0,0 0,1-1,0 0,9 7,-12-12,-1 0,0 1,1-2,0 1,-1 0,1-1,0 0,0 0,1-1,-1 0,0 1,1-2,-1 1,0 0,1-1,-1 0,0-1,1 1,-1-1,0 0,1 0,-1-1,0 1,0-1,0 0,0-1,1 0,15-10,-1-1,-1-2,0 1,-1-2,-1-1,-1 0,0-1,-1 0,-1-1,-1-1,-1 0,4-11,-5 4,0 0,-2-1,0 0,-2 0,-2 0,-1-1,-1 0,-1 0,-1 0,-2 0,-2 0,0-1,2 22,0-1,-1 1,0-1,0 1,-1 0,0 0,-1 0,0 0,0 1,-1 0,0-1,0 2,-1-1,-5-5,9 12,1 0,-1 1,0-1,1 1,-1-1,0 1,1 0,-1 0,0 0,0 0,0 0,1 0,-1 0,0 1,0-1,1 0,-1 1,0 0,1-1,-1 1,1 0,-1 0,1 0,-1 0,1 0,-1 0,1 0,0 0,0 1,0-1,-1 1,1-1,1 0,-1 1,0 0,0-1,0 1,1 0,-1-1,1 1,0 0,-1-1,1 1,0 0,0 0,0-1,0 1,0 1,-5 26,0 0,2 0,1 0,2 0,0 0,2 0,1 0,2 0,6 24,-5-26,1 0,1 0,2-1,0 0,2-1,0 0,2 0,1-2,0 0,2 0,1-2,1 0,1 0,-17-18,0 0,0 0,1 0,-1 0,1 0,-1-1,1 1,0-1,0 0,0 0,1-1,-1 1,0-1,1 0,-1 0,0 0,1-1,-1 1,1-1,-1 0,1-1,-1 1,2-1,6-8</inkml:trace>
  <inkml:trace contextRef="#ctx0" brushRef="#br0" timeOffset="-53357.479">11378 1698,'9'-5,"19"-1,23 0,23 4,19 4,13 4,-13 1</inkml:trace>
  <inkml:trace contextRef="#ctx0" brushRef="#br0" timeOffset="-46562.681">6017 3222,'18'0,"22"-2,23-6,20-5,17-4,12 0,3 2,-7 4,-22 3</inkml:trace>
  <inkml:trace contextRef="#ctx0" brushRef="#br0" timeOffset="-46269.468">7019 2874,'-6'-2,"-1"6,6 13,10 16,10 16,11 10,12 7,12 2,8-3,6-4,-1-9,-4-11,-9-12,-8-11,-10-11,-12-7</inkml:trace>
  <inkml:trace contextRef="#ctx0" brushRef="#br0" timeOffset="-46020.101">7380 2821,'-9'22,"-7"22,-6 19,-6 15,-5 12,-6 7,-3 2,-1-3,1-10,9-19</inkml:trace>
  <inkml:trace contextRef="#ctx0" brushRef="#br0" timeOffset="-45706.931">7515 3235,'9'-8,"0"1,1 0,0 0,0 1,1 0,-1 1,1 0,1 1,-1 0,1 1,-1 0,1 0,0 2,0-1,0 2,0-1,0 2,0 0,2 0,-10 0,-1 0,1 0,-1 0,0 1,0-1,0 1,0 0,0 0,0 0,0 0,-1 0,1 0,-1 1,1-1,-1 1,0 0,0 0,0 0,-1 0,1 0,0 0,-1 0,0 1,0-1,0 0,0 1,-1-1,1 1,-1-1,0 1,0-1,0 1,-1-1,1 0,-1 1,0 1,-3 11,0 0,-2-1,1 0,-2 0,0-1,-1 1,-3 3,-105 165,113-179,2-3,-1 1,1-1,0 1,0-1,0 1,0-1,0 1,0 0,0-1,0 1,1 0,-1 0,0-1,1 1,0 0,-1 0,1 0,0 0,0 0,0 0,0-1,0 1,1 0,-1 0,1 0,-1 0,1-1,0 1,-1 0,1 0,0-1,0 1,0-1,0 1,1 1,4-2,1 1,-1-1,0 1,0-2,0 1,1-1,-1 0,0 0,1 0,-1-1,0 0,2-1,-7 2,74-14,-2-3,59-23,-130 40,102-34</inkml:trace>
  <inkml:trace contextRef="#ctx0" brushRef="#br0" timeOffset="-42872.203">9440 3315,'81'-234,"-79"228,0 0,0 1,1-1,0 0,0 1,0 0,1 0,0 0,0 0,0 1,1-1,-1 1,1 0,0 1,0-1,0 1,5-3,-6 7,-1 0,0 1,1-1,-1 1,0-1,0 1,0 0,0 0,0 0,0 1,0-1,-1 1,1-1,-1 1,0 0,1 0,-2 0,1 0,0 0,0 1,-1-1,0 0,0 1,0-1,0 1,0 0,-1-1,1 0,7 19,-1 1,0 0,-2 0,-1 1,-1 0,-1-1,-1 19,0-41,-1 0,0 0,0-1,1 1,-1 0,0 0,0 0,0 0,0 0,0 0,0 0,0-1,-1 1,1 0,0 0,0 0,-1 0,1-1,-1 1,1 0,0 0,-1 0,1-1,-1 1,0 0,1-1,-1 1,0-1,1 1,-1-1,0 1,0-1,1 1,-1-1,0 1,0-1,0 0,0 0,1 1,-1-1,0 0,0 0,0 0,0 0,0 0,0 0,1 0,-1 0,0-1,0 1,0 0,0 0,0-1,1 1,-1 0,0-1,0 1,1-1,-1 1,0-1,0 0,1 1,-1-1,1 0,-1 1,1-1,-1 0,1 1,-1-1,1 0,-4-5,0 0,1 0,-1 0,1-1,1 1,-1-1,1 1,1-1,-1 0,1 0,0 0,0 0,1 0,0 0,1 0,-1 0,2-4,0 8,0 0,0 1,1 0,-1-1,1 1,-1 0,1 0,0 1,0-1,0 0,0 1,0 0,0 0,0 0,0 0,1 0,-1 0,0 1,0 0,1 0,-1 0,0 0,1 0,-1 0,0 1,17-2,29-5,1-2,-2-2,1-2,20-10,-61 20,-4 1,0 0,0-1,0 1,0-1,0 0,0 0,0 0,0 0,-1-1,1 1,-1-1,0 0,0 0,0 0,1-1,-5 2,1 1,-1 0,0 0,0 0,1 0,-1 0,0 0,0 0,0 0,0 1,0-1,0 0,-1 0,1 1,0-1,0 1,0-1,-1 1,1 0,0-1,0 1,-1 0,1 0,0 0,-1 0,1 0,0 0,0 0,-1 0,1 1,0-1,-1 0,1 1,-6-1,0 0,0 1,1 0,-1 0,0 1,0 0,1 0,0 0,-1 1,1 0,0 0,0 0,0 1,1 0,-1 0,1 1,0-1,0 1,0 0,1 1,0-1,0 1,0 0,1 0,0 0,0 0,0 0,1 2,2-5,0 1,0-1,0 0,1-1,-1 1,1 0,0 0,0 0,0 0,0 0,1-1,-1 1,1 0,-1-1,1 0,0 1,0-1,0 0,0 0,1 0,-1 0,0 0,1-1,0 1,-1-1,1 1,0-1,2 1,88 21,100-23,-92-10</inkml:trace>
  <inkml:trace contextRef="#ctx0" brushRef="#br0" timeOffset="-40987.076">11217 3155,'25'-7,"0"-2,0-1,-1-1,0-1,-1-1,-1-1,0-1,-1-1,-1-1,0 0,8-12,-19 21,-1-1,-1 0,1-1,-1 0,-1 0,0 0,0-1,-1 0,0 0,-1 0,-1-1,1 1,-2-1,0-1,-2 10,0 1,0-1,0 0,-1 1,1-1,-1 1,0-1,0 1,0 0,0-1,0 1,0 0,-1 0,1-1,-1 1,1 0,-1 0,0 1,0-1,0 0,0 1,0-1,0 1,0-1,-1 1,1 0,0 0,-1 0,1 1,-1-1,1 0,-1 1,0 0,1-1,-1 1,1 0,-1 0,1 1,-1-1,0 0,1 1,-1 0,1-1,0 1,-1 0,1 0,-1 1,1-1,0 0,0 1,0-1,-7 8,1-1,0 1,0 1,1-1,0 1,1 0,0 1,0 0,1 0,1 0,0 0,0 1,1-1,1 1,0 0,1 0,0 0,0 0,2 0,-1 0,1 0,2 8,-2-11,0 1,0-1,1 1,0-1,0 1,1-1,1 0,-1 0,1-1,1 1,0-1,0 0,0 0,1-1,0 1,1-1,0 0,0-1,0 0,1 0,0 0,0-1,0-1,1 1,-1-1,1-1,0 1,6 0,-3-2,0-1,1-1,-1 0,0 0,1-1,-1-1,0 0,0-1,0 0,0-1,0 0,-1-1,0 0,0-1,0 0,-1-1,0 0,0 0,0-1,-1-1,-1 1,1-1,-1-1,-1 0,0 0,0 0,1-5,-6 13,-1 0,0 0,1 0,-1 0,0 0,0-1,-1 1,1 0,0 0,-1-1,1 1,-1 0,0-1,0 1,0 0,0-1,0 1,0 0,-1-1,1 1,-1 0,1-1,-1 1,0 0,0 0,0 0,0 0,-1 0,1 0,0 0,-1 0,1 0,-1 1,0-1,0 1,0-1,1 1,-1 0,0-1,-1 1,1 0,0 0,0 1,0-1,-1 0,1 1,0-1,-1 1,1 0,0 0,-1 0,1 0,-4 1,1 0,0 0,-1 1,1 0,0 0,0 0,0 1,0-1,1 1,-1 0,1 1,0-1,-1 1,1 0,1 0,-1 0,1 0,0 1,0-1,0 1,0 0,1 0,0 0,0 0,0 0,1 1,-1-1,1 1,0 2,1-6,0 1,0 0,1-1,-1 1,0-1,1 1,0-1,-1 1,1-1,0 0,0 1,1-1,-1 0,0 0,1 1,-1-1,1-1,0 1,0 0,-1 0,1 0,0-1,1 1,-1-1,0 0,0 0,1 1,71 19,-24-17,1-3,-1-2,1-2,-1-2,0-2,29-10,-52 12,0-1,-1-1,1-1,-2-2,1-1,16-10,-41 21,1 0,-1 0,0-1,1 1,-1 0,0-1,0 1,0-1,1 0,-1 1,0-1,0 0,0 0,0 0,0 1,0-1,0 0,-1 0,1 0,0-1,0 1,-1 0,1 0,-1 0,1 0,-1-1,1 1,-1 0,0-1,0 1,1 0,-1 0,0-1,0 1,0 0,-1-1,1 1,0 0,0-1,-1 1,1 0,-1 0,1-1,-1 1,1 0,-1 0,0 0,0 0,1 0,-1 0,0 0,0 0,0 0,0 0,0 1,-1-2,-11-2,-1 0,0 1,0 0,0 1,0 1,0 0,0 0,0 2,-1 0,-9 2,18-3,-1 0,1 1,0 0,-1 0,1 0,0 1,0 0,-1 0,1 1,1-1,-1 1,0 1,1-1,0 1,-1 0,2 0,-1 0,0 1,1 0,0 0,-2 3,5-7,0 1,1-1,0 1,-1-1,1 1,0-1,0 1,-1 0,1-1,0 1,1-1,-1 1,0-1,0 1,1-1,-1 1,1-1,-1 1,1-1,0 1,-1-1,1 0,0 1,0-1,0 0,0 0,0 0,0 1,1-1,-1 0,0-1,0 1,1 0,-1 0,1 0,-1-1,0 1,1-1,1 1,62 11,-46-11,0-2,0 0,0-2,0 0,-1-1,1-1,-1 0,0-1,-1-1,0-1,0-1,0 0,-1-1,-1-1,6-5,-5-6,-30 28,12-4,0 0,0-1,0 1,0 1,0-1,1 0,-1 0,1 0,0 1,-1-1,1 1,0-1,1 1,-1-1,0 1,1 0,-1-1,1 1,0 0,0 0,0-1,0 1,1 0,-1-1,1 1,-1 0,1-1,0 1,0-1,0 1,0-1,1 1,-1-1,0 0,1 0,0 0,0 0,0 0,-1 0,2 0,-1 0,0-1,0 1,0-1,1 0,-1 1,3-1,16 4,0-1,0-1,0-1,1-1,-1-1,1-1,-1-1,0-1,0-1,0 0,0-2,-1 0,6-4,-7 6,0-2,-1 0,0-1,0-1,-1-1,0 0,0-1,-1-1,-1-1,15-13,-29 24,1 0,-1 0,1 0,-1 0,0-1,0 1,1 0,-1-1,0 1,0-1,-1 0,1 1,0-1,0 1,-1-1,1 0,-1 0,1 1,-1-1,0 0,0 0,0 0,0 1,0-1,0 0,0 0,-1 0,1 1,-1-1,1 0,-1 0,1 1,-1-1,0 1,0-1,0 1,0-1,0 1,0-1,-1 1,0-1,-8-1,0 1,-1 0,1 0,0 1,-1 1,0 0,1 0,-1 1,1 0,-1 1,1 0,0 1,0 0,-9 4,13-6,-1 1,1-1,-1 2,1-1,0 1,0 0,0 0,1 0,-1 1,1 0,-1 0,1 0,1 1,-1 0,1 0,-1 0,1 0,1 1,-1 0,1-1,0 1,0 1,5-4,-1 1,1-1,0 0,0 0,0-1,0 1,0 0,1-1,-1 1,1-1,-1 0,1 0,0 0,0 0,0 0,0 0,1-1,-1 0,0 0,1 0,-1 0,0 0,1 0,-1-1,1 0,-1 0,1 0,0 0,0 0,157-2,-115-1,-45 3,0 0,1-1,-1 1,1 0,-1 0,1 0,-1 0,1 0,-1 0,1 0,-1 1,1-1,-1 0,1 1,-1-1,0 1,1 0,-1-1,0 1,1 0,-1 0,0 0,0 0,0 0,0 0,0 0,0 0,0 0,0 1,0-1,-1 0,1 0,0 1,-1-1,1 1,-1-1,1 1,-1-1,2 119,-7 23,-7-1,-10 32,21-168,-1 11,0 1,-2-1,1 0,-2 0,-1-1,0 1,0-1,-2 0,0-1,-1 0,-6 7,14-20,0-1,0 1,0-1,-1 1,1-1,-1 0,1 0,0 0,-1 0,0 0,1 0,-1 0,0 0,1-1,-1 1,0-1,0 1,0-1,1 0,-1 0,0 1,0-1,0 0,0-1,1 1,-1 0,0-1,0 1,0-1,1 1,-1-1,0 0,1 1,-1-1,0 0,1 0,-1-1,1 1,0 0,-1 0,0-1,-5-10,-1 0,2 0,0-1,0 0,1 0,1 0,0-1,1 1,0-1,1 0,1 0,0 1,1-14,0-2,1-1,1 1,2-1,1 1,2 0,0 1,2 0,1 0,1 1,2 0,0 1,2 0,1 1,1 1,1 0,1 2,1 0,0 1,16-11,-28 25,1 0,0 1,1 0,0 0,0 1,0 0,0 1,1 0,0 0,0 1,3 0,-12 4,0-1,0 1,0 0,0 0,0 0,0 0,0 0,0 0,-1 0,1 1,-1-1,1 1,-1-1,1 1,-1 0,0-1,0 1,0 0,0 0,0 0,0 0,0 0,0 0,-1 0,1 0,-1 0,0 0,0 0,1 1,-1-1,-1 0,1 0,0 0,0 0,-1 0,0 2,2 14,0-15,-1 1,1-1,-1 0,1 1,0-1,0 0,1 0,-1 1,1-1,-1 0,1 0,0-1,0 1,1 0,-1-1,0 1,1-1,0 0,-1 1,1-1,0-1,0 1,0 0,0-1,0 1,1-1,-1 0,0 0,1 0,-1-1,0 1,1-1,-1 0,2 0,2 0,0 0,0-1,-1 0,1 0,0 0,0-1,-1 0,0 0,1-1,-1 0,0 0,0 0,0-1,-1 0,1 0,-1 0,0-1,1-1,-3 3,0 0,0 0,0-1,-1 1,1-1,-1 1,0-1,0 0,0 0,-1 0,1 0,-1 0,0 0,0 0,-1 0,1-1,-1 1,0 0,0 0,0-1,-1 1,1 0,-1 0,0 0,0-1,-1 1,1 0,-1 1,-1-4,1 4,-1-1,1 1,-1 0,0 0,1 0,-1 0,-1 0,1 1,0-1,-1 1,1 0,-1 0,0 0,1 0,-1 1,0 0,0 0,0 0,0 0,-1 0,1 1,0 0,0 0,0 0,-3 0,-1 1,0 0,0 0,0 1,0 0,0 1,1-1,-1 2,1-1,-1 1,1 0,0 0,-3 4,4-3,1-1,0 1,0 0,1 1,-1-1,1 1,0 0,1 0,0 1,0-1,0 0,0 1,0 5,2-9,0 1,1-1,0 0,-1 0,1 0,0 0,1 0,-1 0,0 0,1 0,0 0,0 0,0 0,0 0,0 0,0 0,1 0,0-1,-1 1,1 0,0-1,0 0,0 1,1-1,-1 0,0 0,1 0,-1-1,1 1,0-1,2 2,3 0,0 0,0-1,0 0,1 0,-1-1,1 0,-1 0,1-1,-1 0,1-1,-1 0,1 0,-1-1,0 0,0 0,0-1,8-3,22-11</inkml:trace>
  <inkml:trace contextRef="#ctx0" brushRef="#br0" timeOffset="-40703.548">13477 2727,'-8'0,"0"1,1 1,-1-1,0 1,1 0,0 1,-1 0,1 0,0 0,1 1,-1 0,1 1,-1-1,1 1,1 0,-1 1,1-1,0 1,0 0,0 1,-2 4,7-4,0 1,1-1,-1 0,1 1,1-1,0 0,0 1,0-1,1 0,0 0,0-1,0 1,1-1,0 1,1-1,-1-1,1 1,0 0,1-1,-1 0,4 2,2 5,25 27,-2 2,-2 2,-2 0,12 25,-36-55,-4-8,0 0,1 0,-1 0,1 0,0 0,0-1,1 1,-1-1,1 0,0 0,0 0,0 0,1-1,-1 1,1-1,0-1,0 1,0 0,0-1,1 0,4-1,1 0,0 0,-1-1,1-1,0 0,-1 0,1-1,-1 0,9-4,25-6</inkml:trace>
  <inkml:trace contextRef="#ctx0" brushRef="#br0" timeOffset="-39886.186">14747 3035,'81'-98,"-55"68,-1 0,-1-1,-2-1,-1-1,5-12,-25 43,1 0,-1 0,0 0,1 0,-1 0,0 0,0 0,0 0,0 0,-1 0,1-1,-1 1,1 0,-1 0,0-1,0 1,0 0,0-1,0 1,0 0,-1-1,1 1,-1 0,1 0,-1-1,0 1,0 0,0 0,0 0,-1 0,1 0,0 0,-1 1,1-1,-1 0,0 1,0-1,1 1,-1-1,0 1,0 0,0 0,-1 0,-4-1,0 0,0 1,0 0,0 0,0 1,0 0,0 0,0 1,0-1,0 2,0-1,0 1,0 0,1 0,-1 1,0 0,1 0,0 1,0-1,0 1,1 1,-5 3,-1 2,0 0,1 1,0 0,1 1,0 0,1 1,0-1,1 1,1 1,-3 7,4-6,0 1,1 0,0 0,1 0,1 0,1 0,0 1,1-1,1 1,0-1,2 2,-2-8,1-1,1 0,-1 0,1-1,1 1,0-1,0 1,1-1,-1 0,2-1,-1 1,1-1,0 0,1 0,0-1,0 0,0 0,1-1,-1 0,4 1,3 1,1-1,0-1,1 0,-1-1,1 0,0-2,-1 0,1 0,0-2,1 0,-1-1,-1 0,12-3,2-2,1-1,-1-1,0-1,-1-2,0-1,20-13,-33 18,0-1,-1-1,0 0,-1-1,0 0,0-1,-1-1,-1 0,0 0,-1-1,3-5,-12 17,0 0,0 0,0 0,-1 0,1 0,0-1,0 1,-1 0,1-1,-1 1,1 0,-1-1,0 1,1 0,-1-1,0 1,0-1,0 1,0 0,0-1,0 1,-1-1,1 1,0 0,-1-1,1 1,-1 0,1-1,-1 1,0 0,1 0,-1-1,0 1,0 0,0 0,0 0,0 0,0 0,0 0,0 1,-1-1,1 0,0 0,0 1,-1-1,1 1,0-1,-1 1,-12-2,0 0,0 1,0 1,0 1,-1 0,1 0,0 1,0 1,1 1,-1 0,1 0,-1 1,1 1,-10 6,16-9,0 0,0 1,0-1,1 2,-1-1,1 1,0-1,0 2,0-1,1 1,0 0,0 0,0 0,1 1,0-1,0 1,-1 5,5-9,1-1,-1 1,1-1,0 1,0-1,0 1,1-1,-1 0,0 1,1-1,0 0,-1 0,1 0,0 0,0 0,0-1,0 1,1 0,-1-1,0 0,1 1,-1-1,1 0,-1 0,1-1,-1 1,1 0,-1-1,1 0,0 1,0-1,-1 0,1 0,0-1,-1 1,1-1,0 1,15 0,-1 0,1 0,-1-2,0 0,0-1,0-1,0-1,0 0,-1-1,0 0,0-2,0 0,7-6,-22 14,0 0,0-1,0 1,1-1,-1 1,0-1,0 1,0-1,0 0,0 0,0 1,0-1,0 0,0 0,-1 0,1 0,0 0,0 0,-1 0,1 0,-1-1,1 1,-1 0,1 0,-1 0,0-1,0 1,0 0,1 0,-1-1,0 1,-1 0,1 0,0-1,0 1,0 0,-1 0,1-1,-1 1,1 0,-1 0,1 0,-1-1,-1 3,0-1,0 1,0-1,0 1,0 0,0 0,0 0,0 0,0 0,0 0,0 1,1-1,-1 0,1 1,-1-1,1 1,0 0,-1 0,1-1,0 1,0 0,0 0,0 0,1 0,-1 0,0 0,1 0,-1 0,1 1,0-1,0 0,0 0,0 0,0 0,0 0,1 1,-1-1,2 4,0 0,0-1,0 0,1 1,0-1,0 0,0 0,1-1,0 1,-1-1,2 1,-1-1,0 0,1-1,0 1,-1-1,2 0,-1 0,0-1,0 1,1-1,-1 0,1-1,0 1,0-1,2 0,143 23,-72-19</inkml:trace>
  <inkml:trace contextRef="#ctx0" brushRef="#br0" timeOffset="-37689.518">19372 2834,'-29'-3,"0"2,0 1,0 1,0 2,-28 6,46-7,1 0,-1 1,1 1,-1 0,1 0,0 1,1 0,-1 1,1 0,0 1,1 0,-1 0,1 0,1 1,-1 1,1-1,0 2,5-8,0 1,1-1,-1 0,1 1,-1-1,1 1,0-1,0 1,0 0,1-1,-1 1,0 0,1 0,0-1,0 1,0 0,0 0,0 0,0 0,1-1,-1 1,1 0,0-1,0 1,0 0,0-1,0 1,1-1,-1 1,1-1,-1 0,1 0,0 1,7 1,0 0,0-1,0 0,0-1,0 1,1-2,-1 1,1-2,-1 1,1-1,-1 0,1-1,-1 0,1-1,-1 0,0 0,1-1,-1 0,-1-1,7-3,2 1,0-1,0-1,-1 0,0-2,-1 0,0 0,-1-1,0-1,0 0,-1-1,-1-1,0 0,-1 0,-1-1,0-1,-1 0,-1 0,0 0,-1-1,-1 0,0-1,2-14,-5 19,0 0,-1-1,0 1,-1-1,-1 0,0 1,-1-1,0 1,-1-1,-1 1,0 0,-1 0,0 0,-1 0,0 0,-1 1,-5-8,8 17,1 0,-1 0,1 0,-1 1,0-1,0 1,0 0,0 0,-1 0,1 0,0 0,-1 1,1-1,-1 1,0 0,1 0,-1 1,0-1,0 1,1 0,-1 0,0 0,0 0,0 1,1-1,-1 1,0 0,1 0,-1 0,1 1,-1-1,1 1,0 0,-1 0,1 0,0 0,0 1,0-1,1 1,-1 0,1 0,-2 2,-5 7,1 1,1 0,0 1,1 0,0 0,1 0,0 1,2 0,-1 0,2 0,0 0,1 0,0 0,2 0,-1 1,2-1,0 0,1 0,0 0,2 3,0-2,1 1,0-1,2 0,-1-1,2 0,0 0,1 0,0-1,1-1,1 0,0-1,0 0,1 0,1-1,0-1,1-1,0 0,0-1,0 0,1-1,1-1,-1 0,1-2,0 0,0 0,0-2,0 0,1-1,16-1,-21-1,0 1,1-2,-1 0,0 0,-1-1,1-1,0 0,-1-1,0 0,0-1,-1 0,1-1,-1 0,-1-1,1 0,-1-1,-1 0,1-1,-1 0,-7 7,0 1,0-1,-1 0,1 0,-1 0,0 0,1 0,-1 0,0-1,-1 1,1 0,-1 0,1-1,-1 1,0 0,0-1,-1 1,1 0,0-1,-1 1,0 0,0 0,0 0,0 0,-1 0,1 0,-1 0,0 0,0 0,0 1,0-1,0 0,0 1,-1 0,1 0,-3-2,-1 0,0 1,0 0,0 0,0 0,-1 1,1-1,-1 2,1-1,-1 1,0 0,1 0,-1 1,0 0,0 0,0 1,1-1,-1 2,0-1,1 1,-1 0,1 0,-1 0,1 1,0 0,0 1,1-1,-1 1,0 0,1 1,0-1,0 1,1 0,-1 0,1 0,0 1,0 0,-1 3,4-5,0 0,0 0,0 0,0 0,1 0,0 0,0 0,0 0,0 0,1 0,0 0,-1 0,1 0,1 0,-1 0,0-1,1 1,0 0,0-1,0 1,0-1,1 0,-1 0,1 0,0 0,0 0,0 0,1 0,7 5,1 0,-1 0,1-1,0 0,1-1,0-1,10 3,15 3,0-3,0-1,1-1,0-3,20 0,22-2</inkml:trace>
  <inkml:trace contextRef="#ctx0" brushRef="#br0" timeOffset="-33541.736">19132 3971,'-9'-5,"0"1,1 0,-1 1,-1 0,1 0,0 1,-1 0,1 1,-1 0,0 0,1 1,-1 1,0-1,1 2,-1-1,1 1,-1 1,1-1,0 2,0-1,0 1,0 1,1-1,0 1,0 1,0 0,1 0,-1 0,2 1,-1 0,1 0,0 1,0 0,1 0,-2 3,6-8,0 0,-1 1,1-1,0 0,1 1,-1-1,1 0,-1 1,1-1,0 1,0-1,1 1,-1-1,1 1,-1-1,1 1,0-1,1 0,-1 0,0 1,1-1,0 0,0 0,0-1,0 1,0 0,0 0,1-1,-1 0,1 1,0-1,0 0,-1 0,1-1,1 1,-1-1,0 1,1-1,9 1,-1 0,1-2,-1 0,1 0,-1-1,1 0,-1-1,0-1,1 0,-1-1,-1 0,1 0,0-1,-1-1,0 0,-1-1,1 0,-1 0,-1-1,4-3,-1 0,0-1,0 0,-1-1,-1 0,0-1,-1 0,0 0,-1-1,-1 0,-1 0,0-1,0 0,-2 0,0 0,-1-1,0 1,-2-1,0 0,-1 1,0-1,-1 0,-1 1,-1-1,-2-8,2 18,1 0,-1 0,0 0,0 1,-1-1,0 1,0 0,-1 0,1 0,-6-5,8 10,0-1,1 1,-1 0,0-1,0 1,0 0,0 0,0 0,0 0,0 0,0 1,0-1,0 1,-1-1,1 1,0 0,0 0,0 0,-1 0,1 0,0 0,0 1,0-1,-1 1,1-1,0 1,0 0,0 0,0 0,0 0,0 0,1 1,-1-1,0 0,0 1,1 0,-2 1,-4 7,0 1,0 1,1-1,0 1,1 0,1 0,0 1,1 0,0-1,1 1,0 0,1 0,0 0,1 0,1 8,-1-7,0 0,1 0,0 0,1-1,0 1,2 0,-1-1,2 1,0-1,0 0,1-1,1 1,0-1,0 0,1-1,1 0,0 0,1-1,0 0,0-1,1 0,0-1,0 0,1 0,1-1,-1-1,1 0,0-1,1 0,-6-2,1 0,-1-1,1 0,0-1,0 0,0 0,0-1,0 0,0 0,0-1,0 0,-1-1,1 0,0-1,-1 1,1-2,-1 1,0-1,0 0,0-1,-1 0,0 0,1 0,-2-1,1 0,-1-1,0 0,0 1,-1-2,0 1,0-1,0-1,-2 3,-1 0,0 0,-1 0,0 0,0 0,0 0,0 0,-1 0,0 0,0 0,-1-1,0 1,0 0,0 0,-3-5,4 10,0 1,0-1,0 1,0-1,0 1,0 0,-1-1,1 1,0-1,0 1,0-1,-1 1,1 0,0-1,0 1,-1 0,1-1,0 1,-1 0,1-1,0 1,-1 0,1 0,-1-1,1 1,0 0,-1 0,1 0,-1 0,1-1,-1 1,1 0,-1 0,1 0,0 0,-1 0,1 0,-1 0,1 0,-1 0,1 1,-1-1,1 0,0 0,-1 0,1 0,-1 1,1-1,0 0,-1 0,1 1,-1-1,1 0,0 1,-1-1,1 0,0 1,-12 26,10-22,0 1,0 0,1 0,0 1,0-1,1 0,-1 0,1 0,1 0,-1 1,1-1,0 0,1 0,-1 0,1 0,0 0,1-1,-1 1,1-1,0 1,1-1,-1 0,1 0,0 0,0-1,1 1,-1-1,1 0,3 1,23 6,0-5</inkml:trace>
  <inkml:trace contextRef="#ctx0" brushRef="#br0" timeOffset="-33289.307">19559 3649,'7'16,"14"10,16 5,2-3</inkml:trace>
  <inkml:trace contextRef="#ctx0" brushRef="#br0" timeOffset="-30885.394">20241 3971,'-21'-13,"-2"0,1 2,-2 1,1 1,-1 1,-1 1,1 1,-1 1,0 1,-22 0,42 3,0 1,1 0,-1 0,0 0,1 1,-1-1,1 1,-1 0,1 1,-1-1,1 1,0 0,-1 0,1 0,0 0,0 1,1 0,-1 0,1 0,-1 0,1 0,0 1,0-1,0 1,1 0,-1 0,1 0,0 0,0 0,0 1,1-1,-1 4,2-5,0 0,0-1,1 1,-1 0,1-1,0 1,0-1,0 1,0-1,0 1,1-1,-1 0,1 1,-1-1,1 0,0 0,0 0,0 0,0-1,0 1,0-1,1 1,-1-1,0 1,1-1,-1 0,1 0,0-1,2 2,80 10,-69-12,1-1,-1-1,0 0,0-1,0-1,0 0,0-1,-1-1,1 0,-2-1,1-1,-1 0,0-1,-1-1,0 0,0-1,-1 0,0-1,-1 0,-1-1,0 0,5-10,-16 31,0-1,0 1,0 0,1-1,1 1,-1 0,1-1,0 1,1-1,0 1,0-1,0 1,1-1,3 6,0-6,0 0,0 0,0-1,1 0,-1 0,1-1,1 0,-1 0,1 0,0-1,0-1,0 1,1-1,-1 0,1-1,6 1,3 0,1 0,0-1,0-1,0-1,0 0,0-2,7-1,-10 0,-1-1,1 0,-1-1,0-1,0 0,-1-1,1 0,-2-1,12-9,-19 13,0-1,0 0,0-1,0 1,-1-1,0 0,0-1,0 1,-1-1,0 0,0 0,-1 0,0 0,0-1,-1 1,0-1,0 0,-1 1,0-1,0-5,-1 9,0 1,0 0,0-1,-1 1,1-1,-1 1,0 0,0-1,0 1,-1 0,1 0,-1 0,1 0,-1 0,0 0,0 0,-1 1,1-1,0 1,-1 0,0-1,1 1,-1 0,0 1,0-1,0 0,0 1,0 0,-1-1,-2 1,0-1,-1 1,1 0,-1 0,0 1,1 0,-1 0,0 1,0 0,1 0,-1 0,1 1,-1 0,1 0,0 0,-3 3,3-2,0 1,0 0,0 0,0 0,1 1,0 0,0 0,0 1,0-1,-3 6,7-9,0 0,-1 1,1-1,0 0,0 0,0 1,0-1,1 1,-1-1,1 0,-1 1,1-1,0 1,0-1,0 1,0-1,1 1,-1-1,0 1,1-1,0 1,0-1,0 0,0 1,0-1,0 0,0 0,1 0,-1 0,1 0,0 0,0 0,6 5,0-2,1 1,0-1,0 0,0-1,1 0,0-1,-1 0,1 0,0-1,0 0,1-1,-1 0,2-1,78 19,-86-16,0 0,0 0,0 1,-1-1,1 1,-1 0,0 0,0 0,-1 1,1-1,-1 0,0 1,0 0,0 0,-1-1,0 1,0 0,0 0,0 0,-1 0,0 0,0 1,0-1,-1 0,0 0,0 0,0 0,1 11,0 21,-15 293,16-320,-2 0,1 0,-2 0,1 0,-1 0,-1 0,0 0,0-1,-1 0,0 1,0-2,-1 1,0 0,-1-1,0 0,0 0,-1-1,0 1,0-1,-2 0,7-6,-1 0,0 0,0 0,0 0,0-1,0 1,0-1,0 0,0 0,0 0,0 0,0 0,0-1,0 0,0 1,0-1,1 0,-1 0,0 0,0-1,1 1,-1-1,1 0,-1 1,1-1,0 0,-1 0,1-1,0 1,1 0,-2-1,-2-4,0 0,0-1,0 0,1 0,0 0,1 0,-1-1,2 1,-1-1,1 0,1-1,0-1,0 1,1-1,1 1,-1-1,2 1,-1-1,2 1,-1 0,1 0,1 0,0 0,0 0,1 1,6-9,103-126,-92 119,6-3,-2-2,-1-1,-2-1,-1 0,-1-2,-2-1,-2 0,-1-1,6-22,-19-19,-2 76,0 0,0 0,0 0,0 1,0-1,1 0,-1 0,0 0,0 1,1-1,-1 1,1-1,-1 1,0 0,1-1,-1 1,1 0,-1 0,1 0,-1 0,0 0,1 0,-1 1,1-1,-1 0,0 1,1-1,-1 1,0-1,1 1,-1 0,5 0,13 1,1 1,-1 1,0 1,0 1,-1 0,10 6,-23-10,0 0,0 1,-1 0,1 0,-1 0,0 1,0-1,0 1,0 0,0 0,-1 1,0-1,0 1,0-1,0 1,-1 0,0 0,0 0,0 0,-1 1,1-1,-1 0,-1 1,1-1,-1 5,-25 101,3-32,21-76,1 0,-1 0,1-1,0 1,0 0,0 0,0 0,1 0,-1-1,1 1,-1 0,1 0,0-1,0 1,0 0,0-1,1 1,-1-1,1 0,0 1,-1-1,1 0,0 0,0 0,0 0,1-1,-1 1,0 0,1-1,-1 1,1-1,-1 0,1 0,1 0,16 4,1-1,-1-1,1-1,-1-1,1 0,0-2,-1-1,1 0,-1-1,1-1,9-5,-17 8,0-2,-1 1,1-2,-1 0,0 0,0-1,0 0,-1-1,0-1,0 0,0 0,-1-1,0 0,-1-1,0 0,0-1,-1 1,2-4,-9 11,0-1,0 0,0 1,0-1,0 0,0 0,-1 0,1 0,-1 0,0 1,0-1,0 0,0 0,0 0,-1 0,1 0,-1 0,0 1,0-1,0 0,0 0,0 1,-1-1,1 1,-1-1,0 1,0 0,0-1,0 1,0 0,0 0,0 1,-1-1,1 0,-1 1,0-1,-7-3,0 0,0 0,-1 1,1 0,-1 1,0 1,0-1,0 2,-1-1,4 2,1 0,-1 0,1 0,-1 1,1 0,-1 1,1 0,0 0,0 0,0 1,0 0,0 0,0 1,-2 2,6-4,0 0,0 1,0-1,0 0,1 1,-1 0,1 0,0-1,0 1,0 1,0-1,0 0,1 0,-1 1,1-1,0 1,0-1,0 1,1-1,-1 1,1 0,0-1,0 1,0 0,1-1,-1 1,1-1,-1 1,1-1,1 3,2 0,0 0,0 0,0 0,1-1,0 1,0-1,0-1,0 1,1-1,0 1,0-2,0 1,1-1,-1 0,1 0,-1 0,1-1,0 0,0-1,0 0,0 0,0 0,1-1,-1 0,0 0,0-1,0 0,0 0,0 0,0-1,0 0,0-1,-1 1,1-1,-1-1,0 1,0-1,0 0,0-1,-1 1,1-1,3-4,-4 0,0 1,0-1,-1 0,0 0,-1 0,0-1,0 1,-1-1,0 0,-1 0,0 0,0 1,-2-8,2 16,-1 0,1 0,-1 0,0 0,0 0,0 0,0 0,0 0,0 0,0 0,0 0,0 0,0 0,0 0,0 0,-1 0,1 0,0 0,-1 1,1-1,-1 0,1 0,-1 0,1 0,-1 1,0-1,1 0,-1 0,0 1,0-1,0 1,1-1,-1 1,0-1,0 1,0-1,0 1,0 0,0-1,0 1,0 0,0 0,0 0,0 0,0 0,0 0,0 0,0 0,0 0,0 0,0 1,0-1,-4 5,1 1,0-1,0 1,0-1,1 1,0 1,0-1,0 0,1 1,0-1,1 1,-1 0,1-1,0 1,1 0,0 0,0 0,0-1,1 1,0 0,1 3,-1-6,0 0,0 0,1 0,-1-1,1 1,0 0,0-1,1 1,-1-1,1 0,-1 1,1-1,0 0,0-1,1 1,-1-1,1 1,-1-1,1 0,-1 0,1-1,0 1,0-1,0 0,0 0,0 0,0 0,1-1,1 1,4-1,0 0,0 0,0-1,0 0,0-1,0 0,0-1,-1 0,1 0,-1-1,8-4,-9 4,0-1,0 0,0 0,-1-1,0 0,0 0,0-1,-1 0,0 0,0 0,-1-1,0 0,0 0,-1 0,0-1,0 1,-1-1,0 0,-1 0,0 0,0 0,0-8,-7-5,5 22,-1-1,1 1,0 0,0 0,-1 0,1 0,0-1,-1 1,1 0,0 0,-1 0,1 0,0 0,-1 0,1 0,0 0,-1 0,1 0,0 0,-1 0,1 0,0 0,-1 0,1 0,0 0,-1 0,1 0,0 0,-1 1,1-1,0 0,0 0,-1 0,1 1,0-1,0 0,-1 0,1 1,0-1,0 0,0 0,-1 1,1-1,0 0,0 1,0-1,0 0,0 1,0-1,-1 0,1 1,0-1,0 0,0 1,0-1,0 0,0 1,1-1,-1 0,0 1,-3 7,1 0,0 0,0 1,1-1,0 1,0-1,1 1,0 0,1-1,0 1,0-1,1 0,0 1,1-1,-1 0,2 1,-3-7,1 1,0 0,-1-1,1 1,0-1,0 1,1-1,-1 0,0 0,1 0,-1 0,1-1,0 1,0 0,-1-1,1 0,0 0,0 0,0 0,0 0,0-1,1 1,-1-1,0 0,0 0,0 0,0 0,1-1,4 0,1 0,-1-1,0 0,1-1,-1 0,0 0,-1 0,1-1,6-5,-5 3,0 0,0-1,-1-1,0 1,0-1,-1-1,0 1,-1-1,1 0,-2-1,1 1,-1-1,-1-1,0 1,0 0,-1-1,-1 0,1-2,-5-16,2 30,0-1,0 0,0 1,0-1,0 0,0 1,0-1,0 1,0-1,0 0,0 1,0-1,-1 0,1 1,0-1,0 0,0 1,0-1,-1 0,1 0,0 1,0-1,-1 0,1 0,0 1,0-1,-1 0,1 0,0 0,-1 1,1-1,0 0,-1 0,1 0,0 0,-1 0,1 0,0 0,-1 0,1 0,0 0,-1 0,1 0,-1 0,1 0,0 0,-1 0,1 0,0 0,-1 0,1-1,0 1,-1 0,1 0,0 0,0-1,-1 1,1 0,0 0,0-1,-1 1,1 0,0 0,0-1,0 1,-1 0,1-1,-3 9,-1 0,1 0,1 1,-1-1,1 1,1-1,0 1,0-1,0 1,1 0,1-1,-1 1,2 0,-1-1,1 1,0-1,1 1,0-1,0 0,3 5,-4-11,-1 1,1-1,0 0,0 0,0 1,0-1,1-1,-1 1,0 0,1 0,0-1,-1 0,1 1,0-1,-1 0,1 0,0-1,0 1,0 0,0-1,0 0,0 0,0 0,0 0,0 0,0 0,-1-1,1 0,0 1,0-1,0 0,0 0,-1-1,8-2,-1 0,-1-1,1 0,-1 0,0-1,0 0,0-1,-1 0,2-3,-3 4,0-1,0 0,-1-1,0 0,0 1,-1-1,0-1,-1 1,0-1,0 1,-1-1,0 0,0 0,-1 0,0 0,-1-1,0 10,0 1,0-1,0 1,0-1,0 0,0 1,0-1,0 1,0-1,0 0,-1 1,1-1,0 1,0-1,0 0,-1 1,1-1,0 0,-1 1,1-1,0 0,-1 0,1 1,0-1,-1 0,1 0,0 0,-1 1,1-1,-1 0,1 0,0 0,-1 0,1 0,-1 0,1 0,0 0,-1 0,1 0,-1 0,1 0,-1 0,1 0,0 0,-1 0,1 0,-1-1,1 1,0 0,-1 0,1 0,0-1,-1 1,1 0,0-1,-1 1,1 0,0-1,0 1,-1 0,1-1,-5 13,1 1,0-1,1 1,1 0,0 0,0 0,1 0,1 0,0 0,1 0,0 0,1 0,1 2,-1-11,0 0,-1 0,1 0,1 0,-1-1,1 1,-1-1,1 1,0-1,0 0,0 0,1 0,-1 0,1-1,0 1,-1-1,1 0,0 0,0-1,1 1,-1-1,0 0,0 0,1 0,-1 0,1-1,-1 0,8 1,0-1,0 0,0-1,-1 0,1-1,0 0,-1-1,1 0,5-3,-8 2,0 1,1-1,-2-1,1 1,0-2,-1 1,0-1,0 0,-1-1,0 0,0 0,0 0,-1-1,0 0,-1-1,3-3,-8 10,1 1,-1 0,0 0,0 0,1-1,-1 1,0 0,0 0,0 0,-1-1,1 1,0 0,0 0,-1 0,1-1,-1 1,1 0,-1 0,1 0,-1 0,1 0,-1 0,0 0,0 0,0 0,0 0,1 1,-1-1,0 0,0 0,0 1,-1-1,1 1,0-1,0 1,-1-1,27 1,-14 0,1-1,-1 0,1 0,-1-1,1 0,-1-1,0-1,0 0,0 0,-1-1,1 0,-1-1,0 0,-1-1,2-1,-9 7,0-1,0 0,-1 0,1 0,-1 0,1 0,-1 0,0 0,1 0,-1 0,0-1,-1 1,1-1,0 1,-1 0,1-1,-1 1,0-1,0 1,0-1,0 1,0-1,0 1,-1-1,1 1,-1-1,0 1,0 0,0-1,0 1,0 0,0 0,0 0,-1 0,1 0,-1 0,0 0,1 0,-1 0,0 1,0-1,0 1,0 0,-1-1,1 1,0 0,0 0,-1 0,0 0,-3-1,0 0,0 1,-1-1,1 1,0 0,-1 1,1-1,-1 2,1-1,-1 0,1 1,0 0,-1 1,1-1,0 1,0 1,0-1,0 1,0 0,1 0,-1 1,1-1,0 1,0 0,0 1,1-1,-1 1,1 0,0 0,1 1,-1-1,1 1,0-1,0 1,1 0,0 0,0 0,0 1,1-1,0 0,0 1,0-1,1 1,0 0,1-1,0 0,0 0,1 0,0 0,0 0,0 0,0-1,1 1,0-1,1 0,-1 0,1 0,0 0,0 0,0-1,1 0,-1 0,1 0,0 0,0-1,1 0,-1 0,5 2,13 5,0-1,1-1,0-1,0-1,9 1,45 5,1-3,0-4,44-4,-10-4</inkml:trace>
  <inkml:trace contextRef="#ctx0" brushRef="#br0" timeOffset="-29889.308">21872 4786,'-13'-9,"-1"0,-1 1,0 0,0 1,0 1,-1 0,1 1,-1 1,-10-1,22 5,0 0,0 0,-1 1,1-1,0 1,0 0,0 0,0 1,0-1,0 1,0 0,1 0,-1 0,1 0,-1 1,1-1,0 1,0 0,0 0,0 0,0 1,1-1,-1 0,1 1,0 0,0-1,-1 5,-1 2,0 0,0 1,1-1,1 1,0 0,0 0,1 0,0 0,1 0,0 2,1-7,-1 0,1 0,0 0,0 0,0 0,1 0,0-1,0 1,0-1,1 1,0-1,0 0,1 0,-1 0,1 0,0-1,0 0,0 0,1 0,0 0,-1 0,1-1,0 0,1 0,-1 0,1-1,-1 0,1 0,0 0,-1-1,1 0,0 0,4 0,0-2,0 0,0 0,-1-1,1 0,-1-1,1 0,-1-1,0 0,0 0,-1-1,1 0,-1 0,0-1,0 0,-1 0,0-1,0 0,0-1,-1 1,0-1,-1-1,1 1,-2-1,1 1,-1-1,-1-1,1 1,-2 0,1-1,-1 0,-1 1,0-1,0 0,-1 0,0 0,-1 1,0-1,-1-3,3 12,-1-1,0 1,0 0,0 0,0-1,0 1,0 0,0 0,-1-1,1 1,0 0,-1 0,1 0,-1 0,1-1,-1 1,1 0,-1 0,0 0,0 0,1 0,-1 0,0 1,0-1,0 0,0 0,0 0,0 1,0-1,0 1,-1-1,1 1,0-1,0 1,0 0,-1-1,1 1,0 0,0 0,0 0,-1 0,1 0,-1 0,-2 5,1 1,0-1,0 0,0 1,1 0,0-1,0 1,0 0,1 0,0 0,0 0,0 0,1 0,0 1,0-7,-1 11,1 0,0 0,0 0,1 0,1 0,0 0,0-1,1 1,0-1,1 1,1-1,-3-5,0-1,0 1,1-1,0 0,0 0,0 0,0 0,1 0,-1 0,1-1,0 0,0 0,1 0,-1 0,0-1,1 0,0 1,-1-2,1 1,0 0,0-1,0 0,0 0,4 0,-2-2,1 1,-1-1,0 0,1-1,-1 1,0-1,0-1,0 0,-1 0,1 0,-1 0,1-1,-1 0,1-2,22-16</inkml:trace>
  <inkml:trace contextRef="#ctx0" brushRef="#br0" timeOffset="-29169.229">22193 4759,'-4'5,"1"-1,0 1,0 0,0 0,1 1,-1-1,1 0,0 1,1-1,0 1,0 0,0 0,0-1,1 1,0 0,0 0,1-1,-1 1,1 0,1 0,-1-1,1 1,0-1,0 0,0 1,1-1,0 0,0 0,0 0,1-1,0 1,-1-1,2 0,-1 0,0 0,1-1,-1 1,1-1,0 0,4 1,0-1,0-1,0-1,0 0,0 0,0 0,0-1,0-1,0 1,0-2,0 1,0-1,0 0,-1-1,1 0,-1 0,1-1,-1 0,-1-1,1 0,0 0,-1 0,0-1,0 0,-1-1,0 1,0-1,0 0,-1-1,0 0,-1 1,1-1,-2-1,1 1,-1 0,0-1,0-5,-2 14,-1-1,1 1,-1 0,0-1,0 1,1-1,-1 1,0-1,0 1,1-1,-1 1,0-1,0 1,0-1,0 1,0-1,0 1,0-1,0 1,0-1,0 1,0-1,0 1,0-1,0 1,-1-1,1 1,0-1,0 1,0-1,-1 1,1-1,0 1,-1 0,1-1,0 1,-1 0,1-1,-1 1,1 0,0-1,-1 1,1 0,-1 0,1-1,-1 1,1 0,-1 0,1 0,-1 0,1 0,-1 0,1-1,-1 1,1 0,-1 1,1-1,-1 0,1 0,-3 4,0 1,1-1,0 1,0-1,0 1,1 0,0 0,-1 0,2 0,-1 0,1 0,-1 0,1 0,1 0,-1 0,1 0,0 0,0 0,0 0,1 0,0 0,0 0,0-1,0 1,1-1,0 0,0 1,0-1,0-1,0 1,1 0,0-1,0 0,0 0,0 0,0 0,1 0,-1-1,3 1,5 2,-1-1,1-1,0 1,1-2,-1 0,0 0,1-1,-1-1,1 0,-1 0,0-2,1 1,-1-2,0 1,0-2,0 1,0-2,-1 0,0 0,3-2,0-1,-1 0,1-1,-1 0,-1-1,0-1,0 0,-1 0,-1-1,0 0,0-1,-1-1,-1 1,0-1,-1-1,3-8,-4 9,-1 0,-1-1,0 0,-1 1,-1-1,0 0,-1-1,-1 1,0 0,-1 0,0 0,-1 0,-1 0,-1 0,0 1,-1-1,-4-9,8 22,-1-1,1 0,0 1,-1-1,1 1,-1-1,0 1,1 0,-1-1,0 1,-1 0,1 0,0 1,-1-1,1 0,-1 1,1-1,-1 1,0 0,1 0,-1 0,0 0,0 1,0-1,0 1,0-1,1 1,-1 0,0 0,0 1,0-1,0 1,0-1,0 1,0 0,1 0,-1 0,0 0,1 0,-1 1,-1 0,-3 7,1 1,0-1,0 1,1 0,1 0,0 0,0 1,0 0,2 0,-1 0,1 0,1 0,0 0,1 0,0 0,0 1,2-1,-1 0,1 0,1 0,2 7,0 3,2 0,0-1,1 1,1-1,1-1,1 0,0 0,2-1,0 0,13 12,-16-19,1 0,0-1,0 0,1-1,0-1,1 0,0 0,0-1,1-1,0 0,0-1,0 0,0-2,1 1,0-2,3 1,-10-3,0 0,0-1,0 1,-1-2,1 1,0-1,-1 0,1 0,-1-1,0 0,0-1,0 1,0-1,0-1,-1 1,0-1,0 0,0-1,-1 1,1-1,-1 0,-1-1,1 1,-1-1,0 0,-1 0,0 0,0 0,0-1,-1 1,0-1,0 1,-1-1,0 0,-1 0,1 0,-2-6,-15-24,16 37,-1 1,1-1,-1 1,0-1,1 1,-1-1,0 1,1 0,-1-1,0 1,0 0,1-1,-1 1,0 0,0 0,0 0,1 0,-1 0,0 0,0 0,0 0,1 0,-1 0,0 0,0 1,1-1,-1 0,0 0,0 1,1-1,-1 1,0-1,1 0,-1 1,0 0,1-1,-1 1,1-1,-1 1,1 0,-1-1,1 1,-1 0,1-1,0 1,-1 0,1 0,0-1,0 1,-4 5,2 0,-1 0,1 0,-1 0,2 0,-1 0,1 1,0-1,0 0,1 1,-1-1,2 1,-1-1,1 1,0-1,0 0,0 1,1-1,0 0,0 0,1 0,0 0,0-1,0 1,1-1,0 0,0 0,0 0,0 0,1 0,0-1,0 0,0 0,2 1,2-1,0 0,0 0,0-1,0 0,0 0,0-1,1 0,-1-1,1 0,0 0,-1-1,1-1,0 1,30-6</inkml:trace>
  <inkml:trace contextRef="#ctx0" brushRef="#br0" timeOffset="-28923.37">22834 4546,'32'-3,"33"0,31-2,24 0,9 0,-16 2</inkml:trace>
  <inkml:trace contextRef="#ctx0" brushRef="#br0" timeOffset="-28417.711">23703 5040,'13'-41,"-2"0,-2 0,-1-1,-3-1,-1 1,-2-1,-3-24,-6 42,8 31,1-1,0 1,0-1,0 1,1-1,0 0,0 0,0 0,1-1,-1 1,1-1,0 0,1 0,-1 0,1 0,-1-1,1 0,0 0,0 0,1 0,-1-1,1 0,3 1,7 5,-12-5,0-1,0 0,0 1,0 0,0 0,0 0,-1 0,0 1,0-1,0 1,0 0,0 0,-1 0,1 0,-1 1,0-1,0 1,-1-1,0 1,1-1,-2 1,1 0,0 0,-1-1,0 1,0 0,0 0,-1 2,-11 93,12-98,0-1,0 1,0 0,0 0,0-1,1 1,-1 0,1-1,-1 1,1 0,-1-1,1 1,0 0,0-1,0 1,0-1,0 0,0 1,0-1,0 0,1 1,-1-1,0 0,1 0,-1 0,1 0,-1-1,1 1,0 0,-1-1,1 1,0-1,-1 1,1-1,0 0,0 0,-1 0,1 0,1 0,68-16,-58 10,0-1,0-1,0 0,-1-1,0 0,-1 0,0-1,0-1,-1 0,0 0,-1-1,-1 0,0-1,5-10,-8 9,-15 39,3 75,8-97,-1 1,1-1,0 0,0 0,0 0,0 0,0 0,1 0,-1-1,1 1,0 0,0-1,0 1,0-1,0 1,1-1,-1 0,1 0,-1 0,1-1,0 1,0 0,-1-1,1 0,0 0,0 0,1 0,-1 0,0-1,0 1,30 0,-2-5</inkml:trace>
  <inkml:trace contextRef="#ctx0" brushRef="#br0" timeOffset="-28172.379">24171 4452,'9'13,"15"10,2 0</inkml:trace>
  <inkml:trace contextRef="#ctx0" brushRef="#br0" timeOffset="-27967.924">24452 4933,'3'3,"1"0,0 0,-1-1,1 1,0-1,0 0,0 0,0 0,0-1,1 1,-1-1,0 0,1-1,-1 1,1-1,-1 1,1-1,-1-1,1 1,-1 0,1-1,-1 0,1 0,-1-1,0 1,0-1,0 0,0 0,0 0,0-1,0 1,-1-1,1 0,-1 0,0 0,0 0,0-1,0 1,0-1,-1 0,0 0,1-1,0-1,0-1,0 0,-1 0,0 0,0 0,-1 0,0 0,0-1,0 1,-1 0,0 0,-1-1,0 1,-1-7,1 11,1 0,-1-1,0 1,-1 0,1 0,0 0,-1 0,0 0,0 0,0 0,0 0,0 1,0-1,-1 1,1 0,-1 0,0-1,1 2,-1-1,0 0,0 1,0-1,-1 1,1 0,0 0,0 0,-1 0,1 1,0-1,-1 1,1 0,-2 0,-1 0,1 0,-1 1,1 0,-1 0,1 0,0 1,0-1,0 1,-1 0,2 1,-1-1,0 1,0 0,1 0,0 1,0-1,0 1,0 0,0 0,1 0,-1 1,1-1,1 1,-1 0,0 0,1 0,0 0,0 0,1 1,1-3,0-1,0 1,1-1,0 1,-1-1,1 0,0 1,0-1,0 0,1 0,-1 0,0 0,1 0,0 0,-1 0,1 0,0 0,0-1,0 1,0-1,0 0,1 1,26 14</inkml:trace>
  <inkml:trace contextRef="#ctx0" brushRef="#br0" timeOffset="-27174.06">24987 4866,'-5'-8,"0"-1,-1 1,0 0,0 1,-1 0,0 0,0 0,0 1,-1 0,0 0,0 1,-1 0,0 0,1 1,-1 0,-1 1,1 0,0 0,-1 1,0 0,1 1,-4 0,10 0,1 1,0-1,-1 1,1 0,0 0,-1 0,1 1,0-1,-1 0,1 1,0-1,-1 1,1 0,0 0,0 0,0 0,0 0,0 0,0 1,0-1,0 1,0-1,1 1,-1 0,1 0,-1 0,1 0,0 0,-1 0,1 0,0 0,0 0,1 0,-1 0,0 1,1-1,-1 0,1 1,0-1,0 0,0 1,0-1,0 1,1-1,-1 0,0 1,1-1,0 0,0 0,2 5,0-1,0 0,1 0,0-1,0 1,1-1,-1 0,1 0,0 0,1 0,-1-1,1 0,0 0,0-1,0 0,0 0,6 2,5 1,0 0,0-2,1 1,-1-2,1-1,6 0,38-4,-61 2,0 1,0-1,-1 0,1 1,0-1,0 0,-1 1,1-1,0 1,-1-1,1 1,0-1,-1 1,1 0,-1-1,1 1,-1 0,1-1,-1 1,0 0,1 0,-1-1,0 1,0 0,1 0,-1 0,0-1,0 1,0 0,0 0,0 0,0 0,0-1,0 1,3 14,-1-13,0 0,0 1,0-1,0 0,0 0,1 0,-1-1,0 1,1-1,0 1,-1-1,1 0,0 0,0 0,0 0,0 0,-1-1,1 1,0-1,0 0,0 0,0 0,0 0,0-1,0 1,0-1,0 1,0-1,0 0,0 0,-1-1,1 1,0 0,-1-1,1 0,-1 1,0-1,0 0,1-1,2-5,0-1,-1 0,0 0,-1 0,0 0,-1 0,1 0,-2-1,1 1,-1-1,-1 0,0 1,0-1,-1-3,1-2,-2-157,2 170,-1-1,1 1,0-1,0 1,0-1,0 1,0-1,0 1,1 0,-1-1,1 1,0-1,-1 1,1 0,0 0,1-1,-1 1,0 0,1 0,-1 0,1 0,-1 0,1 1,0-1,0 0,0 1,0 0,0-1,0 1,0 0,0 0,1 0,-1 0,0 0,1 1,-1-1,10 1,-1 1,0 1,0 0,0 0,0 1,0 0,-1 1,1 1,-1-1,0 1,0 1,-1 0,1 1,2 3,-6-7,-1 1,0-1,0 1,0 1,0-1,-1 1,0 0,0 0,0 0,-1 0,1 1,-1-1,-1 1,1 0,-1 0,0 0,0 0,0 0,-1 0,0 1,-1-1,1 0,-1 1,0 0,-34 94,33-100,1 0,-1 0,1 1,-1-1,1 0,0 1,-1-1,1 0,0 1,0-1,0 0,0 1,0-1,0 0,0 1,1-1,-1 0,0 0,1 1,-1-1,1 0,0 0,-1 1,1-1,0 0,-1 0,1 0,0 0,0 0,0 0,0 0,0 0,0-1,0 1,1 0,-1-1,0 1,0-1,1 1,-1-1,0 1,0-1,1 0,-1 0,0 1,1-1,-1 0,0 0,1 0,-1-1,1 1,10 0,0 0,0-1,0-1,0 0,0 0,0-1,-1-1,1 0,-1 0,0-1,0-1,-1 0,1 0,-1-1,-1 0,1-1,-1 0,2-4,-6 7,0 0,-1 0,1-1,-1 0,-1 1,1-2,-1 1,0 0,0-1,-1 1,0-1,0 0,-1 0,0 0,0 0,0 0,-1 0,0 0,0 0,-1 0,0 0,-1-6,0 12,1-1,0 0,0 1,-1 0,1-1,-1 1,0 0,1-1,-1 1,0 0,1 0,-1 1,0-1,0 0,0 1,0-1,0 1,0-1,0 1,0 0,0 0,0 0,0 0,0 0,0 0,0 1,0-1,0 0,0 1,0 0,1 0,-1-1,0 1,0 0,0 0,1 1,-1-1,1 0,-1 0,1 1,-1-1,1 1,0-1,0 1,0 0,0 0,0-1,0 1,0 0,0 0,1 0,-1 0,1 1,-4 3,1 1,0 0,1 0,0 0,0 0,0 0,1 1,0-1,0 0,1 1,0-1,0 1,1-1,0 0,0 1,1-1,0 0,0 0,1 0,-1 0,2-1,-1 1,1-1,0 1,0-1,0 0,1-1,0 1,0-1,1 0,0 0,4 2,2 2,1-1,1-1,-1 0,1 0,0-1,1-1,-1-1,1 0,0-1,0 0,0-1,1-1,8-1,23-1</inkml:trace>
  <inkml:trace contextRef="#ctx0" brushRef="#br0" timeOffset="-26921.734">26030 4224,'-3'16,"3"21,2 23,4 23,3 23,0 19,-9 17,-22 14,-37 12,-51 10,-8-25</inkml:trace>
  <inkml:trace contextRef="#ctx0" brushRef="#br0" timeOffset="-35589.466">16151 3556,'-19'5,"-16"8,-15 11,-7 12,-3 15,3 14,10 16,13 13,14 8,18 6,17-5,19-9,16-15,10-16,-7-20</inkml:trace>
  <inkml:trace contextRef="#ctx0" brushRef="#br0" timeOffset="-35257.831">16230 3957,'4'21,"0"0,1 0,1 0,1-1,1 1,0-2,2 1,0-1,1-1,1 0,1 0,1-1,0-1,1 0,11 8,-24-21,0-1,0 0,0 0,0 1,0-2,0 1,1 0,-1 0,0-1,1 1,0-1,-1 0,1 1,0-1,-1-1,1 1,0 0,0-1,0 1,0-1,0 0,0 0,0 0,0 0,-1-1,1 1,0-1,0 0,0 1,0-1,-1-1,1 1,0 0,-1-1,2 0,2-8,-1 0,0-1,-1 0,0 0,0 0,-1 0,-1 0,0-1,0 1,-1-1,-1 1,0-1,0 0,-1 1,-2-5,-6-97,10 110</inkml:trace>
  <inkml:trace contextRef="#ctx0" brushRef="#br0" timeOffset="-35004.517">16698 4211,'9'-4,"-1"0,-1 0,1-1,0 0,-1-1,0 0,-1 0,1 0,-1-1,0 0,-1 0,0-1,0 1,0-1,-1 0,0-1,-1 1,0-1,0 1,-1-1,0 0,0 0,-1 0,0 0,-1-1,0 9,1 0,-1 0,1 0,-1 0,0 0,0 0,0-1,0 1,0 0,0 0,0 0,0 0,0 0,0 0,0 0,-1 0,1 0,0 0,-1 0,1 0,-1 0,1 0,-1 0,0 0,1 1,-1-1,0 0,0 0,1 1,-1-1,0 0,0 1,0-1,0 1,0-1,0 1,0-1,0 1,0 0,0-1,0 1,0 0,0 0,0 0,0 0,0 0,0 0,0 0,0 0,0 0,0 1,0-1,0 0,0 1,0-1,0 1,0-1,0 1,-4 5,0 0,1 0,0 1,0-1,1 1,0 0,0 0,0 0,1 0,0 1,1-1,-1 1,1-1,1 1,0-1,0 1,0 0,1-1,0 1,0-1,3 7,-2-7,1 0,0-1,1 1,0-1,0 0,0 0,0 0,1-1,0 0,0 1,1-2,0 1,-1-1,1 0,1 0,-1 0,0-1,1 0,0 0,0-1,0 0,0 0,0 0,0-1,0 0,1-1,-1 0,5 0,33 0</inkml:trace>
  <inkml:trace contextRef="#ctx0" brushRef="#br0" timeOffset="-34418.571">17140 3917,'14'5,"-1"1,1 0,-1 0,0 2,-1-1,0 2,0-1,-1 2,0-1,-1 2,0-1,0 2,-1-1,0 1,-1 0,-1 1,0 0,3 9,-2 7,-2 0,-1 1,-1 0,-2 0,-1 0,-1 0,-1 0,-4 13,1 88,21-55,-16-73,1-1,-1-1,1 1,-1 0,1 0,-1 0,1-1,0 1,0-1,0 1,0-1,0 0,0 0,0 0,0 0,1 0,-1 0,0-1,0 1,1-1,-1 0,0 1,1-1,-1 0,1 0,-1-1,0 1,1 0,-1-1,0 1,1-1,6-3,-1 1,0-1,-1-1,1 1,-1-1,1-1,-2 1,1-1,-1 0,0-1,0 0,0 0,-1 0,0 0,-1-1,1 0,-1 0,-1 0,0 0,0-1,-1 1,0-1,0 1,-1-1,0 0,0 0,-1 0,0 0,-1 0,0 1,0-1,-1 0,0 1,-1-1,0 1,0-1,-1 1,-2-3,0 1,-1 0,0 1,-1 0,1 0,-2 0,1 1,-1 0,-1 1,1 0,-1 1,-1 0,1 0,-4 0,-157-51,140 49,31 8,0 0,0 0,0 0,1 0,-1-1,0 1,0 0,0 0,0 0,0-1,1 1,-1 0,0 0,0 0,0-1,0 1,0 0,0 0,0-1,0 1,0 0,0 0,0-1,0 1,0 0,0 0,0-1,0 1,0 0,0 0,0-1,0 1,0 0,0 0,-1 0,1-1,481-95,-471 94,58-4,-66 6,-1 1,1-1,0 1,-1-1,1 1,-1-1,1 1,-1 0,1 0,-1 0,1 0,-1 0,0 0,0 0,1 0,-1 0,0 1,0-1,0 0,0 1,0-1,-1 1,1-1,0 1,-1-1,1 1,-1 0,1-1,-1 1,0-1,0 1,0 0,0 0,0-1,0 1,0 0,0-1,-7 54,4-48,1 0,0 1,1-1,0 0,0 1,0-1,1 0,0 1,1-1,-1 1,1-1,1 0,0 1,0-1,0 0,1 0,-1 0,2-1,-1 1,1-1,0 0,3 4,-3-7,0-1,0 0,0 0,0 0,0 0,0-1,0 1,0-1,0 0,1-1,-1 1,1-1,-1 1,0-1,1-1,-1 1,1-1,-1 1,2-2,24-5</inkml:trace>
  <inkml:trace contextRef="#ctx0" brushRef="#br0" timeOffset="-34172.219">17848 3703,'-16'-7,"0"-2,11 3,18 4,7 3</inkml:trace>
  <inkml:trace contextRef="#ctx0" brushRef="#br0" timeOffset="-36436.845">21284 2901,'-123'11,"118"-10,-1 1,1-1,-1 1,1 0,0 1,0-1,0 1,0 0,0 0,1 1,-1-1,1 1,0 0,0 0,0 1,0-1,1 1,0 0,0-1,0 2,2-3,1 0,-1 0,1 0,0 0,0 0,0 0,0 1,1-1,-1 0,1 0,0 0,-1 0,1-1,1 1,-1 0,0 0,1-1,-1 1,1 0,0-1,0 0,0 1,0-1,0 0,1 0,-1 0,1 0,-1-1,1 1,0-1,-1 1,1-1,0 0,0 0,0 0,0-1,0 1,0-1,0 1,0-1,0 0,0 0,0-1,1 1,-1 0,3-2,7 0,0 0,0-1,-1 0,1-1,-1 0,1-1,-1-1,-1 0,1 0,-1-1,0-1,0 0,-1 0,-1-1,1-1,-1 1,-1-1,1-1,-2 0,0 0,0 0,-1-1,0 0,-1 0,0 0,-1-1,-1 0,2-13,0 5,-2-1,0 0,-1-1,-2 1,0 0,-1 0,-2 0,0 0,-1 0,-4-11,-27-23,34 55,-1 0,1 0,-1 0,1 0,-1 0,0 1,1-1,-1 1,0-1,1 1,-1-1,0 1,0 0,1 0,-1 0,0 0,0 0,1 0,-1 1,0-1,1 0,-1 1,0 0,1-1,-1 1,0 0,1 0,-1 0,1 0,-1 0,1 0,0 0,0 0,-1 0,1 1,-7 9,1 0,0 0,1 0,0 1,1 0,0 0,1 0,0 0,1 1,0 0,1-1,1 1,0 0,1 0,0 0,1 6,0-4,1-1,1 1,0 0,0-1,2 0,0 0,0 0,1 0,1-1,0 0,1 0,1-1,-1 0,2-1,0 0,0 0,1-1,0 0,1-1,0 0,1-1,-1-1,2 0,0 0,6 3,1-1,0 0,0-2,1-1,0 0,0-2,0 0,1-2,-1 0,1-1,-1-2,1 0,-1-1,0-2,1 0,-2-1,1-2,0 0,5-4,35-34,-60 43,-1 1,1-1,-1 0,1 0,-1 0,0 0,0 0,0 0,0 0,0 0,0 0,-1 0,1-1,-1 1,0 0,1 0,-1-1,0 1,0 0,0-1,-1 1,1 0,0 0,-1-1,0 1,1 0,-1 0,0 0,0 0,-1-2,-4-1,0 0,0 0,0 1,0 0,-1 0,0 0,0 1,0 0,0 0,0 1,-1 0,1 0,-1 1,1 0,-1 0,0 1,1 0,-1 0,0 1,0 0,0-2,-1 2,1-1,-1 1,1 0,0 0,-1 1,1 1,0-1,0 1,0 0,1 1,-1 0,1 0,0 1,0 0,0 0,1 1,-1-1,1 1,1 1,-1-1,1 1,4-5,1-1,-1 1,0 0,1 0,-1-1,1 1,-1 0,1 0,0 0,0 0,0 0,0-1,0 1,0 0,1 0,-1 0,1 0,-1-1,1 1,0 0,-1 0,1-1,0 1,0-1,0 1,0-1,1 1,-1-1,0 1,1-1,-1 0,1 0,-1 0,1 0,-1 0,1 0,0 0,-1 0,2-1,74 18,-60-17,1-1,-1-1,1 0,-1-2,0 0,0-1,0 0,0-1,-1-1,0-1,0 0,-1-1,1-1,-2-1,5-3,-26 39,6-23,0 0,0 0,0 0,1 1,-1-1,1 0,0 0,0 0,0 0,0 1,0-1,1 0,-1 0,1 0,0 0,0 0,0 0,1 0,-1 0,1 0,-1-1,1 1,0-1,0 1,0-1,0 1,1-1,-1 0,1 0,-1 0,1-1,0 1,-1 0,1-1,0 0,0 0,0 0,0 0,2 0,7 2,0-1,-1 0,1-1,0 0,0-1,0 0,0-1,0 0,-1-1,1 0,0-1,-1-1,0 1,0-2,0 0,0 0,10-7,-5 2,0-1,0-1,-1 0,-1-1,0-1,-1 0,0-1,-1 0,-1-1,8-13,-6 3,0 0,-2-1,0-1,-2 1,-1-1,-2-1,-1 1,0-1,-3 0,0-1,-2-14,-19-30,18 72,0 0,0 0,0 0,0 1,0-1,0 0,-1 1,1-1,-1 1,1-1,-1 1,1 0,-1 0,0 0,1 0,-1 0,0 0,0 0,0 0,0 1,0-1,1 1,-1-1,0 1,0 0,-1 0,1 0,0 0,0 0,0 0,0 1,0-1,0 1,1-1,-2 1,-5 5,0 0,0 0,1 1,0 0,1 1,-1-1,1 1,0 0,1 1,0-1,1 1,0 0,0 0,0 1,1-1,1 1,0 0,0 0,1-1,-4 15,2 0,0 0,2 0,1 0,0 0,2 0,1 0,1 0,1 0,1-1,1 0,1 0,1 0,1-1,0-1,2 0,1 0,10 11,-19-25,1 0,0 0,0 0,1-1,0 0,0 0,0-1,1 0,0 0,0 0,0-1,1 0,-1-1,1 1,0-1,0-1,0 1,0-2,1 1,-1-1,0 0,1-1,-1 0,1 0,-1-1,0 0,1 0,-1-1,0 0,8-3,-7 0,0-1,0 0,0-1,0 0,-1 0,0-1,-1 0,0 0,0-1,-1 0,0 0,0 0,-1-1,0 0,-1 0,0 0,-1-1,0 1,0-1,-1 0,-1 1,0-1,0-3,-1 13,1 0,-1 0,0 0,0 0,0 0,0 0,0 0,0 0,0 0,0 0,0 0,-1 0,1 0,0 0,-1 0,1 1,0-1,-1 0,1 0,-1 0,1 0,-1 1,0-1,1 0,-1 1,0-1,0 0,1 1,-1-1,0 1,0-1,0 1,0-1,1 1,-1 0,0-1,0 1,0 0,0 0,0 0,0 0,0 0,0 0,0 0,0 0,0 0,0 0,0 0,0 1,0-1,0 0,0 1,1-1,-1 0,0 1,0 0,0-1,1 1,-1-1,0 1,0 0,1-1,-1 1,-5 8,0-1,0 1,1-1,1 2,-1-1,1 0,1 1,0 0,0 0,1 0,0 0,1 0,0 0,0 0,2 10,-1-14,1 0,0 0,0-1,1 1,0-1,0 1,0-1,0 0,1 0,0 0,0 0,0 0,1-1,0 1,0-1,0 0,0 0,0 0,1-1,0 1,0-1,0 0,0-1,0 1,0-1,1 0,1 0,1 0,1 1,-1-2,1 1,0-1,-1-1,1 0,0 0,-1 0,1-1,0-1,-1 1,1-1,-1-1,0 0,0 0,0 0,6-4,16-14</inkml:trace>
  <inkml:trace contextRef="#ctx0" brushRef="#br0" timeOffset="-36183.965">22287 2647,'27'0,"27"0,28 0,20 0,15 0,4 0,-6 0,-21 0</inkml:trace>
  <inkml:trace contextRef="#ctx0" brushRef="#br0" timeOffset="-39622.89">16619 2915,'0'20,"0"17,0 7,0 5,0-3,0-6,0-11</inkml:trace>
  <inkml:trace contextRef="#ctx0" brushRef="#br0" timeOffset="-38973.595">16471 2714,'43'6,"-1"2,0 2,0 2,-1 1,12 8,-41-16,0 1,-1 1,0 0,0 0,0 1,-1 0,0 1,0 0,-1 0,-1 1,1 1,-2-1,1 1,-1 0,-1 1,0 0,-1 0,0 0,0 5,22 141,-26-156,0 1,-1-1,1 0,0 0,0 0,1-1,-1 1,0 0,1 0,-1-1,1 1,-1 0,1-1,0 0,0 1,-1-1,1 0,0 0,0 0,0 0,0 0,1-1,-1 1,0-1,0 1,0-1,0 0,1 1,-1-1,0-1,0 1,1 0,-1 0,0-1,0 1,0-1,1 0,75-38,-62 25,-1 0,-1 0,0-2,-1 0,10-15,-9 11,-14 20,0 0,0 1,-1-1,1 0,0 1,-1-1,1 0,0 1,0-1,0 0,-1 1,1-1,0 0,0 1,0-1,0 0,0 1,0-1,0 0,0 1,0-1,0 1,0-1,0 0,0 1,0-1,0 1,0-1,0 0,0 1,1-1,-1 0,0 1,0-1,0 0,1 1,-1-1,0 0,0 1,1-1,-1 0,0 0,0 1,1-1,-1 0,0 0,1 0,-1 0,1 1,-1-1,0 0,1 0,-1 0,0 0,1 0,-1 0,1 0,-1 0,0 0,1 0,-1 0,1 0,-1 0,0 0,1 0,-1-1,0 1,1 0,-1 2,-1 3,0 1,0-1,1 0,0 0,0 1,0-1,1 0,0 0,0 1,0-1,1 0,-1 0,1 0,0 0,1-1,-1 1,1-1,0 1,0-1,1 0,-1 0,1 0,-1 0,1-1,1 0,-1 0,0 0,1 0,-1 0,4 0,-1-1,0 0,0-1,0 0,0 0,-1-1,1 0,0 0,0-1,0 0,0 0,0 0,0-1,0 0,-1-1,1 1,-1-1,0 0,0-1,0 0,0 0,0 0,5-5,-1 0,0 0,0-1,-1 0,0-1,-1 0,-1 0,1-1,-2 0,3-6,7-24,-3 0,-1-1,-2 0,-2 0,-2-1,-2 0,-1-1,-3 1,-2-8,2 47,0-4,0 1,0-1,0 1,-1-1,-1 1,0 0,0-1,0 1,-1 0,0 0,-1 0,1 1,-5-7,7 14,1-1,-1 1,0-1,1 0,-1 1,0 0,0-1,0 1,1-1,-1 1,0 0,0 0,0-1,0 1,0 0,1 0,-1 0,0 0,0 0,0 0,0 0,0 0,0 0,0 1,1-1,-1 0,0 1,0-1,0 0,1 1,-1-1,0 1,0-1,1 1,-1-1,0 1,1 0,-1-1,1 1,-1 0,1 0,-1-1,1 1,-1 0,1 0,0 0,-1 0,-6 12,1 0,0 1,0 0,1 0,1 0,1 1,0-1,0 1,2 0,0 3,-2 23,2 0,1-1,3 1,1-1,2 0,1 0,3 0,1-1,2 0,1-1,2-1,10 16,22 18,-30-53</inkml:trace>
  <inkml:trace contextRef="#ctx0" brushRef="#br0" timeOffset="-38565.177">17340 2741,'37'21,"1"-1,0-2,2-2,24 7,63 26,-103-38,1 1,-2 1,0 1,0 2,-2 0,4 5,-18-16,0 1,-1 1,0-1,0 1,-1 1,0-1,0 0,0 1,-1 0,0 0,-1 1,0-1,0 1,-1-1,0 1,-1 0,1 0,-2 0,1 0,-1 2,-13 26,12-37,1 0,-1 0,0 0,1 0,-1 0,1 0,-1-1,1 1,-1 0,0 0,1 0,-1-1,1 1,-1 0,1-1,-1 1,1 0,0-1,-1 1,1-1,-1 1,1 0,0-1,-1 1,1-1,0 1,0-1,-1 1,1-1,0 0,0 1,0-1,-1 1,1-1,0 1,0-1,0 0,0 1,0-1,0 0,-3-18,0 0,1-1,0 1,2-1,0 0,2 1,0-1,2-6,-4 22,0 0,1 0,-1 1,1-1,0 0,0 0,0 1,0-1,1 1,-1-1,1 1,0 0,0-1,0 1,0 0,1 0,0 0,-1 1,1-1,0 1,0-1,0 1,0 0,1 0,-1 0,1 1,-1-1,1 1,-1 0,1 0,1 0,5 1,0 1,0 1,1 0,-1 0,0 0,0 2,-1-1,1 1,6 4,8 3</inkml:trace>
  <inkml:trace contextRef="#ctx0" brushRef="#br0" timeOffset="-38358.723">18263 3155,'2'0,"1"0</inkml:trace>
  <inkml:trace contextRef="#ctx0" brushRef="#br0" timeOffset="-5617.857">24012 8516,'11'18,"8"15,4 12,2 6,1 4,4 0,0-4,0-4,0-10,1-10,0-12,-5-8</inkml:trace>
  <inkml:trace contextRef="#ctx0" brushRef="#br0" timeOffset="-5302.948">24532 8382,'-14'28,"-73"129,50-95,3 2,-15 41,43-87,0 0,0 0,2 1,0-1,2 1,0 0,1 0,0 0,2 0,0 0,1 0,1 0,1-1,4 12,57 149,-58-159</inkml:trace>
  <inkml:trace contextRef="#ctx0" brushRef="#br0" timeOffset="-4822.603">24532 8984,'21'-2,"25"-4,1 3,-1 1,32 4,-77-2,0 0,1-1,-1 1,1 0,-1 0,1 0,-1 0,0 0,1 0,-1 1,1-1,-1 0,0 1,1-1,-1 1,0 0,1-1,-1 1,0 0,0 0,1 0,-1-1,0 1,0 1,0-1,0 0,-1 0,1 0,0 0,0 1,-1-1,1 0,0 1,-1-1,0 0,1 1,-1-1,0 1,0-1,1 0,-1 1,0-1,0 1,-1-1,1 1,0-1,0 0,-1 1,1-1,-1 1,1-1,-1 0,0 1,1-1,-2 1,-65 68,21-27,45-43,0 0,1 1,-1-1,0 0,1 1,-1-1,1 1,-1-1,0 1,1-1,-1 1,1-1,-1 1,1-1,0 1,-1 0,1-1,0 1,-1 0,1-1,0 1,0 0,-1-1,1 1,0 0,0 0,0-1,0 1,0 0,0 0,0-1,0 1,0 0,1 0,-1-1,0 1,0 0,1-1,-1 1,0 0,1-1,-1 1,1-1,-1 1,1 0,-1-1,1 1,-1-1,1 1,-1-1,1 0,0 1,-1-1,1 0,0 1,-1-1,1 0,0 0,-1 1,1-1,0 0,0 0,-1 0,1 0,0 0,0 0,183 11,-175-10,5 0,0 0,0 1,0 1,0 0,0 1,-1 1,1 0,1 1,-13-5,-1 0,1-1,-1 1,1 0,-1 0,1 0,-1 0,1 1,-1-1,0 0,0 1,0-1,0 0,0 1,0-1,0 1,0 0,-1-1,1 1,0 0,-1-1,0 1,1 0,-1 0,0-1,0 1,0 0,0 0,0-1,0 1,-1 0,1 0,0-1,-1 1,0 0,1-1,-1 1,0 0,0-1,0 1,0-1,0 0,0 1,0-1,-1 1,-63 54,32-37,-1-2,0-1,-2-2,-7 1,-7 4,50-19</inkml:trace>
  <inkml:trace contextRef="#ctx0" brushRef="#br0" timeOffset="-4305.988">25562 8877,'20'4,"16"5,14-1,9 2,6-1,1-2,-2-3,-6-4,-14-2</inkml:trace>
  <inkml:trace contextRef="#ctx0" brushRef="#br0" timeOffset="-4004.283">25923 8729,'107'61,"-86"-52,0 1,-1 1,-1 1,0 0,0 2,-1 0,-1 1,0 1,10 13,-24-25,0 0,0-1,-1 1,0 0,1 1,-1-1,-1 0,1 1,0-1,-1 1,0-1,0 1,-1 0,1-1,-1 1,0 0,0 0,-1-1,1 1,-1 0,0-1,0 1,-1-1,1 1,-1-1,0 0,0 1,-1-1,1 0,-1 0,-11 10,-1 0,0-2,-1 0,-1 0,1-1,-2-2,1 1,-1-2,-1 0,-10 2,19-6</inkml:trace>
  <inkml:trace contextRef="#ctx0" brushRef="#br0" timeOffset="-3751.546">26631 8796,'-5'18,"2"13,2 9,5 3,1-1,0-5,-1-8</inkml:trace>
  <inkml:trace contextRef="#ctx0" brushRef="#br0" timeOffset="-967.408">26538 8609,'21'-3,"0"0,0 1,0 1,1 1,-1 2,0-1,0 2,0 1,0 1,-1 0,1 2,-2 0,1 2,-1 0,0 0,11 10,-23-13,-1 0,0 0,0 1,-1 0,0 0,0 0,0 1,-1-1,-1 1,1 0,-1 1,0-1,-1 0,0 1,0 0,-1-1,0 9,-1 13,-1 0,-1 0,-2-1,-4 17,7-40,0-2,0-2,0 0,0 0,1 0,-1 0,0 0,1 0,-1 1,1-1,-1 0,1 0,0 0,0 1,0-1,1 0,-1 0,0 0,1 1,-1-1,1 0,0 0,0 0,0 0,0 0,0 0,0 0,0-1,1 1,-1 0,1 0,-1-1,1 1,0-1,-1 0,1 1,0-1,0 0,0 0,2 1,6-3,0 0,0 0,0-1,0 0,0 0,0-1,-1-1,1 0,-1 0,0-1,0 0,0 0,-1-1,8-6,-5 4,0-1,-1 0,0 0,0-1,-1-1,0 0,0 0,-2 0,1-1,-2 0,1-1,-1 0,-4-22,-2 35,0-1,0 1,-1-1,1 1,0-1,0 1,-1-1,1 1,0-1,0 1,-1 0,1-1,-1 1,1 0,0-1,-1 1,1 0,-1-1,1 1,-1 0,1 0,-1-1,1 1,-1 0,1 0,-1 0,1 0,-1 0,1 0,-1 0,1 0,-1 0,1 0,-1 0,1 0,-1 0,1 0,-1 1,1-1,-1 0,1 0,-1 0,1 1,-1-1,1 0,-1 1,1-1,0 0,-1 1,1-1,0 1,-1-1,1 0,0 1,0-1,-1 1,1-1,0 1,0 0,-4 1,1 1,0 1,1-1,-1 0,0 1,1-1,0 1,0 0,0 0,0 0,1 0,-1 0,1 0,0 0,0 1,1-1,-1 0,1 0,0 1,0-1,0 0,1 1,0-1,-1 0,2 0,-1 1,0-1,1 0,0 0,0-1,0 1,0 0,0-1,1 1,0-1,0 1,0-1,2 2,3-2,1 1,-1-1,1-1,0 1,-1-2,1 1,0-1,0 0,0-1,0 0,0-1,0 0,0 0,0 0,-1-1,1-1,0 0,-1 0,0 0,0-1,0-1,0 1,0-1,-1 0,0-1,0 0,-1 0,1 0,-1-1,-1 0,1 0,-1 0,-1-1,1 0,-1 0,0 0,-1 0,0-1,0-3,-5-3,-6 32,7-13,-1 0,1 0,0 0,0 0,0 0,1 0,0 0,-1 0,1 1,1-1,-1 0,1 0,-1 0,1 0,0 0,1 0,-1 0,1 0,-1-1,1 1,0 0,1-1,-1 0,0 1,1-1,0 0,0 0,0 0,0-1,0 1,1-1,-1 0,1 0,0 0,-1 0,1-1,2 2,16 1,-1-1,1 0,0-1,0-2,-1 0,1-1,12-3,-28 3,1 1,0-1,-1 0,1 0,-1-1,0 0,1 0,-1 0,0-1,0 0,-1 0,1-1,0 0,-1 0,0 0,0 0,0-1,-1 0,0 0,1 0,-2 0,1-1,-1 0,1 1,-2-1,1 0,-1-1,2-5,2-77,-16 138,-2 63,5 1,6 82,2-130,3 0,2-1,3 1,4 1,-5-39,-8-27,0-1,0 1,0 0,0 0,0-1,0 1,0 0,1 0,-1-1,0 1,0 0,0 0,1-1,-1 1,0 0,0 0,0 0,1 0,-1-1,0 1,0 0,1 0,-1 0,0 0,1 0,-1 0,0 0,0 0,1 0,-1 0,0 0,1 0,-1 0,0 0,0 0,1 0,-1 0,0 0,1 0,-1 0,0 0,0 0,1 1,-1-1,4-230,-5-199,1 408,-1 12,1-1,0 1,1 0,-1-1,2 1,-1 0,2 0,-1 0,1 0,0 0,1 0,-2 7,-1 0,0 0,1 1,-1-1,1 1,0-1,-1 1,1-1,0 1,0 0,0 0,0 0,0 0,0 0,0 0,0 1,1-1,-1 1,0-1,0 1,0 0,1 0,-1 0,0 0,0 0,1 0,-1 1,0-1,0 1,1 0,61 31,-58-27,0 0,0 1,-1 0,1 0,-1 0,0 1,-1-1,0 1,0 0,0 1,-1-1,0 1,-2-5,0 0,0 0,0 0,0 0,-1 0,1 0,-1 0,0 0,0 0,0 0,-1 0,1 0,-1 0,0 0,1 0,-1 0,0-1,-1 1,1 0,0 0,-1-1,0 1,1-1,-1 1,0-1,0 0,-1 0,1 0,0 0,-1 0,1 0,-3 1,-67 16,69-18,1-1,0 0,-1 0,1 0,0 0,-1-1,1 1,0-1,-1 1,1-1,0 0,0 0,0 0,0 0,0 0,0 0,0 0,0-1,0 1,0-1,1 0,-1 1,1-1,-1 0,1 0,0 0,0 0,0 0,0 0,-1-2,3-1,-1-1,1 1,0-1,1 1,0 0,-1-1,2 1,-1 0,0 0,1 1,0-1,0 0,1 1,-1 0,1 0,0 0,0 0,0 0,1 1,-1 0,1 0,0 0,1-2,21-18,4 0,-2-1,0-1,-2-1,-1-2,-1-1,-2-1,0-1,-3 0,15-30,-28 47,-1 0,0-1,-1 0,-1 0,0 0,-1 0,0-1,-2 1,0-1,0 1,-2-1,0 1,0-1,-2 1,0-2,2 14,0 0,0 0,-1 0,1 0,-1 0,1 1,-1-1,0 0,0 1,0-1,0 1,-1 0,1 0,-1 0,1 0,-1 0,0 0,0 1,0-1,0 1,0 0,0 0,0 0,0 0,0 1,0-1,-1 1,1 0,0 0,0 0,-1 0,1 0,0 1,0 0,0-1,-1 1,1 0,0 1,0-1,1 0,-1 1,0 0,-1 0,-7 8,1 0,-1 1,2 0,0 1,0 0,1 0,0 0,1 1,1 1,0-1,1 1,0 0,1 0,1 0,0 1,1-1,0 1,1 0,1 0,0-1,2 6,1 9,1-1,1 0,2 0,0-1,2 1,1-2,2 1,0-1,2-1,0-1,2 0,0 0,2-2,1 0,18 16,-31-30,1-1,1 0,-1 0,1 0,0-1,1-1,-1 1,1-1,0-1,0 0,1 0,-1 0,1-2,0 1,10 1,-14-6,0-1,0 1,0-1,0 0,-1-1,1 1,-1-1,1 0,-2-1,1 1,0-1,-1 0,0 0,0 0,0-1,0 1,-1-1,0 0,-1 0,2-2,5-10,-1 0,0 0,-1-1,-1 0,-1 0,0 0,-1-1,-2 0,-15 41,0 92,13-108,1 0,-1 0,1-1,0 1,1 0,-1-1,1 1,0-1,0 0,0 1,0-1,1 0,0 0,0-1,0 1,0 0,1-1,-1 0,1 0,0 0,0 0,2 1,2 0,1-1,-1 0,0-1,1 0,0 0,-1-1,1 0,0 0,0-1,-1 0,1-1,0 0,0 0,-1-1,1 0,-1-1,1 1,-1-2,0 1,0-1,0 0,-1-1,0 0,1 0,-2 0,1-1,-1 0,0-1,0 1,0-1,-1 0,0-1,-1 1,1-1,-1 0,-1 0,1-3,-3 10,0 0,-1 0,1 0,-1 0,1 0,-1 0,1 0,-1 0,0 0,1 0,-1 0,0 0,0-1,0 1,0 0,0 0,0 0,0 0,0 0,0 0,-1 0,1 0,0 0,-1-1,1 1,-1 0,1 1,-1-1,0 0,1 0,-1 0,0 0,1 0,-1 1,0-1,0 0,0 0,0 1,0-1,0 1,0-1,0 1,0 0,0-1,0 1,0 0,0-1,0 1,0 0,0 0,0 0,-1 0,1 0,-3 4,1 0,0 0,0 0,0 0,1 1,-1-1,1 1,0-1,1 1,-1 0,1 0,0 0,0 0,0 0,1 0,-1 0,1 0,0 0,1 0,0 4,1-4,0-1,0 1,1 0,0-1,-1 0,1 0,1 0,-1 0,1 0,-1 0,1-1,0 0,0 0,1 0,-1 0,0-1,1 1,0-1,0-1,-1 1,1 0,0-1,0 0,0 0,1-1,-1 0,0 1,0-2,0 1,0 0,0-1,0 0,0 0,0-1,5-1,-1-1,1 0,-1-1,0 1,0-2,-1 1,0-1,0-1,0 1,0-1,-1-1,-1 1,1-1,-1-1,0 1,-1-1,0 0,0 0,-1-1,-10 99,7-85,-1-1,1 1,0-1,0 1,0-1,1 0,-1 0,1 0,0 0,0 0,0 0,0 0,0 0,0-1,1 1,0-1,-1 0,1 1,0-1,0-1,0 1,0 0,0-1,1 1,-1-1,0 0,1 0,-1-1,1 1,3 0,2 0,1-1,-1 0,1-1,-1 0,0 0,1-1,-1 0,0-1,0 1,0-2,2 0,2-3,0-1,0 0,-1-1,0 0,-1 0,0-2,0 1,-1-1,-1-1,0 0,0 0,-1 0,-1-1,0-1,5-13,3-11,-3-1,0 0,-3-1,-1 0,-1-13,0 8,-2 0,-2 0,-2 0,-2 0,-2-1,-2 1,-2 0,7 41,0 0,0 1,-1-1,0 0,1 0,-1 0,-1 1,1-1,-1 1,1-1,-1 1,0-1,0 1,-1 0,1 0,0 0,-1 0,0 0,0 1,0-1,0 1,0 0,0 0,-1 0,1 0,-1 1,1-1,-1 1,0 0,-3-1,3 4,-1-1,1 1,0 0,0 0,0 0,0 1,0 0,1-1,-1 1,1 0,0 1,-1-1,2 1,-1-1,0 1,1 0,-1 2,-6 8,1 1,1 1,1-1,0 1,1 0,1 0,0 1,1 0,1-1,1 1,0 0,1 0,2 10,1 5,2-1,0 0,3 0,0-1,2 1,12 24,13 13,3-1,2-3,4 0,45 48,-27-41,-48-67,-23-29,-14-23,-2 0,-2 2,-2 1,-2 1,-23-24,-1 3,55 65,0-1,-1 1,1-1,-1 1,1 0,0-1,-1 1,1-1,0 1,0-1,-1 1,1-1,0 1,0-1,0 0,0 1,-1-1,1 1,0-1,0 1,0-1,0 0,0 1,1-1,-1 1,0-1,0 1,0-1,0 1,1-1,-1 1,0-1,0 1,1-1,-1 1,0-1,1 1,-1-1,1 1,-1 0,1-1,-1 1,0 0,1-1,-1 1,1 0,-1 0,1-1,0 1,-1 0,1 0,-1 0,1 0,35 0,-33 0,398 48,-300-34,-100-9,-85 31,72-32,1 1,-1 0,1 1,0 0,1 0,-1 1,1 1,1 0,-1 0,1 1,1 0,0 0,0 1,1 0,-2 4,8-12,0 1,0-1,1 1,-1-1,1 1,-1-1,1 1,0 0,0-1,0 1,1-1,-1 1,0 0,1-1,0 1,0-1,-1 1,2-1,-1 0,0 1,0-1,1 0,-1 0,1 0,0 0,-1 0,1 0,0 0,0-1,0 1,0-1,1 1,-1-1,1 1,5 2,1 0,-1-1,0 0,1 0,-1 0,1-1,0-1,0 0,6 1,-7-2,1 1,-1-1,0 0,1-1,-1 0,0 0,0-1,0 0,0 0,0-1,0 0,0 0,-1-1,0 0,0-1,0 1,0-1,0 0,-1-1,0 0,-1 0,2-1,-8 7,1 0,0 0,0 0,-1 0,1-1,0 1,-1 0,1 0,0 0,-1 0,1 0,0 0,-1-1,1 1,0 0,0 0,-1-1,1 1,0 0,0 0,0-1,-1 1,1 0,0 0,0-1,0 1,0 0,0-1,-1 1,1 0,0-1,0 1,0 0,0-1,0 1,0 0,0-1,0 1,0 0,0-1,0 1,1 0,-1 0,0-1,0 1,0 0,0-1,0 1,1 0,-1-1,0 1,0 0,0 0,1-1,-1 1,0 0,0 0,1 0,-1 0,0-1,1 1,-1 0,0 0,-2 2,-1 1,1 0,0 0,0-1,0 2,0-1,0 0,1 0,-1 0,1 1,0-1,0 1,0-1,0 1,1-1,0 1,-1-1,1 1,0 0,1-1,-1 1,1-1,0 1,-1-1,1 1,1-1,-1 0,0 1,1-1,0 0,0 0,0 0,0 0,0 0,1-1,-1 1,1 0,0-1,-1 0,1 0,0 0,0 0,2 1,0-3,0 1,0-1,-1 1,1-1,0 0,0-1,-1 1,1-1,0 0,-1-1,1 1,0-1,-1 1,0-1,1-1,-1 1,0-1,0 1,0-1,-1 0,1 0,1-3,5-4,-1-1,0 0,-1 0,0-1,-1 0,0 0,1-3,17-47,-3 0,-2-1,-3-1,-3 0,2-34,-6 34,-2-1,-3 0,-3-1,-3-26,-14 24,15 67,-1-1,1 1,0-1,-1 1,0 0,1-1,-1 1,0 0,1 0,-1 0,0-1,0 1,0 0,0 0,0 0,0 0,0 1,-1-1,1 0,0 0,0 1,-1-1,1 0,0 1,-1 0,1-1,-1 1,1 0,-1 0,1-1,0 1,-1 0,1 0,-1 1,1-1,-1 0,1 0,0 1,-1-1,1 1,0-1,-2 2,-2 2,-1 1,1 0,0 0,1 1,-1-1,1 1,0 0,1 0,-1 0,1 1,0 0,1-1,0 1,0 0,0 0,1 0,0 0,-5 24,1 1,2-1,1 0,1 1,2-1,1 1,2-1,0 0,3 0,0 0,5 7,7 18,2-1,3-1,2-1,2-1,22 27,14 2,-43-63</inkml:trace>
  <inkml:trace contextRef="#ctx0" brushRef="#br0" timeOffset="-721.595">30255 8396,'22'-2,"29"1,28 3,23 4,-6 1</inkml:trace>
  <inkml:trace contextRef="#ctx0" brushRef="#br0" timeOffset="912.558">26805 9719,'-68'324,"66"-303,3-20,-1-1,0 0,1 0,-1 0,0 0,1 1,-1-1,0 0,1 0,-1 0,0 0,1 0,-1 0,1 0,-1 0,0 0,1 0,-1 0,0 0,1 0,-1 0,0 0,1-1,-1 1,0 0,1 0,-1 0,0-1,1 1,-1 0,0 0,0 0,1-1,-1 1,0 0,0-1,1 1,-1 0,0-1,0 1,0 0,0-1,0 1,1 0,-1-1,0 1,0 0,0-1,0 1,0 0,0-1,0 1,0-1,0 1,0 0,0-1,-1 1,1 0,0-1,10-27,-1-1,-2 0,-1 0,-1 0,-1-1,-2 0,-1 0,-3-22,2 35,1 4,-2 0,1 1,-2-1,1 0,-2 0,0 1,-2-5,11 21,-1 0,1 1,-1-2,1 1,0-1,1 0,-1 0,0 0,1-1,0 0,-1-1,7 2,8-1,1 0,-1-2,0 0,0-1,1-1,8-3,-16 4,-13 0,0 1,1 0,-1 0,1 0,-1 0,1 0,-1 0,1 0,-1 0,1 1,-1-1,1 1,-1-1,0 1,1-1,-1 1,0 0,1 0,-1-1,0 1,0 0,0 0,0 0,0 0,0 1,0-1,0 0,0 0,0 1,-1-1,1 0,-1 1,1-1,-1 0,1 1,-1-1,0 1,0-1,1 1,-1 0,-4 63,3-61,-22 105,14-74,2 0,1 1,1-1,3 1,0 13,19-9,-9-34</inkml:trace>
  <inkml:trace contextRef="#ctx0" brushRef="#br0" timeOffset="1450.122">27340 9693,'-46'304,"44"-299,1-1,0 1,0 0,0 0,1 0,0 0,0-1,0 1,1 0,-1 0,1 0,0 0,0-1,1 1,0 0,0-1,0 1,0-1,1 0,-1 0,1 0,0 0,0 0,1 0,-1-1,1 0,-1 1,1-2,0 1,1 0,-1-1,2 1,5-2,0-2,-1 0,1 0,0-1,-1 0,1 0,-1-2,0 1,0-1,0-1,-1 1,1-2,-1 1,0-1,0-1,-1 0,0 0,0 0,-1-1,1-2,3-1,-1-1,0 0,-1-1,-1 0,0-1,0 0,-2 0,1-1,-2 1,0-1,-1 0,0-1,-1 1,-1-1,-1 0,0-5,-1-2</inkml:trace>
  <inkml:trace contextRef="#ctx0" brushRef="#br0" timeOffset="1729.919">27808 9732,'12'16,"7"14,10 12,5 7,6 5,2 1,-1 2,0-5,-3-4,-6-9,-6-8,-5-9,-4-9,-2-11,-2-10,-3-5</inkml:trace>
  <inkml:trace contextRef="#ctx0" brushRef="#br0" timeOffset="1983.806">28222 9813,'-16'-7,"-9"5,-6 11,-4 16,-5 18,-8 16,-8 13,-7 9,-6 3,9-13</inkml:trace>
  <inkml:trace contextRef="#ctx0" brushRef="#br0" timeOffset="2314.461">29131 9813,'-5'22,"-5"18,-6 10,-5 6,-4 2,-1-1,1-4,4-9,7-9,5-11</inkml:trace>
  <inkml:trace contextRef="#ctx0" brushRef="#br0" timeOffset="2574.785">29024 9839,'-2'16,"5"12,11 8,13 5,11 2,11-1,6-4,2-6,-3-6,-7-7,-11-8</inkml:trace>
  <inkml:trace contextRef="#ctx0" brushRef="#br0" timeOffset="2829.086">29465 9639,'-2'9,"-1"15,0 16,-4 13,-3 11,-2 9,1 0,3 0,2-4,6-9,4-15</inkml:trace>
  <inkml:trace contextRef="#ctx0" brushRef="#br0" timeOffset="3195.618">29626 10240,'27'-250,"-27"248,0 0,-1 0,1 0,1 1,-1-1,0 0,0 0,1 0,-1 1,1-1,-1 0,1 0,0 1,-1-1,1 0,0 1,0-1,1 1,-1 0,0-1,0 1,1 0,-1-1,0 1,1 0,-1 0,1 0,0 0,-1 1,1-1,0 0,-1 1,1-1,0 1,0-1,0 1,-1 0,2 0,26-1,1 2,-1 0,1 3,-1 0,0 2,15 5,20 12,-62-22,0 0,-1 0,1 0,0 0,-1 0,1 1,0-1,-1 1,0-1,1 1,-1-1,0 1,0 0,0 0,0-1,0 1,0 0,0 0,-1 0,1 0,-1 0,0 0,1 0,-1 0,0 0,0 0,0 0,0 1,-1-1,1 0,-1 0,-63 113,61-111,1 0,-1 1,1-1,0 1,0 0,0 0,0 0,1 0,0 0,0 0,0 0,1 0,0 0,0 1,0-1,0 0,1 0,0 0,0 0,1 0,-1 0,1 0,0 0,0-1,1 1,-1 0,1-1,0 0,0 0,4 4,4-3,0-1,1-1,-1 1,1-2,-1 0,1 0,0-1,0 0,0-1,0-1,0 0,0 0,0-1,-1-1,6-1,29-9,-6-1</inkml:trace>
  <inkml:trace contextRef="#ctx0" brushRef="#br0" timeOffset="4928.026">30816 9973,'1'-7,"0"0,1 1,0-1,0 0,1 0,0 1,0-1,0 1,1 0,1-2,8-14,89-169,-102 191,15-22,-15 22,0 0,0-1,0 1,0 0,0 0,0-1,0 1,0 0,1-1,-1 1,0 0,0 0,0-1,0 1,1 0,-1 0,0 0,0-1,1 1,-1 0,0 0,0 0,1 0,-1-1,0 1,1 0,-1 0,0 0,0 0,1 0,-1 0,0 0,1 0,-1 0,0 0,1 0,-1 0,0 0,1 0,-1 0,0 0,0 1,1-1,-1 0,0 0,0 0,1 0,-1 0,0 1,0-1,1 0,-1 0,0 1,0-1,0 0,1 0,-1 1,0-1,0 0,0 0,0 1,0-1,0 0,1 1,-1-1,-6 95,0-59,-9 348,15-381,-7 58,7-59,0 0,0 0,-1 0,1-1,-1 1,0 0,1 0,-1 0,0-1,0 1,0 0,0-1,-1 1,1-1,0 1,-1-1,1 0,0 1,-1-1,0 0,1 0,-1 0,0 0,1-1,-1 1,0 0,-2 0,5-2,-1 1,1 0,-1-1,0 1,1-1,-1 1,0-1,1 0,-1 1,0-1,0 1,0-1,1 1,-1-1,0 0,0 1,0-1,0 1,0-1,0 0,0 1,0-1,0 1,-1-1,1 0,0 1,0-1,0 1,-1-1,1 1,0-1,-1 1,1-1,0 1,-1-1,1 1,-1-1,1 1,-1 0,1-1,-1 1,1 0,-1-1,1 1,-1 0,1 0,-1-1,1 1,-1 0,0 0,1 0,-1 0,1 0,-1 0,0 0,1 0,-1 0,1 0,-1 0,0 0,1 0,-1 0,1 1,-1-1,1 0,-1 0,1 1,-1-1,122-18,-14 8,0 6,1 3,13 7,-92-4</inkml:trace>
  <inkml:trace contextRef="#ctx0" brushRef="#br0" timeOffset="6195.706">26832 9506,'4'6,"5"8,4 7,5 5,4 1,-2-5</inkml:trace>
  <inkml:trace contextRef="#ctx0" brushRef="#br0" timeOffset="7875.767">25562 11043,'0'11,"0"11,0 8,0 8,0 5,0 4,0 1,0 1,0-3,-2-3,-1-3,0-10</inkml:trace>
  <inkml:trace contextRef="#ctx0" brushRef="#br0" timeOffset="8129.091">25521 11524,'-2'0,"1"-3,4 0,5 1,6-1,6 2,3 0,3 0,1 1,-2 0,0 0,-2-2,-6-1</inkml:trace>
  <inkml:trace contextRef="#ctx0" brushRef="#br0" timeOffset="8394.894">25562 11002,'-2'-2,"1"-1,3 0,9 1,8 0,8 1,9 1,3-3,-1 0,-7 1</inkml:trace>
  <inkml:trace contextRef="#ctx0" brushRef="#br0" timeOffset="9060.118">25976 11403,'120'3,"-118"-3,-1 0,0 1,1-1,-1 0,0 1,1-1,-1 1,0-1,0 1,1 0,-1-1,0 1,0 0,0 0,0 0,0 0,0 0,0 0,0 0,0 0,-1 0,1 0,0 1,-1-1,1 0,-1 1,1-1,-1 0,0 1,1-1,-1 0,0 1,0-1,0 0,0 1,0-1,0 1,-1-1,1 0,0 1,-1-1,1 0,-1 1,-33 51,26-46,6-6,0 0,1 0,-1 0,0 0,1 0,-1 0,1 0,-1 1,1-1,0 0,-1 1,1-1,0 1,0 0,0-1,0 1,0 0,0 0,1 0,-1-1,1 1,-1 0,1 0,0 0,-1 0,1 0,0 0,0 0,1 0,-1 0,0 1,60 24,-43-22,10 3,-16-5,0-1,-1 1,0 1,1 0,-1 0,-1 1,1 1,-1-1,0 2,7 5,-15-11,0 0,0 1,0-1,0 0,-1 0,1 1,0-1,-1 1,1-1,-1 0,0 1,1-1,-1 1,0-1,0 1,0-1,0 1,0-1,0 1,0-1,-1 1,1-1,0 1,-1-1,0 0,1 1,-1-1,0 0,1 1,-1-1,0 0,0 0,0 0,0 1,0-1,0 0,0-1,-1 1,1 0,-1 0,-55 33,45-27,0-2,-1 1,1-2,-1 1,0-2,0 0,-1 0,1-1,-1-1,-5 0,19-1,-1 0,1 0,-1-1,0 1,1 0,-1 0,1 0,-1-1,1 1,-1 0,1 0,-1-1,1 1,-1 0,1-1,-1 1,1-1,-1 1,1-1,0 1,-1-1,1 1,0-1,-1 1,1-1,0 1,0-1,0 1,-1-1,1 0,0 1,0-1,0 1,0-1,0 0,0 1,0-1,0 0,0 1,1-1,-1 1,0-1,0 1,0-1,1 0,-1 1,0-1,1 1,-1-1,0 1,1-1,-1 1,1 0,10-20</inkml:trace>
  <inkml:trace contextRef="#ctx0" brushRef="#br0" timeOffset="9312.956">26405 11324,'15'-5,"18"-3,11-1,10-1,2 1,0 3,-11 1</inkml:trace>
  <inkml:trace contextRef="#ctx0" brushRef="#br0" timeOffset="9559.311">26525 11483,'25'-4,"19"-4,17-3,10-4,6 0,-2 1,-14 3</inkml:trace>
  <inkml:trace contextRef="#ctx0" brushRef="#br0" timeOffset="9727.686">27113 11417,'3'4,"0"0,1 0,-1 0,1-1,0 1,0-1,0 0,0 0,1 0,-1 0,1-1,-1 0,1 0,0 0,0-1,0 1,0-1,0 0,1-1,-1 1,1-1,8 1,1-1,-1-1,1 0,-1-1,0-1,0 0,2-1,-6 1,1-1,-1 0,0-1,0 0,0-1,0 1,-1-2,0 1,-1-2,8-6,-13 11,-1 0,1 0,-1 0,0 0,0 0,0 0,0-1,0 1,-1-1,0 1,0-1,0 0,0 1,0-1,-1 0,1 0,-1 1,0-1,0 0,0 0,-1 0,0 1,1-1,-1 0,-1 1,1-1,0 0,-1 1,0 0,0-1,0 1,-2-3,-2-1,-1 0,1 0,-1 1,-1 0,1 1,-1-1,0 2,0-1,-1 1,1 0,-1 0,0 1,0 1,0-1,0 2,-1-1,1 1,0 0,-1 1,1 0,-1 1,1 0,0 0,0 1,-1 0,1 1,0 0,1 0,-1 1,1 0,-1 0,1 1,0 0,1 1,-1 0,1 0,0 0,-5 7,5-3,0 0,1 1,0-1,1 1,0 0,1 1,0-1,0 1,2 0,-1 0,1 0,-2 29</inkml:trace>
  <inkml:trace contextRef="#ctx0" brushRef="#br0" timeOffset="19910.503">26016 11497,'-4'3,"0"0,0 0,-1 0,2 0,-1 0,0 1,1 0,-1 0,1 0,0 0,0 0,1 1,0-1,-1 1,1-1,1 1,-1 0,1 0,0 0,0 0,0 0,0 0,1 0,0 1,0-1,1 0,0 0,-1 0,1 0,1 0,-1 0,1 0,0-1,0 1,0-1,1 1,0-1,5 6,1 0,0-1,0 0,1-1,0 0,0-1,1 1,0-2,0 0,1 0,0-1,0-1,0 0,0 0,1-1,10 0,-17-2,-1-1,1 0,0 0,0-1,0 0,-1 0,1 0,0-1,-1 1,0-1,1-1,-1 1,0-1,0 0,0 0,0 0,-1-1,1 0,-1 0,0 0,0 0,0-1,-1 1,0-1,0 0,0 0,0 0,-1 0,1-1,-2 1,1-1,0 1,0-7,3-9,-1-1,-1 0,-1 0,0 0,-2 0,-1 0,0 0,-2 0,-1 1,0-1,-2 1,0-1,-1 2,-2-3,8 18,-1 0,1 1,-1-1,0 1,0 0,0-1,-1 1,1 0,-1 0,0 0,0 1,0-1,-1 1,1-1,-1 1,0 0,0 1,0-1,0 1,0 0,-1 0,1 0,-1 0,1 1,-1-1,0 1,0 1,1-1,-1 1,0 0,0 0,-3 0,-5 5,1 1,0 0,0 1,1 0,0 0,0 2,1-1,0 1,0 1,1 0,0 0,1 1,0 0,0 0,2 1,-5 8,6-12,1 0,-1 1,1 0,1 0,-1 0,2 1,-1-1,1 1,1-1,0 1,0 0,1 0,0-1,1 1,0 0,0 0,1-1,0 1,1-1,0 0,0 0,1 0,1 0,-1 0,1-1,6 8,0-6,1 0,1-1,-1-1,1 0,0 0,1-1,0-1,0 0,1-1,-1-1,1 0,0-1,0-1,0 0,0-1,1 0,5-2,-17 2,1-1,0 0,0 0,0 0,-1-1,1 0,0 0,-1 0,1 0,0-1,-1 0,0 0,1 0,-1 0,0-1,0 0,0 0,0 0,-1 0,1 0,-1-1,0 1,0-1,0 0,-1 0,1 0,-1-1,0 1,1-4,1-7,-1-1,-1 0,-1 1,0-1,-1 0,-1 0,0 0,-2 1,1-1,-2 0,0 1,-1 0,0 0,-1 1,-1-1,0 1,-1 0,-8-9,12 17,0 0,-1 0,0 1,0 0,0 0,-1 0,0 0,1 1,-2 0,1 0,0 1,-1 0,0 0,0 0,0 1,0 0,0 0,0 1,0 0,0 0,-1 1,1 0,0 0,-1 1,1-1,0 2,0-1,-1 1,1 0,1 1,-7 2,5-2,-1 0,1 1,0 0,1 0,-1 1,1 0,0 0,0 0,0 1,1 0,0 1,0-1,1 1,-1 1,1-1,1 1,0-1,0 1,0 0,1 1,0-1,1 0,0 1,0 0,1 0,0-1,1 1,-1 0,2 0,-1 0,1-1,1 1,-1 0,2-1,-1 1,1-1,3 6,2-2,1-1,1 0,0-1,0 0,1 0,0-1,1-1,0 0,0 0,1-2,0 1,0-1,0-1,1-1,0 0,0 0,0-1,0-1,1-1,-1 0,0 0,1-2,-10 1,0 0,0-1,0 0,0 0,0 0,0-1,0 0,-1 0,1 0,-1 0,1-1,-1 1,0-1,0 0,0 0,0-1,0 0,-1 1,0-1,0 0,0 0,0-1,0 1,-1 0,0-1,0 0,0 0,-1 1,1-1,-1 0,0 0,0-2,1-16,0 0,-1 1,-2-1,0 0,-1 0,-1 0,-2 1,0 0,-1 0,-1 0,-1 0,-3-3,9 19,0 0,0 0,0 0,-1 1,0-1,0 1,0 0,0 0,-1 0,0 0,0 0,0 1,-1 0,0 0,0 0,0 0,0 1,0 0,-1 0,1 0,-1 1,0-1,0 2,0-1,0 0,0 1,0 0,0 1,0 0,0 0,-4 0,-3 5,1 0,0 1,0 0,1 1,0 0,0 1,1 1,0-1,0 1,1 1,0 0,0 0,2 1,-1 0,1 0,1 1,0 0,0 0,1 1,-2 8,4-13,-1 0,1 1,0-1,1 1,0 0,0 0,1 0,0 0,1 0,0 0,0 0,1 0,0 0,1 0,0 0,0 0,1 0,0-1,1 1,-1-1,2 0,-1 0,1-1,3 5,33 18,1-9</inkml:trace>
  <inkml:trace contextRef="#ctx0" brushRef="#br0" timeOffset="10484.681">25709 12232,'0'-2,"0"3,0 10,0 10,0 12,0 9,-2 9,-4 4,0 3,-1 0,0-10</inkml:trace>
  <inkml:trace contextRef="#ctx0" brushRef="#br0" timeOffset="10673.177">25615 12753,'7'-2,"7"-3,7-1,6-1,4 0,1-1,1 1,-2-1,-5 2</inkml:trace>
  <inkml:trace contextRef="#ctx0" brushRef="#br0" timeOffset="10898.09">25682 12206,'7'0,"9"0,11 0,12 0,11 2,6 3,-7 1</inkml:trace>
  <inkml:trace contextRef="#ctx0" brushRef="#br0" timeOffset="11258.235">26057 12593,'7'-5,"-1"1,1 0,1 1,-1 0,0 0,1 0,0 1,-1 0,1 1,0 0,0 0,0 0,2 1,-7 0,1 0,0 0,-1 0,1 1,-1-1,1 1,0 0,-1 0,0 0,1 0,-1 1,0 0,0-1,1 1,-1 0,-1 0,1 1,0-1,0 1,-1-1,0 1,1 0,-1 0,0 0,0 0,-1 0,1 0,-1 1,1 1,-2 3,0 1,0 0,-1-1,-1 1,0-1,0 0,0 0,-1 0,0 0,-1 0,0 0,0-1,0 1,-1-1,0 0,-1-1,0 1,0-1,0-1,0 1,-1-1,6-4,-83 85,83-85,0-1,0 1,1 0,-1-1,0 1,0 0,1-1,-1 1,0 0,1 0,-1 0,1 0,-1 0,1-1,0 1,-1 0,1 0,0 0,0 0,-1 0,1 0,0 0,0 0,0 0,0 0,0 1,0-1,1 0,-1 0,0-1,1 1,-1 0,0 0,1 0,-1 0,1 0,-1 0,1 0,0 0,-1-1,1 1,0 0,-1-1,1 1,0 0,0-1,0 1,0-1,0 1,0-1,-1 1,1-1,0 0,0 0,0 1,0-1,0 0,0 0,1 0,-1 0,27 4,1-1,0-1,-1-2,1-1,24-4,-31 4,94-11,-74 6</inkml:trace>
  <inkml:trace contextRef="#ctx0" brushRef="#br0" timeOffset="12164.326">26658 12459,'14'-2,"13"-3,11-1,11 1,4 1,-1 2,-6 2,-11 2</inkml:trace>
  <inkml:trace contextRef="#ctx0" brushRef="#br0" timeOffset="12328.488">26805 12633,'13'2,"17"-1,16-3,14-6,9-4,-8 0</inkml:trace>
  <inkml:trace contextRef="#ctx0" brushRef="#br0" timeOffset="12509.004">27446 12206,'-2'4,"-1"9,0 11,3 13,4 9,1 6,0 3,-1 1,-2-1,0-7,-3-6,-2-10</inkml:trace>
  <inkml:trace contextRef="#ctx0" brushRef="#br0" timeOffset="12674.564">27353 12700,'10'-2,"8"-4,12 1,7-3,4 1,2 0,-5 0,-5 1,-9 2</inkml:trace>
  <inkml:trace contextRef="#ctx0" brushRef="#br0" timeOffset="12861.063">27313 12165,'16'-2,"17"1,13 2,11 1,5 4,-8 1</inkml:trace>
  <inkml:trace contextRef="#ctx0" brushRef="#br0" timeOffset="13112.394">27727 12727,'-4'14,"-2"11,0 8,2 5,0 2,2-3,1-2,3-6,1-7</inkml:trace>
  <inkml:trace contextRef="#ctx0" brushRef="#br0" timeOffset="13345.395">27875 12446,'18'-7,"18"-4,13-3,11-1,5 2,-3 3,-9 4,-15 2</inkml:trace>
  <inkml:trace contextRef="#ctx0" brushRef="#br0" timeOffset="13512.454">28008 12607,'23'2,"18"-1,15-4,8-3,3-5,-4-3,-12 1</inkml:trace>
  <inkml:trace contextRef="#ctx0" brushRef="#br0" timeOffset="13677.548">28596 12165,'-2'19,"-1"14,0 11,1 10,0 4,1 2,1-1,0-3,2-6,1-8,0-11</inkml:trace>
  <inkml:trace contextRef="#ctx0" brushRef="#br0" timeOffset="23361.927">26016 12513,'86'-62,"65"-56,-151 117,0 0,0 1,1-1,-1 1,0-1,1 1,-1-1,0 1,1-1,-1 1,1-1,-1 1,1 0,-1-1,1 1,-1 0,1-1,-1 1,1 0,-1 0,1-1,0 1,-1 0,1 0,-1 0,1 0,0 0,-1 0,1 0,0 0,-1 0,1 0,-1 0,1 0,0 0,-1 1,1-1,-1 0,1 0,-1 1,1-1,-1 0,1 1,-1-1,1 0,-1 1,1-1,-1 1,1-1,-1 1,0-1,1 1,-1-1,0 1,0 0,1-1,-1 1,0 0,-24 113,15-27,4 1,6 70,0-81,3-186,19-108,3 1,-31 185,5 31,-1 0,1-1,0 1,-1-1,1 1,-1 0,1-1,-1 1,1 0,-1-1,1 1,-1 0,1 0,-1-1,1 1,-1 0,0 0,1 0,-1 0,1 0,-1 0,1 0,-1 0,0 0,1 0,-1 0,1 0,-1 1,1-1,-1 0,0 0,1 0,-1 1,1-1,-1 0,1 1,-1-1,1 1,0-1,-1 0,1 1,0-1,-1 1,1-1,-1 1,-115 137,75-95,-2-3,-1-1,-7 1,31-23,45-53,12 0,3 2,0 2,17-8,-156 118,13-23,86-55,0 0,0 0,0 0,0-1,0 1,0 0,0 0,-1 0,1-1,0 1,0 0,0 0,0 0,0 0,0 0,-1 0,1-1,0 1,0 0,0 0,-1 0,1 0,0 0,0 0,0 0,0 0,-1 0,1 0,0 0,0 0,0 0,-1 0,1 0,0 0,0 0,0 0,-1 0,1 0,0 0,0 0,0 0,-1 0,15-15,69-56,-83 71,0 0,0 0,0 1,0-1,0 0,1 0,-1 1,0-1,0 0,0 0,0 1,1-1,-1 0,0 0,0 0,1 0,-1 1,0-1,0 0,1 0,-1 0,0 0,0 0,1 0,-1 0,0 0,0 0,1 1,-1-1,0 0,1 0,-1-1,0 1,0 0,1 0,-1 0,0 0,0 0,1 0,-1 0,0 0,0 0,1-1,-1 1,0 0,0 0,1 0,-1 0,0-1,0 1,0 0,0 0,1-1,-1 1,0 0,0 0,0-1,0 1,0 0,30-26,41-51,-71 77,1 0,-1 0,1-1,-1 1,1 0,-1 0,0 0,1 0,-1 0,1 0,-1-1,1 1,-1 0,1 0,-1 1,1-1,-1 0,0 0,1 0,-1 0,1 0,-1 0,1 1,-1-1,0 0,1 0,-1 0,0 1,1-1,-1 0,1 1,-1-1,0 0,0 1,1-1,-1 0,0 1,0-1,1 1,-1-1,0 1,0-1,0 0,0 1,0-1,0 1,0-1,0 1,0-1,0 1,0-1,0 0,0 1,0-1,0 1,-1 33,1-29,-5 88,3 0,8 40,-5-116,0-1,-1 0,-1 0,-1 1,0-1,-1 0,0 0,-3 4,6-19,0 0,0 0,0 0,-1 0,1 0,0 0,0 0,-1 0,1 0,-1 0,1 0,-1 0,1-1,-1 1,0 0,1 0,-1-1,0 1,1 0,-1-1,0 1,0 0,0-1,0 1,0-1,0 0,1 1,-1-1,0 0,0 1,0-1,0 0,0 0,0 0,0 0,0 0,0 0,0 0,0 0,0 0,0-1,0 1,0 0,0-1,0 1,0-1,0 1,0-1,0 1,0-1,1 1,-1-1,0 0,-80-41,120 37,294-62,-314 66,-29 9,-26 3,-1-2,-1-2,1-2,-1-1,-33-1,48-2,-4 4,40 4,19-4,0-2,1-1,-1-1,1-2,-1-2,0 0,12-5,-22 3,-23 5,1 0,0 0,0 0,0 0,0 0,0 0,-1 0,1 0,0 0,0 0,0 0,0-1,0 1,-1 0,1 0,0 0,0 0,0 0,0 0,0-1,0 1,0 0,0 0,0 0,0 0,0-1,0 1,0 0,0 0,0 0,0 0,0-1,0 1,0 0,0 0,0 0,0 0,0-1,0 1,0 0,-22-1,-37 4,0 4,0 2,-17 6,21 0,55-15,1 0,-1 0,0 1,0-1,0 0,1 0,-1 0,0 0,0 0,0 1,1-1,-1 0,0 0,0 0,0 1,0-1,0 0,0 0,1 0,-1 1,0-1,0 0,0 0,0 1,0-1,0 0,0 0,0 1,0-1,0 0,0 0,0 1,0-1,0 0,0 0,-1 1,1-1,0 0,0 0,0 0,0 1,0-1,0 0,-1 0,1 0,0 1,0-1,0 0,-1 0,1 0,0 0,0 0,0 1,-1-1,1 0,0 0,0 0,-1 0,1 0,0 0,0 0,-1 0,24 4,25-5,-1-2,1-2,-1-3,11-3,-22 4,23-5</inkml:trace>
  <inkml:trace contextRef="#ctx0" brushRef="#br0" timeOffset="24562.741">27661 12767,'-1'0,"-30"-4,30 4,1 0,-1 0,1 0,-1 0,1-1,-1 1,1 0,-1 0,1-1,0 1,-1 0,1-1,-1 1,1-1,0 1,-1 0,1-1,0 1,0-1,-1 1,1-1,0 1,0-1,0 1,0-1,-1 1,1-1,0 1,0-1,0 1,0-1,0 1,0-1,0 1,0-1,1 1,-1-1,0 1,0-1,0 1,0-1,1 1,-1-1,0 1,1 0,-1-1,0 1,1-1,-1 1,0 0,1-1,-1 1,1 0,-1-1,0 1,1 0,-1 0,1 0,5-5,0 0,0 1,1 0,-1 0,1 1,0 0,0 0,0 0,0 1,1 0,-1 1,1-1,-1 1,1 1,-1 0,1 0,-6 0,0 0,0 0,0 0,0 1,1-1,-1 1,0-1,-1 1,1 0,0-1,0 1,0 0,0 1,-1-1,1 0,0 0,-1 1,1-1,-1 1,0-1,1 1,-1 0,0-1,0 1,0 0,0 0,0 0,0 0,-1 0,1 0,-1 0,1 0,-1 0,0 2,-7 73,-1-56,-2-1,0 0,-2 0,0-1,-1 0,-1-1,-1 0,0-2,-1 1,-1-2,0 0,-1-1,-9 4,14-9,35-8,-3-7,0 2,0 0,1 2,-1 0,1 1,-1 1,1 1,-1 0,1 2,-1 0,16 5,3 14,21 5,-44-26,0-2,0 1,0-2,-1 0,1-1,0 0,-1-1,0 0,9-5,8-9,-20 10</inkml:trace>
  <inkml:trace contextRef="#ctx0" brushRef="#br0" timeOffset="25328.224">28543 12593,'4'0,"7"0,6 0,6 0,6-2,6-1,3-2,-3-3,-6 1</inkml:trace>
  <inkml:trace contextRef="#ctx0" brushRef="#br0" timeOffset="25528.693">28543 12112,'18'-5,"20"-1,17 1,12 0,7 4,0 4,-13 2</inkml:trace>
  <inkml:trace contextRef="#ctx0" brushRef="#br0" timeOffset="26027.055">29038 12567,'50'-6,"-44"4,0 1,0 0,0 0,0 0,0 1,0-1,0 1,0 1,0 0,0-1,0 2,0-1,-1 1,1 0,0 0,4 2,-9-3,0 0,1 1,-1-1,0 0,0 0,0 1,0-1,0 0,0 1,0-1,0 1,-1-1,1 1,0 0,-1-1,0 1,1 0,-1-1,0 1,0 0,0 0,0-1,0 1,0 0,0-1,-1 1,1 0,0-1,-1 1,0 0,1-1,-2 2,-31 47,-85 44,102-83,16-11,-1 0,1 0,-1 0,1 0,-1 1,1-1,-1 0,1 0,-1 0,1 1,-1-1,1 0,0 1,-1-1,1 0,-1 1,1-1,0 0,-1 1,1-1,0 1,0-1,-1 1,1-1,0 0,0 1,0-1,-1 1,1-1,0 1,0-1,0 1,0-1,0 1,0-1,0 1,0 0,0-1,0 1,1-1,-1 1,0-1,0 0,0 1,1-1,-1 1,0-1,0 1,1-1,-1 1,1-1,27 11,-22-10,10 1,-1 1,0 1,0 0,-1 1,0 0,1 1,-2 1,1 0,-1 1,0 0,-1 1,1 1,-2 0,0 1,0 0,-1 0,5 8,-13-16,-1 0,1 0,-1 1,0-1,0 1,-1-1,1 1,-1-1,1 1,-1 0,0-1,0 1,-1-1,1 1,-1 0,0-1,0 1,0-1,0 0,-1 1,1-1,-1 0,0 0,0 0,0 0,0 0,0 0,-1-1,-1 3,-6 3,0 0,0 0,-1-1,0 0,0-1,0 0,-11 4,6-3,0 0,-1-1,1-1,-1 0,0-2,0 0,-1 0,1-2,-13 0,28-1,1 0,-1 0,1 0,-1-1,1 1,-1 0,1-1,0 1,-1-1,1 0,0 1,-1-1,1 0,0 0,0 0,0 0,-1 0,1 0,0 0,0 0,1 0,-1-1,0 1,0 0,1 0,-1-1,0 1,1-2,-3-16</inkml:trace>
  <inkml:trace contextRef="#ctx0" brushRef="#br0" timeOffset="26761.604">29399 12219,'18'0,"15"0,14 0,7 0,4 0,-1 0,-8 0,-12 0</inkml:trace>
  <inkml:trace contextRef="#ctx0" brushRef="#br0" timeOffset="27014.927">29506 12406,'20'5,"19"-2,15-4,14-8,7-6,1-4,-13 3</inkml:trace>
  <inkml:trace contextRef="#ctx0" brushRef="#br0" timeOffset="27211.935">30161 11899,'4'20,"7"16,10 14,10 6,12 4,10 0,2-3,0-2,-7-6,-7-5,-10-7,-10-10</inkml:trace>
  <inkml:trace contextRef="#ctx0" brushRef="#br0" timeOffset="27464.262">30629 11965,'-14'5,"-11"8,-10 13,-9 16,-6 14,-3 14,0 11,5 5,8-3,11-16</inkml:trace>
  <inkml:trace contextRef="#ctx0" brushRef="#br0" timeOffset="27729.067">30749 12393,'13'-8,"1"0,0 1,0 1,1 0,-1 1,1 0,1 2,-1-1,0 2,1 0,0 1,0 1,-11-1,-1 0,1 1,0 0,-1-1,1 2,-1-1,1 1,0-1,-1 1,1 0,-1 1,1-1,-1 1,0 0,0 0,0 0,0 1,0-1,0 1,-1 0,1 0,-1 1,0-1,0 0,0 1,0 0,-1 0,1 0,-1 0,0 0,0 0,0 1,-1-1,1 2,-4 7,-1 0,0-1,0 1,-1-1,-1 0,0 0,0-1,-2 1,1-1,-1 0,-1-1,0 0,0 0,-1-1,0 0,-5 3,-35 37,-50 63,98-111,-1 1,1-1,0 1,1-1,-1 1,0-1,0 1,0 0,1-1,-1 1,1 0,0 0,-1-1,1 1,0 0,0 0,0-1,0 1,0 0,1 0,-1-1,0 1,1 0,-1 0,1-1,0 1,0-1,-1 1,1 0,0-1,0 0,0 1,1-1,-1 0,0 1,1-1,-1 0,0 0,1 0,-1 0,1 0,-1 0,1-1,0 1,-1 0,1-1,0 1,0-1,-1 0,1 0,0 0,1 1,17 2,1-1,-1-1,1 0,-1-2,1 0,9-2,209-33,-120 15</inkml:trace>
  <inkml:trace contextRef="#ctx0" brushRef="#br0" timeOffset="29864.369">24572 10655,'25'254,"-1"64,-9-90,10-1,30 110,47 46,-55-228,-8 3,-6 1,0 52,-23 124,-10-318,-1-8,0 0,1 0,0 0,1 0,0 0,0 0,1 0,0 0,1-1,0 1,0-1,4 8,-4-14,0 1,0-1,0-1,0 1,0 0,0-1,1 1,-1-1,1 0,-1 0,0-1,1 1,0-1,-1 1,1-1,-1 0,1 0,-1-1,1 1,-1-1,1 0,-1 0,1 0,-1 0,0-1,1 1,-1-1,0 0,0 0,0 0,0 0,-1 0,1-1,-1 1,1-1,-1 0,0 0,7-16,-9 17,1 0,-1 0,1 1,-1-1,1 0,0 0,0 1,0-1,0 0,0 1,0-1,1 1,-1-1,0 1,1 0,-1-1,1 1,-1 0,1 0,0 0,0 0,95-5,-65 7,644 20,-260-3,464 11,-637-26,1377 50,-280 24,114-48,-1436-32,-25 0</inkml:trace>
  <inkml:trace contextRef="#ctx0" brushRef="#br0" timeOffset="32044.892">24600 10615,'843'17,"292"-2,-558-11,433 11,-138 43,-861-57,97 10,-1 5,33 12,-61 3,21-20,468 1,440 18,-990-29,-14-2,1 1,0 0,-1 0,1 1,0-1,-1 1,1 0,-1 0,1 1,-1-1,1 1,3 2,-6-1,-1-1,0 1,1 0,-1 0,0 0,-1-1,1 1,0 0,-1 0,0 0,1 0,-1 0,-1 0,1 0,0 0,-1 0,1 0,-1 1,0 8,-4 192,10 42,4-160,3-1,4 0,3-1,4-1,21 44,-10-34,-5 2,-3 1,-4 5,33 302,-15-118,-27-143,30 84,-7-14,-31-178,-5-47,0-1</inkml:trace>
  <inkml:trace contextRef="#ctx0" brushRef="#br0" timeOffset="40596.13">12260 8690,'7'16,"2"5</inkml:trace>
  <inkml:trace contextRef="#ctx0" brushRef="#br0" timeOffset="42247.334">16097 8262,'-1'-25,"-6"34,5-1,0 0,0 0,1 1,0-1,1 0,-1 0,1 1,1-1,0 0,0 0,1 0,0 0,0 0,1 0,0 0,0-1,1 1,4-1,1-2,-1 1,1-1,1-1,-1 1,0-2,1 1,0-1,0-1,0 0,0 0,0-1,0 0,1-1,-1 0,0 0,0-1,1-1,2-1,-8 3,0-1,-1 0,1 0,0-1,-1 1,1-1,-1 0,0-1,1 1,-1-1,0 1,-1-1,1 0,0-1,-1 1,0-1,0 1,0-1,0 0,0 0,-1-1,0 1,0 0,0-1,0 1,-1-1,1-3,2-8,-1 0,-1 0,0 0,-1-1,-1 1,0 0,-3-12,2 22,-1-1,0 1,-1-1,1 1,-1 0,0 0,-1 0,1 0,-1 1,-1 0,1-1,-1 1,1 1,-2-1,1 1,0 0,-1 0,0 0,1 1,-2 0,1 0,-1 0,-1 1,0 0,-1 1,1-1,0 2,-1-1,1 1,-1 1,1 0,-1 0,1 0,0 1,0 0,0 1,0 0,0 0,0 0,1 1,-1 1,1-1,0 1,-5 4,8-4,0 0,0 0,0 1,1-1,0 1,0 0,0 0,0 0,1 0,0 0,1 0,-1 1,1-1,1 1,-1-1,1 1,0-1,0 1,1-1,0 1,0-1,0 0,1 1,0-1,0 0,3 5,3 8</inkml:trace>
  <inkml:trace contextRef="#ctx0" brushRef="#br0" timeOffset="43582.79">15923 8903,'17'23,"11"17,2-1,1-1,2-2,2-1,1-2,18 12,-45-38,-5-5,0 0,-1 1,1-1,-1 1,0 0,0 0,0 0,0 0,-1 0,1 1,-1-1,0 1,0 0,0-1,0 1,-1 0,0 0,0 0,1 1,-4 3</inkml:trace>
  <inkml:trace contextRef="#ctx0" brushRef="#br0" timeOffset="43828.134">16164 8916,'-7'10,"-4"6,-3 9,-4 4,-3 6,-2 4,-2 5,-2 1,2-2,5-9</inkml:trace>
  <inkml:trace contextRef="#ctx0" brushRef="#br0" timeOffset="48726.782">16297 9077,'3'-3,"0"0,1 0,-1 0,0 0,1 1,0 0,0 0,-1 0,1 0,1 0,-1 1,0-1,0 1,0 0,1 1,-1-1,0 1,1 0,-1 0,1 0,-1 0,0 1,1 0,-1 0,1 0,14 0,2-1,56 10,-75-8,-1 0,1 0,-1 0,1 0,-1 1,0-1,0 0,0 1,0-1,-1 0,1 1,0 0,-1-1,0 1,0-1,1 1,-2-1,1 1,0-1,0 1,-1 0,1-1,-1 1,0-1,0 0,0 1,0-1,0 0,-1 1,1-1,-1 0,1 0,-1 0,-126 183,127-185,0 1,0-1,1 1,-1 0,0-1,0 1,0 0,1 0,-1-1,0 1,1 0,-1 0,1 0,-1 0,1 0,-1 0,1 0,0 0,0 0,-1 0,1 0,0 0,0 0,0 0,0 0,0 0,0 0,0 0,0 0,1 1,-1-1,0 0,1 0,-1 0,1-1,-1 1,1 0,-1 0,1 0,0 0,-1 0,1-1,0 1,0 0,-1 0,1-1,0 1,0-1,0 1,0-1,0 1,0-1,0 1,0-1,0 0,0 0,0 0,0 1,0-1,0 0,0 0,0 0,18-1,0 0,-1-2,1 0,-1 0,0-2,9-4,8 0,191-52,-170 48</inkml:trace>
  <inkml:trace contextRef="#ctx0" brushRef="#br0" timeOffset="49460.832">16044 9506,'9'13,"7"10,6 4,4 4,4 0,1-1,1-3,-4-1,-4-3,-3-4,-6-1,-5-5</inkml:trace>
  <inkml:trace contextRef="#ctx0" brushRef="#br0" timeOffset="49714.156">16311 9491,'-16'7,"-10"9,-4 9,-3 9,0 5,4 6,4 2,7-1,6-3,5-9</inkml:trace>
  <inkml:trace contextRef="#ctx0" brushRef="#br0" timeOffset="49998.906">16364 9626,'7'-3,"7"-3,0 1,0 0,1 1,-1 1,1 0,0 1,8 0,-22 2,0 0,1 0,-1 0,0 0,1 0,-1 1,0-1,1 1,-1-1,0 1,0-1,0 1,0 0,1 0,-1-1,0 1,0 0,0 0,-1 0,1 0,0 0,0 0,0 1,-1-1,1 0,-1 0,1 0,-1 1,1-1,-1 0,0 1,1-1,-1 0,0 1,0-1,0 0,0 1,0-1,0 0,-1 1,1-1,0 1,-18 55,-50 67,68-123,0 0,-1 1,1-1,0 0,-1 0,1 0,0 0,0 0,0 0,0 0,0 0,0 0,0 0,1 0,-1 0,0 1,1-1,-1 0,0 0,1 0,-1 0,1-1,0 1,-1 0,1 0,0 0,-1 0,1-1,0 1,0 0,0 0,0-1,0 1,0-1,0 1,0-1,0 1,0-1,0 0,0 0,0 1,0-1,0 0,0 0,0 0,0 0,0 0,0 0,0 0,1-1,-1 1,0 0,0 0,0-1,0 1,0-1,0 1,0-1,139-32,-102 21,30-8</inkml:trace>
  <inkml:trace contextRef="#ctx0" brushRef="#br0" timeOffset="50541.952">16070 10347,'14'14,"8"11,9 8,2 3,3 0,0-1,-2-5,-2-5,-4-7,-7-6</inkml:trace>
  <inkml:trace contextRef="#ctx0" brushRef="#br0" timeOffset="50804.808">16284 10361,'-11'18,"-7"15,-4 9,-3 7,-2 3,0 0,1-4,5-10</inkml:trace>
  <inkml:trace contextRef="#ctx0" brushRef="#br0" timeOffset="51048.636">16432 10441,'25'-9,"-18"6,1-1,-1 1,1 0,0 1,0 0,0 1,1-1,-1 1,0 1,1 0,-1 0,0 0,1 1,0 1,-7-2,0 1,-1 0,1-1,0 1,0 0,0 1,0-1,-1 0,1 0,-1 1,1-1,-1 1,1-1,-1 1,0 0,0-1,1 1,-1 0,-1 0,1 0,0 0,0 0,-1 0,1 0,-1 0,1 0,-1 0,0 0,0 0,0 0,0 0,-1 0,1 0,0 0,-1 0,1 0,-1 1,-34 74,32-73,-45 86,47-89,1 0,-1 0,1 0,-1 0,1 0,0 1,-1-1,1 0,0 0,0 0,0 1,0-1,0 0,0 0,1 0,-1 1,0-1,1 0,-1 0,0 0,1 0,-1 0,1 0,0 0,-1 0,1 0,0 0,0 0,0 0,-1 0,1 0,0 0,0-1,0 1,0 0,0-1,1 1,-1-1,0 0,0 1,0-1,0 0,1 1,-1-1,0 0,0 0,63-2,2-13,2-5</inkml:trace>
  <inkml:trace contextRef="#ctx0" brushRef="#br0" timeOffset="65610.455">5496 9585,'-12'-9,"-5"-1,0 4,2 9,5 12,7 12,10 12,12 12,13 6,9 2,9-2,3-6,2-7,-2-9,-8-11,-8-8,-12-8</inkml:trace>
  <inkml:trace contextRef="#ctx0" brushRef="#br0" timeOffset="65846.825">5723 9585,'-2'12,"-6"12,-5 16,-8 17,-5 17,-4 12,-3 5,3-1,7-17</inkml:trace>
  <inkml:trace contextRef="#ctx0" brushRef="#br0" timeOffset="66230.823">5923 9866,'4'-1,"-1"0,1 0,-1 0,1 1,0 0,-1-1,1 1,0 0,0 0,-1 1,1-1,-1 1,1 0,0 0,-1 0,1 1,-1-1,0 1,1-1,-1 1,0 0,0 1,0-1,0 0,-1 1,1 0,-1-1,1 1,-1 0,2 3,1 2,-1 1,0-1,0 1,0 0,-1 0,-1 0,0 0,0 0,0 0,-1 1,0 5,-3 3,0 0,-2 0,1 0,-2 0,-1-1,0 0,-1 0,-1-1,0 0,-1 0,-2 1,-45 101,55-116,1-1,-1 1,0-1,1 1,0 0,-1-1,1 1,0-1,0 1,0 0,0-1,0 1,0-1,0 1,1 0,-1-1,0 1,1-1,-1 1,1-1,0 1,0-1,-1 1,1-1,0 0,0 1,0-1,0 0,1 0,-1 0,0 0,0 0,1 0,-1 0,1 0,-1 0,1-1,-1 1,1-1,0 1,69 4,114-44,-126 21</inkml:trace>
  <inkml:trace contextRef="#ctx0" brushRef="#br0" timeOffset="72727.827">23209 13957,'-4'-5,"0"4,6 8,6 10,8 11,4 10,7 8,4 2,5-2,3-4,-1-7,0-10,-2-8,-5-11,-7-5</inkml:trace>
  <inkml:trace contextRef="#ctx0" brushRef="#br0" timeOffset="72980.151">23570 13944,'-2'-12,"-1"0,0 2,-2 9,-2 11,-2 10,-2 12,-4 8,-1 8,-3 6,0 4,3 0,4 2,7 0,6-3,7-3,8-3,0-11</inkml:trace>
  <inkml:trace contextRef="#ctx0" brushRef="#br0" timeOffset="73924.362">23490 14277,'4'-26,"-3"19,-4 19,-16 72,4 2,4 0,4 0,3 1,4 0,8 50,8-45,-16-91,-2-4</inkml:trace>
  <inkml:trace contextRef="#ctx0" brushRef="#br0" timeOffset="75028.961">23143 13903,'-8'-5,"8"5,0 1,0-1,0 0,0 0,0 0,0 0,0 1,0-1,0 0,-1 0,1 0,0 0,0 0,0 0,0 1,0-1,-1 0,1 0,0 0,0 0,0 0,0 0,-1 0,1 0,0 0,0 0,0 0,0 0,-1 0,1 0,0 0,0 0,0 0,-1 0,1 0,0 0,0 0,0 0,0 0,-1 0,1 0,0 0,0-1,0 1,0 0,0 0,-1 0,8 28,1 0,1-1,1 0,1-1,2 0,0 0,2-1,1-1,8 8,-22-28,1-1,-1 0,1 0,0 0,0 0,0 0,1 0,-1-1,1 0,-1 0,1 0,0 0,0 0,-1-1,1 1,1-1,-1 0,0-1,0 1,0-1,0 1,0-1,1 0,-1-1,0 1,0-1,0 0,0 0,0 0,0 0,0-1,0 0,0 0,-1 0,1 0,2-2,2-8,-1 0,0-1,0 1,-2-1,1-1,-2 1,0-1,2-11,14-39,-14 49,0 0,2 0,0 1,0 0,1 1,1 0,0 0,1 1,0 1,4-3,7 1,-21 13,-1 0,1 0,-1 0,1 0,-1 0,1 1,-1-1,1 0,-1 0,1 0,-1 1,1-1,-1 0,0 1,1-1,-1 0,1 1,-1-1,0 0,1 1,-1-1,0 1,0-1,1 1,-1-1,0 0,0 1,0-1,0 1,1-1,-1 1,0-1,0 1,0-1,0 1,0-1,0 1,0-1,0 1,-1-1,1 1,0-1,0 1,0-1,0 1,-1-1,1 1,0 0,-51 167,15-48,6 2,5 1,-6 87,28-177,1 0,1 0,2 1,1-1,2 0,1-1,1 1,10 26,-16-59,0 1,0-1,0 0,0 1,0-1,0 1,0-1,0 0,0 1,0-1,0 0,0 1,0-1,1 0,-1 1,0-1,0 0,0 1,1-1,-1 0,0 1,0-1,1 0,-1 0,0 1,0-1,1 0,-1 0,0 1,1-1,-1 0,0 0,1 0,-1 0,1 0,-1 0,0 0,1 0,-1 0,0 1,1-2,-1 1,1 0,-1 0,0 0,1 0,-1 0,0 0,1 0,-1 0,0 0,1-1,-1 1,0 0,1 0,-1-1,0 1,1 0,-1 0,0-1,0 1,1 0,-1 0,0-1,0 1,0 0,0-1,1 1,-1-1,0 1,14-32,-11 26,3-9</inkml:trace>
  <inkml:trace contextRef="#ctx0" brushRef="#br0" timeOffset="75846.753">23637 14745,'21'-2,"-2"-2,-1 2,1 1,0 0,-1 1,1 1,7 2,-23-3,0 1,-1 0,1-1,-1 1,1 0,-1 0,1 0,-1 0,0 1,1-1,-1 1,0-1,0 1,0 0,0 0,0 0,-1 0,1 0,-1 0,1 1,-1-1,0 0,0 1,0-1,0 1,0-1,0 1,-1-1,1 1,-1 0,0-1,0 1,0 0,0-1,0 1,0 0,-1-1,0 3,-6 11,0-1,-1 0,0 0,-1-1,-1 0,-1-1,0 0,0 0,-1-1,-13 9,8-4,-47 55,64-71,1 1,-1-1,0 0,0 1,1-1,-1 0,0 0,1 1,0-1,-1 0,1 0,0 0,-1 0,1 0,0 0,0 0,0 0,0 0,0 0,0 0,0 0,0-1,0 1,0 0,1-1,-1 1,0-1,0 1,1-1,-1 0,0 0,1 1,-1-1,0 0,1 0,-1 0,0 0,1-1,-1 1,0 0,1 0,0-1,0 1,59 2,0-2,0-3,0-2,35-10,-28 3</inkml:trace>
  <inkml:trace contextRef="#ctx0" brushRef="#br0" timeOffset="76349.045">24358 14385,'16'2,"15"1,12 0,14-1,8-1,4 0,0 0,-5-1,-10 0,-10-2,-14-1</inkml:trace>
  <inkml:trace contextRef="#ctx0" brushRef="#br0" timeOffset="76610.868">24706 14198,'0'16,"9"7,14 2,18 0,12-3,9-3,-1 1,-10-2,-12 1,-16 4,-18 5,-22 5,-17 3,-14 2,-7 0,0-2,7-8,13-8</inkml:trace>
  <inkml:trace contextRef="#ctx0" brushRef="#br0" timeOffset="77100.095">25575 14131,'1'5,"1"0,-1 0,1 0,1 0,-1-1,0 1,1-1,0 1,0-1,1 0,-1 0,1 0,0-1,0 1,0-1,0 0,0 0,1 0,-1-1,1 0,0 0,0 0,0 0,0-1,0 1,0-1,0-1,1 1,-1-1,0 0,0 0,1 0,-1-1,0 0,0 0,0 0,0-1,0 1,3-3,7-1,-1 0,0-1,0-1,0 0,-1-1,0-1,-1 0,0 0,0-1,-1-1,0 0,-1-1,-1 0,1 0,-2-1,0 0,0 0,3-10,-9 20,0 0,-1 0,1 0,0-1,-1 1,0 0,0 0,0-1,0 1,-1-1,1 1,-1-1,0 1,0-1,0 1,0-1,-1 1,1-1,-1 1,0-1,0 1,0 0,0-1,-1 1,0 0,1 0,-1 0,0 0,0 0,-3-2,1 5,0 0,1 0,-1 1,0 0,0-1,1 1,-1 0,1 1,-1-1,1 0,-1 1,1 0,0 0,0 0,0 0,0 1,0-1,0 1,0 0,1 0,0 0,-1 0,1 0,0 0,-1 3,-10 14,1 1,0 0,2 1,0 0,1 0,2 1,0 0,2 1,-1 9,-16 220,22-65,2-91,-5 0,-7 37,-14-37,10-66</inkml:trace>
  <inkml:trace contextRef="#ctx0" brushRef="#br0" timeOffset="78060.802">25521 14532,'370'-95,"-173"42,-198 53,1 0,0 1,0-1,0 0,0 1,0-1,0 0,0 1,0-1,0 0,0 1,0-1,0 0,0 1,0-1,0 0,0 1,0-1,0 0,0 1,0-1,0 0,1 0,-1 1,0-1,0 0,0 1,1-1,-1 0,0 0,0 0,1 1,-1-1,0 0,0 0,1 0,-1 1,0-1,1 0,-1 0,0 0,1 0,-1 0,0 0,1 0,-1 0,0 0,1 0,-1 0,0 0,1 0,-1 0,0 0,1 0,-1 0,0 0,1 0,-1-1,0 1,-25 25,21-21,-5 4,3-4,0 0,1 1,0 0,0 0,1 0,-1 1,1 0,0 0,0 0,1 0,0 0,0 1,0 2,4-6,0 0,0 0,0 0,1 0,-1 0,1-1,0 1,0 0,0-1,0 1,0-1,0 0,1 1,-1-1,1 0,0-1,0 1,-1 0,1-1,0 1,0-1,0 0,1 0,-1 0,0-1,0 1,0-1,1 0,-1 0,2 0,8 3,-1 0,1-1,0-1,0 0,0-1,-1 0,1-1,0 0,0-1,-1-1,1 0,-1-1,9-3,-18 5,0 0,0-1,0 1,0-1,-1 0,1 0,-1 0,1 0,-1 0,0 0,0-1,-1 1,1-1,-1 1,1-1,-1 1,0-1,-1 0,1 0,-1 0,1 1,-1-1,0 0,-1 0,1 0,-1 0,1 1,-1-1,-1-1,-1-8,-1 1,-1-1,0 1,0 1,-2-1,1 1,-1 0,-1 0,-51-59,59 69,0 0,1 0,-1 0,0 0,1 0,-1 1,1-1,-1 0,1 0,0 1,-1-1,1 0,0 1,0-1,-1 1,1-1,0 1,0-1,0 1,0 0,-1-1,1 1,0 0,0 0,0 0,0-1,0 1,0 0,0 0,0 0,0 0,0 1,0-1,-1 0,1 0,0 1,0-1,0 0,0 1,0-1,-1 1,1-1,0 1,4-1,22 2,0-2,-1-1,1-1,0-1,-1-1,1-2,-1 0,-1-2,1-1,-1-1,-1-1,0-1,-1-1,0-1,20-17,-35 24,0 0,-1-1,1 0,-1 0,-1-1,0 0,0 0,-1-1,0 1,0-1,-1 0,-1-1,0 1,0 0,-1-1,0 0,-1 0,0 1,-1-1,0 0,0 0,-1 0,-1 1,0-1,0 0,-1 1,-1 0,0-1,0 1,-1 1,0-1,-2-2,5 9,1 1,-1 0,0 1,1-1,-1 0,0 0,0 1,0-1,0 1,0 0,-1-1,1 1,0 0,-1 0,1 1,0-1,-1 0,1 1,-1-1,1 1,-1 0,1 0,-1 0,1 0,-1 1,1-1,-1 0,1 1,-1 0,1 0,-1 0,1 0,0 0,0 0,-2 1,-4 6,0 0,1 1,0 0,1 0,-1 1,2-1,-1 1,1 0,1 1,0-1,1 1,-1 0,1 4,-8 30,1 0,3 1,2 0,1 0,3 0,2 0,4 30,-4-62,0 0,0 0,2 0,0 0,0 0,1 0,1-1,0 0,1 0,0 0,1-1,1 0,0 0,0-1,1 0,1 0,0-1,-7-8,-1 0,1 0,0-1,0 0,0 1,0-1,1 0,-1 0,0-1,0 1,0-1,1 0,-1 0,0 0,1 0,-1 0,0-1,0 1,1-1,-1 0,0 0,0 0,0 0,0-1,0 1,0-1,0 0,-1 0,1 0,68-71,-20-9,-51 82,0 0,0 0,0 1,0-1,0 0,0 0,0 0,0 1,0-1,0 0,1 0,-1 0,0 1,0-1,0 0,0 0,0 0,0 0,1 0,-1 1,0-1,0 0,0 0,0 0,1 0,-1 0,0 0,0 0,0 0,1 1,-1-1,0 0,0 0,0 0,1 0,-1 0,0 0,0 0,1 0,-1 0,-4 36,1-20,2-12,0 0,0 1,1-1,-1 0,1 0,0 0,0 1,0-1,1 0,-1 0,1 0,0 0,0 0,1 0,-1 0,1 0,0 0,0 0,0-1,0 1,1-1,-1 1,1-1,0 0,0 0,0 0,1-1,-1 1,0-1,1 0,0 0,2 1,1-2,-1-1,1 1,0-2,0 1,0-1,0 0,-1 0,1-1,0 0,-1 0,0-1,1 1,-1-1,0-1,0 1,-1-1,1 0,-1-1,1 1,-2-1,1 0,0 0,-1 0,0-1,0 0,-1 0,1 0,-1 0,-1 0,1 0,-1-1,0 0,0 1,-1-1,0-3,0 7,-1-1,0 1,0 0,0 0,-1-1,1 1,-1 0,0 0,0 0,0-1,0 1,0 0,-1 0,1 1,-1-1,0 0,0 0,0 1,0-1,0 1,0 0,-1 0,1 0,-1 0,0 0,0 0,1 1,-1-1,0 1,0 0,-1 0,-2-2,-1 2,0-1,0 1,1 0,-1 1,0-1,0 1,0 1,0-1,0 1,0 0,1 1,-1 0,-3 1,0 1,1 0,-1 1,1 0,0 1,0 0,1 1,-1-1,-3 6,9-10,1 1,-1-1,0 1,1 0,0 0,0 1,0-1,0 0,0 1,0-1,1 1,0-1,0 1,0 0,0-1,0 1,1 0,0 0,0 0,0-1,0 1,0 0,1 0,0 2,11 18</inkml:trace>
  <inkml:trace contextRef="#ctx0" brushRef="#br0" timeOffset="78614.843">27353 14157,'-6'0,"-1"-1,0 2,0-1,1 1,-1 0,0 0,1 0,-1 1,1 0,-1 1,1 0,0-1,0 2,0-1,1 1,-1 0,1 0,0 1,0-1,0 1,0 1,4-4,0 0,0 0,1 0,-1 0,1 0,-1 0,1 0,0 0,0 0,-1 0,2 0,-1 0,0 0,0 0,1 0,-1 0,1 0,-1 0,1 0,0 0,0 0,0 0,0-1,0 1,1 0,-1-1,0 1,1-1,-1 1,2 0,54 40,-47-37,1 3,2-2,0 2,-1-1,1 2,-2 0,0 0,0 1,0 0,-1 1,-1 0,0 1,7 11,-15-20,0 0,0 0,0-1,0 1,-1 0,1 0,-1 0,0 0,0 0,0 0,0 0,0 0,-1 0,1 0,-1 0,0 0,0 0,0-1,0 1,0 0,-1-1,1 1,-1-1,0 1,1-1,-1 1,-1-1,1 0,0 0,0 0,-1-1,1 1,-1 0,0 0,-2 0,0 1,1-1,-1 0,0 0,0 0,0 0,0-1,-1 0,1 0,0-1,0 1,-1-1,1 0,0-1,-1 1,1-1,0 0,0 0,-2-1,5 0,0 1,0-1,1 0,-1 1,1-1,-1 0,1 0,0 0,0 0,0 0,0 0,0 0,0-1,1 1,-1 0,1 0,-1-1,1 1,0 0,0-1,0 1,0 0,0-1,1 1,-1 0,1 0,-1-1,1 1,0 0,0 0,0 0,0 0,0 0,1 0,-1 0,0 0,1 0,0 1,-1-1,1 1,0-1,0 1,0-1,0 1,0 0,1-1,11-7,0 0,0 1,1 1,0 0,1 1,-1 0,1 1,9-1,-6 2,-1-2,0 0,0-1,-1-1,0 0,4-4,-18 10,1 0,-1 0,1-1,-1 0,0 1,0-1,0 0,0-1,0 1,-1 0,0-1,1 0,-1 1,0-1,-1 0,1 0,-1 0,0 0,0 0,0 0,0 0,-1-4,-1 7,1-1,-1 1,0 0,0 0,-1-1,1 1,0 0,0 0,-1 0,1 0,0 1,-1-1,1 0,-1 1,1-1,-1 1,1-1,-1 1,1-1,-1 1,1 0,-1 0,0 0,1 0,-1 0,1 0,-1 1,1-1,-1 0,0 1,1-1,-1 1,1-1,0 1,-1 0,1 0,0 0,-1 0,1 0,0 0,0 0,0 0,-1 1,-3 3,1 0,-1 0,1 0,0 0,1 1,-1 0,1-1,1 1,-1 0,1 1,0-1,0 0,0 1,1-1,0 1,1-1,-1 1,1 0,1-1,-1 1,1-1,0 1,0-1,1 1,0-1,0 0,1 0,-1 0,1 0,1 0,-1-1,1 1,0-1,0 0,1 0,0 1,2-2,0 0,0 0,0-1,1 0,-1 0,1-1,-1 1,1-2,0 1,0-1,0 0,0-1,5 0,25-3</inkml:trace>
  <inkml:trace contextRef="#ctx0" brushRef="#br0" timeOffset="78976.211">28062 14198,'-12'-2,"1"2,-1 0,1 0,-1 1,1 1,-1 0,1 0,0 1,0 0,0 1,1 1,-1-1,1 2,0-1,-3 3,12-7,0 0,0 0,0 0,0 0,0 0,0 1,0-1,0 0,0 0,1 1,-1-1,0 1,1-1,-1 0,1 1,-1-1,1 1,0-1,0 1,0-1,0 1,0-1,0 1,0 0,0-1,1 0,-1 1,0-1,1 1,-1-1,1 1,0-1,-1 0,1 1,0-1,0 0,0 0,0 0,0 1,0-1,0 0,0 0,1-1,-1 1,0 0,1 0,-1-1,0 1,1 0,-1-1,2 1,204 73,-196-70,-4-2,1 1,-1 0,1 0,-1 0,0 1,-1 0,1 0,-1 1,1 0,-1 0,-1 1,5 4,-9-8,-1-1,1 0,-1 1,1-1,-1 1,1 0,-1-1,0 1,0-1,0 1,0-1,0 1,0 0,0-1,-1 1,1-1,0 1,-1-1,0 1,1-1,-1 1,0-1,1 0,-1 1,0-1,0 0,0 0,0 0,-1 1,1-1,0 0,0 0,-1-1,1 1,-1 0,-52 28,51-28,-180 52,181-53,7-3</inkml:trace>
  <inkml:trace contextRef="#ctx0" brushRef="#br0" timeOffset="79343.767">28890 14345,'-18'-5,"0"0,-1 2,0 0,0 1,0 0,0 2,0 1,0 0,0 1,0 1,0 1,-14 4,25-5,0 0,0 0,0 1,0 0,1 0,-1 1,1 0,0 0,1 1,-1 0,1 0,1 0,-1 1,1 0,0 0,0 0,1 1,0-1,0 1,1 0,-3 9,7-13,0 1,0 0,0 0,0 0,1-1,0 1,0-1,0 1,1-1,-1 0,1 0,0 0,0 0,0 0,1-1,-1 0,1 1,0-1,0 0,0-1,0 1,1-1,-1 0,1 0,-1 0,1-1,0 1,0-1,-1 0,1-1,5 1,20 5,1-2,0 0,1-3,-1 0,0-2,0-2,0 0,20-6,18-6</inkml:trace>
  <inkml:trace contextRef="#ctx0" brushRef="#br0" timeOffset="80112.711">29839 14157,'-2'46,"-2"0,-2-1,-2 1,-2-2,-2 1,-8 16,1-14,22-82,13-30,-2 0,-4-2,-2 1,-3-1,-4-46,-6 90,-2 39,7-11,-1 0,1 1,0-1,0 0,0 1,1-1,0 0,0 0,0 0,0 1,1-1,0 0,0-1,1 1,-1 0,1-1,0 1,0-1,0 0,1 0,0 0,-1 0,2-1,-1 0,0 1,0-1,1-1,0 1,-1-1,1 0,0 0,0 0,0-1,1 1,-1-1,0-1,0 1,1-1,6-1,0 0,1-1,-1 0,0-1,0-1,-1 0,1 0,-1-2,0 1,0-1,0-1,-1 1,0-2,0 0,-1 0,0 0,-1-1,0-1,0 1,-1-1,0-1,0 1,-1-1,-1 0,0-1,3-9,-30 58,9-4,1 1,2 0,1 1,1 0,2 1,0 29,4-58,2 1,-1-1,1 1,1 0,-1-1,1 1,0-1,1 0,0 1,0-1,1 0,-1 0,2 0,-1-1,1 1,0-1,0 1,0-1,1-1,0 1,6 4,14 6</inkml:trace>
  <inkml:trace contextRef="#ctx0" brushRef="#br0" timeOffset="80460.389">30375 14104,'-9'14,"1"0,0 1,1 0,1 0,0 1,1 0,1 0,0 0,1 0,1 1,0-1,2 1,0 0,0-1,2 1,0-1,1 1,2 6,-2-15,-1 0,2-1,-1 1,1-1,0 0,0 1,1-2,0 1,0-1,1 1,1 0,-4-4,-1-1,1 0,0 0,-1-1,1 1,0 0,0-1,0 0,0 0,0 0,1 0,-1 0,0 0,0-1,1 0,-1 0,0 0,0 0,1 0,-1 0,0-1,1 0,-1 0,0 0,0 0,0 0,0 0,0-1,1 0,8-8,0-1,-1 0,0 0,-1-1,0 0,-1-1,0 0,-1-1,-1 0,0 0,-1 0,0-1,-1 0,-1 0,0 0,0-9,5-16,-1-1,-2-1,-1-28,-4 39</inkml:trace>
  <inkml:trace contextRef="#ctx0" brushRef="#br0" timeOffset="80712.08">30802 14037,'0'20,"3"17,2 8,5 5,6 2,7 1,3-3,3-1,-2-6,0-5,-4-7,-2-9,-3-7,-2-8,-2-6,-1-8,0-10,-2-2</inkml:trace>
  <inkml:trace contextRef="#ctx0" brushRef="#br0" timeOffset="80864.239">31137 14157,'-18'-9,"-13"2,-11 8,-6 14,-8 17,-4 18,-2 13,1 10,1 8,2 2,11-13</inkml:trace>
  <inkml:trace contextRef="#ctx0" brushRef="#br0" timeOffset="81614.274">26150 14973,'-2'18,"-1"15,-2 14,-3 7,0 4,0 1,0 0,2-3,2-10,2-11</inkml:trace>
  <inkml:trace contextRef="#ctx0" brushRef="#br0" timeOffset="81860.614">26150 15053,'0'19,"5"11,7 9,12 7,11 1,8-1,4-3,0-6,-3-9,-8-10</inkml:trace>
  <inkml:trace contextRef="#ctx0" brushRef="#br0" timeOffset="82012.72">26511 14866,'-9'13,"-6"17,1 14,-1 11,3 7,4 5,2 2,3-1,4-6,2-13</inkml:trace>
  <inkml:trace contextRef="#ctx0" brushRef="#br0" timeOffset="82431.219">26631 15455,'0'-3,"-2"0,-1 2,-2 2,-1 0</inkml:trace>
  <inkml:trace contextRef="#ctx0" brushRef="#br0" timeOffset="83227.091">26712 15107,'-22'24,"21"-24,1 1,0-1,-1 1,1-1,-1 1,1-1,0 1,-1-1,1 0,-1 1,1-1,-1 0,1 1,-1-1,0 0,1 0,-1 0,1 1,-1-1,0 0,1 0,-1 0,1 0,-1 0,0 0,1 0,-1 0,1 0,-1-1,1 1,-1 0,0 0,1 0,-1-1,1 1,-1 0,1-1,-1 1,1 0,-1-1,1 1,0-1,-1 1,1-1,-1 1,1-1,-1 0,1-3,0-1,0 1,0-1,1 1,-1-1,1 1,0-1,0 1,1 0,-1-1,1 1,0 0,0 0,1 0,-1 0,1 1,2-4,-2 2,0 1,0-1,0 1,1 0,-1 0,1 0,0 0,0 1,1-1,-1 1,1 0,-1 1,1-1,0 1,0 0,0 0,1 0,-1 1,0-1,1 1,4 0,-8 3,1 0,0 0,-1 1,0-1,1 1,-1-1,0 1,0 0,0-1,-1 1,1 0,-1 0,1 0,-1 0,0 1,0-1,-1 0,1 1,-1-1,1 0,-1 1,0-1,0 0,-1 1,1-1,-1 0,1 1,-1-1,0 0,-1 1,0 8,-2-3</inkml:trace>
  <inkml:trace contextRef="#ctx0" brushRef="#br0" timeOffset="83863.325">26591 15535,'9'-9,"0"0,-1 0,0-1,-1 0,0 0,-1-1,0 0,-1 0,0 0,-1-1,0 1,0-1,-1 0,-1 0,0 0,-1-1,0-8,2-10,-1 1,-2-1,-1 0,-1 0,-2 0,-3-9,7 39,-1-2,1 0,0 0,-1 0,0 0,0 1,1-1,-2 0,1 1,0-1,0 0,-1 1,0 0,1-1,-1 1,0 0,0 0,0 0,-2-2,2 5,1 0,0 0,-1 0,1-1,0 1,0 1,0-1,0 0,0 0,0 0,0 0,0 1,0-1,0 0,1 1,-1-1,1 1,-1-1,1 1,-1-1,1 1,0-1,0 2,-1-1,0 0,0 1,0-1,0 1,0-1,0 1,1 0,-1-1,1 1,0 0,0-1,0 1,0 0,0 0,0-1,1 1,-1 0,1-1,0 1,0-1,0 1,0-1,0 1,1-1,-1 0,1 1,-1-1,1 0,0 0,0 0,0 0,0-1,0 1,1 0,-1-1,0 0,1 1,0-1,14 4,0-1,0-1,0-1,1-1,-1 0,0-1,1 0,7-3,-6 2,161-8,-178 8,-1 1,0-1,1 1,-1-1,0 1,1 0,-1 0,1 0,-1 0,0 0,1 0,-1 0,1 0,-1 1,0-1,1 0,-1 1,0-1,1 1,-1 0,0-1,0 1,1 0,-1 0,0 0,0 0,0 0,0 0,0 0,0 0,-1 0,1 0,0 1,-1-1,1 0,0 0,-1 1,1-1,-1 0,0 1,0-1,1 1,-1-1,0 0,0 1,0 0,-60 112,58-110,-39 96,41-97,-1 0,1 0,-1 0,1 0,0 0,0 0,0 0,1 0,-1 0,1-1,0 1,0 0,0 0,0 0,0-1,0 1,1 0,-1-1,1 0,0 1,-1-1,1 0,1 0,-1 0,0 0,0 0,1 0,-1-1,1 1,-1-1,1 1,0-1,-1 0,3 0,18 5,-1-2,1-1,0-1,0-1,0-1,0 0,0-2,0-1,12-3,-24 4,197-35,-188 33</inkml:trace>
  <inkml:trace contextRef="#ctx0" brushRef="#br0" timeOffset="84427.859">28035 15187,'147'-11,"-144"10,0 1,0 0,1 0,-1 0,0 0,0 1,0-1,1 1,-1 0,0 0,0 0,0 0,0 0,0 1,0 0,-1-1,1 1,0 0,-1 0,0 0,1 1,-1-1,0 0,0 1,0 0,0-1,-1 1,1 0,-1 0,0 0,1 0,-1 0,-1 0,1 0,0 2,-3 7,-1-1,0 1,-1-1,0 0,-1 0,0-1,-1 1,0-1,-1 0,0-1,0 0,-1 0,0 0,0-1,-3 2,-118 118,128-127,0-1,0 1,0 0,1 0,-1 0,0-1,1 1,-1 0,1 0,-1 0,1 0,-1 0,1 0,0 0,-1 0,1 0,0 0,0 0,0 0,0 0,0 0,0 0,0 0,0 1,0-1,1 0,-1 0,0 0,1 0,-1 0,0 0,1 0,-1-1,1 1,0 0,-1 0,1 0,0 0,0-1,-1 1,1 0,0-1,0 1,0 0,0-1,0 1,0-1,0 0,54 13,65-5,117-9,-133-1,-47 1</inkml:trace>
  <inkml:trace contextRef="#ctx0" brushRef="#br0" timeOffset="88245.353">22768 14639,'-70'-29,"-70"-36,-4 7,-111-29,80 29,-544-224,464 170,-5 12,-4 11,-4 11,-176-23,327 87,1 4,-1 6,-35 6,6-12,62 23,48-4,40-13,6-1</inkml:trace>
  <inkml:trace contextRef="#ctx0" brushRef="#br0" timeOffset="88711.159">19212 13369,'-2'-1,"1"0,0 0,-1 0,1 0,-1 0,1 1,-1-1,1 1,-1-1,0 1,1-1,-1 1,0 0,1 0,-1 0,1 0,-1 0,0 0,1 0,-1 0,0 1,1-1,-1 1,1-1,-1 1,1 0,-1 0,1-1,-1 1,1 0,0 0,-1 0,1 0,0 1,0-1,0 0,0 0,0 1,0-1,0 1,0-1,1 1,-1-1,0 1,0-1,-141 157,137-154,4-4,1 0,-1 0,0 0,0 1,0-1,0 0,1 0,-1 1,0-1,0 0,1 1,-1-1,0 1,1-1,-1 1,0 0,1-1,-1 1,1-1,-1 1,1 0,-1 0,1-1,-1 1,1 0,0 0,-1 0,1-1,0 1,0 0,0 0,-1 0,1 0,0-1,0 1,0 0,1 0,-1 0,0 0,0-1,0 1,0 0,1 0,-1 0,1-1,-1 1,0 0,1 0,-1-1,1 1,-1 0,1-1,0 1,-1 0,1-1,0 1,109 18,52 60,-86-36,-75-42,-1-1,1 1,0-1,0 1,0-1,0 1,0-1,0 1,0-1,0 0,0 0,0 0,1 0,-1 1,0-1,0-1,0 1,0 0,0 0,0 0,0 0,0-1,0 1,0 0,0-1,0 1,0-1,0 0,0 1,0-1,0 1,-1-1,1 0,0 0,0 0,-1 1,1-1,-1 0,1 0,-1 0,1 0,-1 0,1 0,-1 0,0 0,1 0,-1 0,0 0,0 0,0-1,0 1,0 0,0 0,0 0,0 0,-1 0,1 0,0 0,-1 0,1 0,-1 0,1-23,-2 0,0 0,-2 0,0 1,-2 0,-1 0,0 0,-2 1,-1 0,0 0,-4-4,4 6,10 20,0-1,0 1,0 0,0-1,0 1,0 0,0-1,0 1,0-1,0 1,0 0,0-1,0 1,0 0,1-1,-1 1,0 0,0-1,0 1,1 0,-1-1,0 1,0 0,1-1,-1 1,0 0,1 0,-1 0,0-1,1 1,-1 0,0 0,1 0,-1 0,0-1,1 1,-1 0,0 0,1 0,-1 0,1 0,-1 0,0 0,1 0,-1 0,1 0,-1 1,0-1,1 0,-1 0,0 0,1 0,-1 0,0 1,1-1,0 0,17 3</inkml:trace>
  <inkml:trace contextRef="#ctx0" brushRef="#br0" timeOffset="90307.911">23918 8957,'-51'16,"-97"10,-1-7,-1-6,0-7,0-6,-109-16,-798-67,882 72,-347-19,-74 24,356 26,0 10,-212 56,317-59,-43 11,179-38,-1 0,1 1,-1-1,0 0,1 0,-1 1,1-1,-1 0,0 0,1 1,-1-1,0 1,1-1,-1 0,0 1,0-1,1 0,-1 1,0-1,0 1,0-1,0 1,1-1,-1 1,0-1,0 1,0-1,0 0,0 1,0-1,0 1,0-1,-1 1,1-1,0 1,0-1,0 1,0-1,-1 0,1 1,0-1,0 1,-1-1,1 0,0 1,-1-1,1 0,0 1,-1-1,1 0,0 1,-1-1,1 0,-1 0,1 0,0 1,-1-1,1 0,-1 0,1 0,-1 0,1 0,-1 0,1 0,0 1,0-1,-1 1,1 0,0 0,0-1,0 1,0 0,0-1,-1 1,1-1,0 1,-1 0,1-1,0 1,-1-1,1 1,-1-1,1 1,-1-1,1 1,-1-1,1 1,-1-1,0 0,1 1,-1-1,1 0,-1 0,0 1,1-1,-1 0,0 0,1 0,-1 0,0 0,1 0,-1 0,0 0,1 0,-1 0,0 0,0-1,-3 2,-52 17,-1-2,-1-3,0-2,-42 1,100-12,0 0,0 0,1-1,-1 1,0 0,0 0,0 0,0 0,0 0,1 0,-1 0,0-1,0 1,0 0,0 0,0 0,0 0,0 0,0-1,0 1,0 0,0 0,0 0,0 0,0-1,0 1,0 0,0 0,0 0,0 0,0-1,0 1,0 0,0 0,0 0,0 0,0-1,0 1,0 0,0 0,0 0,0 0,0 0,-1-1,1 1,2-1,7-5</inkml:trace>
  <inkml:trace contextRef="#ctx0" brushRef="#br0" timeOffset="90846.472">19038 9051,'11'-6,"-17"29,-118 136,123-159,0 0,1 1,-1-1,0 0,1 1,-1-1,0 1,1-1,-1 0,1 1,-1-1,0 1,1 0,-1-1,1 1,0-1,-1 1,1 0,-1-1,1 1,0 0,0-1,-1 1,1 0,0 0,0-1,0 1,0 0,0 0,0-1,0 1,0 0,0 0,0-1,0 1,0 0,1 0,-1-1,0 1,0 0,1-1,-1 1,1 0,-1-1,1 1,-1 0,1-1,-1 1,74-24,-54 17,0 2,1 0,-1 1,1 1,0 1,0 1,-1 1,1 1,0 0,-1 2,1 0,-1 2,0 0,-1 1,5 3,-22-9,29 9,-30-10,-1 0,1 0,0 0,-1 0,1 0,0 0,-1-1,1 1,-1 0,1 0,-1-1,1 1,0 0,-1-1,1 1,-1 0,0-1,1 1,-1-1,1 1,-1-1,0 1,1-1,-1 1,0-1,1 0,-1 1,0-1,0 1,0-1,1 0,-1 1,0-1,0 0,0 1,0-1,0 0,0 1,0-1,-1 1,1-1,0 0,0 1,0-1,-1 1,1-1,-1 0,-3-12,-1 0,0 0,-1 0,0 1,-1 0,-1 0,0 0,0 1,-3-1,6 5,2 3,-2-4,-1-1,-1 1,0 1,0-1,0 1,-1 0,0 0,0 1,-8-4,16 10,-1 0,1-1,0 1,-1 0,1 0,0 0,0 0,-1 0,1 0,0 0,-1 0,1 0,0 0,-1 0,1 0,0 0,-1 0,1 0,0 0,0 0,-1 0,1 1,0-1,0 0,-1 0,1 0,0 0,0 1,-1-1,1 0,0 0,0 1,0-1,-1 0,1 0,0 1,0-1,0 0,0 0,0 1,0-1,-1 0,1 1,0-1,0 0,0 0,0 1,0-1,0 0,0 1,0-1,0 0,0 1,1-1,-1 0,0 0,0 1,0-1,0 0,0 1,1-1,-1 0,0 0,0 1,0-1,1 0,-1 0,0 0,0 1,1-1,10 24,38 47,-21-34</inkml:trace>
  <inkml:trace contextRef="#ctx0" brushRef="#br0" timeOffset="111924.897">29158 16964,'23'0,"25"3,26 0,22 0,20 0,9-6,-17-2</inkml:trace>
  <inkml:trace contextRef="#ctx0" brushRef="#br0" timeOffset="110965.729">29386 17259,'4'22,"7"18,5 10,9 6,10 0,6-2,2-4,1-8,-3-9,-5-8,-7-8,-7-7,-4-7,-3-9,-4-3</inkml:trace>
  <inkml:trace contextRef="#ctx0" brushRef="#br0" timeOffset="111127.838">29746 17286,'-16'2,"-12"8,-8 11,-2 11,-2 12,1 7,6 6,5 3,6 0,6-3,7-5,4-11</inkml:trace>
  <inkml:trace contextRef="#ctx0" brushRef="#br0" timeOffset="111363.852">30000 17620,'12'-3,"1"1,0 0,-1 1,1 0,0 1,0 0,-1 1,1 0,0 2,7 1,-18-4,0 1,-1-1,1 1,-1 0,1 0,-1-1,1 1,-1 0,1 0,-1 0,0 0,0 1,1-1,-1 0,0 0,0 1,0-1,0 1,-1-1,1 1,0-1,-1 1,1-1,-1 1,1 0,-1-1,0 1,1 0,-1-1,0 1,0 0,0-1,-1 1,1 0,0-1,-1 1,1 0,-1-1,1 1,-1-1,0 2,-44 63,37-55,0-2,1-1,0 0,0 1,1 0,0 0,0 1,1-1,1 1,-1 0,1 1,1-1,-1 3,4-11,0 0,0 0,0 1,1-1,-1 0,0-1,1 1,-1 0,1 0,0 0,-1 0,1 0,0 0,0-1,0 1,1 0,-1-1,0 1,1-1,-1 1,1-1,-1 0,1 0,-1 1,1-1,0 0,0 0,0-1,-1 1,2 0,62 12,-19-12,-1-2,1-3,-1-1,0-2,11-5,9-2</inkml:trace>
  <inkml:trace contextRef="#ctx0" brushRef="#br0" timeOffset="109475.677">27714 17245,'-7'14,"-2"11,0 8,2 8,0 6,-1 4,-2 2,-1-1,-1-2,1-5,1-6,2-10</inkml:trace>
  <inkml:trace contextRef="#ctx0" brushRef="#br0" timeOffset="109627.791">27594 17767,'2'0,"3"0,8 0,8-2,10-4,9 1,4-3,1-1,-6 0</inkml:trace>
  <inkml:trace contextRef="#ctx0" brushRef="#br0" timeOffset="109878.124">27607 17219,'25'0,"20"0,13 0,6-2,-1-1,-11 0</inkml:trace>
  <inkml:trace contextRef="#ctx0" brushRef="#br0" timeOffset="110228.7">27928 17500,'31'-1,"-20"0,0 1,0-1,0 2,0-1,0 2,-1-1,1 1,0 1,-1 0,1 1,-1 0,1 1,-9-4,0 0,-1 0,1 0,0 1,-1-1,1 1,-1-1,1 1,-1 0,0-1,0 1,0 0,0 0,0 0,0 0,0 0,-1 0,1 0,-1 0,1 0,-1 0,0 0,0 0,0 1,0-1,0 0,0 0,-1 0,1 0,-1 0,0 0,1 0,-1 0,0 0,0 0,0 0,0 0,0-1,-1 1,1 0,-1-1,-63 66,15-27,50-39,1 0,0 0,-1 0,1 0,0 0,0 0,0 0,0 0,0 0,0 0,0 0,0-1,0 1,0 0,0-1,0 1,1-1,-1 1,0-1,1 0,-1 1,0-1,0 0,1 0,-1 0,0 0,1 0,-1 0,1-1,1 2,35 5,-12-4,1 2,-1 2,0 0,0 1,-1 2,0 1,5 3,-27-12,0 0,-1 0,1 1,-1-1,1 1,-1 0,0-1,1 1,-1 0,0 0,0 0,0 1,-1-1,1 0,-1 1,1-1,-1 1,0 0,1-1,-1 1,-1 0,1 0,0-1,-1 1,1 0,-1 0,0 0,0 0,0 0,-1 0,1-1,0 1,-1 0,0 0,0 0,0 1,-6 5,-1-1,0 0,0 0,-1 0,0-1,-1 0,1-1,-1 0,0-1,0 0,-1 0,0-1,0-1,0 1,0-2,0 0,-1 0,-21 1,9-5</inkml:trace>
  <inkml:trace contextRef="#ctx0" brushRef="#br0" timeOffset="110459.085">28517 17473,'6'0,"10"0,11 0,7-2,6-1,-3 0,-7 0</inkml:trace>
  <inkml:trace contextRef="#ctx0" brushRef="#br0" timeOffset="110713.405">28530 17633,'18'5,"17"-1,17-4,13-3,9-5,-8 0</inkml:trace>
  <inkml:trace contextRef="#ctx0" brushRef="#br0" timeOffset="104312.338">24426 16029,'-9'16,"-3"14,2 11,8 9,9 6,6 0,4 1,0-2,-3-2,-4-4,-3-10</inkml:trace>
  <inkml:trace contextRef="#ctx0" brushRef="#br0" timeOffset="104562.67">24345 16644,'21'-7,"13"-4,8-3,1 1,-2 3,-6 5,-6 4,-6 4,-7 1</inkml:trace>
  <inkml:trace contextRef="#ctx0" brushRef="#br0" timeOffset="104735.799">24439 16016,'4'0,"12"2,10 1,12 0,-2-1</inkml:trace>
  <inkml:trace contextRef="#ctx0" brushRef="#br0" timeOffset="105047.582">24759 16591,'8'7,"-1"0,1 0,1 0,-1-1,1 0,0-1,1 0,-1 0,1-1,0 0,0-1,0 0,0-1,1 0,7 1,-11-2,0-1,0 1,1-1,-1-1,0 1,1-1,-1 0,0-1,0 0,0 0,0 0,0-1,-1 0,1 0,-1-1,0 0,0 0,0 0,0-1,-1 0,0 0,5-5,-8 6,0 0,0 0,0 0,0 0,-1 0,0 0,1-1,-2 1,1 0,0-1,-1 1,0 0,0-1,0 1,0-1,-1 1,0 0,0 0,0-1,0 1,-1 0,0 0,0 0,0 0,0 0,0 1,-1-1,0 1,1-1,-1 1,0 0,-1 0,1 0,-1 1,1-1,-1 1,0 0,0 0,0 0,0 0,0 1,0-1,0 1,-2 0,1-1,0-1,0 1,0 1,-1-1,1 1,0 0,-1 0,1 0,0 1,-1 0,1 0,-1 0,1 1,0 0,-1 0,1 0,0 1,0-1,0 1,0 1,0-1,0 1,0-1,1 1,-1 1,1-1,0 1,0-1,0 1,1 0,-1 1,1-1,0 1,0-1,1 1,-1 0,0 3,2-3,0-1,0 1,1 0,0 0,0-1,0 1,0 0,1-1,-1 1,1 0,1-1,-1 1,1-1,-1 1,1-1,1 0,-1 0,0 0,1 0,0 0,0 0,0-1,1 1,-1-1,1 0,-1 0,1-1,0 1,4 1,25 14</inkml:trace>
  <inkml:trace contextRef="#ctx0" brushRef="#br0" timeOffset="105249.557">25321 16230,'9'4,"10"2,11 0,7-2,1 0,-4-2</inkml:trace>
  <inkml:trace contextRef="#ctx0" brushRef="#br0" timeOffset="105411.121">25401 16430,'23'5,"19"1,15-3,10-4,5-1,-10-1</inkml:trace>
  <inkml:trace contextRef="#ctx0" brushRef="#br0" timeOffset="105641.507">26030 16136,'11'20,"11"14,8 8,6 4,4 0,-1-3,-2-3,-3-5,-2-6,-5-8,-2-7,-6-6</inkml:trace>
  <inkml:trace contextRef="#ctx0" brushRef="#br0" timeOffset="105895.825">26311 16149,'-16'11,"-8"11,-4 13,-1 12,-2 9,2 7,-1 4,4 1,4-1,5-12</inkml:trace>
  <inkml:trace contextRef="#ctx0" brushRef="#br0" timeOffset="106164.621">26525 16404,'19'-9,"0"1,0 1,1 0,0 2,0 0,1 2,-1 0,4 1,-22 2,0 0,-1 0,1 0,0 0,-1 0,1 0,0 1,-1-1,1 1,0-1,-1 1,1 0,-1 0,1-1,-1 1,1 0,-1 0,0 0,0 1,1-1,-1 0,0 0,0 1,0-1,0 1,0-1,0 1,-1-1,1 1,-1-1,1 1,-1 0,1-1,-1 1,0 0,0-1,1 1,-1 0,-1-1,1 1,0 0,0 0,-1-1,1 1,-1-1,1 1,-1 0,0-1,1 1,-1-1,0 1,-8 17,0 0,-1-1,-1 1,0-2,-2 0,-2 2,-42 65,56-83,-1 0,1 1,0-1,0 0,0 1,0 0,0-1,0 1,1 0,-1-1,1 1,-1 0,1 0,-1-1,1 1,0 0,0 0,0 0,0-1,0 1,0 0,1 0,-1 0,1-1,-1 1,1 0,-1 0,1-1,0 1,0 0,0-1,0 1,0-1,0 1,70 11,-15-15,0-2,0-3,4-3,-1 0,7 1</inkml:trace>
  <inkml:trace contextRef="#ctx0" brushRef="#br0" timeOffset="107245.388">24546 17299,'-11'87,"-5"40,2 109,24-157,-11-80,1 0,-1 1,1-1,-1 0,1 0,-1 1,1-1,0 0,0 0,-1 1,1-1,0 0,0 0,0 0,0 0,0 1,0-1,0 0,0 0,0 0,0 0,1 1,-1-1,0 0,0 0,1 0,-1 1,1-1,-1 0,1 1,-1-1,1 0,-1 1,1-1,-1 0,1 1,0-1,-1 1,1-1,0 1,0 0,-1-1,1 1,0 0,0-1,-1 1,1 0,0 0,0 0,0 0,0 0,0 0,51-11,-49 11,131-7,-112 8</inkml:trace>
  <inkml:trace contextRef="#ctx0" brushRef="#br0" timeOffset="107497.711">24439 17326,'20'-11,"17"-5,10 2,9 2,4 4,1 2,-11 4</inkml:trace>
  <inkml:trace contextRef="#ctx0" brushRef="#br0" timeOffset="107643.323">25000 17726,'-5'14,"-3"14,0 8,0 5,3 1,1-1,2-4,1-7,1-8</inkml:trace>
  <inkml:trace contextRef="#ctx0" brushRef="#br0" timeOffset="107843.788">25227 17526,'14'0,"13"-2,12-3,10-3,4-3,-8 1</inkml:trace>
  <inkml:trace contextRef="#ctx0" brushRef="#br0" timeOffset="108103.613">25348 17700,'20'0,"19"-2,15-6,14-3,3-5,-11 1</inkml:trace>
  <inkml:trace contextRef="#ctx0" brushRef="#br0" timeOffset="108348.958">25963 17286,'0'20,"0"17,0 10,0 9,-2 3,-4 2,-2-3,-2-5,0-7,2-10</inkml:trace>
  <inkml:trace contextRef="#ctx0" brushRef="#br0" timeOffset="108600.811">25909 17807,'12'-2,"10"-3,10-4,7-1,2 0,-3 0,-7 1</inkml:trace>
  <inkml:trace contextRef="#ctx0" brushRef="#br0" timeOffset="108601.811">25896 17232,'18'-2,"18"-1,14 2,7 4,-6 2</inkml:trace>
  <inkml:trace contextRef="#ctx0" brushRef="#br0" timeOffset="108880.065">26231 17633,'10'-8,"0"1,1 0,0 0,0 1,1 0,0 1,0 0,0 1,1 1,-1 0,1 0,1 1,-12 2,1 0,-1 0,0 0,0 0,0 0,0 0,1 1,-1-1,0 1,0 0,0 0,0-1,0 1,0 0,0 1,-1-1,1 0,0 1,-1-1,1 1,-1-1,1 1,-1-1,0 1,1 0,-1 0,0 0,0 0,0 0,-1 0,1 0,0 0,-1 0,1 0,-1 0,0 1,0-1,0 0,0 0,0 0,0 2,-24 88,-45 49,68-139,1-1,-1 1,0-1,1 1,-1 0,1-1,0 1,-1 0,1-1,0 1,0 0,0-1,0 1,0 0,1-1,-1 1,0 0,1-1,-1 1,1 0,0-1,-1 1,1-1,0 1,0-1,0 0,0 1,0-1,0 0,1 0,-1 0,0 1,1-1,-1-1,1 1,-1 0,1 0,-1 0,1-1,-1 1,1-1,0 1,-1-1,1 0,0 0,-1 0,1 1,0-2,0 1,0 0,14-1,0 0,0-1,0-1,0 0,0-1,-1-1,11-4,23-9</inkml:trace>
  <inkml:trace contextRef="#ctx0" brushRef="#br0" timeOffset="109129.602">26845 17460,'14'0,"13"0,14 0,6 0,-4 0</inkml:trace>
  <inkml:trace contextRef="#ctx0" brushRef="#br0" timeOffset="109298.154">26925 17713,'21'2,"17"-1,15-3,9-6,7-6,-7-1</inkml:trace>
  <inkml:trace contextRef="#ctx0" brushRef="#br0" timeOffset="113812.366">23958 15895,'-2'-1,"0"0,-1 0,1 0,0 0,-1 0,1 0,-1 0,1 1,-1-1,1 1,-1 0,1 0,-1 0,1 0,-1 0,0 1,1-1,0 1,-1 0,1-1,-1 1,1 0,0 0,-1 1,1-1,0 0,0 1,0-1,0 1,0 0,0 0,1 0,-1 0,-1 1,-8 15,0-1,1 1,1 1,1 0,0 0,1 1,2 0,0 0,1 0,0 1,1 9,2-14,1 0,0 1,1-1,1 1,0-1,1 0,1 0,1 0,0 0,1-1,4 8,99 153,-106-172,10 15,-1-5,-1 1,0 0,-1 0,-1 1,-1 0,0 1,-1 0,-1 0,0 0,-2 1,0 0,-1 0,-3-10,-1-1,0 0,0 0,-1 0,0 0,0 0,0 0,-1 0,0-1,-1 1,0-1,0 0,0 0,0 0,-1-1,0 0,0 0,-1 0,1 0,-1-1,-3 3,-7 3,1-1,-2 0,1-1,-1-1,0-1,0 0,-17 3,26-7,31-7,-10 4,1 0,-1 0,1 1,-1 1,1 1,-1 0,0 0,0 1,0 1,8 3,-15-4,0-1,0 1,0 0,-1 1,1-1,-1 1,0 0,0 1,0-1,-1 1,1 0,-1 0,-1 0,1 1,-1-1,1 1,-2 0,1 0,-1 0,0 0,0 1,0-1,-1 2,0 12,-1 0,-1 0,0 0,-2-1,0 1,-1-1,-1 1,-1-1,-1-1,-1 1,-5 8,-81 174,53-121,4 3,-5 25,37-97,1 0,0 1,1 0,1 0,0 0,0 0,1 0,0 0,2 0,-1 0,1 1,1-1,0 0,1 0,0 0,45 53,16-19</inkml:trace>
  <inkml:trace contextRef="#ctx0" brushRef="#br1" timeOffset="124210.666">23396 15775,'-30'12,"-1"2,2 1,0 1,1 2,1 1,0 1,2 1,0 1,2 1,0 2,-4 14,2 2,2 1,2 0,1 2,3 0,2 1,1 1,3 0,1 1,3 0,1 1,3-1,2 1,2 7,2 11,2-1,3 0,3 0,3-1,2 0,4-1,11 24,-9-22,2-1,4-1,2-1,2-2,3-1,9 6,-7-19,3-1,2-3,1-1,29 19,-44-41,1-1,1-2,0-1,1-2,1 0,0-2,1-2,-1-1,2-1,6-1,41 13,-1 5,76 32,-90-30,1-3,1-2,1-4,34 3,312 2,229-10,-251-11,-38 13,-24 12,-190-11,177 1,-151-11,68 15,-85 2,178 18,-121-32,320 27,-319-12,127-5,-180-10,120 21,-214-21,1-4,0-1,0-4,0-2,28-7,235-32,-248 34,0-3,0-4,-2-4,49-18,-112 33,-1-1,1 0,-1-1,0 0,0-1,0 0,-1 0,0-1,-1-1,0 0,0 0,6-10,171-203,-164 187,-3 0,0-1,-3 0,-1-2,-1 1,-3-2,0 0,-3 0,2-32,-6 54,33-191,-1-62,-30 185,-3 1,-8-77,3 143,0 0,-1-1,-1 1,-1 0,-1 1,0-1,-1 1,-1 1,0-1,-2 1,0 1,0 0,-2 0,0 1,0 0,-1 1,-1 1,-3-3,-185-127,165 116,-2 1,-1 3,-1 1,0 2,-2 1,0 3,-25-6,-191-37,-24 8,-8-1,-455-60,496 78,-490-64,212 53,16 21,-76-34,411 47,-79 8,-135-7,-277-33,243 28,-86 15,473 1,0 1,0 3,0 1,1 1,0 2,0 2,2 1,-17 10,-284 118,250-98,72-31</inkml:trace>
  <inkml:trace contextRef="#ctx0" brushRef="#br1" timeOffset="132146.087">18864 11938,'-852'0,"647"14,176-15,8 0,0 0,0 1,0 2,0 0,0 1,1 1,-1 0,1 2,0 1,-12 5,25-8,1 1,0-1,1 1,-1 0,1 0,0 1,0 0,1 0,0 0,0 0,0 0,0 1,1 0,1 0,-1 0,1 0,-1 2,-12 127,15-107,-2-12,2 0,0 0,0 0,2 0,0 0,1 0,0-1,2 1,0-1,0 0,2 0,0-1,1 1,3 3,-6-11,0 0,1-1,0 0,0 0,0 0,1-1,0 0,0-1,1 1,-1-1,1 0,0-1,1 0,-1-1,9 3,38 5,1-3,1-2,20-3,158 8,-26-22,42 10,-133 1,41-13,-149 12,-1 1,1-2,0 1,-1-2,1 1,-1-1,0 0,0-1,0 0,0-1,-1 0,0 0,0 0,0-1,1-2,-4 1,0 0,0 0,-1 0,0-1,0 1,-1-1,0 0,0 0,-1 0,0-1,3-8,5-17,-1-1,-2 0,-2 0,-1-1,-2 0,-1 0,-2-2,0 27,0 0,-1 1,-1-1,0 1,-1-1,1 1,-2 0,0 0,0 0,-1 1,0 0,0 0,-1 0,0 1,-1 0,0 1,0-1,0 1,-1 1,0 0,-1 0,1 1,-1 0,0 0,0 1,-1 1,1 0,-1 0,0 1,1 0,-1 1,0 0,0 1,0 0,0 1,-5 1,13-2,0 1,0 0,0 0,-1 0,1 0,0 0,0 1,1-1,-1 1,0 0,0 0,1 0,-1 0,1 0,0 0,0 1,0 0,0-1,0 1,0 0,1 0,-1 0,1 0,0 0,-1 1,0 8</inkml:trace>
  <inkml:trace contextRef="#ctx0" brushRef="#br1" timeOffset="133315.533">19158 12299,'0'-2,"2"-1,6 0,10-2,11-2,15-2,15-2,16-3,12-2,6-1,-1 1,-5 2,-10 3,-14 2,-16 3,-14 0,-15 1</inkml:trace>
  <inkml:trace contextRef="#ctx0" brushRef="#br1" timeOffset="133563.87">20321 11805,'0'2,"-2"5,-3 7,-1 7,-1 7,0 5,1 5,2 2,2-2,3-1,1-4,4-5,-1-4,2-3,0-1,-2-3,-1-4</inkml:trace>
  <inkml:trace contextRef="#ctx0" brushRef="#br1" timeOffset="133816.708">20228 12272,'2'0,"6"-2,3-1,7-2,2-2,3-1,2 2,-2 1,-1 2,-8-1,-5 0</inkml:trace>
  <inkml:trace contextRef="#ctx0" brushRef="#br1" timeOffset="134163.148">20214 11764,'-7'-2,"1"-1,5 0,7-1,10-1,9-1,7-2,5 0,0-1,-1 2,-4 1,-6 2,-7 2</inkml:trace>
  <inkml:trace contextRef="#ctx0" brushRef="#br1" timeOffset="134531.21">20548 12206,'1'5,"0"0,0 0,0 0,1 0,-1 0,1-1,0 1,1 0,-1-1,1 0,0 1,0-1,0 0,0 0,1-1,0 1,0-1,0 0,0 0,0 0,0 0,1-1,0 0,-1 0,1 0,0 0,0-1,0 0,0 0,0 0,0-1,0 1,0-1,0 0,0-1,1 1,-1-1,0 0,0 0,-1-1,1 0,0 1,4-4,0 1,-1-1,1 0,-1-1,-1 0,1 0,-1 0,0-1,0 0,-1-1,-4 6,0 0,0-1,0 1,-1-1,1 1,0-1,-1 0,0 1,0-1,0 0,0 0,0 0,-1 0,1 0,-1 0,0 0,0 0,0 0,0 0,0 0,-1 0,1 0,-1 0,0 0,0 0,0 0,0 0,0 1,-1-1,0-1,-4 0,0-1,0 1,0 0,0 1,-1-1,1 1,-1 1,0-1,0 1,0 0,0 1,0-1,0 2,-1-1,1 1,0 0,0 0,-1 1,1 0,0 0,0 1,-6 1,-11 5,0 1,0 0,1 2,0 1,1 1,0 0,-17 16,9-7</inkml:trace>
  <inkml:trace contextRef="#ctx0" brushRef="#br1" timeOffset="147860.225">15870 11805,'9'16,"5"9,3 6,0-1,1 0,-2-4,1-1,1-3,-1-3,-1-2,-1-4,-1-2,0-3,-3-3</inkml:trace>
  <inkml:trace contextRef="#ctx0" brushRef="#br1" timeOffset="148114.544">16030 11791,'-9'7,"-7"9,-7 11,-5 7,-2 8,-2 5,4 4,3 0,4-4,6-5,5-11</inkml:trace>
  <inkml:trace contextRef="#ctx0" brushRef="#br1" timeOffset="148564.849">16097 11912,'39'-10,"56"-3,-94 13,-1 0,1 0,0 0,0 0,0 0,0 0,0 0,0 1,0-1,0 0,0 0,0 1,0-1,0 1,-1-1,1 1,0-1,0 1,-1 0,1-1,0 1,-1 0,1-1,0 1,-1 0,1 0,-1 0,1-1,-1 1,0 0,1 0,-1 0,0 0,0 0,1 0,-1 0,0 0,0 0,0 0,0 0,0 0,-1 0,1 0,0 0,0 0,-1-1,1 1,-22 43,21-42,-80 100,80-102,1 0,-1 1,0-1,1 1,-1-1,1 1,-1-1,1 1,0 0,-1-1,1 1,0-1,-1 1,1 0,0-1,-1 1,1 0,0-1,0 1,0 0,0 0,0-1,0 1,0 0,0-1,0 1,0 0,0 0,0-1,1 1,-1 0,0-1,0 1,1 0,-1-1,0 1,1-1,-1 1,1 0,-1-1,1 1,-1-1,1 1,-1-1,1 0,0 1,-1-1,1 1,0-1,-1 0,1 0,0 1,-1-1,1 0,44 3,189-38,-181 26</inkml:trace>
  <inkml:trace contextRef="#ctx0" brushRef="#br1" timeOffset="159848.58">7300 13182,'12'18,"7"11,6 7,1 4,-2 2,-3-1,-2-4,-5-3,-4-5,-3-5,-1-7</inkml:trace>
  <inkml:trace contextRef="#ctx0" brushRef="#br1" timeOffset="160103.411">7461 13168,'-14'23,"-6"16,-3 11,1 6,2 5,1 1,3-3,3-12</inkml:trace>
  <inkml:trace contextRef="#ctx0" brushRef="#br1" timeOffset="160382.242">7515 13382,'8'-5,"1"-1,1 2,-1-1,1 2,0-1,0 1,0 0,0 1,0 1,0-1,1 1,-1 1,1 0,-1 1,0 0,3 1,-11-1,1 0,0 0,-1 1,1 0,-1-1,0 1,0 0,1 0,-1 0,0 0,-1 1,1-1,0 0,-1 1,1 0,-1-1,0 1,0 0,0-1,0 1,0 0,-1 0,1 0,-1 0,0 0,0 0,0-1,0 3,-18 80,-17-7,35-77,-1 0,1-1,0 1,0 0,-1-1,1 1,0 0,0 0,0-1,0 1,0 0,0 0,0-1,0 1,0 0,0 0,1-1,-1 1,0 0,0-1,1 1,-1 0,1-1,-1 1,0 0,1-1,-1 1,1-1,-1 1,1-1,0 1,-1-1,1 1,-1-1,1 1,0-1,-1 0,1 0,0 1,0-1,-1 0,1 0,0 0,-1 0,1 1,0-1,0 0,-1 0,1-1,0 1,0 0,-1 0,1 0,0 0,0-1,-1 1,1 0,48-13,-48 12,47-18,1-3</inkml:trace>
  <inkml:trace contextRef="#ctx0" brushRef="#br1" timeOffset="162112.384">11886 13288,'0'-2,"2"-1,4 0,2 5,4 7,8 7,4 7,6 4,1 4,3 2,-2 0,-2-2,-4-3,-4-5,-6-3,-3-6,-4-9,-4-6</inkml:trace>
  <inkml:trace contextRef="#ctx0" brushRef="#br1" timeOffset="162366.738">12140 13235,'-14'20,"-8"19,-9 13,-4 15,-7 11,-4 8,-6 4,6-14</inkml:trace>
  <inkml:trace contextRef="#ctx0" brushRef="#br1" timeOffset="163291.781">12327 13489,'6'-5,"0"1,1 0,0 0,0 1,0-1,0 1,0 1,1 0,-1 0,1 0,0 1,-1 0,1 0,6 1,-12 0,0 0,1-1,-1 2,0-1,0 0,0 0,0 1,0-1,0 1,0 0,0 0,0-1,0 1,0 0,0 1,-1-1,1 0,0 0,-1 1,1-1,-1 1,1 0,-1-1,0 1,0 0,0 0,0 0,0-1,0 1,0 0,0 0,-1 1,1-1,-1 0,0 0,0 0,1 0,-1 1,-15 82,-104 177,118-261,0 0,1 0,-1 0,1 0,-1 0,1 0,-1 0,1 0,0 0,-1 0,1 1,0-1,0 0,0 0,0 0,0 0,0 0,0 1,1-1,-1 0,0 0,1 0,-1 0,0 0,1 0,0 0,-1 0,1 0,-1 0,1 0,0 0,0 0,0 0,-1 0,1-1,0 1,0 0,0-1,0 1,0-1,0 1,0-1,1 1,-1-1,0 0,0 0,0 1,0-1,0 0,1 0,-1 0,0 0,1 0,14-2,-1 0,1-1,-1 0,0-1,0-1,0 0,-1-1,9-5,-13 6,135-68,-81 36</inkml:trace>
  <inkml:trace contextRef="#ctx0" brushRef="#br1" timeOffset="163915.274">11739 12981,'9'2,"19"-1,25-8,29-12,27-14,23-12,14-11,-19 5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4:23.59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3,'2'-3,"12"5,4 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4:29.23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68 139,'5'21,"1"-1,1-1,0 1,2-2,0 1,2-1,0 0,0-1,2 0,0-1,1-1,0 0,1-1,1 0,1-1,14 9,38 37,-35-19,-34-39,1 0,-1 0,0 0,1 0,-1 0,0 0,0 0,1 0,-1 0,0 0,0 0,0 0,0 0,0 0,0 0,-1 0,1 0,0 0,-1 0,1 0,0 0,-1 0,1 0,-1 0,1 0,-1-1,0 1,1 0,-1 0,0 0,0-1,1 1,-1-1,0 1,0 0,0-1,0 1,0-1,0 0,0 1,0-1,0 0,0 0,0 1,-1-1,-15 4,0-1,-1-1,1 0,-1-1,0-1,1 0,-1-2,0 0,1-1,-1 0,1-2,0 0,-11-5,22 8,0 0,0 0,0 0,0-1,0 0,1 0,-1 0,1-1,0 0,0 0,0 0,1-1,-1 1,1-1,0 0,0 0,1-1,0 1,-1-1,2 0,-3-4,6 5,0 1,0 0,1 0,-1 0,1 0,0 0,0 0,0 0,0 0,1 1,-1-1,1 1,0 0,0 0,0 0,1 0,-1 0,1 1,-1 0,1-1,2 0,-4 2,68-45,-52 37,0 0,-1-2,-1 0,0-1,0-1,-2 0,1-1,-2-1,0 0,0 0,-2-2,0 1,0-1,-2-1,-7 14,-1 1,1 0,-1-1,0 1,0-1,0 1,-1-1,1 1,-1-1,0 1,0-1,0 0,0 1,0-1,-1 1,0-1,0 0,0 1,0 0,0-1,-1 1,0 0,1 0,-1 0,0 0,-1 0,1 0,0 0,-1 1,0-1,1 1,-1 0,0-1,0 2,0-1,-1 0,1 0,0 1,-3-1,0 0,0 0,0 0,-1 1,1 0,0 0,-1 0,1 1,-1 0,1 0,-1 0,1 1,0 0,-1 1,1-1,0 1,0 0,0 1,0-1,0 1,0 1,1-1,0 1,0 0,0 0,0 0,0 1,1-1,0 1,0 0,0 1,0-1,1 1,0-1,0 1,1 0,-1 0,1 0,0 4,1-3,0 0,0 0,1 0,0 1,1-1,0 0,0 0,0 0,1 0,0 0,2 7,15 26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4:29.5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157 50,'-2'0,"-6"-1,1 1,-1 0,1 0,-1 1,1 0,0 0,-1 1,1 0,0 0,0 0,0 1,-2 2,8-5,1 1,-1-1,1 1,-1-1,1 1,0-1,-1 1,1 0,0-1,0 1,-1-1,1 1,0 0,0-1,0 1,0 0,0-1,0 1,0-1,0 1,0 0,0-1,0 1,0 0,0-1,0 1,1 0,-1-1,0 1,0-1,1 1,-1-1,0 1,1-1,-1 1,1-1,-1 1,1-1,-1 1,1-1,-1 0,1 1,-1-1,1 0,0 1,-1-1,1 0,-1 0,1 1,0-1,-1 0,2 0,34 13,-27-10,0-1,0 0,1 0,-1-1,0 0,1-1,-1 0,0 0,1-1,-1 0,0-1,0 0,1 0,4-3,-13 5,1-1,-1 0,0 1,0-1,0 0,0 0,0 1,-1-1,1 0,0 0,0 0,0 0,-1 0,1 0,-1 0,1 0,-1 0,1-1,-1 1,1 0,-1 0,0 0,0-1,0 1,0 0,0 0,0-1,0 1,0 0,0 0,0 0,-1-1,1 1,0 0,-1 0,1 0,-1 0,0 0,1 0,-1-1,-38-33,33 32,0-1,0 1,0 0,-1 1,1-1,0 1,-1 0,0 1,1 0,-1 0,0 0,0 1,0 0,0 0,1 0,-1 1,0 0,0 1,1 0,-1 0,1 0,0 0,-1 1,1 0,0 1,1-1,-1 1,-4 4,-8 19,6 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4:29.8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100 146,'3'-1,"0"0,0-1,0 0,0 1,0-1,-1 0,1-1,-1 1,1 0,-1-1,0 1,0-1,0 0,0 1,-1-1,1 0,-1 0,1-1,-1 1,0 0,0 0,-1 0,1-1,0-2,0 4,0-1,-1 1,1 0,0-1,-1 1,1-1,-1 1,0 0,0-1,0 1,0-1,0 1,0-1,-1 1,1-1,-1 1,0 0,0-1,0 1,0 0,0 0,0 0,0 0,-1 0,1 0,-1 0,0 0,1 0,-1 1,0-1,0 1,0-1,0 1,0 0,-1 0,1 0,0 0,0 0,-1 0,-2 1,0-1,0 2,1-1,-1 0,0 1,0 0,1 0,-1 0,1 1,-1 0,1-1,-1 2,1-1,0 0,0 1,0 0,-2 2,4-4,0 1,0-1,0 1,0 0,0 0,0 0,0 0,1 0,-1 0,1 0,-1 1,1-1,0 0,0 1,0-1,0 1,1 0,-1-1,1 1,-1-1,1 1,0 0,0-1,0 1,0 0,1-1,-1 1,1 0,-1-1,1 1,1 1,2 1,0-1,0 0,1 0,0 0,-1-1,2 1,-1-1,0 0,0-1,1 1,-1-1,1 0,0-1,0 1,0-1,0 0,0-1,3 1,-5 0,48 6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4:30.40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13 372,'3'-30,"2"1,1 0,1 0,1 0,2 1,1 0,1 1,1 1,1-1,5-3,-10 12,14-22,-16 39,-9 17,2-11,-13 437,14-430,0 0,-1-1,-1 1,0 0,0-1,-1 1,-1-1,0 1,-1-1,0 0,0-1,-1 1,-1-1,1 0,-2 0,1 0,-2-1,1 0,-1 0,0-1,-1 0,0-1,-2 2,10-9,0 1,1 0,-1-1,0 1,1-1,-1 1,0-1,0 0,1 1,-1-1,0 0,0 1,0-1,1 0,-1 0,0 0,0 0,0 0,0 0,0 0,0 0,1 0,-1 0,0 0,0 0,0-1,0 1,1 0,-1-1,0 1,0-1,1 1,-1-1,0 1,1-1,-1 1,0-1,1 0,-1 1,1-1,-1 0,1 1,-1-1,1 0,0 0,-1 1,1-1,0 0,0 0,-1 0,3-1,-1 0,1 1,0-1,0 0,0 1,0-1,0 1,0 0,0 0,0 0,0 0,0 0,1 0,-1 1,0-1,1 1,-1-1,0 1,1 0,-1 0,1 0,-1 0,0 0,1 1,6-2,215-11,16 9,-195 3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4:30.65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8 138,'2'-25,"-5"-29,-3-5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4:28.41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89 0,'4'16,"7"17,10 15,11 13,8 3,10 1,5-4,0-8,-3-8,-7-12,-12-16,-12-11</inkml:trace>
  <inkml:trace contextRef="#ctx0" brushRef="#br0" timeOffset="248.849">490 13,'-14'23,"-15"19,-15 18,-15 12,-16 10,-14 5,-7 1,12-14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4:27.7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133 123,'-28'56,"2"2,3 0,3 1,2 2,1 6,16-63,4-17,3-24,7-75,26-136,-26 212,-4 50,-8-8,1 0,0-1,0 1,0-1,1 0,0 0,0 0,1 0,-1 0,1-1,0 0,0 1,0-1,1-1,-1 1,1-1,0 1,0-2,0 1,1 0,-1-1,1 0,-1 0,1-1,1 1,9-2,0 0,0-1,-1 0,1-2,-1 0,0 0,0-1,0-1,0-1,-1 0,1-1,-2-1,1 0,2-2,98-80,-113 92,0-1,-1 1,1-1,-1 1,1-1,-1 1,1 0,-1-1,0 1,0-1,0 1,0 0,0-1,0 1,-1 0,1-1,-1 1,1 0,-1-1,1 1,-1-1,0 1,1-1,-2 2,-21 73,-10 29,5 2,-12 100,36-172</inkml:trace>
  <inkml:trace contextRef="#ctx0" brushRef="#br0" timeOffset="353.453">788 43,'-11'24,"2"0,0 1,1-1,2 2,1-1,1 1,1-1,1 1,1 0,1 0,2 0,0 0,2-1,4 14,24 40,-30-76,-1-1,1 1,0-1,0 0,0 0,0 0,1 0,-1 0,0 0,1-1,0 1,-1-1,1 1,0-1,0 0,-1 0,1-1,0 1,0 0,0-1,0 0,0 0,0 0,0 0,0 0,0 0,0-1,11-4,-1-1,0 0,0-1,-1 0,1-1,-2-1,1 0,-1 0,-1-1,1-1,-2 0,0 0,0 0,-1-2,7-11,2-6,-1 0,-2-2,-1 0,-2 0,0-1,-3 0,-1-1,1-16,5 6,-5 32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4:26.16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1 233,'16'0,"19"0,16 0,15 0,6 0,1 3,-8 2,-15 1</inkml:trace>
  <inkml:trace contextRef="#ctx0" brushRef="#br0" timeOffset="253.412">14 407,'18'2,"20"2,17-1,15-3,9-4,1-3,-5-1,-10-1,-17 1</inkml:trace>
  <inkml:trace contextRef="#ctx0" brushRef="#br0" timeOffset="502.747">495 20,'-1'0,"1"0,0 0,-1 0,1 0,-1 0,1 0,-1 0,1 0,-1 0,1-1,0 1,-1 0,1 0,-1 0,1-1,0 1,-1 0,1 0,-1-1,1 1,0 0,0-1,-1 1,1 0,0-1,-1 1,1-1,0 1,0 0,0-1,0 1,-1-1,1 1,0-1,0 1,0 0,0-1,0 1,0-1,0 1,0-1,0 1,0-1,0 1,1-1,-1 1,0 0,0-1,0 1,0-1,1 1,-1 0,0-1,1 1,-1 0,0-1,0 1,1 0,-1-1,1 1,-1 0,0 0,1-1,34 9,6 4,116 37,102 49,-243-91,1 0,-1 2,-1-1,0 2,0 0,11 11,-23-19,-1 0,0 1,0-1,0 1,0-1,0 1,0 0,-1 0,1 0,-1 0,0 0,0 0,0 0,0 0,0 0,-1 0,1 1,-1-1,0 0,0 0,0 1,-1-1,1 0,-1 0,0 0,0 1,0-1,0 0,0 0,-1 0,1-1,-1 1,0 1,-6 7,-1 0,0-1,0 0,-1-1,0 0,-1 0,-6 4,-354 205,342-192,17-9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4:24.53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325 772,'-7'-14,"0"0,-2 1,1 0,-2 0,0 1,0 0,-5-3,11 11,0 1,0-1,0 1,-1 0,1 0,-1 1,0 0,0-1,0 1,0 1,0-1,0 1,0 0,0 0,-1 0,1 1,0 0,-1 0,1 0,0 1,-1 0,1 0,-2 1,0 0,0 0,0 1,0 0,0 0,0 1,1 0,0 0,0 0,0 1,0 0,1 0,-1 0,1 1,1 0,-1 0,1 0,0 0,0 1,1 0,0 0,0 0,1 0,0 0,0 0,0 0,1 1,0 6,2-11,0 0,0 0,0 0,1 0,-1 0,1 0,0 0,0-1,0 1,0-1,0 1,1-1,-1 0,1 0,-1 0,1 0,0 0,0-1,0 1,0-1,0 0,0 1,0-2,0 1,0 0,3 0,86 3,-77-6,-1 0,1-2,-1 1,0-2,0 0,0 0,0-1,-1-1,0 0,-1-1,1 0,-2-1,1-1,1-2,9-22,-23 33,0 1,1 0,-1 0,1-1,-1 1,0 0,1 0,-1 0,0 0,1 0,-1 0,1 0,-1 0,0 0,1 1,-1-1,0 0,1 0,-1 0,1 1,-1-1,1 0,-1 1,1-1,-1 0,1 1,-1-1,1 1,-1-1,1 1,-1-1,1 1,0-1,-1 1,1-1,0 1,0-1,-1 1,1 0,0-1,0 1,0 0,0-1,0 1,0 0,-5 7,0 0,1 1,0 0,0 0,1 0,0 0,1 0,0 0,1 1,-1 9,2-16,0 1,0 0,0 0,0 0,1 0,0-1,0 1,0 0,0-1,0 1,1 0,-1-1,1 0,0 1,0-1,1 0,-1 0,1 0,-1 0,1-1,0 1,0-1,0 1,0-1,0 0,1 0,-1-1,3 2,0-1,1 0,0 0,0 0,0-1,0 0,0 0,0-1,0 0,0 0,1-1,-1 0,0 0,0 0,-1-1,1 0,0-1,0 1,-1-1,0-1,1 1,-1-1,-1 0,1 0,0-1,-1 0,0 0,0 0,7-8,-1 0,0-1,-1-1,0 1,-1-1,-1-1,0 0,-2 0,0 0,3-12,-1-5,-2-1,-2 1,0-1,-3 0,-1 0,-1 0,-2 0,-1 0,-2 1,-1 0,-1 0,-17-19,24 52,1 0,-1 0,0 0,0 0,1 0,-1 0,0 1,0-1,1 0,-1 0,0 1,1-1,-1 0,0 1,1-1,-1 1,1-1,-1 1,0-1,1 1,-1-1,1 1,0 0,-1-1,1 1,-1-1,1 1,0 0,0 0,-1-1,1 1,0 0,0-1,0 1,0 0,0 0,0-1,0 1,0 0,0 0,0-1,0 1,-2 23,2-1,0 1,1-1,2 0,0 0,2 0,0 0,4 8,73 247,-63-230,-19-48,1 1,-1-1,1 0,-1 1,1-1,-1 0,1 0,-1 1,1-1,0 0,-1 0,1 0,-1 0,1 0,0 0,-1 0,1 0,-1 0,1 0,0 0,-1 0,1 0,-1-1,1 1,0 0,-1 0,1-1,-1 1,1 0,-1-1,1 1,-1 0,0-1,1 1,-1-1,1 1,-1-1,0 1,1-1,-1 1,0-1,0 1,1-1,-1 0,0 1,0-1,0 1,0-1,0 0,1 1,-1-1,0 1,-1-1,1 0,3-3,63-85,-63 86,0 1,0-1,0 0,1 1,0 0,-1 0,1 0,0 0,0 0,0 1,0 0,0 0,0 0,0 0,0 0,1 1,-1 0,0 0,0 0,1 1,-1-1,0 1,0 0,0 0,0 0,5 5,0-1,0 1,-1 1,1 0,-2 0,1 0,-1 1,0 0,-1 0,0 1,0 0,-1 0,0 1,0-1,-1 1,-1 0,1 0,-2 0,1 0,-2 1,1 3,-2 49,0-61,0 0,-1-1,1 1,-1 0,1 0,-1-1,0 1,0 0,0-1,1 1,-2-1,1 1,0-1,0 1,0-1,-1 0,1 0,0 1,-1-1,1 0,-1 0,0-1,1 1,-1 0,0 0,1-1,-1 1,0-1,0 0,0 1,1-1,-2 0,-1-1,-1-1,1 0,0 0,0 0,1 0,-1-1,0 1,1-1,-1 0,1 0,0 0,0-1,0 1,1-1,-1 0,1 1,0-1,0 0,0 0,0-1,1 1,0 0,-1 0,2-1,-1 1,0-1,1 1,0-1,0 1,1-3,-2-2,1-1,1 1,0-1,0 1,1-1,0 1,1 0,0 0,0 0,1 0,0 0,0 1,1-1,1 1,-1 1,1-1,0 1,1 0,0 0,0 1,0 0,1 0,0 1,0 0,0 0,1 1,-1 0,1 0,0 1,0 0,1 1,-1 0,0 0,2 1,-8 1,-1-1,1 1,0 0,-1 0,1 0,-1 0,1 0,0 1,-1-1,1 1,-1 0,1 0,-1 0,0 0,1 0,-1 0,0 1,0-1,0 1,0 0,0-1,0 1,0 0,0 0,-1 0,1 0,-1 0,0 1,1-1,-1 0,0 1,0-1,0 1,0 1,9 66,-10-61,1-1,-1 1,1 0,1-1,0 1,0-1,0 1,1-1,0 0,1 0,0-1,0 1,1-1,3 4,-6-9,0 0,0 0,0-1,1 1,-1-1,1 0,-1 1,1-1,0 0,-1 0,1-1,0 1,-1-1,1 1,0-1,0 0,0 0,0 0,-1 0,1-1,0 1,0-1,-1 1,1-1,0 0,-1 0,1-1,0 1,-1 0,0-1,1 0,18-13</inkml:trace>
  <inkml:trace contextRef="#ctx0" brushRef="#br0" timeOffset="249.844">1181 398,'16'-2,"17"1,13 4,11 7,-4 3</inkml:trace>
  <inkml:trace contextRef="#ctx0" brushRef="#br0" timeOffset="884.66">1676 585,'12'0,"-1"-1,1 0,-1-1,1 0,-1-1,0 0,0 0,0-1,-1-1,1 0,-1-1,0 0,0 0,-1-1,0 0,0-1,-1 1,3-5,6-4,-1 0,0-1,-2-1,0 0,-1-1,-1 0,-1-1,0-1,-2 1,0-2,-2 1,0-1,-1 0,-1-1,-2 1,1-14,-3 30,0 1,-1-1,0 0,0 1,0-1,-1 1,0-1,0 1,0-1,-1 1,1 0,-1-1,-1 1,1 0,-1 0,0 1,0-1,0 0,-1 1,1 0,-1 0,0 0,0 0,-1 1,1-1,-1 1,0 0,1 1,-1-1,-1 1,1 0,-7 1,-1 0,1 1,0 1,0 0,0 1,0 0,0 1,0 0,1 1,-1 0,1 0,0 2,0-1,1 2,0-1,0 1,0 1,1-1,0 2,0-1,1 1,-5 8,0-2,0 1,2 1,0 0,1 0,0 1,1 1,2-1,0 1,0 0,2 1,1 0,0 0,1 0,1 0,1 0,1 9,2-1,0 0,2 0,2 0,0 0,1-1,2 0,1 0,1-1,1-1,2 0,7 11,-10-18,1-1,1 0,0 0,2-1,0-1,12 10,-21-20,0-1,0 0,1 0,-1 0,1 0,0-1,0-1,0 1,1-1,-1 0,0-1,1 1,0-1,-1-1,1 0,-1 0,1 0,0-1,-1 0,3-1,7-3,-1-1,0-1,0 0,-1-1,1-1,12-10,27-14,59 9,-30-8,-82 31,1-1,-1 0,0 0,1 1,-1-2,0 1,0 0,0 0,0-1,-1 1,1 0,0-1,-1 0,0 1,0-1,0 0,0 0,0 0,0 0,-1 0,0 0,1 0,-1 0,0 0,0 0,-1 1,1-1,-1-2,0 1,-1 0,1 0,-1 0,0 0,0 1,0-1,0 1,-1-1,1 1,-1 0,0 0,0 0,0 0,-1 1,1-1,0 1,-1 0,0 0,1 0,-1 0,0 1,-3-1,-92-13,93 15,1 0,-1 0,0 0,1 1,-1-1,1 1,-1 1,1-1,-1 1,1 0,0 0,0 1,0-1,0 1,0 0,1 0,-1 1,1 0,0-1,0 1,0 1,1-1,-1 1,1-1,0 1,0 0,1 0,0 0,-1 2,1 0,2 1,-1-1,1 0,0 0,0 0,1 0,0 0,0 0,1 0,0 0,0 0,0 0,1-1,0 1,0-1,1 0,0 0,0 0,2 2,4 3,0 1,0-2,1 1,1-2,-1 1,2-1,-1-1,12 5,-1-2,0-1,0-2,1 0,0-2,1 0,-1-2,1-1,0 0,0-2,0-1,0-1,9-3,18-4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4:22.48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39,'6'42,"2"0,3 0,0-1,18 38,-1-37,-27-41,0-1,-1 1,1 0,0 0,0-1,0 1,0-1,0 1,0-1,0 1,0-1,0 0,0 1,0-1,0 0,0 0,0 0,0 0,0 0,0 0,0 0,1 0,-1 0,0 0,0 0,0-1,0 1,0-1,0 1,0-1,0 1,0-1,-1 1,1-1,0 0,0 1,0-1,-1 0,1 0,0 0,-1 0,1 1,0-2,6-10,-1-1,-1 0,0 0,0 0,-1 0,-1-1,0 0,-1 0,-1 0,0 0,0 0,-3-12,3-7,-1 32,0 0,0 0,-1-1,1 1,0-1,0 1,0 0,0-1,1 1,-1 0,0-1,1 1,-1 0,0 0,1-1,-1 1,1 0,0 0,0 0,-1-1,1 1,0 0,0 0,0 0,0 0,0 1,0-1,0 0,0 0,0 1,1-1,-1 0,0 1,0-1,1 1,-1 0,0-1,1 1,-1 0,0 0,1 0,-1 0,0 0,1 0,-1 0,23 4,1 3</inkml:trace>
  <inkml:trace contextRef="#ctx0" brushRef="#br0" timeOffset="851.375">709 107,'-13'-7,"0"2,-1 0,0 1,0 0,0 1,0 0,0 2,-1-1,1 2,0 0,-1 0,1 2,0 0,-1 0,1 1,-10 4,19-5,0 0,1 0,-1 0,1 0,-1 0,1 1,0 0,0 0,0 0,0 1,1-1,0 1,-1 0,1 0,0 0,1 0,-1 1,1-1,0 1,0-1,0 1,1 0,0 0,-1-1,2 1,-1 0,1 0,-1 0,1 0,1 0,-1 0,1 0,0 0,0 0,0 0,1 0,-1 0,1-1,0 1,1-1,-1 0,1 1,0-1,0 0,0 0,4 3,0-3,0 1,0-1,1-1,-1 1,1-1,0-1,0 0,0 0,0 0,0-1,1 0,-1 0,0-1,1 0,-1-1,0 0,0 0,1-1,-1 0,0 0,-1-1,1 0,0 0,-1-1,1 0,-1 0,0-1,-1 0,1 0,-1-1,0 0,0 0,-1 0,0 0,0-1,0 0,-1 0,0 0,1-9,-6 74,2-55,0 1,0-1,1 0,-1 0,1 0,0 0,0 0,0 0,0-1,1 1,-1-1,1 1,0-1,-1 0,1 0,0 0,0 0,0-1,1 1,-1-1,0 0,0 0,1 0,-1 0,1 0,-1-1,1 0,-1 1,2-1,1 0,0-1,1 1,-1-1,1 0,-1-1,0 1,0-1,1 0,-1-1,-1 1,1-1,0-1,-1 1,1-1,1-2,-1 0,-1-1,0 0,0 0,0 0,-1 0,0-1,-1 0,0 0,0 0,-1 0,0 0,0-1,-1 1,0 0,0-1,-1 0,0 1,-1-1,1 1,-2 0,1-1,-1 1,-1 0,1 0,-2 0,1 0,-1 0,-2-3,3 6,2 4,0 0,0 0,0 0,1 0,-1 0,0-1,0 1,1 0,-1 0,1-1,-1 1,1 0,-1-1,1 1,0-1,0 1,0 0,0-1,0 1,0-1,0 1,0-1,0 1,1 0,-1-1,0 1,1 0,0-1,-1 1,1 0,90 4,178 26,-266-30,0 1,0 0,0 0,0 0,0 1,0-1,0 1,0 0,0 0,0 0,0 0,-1 0,1 0,0 1,-1-1,1 1,-1 0,1 0,-1 0,0 0,0 0,0 0,0 1,0-1,-1 1,1-1,-1 1,1 0,-1-1,0 1,0 0,0 0,-1 0,1 0,-1 0,1 0,-1 0,0 0,0 0,-1 1,-12 38,10-38,1 2,-1-1,1 0,0 1,0-1,0 1,1-1,0 1,0 0,0 0,1-1,0 1,0 0,0 0,1 0,0-1,0 1,0 0,1-1,0 1,0-1,0 1,1-1,-1 0,1 0,1 0,-1-1,1 2,6-1,-1 0,1 0,0-1,0 0,0 0,1-1,-1-1,1 0,-1 0,1-1,0-1,0 1,0-2,-1 1,1-2,0 1,-1-2,1 1,5-3,-7 2,0-1,0 0,0 0,-1-1,0 0,0 0,0 0,-1-1,0-1,0 1,0-1,-1 0,0-1,0 0,-1 1,0-2,0 1,-1-1,0 1,-1-1,0 0,0 0,-1-1,0 1,0-1,-1 1,-1-1,0 1,0-1,0 1,-1-1,-1 1,-1-5,4 13,-1 0,0 0,0 0,0-1,0 1,0 0,0 0,0 0,-1 0,1-1,0 1,-1 0,1 0,-1 0,1 0,-1 0,1 0,-1 0,0 0,1 0,-1 0,0 0,0 0,0 0,0 1,0-1,0 0,0 1,0-1,0 0,0 1,0-1,0 1,0 0,-1-1,1 1,0 0,0 0,0 0,0 0,-1 0,1 0,0 0,0 0,0 0,-1 1,1-1,0 0,0 1,0-1,0 1,0-1,0 1,0 0,0-1,-3 7,2 0,-1 0,1 1,0-1,0 0,1 1,0-1,0 1,1-1,0 1,0 0,1-1,0 1,0-1,1 1,0-1,0 0,1 0,0 0,0 0,0 0,1-1,0 1,1-1,-1 0,4 3,-1-1,1 0,1-1,0 0,0 0,0-1,0 0,1-1,0 0,0 0,1-1,-1 0,1-1,0 0,0-1,9 1,10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4:21.77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119 1,'-112'433,"111"-430,-5 42,7-44,-1 0,0 0,0 0,0-1,0 1,1 0,-1 0,0-1,1 1,-1 0,1 0,-1-1,0 1,1 0,0-1,-1 1,1-1,-1 1,1-1,0 1,-1-1,1 1,0-1,-1 0,1 1,0-1,0 0,0 0,-1 1,1-1,0 0,0 0,0 0,-1 0,1 0,0 0,0 0,0 0,0 0,-1-1,1 1,0 0,0 0,-1-1,1 1,0-1,0 1,-1-1,1 1,153-76,-52 47,-78 25</inkml:trace>
  <inkml:trace contextRef="#ctx0" brushRef="#br0" timeOffset="254.32">361 322,'-3'-11,"-2"-2,-1 8,-2 15,-1 16,-2 18,1 12,2 11,3 7,2 3,4-3,1-14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4:19.91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201 161,'0'-24,"-13"339,12-96,-6-204,1-12</inkml:trace>
  <inkml:trace contextRef="#ctx0" brushRef="#br0" timeOffset="398.477">1 54,'12'-1,"37"-8,0 3,0 2,0 2,0 3,39 5,7 25,-93-30,1 1,-1-1,1 1,-1-1,0 1,1 0,-1 0,0 0,0 0,0 0,-1 1,1-1,0 1,-1-1,0 1,1-1,-1 1,0 0,0 0,-1-1,1 1,0 0,-1 0,0 0,0 0,0 0,0-1,0 1,0 0,-1 0,0 0,0 2,-5 7,-1-1,-1 0,1 0,-2-1,0 0,0 0,0-1,-1 0,-1 0,0-1,0-1,0 0,-7 3,-88 39,96-45,16-6,8-4</inkml:trace>
  <inkml:trace contextRef="#ctx0" brushRef="#br0" timeOffset="667.771">629 1,'0'9,"3"14,0 20,-1 18,1 16,-2 15,-2 4,-1-3,-1-5,1-11,0-15,3-14,4-17,3-15,2-15,0-7</inkml:trace>
  <inkml:trace contextRef="#ctx0" brushRef="#br0" timeOffset="922.076">362 389,'-7'-5,"7"-1,17-2,22-2,21-4,20-4,12 1,4 4,-3 8,-18 5</inkml:trace>
  <inkml:trace contextRef="#ctx0" brushRef="#br0" timeOffset="1305.06">1016 709,'21'-117,"-9"63,-4-1,-1 0,-2-35,-5 86,0 3,-1 0,1 1,0-1,-1 0,1 0,0 0,0 1,0-1,0 0,0 0,0 0,0 0,0 0,0 1,0-1,0 0,0 0,1 0,-1 1,0-1,1 0,-1 0,0 1,1-1,-1 0,1 0,-1 1,1-1,-1 1,1-1,0 0,-1 1,1-1,0 1,0 0,-1-1,1 1,0-1,0 1,-1 0,1 0,0 0,0-1,0 1,0 0,-1 0,1 0,0 0,0 0,0 0,0 1,0-1,172 44,-155-40,-5-2,-1 0,1 1,-1 0,0 1,0 0,0 1,-1 0,1 1,-1 1,-1 0,1 0,2 3,-11-7,0 0,0 0,-1 0,1 0,-1 0,1 0,-1 0,0 0,0 1,-1-1,1 1,-1-1,1 0,-1 1,0-1,0 1,-1-1,1 1,-1-1,1 0,-1 1,0-1,-1 0,1 0,-2 3,-47 77,45-77,-58 79,63-84,-1-1,0 1,1-1,-1 1,1-1,-1 1,1-1,-1 1,1 0,-1-1,1 1,0 0,-1-1,1 1,0 0,0 0,0-1,-1 1,1 0,0 0,0-1,0 1,0 0,0 0,0-1,0 1,0 0,1 0,-1-1,0 1,0 0,1-1,-1 1,0 0,1-1,-1 1,1 0,-1-1,1 1,-1-1,1 1,-1-1,1 1,-1-1,1 1,0-1,-1 1,1-1,0 0,-1 0,1 1,0-1,0 0,-1 0,1 0,0 0,0 1,-1-1,1 0,0-1,0 1,34 3,0-2,0-2,1-1,29-7,-23 5,168-22,-112 14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5:18.30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97 1,'-2'1,"0"0,0 0,0 0,0 1,1-1,-1 1,1-1,-1 1,1 0,0 0,-1-1,1 1,0 0,0 0,0 0,0 0,1 0,-1 0,1 1,-1-1,1 0,0 0,0 0,-1 0,2 1,-1-1,0 1,12 131,15 427,-25-439,1-83,2 0,1 0,11 34,-1-3,6 9,-5 4,-15-81,0 0,0-1,0 1,0 0,1-1,-1 0,0 1,1-1,-1 0,1 0,0 0,-1-1,1 1,-1-1,1 1,0-1,0 0,-1 0,1 0,0 0,-1-1,1 1,0-1,-1 1,1-1,-1 0,1 0,-1 0,3-2,7 1,90-25,-100 24,1 0,-1 0,0 0,0-1,0 1,0 0,-1-1,1 0,-1 1,0-1,0 0,0 0,-1 1,1-1,-1 0,0 0,0 0,0 0,-1 0,1 1,-1-1,0-1,0-11,-10-688,-5 442,15 242,1 16,1 0,0-1,-1 1,0 0,0 0,-1 0,1 0,-1 0,1 0,-1 0,-1 0,1 0,0 0,-1 0,0 1,0-1,0 0,0 1,-1 0,1 0,-1-1,0 1,0 1,0-1,0 0,-1 1,1 0,-1-1,1 2,-2-2,-12 2,0 0,0 1,1 1,-1 1,0 0,1 1,-1 1,1 1,0 0,0 1,1 1,0 0,0 1,0 0,1 1,0 1,-8 8,-7 16,25-25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5:59.88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429 107,'31'-12,"-28"12,157 9,-10-9,128-18,13 0,345 31,-168-48,-191 19,-218 8,1 2,0 4,5 1,124-11,-142 12,-166 18,-186 35,-2-14,-292-2,411-43,88 1,1 5,-58 8,99-2,-22 5,0-3,0-5,-1-2,-76-10,-296-44,204 34,159 25,90-6,0 0,0 0,1 0,-1 1,0-1,0 0,0 0,1 0,-1 0,0 0,0 0,0 0,0 1,1-1,-1 0,0 0,0 0,0 0,0 1,0-1,0 0,0 0,0 0,1 1,-1-1,0 0,0 0,0 0,0 1,0-1,0 0,0 0,0 1,0-1,0 0,25 2,1-2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6:03.3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 99,'-11'-4,"33"7,-11-1,61 5,-1-4,1-3,40-6,-45 2,510-40,-313 31,64 14,-122 0,-166-1,-1-2,1-1,0-3,18-5,-4 2,1 2,0 2,0 3,51 5,-6-1,114-2,-292 16,-40 5,-1-5,0-6,-110-5,195-5,-552 17,350-6,-48-12,103 0,-406-12,576 13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6:06.4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133 81,'143'8,"333"-66,25 52,-297 8,-148-2,-1 3,0 2,32 8,-40-5,0-3,1-2,-1-2,1-2,0-2,42-2,0 4,61 8,152 0,-186-8,-193-13,-42-7,-1 5,0 5,-1 6,1 4,-1 6,-105 19,171-14,-35 11,-2-5,1-3,-1-5,-1-3,1-5,-67-8,-25-24,88 14,0 3,-2 5,-2 4,-102-3,36 6,165 3,-2 0,0 0,0 0,0 0,0 0,0 0,0 1,0-1,1 1,-1-1,0 1,0 0,0 0,1-1,-1 1,0 1,1-1,-1 0,1 0,-1 0,1 1,-1-1,3 4</inkml:trace>
  <inkml:trace contextRef="#ctx0" brushRef="#br0" timeOffset="19738.794">2673 469,'-19'88,"4"2,4 0,1 75,10 86,2-62,-8 1,-15 57,-44 103,35-214,6 1,-5 134,30 439,1-656,1-1,4 1,1-1,5 8,4 24,-12-53,1 1,2-1,1 0,2-1,10 20,-11-27,1 0,2-1,0 0,2-1,0-1,1 0,1-1,1-1,1 0,1-2,9 7,-23-22,0 1,0-1,0 0,0 0,1-1,-1 0,1 0,-1 0,1-1,-1 0,1 0,-1 0,1-1,-1 0,1-1,-1 1,0-1,0-1,0 1,0-1,0 0,0 0,-1 0,1-1,3-3,-5 4,15-6,-1-1,0 0,-1-1,0-1,-1-1,0-1,-1 0,0 0,-1-2,-1 0,-1 0,0-1,7-14,81-278,-84 268,-1-1,-3 0,-1-1,-3-1,2-25,-7 23,-3-1,-1 0,-2 0,-3 1,-5-20,1 16,-25-125,7-1,2-70,-12-302,3-62,28 529,3 0,8-80,21 23,3-34,-30-46,0 208,1-1,-1 0,-1 1,0 0,0 0,-1 0,-1 0,0 0,0 1,0 0,-1 0,-1 0,1 1,-2 0,1 0,-1 1,0-1,0 2,-1-1,0 2,0-1,0 1,-1 0,0 1,0 0,0 1,0 0,-7-1,10 4,0 0,-1 1,1 0,0 0,0 1,0 0,0 0,0 1,0-1,0 2,1-1,-1 1,1 0,0 0,0 0,1 1,-1 0,1 0,0 1,0 0,1-1,0 1,0 1,0-1,1 1,0-1,0 2,-36 58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6:59.2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441 352,'1'-9,"-1"0,0 1,0-1,-1 1,0-1,0 1,-1 0,0-1,-1 1,0 0,0 0,0 0,-1 1,-1-1,1 1,-4-3,2 2,-1 1,1 0,-2 1,1-1,-1 1,0 1,0 0,-1 0,1 0,-1 1,0 1,0-1,-1 1,1 1,-1 0,1 0,-1 1,0 0,1 1,-1 0,0 0,0 1,1 1,-1-1,1 2,-1-1,1 1,0 1,0-1,0 1,0 1,1 0,0 0,0 1,-1 0,-1 8,0 0,1 1,0 0,1 1,1 0,0 0,1 0,1 1,0 0,2 0,0 0,0 0,2 0,0 1,1-1,2 9,-2-15,0-1,1 1,1 0,0-1,0 1,1-1,0 0,1 0,0 0,1 0,0-1,0 1,1-1,0 0,1-1,-1 0,2 0,-1 0,1-1,1 0,-1-1,1 0,0 0,0-1,1 0,0 0,4 1,17 0,-1-2,1-1,0-1,-1-2,1-1,0-1,0-1,-1-2,0-2,0 0,0-2,-1-1,-1-2,21-10,21-9</inkml:trace>
  <inkml:trace contextRef="#ctx0" brushRef="#br0" timeOffset="547.534">1203 391,'14'0,"15"0,15 0,13 0,10-2,6-1,2 0,-4-2,-8 1,-16 0</inkml:trace>
  <inkml:trace contextRef="#ctx0" brushRef="#br0" timeOffset="832.286">1484 191,'70'48,"2"-3,23 8,17 10,-30 0,-81-60,1-1,0 0,0 1,-1-1,1 1,-1-1,0 1,0 0,0 0,0 0,0-1,-1 1,1 0,-1 0,0 0,0 0,0 0,0 0,0 0,-1 0,1 0,-1 0,0-1,0 1,0 0,0 0,0-1,-1 1,1-1,-1 1,1-1,-1 0,-1 1,-11 13,-1-1,-1-1,-1 0,0-2,0 1,-16 6,-77 63,96-66</inkml:trace>
  <inkml:trace contextRef="#ctx0" brushRef="#br0" timeOffset="1381.953">2834 57,'-15'-8,"0"0,-1 1,0 0,-1 1,1 1,-1 0,0 2,0 0,0 0,0 2,-1 0,1 1,0 1,-1 0,1 2,0 0,0 1,0 0,1 1,-1 1,1 1,1 0,-1 1,-11 9,24-16,0 0,0 1,1-1,-1 1,0 0,1 0,0 0,-1 0,1 0,0 0,0 0,0 1,0-1,1 1,-1 0,1-1,-1 1,1 0,0 0,0 0,0 0,0 0,1 0,0 0,-1 0,1 0,0 0,0 0,0 0,1 0,-1 1,1-1,0 0,0-1,0 1,0 0,0 0,1 0,-1 0,2 1,9 5,-1-1,2 0,-1-1,1 0,0-1,0-1,1 0,-1-1,1 0,0-1,4 0,15 5,3 1,-11-4,-1 1,1 1,-1 1,-1 1,0 2,0 0,-1 1,17 12,-35-21,-1-1,0 0,0 1,0 0,0 0,-1 0,1 0,-1 0,0 0,0 0,0 1,0-1,0 1,-1 0,0-1,1 1,-2 0,1 0,0 0,-1 0,1 0,-1 0,0-1,-1 1,1 0,-1 0,1 0,-1 0,0 0,-1-1,1 1,-1 0,1-1,-1 1,0-1,0 0,-1 1,-1 1,-10 7,-2 0,1-1,-1-1,-1 0,0-1,0-1,-1-1,0 0,0-1,-1-1,1-1,-1-1,-9 1,6-1,1 0,-1-1,0-1,1 0,-1-2,0-1,1-1,-1 0,-3-3,-9-6</inkml:trace>
  <inkml:trace contextRef="#ctx0" brushRef="#br0" timeOffset="2467.093">3047 285,'28'-8,"0"2,1 1,-1 1,1 2,27 0,-54 2,0-1,0 0,0 1,0 0,0-1,0 1,0 0,0 0,0 0,0 0,1 0,-1 1,0-1,0 0,0 1,0 0,0-1,-1 1,1 0,0 0,0 0,0 0,-1 1,1-1,0 0,-1 1,1-1,-1 1,0-1,0 1,1 0,-1 0,0-1,0 1,-1 0,1 0,0 0,-1 0,1 0,-1 0,1 0,-1 0,0 0,0 0,-6 12,0-1,-1-1,-1 1,0-1,-1-1,0 1,-1-1,0-1,-1 0,0-1,-2 2,-2 2,-29 27,-67 70,110-109,0 0,0-1,0 1,0 0,0 0,0 0,1 0,-1 0,0 1,1-1,-1 0,1 0,-1 0,1 1,0-1,-1 0,1 0,0 1,0-1,0 0,0 0,0 1,0-1,0 0,0 1,1-1,-1 0,0 0,1 0,-1 1,1-1,0 0,-1 0,1 0,0 0,-1 0,1 0,0 0,0 0,0 0,0 0,0 0,0-1,0 1,0 0,0-1,1 1,-1-1,0 1,0-1,0 0,1 1,-1-1,0 0,1 0,-1 0,0 0,0 0,1 0,32 4,1-1,-1-2,1-2,0-1,-1-1,6-3,-5 2,178-17,-172 20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7:04.4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37,'12'48,"1"0,3-1,2-1,2-1,2-1,17 26,-30-55,-6-8,0-1,0 0,1 0,0 0,1 0,-1-1,1 0,0 0,0 0,3 2,-7-8,1 1,-1 0,0-1,0 1,0-1,0 0,0 1,0-1,0 0,0 0,0 1,0-1,-1 0,1 0,0 0,0 0,-1 0,1 0,-1 0,1 0,-1-1,1 1,-1 0,0 0,1 0,-1 0,0-1,0 1,0 0,0 0,0 0,0-1,0 1,-1 0,1 0,0 0,-1-1,1 1,0-1,-13-255,12 254,1 1,-1 0,1 0,0-1,0 1,0 0,0 0,0-1,0 1,0 0,1 0,-1-1,1 1,0 0,0 0,-1 0,1 0,1 0,-1 0,0 0,0 0,1 0,-1 0,1 1,0-1,-1 1,1-1,0 1,0 0,1-1,5 0,0 1,0 1,0-1,0 1,0 1,0 0,0 0,-1 0,1 1,0 0,5 3,2-1,31 8</inkml:trace>
  <inkml:trace contextRef="#ctx0" brushRef="#br0" timeOffset="696.661">763 224,'-13'-7,"-1"0,0 1,0 1,0 0,-1 0,0 2,0 0,1 0,-2 2,0 0,11 0,-1 1,1-1,-1 1,1 1,-1-1,1 1,0 0,-1 0,1 1,0-1,0 1,0 0,0 1,0-1,0 1,1 0,-1 0,1 1,0-1,0 1,0 0,0 0,1 0,0 0,-1 1,2-1,-1 1,0 0,1 0,-1 3,0-4,1 1,0-1,0 1,1-1,-1 1,1 0,0-1,0 1,0 0,1 0,0 0,0 0,0-1,0 1,1 0,0 0,0 0,0-1,0 1,1 0,0-1,0 0,0 1,1-1,-1 0,1 0,0 0,0 0,0-1,1 1,-1-1,1 0,0 0,0 0,0 0,0-1,1 0,-1 0,1 0,-1 0,4 0,2-3,-1 0,1-1,0 0,-1-1,1 0,-1 0,0-1,0 0,0-1,-1 0,1 0,-1-1,0 0,-1 0,0-1,0 0,0 0,-1-1,0 0,0 0,-1 0,0-1,0 1,0-5,4-4,-9 17,1 0,-1 0,0 0,1 0,-1 0,0 0,1 0,-1 0,0 0,1 0,-1 0,0 0,1 0,-1 0,1 0,-1 0,0 0,1 0,-1 0,0 1,0-1,1 0,-1 0,0 0,1 1,-1-1,0 0,0 0,1 1,-1-1,0 0,0 0,0 1,1-1,-1 0,0 1,0-1,0 0,0 1,0-1,0 0,0 1,0-1,0 1,0-1,0 0,0 1,0-1,0 0,0 1,0-1,0 0,0 1,0-1,0 0,0 1,-1-1,1 0,0 1,0-1,0 0,-1 0,1 1,0-1,0 0,-1 0,1 1,0-1,0 5,27 83,-26-86,0 0,0 1,1-1,-1 0,1 0,-1 0,1 0,0-1,-1 1,1 0,0-1,0 1,0-1,1 0,-1 1,0-1,0 0,1 0,-1-1,1 1,-1 0,1-1,-1 0,1 1,-1-1,1 0,-1 0,1 0,-1-1,1 1,-1-1,1 1,-1-1,0 0,1 0,5-5,-1 0,1 0,-1-1,0 0,-1 0,0 0,0-1,0 0,-1 0,0-1,-1 0,0 0,0 0,-1 0,0 0,-1 0,0-1,0 0,-1 1,0-1,-1 0,10-168,-11 176,1 0,0 1,0-1,0 1,0-1,0 0,0 1,0-1,0 0,0 1,1-1,-1 1,1-1,-1 0,1 1,0 0,0-1,-1 1,1-1,0 1,0 0,0-1,0 1,1 0,-1 0,0 0,0 0,1 0,-1 0,1 0,-1 1,1-1,-1 0,1 1,-1-1,1 1,-1 0,2-1,12 3,0 1,0 0,-1 1,1 1,-1 0,0 0,0 2,8 2,-11-5,66 35,-75-38,1 1,-1 0,0 0,1 0,-1 0,0 0,0 1,0-1,-1 1,1-1,0 1,-1-1,0 1,0 0,0 0,0 0,0 0,0 0,-1 0,1 0,-1 0,0 0,0 0,0 0,0 0,-1 0,-2 10,-2 0,1-1,-1 0,-1 0,0 0,-1-1,-8 11,8-11,0 0,0 0,1 1,0 0,1 0,0 0,1 1,0 1,4-11,-1-1,1 0,0 1,0-1,0 0,1 1,-1-1,0 0,1 0,-1 1,1-1,0 0,0 0,0 0,0 0,0 0,0 0,1 0,-1 0,1 0,-1 0,1-1,0 1,0-1,-1 1,1-1,0 0,0 0,0 0,0 0,1 0,-1 0,0 0,0-1,1 1,-1-1,0 1,1-1,0 0,95 0,38-32,-102 20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7:02.8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95 0,'-7'21,"-2"20,0 16,2 11,2 7,2 2,-1 0,0-7,-1-9,0-11,1-16</inkml:trace>
  <inkml:trace contextRef="#ctx0" brushRef="#br0" timeOffset="330.115">1 0,'20'29,"1"-2,1 0,2-2,0-1,20 16,-28-26,247 214,-192-147,-69-77,1 0,-1 0,1 1,-1-1,0 0,-1 1,1-1,-1 1,0-1,0 1,0 0,-1 0,0-1,0 1,0 0,0 0,-1-1,1 1,-1 0,-2 4,-4 1,-1 1,0-1,-1 0,0 0,0-1,-1-1,0 1,0-2,-1 1,0-2,-1 1,0-1,1-1,-2 0,1-1,-1 0,-9 1,-22 8,-1-2,0-1,0-3,-39 2,52-10,23-4,14-1</inkml:trace>
  <inkml:trace contextRef="#ctx0" brushRef="#br0" timeOffset="681.924">1004 442,'23'0,"21"0,16 0,13 0,4 0,1 0,-7 0,-10-2,-15-1</inkml:trace>
  <inkml:trace contextRef="#ctx0" brushRef="#br0" timeOffset="974.141">1365 174,'21'18,"1"-1,1-1,0-1,1-2,0 0,1-1,0-1,1-2,15 3,92 41,-131-52,1 0,0 0,0 0,0 0,0 0,-1 0,1 1,0-1,-1 1,1-1,-1 1,1 0,-1 0,0 0,0 1,0-1,0 0,0 1,-1-1,1 1,-1 0,1 0,-1-1,0 1,0 0,0 0,-1 0,1 0,-1 0,1 1,-4 1,0 0,0 0,0-1,0 0,-1 1,1-1,-1-1,0 1,0 0,-1-1,1 0,-1 0,1 0,-1-1,-197 101,91-51,97-44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7:11.88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1 702,'74'-55,"-2"-4,57-59,-110 97,0 0,-2 0,0-2,-2 0,0-1,-1-1,-2 0,-1 0,0-2,-2 1,3-20,-10 41,0 0,0 0,-1 0,0-1,0 1,0 0,-1 0,1-1,-1 1,-1 0,1-1,-1 1,0 0,0 0,0-1,-1 1,0 0,0 0,0 1,-1-1,1 0,-1 1,0-1,0 1,-1 0,1 0,-1 0,0 1,0-1,-1 1,1 0,0 0,-1 1,0-1,-2 0,-2 3,1 0,0 1,0 1,0-1,0 1,0 0,0 1,0 0,0 0,1 1,0 0,0 0,0 0,0 1,0 0,1 1,0 0,0-1,1 2,0-1,0 1,0 0,1 0,0 0,0 0,-1 4,-6 12,0 0,2 1,1 0,0 0,2 1,1-1,1 1,1 1,1-1,1 0,2 1,0-1,2 0,0 0,2 0,1 0,1 0,1-1,1 0,-4-12,0 0,1 0,0-1,1 0,0 0,1-1,0 0,0 0,1-1,1 0,-1 0,1-1,1-1,-1 1,1-2,1 0,-1 0,1-1,0 0,0-1,1 0,-1-1,1-1,0 0,0 0,-1-1,1-1,0 0,0-1,0-1,0 0,-1 0,11-4,-13 2,0-1,-1 0,0-1,0 0,0 0,-1-1,0 0,0 0,0-1,-1 0,-1 0,1-1,-1 0,-1 0,1 0,-2-1,1 1,-1-1,-1-1,0 1,0 0,-1-1,0 1,-1-1,0 0,-1 1,0-1,-1-4,0 11,1 0,-1 1,0-1,0 0,0 1,0-1,-1 1,0 0,1-1,-1 1,0 0,-1 0,1 0,0 0,-1 1,0-1,0 1,0-1,0 1,0 0,0 0,0 0,-1 1,1-1,0 1,-1 0,0 0,1 0,-1 0,0 0,1 1,-1 0,0 0,1 0,-1 0,0 0,0 1,1 0,-1 0,0 0,1 0,-1 0,1 1,0-1,-1 1,1 0,0 0,0 1,0-1,-1 2,-1 0,1 0,0 1,0-1,0 1,0 0,1 0,0 1,0-1,0 1,1-1,0 1,0 0,0 0,1 0,-1 0,2 0,-1 0,1 0,0 0,0 0,0 0,1 0,0 0,0 0,1 0,-1 0,1 0,1 0,-1-1,1 1,0-1,0 0,1 0,-1 0,1 0,0 0,1-1,-1 0,1 0,0 0,0 0,0-1,0 0,5 2,-6-4,1 1,0-2,0 1,0 0,0-1,0 0,-1 0,1 0,0-1,0 0,0 0,0 0,-1 0,1-1,0 0,-1 0,0 0,1 0,-1-1,0 0,0 0,0 0,-1 0,1 0,-1-1,1 0,-1 0,1-1,1-2,0 0,-1 0,0-1,0 0,0 1,-1-1,0 0,-1-1,0 1,0 0,0-1,-1 1,-1-1,0 1,0-1,0-1,0 10,1-1,-1 0,0 1,0-1,1 0,-1 1,0-1,0 0,0 0,0 1,0-1,0 0,0 0,0 1,0-1,0 0,-1 0,1 1,0-1,0 0,-1 0,1 1,0-1,-1 0,1 1,-1-1,1 1,-1-1,1 1,-1-1,1 0,-1 1,1 0,-1-1,0 1,1-1,-1 1,0 0,1 0,-1-1,0 1,0 0,1 0,-1 0,0 0,0 0,1 0,-1 0,0 0,0 0,1 0,-1 0,0 0,0 0,1 1,-1-1,0 0,1 1,-1-1,0 0,1 1,-1-1,0 1,1-1,-1 1,1-1,-1 1,1-1,-1 1,1 0,-3 7,1 0,1 1,0-1,0 0,0 1,1-1,0 1,1-1,-1 1,2-1,-1 0,1 0,1 1,0-1,0-1,0 1,1 0,0-1,0 1,1-1,0-1,0 1,1-1,0 0,0 0,0 0,1-1,1 1,113 55,-58-41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7:14.55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263 614,'-15'-1,"0"2,1 0,-1 0,1 2,-1 0,1 0,0 1,0 1,0 0,1 1,0 1,0 0,1 1,-2 0,11-5,0-2,-1 1,1 0,0-1,-1 2,1-1,0 0,0 1,1-1,-1 1,0 0,1 0,0 0,-1 0,1 0,1 1,-1-1,0 0,1 1,0 0,1-3,0 1,1-1,-1 0,1 0,0 1,0-1,-1 0,1 0,0 0,0 0,0 0,0 0,0 0,0 0,0-1,0 1,0 0,1 0,-1-1,0 1,0-1,1 1,-1-1,0 0,1 1,-1-1,0 0,2 0,10 2,1-1,0 0,0-1,0-1,0 0,0-1,0 0,0-1,-1 0,0-2,1 1,-1-2,-1 1,1-2,-1 0,0 0,-1-1,0-1,0 0,0 0,-2-1,1 0,-1-1,0 0,-1 0,6-12,0-5,-1-1,-2 0,0-1,-2-1,-2 1,0-1,-2-1,-2 1,-1-1,-1 1,-1-1,-2 0,-6-29,8 58,-1-7,0-1,-1 1,0 0,0 0,-1 0,0 0,-1 1,0-1,-1 1,0 0,-6-9,11 18,-1-1,1 1,-1-1,1 1,-1-1,1 1,-1-1,1 1,-1 0,1-1,-1 1,0 0,1-1,-1 1,1 0,-1 0,0 0,1-1,-1 1,0 0,1 0,-1 0,0 0,1 0,-1 0,0 0,0 1,1-1,-1 0,1 0,-1 0,0 1,1-1,-1 0,0 1,1-1,-1 0,1 1,-1-1,1 1,-1-1,1 1,-1-1,1 1,0-1,-1 1,1 0,0-1,-1 1,-13 33,6 9,2 0,1 0,3 0,1 0,2 0,6 36,-4-51,0 0,2 0,0-1,2 0,2 0,0 0,1-1,2-1,1 0,1-1,12 18,-20-35,-1-1,1 0,-1 0,2-1,-1 1,1-2,-1 1,1 0,1-1,-1-1,1 1,-1-1,1 0,0-1,0 0,0 0,0-1,0 0,1 0,-1-1,0 0,1 0,-1-1,0 0,0-1,0 0,0 0,0 0,0-1,-1 0,1-1,-1 0,0 0,1-1,8-6,-1-1,-1 0,-1 0,1-1,-2-1,0 0,-1-1,0-1,-1 1,-1-1,0-1,-1 0,-1 0,-1-1,0 1,0-9,-5 24,0 1,0-1,0 1,-1-1,1 0,-1 1,1-1,-1 0,0 1,0-1,1 0,-1 1,0-1,-1 0,1 0,0 1,0-1,-1 0,1 1,-1-1,1 1,-1-1,0 0,0 1,1 0,-1-1,0 1,0-1,-1 1,1 0,0 0,0 0,-1-1,1 1,0 1,-1-1,1 0,-1 0,0 0,-6 3,1 1,0 0,0 0,0 1,0 0,1 0,-1 0,1 1,0 0,0 0,1 1,0-1,0 1,0 1,1-1,-1 0,0 4,1-4,0-1,1 1,-1-1,1 1,1 0,-1 0,1 0,0 0,1 1,-1-1,1 0,0 1,1-1,0 1,0-1,0 1,1-1,-1 1,2-1,-1 1,1-1,0 0,0 0,1 0,-1 0,2 0,-1 0,0-1,1 0,0 1,0-2,1 1,3 3,8 5,1-2,0 0,1 0,0-2,0 0,1-2,0 0,17 4,23 5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7:16.20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401 651,'-9'-7,"1"0,-1 1,-1 0,1 0,-1 1,0 0,0 1,0 0,-1 1,1 0,-1 0,0 1,1 1,-1 0,0 0,0 1,0 0,0 1,0 0,0 1,0 1,1-1,-1 2,1-1,-5 3,5 0,0 0,1 1,0 0,0 1,0-1,1 2,0-1,1 1,0 0,0 1,1 0,0 0,1 0,0 0,-1 5,5-13,0-1,0 1,1-1,-1 1,0 0,1-1,-1 1,1 0,-1-1,1 1,0 0,0-1,0 1,0 0,0 0,0-1,0 1,1 0,-1-1,0 1,1 0,0-1,-1 1,1 0,0-1,0 1,0-1,0 0,0 1,0-1,0 0,0 1,1-1,-1 0,0 0,1 0,-1 0,1 0,-1-1,1 1,0 0,0 0,5-2,-1 0,0 0,0-1,0 1,0-1,0-1,0 1,0-1,-1 0,0 0,1-1,-1 0,20-13,-2-1,-1-1,0-1,-1-1,-1 0,-1-2,-1-1,-2 0,0-1,-1 0,-2-1,0-1,-2 0,-1-1,-1 0,-2-1,0 0,1-24,-6 45,-1 1,0 0,0-1,-1 1,1-1,-2 1,1-1,-1 1,0-1,-1 1,0 0,0 0,0 0,-1 0,0 0,-2-3,4 9,0 0,0 0,0 0,-1 0,1 0,0 0,0 0,-1 0,1 1,0-1,-1 1,1-1,-1 1,1-1,-1 1,1 0,-1-1,1 1,-1 0,1 0,-1 0,1 1,-1-1,1 0,-1 0,1 1,-1-1,1 1,0-1,-1 1,1 0,0 0,-1-1,1 1,0 0,0 0,0 0,0 0,0 1,0-1,0 0,0 1,-39 55,32-39,0 0,2 0,0 0,1 1,1-1,0 1,2 1,0-1,1 0,1 0,1 13,1-19,0-1,0 0,1 0,0 1,1-2,1 1,0 0,0-1,1 0,1-1,0 1,0-1,1 0,0-1,1 0,0 0,0-1,6 4,5 0,1 0,1-1,0-1,1-1,0-1,0-1,1-2,-1 0,1-1,0-1,0-1,1-2,-1 0,0-2,0 0,0-2,0 0,9-4,-24 5,1-1,-1 0,0 0,0-1,0 0,-1 0,1-1,-1 0,1-2,-6 6,-1 0,0 0,1-1,-1 1,0-1,0 1,0-1,-1 0,1 1,-1-1,1 0,-1 0,0-1,0 1,0 0,-1 0,1 0,-1 0,0-1,0 1,0 0,0-1,0 1,-1 0,1 0,-1 0,0 0,0-1,-1-1,-1 0,0 1,0 0,0-1,0 1,-1 0,0 1,0-1,0 1,0 0,0 0,0 0,-1 0,0 1,1-1,-1 1,0 1,0-1,0 1,0 0,-3-1,-5 0,0 1,1-1,-1 2,0 0,0 1,0 0,-11 2,15-1,0-1,-1 2,1-1,0 1,0 0,1 1,-1 0,1 0,-1 1,2 0,-1 1,0 0,1 0,0 0,0 1,1 0,0 0,0 1,1 0,0 0,0 0,1 0,-2 6,5-11,1 0,-1-1,1 1,0-1,0 1,0 0,0-1,0 1,1 0,-1-1,1 1,-1 0,1-1,0 1,0-1,0 0,1 1,-1-1,1 0,-1 0,1 1,0-1,-1-1,1 1,0 0,0 0,1-1,-1 1,0-1,0 1,1-1,0 0,6 3,-1-1,0 0,1 0,0-1,0-1,0 1,0-1,-1-1,3 1,2-2,0 1,-1-2,1 1,0-2,-1 0,1 0,-1-1,0-1,0 0,-1 0,1-1,-1-1,-1 0,1 0,-1-1,5-6,9-26,-24 40,0 0,0 1,0-1,-1 0,1 0,0 0,0 0,0 0,-1 0,1 0,0 0,0 0,0 0,-1 0,1 0,0 0,0 0,0 0,-1 0,1 0,0 0,0 0,0-1,-1 1,1 0,0 0,0 0,0 0,0 0,0 0,-1-1,1 1,0 0,0 0,0 0,0 0,0-1,0 1,-1 0,1 0,0 0,0 0,0-1,0 1,0 0,0 0,0 0,0-1,0 1,0 0,0 0,0-1,0 1,0 0,0 0,0 0,0 0,1-1,-1 1,0 0,-13 14,9-6,0-1,1 1,0 0,0 0,1 0,0 0,0 0,1 1,0-1,1 1,0-1,0 0,1 3,-1-7,1 0,0 0,-1 0,1 0,1 0,-1-1,1 1,-1 0,1-1,0 1,1-1,-1 1,0-1,1 0,0 0,0 0,0-1,0 1,0-1,0 1,1-1,-1 0,1 0,0-1,-1 1,1-1,0 0,3 1,7-1,1-1,-1-1,1 0,-1-1,0 0,0-2,0 1,0-2,0 0,-1 0,1-1,-2-1,1 0,-1-1,0 0,0-1,-1 0,0-1,8-10,6-7,-1-2,-1-1,-2-1,-1-1,-1-1,-2 0,-1-1,-2-1,-1-1,-2 1,-1-2,-2 0,-2 0,-1 0,-2-1,-1-24,-11-44,10 105,-1-1,0 1,-1-1,1 1,0-1,0 1,-1 0,1-1,0 1,-1 0,1-1,-1 1,0 0,0-1,1 1,-1 0,0 0,0 0,0 0,0 0,0 0,0 0,0 0,-1 0,1 0,0 1,0-1,-1 1,1-1,-1 1,1-1,0 1,-1 0,1-1,-1 1,1 0,0 0,-1 0,1 0,-1 0,1 0,-1 1,1-1,0 1,-1-1,1 0,0 1,-1 0,1-1,0 1,0 0,-1 0,1 0,-1 0,-6 9,0-1,0 1,1 0,0 1,1 0,0 0,0 0,1 1,1 0,0 0,-2 11,-3 9,1 0,1 0,2 1,1 0,1 0,2 0,2 0,1 0,1-1,2 1,1 0,1-1,2-1,2 1,13 27,-18-46,2-1,-1 0,1 0,1 0,0-2,1 1,0-1,0 0,8 4,-13-10,-1-1,1 0,0 0,1 0,-1-1,0 1,1-1,-1 0,1-1,0 0,0 0,-1 0,1 0,0-1,0 0,0 0,0-1,0 1,-1-1,1-1,0 1,0-1,-1 0,2-1,5-5,-1-1,0 0,-1 0,0-2,0 1,-1-1,0 0,-1-1,0 0,-1 0,-1-1,0 0,0 0,-1 0,-1-1,0 0,-1 1,0-6,5-38,-8 57,0 1,0-1,0 0,0 1,0-1,0 0,0 0,0 1,0-1,-1 0,1 0,0 1,0-1,0 0,0 0,0 1,-1-1,1 0,0 0,0 0,0 1,-1-1,1 0,0 0,0 0,-1 0,1 0,0 0,-1 1,1-1,0 0,0 0,-1 0,1 0,0 0,0 0,-1 0,1 0,0 0,-1 0,1 0,0 0,0-1,-1 1,1 0,0 0,0 0,-1 0,1 0,0 0,0-1,-1 1,1 0,0 0,0 0,0-1,-1 1,1 0,0 0,-6 12,1 0,0 0,1 1,1-1,0 1,0 0,1 0,1 1,0-1,1 0,0 0,1 1,1-1,1 6,0-11,0 1,0-1,1-1,0 1,0 0,1-1,0 0,0 0,1-1,0 1,0-1,0 0,1-1,0 0,0 0,0 0,1-1,-1 0,1 0,0-1,0 0,1 0,-1-1,0 0,1-1,-1 0,1 0,0-1,-1 0,1 0,0-1,-1 0,1 0,-1-1,0-1,1 1,-1-1,0-1,1 0,19-14</inkml:trace>
  <inkml:trace contextRef="#ctx0" brushRef="#br0" timeOffset="179.076">962 316,'25'-2,"31"-1,34 0,30 1,25 1,15 0,2 0,-25 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7:12.39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107 756,'-4'18,"-2"13,0 8,2 4,1 2,1-5,1-7,0-9</inkml:trace>
  <inkml:trace contextRef="#ctx0" brushRef="#br0" timeOffset="711.1">0 434,'42'7,"-1"1,0 2,0 2,-2 2,13 6,-45-17,1 0,0 1,-1 0,1 1,-1 0,-1 0,1 0,-1 1,0-1,0 2,0-1,-1 1,0 0,0 0,-1 0,0 0,0 1,-1 0,0 0,0 0,-1 0,0 0,1 7,-13 167,10-179,1 1,0-1,0 0,0 1,0-1,0 1,0-1,1 0,0 0,0 0,0 0,0 0,0 0,0-1,1 1,-1-1,1 1,0-1,0 0,0 0,0 0,0-1,0 1,0-1,1 1,-1-1,1 0,-1 0,1-1,-1 1,1-1,-1 0,1 0,-1 0,1 0,-1 0,1-1,-1 0,1 0,-1 0,1 0,-1 0,0-1,0 1,1-1,15-6,-1-1,0-1,0 0,-1-1,0-1,-1-1,-1 0,0-1,-1-1,7-8,-21 22,0 0,1 0,-1 0,0 0,1 1,-1-1,0 0,1 0,-1 0,1 1,0-1,-1 0,1 0,0 1,-1-1,1 1,0-1,0 1,-1-1,1 1,0-1,0 1,0 0,0-1,-1 1,1 0,0 0,0-1,0 1,0 0,0 0,0 0,0 0,0 0,0 1,0-1,0 0,-1 0,1 1,0-1,0 0,0 1,0-1,0 1,-1-1,1 1,0-1,-1 1,1 0,0-1,-1 1,1 0,0-1,-1 1,1 0,-1 0,0 0,1 0,-1-1,0 1,1 0,-1 0,0 0,0 0,0 0,0 0,10 44,-9-38,0 0,0 1,0-1,1 0,0 0,0 0,1 0,0-1,0 1,1-1,0 1,0-1,0 0,1-1,-1 1,5 2,-7-6,1-1,-1 0,1 0,-1 0,1 0,-1-1,1 1,0-1,-1 1,1-1,0 0,-1 0,1 0,0-1,-1 1,1-1,0 1,-1-1,1 0,-1 0,1 0,-1 0,1 0,-1-1,0 1,0-1,1 1,-1-1,55-56,-35 22,-1 0,-1-1,-2-1,-2-1,-2 0,-1-1,-2-1,-2 0,-2 0,-1 0,-2-8,0 22,-1-1,-2 0,0-1,-2 1,-1 0,-2 0,0 1,-2-1,-1 1,-1 0,-7-14,14 39,1 0,-1 0,1 0,-1 0,0 0,1 0,-1 1,0-1,0 0,0 1,-1-1,1 1,0-1,-1 1,1-1,-1 1,1 0,-1 0,1-1,-1 1,0 1,0-1,1 0,-1 0,0 1,0-1,0 1,0-1,0 1,0 0,0 0,0 0,0 0,0 0,0 0,0 0,0 1,0-1,-3 7,1-1,0 1,0 0,0 0,1 0,0 0,0 1,1-1,0 1,1 0,-1-1,1 1,1 0,0 7,-1-11,1 50,3 0,2-1,2 1,3-1,2-1,2 0,3-1,8 18,73 219,-89-265,-3-10</inkml:trace>
  <inkml:trace contextRef="#ctx0" brushRef="#br0" timeOffset="962.939">830 421,'27'-7,"25"1,20 2,13 8,3 7,-5 11,-18 1</inkml:trace>
  <inkml:trace contextRef="#ctx0" brushRef="#br0" timeOffset="1327.964">1378 1009,'24'-315,"-18"271,-6 44,1 0,0 0,-1 0,1-1,0 1,-1 0,1 0,0 0,-1 0,1 0,0 0,-1 0,1 0,0 0,-1 1,1-1,0 0,-1 0,1 1,0-1,-1 0,1 1,-1-1,1 0,0 1,-1-1,1 1,-1-1,0 1,1-1,-1 1,1-1,-1 1,0 0,1-1,-1 1,0 0,0-1,3 3,4 3,1 0,-1-1,1-1,0 1,0-1,1 0,-1-1,1 0,0 0,0-1,0 0,9 0,48 15,-63-16,0 1,0-1,0 1,0 0,0 0,0 0,-1 1,1-1,-1 1,1-1,-1 1,0 0,0 0,-1 0,1 0,0 0,-1 0,0 0,0 1,0-1,0 1,0-1,-1 0,1 1,-1-1,0 1,0-1,0 1,-1-1,1 1,-1-1,0 1,-14 137,15-139,1 0,0 1,-1-1,1 0,0 0,1 0,-1 0,0 0,1 0,-1 0,1 0,-1-1,1 1,0 0,-1-1,1 1,0-1,0 0,0 0,1 0,-1 0,0 0,0 0,0 0,1-1,-1 1,0-1,1 0,-1 0,1 0,20 4</inkml:trace>
  <inkml:trace contextRef="#ctx0" brushRef="#br0" timeOffset="1580.851">1953 996,'-5'0,"4"0,3 0,2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7:10.6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1 242,'20'0,"19"0,16 0,14-2,12-4,3-2,-1 0,-8-1,-12 1,-15-1,-15 0,-18-4,-11 1</inkml:trace>
  <inkml:trace contextRef="#ctx0" brushRef="#br0" timeOffset="252.325">429 1,'149'51,"-79"-31,-56-17,-1 1,0 0,0 1,-1 0,1 1,-1 1,0 0,-1 0,0 1,0 1,-1 0,0 0,6 9,-14-15,0 0,0 0,-1 1,0-1,1 0,-1 1,0 0,-1-1,1 1,-1-1,0 1,1 0,-2-1,1 1,0 0,-1-1,1 1,-1 0,0-1,0 1,-1-1,1 0,-1 1,0-1,0 0,0 0,0 0,0 0,-2 1,-81 71,-107 50,190-124,-22 32,28-23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7:08.4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1 597,'2'-2,"189"-203,-173 182,0-1,-2-1,0-1,-2 0,-1-1,-1-1,-1 0,0-6,-8 28,-1 0,0 0,0 0,-1 0,0 0,0 0,0 0,-1 0,0 0,0-1,0 1,-1 0,0 0,0 0,-1 0,1 0,-1 0,-1 0,1 1,-1-1,0 1,0 0,-2-3,2 7,-1 0,1 0,0 1,0-1,-1 1,1-1,0 1,-1 0,1 0,0 1,-1-1,1 1,0-1,0 1,-1 0,1 0,0 1,0-1,0 1,0-1,1 1,-1 0,0 0,1 0,-1 1,1-1,0 0,-1 1,1 0,0-1,1 1,-1 0,0 0,1 0,-1 3,-10 20,1 1,2 0,1 0,1 1,1 0,1 1,2-1,1 1,1-1,1 1,3 5,-4-9,1 0,2 1,1-1,0 0,2 0,1-1,1 1,1-1,1 0,1-1,1 0,3 1,-12-20,1 0,-1 0,1-1,0 1,0-1,1 0,-1 0,1 0,0 0,-1 0,1-1,0 0,0 1,1-2,-1 1,0 0,1-1,-1 0,1 0,-1 0,1-1,-1 1,1-1,0 0,-1 0,1-1,-1 0,1 1,0-1,-1-1,0 1,1-1,3-2,5-5,-1-1,0-1,0 0,-1-1,-1 0,0-1,0 0,-2-1,1 0,-2 0,0 0,0-1,-2 0,0 0,0-1,-2 0,-1 48,-3-11,-1-6,1-1,1 1,0-1,1 1,1-1,0 1,1-1,0 0,1 0,1 0,2 4,-6-16,1 0,-1 0,1 0,-1 0,1 0,-1 0,1 0,0-1,0 1,0-1,0 1,0-1,0 0,0 0,1 0,-1 0,0 0,1-1,-1 1,1-1,-1 1,1-1,12-1</inkml:trace>
  <inkml:trace contextRef="#ctx0" brushRef="#br0" timeOffset="250.878">643 129,'-3'-7,"7"1,3 0</inkml:trace>
  <inkml:trace contextRef="#ctx0" brushRef="#br0" timeOffset="1500.045">897 36,'-9'19,"0"1,2 0,0 0,1 0,1 1,1-1,1 1,1 0,0 19,17 189,22 32,-34-243,9-51,-9 15,-1 6,0-1,0 1,2 0,-1 0,1 0,1 1,0 0,1-1,0 2,8-11,-13 20,1-1,0 0,0 1,0-1,0 1,0 0,0 0,0 0,1 0,-1 0,0 0,1 1,-1-1,0 1,1-1,-1 1,1 0,-1 0,0 0,1 0,-1 1,1-1,-1 0,0 1,1 0,-1 0,0 0,0 0,1 0,-1 0,0 0,0 1,1 0,57 60,-57-59,0 0,-1 1,1-1,0 1,-1-1,0 1,0 0,0 0,-1 0,1 0,-1 0,0 0,0 0,0 0,-1 1,1-1,-1 0,0 0,0 1,-1-1,1 0,-1 1,0-1,0 0,0 0,-1 0,1 0,-1 0,0 0,0-1,-1 1,1 0,-1 0,-6 0,1 0,-1 0,0 0,1-1,-2-1,1 1,0-2,0 1,-1-1,1 0,-1-1,1 0,-1-1,1 0,0 0,-1-1,1 0,0-1,0 0,0 0,1-1,-7-4,14 8,-1 0,1 0,-1-1,1 1,0 0,-1-1,1 1,0-1,0 0,-1 1,1-1,0 0,0 0,0 0,0 0,0 0,0 0,0 0,0 0,1 0,-1 0,0 0,0-1,1 1,-1 0,1-1,-1 1,1 0,0-1,0 1,-1 0,1-1,0 1,0-1,0 1,0 0,1-1,-1 1,0 0,1-1,-1 1,1 0,-1-1,1 1,-1 0,1 0,0-1,0 1,-1 0,1 0,0 0,0 0,0 0,12-3,-1 1,0 1,1 0,0 0,-1 1,1 1,0 0,6 1,5-1,24 1,-29 1,0-1,0-1,1-1,-1-1,0 0,0-1,-1-1,1-1,-1-1,9-4,-23 8,-1 0,1 0,0 0,-1 0,0-1,1 0,-1 1,0-1,-1 0,1-1,0 1,-1 0,0-1,0 0,0 1,0-1,0 0,-1 0,0 0,1 0,-2 0,1 0,0 0,-1 0,0-1,0 1,0 0,0 0,-1 0,0-1,1 1,-2 0,1 0,0 0,-1 1,0-1,0 0,0 0,0 3,0 0,1 0,-1 0,0 0,0 1,0-1,0 0,0 1,0 0,0-1,0 1,0 0,0 0,0 0,0 1,0-1,0 0,0 1,0-1,0 1,0 0,0 0,0-1,1 1,-1 0,0 1,1-1,-1 0,0 0,1 1,0-1,-1 1,1-1,0 1,0 0,0-1,0 1,0 0,0 0,0 0,0 0,1 0,-1 0,1 0,0 0,-1 0,1 0,0 1,-2 5,0-1,0 1,0 0,1-1,0 1,1 0,0 0,0 0,0-1,1 1,0 0,1-1,0 1,0 0,1-1,-1 0,2 0,-1 0,1 0,0 0,0-1,1 1,0-1,0 0,0-1,1 1,0-1,0 0,0-1,1 1,0-1,6 2,-7-3,0 0,0 0,0-1,1 0,-1-1,1 1,-1-1,1 0,-1-1,1 0,0 0,-1 0,1-1,0 0,-1 0,1 0,-1-1,0 0,1 0,-1-1,0 0,0 0,-1 0,1-1,-1 0,1 0,-1 0,0-1,-1 0,1 0,-1 0,0 0,0-1,-1 1,1-1,-1-1,2-11,-2 0,0 0,-1-1,-1 1,0-1,-2 1,0 0,-1-1,-1 1,0 0,-5-12,8 30,1 0,-1 0,0 0,1 1,-1-1,0 0,1 0,-1 0,0 0,1 0,-1 0,0 0,1 0,-1 0,0 0,1 0,-1 0,0 0,1 0,-1 0,1 0,-1 0,0 0,1-1,-1 1,0 0,0 0,1 0,-1 0,0-1,1 1,-1 0,0 0,0-1,1 1,-1 0,0-1,0 1,0 0,1-1,-1 1,0 0,0-1,0 1,0 0,0-1,0 1,0 0,0-1,0 1,0 0,0-1,0 1,0 0,0-1,0 1,0-1,0 1,0 0,27 8,0-2,0 0,0-2,1-1,8-1,46 6,-79-8,0 0,0 0,0 1,0-1,0 1,0-1,0 1,-1 0,1 0,0 0,-1 0,1 1,0-1,-1 1,0 0,1-1,-1 1,0 0,0 0,0 1,0-1,0 0,-1 1,1-1,-1 1,1-1,-1 1,0 0,0-1,0 1,0 0,-1 0,1 0,-1 1,0 35,-1-35,1 1,-1-1,1 1,0 0,0-1,0 1,1-1,-1 1,1 0,0-1,1 0,-1 1,1-1,0 0,0 1,0-1,0 0,1-1,0 1,0 0,0-1,0 0,0 1,1-1,7 2,0 0,-1-1,1 0,1-1,-1 0,0-1,1-1,-1 1,1-2,-1 0,1 0,0-1,-1 0,1-1,-1 0,0-1,0-1,0 1,0-2,0 1,-1-2,1 0,67-41,-77 46,1 0,0 1,0-1,0 1,0 0,0 0,0 0,-1 0,1 0,0 0,0 0,0 1,0-1,0 0,-1 1,1 0,0-1,0 1,-1 0,1 0,0 0,-1 0,1 0,-1 1,1-1,-1 0,0 1,0-1,1 1,-1-1,1 2,21 17,-18-17,0-1,1 1,-1-1,0 0,1-1,0 1,-1-1,1 0,0 0,0-1,-1 0,1 0,0 0,0-1,0 0,-1 0,1 0,0-1,-1 0,1 0,-1 0,0 0,0-1,0 0,0 0,0-1,-1 1,1-1,-1 0,0 0,0-1,0 1,-1-1,0 0,0 0,0 0,0 0,-1 0,0-1,0 1,0-1,-1 1,1-5,-2 2,0 1,0-1,-1 1,0 0,-1-1,1 1,-2 0,1 0,-1 0,0 0,0 1,0-1,-1 1,0 0,-1 0,1 0,-1 0,0 1,-1 0,1 0,-1 0,0 1,0 0,0 0,-1 0,0 1,1 0,-1 0,0 1,0 0,-1 0,1 1,0 0,-1 0,1 0,0 1,-1 0,1 1,-1 0,1 0,0 0,0 1,-1 0,-1 0,1 1,0 0,0 0,1 1,-1 0,1 0,-1 1,1 0,0 0,1 0,0 1,0 0,0 0,0 1,1 0,0 0,1 0,-1 0,1 1,1 0,-1 0,2 0,-1 0,1 0,0 1,2-4,0 0,1-1,-1 1,1 0,0-1,1 1,-1-1,1 1,0-1,0 0,0 0,0 0,1 0,0 0,0 0,0-1,0 1,0-1,1 0,-1 0,1 0,0 0,0-1,0 1,1-1,-1 0,0-1,1 1,-1-1,1 0,-1 0,2 0,35 9</inkml:trace>
  <inkml:trace contextRef="#ctx0" brushRef="#br0" timeOffset="1746.441">2501 157,'-16'-3,"-9"0,-4 2,4 7,6 5,11 9,11 6,5-3</inkml:trace>
  <inkml:trace contextRef="#ctx0" brushRef="#br0" timeOffset="1911.997">2662 651,'20'4,"16"3,14-6,11-5,9-4,7-2,1-3,-13 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7:23.94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7:37.1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298 144,'0'-10,"1"5,0 0,0 1,-1-1,1 1,-1-1,0 0,0 1,-1-1,1 0,-1 1,0-1,0 1,-1-1,1 1,-1-1,0 1,0 0,-1 0,1 0,-1 0,0 0,0 1,0-1,0 1,-1 0,1 0,-1 0,0 0,0 1,0 0,0-1,-3 0,1 2,0 0,-1 0,1 1,-1-1,1 1,0 1,-1-1,1 1,-1 0,1 1,0-1,0 1,0 1,0-1,0 1,0 0,1 0,-1 1,1-1,0 1,0 0,0 1,1-1,-2 3,-4 4,1 0,1 0,0 1,1 0,0 1,1-1,0 1,1 1,0-1,-1 10,3-16,1 1,0-1,1 1,-1 0,2 0,-1 0,1 0,0 0,1-1,0 1,0 0,0 0,1 0,1-1,-1 1,1-1,0 0,1 0,0 0,0 0,0 0,1-1,0 0,0 0,0 0,3 1,6 1,1-1,0 0,1-1,-1 0,1-2,0 0,0 0,1-2,-1 0,0-1,1 0,-1-1,1-1,13-3,21-4,-7-2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7:37.35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26,'9'-2,"12"-1,12-2,11-1,8 2,-1 1,-4 1,-8 5,-11 7,-10 2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7:37.61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0,'23'2,"21"1,17 0,13-1,7 0,-1-3,-12-2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7:37.87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7 260,'9'8,"1"0,0 0,1-1,0-1,0 1,0-2,1 1,0-2,0 0,0 0,0-1,1 0,-1-1,1-1,-1 0,6-1,-6 1,1 0,-1-1,0-1,1 0,-1-1,0 0,1-1,3-1,-12 2,0 1,-1 0,1-1,0 0,0 0,-1 0,0 0,1-1,-1 1,0-1,0 0,0 0,0 0,-1 0,1-1,-1 1,0-1,0 1,0-1,0 0,-1 0,0 0,1 0,-1 0,-1 0,1-3,-1-5,-2 0,1 0,-2 0,1 0,-2 0,0 1,0-1,-1 1,0 0,-1 0,0 1,-1 0,0 0,0 0,-1 1,-1 0,0 0,5 4,1 2,-1-1,0 0,0 1,0-1,0 1,-1 0,1 0,-1 1,0 0,0-1,0 1,0 1,0-1,0 1,0 0,-1 0,1 1,0-1,0 1,-1 0,1 1,0-1,-1 1,1 0,0 1,0-1,-1 1,-3 4,0 0,1 0,0 0,0 1,1 0,-1 1,2 0,-1 0,1 0,0 1,1 0,0 0,-3 9,-41 130,35-86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7:41.3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41,'10'-7,"2"-9,-1-2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7:39.69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35 61,'-10'343,"9"-327,0 11,-1-40,-11-166,6 79,9 87,1 0,1 0,0 0,1 1,0-1,1 1,2-3,-6 12,0-1,0 1,0 0,0 0,0 0,1 1,-1-1,1 1,0-1,0 1,0 0,0 0,0 0,1 0,-1 1,0-1,1 1,-1 0,1 0,0 0,-1 0,1 1,0 0,-1-1,1 1,0 1,-1-1,3 1,-3 0,0 0,-1 0,1 0,-1 1,1-1,-1 1,1-1,-1 1,0 0,0 0,0 0,0 0,0 1,0-1,0 0,-1 1,1-1,-1 1,0 0,0-1,0 1,0 0,0 0,0 2,8 71,-9-73,0 0,-1 1,1-1,-1 0,1 1,-1-1,0 0,0 0,-1 0,1 0,-1 0,1 0,-1 0,0 0,0 0,0-1,0 1,-1-1,1 0,-1 1,1-1,-1 0,0-1,0 1,0 0,-2 0,36 9,-14-7,0 1,0 1,-1 1,0 0,0 1,-1 1,0 0,0 1,-1 1,-1 0,1 1,10 12,-23-22,1-1,-1 0,1 0,-1 1,1-1,-1 1,0-1,0 1,0 0,0 0,0-1,0 1,0 0,-1 0,1 0,-1 0,1 0,-1 0,0 0,0 0,0 0,0-1,0 1,0 0,0 0,-1 0,1 0,-1 0,1 0,-1 0,0 0,0 0,0-1,0 1,0 0,0-1,0 1,-1-1,1 1,0-1,-1 0,1 1,-1-1,0 0,1 0,-1 0,0 0,-1 0,-22 7,1-2,-1-1,0-1,0-1,0-1,-23-2,42 0,5 0,-20 0,21 0,1 0,-1-1,0 1,0 0,0 0,0 0,0 0,0 0,1-1,-1 1,0 0,0 0,0 0,0 0,0-1,0 1,0 0,0 0,0 0,0 0,0-1,0 1,0 0,0 0,0 0,0-1,0 1,0 0,0 0,0 0,0 0,0-1,0 1,0 0,0 0,0 0,0 0,-1-1,1 1,0 0,0 0,0 0,0 0,0 0,-1-1,1 1,60-18,-22 7</inkml:trace>
  <inkml:trace contextRef="#ctx0" brushRef="#br0" timeOffset="448.325">704 209,'-13'15,"1"0,1 1,1 1,0 0,1 1,0-1,2 2,5-16,-43 115,55-130,27-68,-4-2,-3-1,17-75,-45 151,13-33,-15 40,1-1,-1 1,1 0,-1 0,1 0,-1 0,1 0,-1 0,1 0,-1 0,0 0,1 0,-1 0,1 0,-1 0,1 1,-1-1,1 0,-1 0,0 0,1 1,-1-1,1 0,-1 0,0 1,1-1,-1 0,0 1,0-1,1 0,-1 1,0-1,0 1,1-1,-1 1,0-1,0 0,0 1,0-1,1 1,-1-1,0 1,0-1,0 1,0-1,0 1,25 59,-3 0,11 51,-14-48,41 132,-57-167,-7-26</inkml:trace>
  <inkml:trace contextRef="#ctx0" brushRef="#br0" timeOffset="695.204">704 288,'-2'-2,"3"-1,9 0,11 1,12-2,11 0,10-1,5-1,-2 2,-9 1</inkml:trace>
  <inkml:trace contextRef="#ctx0" brushRef="#br0" timeOffset="868.739">1265 235,'16'-2,"14"-4,14 1,8 0,2-2,-1 2,-8 0,-11 2</inkml:trace>
  <inkml:trace contextRef="#ctx0" brushRef="#br0" timeOffset="1128.047">1265 382,'16'3,"17"0,18-1,14-2,13-3,3-2,-2-2,-8-2,-16 0</inkml:trace>
  <inkml:trace contextRef="#ctx0" brushRef="#br0" timeOffset="1367.407">1920 342,'12'10,"1"-1,1 0,-1-1,2-1,-1 0,1-1,0 0,0-1,0-1,1 0,-1-1,1-1,0 0,0-2,0 1,12-3,-25 2,0-1,0 1,0-1,0 0,-1 0,1 0,0 0,-1 0,1-1,-1 1,1-1,-1 1,0-1,0 0,1 0,-2 0,1 0,0-1,0 1,0 0,-1-1,0 1,1-1,-1 0,0 1,0-1,0 0,-1 0,1 1,-1-1,1 0,-1 0,0 0,0 0,0 0,-1 0,1 1,-1-1,1 0,-1 0,0 0,0 1,0-1,-1 0,1 1,-3-8,-1 1,0 0,-1 0,0 0,0 1,-1 0,0 0,0 0,-1 1,0 1,0-1,0 1,-1 0,0 1,0 0,-1 0,1 1,-1 1,0-1,0 2,0-1,-1 1,1 1,-1 0,-3 0,10 1,0 1,0-1,-1 1,1 0,0 0,0 1,0-1,0 1,0 0,1 0,-1 0,0 0,1 1,-1-1,1 1,0 0,0 0,0 0,1 1,-1-1,1 0,-1 1,1 0,0 0,0 0,1 0,-1 0,1 0,0 0,0 0,1 0,-1 0,1 1,0-1,0 0,0 0,0 1,1-1,0 0,0 0,0 0,0 1,1-1,-1-1,1 1,0 0,0 0,1-1,-1 1,1-1,0 0,-1 1,2-1,-1-1,2 3,25 10,1-5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5:01.48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3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135 198,'0'58,"-3"1,-2-1,-3 1,-10 36,-25 184,41-269,1 0,0 0,1 0,0 0,1 0,0 0,0 0,1 0,0-1,1 1,0 0,0-1,1 0,1 0,-1 0,1 0,1-1,0 0,0 0,0 0,1-1,7 6,-9-12,0 1,0-1,0 0,0 0,0-1,1 0,-1 0,0 0,0 0,0-1,1 0,-1 0,0 0,0-1,0 0,1-1,13-2,350-82,-334 82</inkml:trace>
  <inkml:trace contextRef="#ctx0" brushRef="#br0" timeOffset="253.334">108 613,'-5'-3,"4"0,8-2,15-2,14-6,13-3,12-5,4-3,-1-2,-8 1,-13 5</inkml:trace>
  <inkml:trace contextRef="#ctx0" brushRef="#br0" timeOffset="472.83">162 185,'11'-2,"18"-4,22 0,20-3,16-1,12 1,1 3,-9 4,-18 3</inkml:trace>
  <inkml:trace contextRef="#ctx0" brushRef="#br0" timeOffset="714.181">870 520,'7'13,"7"12,7 8,8 5,5 4,6 0,4 1,0 0,-3-4,-3-3,-6-3,-6-3,-8-4,-7-7</inkml:trace>
  <inkml:trace contextRef="#ctx0" brushRef="#br0" timeOffset="950.55">1284 586,'-20'0,"-16"7,-14 13,-9 18,-6 17,-3 16,1 11,2 9,10 1,13-3,13-16</inkml:trace>
  <inkml:trace contextRef="#ctx0" brushRef="#br1" timeOffset="100798.968">1485 9623,'-29'-13,"19"8,-1-1,0 2,0 0,0 0,-1 1,1 0,-1 1,0 0,-6 1,13 2,0 1,0 0,0 0,0 0,0 1,1 0,-1 0,1 0,0 0,0 1,0 0,0 0,1 0,-1 0,1 0,0 1,0-1,1 1,-1 0,1 0,0 0,0 0,1 0,0 0,-1 0,2 1,-1-1,1 1,0-1,0 0,0 1,1-1,-1 0,1 1,1 0,-1-3,-1 0,1-1,0 1,0-1,0 1,0-1,0 1,1-1,-1 0,1 1,0-1,-1 0,1 0,0 0,0 0,0-1,1 1,-1-1,0 1,1-1,-1 0,1 1,-1-1,1-1,-1 1,1 0,0-1,-1 1,1-1,0 0,2 0,2 0,0 0,-1-1,1 0,0 0,0-1,-1 0,1 0,-1 0,0-1,0 0,0 0,2-2,3-3,-1 0,0 0,0-1,-1 0,-1-1,1 0,-1 0,-1-1,0 0,-1 0,0 0,0-1,-1 0,-1 0,0-1,-1 1,0-1,-1 0,0 0,-1 0,-1-3,-6-17,6 33,0-1,0 0,0 1,0-1,0 1,0-1,0 1,0-1,0 1,-1-1,1 1,0 0,0-1,-1 1,1-1,0 1,-1-1,1 1,0 0,-1-1,1 1,0 0,-1-1,1 1,-1 0,1 0,-1-1,1 1,-1 0,1 0,-1 0,1-1,-1 1,1 0,-1 0,1 0,-1 0,1 0,-1 0,1 0,-1 0,1 1,-1-1,1 0,-1 0,1 0,-1 0,1 1,-1-1,1 0,0 0,-1 1,1-1,-1 0,1 1,0-1,-1 1,-2 4,1 1,0-1,0 1,0 0,0 0,1 0,0 0,0 0,1 1,0-1,0 0,0 0,1 0,-1 0,2 0,0 4,-1-4,0 1,1-1,-1 0,2 0,-1 0,0 0,1 0,0 0,1 0,-1-1,1 0,0 1,1-2,-1 1,1 0,0-1,0 0,0 0,1 0,-1-1,1 0,0 0,0 0,0-1,0 0,0 0,1 0,-1-1,1 0,-1 0,1-1,-1 0,1 0,-1 0,1-1,-1 0,9-5,-1 0,0-2,-1 0,0 0,0-1,-1-1,0 0,-1 0,0-1,-1-1,0 0,0 0,-1-1,-1 0,-1 0,1-1,-2 0,0-2,3-5,-1 0,-1-1,-1 0,-1 0,0-1,-2 1,-1-1,-1 0,-1 1,-1-1,0 0,-4-9,-21-33,25 63,0 0,0 0,0 1,-1-1,1 0,0 1,-1-1,0 1,1 0,-1-1,0 1,0 0,1 0,-1 0,0 0,0 1,0-1,0 0,0 1,-1-1,1 1,0 0,0 0,0 0,0 0,0 0,0 0,0 1,-1-1,0 1,-5 4,1 0,0 1,1 0,-1 0,1 0,0 1,0 0,1 0,0 1,1 0,-1-1,1 1,1 1,0-1,0 1,0-1,1 1,1 0,-1 5,-3 8,1 1,2-1,0 0,1 1,1 0,2-1,0 1,1-1,1 0,2 0,3 12,-5-23,0 0,0 0,1 0,1-1,0 0,0 0,1 0,0-1,1 0,0 0,0-1,1 0,0 0,0-1,1 0,0-1,0 0,0 0,1-1,0-1,0 0,9 2,-10-4,1 0,0-1,-1 0,1 0,0-1,0-1,0 0,-1-1,1 0,-1 0,1-1,-1 0,0-1,0 0,0-1,-1 0,1 0,-1-1,-1-1,1 1,-1-1,0-1,0 1,-1-1,0-1,-1 1,0-1,0 0,-1-1,0 0,0 1,-1-1,-1-1,2-4,-4 11,0 1,0-1,-1 1,1-1,-1 1,0-1,0 0,0 1,0-1,-1 0,0 1,1-1,-1 1,0-1,-1 1,1-1,-1 1,1 0,-1 0,0 0,0 0,0 0,-1 0,1 0,-1 1,0-1,1 1,-1 0,-1-1,1 3,1 1,0-1,-1 1,1 0,0 0,0 0,0 0,-1 0,1 0,0 1,1-1,-1 1,0-1,0 1,1 0,-1-1,0 1,1 0,0 0,0 0,-1 0,1 1,0-1,1 0,-1 0,0 1,1-1,-1 0,1 1,0-1,-1 1,0 1,0 1,0-1,0 1,0-1,0 1,1 0,0-1,0 1,0-1,1 1,0 0,-1-1,2 1,-1-1,0 1,1-1,0 0,0 0,0 0,0 0,1 0,0 0,0-1,0 1,0-1,0 0,1 1,-1-2,1 1,0 0,2 0,12 4,1 0,0-2,0 0,0-1,1-1,0-1,-1 0,1-2,0 0,-1-2,1 0,7-2,21-3,-1-1,0-3,0-2,-1-2,30-14,-75 28,6-1,0-1,0 0,0-1,0 1,-1-1,0 0,1-1,-2 0,1 0,0 0,-1 0,0-1,1-2,-5 5,-1 1,0-1,0 1,0 0,0-1,0 1,0-1,-1 1,1 0,-1-1,0 1,0 0,0 0,0-1,0 1,0 0,0 0,-1 0,1 0,-1 1,1-1,-1 0,0 1,0-1,0 1,0-1,0 1,0 0,0 0,0 0,0 0,-1 0,1 0,0 1,-1-1,1 1,-1 0,1-1,0 1,-2 0,-9-3,-1 1,0 0,1 0,-1 1,0 1,0 1,0 0,0 0,-12 4,19-4,0 1,1 0,-1 0,1 0,0 1,-1 0,1 0,1 0,-1 1,0 0,1 0,0 1,0-1,0 1,1 0,-1 1,1-1,0 1,1-1,-1 1,1 2,2-7,0 1,0 0,1-1,-1 1,1 0,0 0,-1-1,1 1,0 0,0 0,0 0,0-1,0 1,1 0,-1 0,0 0,1-1,-1 1,1 0,0-1,0 1,-1 0,1-1,0 1,0-1,1 1,-1-1,0 0,0 1,1-1,-1 0,1 0,-1 0,1 0,1 1,63 14,-49-16,-1-1,1 0,-1-2,0 1,0-2,0 0,0-1,0-1,-1 0,0-1,0-1,10-7,-21 13,-1 0,0-1,0 1,0-1,0 0,0 0,0 0,-1 0,0 0,1 0,-1-1,-1 1,1-1,0 1,-1-1,0 0,1-2,-2 6,0 1,0-1,0 0,0 0,-1 0,1 1,0-1,0 0,0 0,0 0,-1 1,1-1,0 0,0 0,0 0,-1 0,1 0,0 0,0 0,-1 0,1 1,0-1,0 0,-1 0,1 0,0 0,0 0,-1 0,1 0,0 0,0 0,-1 0,1-1,0 1,0 0,-1 0,1 0,0 0,0 0,0 0,-1 0,1-1,0 1,0 0,0 0,0 0,-1-1,1 1,0 0,0 0,0 0,0-1,0 1,0 0,-1 0,1 0,0-1,0 1,0 0,0 0,0-1,-4 9,-1-1,2 1,-1 0,1 0,0 0,0 0,1 1,1-1,-1 1,1 0,0 1,0-2,-5 70,3 1,4 0,3-1,12 63,3 69,-17-199,-1 0,1-1,-2 1,0 0,0 0,-1 0,0 0,-1 0,0 0,-1-1,0 1,-1-1,0 0,-1 0,0 0,0 0,-1-1,-4 6,7-13,0 0,0 0,0 0,0-1,-1 1,1-1,0 0,-1 0,1 0,-1 0,1-1,0 1,-1-1,0 0,1 0,-1 0,1-1,-1 1,1-1,0 0,-1 0,1 0,0 0,-1 0,1-1,0 0,0 0,0 1,0-2,0 1,0-1,-8-6,1 0,0-1,0 0,1-1,0 0,1 0,-3-5,-6-16,1 0,1-1,2-1,2 0,1 0,1-1,2 0,1-1,0-30,5 61,0 0,0 0,0 0,1-1,0 1,0 0,0 0,1-1,-1 1,1 0,1 0,-1 0,1 0,-1 0,2 0,-1 0,0 1,1-1,0 1,0-1,0 1,1 0,-1 0,1 1,0-1,0 1,0 0,0 0,1 0,3-2,115-16,-73 16,24-5,-5 1</inkml:trace>
  <inkml:trace contextRef="#ctx0" brushRef="#br1" timeOffset="99103.358">1 9623,'20'5,"17"3,12 1,13-1,4-1,2 0,-1-2,-3-2,-6-1,-7-1,-11-1,-15 0,-13 0,-11-1,-8 1,-6 0,1 0</inkml:trace>
  <inkml:trace contextRef="#ctx0" brushRef="#br1" timeOffset="99404.036">483 9490,'0'0,"0"0,1 0,-1 0,0 0,0 0,0 1,1-1,-1 0,0 0,0 0,0 0,0 0,1 1,-1-1,0 0,0 0,0 1,0-1,0 0,0 0,0 0,0 1,1-1,-1 0,0 0,0 1,0-1,0 0,0 0,0 1,0-1,0 0,-1 0,1 1,0-1,0 0,0 0,0 0,0 1,138 34,-112-31,-1 2,0 0,0 1,0 2,-1 0,13 9,-33-17,-1 1,0 0,0-1,0 2,0-1,-1 0,1 0,0 1,-1 0,0-1,1 1,-1 0,0 0,-1 0,1 0,0 1,-1-1,0 0,0 1,0-1,0 1,0-1,-1 1,0-1,1 1,-1 0,0-1,-1 1,1-1,-1 1,0-1,0 1,0-1,0 1,0-1,-1 0,1 0,-1 0,0 0,0 1,-13 14,-1-2,0 1,-1-2,0 0,-2-1,1-1,-2 0,0-2,0 0,-1-2,-1 1,-10 6,19-9,11-4</inkml:trace>
  <inkml:trace contextRef="#ctx0" brushRef="#br1" timeOffset="112400.822">4962 9236,'-8'36,"-1"0,-1 0,-2-1,-15 29,10-20,-27 62,41-100,4-14,6-15,-7 23,161-523,-137 454,-24 70,0-1,0 1,0-1,1 0,-1 1,0-1,0 1,1-1,-1 0,0 1,1-1,-1 0,1 0,-1 1,0-1,1 0,-1 0,1 1,-1-1,1 0,-1 0,0 0,1 0,-1 0,1 0,-1 0,1 0,-1 0,1 0,-1 0,1 0,-1 0,1 0,-1 0,1 0,-1 0,0-1,1 1,-1 0,1 0,-1-1,1 1,-1 0,0 0,1-1,-1 1,0 0,1-1,-1 1,0-1,0 1,1 0,-1-1,0 1,0-1,0 1,0-1,1 1,-1-1,0 1,0-1,0 1,0-1,0 1,0 0,0-1,10 42,-9-38,76 469,-25-194,-49-265</inkml:trace>
  <inkml:trace contextRef="#ctx0" brushRef="#br1" timeOffset="112655.195">4827 9410,'0'-2,"5"1,10 1,12 1,13-1,15-4,12-4,9-2,-10-1</inkml:trace>
  <inkml:trace contextRef="#ctx0" brushRef="#br1" timeOffset="112971.411">5844 9477,'18'0,"15"0,16-3,10-2,7-3,4 0,-3-2,-12 2,-14 2</inkml:trace>
  <inkml:trace contextRef="#ctx0" brushRef="#br1" timeOffset="113270.615">6097 9223,'20'17,"1"-1,1-1,0-1,1-1,0 0,11 2,103 65,-134-79,-1 0,0 1,1-1,-1 1,0 0,0 0,0-1,0 2,0-1,-1 0,1 0,0 0,-1 1,0-1,0 1,0-1,0 1,0-1,0 1,0 0,-1 0,1-1,-1 1,0 0,0 0,0-1,0 1,-1 0,1 0,-1 1,-5 5,0-1,-1 0,1 0,-1 0,-1-1,0 0,0-1,0 0,-1 0,1 0,-2-1,-3 1,11-4,-162 74,124-60</inkml:trace>
  <inkml:trace contextRef="#ctx0" brushRef="#br1" timeOffset="113952.788">7354 8968,'-23'-3,"0"0,-1 2,0 1,1 0,-1 2,1 1,-1 0,1 2,0 1,1 1,-1 0,-17 10,38-17,-1 1,1 0,-1 0,1 0,0 0,-1 0,1 0,0 1,-1-1,1 1,0-1,0 1,1 0,-1 0,0 0,0 0,1 0,-1 0,1 1,0-1,0 0,0 1,0-1,0 1,0-1,1 1,-1-1,1 1,0 0,-1-1,1 1,1 0,-1-1,0 1,1-1,-1 1,1 0,-1-1,1 1,0-1,0 0,1 1,6 6,1-1,0 0,1 0,-1-1,2 0,-1-1,1 0,0-1,0 0,9 3,-8-3,96 38,-61-26,0 3,-1 1,21 15,-6 21,-60-55,1 0,-1 1,0-1,-1 0,1 0,0 0,0 1,-1-1,0 0,1 0,-1 1,0-1,0 0,0 1,0-1,-1 0,1 1,-1-1,1 0,-1 1,0-1,0 0,0 0,0 0,0 0,0 0,-1 0,1 0,-1 0,1-1,-1 1,0-1,1 1,-2 0,-10 6,0 0,-1-1,0 0,-1-1,1-1,-1 0,0-1,-1-1,1 0,0-1,-8 0,-2 2,1-2,-1 0,0-2,0-1,0-1,-18-3,4-13,39 16,1 1,-1 0,0-1,1 1,-1 0,1-1,0 1,-1 0,1-1,0 1,0 0,0 0,-1 0,1 0,1 0,-1 0,0 0,0 0,0 0,0 1,0-1,1 0,-1 1,0-1,1 1,-1-1,1 1,-1 0,0-1,1 1,-1 0,1 0,-1 0,0 0,2 1,34-8,2 3</inkml:trace>
  <inkml:trace contextRef="#ctx0" brushRef="#br1" timeOffset="114238.536">7662 9490,'8'5,"1"0,1 0,-1-1,0 0,1-1,0 0,0-1,0 0,0 0,0-1,1 0,-1-1,0 0,0-1,1 0,-1 0,0-1,0 0,0-1,-1 0,1-1,-1 0,1-1,-1 0,-1 0,1-1,-1 0,0 0,0-1,-1 0,1 0,-1-2,-4 6,-1 0,0-1,1 1,-1-1,-1 1,1-1,0 0,-1 0,0 0,0 0,0 0,0 0,-1 0,0 0,0 0,0 0,0 0,0 0,-1-1,0 1,0 0,0 0,0 1,-1-1,1 0,-1 0,0 1,0-1,0 1,-1-1,1 1,-1 0,0 0,0 0,0 0,0 1,0-1,-1 1,1 0,-1 0,0 0,1 0,-2 1,-4-2,1 0,-1 1,0 0,0 1,0 0,0 1,0-1,0 2,0-1,0 1,0 1,0 0,1 0,-1 0,0 1,1 1,0-1,0 1,0 1,0-1,-4 4,-5 5,1 0,0 1,0 1,2 1,0 0,0 0,2 1,-7 12,-10 21</inkml:trace>
  <inkml:trace contextRef="#ctx0" brushRef="#br1" timeOffset="115302.723">4840 10145,'5'45,"-3"0,-2 0,-1 1,-3-1,-1 0,-3 0,-1-1,-7 17,8-34,6-23,2-15,2-19,39-338,-40 360,-1-3,1-1,0 0,0 1,1 0,1-1,0 1,1 0,0 0,0 0,1 1,0 0,1 0,0 0,1 0,0 1,1 0,8-7,-14 14,1 1,0-1,0 1,0 0,0 0,1 0,-1 0,0 1,0-1,0 1,1 0,-1 0,0 0,0 0,1 1,-1-1,0 1,0 0,0 0,0 0,0 0,0 1,0-1,0 1,0-1,-1 1,1 0,-1 0,1 0,-1 1,1-1,3 5,0 0,-1 0,1 0,-1 1,-1 0,1 0,-1 0,-1 0,1 0,1 8,-3-7,-1 0,0 0,0 0,-1 0,0 0,0 0,-1 1,0-1,-1 0,0 0,0 0,-1-1,0 1,-1-1,0 1,0-1,0 0,-1-1,-1 1,1-1,-1 0,0 0,-1-1,0 1,0-1,0-1,-1 0,-7 5,8-7,-6 5,20-5,15-8,0 1,-1 1,2 1,-1 1,0 1,0 1,0 1,0 1,0 1,-1 1,1 1,-1 1,0 0,2 3,-19-8,-1 0,1 0,-1 1,1-1,-1 1,0 0,0 0,0 0,-1 1,1-1,-1 0,0 1,0 0,0 0,0-1,0 1,-1 0,0 0,0 0,0 1,0-1,-1 0,1 0,-1 0,0 1,-1-1,1 0,-1 0,1 0,-1 1,0-1,-1 0,1 0,-1-1,0 1,0 0,0 0,0-1,-2 2,-10 10,0 0,-1-1,-1 0,-1-1,0-1,0-1,-1-1,-1 0,1-1,-2-1,1 0,-1-2,-4 1,-50 8,73-15,0 0,0-1,0 1,1 0,-1 0,0 0,0-1,0 1,1 0,-1-1,0 1,0-1,1 1,-1-1,0 1,1-1,-1 1,1-1,-1 0,1 1,-1-1,1 0,-1 0,1 1,-1-1,1 0,0 0,0 0,-1 1,1-1,0 0,0 0,0 0,0 0,0 1,0-1,0 0,0 0,0 0,0 0,1 0,-1 1,0-1,1 0,-1 0,0 1,1-1,-1 0,1 0,-1 1,1-1,-1 0,1 1,0-1,-1 1,1-1,0 1,-1-1,1 1,0-1,0 1,0 0,-1 0,1-1,0 1,0 0,0 0,23-23</inkml:trace>
  <inkml:trace contextRef="#ctx0" brushRef="#br1" timeOffset="115521.141">5696 10439,'23'-3,"21"-2,16-3,15 0,8-1,0 1,-1 0,-11 1,-17 1</inkml:trace>
  <inkml:trace contextRef="#ctx0" brushRef="#br1" timeOffset="115800.431">6097 10225,'51'25,"1"-3,0-3,8 0,96 38,-102-25,-52-31,-1 0,0 1,0-1,0 0,0 0,0 1,0-1,0 0,-1 1,1-1,0 1,-1-1,1 1,-1-1,1 1,-1 0,0-1,0 1,0-1,0 1,0 0,0-1,0 1,0 0,-1-1,1 1,-1-1,1 1,-1-1,1 1,-1-1,0 1,0-1,0 0,0 1,-8 8,0 0,0-1,-1 0,0-1,0 0,-1-1,0 0,0-1,-1 0,-5 4,-178 98,169-91</inkml:trace>
  <inkml:trace contextRef="#ctx0" brushRef="#br1" timeOffset="116353.02">7434 10011,'-14'-5,"0"0,-1 0,1 2,-1 0,0 0,0 2,0-1,0 2,0 0,0 1,0 1,0 0,0 1,0 0,1 2,-1-1,1 2,0 0,1 0,-1 1,1 1,1 1,0-1,-8 8,18-14,0 1,0-1,0 0,0 1,1-1,-1 1,1-1,0 1,0 0,-1-1,2 1,-1 0,0 0,1 0,-1 0,1 0,0-1,0 1,0 0,0 0,0 0,1 0,-1 0,1 0,0 0,0-1,0 1,0 0,1 0,-1-1,1 1,-1-1,1 0,0 1,0-1,0 0,0 0,1 1,15 11,1 0,1-2,0 0,0-1,1-1,1-1,-1-1,19 5,-11-4,6 3,-20-8,0 1,-1 0,1 0,-1 2,0 0,-1 0,0 1,0 1,0 0,5 7,-16-14,-1 0,1-1,-1 1,0 0,0 0,0 0,0 0,0 0,0 0,0 0,-1 1,1-1,-1 0,0 0,1 0,-1 1,0-1,0 0,-1 0,1 1,0-1,-1 0,1 0,-1 0,0 1,0-1,0 0,0 0,0 0,0 0,0-1,-1 1,1 0,-1 0,1-1,-1 1,1-1,-1 1,0-1,0 0,0 0,0 0,-2 1,-17 9,-1 0,0-2,-1 0,0-2,0-1,0 0,-1-2,0 0,0-2,0-1,-14-1,-42 6,68-4,19-1,19 1,8-1</inkml:trace>
  <inkml:trace contextRef="#ctx0" brushRef="#br1" timeOffset="116832.739">7728 10439,'-3'-17,"0"0,0-1,2 1,0 0,1-1,1 1,1 0,0-1,1 1,1 0,0 1,2-1,0 1,0 0,2 0,0 0,2-1,13-12,-22 29,-1-1,1 1,-1 0,1 0,-1-1,1 1,-1 0,1 0,-1-1,1 1,-1 0,1 0,-1 0,1 0,0 0,-1 0,1 0,-1 0,1 0,-1 0,1 0,-1 0,1 0,-1 1,1-1,-1 0,1 0,-1 1,1-1,-1 0,1 0,-1 1,1-1,-1 1,0-1,1 0,-1 1,1-1,-1 1,0-1,0 1,1-1,-1 1,0-1,0 1,0-1,1 1,-1-1,0 1,0-1,0 1,0 0,0-1,0 1,0-1,0 1,0-1,-1 1,0 111,-2-75,-6 337,9-369,-2 35,2-39,0 0,0-1,0 1,-1 0,1-1,0 1,0 0,0 0,0-1,-1 1,1 0,0-1,-1 1,1-1,0 1,-1 0,1-1,-1 1,1-1,-1 1,1-1,-1 1,1-1,-1 0,1 1,-1-1,0 0,1 1,-1-1,0 0,1 0,-1 1,0-1,1 0,-1 0,0 0,0 0,1 0,-1 0,0 0,1 0,-1 0,0-1,1 1,-1 0,0 0,0-1,1 1,-1 0,0 0,1 0,-1 0,0-1,1 1,-1 0,1 0,-1-1,0 1,1-1,-1 1,1 0,-1-1,1 1,-1-1,1 1,-1-1,1 1,0-1,-1 0,1 1,0-1,-1 1,1-1,0 0,0 1,0-1,0 0,-1 1,1-1,0 0,0 1,0-1,0 0,1 1,-1-1,0 0,0 1,0-1,0 0,1 1,-1-1,0 0,1 1,-1-1,0 1,1-1,-1 1,1-1,-1 1,1-1,-1 1,1-1,-1 1,1 0,-1-1,1 1,0 0,130-12,-26-1,-57 5</inkml:trace>
  <inkml:trace contextRef="#ctx0" brushRef="#br1" timeOffset="116988.847">8557 10586,'2'2,"-1"1,-1 0</inkml:trace>
  <inkml:trace contextRef="#ctx0" brushRef="#br0" timeOffset="8283.769">7434 372,'16'16,"17"10,2 0</inkml:trace>
  <inkml:trace contextRef="#ctx0" brushRef="#br0" timeOffset="9217.294">8999 385,'-3'11,"7"11,2 2</inkml:trace>
  <inkml:trace contextRef="#ctx0" brushRef="#br0" timeOffset="8031.929">7568 692,'-5'19,"-1"14,1 13,0 9,2 3,3-1,4-3,4-12,0-12</inkml:trace>
  <inkml:trace contextRef="#ctx0" brushRef="#br0" timeOffset="8520.159">7808 973,'15'-12,"11"-7,-2-1,0-2,-1 0,-2-2,0 0,-1-1,5-11,-24 36,-1-1,1 0,0 0,0 0,0 0,-1 0,1 0,0 0,-1 0,1 0,-1 0,1-1,-1 1,0 0,1 0,-1 0,0-1,0 1,0 0,0 0,0-1,0 1,0 0,0 0,0-1,-1 1,1 0,-1 0,1 0,-1 0,1-1,-1 1,1 0,-1 0,0 0,0 0,0 0,1 1,-1-1,0 0,0 0,0 0,0 1,-1-1,1 1,0-1,0 1,-1-1,-6 1,0 0,0 1,0 0,0 0,0 1,0 0,1 0,-1 1,0 0,1 0,0 1,0 0,0 0,0 1,1 0,-5 5,6-8,0 1,1 0,0 1,0-1,0 1,0 0,0 0,1 0,-1 0,1 0,0 1,1 0,-1-1,1 1,0 0,0 0,0 0,1 1,0-1,0 0,0 1,1-1,-1 0,1 1,1-1,-1 0,1 1,0-1,0 0,0 0,1 1,0-1,0 0,0 0,1-1,-1 1,1 0,0-1,1 0,-1 0,2 2,12 3,1 0,0-1,0 0,0-2,1 0,0-2,0 0,0-1,1 0,-1-2,1 0,0-2,-1 0,1-1,-1 0,0-2,52-7</inkml:trace>
  <inkml:trace contextRef="#ctx0" brushRef="#br0" timeOffset="8969.96">8597 692,'-163'9,"161"-10,1 1,-1 0,1 0,-1 0,1 1,-1-1,1 0,0 1,-1-1,1 0,-1 1,1 0,0-1,-1 1,1 0,0 0,0-1,-1 1,1 0,0 0,0 0,0 1,0-1,0 0,0 0,1 0,-1 1,0-1,1 0,-1 1,1-1,-1 1,1-1,0 1,-1-1,1 1,0-1,0 1,0-1,0 1,0-1,1 0,-1 1,0-1,1 1,-1-1,1 1,-1-1,1 0,0 1,-1-1,1 0,0 0,0 1,0-1,0 0,0 0,0 0,14 12,0-1,0 0,1-1,1 0,-1-2,6 2,26 17,-42-24,7 2,0 1,-1 1,0 0,-1 1,0 0,0 1,-1 0,0 1,-1 0,0 1,1 2,-9-12,0 0,0 0,-1 1,1-1,-1 1,1-1,-1 0,0 1,1-1,-1 1,-1-1,1 1,0-1,0 1,-1-1,0 0,1 1,-1-1,0 0,0 0,0 1,0-1,-1 0,1 0,-1 0,1 0,-1-1,0 1,1 0,-1-1,0 1,0-1,0 1,0-1,-1 0,1 0,-6 4,0-1,0-1,0 0,0 0,-1 0,1-1,-1 0,1-1,-7 1,14-2,-1 0,0 1,1-1,-1 0,1 0,-1 0,0 0,1 0,-1 0,0 0,1-1,-1 1,1 0,-1-1,0 0,1 1,-1-1,1 0,0 0,-1 1,1-1,0 0,-1-1,1 1,0 0,0 0,0 0,0-1,0 1,0-1,0 1,1 0,-1-1,0 0,1 1,-1-1,1 1,0-1,-1 0,1 1,0-1,0-1,2-6,1 1,0-1,0 1,1 0,0 0,1 0,-1 0,1 1,1-1,0 2,0-1,0 0,4-2,-2 1,17-18,1 1,1 1,1 1,1 1,1 2,2 0,29 0,-59 21,0 0,-1 0,1 0,-1 0,1 1,-1-1,0 0,1 1,-1-1,0 1,0 0,0-1,0 1,0 0,-1 0,1-1,0 1,-1 0,1 0,-1 0,0 0,0 0,0 0,0-1,0 1,0 0,0 0,0 0,-1 0,1 0,-1 0,1 0,-1-1,0 1,0 2,-8 46,6-36,0 0,1 0,0 0,1 0,0 0,1 0,1 0,0 1,3 5,-3-16,0 0,1-1,-1 1,1-1,0 0,1 0,-1 1,0-1,1-1,-1 1,1 0,0-1,0 1,0-1,0 0,1 0,-1 0,1 0,-1-1,1 0,-1 1,1-1,0 0,0-1,-1 1,1-1,0 1,0-1,0-1,0 1,-1 0,3-1,27-5</inkml:trace>
  <inkml:trace contextRef="#ctx0" brushRef="#br0" timeOffset="10146.336">9158 1108,'1'-1,"25"-44,-1-1,-3-1,-2-1,8-28,-27 72,4-7,-1-1,-1 1,0-1,0 0,-1 0,-1 0,0 0,0 0,-1 0,-1 0,0 0,-1 0,0 0,-1 0,-3-11,5 21,0 0,0 1,0-1,0 0,0 1,0-1,-1 1,1-1,0 1,-1-1,1 1,-1 0,0 0,1 0,-1 0,0 0,0 0,1 0,-1 1,0-1,0 0,0 1,0 0,0-1,0 1,0 0,0 0,0 0,0 0,0 1,0-1,0 0,-1 2,2-2,1 0,-1 0,0 1,1-1,-1 1,1-1,-1 1,1-1,0 0,-1 1,1-1,-1 1,1 0,0-1,0 1,-1-1,1 1,0 0,0-1,0 1,-1-1,1 1,0 0,0-1,0 1,0 0,0-1,0 1,0 0,1-1,-1 1,0-1,0 1,0 0,1-1,-1 1,0-1,1 1,-1-1,0 1,1-1,-1 1,1-1,-1 1,1-1,-1 1,1-1,-1 0,1 1,-1-1,1 0,-1 1,2-1,33 18,280 34,-309-50,-1-1,1 1,-1 0,0 1,0-1,0 1,0 0,0 1,-1-1,1 1,-1 0,0 0,0 0,0 0,-1 1,1-1,-1 1,0 0,-1 0,1 0,-1 1,0-1,0 1,-1-1,1 1,-1-1,-1 1,1 0,-1 1,-4 39,3-42,-1-1,1 1,0 0,0 0,0 0,0 0,1 0,0 0,0 0,0 0,0 0,0 0,1 0,0 0,0 0,0 0,0 0,1 0,-1-1,1 1,0-1,0 1,1-1,-1 1,0-1,1 0,0 0,0-1,0 1,0 0,0-1,1 0,-1 0,1 0,1 1,8-1,1 0,-1 0,0-2,1 1,-1-2,1 0,-1 0,0-1,1-1,-1 0,-1-1,1-1,0 0,-1 0,0-1,0-1,-1 0,8-6,-12 8,0 0,-1 0,0-1,-1 0,1 0,-1 0,0-1,0 1,-1-1,0 0,0-1,-1 1,0 0,0-1,-1 0,0 0,0 0,-1 0,0 0,0 0,-1 0,0 0,0-1,-1 0,1 7,-1 0,1 1,0-1,0 1,-1-1,1 1,-1-1,1 1,-1-1,0 1,0-1,0 1,1 0,-1-1,0 1,-1 0,1 0,0 0,0 0,0 0,-1 0,1 0,0 0,-1 1,1-1,-1 0,1 1,-1-1,1 1,-1 0,1-1,-1 1,0 0,1 0,-1 0,1 0,-1 0,0 0,1 1,-1-1,1 0,-1 1,1-1,-1 1,1 0,-1 0,1-1,0 1,-1 0,1 0,-1 1,-3 1,1 1,-1 0,1 0,0 0,0 0,1 1,-1 0,1-1,0 1,0 1,0-1,1 0,0 0,0 1,0 0,1-1,0 1,0 0,0-1,1 1,0 0,0 0,0 0,1-1,0 1,0 0,0 0,1-1,0 1,0-1,0 0,1 1,-1-1,1 0,1 0,-1-1,1 1,0-1,0 0,10 7,1-2,1 0,0-1,0-1,1 0,0-1,0-1,0-1,0 0,1-1,0-1,-1 0,19-2,4 3,1-2,-1-2,1-1,-1-2,0-2,0-2,0-2,-1-1,1-2,-30 8,0 0,0 0,0-1,0 0,-1 0,0-1,-1-1,7-6,-13 12,0 0,0 0,0 0,0-1,-1 1,1-1,-1 1,1-1,-1 0,0 1,0-1,0 0,0 0,-1 0,1 0,-1 0,0 0,1 1,-1-1,-1 0,1 0,0 0,-1 0,1 0,-1 0,0 0,0 1,0-1,-1 0,1 1,-1-1,1 0,-1 1,0 0,0-1,-6-3,-1 0,1 1,-1 0,0 0,0 1,-1 0,1 1,-1 0,0 0,0 1,0 0,0 1,0 0,0 1,-1 0,1 0,0 1,0 1,0-1,-8 4,9-3,0 1,0-1,1 2,-1-1,1 1,0 1,0-1,0 1,0 1,1-1,-2 4,6-7,0 1,0 0,1 0,-1-1,1 2,0-1,0 0,0 0,0 1,1-1,-1 1,1-1,0 1,0 0,0-1,1 1,-1 0,1 0,0-1,0 1,0 0,1 0,-1 0,1-1,0 1,0 0,0-1,2 3,2 1,0 0,1-1,0 0,0 0,1 0,0-1,0 0,0-1,0 1,1-1,0-1,0 1,0-1,0-1,0 1,0-2,1 1,-1-1,1 0,-1-1,1 0,6-1,-1 2,-1-1,1 0,0-1,-1-1,1-1,-1 1,1-2,-1 0,0-1,-1 0,1-1,-1 0,0-1,-1 0,1-1,-1 0,-1-1,0 0,0-1,4-5,-8 69,-1-47,-1 0,1-1,1 0,-1 1,1-2,0 1,0-1,0 1,1-2,0 1,0-1,0 0,1-1,-1 1,1-1,0-1,0 0,0 0,0 0,8 0,25 5,0-2,0-1,0-2,0-2,0-2,41-7,-11-2</inkml:trace>
  <inkml:trace contextRef="#ctx0" brushRef="#br0" timeOffset="1334.521">2554 653,'-2'20,"-1"21,0 19,1 20,1 14,2 12,1 6,1 0,-1-5,-2-12,-5-16,0-21</inkml:trace>
  <inkml:trace contextRef="#ctx0" brushRef="#br0" timeOffset="5767.269">2447 773,'16'-9,"0"0,1 1,0 1,0 0,0 2,1 0,0 0,0 2,0 0,0 1,1 1,-1 1,0 1,8 1,-23-2,0 1,1-1,-1 1,0 0,0 0,0 0,0 0,0 1,0-1,0 1,0 0,-1 0,1 0,-1 0,1 0,-1 1,0-1,0 1,0-1,0 1,0 0,-1 0,1 0,-1 0,0 0,0 0,0 0,0 0,0 1,-1-1,1 0,-1 0,0 1,0-1,0 0,-1 1,1-1,-1 0,0 0,0 0,0 0,0 1,0-1,-1-1,0 2,-8 11,-1-1,-1 0,0-1,-1 0,0-1,-1 0,0-1,-1-1,-1 0,1-1,-1-1,-1 0,1-1,-1-1,-14 3,25-7,-1 1,-1 0,1-1,-1 1,0-2,0 1,0-1,1 0,-1-1,0 0,0 0,0-1,-4 0,-1-8,7-3</inkml:trace>
  <inkml:trace contextRef="#ctx0" brushRef="#br0" timeOffset="6696.44">2876 934,'255'-261,"-226"217,-30 43,1 0,-1 0,1 1,-1-1,0 0,1 1,-1-1,1 0,-1 1,0-1,0 1,1-1,-1 1,0 0,0-1,0 1,0 0,1-1,-1 1,0 0,0 0,0 0,0 0,0 0,0 0,0 0,1 0,-1 0,0 0,0 0,0 1,0-1,0 0,1 1,-1-1,0 1,0-1,0 1,1-1,-1 1,0-1,1 1,-1 0,1-1,-1 1,0 0,1-1,-1 1,-8 7,0 0,0 0,0 1,1 0,0 1,1 0,0 0,1 0,0 1,1 0,0 0,0 1,1-1,1 1,-1 1,3-9,1 0,-1 0,0 0,1 0,0 0,0 0,0 0,0 0,1 0,0 0,0 0,0 0,0 0,0 0,1-1,0 1,0 0,0-1,0 1,0-1,1 0,-1 0,1 0,0 0,0 0,0-1,0 1,1-1,-1 0,1 0,-1 0,1 0,0 0,0-1,1 0,13 5,1-2,1-1,-1 0,0-1,1-1,0-1,-1-1,0-1,1 0,-1-2,0 0,0-1,0-1,-1 0,0-2,0 0,-1-1,15-10,-22 12,-1 0,0-1,-1 0,0-1,0 1,-1-1,0-1,0 1,-1-1,-1-1,0 1,0-1,-1 1,0-2,12 109,-15-92,1 1,-1-1,1 0,0 1,0-1,0 0,1 0,0-1,0 1,0 0,0-1,1 0,0 0,0 0,0 0,0 0,1-1,-1 0,1 0,0 0,0 0,0-1,0 0,0 0,0 0,1-1,-1 0,1 0,-1 0,1-1,-1 0,1 0,0 0,-1 0,6-2,4-4,0 0,-1-1,0-1,0 0,0-1,-1 0,-1-1,0-1,0 0,-1 0,0-1,-1-1,3-5,7-5,-19 23,0 1,0-1,0 0,-1 1,1-1,0 1,0 0,-1-1,1 1,0-1,-1 1,1 0,-1 0,1-1,-1 1,1 0,-1 0,1 0,-1-1,0 1,1 0,-1 0,0 0,0 0,0 0,1 0,-1 0,0 0,0-1,-1 1,1 0,0 0,0 0,0 0,-1 0,1 0,0 0,-1-1,1 1,0 0,0 10,2-2,-1-1,1 1,1-1,0 1,0-1,0 0,1 0,1 0,-1 0,1-1,0 0,1 0,0 0,0-1,0 0,1 0,0 0,0-1,0 0,1-1,-1 1,1-1,0-1,1 0,-1 0,0 0,1-1,0 0,-1-1,1 0,0 0,0-1,0 0,0-1,-1 0,8-1,-4-1,0-1,0 0,0-1,0 0,-1 0,0-1,0-1,0 0,-1 0,0-1,0-1,-1 1,0-2,-1 1,0-1,0 0,-1-1,0-1,7-12,-1 0,-2-1,0 0,-2-1,-1 0,0 0,2-27,-3 8,-3 1,-1-1,-2 0,-3 0,-1 0,-2 0,-3 1,-1 0,-2 0,-11-26,-19-6,40 75,0 1,1-1,-1 1,1-1,-1 1,0 0,0-1,1 1,-1 0,0-1,1 1,-1 0,0 0,0 0,0 0,1 0,-1 0,0 0,0 0,1 0,-1 0,0 0,0 0,1 1,-1-1,0 0,0 0,1 1,-1-1,0 1,1-1,-1 0,1 1,-1 0,0-1,1 1,-1-1,1 1,-1-1,1 1,0 0,-1-1,1 1,0 0,-1 0,1-1,0 1,0 0,0 0,-1-1,1 1,0 0,0 0,0 0,0-1,-5 21,0-1,1 0,1 1,1 0,1 0,2 15,-2-18,2 84,4-1,4 0,5 0,11 30,-22-112,1 0,0 0,2 0,0-1,1 0,1 0,1-1,0 0,1 0,1-1,9 11,-17-24,0-1,-1 1,1-1,0 0,0 0,0 0,1-1,-1 1,0-1,1 1,-1-1,1 0,-1-1,1 1,-1-1,1 1,0-1,21-3</inkml:trace>
  <inkml:trace contextRef="#ctx0" brushRef="#br0" timeOffset="6950.76">3878 426,'25'4,"33"2,35 0,25-2,17-1,-16-1</inkml:trace>
  <inkml:trace contextRef="#ctx0" brushRef="#br0" timeOffset="7687.85">4681 1040,'11'-47,"-1"0,-2 0,-3-1,-1 0,-3 0,-2-14,-10 10,11 52,0 0,1 1,-1-1,0 0,0 1,-1-1,1 0,0 0,0 1,0-1,0 0,0 1,0-1,0 0,0 0,-1 1,1-1,0 0,0 0,0 1,0-1,-1 0,1 0,0 0,0 1,-1-1,1 0,0 0,0 0,-1 0,1 0,0 1,-1-1,1 0,0 0,0 0,-1 0,1 0,0 0,-1 0,1 0,0 0,-1 0,1 0,0 0,0 0,-1 0,1-1,2 5,1 0,0 0,0-1,0 1,0-1,0 0,1 0,0 0,-1-1,1 1,0-1,0 0,1 0,-1 0,0 0,0-1,1 0,-1 0,1 0,-1 0,1-1,0 0,-1 0,2 0,-5 0,212 11,-209-11,0-1,0 1,0 0,0 0,0 0,0 0,0 1,0 0,0 0,0 0,0 0,0 1,-1-1,1 1,0 0,-1 0,0 0,1 1,-1-1,0 1,0 0,0 0,-1 0,1 0,-1 0,1 0,-1 1,0-1,0 2,-1 5,0 0,0 0,-1 0,0 0,-1 1,0-1,-1 0,-1 4,-2 79,6-91,0 0,0 0,0 0,0 1,0-1,0 0,0 0,1-1,-1 1,1 0,0 0,-1-1,1 1,0-1,0 1,0-1,0 0,0 0,0 0,1 0,-1 0,0 0,0-1,1 1,-1-1,0 1,1-1,-1 0,0 0,1 0,0 0,74-13,-61 8,-2 0,1-1,0-1,-1 0,-1-1,1-1,-1 0,-1 0,1-2,-2 1,1-1,-2-1,1 0,-2-1,1 0,0-3,-8 2,-16 33,12-15,0 1,0-1,0 1,1-1,-1 1,1 0,0 0,1-1,-1 1,1 0,0 0,0 0,0 0,1 0,0-1,0 1,0 0,0 0,1-1,0 1,0-1,0 0,1 1,-1-1,1 0,0 0,0-1,0 1,1 0,-1-1,1 0,0 0,0 0,0 0,0-1,0 0,1 0,3 2,1-1,1 1,0-1,0-1,0 0,0-1,0 1,0-2,0 0,0 0,0 0,0-2,0 1,0-1,0 0,0-1,-1-1,1 1,-1-1,0-1,0 0,0 0,-1-1,0 0,0 0,0-1,-1 0,0 0,0-1,-1 0,0 0,0 0,-1-1,0 0,3-7,-3 4,0 1,-1-1,0 0,-1 0,-1 0,0-1,0 1,-1-1,-1 0,0 14,0-1,0 0,0 0,-1 1,1-1,0 0,0 0,0 0,-1 1,1-1,0 0,0 0,-1 0,1 0,0 0,0 1,-1-1,1 0,0 0,-1 0,1 0,0 0,0 0,-1 0,1 0,0 0,-1 0,1 0,0 0,-1 0,1-1,0 1,0 0,-1 0,1 0,0 0,0 0,-1-1,1 1,0 0,0 0,0 0,-1-1,1 1,0 0,0 0,0-1,0 1,-1 0,1 0,0-1,0 1,0 0,0 0,0-1,-14 27,11-21,0 1,0-1,0 1,1 0,0 0,0 0,0 0,1 0,0 0,0 1,0-1,1 0,0 1,0-1,1 0,0 0,0 1,0-1,1 0,0 0,0 0,0 0,1-1,0 1,0-1,1 1,-1-1,1 0,0 0,1-1,-1 1,1-1,4 3,8 1,2-2,-1 0,1 0,-1-2,1-1,1 0,-1-1,0-1,1-1,1-1,95-6,-70 0</inkml:trace>
  <inkml:trace contextRef="#ctx0" brushRef="#br0" timeOffset="12170.839">12875 599,'-6'-7,"0"0,0 0,-1 1,0 0,0 0,-1 0,0 1,0 0,0 1,0 0,-1 0,1 0,-1 1,0 1,0-1,0 2,-1-1,1 1,0 1,-1-1,1 2,0-1,-4 2,2 2,0 0,1 2,0-1,0 1,0 1,1-1,0 2,0-1,1 1,0 1,1-1,-1 1,2 1,-1-1,1 1,1 0,0 1,0-1,1 1,0 0,-2 10,6-16,-1 0,1 0,0 0,0 1,1-1,-1-1,1 1,0 0,0 0,1 0,0 0,0-1,0 1,0-1,1 1,-1-1,1 0,0 0,0 0,1 0,-1-1,1 1,0-1,0 0,0 0,0-1,0 1,1-1,-1 0,1 0,0 0,0 0,-1-1,1 0,0 0,0-1,0 1,0-1,0 0,0 0,0 0,0-1,4-1,-3 1,1 0,0-1,0 1,0-2,-1 1,1-1,-1 0,0 0,0-1,0 0,0 0,0 0,-1-1,0 0,0 0,0 0,-1 0,2-4,55-112,-56 145,-4-15,-1-1,1 0,1 0,0 0,0 0,1 0,-1-1,2 1,-1-1,1 1,0-1,1 0,0-1,0 1,0-1,1 0,-1 0,2-1,-1 1,1-1,-1-1,1 0,0 1,1-2,-1 1,1-1,1 0,16 2,-1 0,1-2,0-1,0-1,0-1,1-1,-1-1,-1-1,1-1,0-2,13-4,7-3</inkml:trace>
  <inkml:trace contextRef="#ctx0" brushRef="#br0" timeOffset="18401.201">4666 2592,'-6'13,"0"1,1 1,0-1,1 1,0-1,2 1,0 0,0 0,1 1,1-1,1 2,-2 8,9 881,20-330,14 519,-42-4,-14-461,14-613</inkml:trace>
  <inkml:trace contextRef="#ctx0" brushRef="#br0" timeOffset="20787.34">4694 2686,'-3'-3,"1"2,0 0,1 0,-1 0,0 0,0 0,0-1,1 1,-1-1,1 1,-1-1,1 0,0 0,0 0,-1 1,1-1,0 0,1 0,-1 0,0-1,1 1,-1 0,1 0,-1 0,1 0,0-1,0 1,0 0,0 0,1 0,-1 0,0-1,1 1,0 0,-1 0,1 0,0 0,0 0,0 0,0 0,1 0,11-5,0 0,1 1,0 1,-1 0,2 1,-1 1,0 0,1 1,-1 0,7 1,-6 0,127-9,0 7,91 11,108-2,378-30,193-15,-286 22,-118 7,277-29,-351 52,-94 0,605-6,-335 11,236-3,-586-16,166 29,-291-16,-132-11,-1 0,0 0,0 0,0 0,0 0,0 1,-1-1,1 1,0 0,-1-1,1 1,-1 0,1 0,-1 0,0 0,0 0,0 0,0 0,0 1,0-1,-1 0,1 0,-1 1,0-1,1 0,-1 1,0-1,0 0,-1 1,1-1,0 0,-1 1,0-1,1 0,-1 0,0 1,0-1,0 0,0 0,-2 16,-4 98,4 0,6 1,7 20,3 126,-14 678,-3-801,-17 80,11-75,7 0,12 109,-4-150,23 288,-21-293,-3 1,-6-1,-7 53,6-110,3 1,1 0,2 0,5 18,20 193,-5 45,-23-295,-2-6</inkml:trace>
  <inkml:trace contextRef="#ctx0" brushRef="#br0" timeOffset="23132.786">4814 6884,'-83'41,"78"-38,0 1,0-1,1 1,-1 0,1 0,0 1,0-1,1 1,-1 0,1 0,0 0,0 0,0 0,1 1,0-1,0 1,1 0,-1 0,1-1,0 1,1 1,1 18,2 0,0 0,2 0,1 0,1-1,1 0,5 9,20 67,-21-43,-3 0,2 57,-9-90,-1-13,-2-5,1-1,0 1,0 0,0 0,1-1,0 1,0 0,0-1,0 1,1-1,0 1,1-1,-1 0,1 0,0 0,0 0,0 0,1-1,-1 1,1-1,0 0,1 0,-1 0,1-1,0 0,0 1,13-1,0 0,1-1,-1-1,0-1,1-1,-1 0,0-1,0-1,12-4,-5 3,133-21,1 8,50 4,332-2,731-1,2-7,-99-3,276-14,-1348 40,180 0,204-29,30-26,-136 13,-338 37,0 1,0 3,37 3,-5-1,46-1,-119-1,1-1,-1 1,0 0,0-1,-1 1,1-1,0 0,0 1,-1-1,1 0,-1 0,1 0,-1 0,0 0,0 0,0-1,0 1,0 0,-1-1,1 1,-1 0,1-1,-1 1,0-1,0 1,0-1,0 1,0 0,-1-1,1 1,-1-1,0 0,1-11,20-335,-10 228</inkml:trace>
  <inkml:trace contextRef="#ctx0" brushRef="#br0" timeOffset="24664.16">4546 5399,'88'13,"0"-5,36-2,450 10,1102 7,-412 21,190-32,-935-14,816-24,-849-20,-275 23,156 10,4-13,-368 26,-3 0,0 0,0-1,0 1,0 0,0-1,0 1,0 0,0-1,0 1,0 0,0-1,0 1,0 0,0-1,0 1,0 0,0-1,0 1,0 0,0 0,1-1,-1 1,0 0,0-1,0 1,1 0,-1 0,0-1,0 1,0 0,1 0,-1 0,0-1,1 1,-1 0,0 0,0 0,1 0,-1 0,0 0,1-1,-1 1,0 0,1 0,-1 0,0 0,1 0,-1 0,0 0,1 0,-1 1,0-1,1 0,-1 0,0 0,1 0,-1 0,0 1,-12-10</inkml:trace>
  <inkml:trace contextRef="#ctx0" brushRef="#br0" timeOffset="25632.09">8624 2298,'-27'975,"40"-350,-4-389,1 71,13 1,41 173,29 75,-66-357,-9 1,-9 1,-9 17,-39 455,39-651</inkml:trace>
  <inkml:trace contextRef="#ctx0" brushRef="#br0" timeOffset="26630.447">6993 2658,'-111'-151,"110"150,1 1,0-1,0 1,0-1,-1 1,1 0,0-1,-1 1,1-1,0 1,-1 0,1-1,0 1,-1 0,1 0,0-1,-1 1,1 0,-1 0,1 0,-1-1,1 1,-1 0,1 0,-1 0,1 0,0 0,-1 0,1 0,-1 0,1 0,-1 0,1 0,-1 0,1 0,-1 1,1-1,-1 0,1 0,0 0,-1 1,1-1,-1 0,1 1,0-1,-1 0,1 1,0-1,-1 0,1 1,0-1,0 0,-1 1,1-1,0 1,0-1,0 1,-1-1,1 1,0-1,0 0,0 1,0-1,0 1,0-1,-4 39,4-34,1 553,-38 312,35-628,10-1,14 33,42 168,-18-151,-1 166,-28-80,-30 343,-15-343,36-312,-8-64,0 0,1 0,-1 0,0 0,1 0,-1 0,1 0,-1 0,1-1,-1 1,1 0,0 0,0 0,-1-1,1 1,0 0,0-1,0 1,-1-1,1 1,0-1,0 1,0-1,0 0,0 1,0-1,0 0,0 0,0 0,0 0,0 0,0 0,0 0,0 0,0 0,0 0,18-6</inkml:trace>
  <inkml:trace contextRef="#ctx0" brushRef="#br0" timeOffset="27619.828">10910 2779,'6'-18,"-3"26,0 35,6 821,1-610,8 792,-26-811,-2 631,30-323,-19-341,-2-102,4-1,4 0,9 25,-16-121,1 7,1 1,1 0,-1-1,2 1,0-1,0 0,0 0,2 1,-6-10,1-1,-1 1,0 0,1-1,-1 1,0-1,1 1,-1-1,1 1,-1-1,1 1,-1-1,1 1,-1-1,1 1,0-1,-1 0,1 1,-1-1,1 0,0 0,-1 1,1-1,0 0,0 0,-1 0,1 0,0 0,-1 0,1 0,0 0,-1 0,1 0,0-1,-1 1,1 0,0 0,-1-1,1 1,0 0,-1-1,1 1,-1 0,1-1,-1 1,1-1,-1 1,1-1,-1 1,1-1,-1 0,1 1,-1-1,0 1,0-1,1 0,-1 1,0-1,0 0,0 1,0-1,1 0,-1 0,0 1,0-1,6-20</inkml:trace>
  <inkml:trace contextRef="#ctx0" brushRef="#br0" timeOffset="29000.722">4507 6629,'59'-11,"1"3,1 2,-1 4,32 2,-34 0,2154 1,-1855-2,1441 19,-614-9,-471-9,-353 6,427-4,100-11,-438-4,-444 11,-9-1</inkml:trace>
  <inkml:trace contextRef="#ctx0" brushRef="#br0" timeOffset="29801.434">8784 7097,'0'2,"0"6,0 10,0 13,0 16,0 15,0 13,0 8,0 3,0-4,0-16</inkml:trace>
  <inkml:trace contextRef="#ctx0" brushRef="#br0" timeOffset="31382.342">4574 3942,'46'16,"11"-10,0-2,0-2,0-3,31-5,-28 2,1278-57,-261 11,-75 17,-194 34,488 6,-801-8,-345 0,821 19,-685-8,162 12,-131 9,-328-35,-8-2</inkml:trace>
  <inkml:trace contextRef="#ctx0" brushRef="#br0" timeOffset="32734.188">3089 1643,'-1'0,"1"0,-1 0,1 0,-1 0,1 0,-1 0,1-1,-1 1,1 0,-1 0,1 0,-1-1,1 1,-1 0,1 0,-1-1,1 1,-1-1,1 1,0 0,-1-1,1 1,-1-1,1 1,0-1,0 1,-1-1,1 1,0-1,0 1,0-1,0 1,-1-1,1 1,0-1,0 1,0-1,0 0,0 1,0-1,0 1,1-1,-1 1,0-1,0 1,0-1,0 1,1-1,-1 1,0-1,1 1,-1-1,0 1,1-1,-1 1,0 0,1-1,-1 1,1 0,-1-1,1 1,-1 0,82 18,-69-14,192 99,-110-51,215 100,135 74,-400-201,-1 2,-1 2,-1 1,-2 3,-1 1,-2 1,17 23,3 9,-57-67,0 0,1 0,-1-1,1 1,-1 0,1 0,-1 0,1 0,-1 0,0 0,1-1,-1 1,1 0,-1 0,0 0,1-1,-1 1,0 0,1-1,-1 1,0 0,0-1,1 1,-1 0,0-1,0 1,1-1,-1 1,0 0,0-1,0 1,0-1,0 1,0-1,0 1,0 0,0-1,0 1,0-1,0 1,0-1,0 1,0-1,0 1,0 0,-1-1,1 1,0-1,0 1,0 0,-1-1,1 1,0 0,-1-1,1 1,0 0,0-1,-1 1,1 0,-1 0,1-1,-1 1,-4-12</inkml:trace>
  <inkml:trace contextRef="#ctx0" brushRef="#br0" timeOffset="34249.229">2301 2311,'0'-5,"-2"-3,-1 2,0 8,0 16,-1 18,0 14,1 10,0 5,4-1,3-6,4-7,0-8,1-13,-1-11</inkml:trace>
  <inkml:trace contextRef="#ctx0" brushRef="#br0" timeOffset="34585.392">2167 2231,'7'1,"-1"0,0 0,0 1,0 0,0 0,-1 1,1-1,0 1,-1 0,0 1,0-1,4 4,3 2,17 11,-2 1,0 1,-2 1,0 1,-2 2,0 0,-2 1,-1 1,-1 2,-2-1,-1 2,-1 0,4 15,-16-39,0 0,0 1,-1-1,0 1,0-1,0 1,-1 0,-1 0,1 0,-1 0,-1-1,1 1,-1 0,-1 0,1-1,-1 1,-1 0,1-1,-1 0,-1 0,1 0,-1 0,-3 4,-5-2,0-1,-1 0,0 0,-1-1,1-1,-1 0,0-1,-1-1,1 0,-1-1,0 0,0-1,0-1,0 0,-9-2,-79-4,95 1,8 1</inkml:trace>
  <inkml:trace contextRef="#ctx0" brushRef="#br0" timeOffset="34848.689">3103 2405,'-13'-5,"0"0,-1 1,1 0,-1 1,0 1,0 0,0 1,0 1,0 0,0 1,0 0,0 1,0 1,1 0,-1 1,1 0,0 1,0 1,0 0,0 0,1 1,1 1,-1 0,1 1,0 0,1 1,0 0,1 0,0 1,1 0,0 1,0 0,1 0,-2 7,7-11,0 0,0 0,1-1,0 1,0 0,1 0,0 0,1 0,0 0,0 0,0 0,1-1,0 1,1 0,0-1,0 0,0 0,1 0,0 0,1 0,-1-1,1 0,0 0,1 0,0 0,0-1,0 0,0 0,1-1,0 0,4 3,9 3,0-1,1 0,-1-2,2 0,-1-1,1-1,0-1,0-2,0 0,0-1,6-1,22-2,1-2,-1-2,0-2,17-7,37-13</inkml:trace>
  <inkml:trace contextRef="#ctx0" brushRef="#br0" timeOffset="36049.554">4266 1629,'0'320,"-5"-291,-3-73,2-1,2 0,1-44,3 56,-1-145,0 177,1-1,0 1,0-1,0 1,0-1,0 0,0 1,0-1,0 1,1-1,-1 1,1-1,-1 1,1-1,-1 1,1 0,0-1,0 1,0 0,0-1,0 1,0 0,0 0,0 0,0 0,0 0,1 0,-1 0,0 0,1 1,-1-1,1 0,-1 1,1-1,-1 1,1 0,-1-1,1 1,-1 0,2 0,8 0,1 0,-1 0,0 1,1 1,-1 0,0 1,0 0,0 0,-1 1,1 1,-1 0,0 0,0 1,0 0,7 7,-14-10,0 0,-1 0,1 1,0-1,-1 1,0 0,0 0,0 0,0 0,-1 0,1 0,-1 0,0 1,0-1,-1 0,1 1,-1-1,0 1,0-1,-1 0,1 1,-1-1,0 0,0 1,0-1,-1 0,0 0,1 0,-1 0,-1 0,1-1,-1 1,-6 10,-2 0,1-1,-2 0,1-1,-2-1,0 0,-11 8,-37 21,110-66,-37 19,0 2,1 0,-1 1,1 0,0 0,0 2,0-1,1 2,-1 0,0 0,-11 2,0-1,0 0,0 0,0 1,-1-1,1 1,0-1,-1 1,1 0,0 0,-1 0,1 0,-1 0,1 0,-1 0,0 0,1 1,-1-1,0 0,0 1,0-1,0 1,0 0,0-1,0 1,-1 0,1-1,0 1,-1 0,0 0,1-1,-1 1,0 0,0 0,0 0,0 0,0-1,0 1,-1 0,1 0,-25 73,7-45,-1 0,-2-2,-1 0,-1-1,-1-1,-1-1,-21 15,13-21,27-22</inkml:trace>
  <inkml:trace contextRef="#ctx0" brushRef="#br0" timeOffset="36537.748">4760 1589,'-74'416,"73"-396,11-28,5-36,-2 0,-2-1,5-40,-7 38,36-223,-39 234,-5 36,-1 0,0 0,0 0,1 1,-1-1,0 0,1 0,-1 0,0 0,1 0,-1 1,0-1,0 0,1 0,-1 0,1 0,-1 0,0 0,1 0,-1 0,0 0,1 0,-1 0,0-1,0 1,1 0,-1 0,0 0,1 0,-1 0,0-1,1 1,-1 0,0 0,0-1,1 1,-1 0,0 0,0-1,0 1,1 0,-1 0,0-1,0 1,0 0,0-1,0 1,0 0,0-1,61 213,-6-58,6-4,19 22,-66-143,-9-18,-5-10</inkml:trace>
  <inkml:trace contextRef="#ctx0" brushRef="#br0" timeOffset="36784.089">4801 1830,'0'-14,"11"-4,20-1,25 1,26 3,24 1,18 4,10 0,-19 2</inkml:trace>
  <inkml:trace contextRef="#ctx0" brushRef="#br0" timeOffset="37467.776">5844 2177,'-3'12,"0"-4,0 1,0-1,1 1,0-1,1 1,0 0,0 0,1 0,0 0,1-1,0 1,0 0,1 0,0-1,0 1,3 3,-4-10,0 0,0 0,1-1,-1 1,0 0,1-1,0 1,-1-1,1 0,0 0,-1 1,1-1,0 0,0-1,0 1,0 0,0 0,0-1,0 1,0-1,1 0,-1 0,0 1,0-2,0 1,0 0,0 0,0 0,0-1,1 0,-1 1,0-1,0 0,-1 0,3-1,55-50,-55 48,-1 1,0-1,-1 0,1 0,0 0,-1 0,0 0,0-1,0 1,-1 0,0-1,0 0,0 1,0-1,0 0,-1 1,0-1,0 0,0 1,-1-1,0 0,0 1,0-1,0 0,-1 1,1 0,-1-1,0 1,-1 0,1 0,-1 0,1 0,-1 0,-1 1,1-1,0 1,-1 0,1 0,-1 0,0 1,0-1,0 1,-1 0,0 0,3 1,-1 0,1 0,-1 1,1-1,-1 1,1 0,-1 0,0 0,1 0,-1 0,1 0,-1 1,0-1,1 1,-1 0,1-1,0 1,-1 1,1-1,0 0,-1 0,1 1,0-1,0 1,0 0,0 0,1 0,-1 0,0 0,1 0,0 0,-1 0,1 0,0 1,0-1,0 1,0-1,0 1,1-1,-1 1,1-1,0 1,0 0,0-1,0 1,0-1,3 4,0-2,0 1,0 0,1-1,-1 1,1-1,0 0,1 0,-1-1,1 1,-1-1,1 0,0 0,0 0,1-1,-1 0,0 0,1 0,-1-1,1 0,0 0,-1 0,1-1,5 0,22 4,-1-2,1-1,0-2,0-1,-1-2,1-1,5-2,-29 6,-16 4,-6 4,12-7,0 1,0-1,0 0,0 0,0 1,0-1,0 1,0-1,0 1,0-1,0 1,0 0,0 0,0-1,1 1,-1 0,0 0,0 0,1 0,-1 0,1 0,-1 0,1 0,-1 0,1 0,0 0,-1 0,1 0,0 0,0 0,0 0,0 0,0 0,0 0,0 1,0-1,0 0,1 0,-1 0,0 0,1 0,-1 0,1 0,-1 0,1 0,-1 0,1 0,0 0,-1-1,1 1,0 0,0 0,0-1,-1 1,1 0,1-1,6 1,1-1,0 0,-1-1,1 0,-1-1,1 1,-1-2,0 1,1-1,-1 0,-1-1,1 0,0 0,-1-1,0 0,1-1,-3 3,-1-1,0-1,1 1,-1 0,-1-1,1 0,-1 0,1 0,-2 0,1-1,0 1,0-4,-2 7,-1 0,1 0,0-1,-1 1,0 0,1-1,-1 1,0-1,0 1,0 0,-1-1,1 1,0-1,-1 1,0 0,1 0,-1-1,0 1,0 0,-1 0,1 0,0 0,-1 0,1 0,-1 0,1 1,-1-1,0 0,0 1,0-1,-2 0,-1-1,-1 1,0-1,0 1,-1 1,1-1,0 1,0 0,-1 1,1-1,-1 1,1 1,0-1,-1 1,1 0,0 0,-1 1,1 0,0 0,0 0,1 1,-1 0,0 0,1 1,0-1,0 1,0 0,0 1,0-1,1 1,0 0,0 0,-2 3,4-5,1 0,0 0,-1 0,1 0,0 0,1 0,-1 0,0 0,1 1,0-1,0 0,0 0,0 0,0 1,1-1,-1 0,1 0,0 0,0 1,12 24</inkml:trace>
  <inkml:trace contextRef="#ctx0" brushRef="#br0" timeOffset="37901.857">7354 2070,'-38'166,"38"-163,-1 0,1-1,0 1,0 0,0 0,1-1,-1 1,0 0,1-1,0 1,0-1,0 1,0-1,0 1,0-1,0 1,1-1,-1 0,1 0,0 0,0 0,0 0,0 0,0 0,0-1,0 1,0-1,1 1,-1-1,1 0,-1 0,1 0,-1 0,1-1,-1 1,1-1,0 1,-1-1,1 0,0 0,1 0,1 0,1 0,-1-1,0 1,0-1,0 0,1 0,-1-1,0 1,-1-1,1 0,0-1,-1 1,1-1,-1 0,1 0,-1 0,0-1,-1 0,1 1,-1-1,1 0,-1-1,0 1,-1-1,1 1,-1-1,0 0,0 0,0 1,-1-2,0 1,0 0,0 0,0 0,-1 0,0-1,0 1,0 0,-1-1,-1 2,1 0,-1 1,0-1,0 0,-1 1,1-1,-1 1,0 0,0 0,0 0,0 0,0 1,-1-1,1 1,-1 0,0 0,1 0,-1 0,0 1,0-1,0 1,0 0,-1 1,1-1,0 0,0 1,0 0,-1 0,1 1,-2-1,2 0,0 1,0-1,1 0,-1 1,0 0,0 0,1 0,-1 0,1 1,-1-1,1 1,0 0,0 0,-1 0,1 1,1-1,-1 1,0-1,1 1,-1 0,1 0,0 0,0 0,0 1,0-1,0 0,1 1,0-1,-1 1,1 0,1-1,-1 1,1 0,-1 0,6 25,6-3</inkml:trace>
  <inkml:trace contextRef="#ctx0" brushRef="#br0" timeOffset="38153.698">7755 2231,'0'-16,"-3"-12,0-6,-2-1,0 0,1 4,0 9,0 16,0 15,0 16,2 12,1 11,2 7,6 5,4 2,5-3,-1-12</inkml:trace>
  <inkml:trace contextRef="#ctx0" brushRef="#br0" timeOffset="38764.068">9868 1976,'2'-13,"1"-10,0-5,-1 0,0 12,-4 15,0 17,-3 17,-3 14,-2 8,1 5,1-3,5-2,5-10,7-9,2-12</inkml:trace>
  <inkml:trace contextRef="#ctx0" brushRef="#br0" timeOffset="39015.395">10081 2111,'0'-14,"0"-13,0-10,0-2,0 1,0 2,0 4,0 11,2 14,2 13,-1 19,1 13,1 12,1 9,4 5,3 2,2-5,-2-11</inkml:trace>
  <inkml:trace contextRef="#ctx0" brushRef="#br0" timeOffset="39469.378">12060 2083,'0'-13,"0"-12,0-11,0-3,2 0,1 3,0 8,-1 15,-1 18,-2 20,-3 17,-2 13,1 5,1 3,3-3,7-8,2-12</inkml:trace>
  <inkml:trace contextRef="#ctx0" brushRef="#br0" timeOffset="39784.048">12420 2070,'0'4,"-1"0,1 0,0 0,0-1,0 1,1 0,-1 0,1 0,0-1,0 1,0 0,1-1,-1 1,1-1,0 0,0 1,0-1,0 0,1 0,-1 0,1 0,0-1,-1 1,1-1,1 0,-1 0,0 0,1 1,7 2,0 1,1-1,-1-1,1 0,0-1,0 0,1-1,1 0,-5 0,1 0,-1-1,0-1,1 1,-1-2,1 1,-1-1,0 0,1-1,-1 0,0-1,0 0,0 0,-1-1,1 0,-1-1,0 1,0-2,0 1,-1-1,7-6,-12 9,0 0,0-1,0 1,-1 0,1-1,-1 1,0-1,0 1,0-1,-1 1,1-1,-1 0,0 0,0 1,0-1,0 0,-1 1,0-1,1 1,-1-1,0 1,-1-1,1 1,-1-1,1 1,-1 0,0 0,0 0,-1 0,1 0,-3-2,-3-4,-1 1,1 0,-2 0,1 1,-1 0,0 0,-1 1,1 1,-5-2,-1 2,0 1,0 1,-1 0,1 1,0 1,-1 0,1 2,-1 0,1 0,-1 2,1 0,0 0,0 2,0 0,1 1,0 0,0 1,0 1,1 1,-6 4,-47 29</inkml:trace>
  <inkml:trace contextRef="#ctx0" brushRef="#br0" timeOffset="40270.748">10896 2551,'5'9,"1"13,0 13,-1 14,-9 16,-3-5</inkml:trace>
  <inkml:trace contextRef="#ctx0" brushRef="#br0" timeOffset="41136.079">3638 3287,'-6'17,"2"1,0-1,1 1,0 0,2 0,0 0,2 18,-1-34,0-1,0 1,0 0,0-1,0 1,1 0,-1-1,0 1,1-1,-1 1,1-1,0 1,-1-1,1 1,0-1,0 0,0 1,0-1,0 0,0 0,1 1,-1-1,0 0,1-1,-1 1,0 0,1 0,-1 0,1-1,-1 1,1-1,0 1,-1-1,1 0,-1 1,1-1,0 0,-1 0,1 0,0 0,-1-1,1 1,-1 0,1-1,0 1,-1-1,1 1,-1-1,1 0,-1 0,1 0,5-4,-1 0,0 0,0-1,0 0,-1 0,0 0,0-1,0 1,-1-1,0 0,0-1,-1 1,0 0,0-1,-1 0,0 0,0 0,-1 0,0 0,-1 0,1 0,-2 0,1 0,-1 0,0 0,-1 0,1 0,-2 0,0-1,2 7,-1-1,0 1,0-1,0 1,0 0,0 0,0 0,0 0,-1 0,1 0,-1 1,0-1,1 1,-1 0,0 0,0 0,0 0,0 0,0 0,0 1,0 0,0-1,0 1,0 0,0 1,0-1,0 0,0 1,0 0,0-1,0 1,0 1,1-1,-1 0,0 1,1-1,-1 1,1 0,-1-1,1 1,0 1,0-1,0 0,0 0,0 1,0-1,1 1,-1 0,1-1,0 1,-1 0,1 0,1 0,-1 0,0 0,0 2,2-1,1-1,-1 0,0 0,1 0,-1 0,1 0,0 0,0 0,0 0,1-1,-1 1,0-1,1 0,0 0,-1 0,1 0,0 0,0 0,0-1,1 1,-1-1,0 0,0 0,1 0,-1-1,0 1,1-1,-1 0,1 1,2-2,30 6</inkml:trace>
  <inkml:trace contextRef="#ctx0" brushRef="#br0" timeOffset="41387.952">3958 3394,'0'15,"8"63,-8-76,1-1,0 1,0 0,0 0,0-1,0 1,0-1,0 1,0-1,1 0,-1 1,0-1,1 0,0 0,-1 0,1 0,-1 0,1 0,0-1,0 1,0 0,-1-1,1 1,0-1,0 0,0 0,0 0,0 0,-1 0,1 0,0 0,0 0,0-1,0 1,0-1,-1 1,1-1,1-1,7-2,-1 0,1-1,-1 0,0 0,-1-1,1 0,-1-1,0 0,-1 0,0-1,0 0,0 0,-1-1,0 0,-1 0,0 0,-1 0,0-1,0 0,-1 0,0 0,0 0,-1-4,-1 11,-1 0,0 0,0-1,0 1,0 0,-1 0,1 0,-1-1,0 1,0 0,0 0,0 0,0 0,-1 0,1 1,-1-1,0 0,0 1,0-1,0 1,0-1,0 1,-1 0,1 0,-1 0,0 1,1-1,-1 0,0 1,0 0,0 0,0 0,0 0,0 0,-1 0,1 1,0 0,0-1,0 1,-2 1,-4-1,0 1,0 1,0-1,0 2,1-1,-1 1,0 0,1 1,0 0,0 1,0-1,1 1,0 1,-1-1,-3 6,-5 4,1 1,0 0,2 1,0 0,-11 19,-7 22</inkml:trace>
  <inkml:trace contextRef="#ctx0" brushRef="#br0" timeOffset="42086.74">3664 4717,'-11'15,"6"-10,1-1,-1 1,1 1,0-1,1 1,-1-1,1 1,0 0,1 1,-1-1,1 0,0 1,1-1,0 1,0-1,0 1,1 0,-1-1,2 1,-1 0,1 0,2-4,-1 0,1 1,0-1,0 0,1-1,-1 1,0-1,1 1,0-1,0 0,-1 0,1-1,0 1,0-1,1 0,-1 0,0 0,0 0,1-1,-1 0,0 0,0 0,1 0,-1-1,0 0,0 1,0-2,0 1,1 0,-2-1,1 0,1 0,3-2,0 0,0 0,-1-1,0 0,0-1,0 1,0-1,-1 0,0-1,0 0,-1 0,0 0,0 0,3-8,-6 11,0-1,0 1,0-1,0 0,-1 1,0-1,0 0,0 0,0 0,-1 0,0 0,0 0,-1 0,1 0,-1 0,0 0,0 0,-1 0,1 1,-1-1,0 0,0 1,-1-1,1 1,-1 0,-2-2,2 2,0 1,0 0,0 0,0 0,-1 1,1-1,-1 1,0 0,1 0,-1 0,0 0,0 0,-1 1,1 0,0 0,0 0,-1 1,1-1,0 1,-1 0,1 0,0 0,-1 1,1 0,0 0,-1 0,1 0,0 0,0 1,0 0,-3 2,1-1,1 0,0 0,1 0,-1 1,1 0,-1 0,1 0,0 1,1-1,-1 1,1 0,0 0,0 0,0 0,1 1,0-1,0 1,0 0,0-1,1 1,0 0,1 0,-1 2,7 28,6-5</inkml:trace>
  <inkml:trace contextRef="#ctx0" brushRef="#br0" timeOffset="42337.072">4078 4878,'0'-19,"0"-12,0-7,0-6,0 2,0 5,0 7,0 12,0 19,0 21,0 22,0 20,-2 17,-3 13,-1-10</inkml:trace>
  <inkml:trace contextRef="#ctx0" brushRef="#br0" timeOffset="43170.325">3838 6201,'0'-16,"0"-14,0-9,2-7,3-2,1 2,0 4,-2 17,-4 23,-4 24,-1 19,0 17,1 9,1 3,3-4,7-8,6-13,1-13</inkml:trace>
  <inkml:trace contextRef="#ctx0" brushRef="#br0" timeOffset="43420.772">4092 6068,'-2'-14,"-1"-11,0-6,0 0,2 3,0 11,0 15,1 22,2 20,1 20,1 18,-2 14,0-9</inkml:trace>
  <inkml:trace contextRef="#ctx0" brushRef="#br0" timeOffset="43932.405">3758 7311,'-2'-20,"-1"-12,0-5,1 2,0 11,1 17,-2 19,0 15,0 16,-2 11,0 8,2 3,0-1,1-7,3-10,2-14</inkml:trace>
  <inkml:trace contextRef="#ctx0" brushRef="#br0" timeOffset="44254.544">3932 7458,'1'4,"0"1,0 0,0 0,1 0,0-1,0 1,0-1,1 1,-1-1,1 0,0 0,0 0,1 0,-1-1,1 1,-1-1,1 0,0 0,1 0,-1-1,0 1,1-1,-1 0,1 0,0-1,0 0,0 1,0-1,-1-1,6 1,-1 0,-1-1,1 0,-1 0,1 0,0-1,-1-1,1 0,-1 0,0 0,0-1,0 0,0-1,0 0,-1 0,1 0,-1-1,5-4,-8 5,0 0,0 0,0 0,0 0,-1-1,1 1,-1-1,0 0,-1 0,1 0,-1-1,0 1,-1 0,1-1,-1 1,0-1,0 0,-1 1,1-1,-1 0,0 1,-1-1,0 0,0 1,0-1,0 1,-1-1,0 1,0 0,0 0,-1 0,0 0,0 0,0 0,-1 1,1-1,-1 1,0 0,0 0,-1 1,1-1,-1 1,0 0,1 0,-1 0,-1 1,1 0,0 0,-1 0,-2 0,1 1,0 1,0 0,0 0,-1 0,1 1,0 0,0 1,1 0,-1 0,0 0,1 1,-1 0,1 0,0 0,-1 1,2 0,-1 0,0 1,1-1,0 1,0 1,1-1,-11 13,1 0,1 1,0 0,2 1,0 0,0 4,-14 34</inkml:trace>
  <inkml:trace contextRef="#ctx0" brushRef="#br1" timeOffset="52301.554">5870 3086,'-99'-56,"98"55,-1 1,1-1,-1 1,1-1,0 1,-1-1,1 1,-1 0,1 0,-1 0,1 0,-1 0,1 0,-1 0,1 1,-1-1,1 0,-1 1,1-1,0 1,-1-1,1 1,0 0,-1 0,1-1,0 1,0 0,0 0,0 0,0 1,0-1,0 0,0 0,0 0,0 1,-14 53,6 37,3 0,5 1,4 5,15-3,-16-93,-1 1,0 0,1 0,0-1,0 1,-1-1,2 0,-1 1,0-1,0 0,1 0,-1 0,1-1,-1 1,1-1,0 1,0-1,0 0,0 0,0 0,0 0,0-1,0 1,0-1,0 0,0 0,0 0,0 0,3-1,9-3,-1-1,0 0,0-1,-1 0,0-1,0-1,0 0,-1-1,0 0,-1-1,0 0,0-1,-1 0,-1-1,0 0,0 0,0-3,-1 2,0-1,0 0,-2-1,0 1,-1-1,0 0,-1-1,-1 1,0-1,-1 1,-1-1,0 0,-1 0,-1 0,0 1,-2-1,1 0,-2 1,0 0,-1 0,-6-14,3 10,0-1,-1 1,-1 0,-1 1,-1 1,0-1,-1 2,-1 0,-6-6,17 20,1 0,0 0,-1 0,1 0,-1 0,1 0,-1 0,0 1,0-1,0 1,0 0,0 0,0 0,0 0,0 1,0-1,-1 1,1 0,0 0,0 0,0 0,-1 1,1-1,0 1,0 0,0 0,0 0,0 0,0 0,0 1,-1 0,-11 11,1 0,1 1,0 1,1 0,1 0,0 1,1 0,1 1,1 0,0 1,1 0,1 0,0 2,-6 16,1 0,2 1,2 0,1 0,2 1,1 17,4 26</inkml:trace>
  <inkml:trace contextRef="#ctx0" brushRef="#br1" timeOffset="52923.689">7514 3407,'13'-47,"2"-1,1 2,22-41,-6 14,-18 39,1 1,-1 0,-2-1,-2 0,-1-1,2-18,-16 39,-7 34,-5 25,3 1,1 1,3 0,2 1,2 0,2 0,2 0,2 4,1 21,4 0,9 44,-3-46</inkml:trace>
  <inkml:trace contextRef="#ctx0" brushRef="#br1" timeOffset="53635.362">11765 2886,'-8'16,"0"0,1 0,0 1,2 0,0 1,1-1,0 1,1 0,2 0,0 0,0 0,2 11,0-17,1-1,0 0,0 0,1 0,0 0,1 0,0 0,1-1,0 0,1 0,0 0,0-1,1 0,1 0,-1 0,1-1,1 0,-1-1,1 0,3 2,-1-4,0 1,1-2,-1 0,1 0,-1-1,1 0,0-1,0 0,1-1,-1 0,0-1,0-1,0 0,0-1,0 0,0 0,0-1,0-1,-1 0,1-1,-1 0,0 0,-1-2,1 1,-1-1,-1 0,1-1,-1 0,-1-1,1 0,-2 0,1-1,-1 0,0 0,-1-1,-1 0,1 0,-2 0,3-7,-3 4,-1 1,0-1,-1 1,0-1,-1 0,-1 0,0 0,0 0,-2 1,0-1,0 0,-2 1,1-1,-2 1,0 0,0 0,-1 1,-1 0,0 0,0 0,-1 1,-1 0,0 0,-1 1,1 0,-2 1,0 0,0 1,0 0,-1 1,0 0,-1 1,4 3,1 0,-1 1,0 0,0 1,0 0,0 0,0 1,0 1,0-1,0 1,0 1,0-1,0 2,0-1,1 1,-1 0,1 1,0 0,-5 4,-11 6,2 2,0 1,0 0,2 2,-16 17,-29 37,9-5</inkml:trace>
  <inkml:trace contextRef="#ctx0" brushRef="#br1" timeOffset="54131.038">10042 2952,'-11'19,"2"-1,0 2,1-1,1 1,1 0,1 0,0 1,2 0,0-1,2 1,0 0,1 0,1 0,3 11,-3-23,1 0,0 1,1-1,0 0,0 0,1-1,0 1,1-1,0 0,0 0,1 0,0-1,0 1,0-1,1-1,0 0,1 0,-1 0,1-1,0 0,1 0,-1-1,1 0,0-1,0 0,0 0,0-1,0 0,6 0,0 0,-1-2,1 0,0-1,0 0,0-2,0 1,-1-2,0 0,1 0,-1-2,-1 1,1-2,-1 0,0 0,4-5,-8 6,-1 0,1-1,-1 0,0 0,0-1,-1 0,0-1,-1 1,1-1,-2-1,1 1,-2-1,1 0,-1 0,0 0,-1-1,-1 1,1-1,-2 0,1 0,-2-2,0 3,-1-1,-1 1,0 0,0 0,-1 0,0 1,-1-1,0 1,-1-1,0 1,0 1,-1-1,0 1,0 0,-1 0,0 1,-1-1,1 2,-1-1,-1 1,1 0,-3 0,-4-3,1 1,-1 0,-1 1,0 1,0 0,0 1,0 1,-1 1,0 0,0 1,1 1,-1 0,-5 2,6 1,1 1,0 1,-1 0,1 1,1 1,-1 0,1 1,0 1,1 0,0 1,0 0,0 1,2 0,-1 1,1 1,1 0,0 0,0 1,2 0,-1 0,2 1,-1 3,-31 64</inkml:trace>
  <inkml:trace contextRef="#ctx0" brushRef="#br1" timeOffset="69302.397">5870 4905,'13'-84,"4"1,13-35,-11 51,-3 0,-4-2,4-63,-15 113,-10 30,-2 34,3 1,1-1,3 1,1 1,3 3,-1-30,-1 197,2-62,-15 93,11-213</inkml:trace>
  <inkml:trace contextRef="#ctx0" brushRef="#br1" timeOffset="70017.487">7649 4543,'-14'37,"3"0,1 1,1 0,3 1,1 0,1 0,3 36,1-62,2-1,-1 0,1 0,1 0,0 0,1 0,0 0,1-1,0 1,-3-8,1 0,-1 0,1-1,-1 1,1 0,0-1,0 0,1 1,-1-1,1-1,0 1,-1 0,1-1,0 0,0 0,1 0,-1 0,0-1,1 0,-1 0,1 0,-1 0,1-1,-1 1,4-1,5-3,-1 0,0 0,-1-1,1-1,-1 0,0-1,0 0,0 0,-1-1,0-1,0 1,-1-2,0 1,0-1,-1-1,-1 1,1-1,-1-1,0-1,5-6,-1-1,0 0,-2-1,0 0,-1 0,-1 0,-1-1,-1 0,-1-1,-1 1,-1-1,0 0,-2 1,-1-1,0 0,-2 1,0-1,-1 1,-1 0,-2 0,-4-10,8 22,-1 1,0-1,0 1,-1 0,0 0,0 1,-1 0,0 0,0 0,0 0,-1 1,0 0,-1 1,1 0,-1 0,0 0,0 1,-1 0,1 1,-1 0,0 0,0 1,0 0,0 0,0 1,0 0,0 1,-2 0,-3 3,1 1,-1 1,1 0,0 1,0 0,0 1,1 1,0 0,1 0,-1 1,2 1,-1 0,1 0,1 1,0 0,0 0,1 1,1 1,0-1,1 1,0 0,1 1,0-1,1 1,1 0,0 0,1 0,0 0,1 1,1-1,0 0,2 5,0-7,1-1,0 0,1 0,0 0,1-1,0 1,1-1,0 0,0 0,1-1,0 0,1 0,6 5,50 43</inkml:trace>
  <inkml:trace contextRef="#ctx0" brushRef="#br1" timeOffset="70805.942">11806 4530,'-11'11,"0"2,1-1,0 1,1 0,1 1,0 0,0 0,2 1,0 0,1 0,-4 15,8-22,-1-1,1 1,0 0,1-1,0 1,0 0,1 0,0-1,0 1,0 0,1-1,1 1,-1-1,1 0,0 0,1 0,0 0,0-1,0 1,1-1,0 0,0 0,0-1,1 1,1 0,4 2,1-1,-1-1,1 1,1-2,-1 0,1 0,0-1,0 0,0-2,0 1,1-1,-1-1,1-1,-1 0,1 0,-1-2,0 1,1-2,-1 0,0 0,0-1,-1-1,1 0,-1-1,0 0,0-1,-1 0,0-1,0 0,-1-1,0 0,0-1,-1 0,-1 0,1-1,-2 0,1 0,-2-1,0 0,0 0,-1-1,0 1,-1-1,-1 0,0 0,0-1,-2 1,0-1,0-10,-2 13,-1-1,0 1,0-1,-1 1,-1 0,0 0,-1 1,1-1,-2 1,0 0,0 0,-1 1,0 0,0 0,-1 0,-1 1,1 0,-1 1,0 0,-1 0,0 1,0 0,0 1,-1 0,1 1,-1 0,0 1,-1 0,1 0,0 1,-1 1,0 0,-2 0,-4 3,0 1,0 0,0 1,0 1,1 1,0 0,0 2,1-1,0 2,0 0,1 1,0 1,1 0,0 1,1 0,0 1,1 1,0 0,2 1,-1 0,2 0,0 1,-4 9,-13 28</inkml:trace>
  <inkml:trace contextRef="#ctx0" brushRef="#br1" timeOffset="71283.211">10055 4410,'-12'15,"1"1,1 0,0 0,1 1,1 1,1-1,0 1,1 1,1-1,1 1,1 0,0 0,1 7,2-17,0 0,0 0,1 0,0 0,0 0,1 0,1-1,-1 1,1-1,1 1,0-1,0 0,0 0,1-1,0 1,1-1,0 0,0-1,0 1,1-1,0 0,0-1,0 0,1 0,5 3,5-1,0 0,0-1,1-1,-1 0,1-1,0-2,0 0,0-1,0 0,1-2,-1 0,0-1,0-1,-1-1,1-1,-1 0,0-2,0 0,0-1,-1 0,0-1,-1-2,0 1,-1-2,0 0,-1-1,0 0,6-8,-13 11,0 0,-1 0,0-1,0 0,-1 0,-1 0,0-1,0 1,-2-1,1 0,-1 0,-1 0,0 0,-1 0,0-1,-1 1,0 0,-1 0,0 0,-1 0,0 1,-1-1,0 1,-1 0,0 0,-1 0,0 1,-1-1,0 2,-1-1,-4-3,1 1,-1 0,0 2,0-1,-1 2,-1 0,1 0,-1 1,-1 1,0 0,0 1,0 1,-1 0,1 1,-1 1,0 1,0 0,0 0,-1 2,1 0,0 1,0 1,0 0,0 1,0 1,1 0,-1 1,1 1,0 1,1 0,-1 0,1 2,1-1,-5 6,2 0,1 0,1 1,1 1,0 1,1 0,0 0,2 1,-2 5,-25 57</inkml:trace>
  <inkml:trace contextRef="#ctx0" brushRef="#br1" timeOffset="79068.65">5696 6897,'-7'-1,"0"1,0 0,0 0,0 0,-1 1,1 1,0-1,0 1,1 0,-1 0,0 1,1 0,-1 0,1 1,0 0,0 0,0 0,1 1,0-1,0 1,0 1,0-1,1 1,0 0,0 0,-2 4,2-2,0 0,1 0,0 1,1-1,0 1,0 0,1-1,0 1,0 0,1 0,0 0,1-1,0 1,0 0,1 0,0-1,1 1,0-1,0 0,0 0,1 0,1 0,-1 0,1-1,0 0,1 0,0 0,0-1,0 0,1 0,0-1,0 1,1-2,-1 1,3 0,4 0,0-1,1 0,-1-1,1-1,-1 0,1-1,0-1,0 0,0-1,0-1,-1 0,1-1,-1 0,0-1,1-1,-2 0,1-1,-1-1,0 0,0 0,-1-2,0 1,0-2,-1 1,0-1,-1-1,0 0,0-1,-2 0,1 0,-2-1,1 0,-2 0,0-1,3-8,-8 10,1-1,-2 1,0-1,0 0,-1 1,-1-1,0 1,0-1,-1 1,-1 0,0 0,-1 0,0 1,-1 0,0 0,-1 0,0 0,-1 1,0 1,0-1,-1 1,0 0,-1 1,0 0,0 1,-1 0,1 1,-2 0,1 0,-1 1,-5-1,11 4,-1 1,0 0,1 0,-1 0,0 1,1 0,-1 0,0 1,1 0,-1 0,1 1,-1-1,1 1,0 1,-1-1,1 1,0 0,1 1,-1-1,1 1,-1 0,1 0,0 1,0 0,1 0,0 0,0 0,0 1,0-1,1 1,0 0,0 0,0 0,1 1,0-1,1 0,-1 1,1-1,0 4,0 0,0 0,1 0,1 0,-1 1,2-1,-1 0,1 0,1-1,0 1,0 0,1-1,0 0,1 0,0 0,0 0,1-1,0 0,1 0,-1 0,1-1,1 0,0 0,0-1,0 0,0-1,4 2,51 29</inkml:trace>
  <inkml:trace contextRef="#ctx0" brushRef="#br1" timeOffset="79503.489">7675 6884,'-5'8,"0"1,0 0,1 0,1 0,-1 1,2 0,-1-1,1 1,1 0,0 0,0 0,1 0,0 0,1 0,0 0,0 0,1 0,1 0,-1 0,2-1,-1 0,1 1,1-1,0-1,0 1,0-1,1 0,1 0,0 1,3-2,1 0,-1 0,1-1,0 0,1-1,0 0,0-1,0 0,0-1,0 0,1-1,-1-1,1 0,-1 0,1-2,-1 1,1-1,0-1,-1 0,0-1,0-1,0 0,8-3,-10 3,0 0,0 0,0-1,0 0,-1-1,0 0,0-1,0 0,-1 0,0 0,-1-1,1-1,-1 1,-1-1,0 0,0-1,-1 1,0-1,-1 0,0 0,0-1,-1 1,-1-1,1 0,-2 0,0 0,0-2,-2 3,0 0,0 1,-1-1,-1 1,0-1,0 1,-1 0,0 0,0 0,-1 1,0 0,-1 0,0 0,0 0,0 1,-1 0,0 0,-1 1,0 0,0 0,0 1,0 0,-1 0,0 1,0 0,0 1,0 0,-1 0,1 1,-1 0,1 1,-1 0,0 0,0 1,1 1,-1-1,-2 2,-1 0,-1 0,1 1,0 1,0 0,0 1,1 0,-1 1,1 1,1 0,-1 0,1 1,0 0,1 1,-1 2,5-6,0 1,0 1,1-1,0 1,0 0,1 0,0 0,0 1,0 0,1-1,1 1,-1 0,1 1,0-1,1 0,0 0,0 1,1-1,0 1,1-1,0 0,0 1,1 0,14 39</inkml:trace>
  <inkml:trace contextRef="#ctx0" brushRef="#br1" timeOffset="80186.75">11592 6869,'1'10,"1"1,0-1,1-1,0 1,1 0,0-1,0 0,1 0,0 0,1 0,0-1,0 0,1 0,0-1,0 0,0 0,1 0,1-1,-1 0,1-1,0 0,0 0,0-1,0 0,1-1,0 0,2 0,5 1,0-1,0 0,0-2,0 0,0 0,1-2,-1 0,0-1,0-1,-1-1,1 0,0-1,-1-1,0 0,-1-1,1-1,-1-1,-1 0,0 0,0-2,-1 0,0 0,-1-1,5-6,-13 13,0 1,-1-1,0 0,0-1,0 1,0 0,-1-1,0 1,0-1,0 0,-1 0,0 0,0 0,0 0,-1 0,0 0,0 0,-1 0,1 1,-1-1,-1 0,1 0,-1 0,0 1,0-1,-1 1,1-1,-1 1,0 0,-1 0,0 0,-3-3,-1 1,0 0,-1 1,0 0,0 0,0 1,-1 0,0 0,0 1,0 0,0 1,-1 0,1 1,-1 0,-9 0,-2 0,1 2,0 0,0 1,0 1,0 1,0 1,-14 5,12-2,0 0,0 2,1 1,1 0,0 2,0 1,1 0,0 1,2 1,0 1,0 1,1 0,2 2,-1-1,2 2,1 0,0 1,2 0,0 0,-6 21,9-9</inkml:trace>
  <inkml:trace contextRef="#ctx0" brushRef="#br1" timeOffset="80687.415">9694 7056,'9'-15,"8"-11,5-7,3-5,0 0,-2 1,-2 5,-6 13,-9 18,-10 23,-7 21,-6 23,-1 14,4 11,4 5,3 0,3-16</inkml:trace>
  <inkml:trace contextRef="#ctx0" brushRef="#br1" timeOffset="86417.471">5964 5800,'-5'0,"-1"-1,1 1,0 0,0 0,-1 1,1-1,0 1,0 1,0-1,-1 1,2-1,-1 2,0-1,0 0,1 1,-1 0,1 0,0 0,0 1,0-1,0 1,0 0,1 0,0 0,0 1,0-1,0 1,1-1,-1 4,-3 3,2 0,-1 1,2-1,-1 1,2 0,-1 0,2 1,0-1,0 0,1 0,0 1,2 4,0-8,0 0,0 0,1 0,1-1,0 1,0-1,0 1,1-1,0-1,1 1,-1-1,2 0,-1 0,1-1,0 0,0 0,0 0,1-1,0 0,0-1,1 0,-1 0,1-1,0 0,0 0,0-1,0 0,0 0,0-1,1-1,-1 0,0 0,0 0,1-1,-1-1,0 0,6-1,-4-1,0-1,0 1,0-2,0 1,-1-2,0 1,0-1,-1-1,0 0,0 0,-1-1,0 0,0 0,-1-1,0 0,-1 0,0-1,-1 0,0 0,-1 0,0 0,0-1,-1 1,-1-1,0 0,-1 0,0-3,1 0,-2-1,0 1,0 0,-1-1,-1 1,-1 0,0 0,-1 0,-1 1,0-1,0 1,-2 0,0 1,0-1,-2 1,1 1,-2 0,1 0,-2 0,1 1,-6-3,12 11,0 0,0-1,-1 2,1-1,-1 0,1 1,-1 0,0 0,0 0,0 1,0 0,0 0,-1 0,1 0,0 1,0 0,-1 0,1 0,0 1,0 0,-1 0,1 0,0 0,0 1,0 0,1 0,-4 2,-2 2,1 1,0 0,0 1,1 0,0 0,0 1,1 0,0 0,0 1,1-1,1 1,-1 1,2-1,-1 1,0 5,-2 6,1 1,1 0,1 0,0 1,2-1,1 0,1 4,5 47</inkml:trace>
  <inkml:trace contextRef="#ctx0" brushRef="#br1" timeOffset="86937.363">7715 6161,'1'-26,"0"-1,2 1,0 0,2 0,1 0,1 1,1 0,2 0,0 0,8-12,-16 32,112-237,-97 209,-8 22,-6 21,-43 164,37-160,-13 42,3 0,2 0,3 1,2 0,2 1,5 49,8-42</inkml:trace>
  <inkml:trace contextRef="#ctx0" brushRef="#br1" timeOffset="87655.337">12327 5787,'-15'10,"0"1,0 0,1 1,1 1,0 0,0 1,2 0,0 1,0 0,1 1,1 0,1 1,0 0,7-14,0 0,0 0,0 1,0-1,0 0,0 1,1-1,0 1,0-1,0 0,0 1,0-1,1 1,-1-1,1 0,0 0,0 1,0-1,1 0,-1 0,1 0,0 0,0 0,-1 0,2-1,-1 1,0-1,1 1,-1-1,1 0,0 0,-1 0,2 1,10 1,0 0,-1 0,1-2,0 0,1 0,-1-1,0-1,0 0,1-1,-1-1,0 0,0-1,0 0,-1-1,1 0,-1-2,3-1,9-2,-1-2,0 0,-1-2,0 0,15-13,-29 19,0 0,-1 0,0-1,0 1,-1-2,0 1,0-1,-1 0,0-1,-1 1,0-1,-1 0,0 0,0-1,-1 0,-2 5,0 0,0 0,-1 0,1 0,-2 0,1 0,-1 0,1 0,-2 0,1 0,-1 0,0 0,0 0,0 1,-1-1,0 1,0 0,0 0,-1 0,0 0,0 0,0 1,0 0,-1 0,0-1,-5-2,-1-1,0 1,0 1,0 0,-1 0,0 1,0 1,0 0,-1 1,1 0,-8 0,-3 1,0 1,0 1,1 1,-1 1,0 1,1 1,-1 1,1 1,1 1,-1 0,1 2,-6 4,-11 7,1 1,1 2,0 2,2 1,1 1,-1 4,-26 29</inkml:trace>
  <inkml:trace contextRef="#ctx0" brushRef="#br1" timeOffset="88136.055">10175 5880,'-11'12,"1"0,0 1,1 0,1 1,0 0,1 0,0 1,1 0,0 0,2 0,0 1,0-1,2 1,0 0,1 0,0 0,2 13,-1-22,1 0,0 0,0-1,0 1,1-1,0 1,1-1,-1 0,1 0,0 0,1 0,-1 0,1-1,0 1,1-1,-1 0,1 0,0-1,0 1,1-1,-1-1,1 1,0-1,0 1,0-2,0 1,0-1,1 0,-1 0,1-1,0 1,1-1,6-3,0 0,0-1,0-1,0 0,0 0,-1-2,0 1,0-2,0 0,-1 0,0-1,-1-1,0 0,0 0,0-1,-2-1,1 0,-1 0,-1 0,0-1,0-1,-2 1,1-1,-2 0,1-1,-1-1,-1 5,0-1,0 0,-1 0,-1 0,1 0,-2 0,0 0,0-1,-1 1,0-1,-1 1,0 0,-1 0,-1-1,1 1,-2 0,1 1,-2-1,1 1,-1 0,-1 0,0 0,0 0,-1 1,0 1,-1-1,0 1,0 0,-1 1,0 0,0 0,-1 1,-7-4,6 6,1 1,-1 0,0 1,0 0,0 1,0 0,0 1,0 0,-1 1,1 0,0 1,0 0,1 1,-1 0,0 0,1 1,-7 4,-19 10,0 1,1 2,1 2,-2 3,-73 57</inkml:trace>
  <inkml:trace contextRef="#ctx0" brushRef="#br2" timeOffset="164880.36">4400 3394,'0'0,"0"1,1-1,-1 0,0 0,0 1,1-1,-1 0,0 1,0-1,1 0,-1 1,0-1,0 0,0 1,0-1,0 0,1 1,-1-1,0 1,0-1,0 0,0 1,0-1,0 1,0-1,0 0,-1 1,1-1,0 0,0 1,0-1,0 1,0-1,-1 0,1 1,0-1,0 0,-1 1,1-1,0 0,0 0,-1 1,1-1,0 0,-1 0,1 0,19 5,0-2,0 0,1-1,-1-2,1 0,2-1,12 1,209-13,-226 10,-7 0</inkml:trace>
  <inkml:trace contextRef="#ctx0" brushRef="#br2" timeOffset="165134.193">4788 3300,'-28'7,"28"-6,-1-1,1 0,0 1,-1-1,1 1,0-1,0 1,0-1,0 1,-1-1,1 1,0-1,0 1,0-1,0 1,0-1,0 1,0-1,0 1,0-1,1 1,-1-1,0 1,0-1,0 1,0-1,1 1,-1-1,0 1,1-1,-1 0,0 1,1-1,-1 0,0 1,1-1,-1 0,1 1,-1-1,1 0,-1 0,0 1,1-1,-1 0,1 0,-1 0,1 0,-1 0,1 0,-1 0,1 0,0 0,-1 0,198 69,-197-69,1 1,0 1,-1-1,1 0,0 0,-1 1,1-1,-1 1,0-1,0 1,1-1,-1 1,0 0,0 0,-1 0,1-1,0 1,-1 0,1 0,-1 0,1 0,-1 0,0 0,0 0,0 0,0 0,0 0,0 0,-1 0,1 0,-1 0,1 0,-1 0,0 0,0 0,0 0,0-1,0 1,0 0,-1 0,-57 64,-100 67,114-94</inkml:trace>
  <inkml:trace contextRef="#ctx0" brushRef="#br2" timeOffset="166304.724">4560 7404,'-4'0,"-5"0,5 0,7 0,12 2,11 2,12-1,8-1,9 0,3-1,1-3,-5-1,-4 0,-9 1,-14 0,-14 0,-8-1,-6 0</inkml:trace>
  <inkml:trace contextRef="#ctx0" brushRef="#br2" timeOffset="166550.642">5014 7257,'-2'0,"0"-1,0 0,0 0,-1 1,1-1,0 1,0 0,0 0,-1-1,1 1,0 1,0-1,-1 0,1 1,0-1,0 1,0-1,-1 1,1 0,0 0,0 0,0 0,1 1,-1-1,0 0,0 1,1-1,-1 1,1 0,-1-1,1 1,-1 1,3 0,0-1,0 0,0 0,0 0,0 0,1 0,-1 0,1 0,0 0,-1 0,1 0,0-1,0 1,0-1,0 0,0 1,0-1,1 0,-1 0,0 0,1-1,-1 1,0-1,3 1,223 40,-226-41,0 1,0-1,0 0,0 1,0-1,0 1,0 0,0 0,0 0,0 0,-1 0,1 0,0 0,-1 0,1 1,0-1,-1 1,0-1,1 1,-1 0,0-1,0 1,0 0,0 0,0 0,0 0,-1 0,1 0,0 0,-1 0,0 0,1 0,-1 0,0 0,0 0,0 0,-1 0,1 0,0 0,-1 0,1 0,-1 0,0 0,0 0,0 0,0 0,0 0,0-1,0 1,0 0,-1-1,-1 2,-15 22,-1-2,-1 0,-2-1,0-1,-6 3,17-15,-89 78</inkml:trace>
  <inkml:trace contextRef="#ctx0" brushRef="#br2" timeOffset="173452.43">5256 2164,'-2'2,"0"-1,1 0,-1 1,1 0,-1-1,1 1,0 0,-1 0,1 0,0 0,0 0,1 0,-1 0,0 0,1 0,-1 0,1 0,0 0,-1 0,1 2,0-2,-12 86,4 1,4 1,7 68,-2-29,0 155,2-252,3-1,0 1,2-2,7 17,5 21,7 41,37 9,-53-102,7 14,1-1,2-1,1-1,1-1,22 19,-31-36,1 1,0-2,1 0,0-1,1 0,-1-1,18 3,-4 0,131 24,13-30,-157-7,1 0,0-1,-1-1,0 0,0-2,-1 0,0 0,0-2,-1 0,0 0,-1-2,0 1,-1-2,-1 0,0-1,2-2,-8 10,73-79,-56 60,-2 0,-1-2,-1-1,-1 0,-1-1,-2 0,5-17,-3 13,-1 0,-2-1,-2 0,-1-1,-1-1,-2 0,-2 0,2-34,-1-104,-1-95,-7 165,-12-50,13-184,6 271,-3 54,-2 1,1 0,-2-1,0 1,0 0,-1-1,-2-8,-19-126,10 86,-7 81,5-3</inkml:trace>
  <inkml:trace contextRef="#ctx0" brushRef="#br2" timeOffset="174036.865">5188 1817,'-5'20,"0"19,-3 17,0 21,2 20,-1 16,-1 11,1-15</inkml:trace>
  <inkml:trace contextRef="#ctx0" brushRef="#br2" timeOffset="179334.734">5241 6897,'-1'0,"0"0,0 0,0 0,0 1,-1-1,1 1,0-1,0 1,0-1,0 1,0-1,0 1,0 0,0 0,0 0,1-1,-1 1,0 0,0 0,1 0,-1 0,0 0,1 0,-1 0,1 1,-1-1,1 0,0 0,0 0,-1 0,1 1,0-1,0 0,0 0,0 1,-1 0,-8 43,1 1,2-1,2 1,2 0,3 15,-1-29,-1 98,0 37,-12 69,-55 183,58-354,2 0,3 0,3 0,3 1,3-1,11 55,9 52,-25-204,-4-381,18 1,28-96,-25 409,5 1,29-84,-40 149,2 1,0 1,3 0,14-24,-16 38,0 0,0 1,2 0,0 1,1 1,0 1,1 0,1 1,18-10,10-11,-40 27,0 1,0 1,0-1,0 1,1 0,-1 0,1 1,0 0,0 0,0 1,1 0,-1 0,1 0,4 1,285-2,-257-2,0 3,1 1,-1 2,32 5,-4 0,-47-5,0 1,1 1,-1 0,0 2,15 5,-27-5,-1 0,0 0,0 1,0 0,0 1,-1 0,0 0,-1 0,1 1,3 6,16 18,-16-21,0 1,-1 0,0 1,-1 0,-1 1,0-1,-1 1,0 1,-1-1,3 15,45 212,-12 169,-34-336,-3 1,-6 60,1-40,-7 157,-11 29,19-213,-2-559,-9 376,-27-109,22 135,-16-331,-10 210,38 182,0-2,-1 1,-1 0,-2 0,-1 1,-10-21,12 37,0 1,-1 0,-1 1,0 0,0 0,-1 1,0 0,-1 1,0 0,0 1,-1 0,0 0,-1 1,-115-26,69 22,-26-8,-1 3,-1 5,-81 0,46 22,101-7,0 0,1 1,-1 1,1 1,1 0,0 2,0 0,1 1,0 1,1 1,0 1,1 0,1 1,0 0,1 1,1 1,0 0,1 1,1 0,1 1,-1 4,-19 31,4-7,2 1,1 1,-5 22,12-13,3 1,2 0,2 0,4 1,2 0,2 16,-11 260,-1 87,13-260,-1-344,-1-50,25-204,-16 381,3 1,2 0,2 1,2 0,3 1,2 1,26-45,121-222,-151 275,-14 30,1 0,1 0,0 1,0 0,1 0,1 0,0 0,0 1,1 1,0-1,1 1,0 1,1-1,1 1,-1 1,1-1,0 0,1 1,0 1,0 0,0 0,1 1,0 1,0 0,0 1,5 0,245 1,-247 2,43 0,0 2,0 3,16 4,-49-4,-11-4,-1 1,0 0,1 2,-1-1,0 2,-1 0,1 0,-1 1,0 1,-1 0,1 1,-1 1,0 0,-2 1,1-2,-1 1,1-1,1-1,0 0,0-1,5 2,19 11,-25-12,-1 0,0 1,0 0,-1 1,0 0,0 0,-1 1,0 1,-1-1,0 1,-1 0,0 0,0 1,-2 0,2 4,3 12,-1 1,-1 0,-2 0,-1 0,-1 1,-1 3,-3 534,-9-92,7-271,1-190,-1-17</inkml:trace>
  <inkml:trace contextRef="#ctx0" brushRef="#br2" timeOffset="181469.517">5241 2150,'9'-32,"-4"56,-6 30,-2-1,-3 1,-4 16,-8 56,6 90,9 57,3-256,-1 11,1 1,2 0,0-1,2 0,1 1,2-1,2 3,1-1,1-1,1 0,2 0,1-2,1 0,2 0,0-2,2 0,1-1,0-1,16 12,-20-22,-2 1,1-1,1 0,0-1,0-1,1-1,1 0,0-1,0-1,1-1,14 3,-5-3,1-2,0 0,1-2,-1-2,1 0,-1-2,0-2,1-1,-1-1,-1-1,1-1,12-7,-18 5,0-1,0-2,-1 0,0-1,-1-2,-1 0,0-1,-1-1,6-8,4-11,-2-1,-2-1,-1-2,13-28,-12 13,-2-2,-3-1,-3-1,-2 0,-2-1,0-23,28-332,-34 294,-5 0,-5-3,1-7,1-37,-23 265,9-51</inkml:trace>
  <inkml:trace contextRef="#ctx0" brushRef="#br2" timeOffset="182834.852">5723 8247,'3'0,"0"2,0 6,-1 5,-1 8,0 7,0 5,-3 7,-3 3,-4 1,-1 0,0-6,2-6,2-7,3-9,1-11,-1-7,0-5</inkml:trace>
  <inkml:trace contextRef="#ctx0" brushRef="#br2" timeOffset="183270.686">5522 8687,'-4'12,"0"3,4 0,6-3,8-7,12-5,10-5,8-2,4-2,0 0,-4 2,-6 3,-8 1,-7 1,-9 2,-10-3,-5 0</inkml:trace>
  <inkml:trace contextRef="#ctx0" brushRef="#br2" timeOffset="183584.846">5670 8167,'-7'-2,"2"-2,5 1,9 1,9 0,11-1,8-3,4 0,2 1,-5 1,-5 1,-7 2,-8 5,-8 4,-8 1</inkml:trace>
  <inkml:trace contextRef="#ctx0" brushRef="#br2" timeOffset="183989.799">6003 8621,'-1'11,"-3"96,5-102,0-1,0 0,0 1,0-1,1 0,-1 0,1 0,0 0,0 0,1-1,-1 1,1-1,0 1,0-1,0 0,0 0,0 0,1 0,-1-1,1 1,0-1,4 2,-1-2,1 0,0-1,0 1,0-2,0 1,0-1,0 0,0-1,0 1,0-2,0 1,0-1,-1 0,1-1,-1 0,1 0,-1-1,0 1,0-2,-1 1,1-1,-1 0,0 0,0-1,-1 1,1-2,-1 1,0 0,-1-1,0 0,0 0,0 0,-1 0,0-1,-1 1,0-1,0 0,0 0,-1 0,0 0,0 0,-1-7,-3 8,-1 0,1-1,-1 1,0 1,-1-1,1 0,-1 1,-1 0,1 0,-1 1,0 0,0 0,-1 0,0 0,0 1,0 0,0 1,0 0,-1 0,1 0,-1 1,0 0,0 1,0-1,0 2,0-1,0 1,0 0,0 1,0 0,1 0,-1 0,0 1,-4 2,5 1,-1 0,1 0,0 1,0 0,1 1,-1 0,1 0,1 0,0 0,0 1,0 0,1 0,0 0,0 1,1-1,0 1,1 0,0 0,0 0,1 0,0 0,1 0,0 0,0 1,1-1,0 0,0 0,3 7,4 23</inkml:trace>
  <inkml:trace contextRef="#ctx0" brushRef="#br3" timeOffset="195187.771">7087 1656,'-10'30,"2"-1,1 2,1-1,2 1,0 10,-3 17,-3 19,4 0,3 0,6 69,6 230,29-81,-18-187,31 94,-42-169,-7-18,1-1,0 1,2-1,0 1,0-1,1-1,1 1,0-1,1 0,0-1,1 1,1-2,0 1,0-2,1 1,0-1,1-1,5 3,11 1,1-2,0-1,1-1,29 4,-37-8,9-1,0-2,0 0,0-2,0-2,0 0,0-2,0-2,-1 0,4-4,-15 6,0-2,-1 0,0-1,0-1,0 0,-1-2,-1 0,0-1,0 0,-1-1,0-1,-1 0,0-2,0-1,6-13,-1-2,-2 0,-1-1,-1 0,-2-2,0-2,8-24,-2-2,-3 0,-3 0,-3-1,-2-1,-3 0,-3-12,-3-463,14 344,2 67,-18 155,0-8</inkml:trace>
  <inkml:trace contextRef="#ctx0" brushRef="#br3" timeOffset="197152.174">7301 6884,'5'15,"0"0,0 1,-2-1,0 1,-1 0,0 0,-2 0,0 11,1 7,15 243,10 340,-26-599,0-6,1 1,-2-1,1 0,-2 1,0-1,0 0,-3 7,5-18,0-1,0 1,0-1,0 0,0 1,0-1,0 0,-1 1,1-1,0 0,0 1,0-1,0 0,0 1,-1-1,1 0,0 1,0-1,0 0,-1 0,1 1,0-1,0 0,-1 0,1 1,0-1,-1 0,1 0,0 0,-1 0,1 1,0-1,-1 0,1 0,0 0,-1 0,1 0,0 0,-1 0,1 0,0 0,-1 0,1 0,-1 0,1 0,0 0,-1 0,1-1,0 1,-1 0,1 0,0 0,0 0,-1-1,1 1,0 0,-1 0,1-1,0 1,0 0,0-1,-1 1,1 0,0 0,0-1,0 1,0 0,-1-1,1 1,0-1,-10-25,3-13,2 0,1 0,2 0,2-21,0 28,-1-40,-2-56,6-1,5 1,14-62,-21 177,1-1,0 1,0 0,2-1,0 1,0 1,1-1,0 1,1 0,1 0,0 0,1 1,0 0,0 1,1 0,0 0,1 1,0 0,1 0,0 1,5-2,18-2,1 1,1 2,0 1,0 2,24-1,-58 7,44-5,-1 2,1 2,-1 2,18 4,224 2,-276-5,0 1,0 0,0 1,-1 0,1 1,-1 0,0 0,0 1,-1 1,0 0,0 0,0 0,-1 1,0 0,-1 1,0 0,0 0,-1 1,0-1,3 9,5 8,-1 2,-1 0,-2 0,-1 1,-1 0,-1 0,-2 1,0 0,-2 8,8 36,10 54,-5 0,-2 93,-16-96,0-30,4 1,7 28,10 39,-16-145,6-27,2-58,-13 50</inkml:trace>
  <inkml:trace contextRef="#ctx0" brushRef="#br3" timeOffset="197618.446">8022 8099,'-2'0,"-1"5,0 8,1 11,1 10,-1 9,2 6,0 4,0 2,0 0,0-1,-2-6,-3-9,-1-11</inkml:trace>
  <inkml:trace contextRef="#ctx0" brushRef="#br3" timeOffset="197870.772">7915 8567,'7'0,"9"0,7 0,5 0,6 0,3 0,0 0,-4 0,-5 0,-5-2,-7-3,-6-1</inkml:trace>
  <inkml:trace contextRef="#ctx0" brushRef="#br3" timeOffset="198119.756">7902 8006,'-7'-2,"-2"-3,5-1,8-2,7-1,9-2,11-1,5-3,8-2,1 3,-1 3,-6 4,-10 3</inkml:trace>
  <inkml:trace contextRef="#ctx0" brushRef="#br3" timeOffset="198486.444">8276 8500,'24'-158,"-24"158,0 0,1 0,-1 0,0 0,0 0,0 0,0 0,0 0,0 0,1 0,-1 0,0 0,0 0,0 0,0 0,0 0,0 0,1 0,-1 0,0 0,0 0,0 0,0 0,0 0,0 0,1 0,-1 20,0-18,-8 312,7-298,0 0,2 0,0 0,0 0,2 0,0-1,0 1,7 13,-1-10</inkml:trace>
  <inkml:trace contextRef="#ctx0" brushRef="#br3" timeOffset="206269.555">11257 1696,'-10'25,"-8"116,7 1,6 1,8 46,-1-42,-24 272,19-364,1 1,3-1,3 0,3 13,-5-53,0 4,0 1,1-1,1 1,0-1,2 0,0-1,1 0,1 0,1 0,1-1,0 0,3 3,16 11,2-2,1-1,1-1,1-2,3 0,-9-5,-15-12,2 0,-1-1,1 0,0-1,0 0,0-1,1-1,0-1,0 0,0-1,0-1,8 0,24-2,1-2,0-2,23-6,-12 1,0-3,-1-2,-1-2,0-3,-1-3,-2-2,0-3,-2-2,44-33,-64 35,-1-2,-1-1,-1-2,-2-1,-1-1,-2-1,-2-2,-1 0,-2-1,3-12,149-314,-117 262,-5-3,-5-1,-5-2,14-64,-15-27,3-98,-40 275,-2 23,0 0,-1-1,1 1,-1 0,1 0,-1-1,1 1,0 0,-1 0,1 0,-1 0,1 0,-1 0,1 0,-1 0,1 0,-1 0,1 0,0 0,-1 0,1 0,-1 0,1 1,-1-1,1 0,0 0,-1 1,1-1,-1 0,1 0,0 1,-1-1,1 0,0 1,-1-1,1 0,0 1,0-1,-1 1,1-1,0 0,0 1,0-1,0 1,0-1,-1 1,1-1,0 0,0 1,0 0,0-1,-17 23</inkml:trace>
  <inkml:trace contextRef="#ctx0" brushRef="#br3" timeOffset="208198.902">11418 6910,'18'359,"-8"475,-11-615,-13 283,28-948,-26 98,1 98,12-27,2 228,2 1,2-1,3 2,1-1,2 1,12-24,-1 4,-19 48,1 0,0 0,2 0,0 1,1 1,1-1,0 1,1 1,1 0,1 1,0 0,6-4,8 1,0 0,1 2,1 1,1 2,0 0,1 2,0 2,22-4,-6 5,1 2,0 2,0 2,0 2,11 3,40 0,163-3,-252 0,0 1,0 0,0 1,0 0,0 0,-1 1,1 1,-1-1,0 1,0 1,0 0,-1 0,1 1,-1 0,-1 0,1 1,-1 0,0 0,-1 0,1 1,3 7,12 23,-1 2,-3 0,0 2,-3 0,-2 0,-1 1,-2 1,3 42,67 502,-62-459,34 193,-35-275,-21-58,-4 1</inkml:trace>
  <inkml:trace contextRef="#ctx0" brushRef="#br3" timeOffset="209083.3">12434 8474,'-6'18,"-6"13,1 10,1 8,2 6,4 3,1 3,2-2,1-2,0-3,0-7,1-12</inkml:trace>
  <inkml:trace contextRef="#ctx0" brushRef="#br3" timeOffset="209324.657">12287 9089,'2'2,"6"1,7 0,9-3,7-3,3-2,0 0,-4 1,-4 1,-7 2</inkml:trace>
  <inkml:trace contextRef="#ctx0" brushRef="#br3" timeOffset="209653.758">12394 8500,'-2'-4,"-1"-4,0-3,3 0,4 3,5 1,4 4,4-2,6 2,4 0,1 1,3 1,-1 0,-6 1</inkml:trace>
  <inkml:trace contextRef="#ctx0" brushRef="#br3" timeOffset="210305.588">12768 8996,'24'-9,"0"1,1 1,0 2,1 0,-1 2,1 0,12 2,-36 1,0-1,-1 0,1 1,0 0,0-1,0 1,0 0,0 0,0 0,0 1,0-1,0 0,-1 1,1-1,0 1,0-1,0 1,-1 0,1 0,0 0,-1 0,1 0,0 0,-1 0,0 1,1-1,-1 1,0-1,0 1,1-1,-1 1,0-1,-1 1,1 0,0 0,0 0,-1-1,1 1,-1 0,0 0,1 0,-1 0,0 0,0 0,0 0,0 0,-1 1,-6 13,0 0,-1-1,0 1,-2-2,1 1,-2-2,0 1,-9 8,-8 10,19-21,-11 13,1 0,0 1,2 1,1 0,2 2,-4 8,17-34,0 1,0 0,0-1,0 1,0 0,1 0,-1 0,1-1,-1 1,1 0,0 0,1 0,-1 0,0 0,1-1,-1 1,1 0,0 0,0-1,0 1,0 0,1-1,-1 1,1-1,-1 1,1-1,0 0,0 0,0 0,0 0,0 0,1 0,-1-1,0 1,1-1,0 1,-1-1,1 0,18 4,0 0,1-1,-1-1,1-1,0-1,-1-1,1-1,0-1,-1-1,1-1,-1 0,10-5,11-1,-1-1,0-2,-1-2,17-10,-14 3</inkml:trace>
  <inkml:trace contextRef="#ctx0" brushRef="#br3" timeOffset="211999.502">9293 6990,'0'0,"0"0,0 0,0 0,0 1,0-1,1 0,-1 0,0 0,0 0,0 0,0 1,1-1,-1 0,0 0,0 0,0 0,1 0,-1 0,0 0,0 0,0 0,1 0,-1 0,0 0,0 0,0 0,1 0,-1 0,0 0,0 0,0 0,1 0,-1 0,0 0,0 0,0 0,1 0,-1 0,0-1,0 1,0 0,0 0,1 0,-1 0,0 0,0-1,0 1,0 0,0 0,0 0,1-1,-1 1,0 0,0 0,0 0,0-1,0 1,0 0,0 0,0-1,3 22,-3-20,9 325,-4 829,-5-1114,1 61,-5-1,-10 49,10-130,-2-43,-7-383,-83-265,87 577,4 0,4-1,4 1,5-1,8-26,44-94,-52 198,0 0,2 0,0 1,1 0,0 1,1 0,1 1,0 0,1 1,1 0,0 1,0 1,1 1,1 0,-1 1,2 0,-1 2,18-5,-6 4,0 2,1 2,-1 0,1 2,16 1,-29 1,30-1,1 2,0 2,-1 2,0 2,1 2,2 2,92 29,-134-36,1 0,-1 1,0 1,-1-1,0 1,0 0,0 1,0 0,-1 0,0 0,-1 1,0 0,0 0,0 0,-1 1,0-1,-1 1,1 6,5 15,-3 2,0-1,-2 1,0 27,16 503,25-235,-22-194,-6 2,-6-1,-6 17,-5-139,0 0,0 0,-1 0,-1 0,0 0,-1 0,0-1,0 1,-1-1,-1 0,0 0,-5 6,-12 10</inkml:trace>
  <inkml:trace contextRef="#ctx0" brushRef="#br3" timeOffset="213650.031">9332 1482,'-10'57,"2"0,3 1,2-1,3 1,2-1,3 3,47 482,-14-348,-33-166,-1 0,-1 1,-1-1,-2 0,-1 7,0-15,0 0,1 0,1 0,1 0,0-1,2 1,0-1,2 1,0-1,1-1,4 9,95 141,-91-144,1 3,1 0,2-2,0 0,1-1,19 16,-22-28,1-1,0-1,1-1,0 0,0-1,1-1,0-1,0-1,10 1,-24-5,37 7,1-2,0-2,1-2,-1-2,0-2,1-1,29-8,-56 9,0-1,0-1,-1-1,1 0,-1-1,0-1,-1-1,0 0,0-1,0-1,-1 0,-1-1,0-1,0 0,-1-1,-1 0,9-14,6-16,-3-1,-2-1,-2-2,-1 0,-3-1,-2 0,3-26,10-71,-7 0,-6-2,-6 1,-7-12,-1-475,-28 189,24 396,-4 63,0 10,-2 2</inkml:trace>
  <inkml:trace contextRef="#ctx0" brushRef="#br3" timeOffset="214550.957">9787 8567,'0'-2,"0"1,-2 6,-1 8,0 10,1 9,-2 9,0 8,0 7,2 4,0-2,1-4,1-4,0-6,0-9,0-7,0-9</inkml:trace>
  <inkml:trace contextRef="#ctx0" brushRef="#br3" timeOffset="-214692.45">9680 9183,'-2'2,"1"1,6 0,6-1,8-1,8-2,4-1,-2-3,0 0,-6-2,-6 0</inkml:trace>
  <inkml:trace contextRef="#ctx0" brushRef="#br3" timeOffset="-214443.116">9694 8487,'-3'-2,"3"-3,4-1,7-2,11 1,10-1,12 1,6 2,5 2,-3 3,-10 6,-12 3</inkml:trace>
  <inkml:trace contextRef="#ctx0" brushRef="#br3" timeOffset="-213761.411">9921 9035,'194'3,"-191"-3,1 0,-1 0,0 0,1 0,-1 1,0-1,1 1,-1 0,0 0,0 0,0 0,0 1,0-1,0 1,0 0,0-1,0 2,-1-1,1 0,-1 0,0 1,0-1,1 1,-2 0,1 0,0-1,0 1,-1 0,0 1,0-1,0 0,0 0,0 0,0 1,-1-1,0 0,1 1,-1-1,0 1,-1-1,1 0,-1 1,1-1,-2 2,-6 7,0 0,-1 0,0-1,-1 0,0 0,-1-1,0-1,-1 1,0-2,0 0,-1 0,-3 0,-47 27,76-30,7-5,-1 0,0 2,0 1,0 0,0 1,0 1,2 2,-15-5,0 1,1 0,-1 0,0 0,0 1,-1 0,1 0,-1 0,0 1,0 0,-1 0,1 0,-1 1,0-1,0 1,-1 0,0 0,0 1,0-1,-1 0,2 6,-3-6,-1-1,1 0,-1 1,0-1,0 1,0-1,-1 0,0 1,0-1,0 0,-1 1,0-1,0 0,0 0,0-1,-1 1,0 0,0-1,0 1,0-1,-1 0,0 0,0 0,0-1,0 0,-1 1,1-1,-1-1,1 1,-3 0,1 0,0 0,0 0,0 0,0-1,-1 0,1-1,-1 1,1-1,-1 0,1-1,-1 1,1-2,-1 1,0-1,1 1,-1-2,1 1,-1-1,1 0,0 0,0-1,0 0,0 0,0 0,1-1,-4-4</inkml:trace>
  <inkml:trace contextRef="#ctx0" brushRef="#br3" timeOffset="-204761.765">2153 3167,'36'-3,"-1"-1,0-2,0-1,-1-1,24-11,-5 3,127-29,-200 64,-279 134,275-136,24-17,0 0,0 1,0-1,-1 0,1 1,0-1,0 1,0-1,0 1,0-1,0 0,0 1,0-1,0 1,0-1,0 0,0 1,1-1,-1 1,0-1,0 0,0 1,0-1,1 1,-1-1,0 0,0 1,1-1,-1 0,0 0,1 1,-1-1,0 0,1 0,-1 1,0-1,1 0,-1 0,0 0,1 0,-1 1,1-1,-1 0,0 0,1 0,-1 0,1 0,-1 0,1 0,-1 0,0 0,1 0,-1 0,1-1,-1 1,0 0,1 0,-1 0,1 0,-1-1,0 1,26 1,0-2,0 0,0-2,0 0,-1-2,11-4,20-3,-32 8</inkml:trace>
  <inkml:trace contextRef="#ctx0" brushRef="#br3" timeOffset="-203875.58">3544 3728,'160'-25,"-160"26,0-1,-1 1,1-1,0 0,0 1,-1-1,1 1,0-1,0 1,0-1,-1 1,1-1,0 1,0-1,0 1,0-1,0 1,0-1,0 1,0-1,0 1,0-1,0 1,1-1,-1 1,0-1,0 0,0 1,1-1,-1 1,0-1,0 1,1-1,-1 0,0 1,1-1,-1 0,1 1,-1-1,0 0,1 1,-1-1,1 0,-1 0,1 0,-1 1,1-1,-1 0,1 0,-1 0,1 0,-1 0,1 0,-1 0,1 0,-1 0,1 0,-1 0,1 0,-1 0,0-1,1 1,-1 0,1 0,-1 0,1-1,-1 1,1 0,-1-1,1 1,-31 27,-128 73,157-100,0 0,1 0,-1 0,0 0,1 0,-1 0,1 1,-1-1,0 0,1 0,-1 0,1 1,-1-1,1 0,-1 1,1-1,-1 1,1-1,-1 0,1 1,-1-1,1 1,0-1,-1 1,1-1,0 1,-1 0,1-1,0 1,0-1,0 1,-1 0,1-1,0 1,0-1,0 1,0 0,0-1,0 1,0 0,0-1,1 1,-1-1,0 1,0 0,0-1,1 1,-1-1,0 1,1-1,-1 1,0-1,1 1,-1-1,1 1,-1-1,1 1,-1-1,1 0,-1 1,1-1,-1 0,1 1,-1-1,15 1,0 0,0 0,0-1,0-1,-1-1,1 0,3-2,13-1,-14 3,79 0,-77 9</inkml:trace>
  <inkml:trace contextRef="#ctx0" brushRef="#br3" timeOffset="-202728.043">3638 7953,'2'0,"6"0,3 0,4 0,3-3,2 0,-2 3,-5 3,-3 1</inkml:trace>
  <inkml:trace contextRef="#ctx0" brushRef="#br3" timeOffset="-202475.36">3638 7953,'-7'15,"-4"7,-1 0,6-3,12-4,11-6,12-3,10-6,0-5,-5-1</inkml:trace>
  <inkml:trace contextRef="#ctx0" brushRef="#br3" timeOffset="-201295.964">6111 3247,'0'2,"2"1,3 0,3-1,3 0,-1-1</inkml:trace>
  <inkml:trace contextRef="#ctx0" brushRef="#br3" timeOffset="-200809.726">5950 7418,'0'0</inkml:trace>
  <inkml:trace contextRef="#ctx0" brushRef="#br3" timeOffset="-193664.078">7875 3180,'2'0,"4"0,4-2,6-4,4-2,0 0</inkml:trace>
  <inkml:trace contextRef="#ctx0" brushRef="#br3" timeOffset="-177627.86">10201 3193,'-4'5,"-2"3,5 1,4-2,7-1,4-4,2-6,0-3,-2-1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8:40.37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1167 777,'-2'14,"-3"11,-1 8,-2 7,2 5,-2 0,1 0,2-1,-1-1,1-1,-2-3,-1-6,1-9</inkml:trace>
  <inkml:trace contextRef="#ctx0" brushRef="#br0" timeOffset="247.364">1007 1298,'-2'0,"1"0,6 0,8 0,7-3,9 0,4-2,4 0,-1 1,-1 0,-7 2</inkml:trace>
  <inkml:trace contextRef="#ctx0" brushRef="#br0" timeOffset="518.192">994 683,'9'-2,"12"-1,12 0,9 1,6 0,3 1,-2 1,-6-1,-10 1</inkml:trace>
  <inkml:trace contextRef="#ctx0" brushRef="#br0" timeOffset="1584.293">1435 1284,'-1'40,"10"86,-8-122,0-1,1 1,-1-1,1 1,-1-1,1 0,0 0,1 0,-1 0,0 0,1-1,0 1,-1-1,1 1,0-1,0 0,1 0,-1 0,0-1,1 1,-1-1,1 0,-1 1,1-2,-1 1,1 0,0-1,0 0,-1 0,1 0,0 0,-1 0,1-1,0 0,0 0,3 0,0-1,0 0,0 0,0 0,0-1,-1 0,1-1,-1 1,0-1,0 0,0-1,-1 1,1-1,-1-1,-1 1,1 0,4-7,-7 5,1 1,-1-1,0 0,-1 1,0-1,0 0,0 0,-1 0,0 0,0 0,-1 0,0 0,0 0,0 0,-1 0,0 1,-1-1,1 1,-1-1,-1 1,1 0,-1 0,0 0,0 1,-1-1,1 1,-1 0,0 1,-1-1,1 1,-1 0,0 0,0 1,0-1,-1 1,1 1,-1-1,-1 1,-1 0,1 0,-1 1,1 1,-1-1,0 2,0-1,1 1,-1 0,1 1,-1 0,1 0,-1 1,1 0,0 0,0 1,1 0,-1 0,1 1,0 0,0 0,0 1,1 0,0 0,0 1,1-1,-1 1,1 0,1 1,-3 3,6-8,0-1,0 1,1-1,-1 1,0-1,1 1,0-1,-1 1,1 0,0-1,0 1,1 0,-1-1,1 1,-1-1,1 1,0-1,-1 1,1-1,1 0,-1 1,0-1,1 1,10 10</inkml:trace>
  <inkml:trace contextRef="#ctx0" brushRef="#br0" timeOffset="2370.245">1849 897,'70'-20,"-49"17,1 0,-1 2,0 1,0 1,1 0,12 4,43 2,-65-5,-12 1</inkml:trace>
  <inkml:trace contextRef="#ctx0" brushRef="#br0" timeOffset="2684.941">2036 1125,'21'4,"13"2,10 0,4-2,-1 0,-6-2,-8-1,-10-3,-8-3,-8-1</inkml:trace>
  <inkml:trace contextRef="#ctx0" brushRef="#br0" timeOffset="11254.413">2866 830,'-7'4,"1"1,0 1,0-1,0 1,1 0,0 1,0-1,1 1,0 0,0 0,0 0,1 0,0 1,0-1,1 1,0 0,0 0,1 0,0 0,1 0,0 0,0 2,1 0,1 0,0 0,0-1,1 1,1-1,-1 1,2-1,-1 0,1-1,1 1,-1-1,1 0,1 0,-1-1,1 0,1 0,-1 0,1-1,7 4,-9-6,0 0,0-1,1 1,-1-1,1 0,0-1,0 0,0 0,0-1,0 1,0-2,1 1,-1-1,0 0,0 0,1-1,-1 0,0 0,0-1,0 0,0 0,0 0,-1-1,1 0,-1-1,0 1,3-3,0-1,-1-1,0 1,-1-2,1 1,-1-1,-1 0,0 0,0-1,-1 0,0 0,-1 0,0 0,0-1,-1 0,-1 1,0-1,0 0,-1-10,0 12,-1 1,0-1,0 1,-1-1,0 1,-1 0,0-1,0 1,0 0,-1 0,-1 0,1 1,-1-1,-1 1,1 0,-1 0,0 0,-1 1,0-1,0 1,0 1,0-1,-1 1,-7-4,6 6,1 0,-1 0,0 1,0 0,0 0,-1 1,1 0,0 0,0 1,-1 0,1 1,0-1,0 2,-1-1,1 1,0 1,0-1,1 1,-1 0,1 1,-1 0,1 0,0 1,1 0,-1 0,1 0,0 1,0 0,1 0,-1 1,1-1,0 2,-26 36,6-2</inkml:trace>
  <inkml:trace contextRef="#ctx0" brushRef="#br0" timeOffset="13235.199">1729 2261,'16'0,"16"0,15 0,13-3,7 0,-1 1,-7-1,-13 4,-17 3,-14 1</inkml:trace>
  <inkml:trace contextRef="#ctx0" brushRef="#br0" timeOffset="13497.498">1782 2514,'16'0,"19"0,17 0,14-2,8-3,2-3,-8 0,-16 1</inkml:trace>
  <inkml:trace contextRef="#ctx0" brushRef="#br0" timeOffset="12100.686">1061 2033,'-2'5,"-4"5,-2 9,-3 7,2 7,-2 6,1 4,-2 5,0 5,-1 1,0-1,1-3,2-3,1-7,4-11</inkml:trace>
  <inkml:trace contextRef="#ctx0" brushRef="#br0" timeOffset="12358">834 2595,'-3'-2,"5"-2,5 1,12 1,8 0,10 1,7 1,1-1,-1 1,-5 0,-10-2,-9-1</inkml:trace>
  <inkml:trace contextRef="#ctx0" brushRef="#br0" timeOffset="12619.304">913 1887,'0'-3,"7"0,9 0,14 1,12 0,10 1,7 0,-1 3,-10 2</inkml:trace>
  <inkml:trace contextRef="#ctx0" brushRef="#br0" timeOffset="12947.427">1301 2742,'11'-58,"2"0,2 2,8-15,-13 39,-9 30,4-14,-1 19,-10 201,-2-47,7-153,1 0,0 0,0 0,1-1,-1 1,1 0,0 0,0 0,0-1,0 1,0 0,1-1,0 0,0 1,0 0,7 3</inkml:trace>
  <inkml:trace contextRef="#ctx0" brushRef="#br0" timeOffset="19970.257">2866 1967,'0'20,"0"16,0 11,-3 7,0 5,-2 2,-3 0,-2-2,-1-4,-4-4,-1-9,1-12</inkml:trace>
  <inkml:trace contextRef="#ctx0" brushRef="#br0" timeOffset="20285.415">2812 1993,'0'18,"1"-1,1 1,1 0,0 0,1-1,1 0,1 0,0 0,1-1,1 0,0 0,1-1,1 0,1 0,4 4,153 180,-168-198,39 57,-38-56,0 0,0 0,0 1,-1-1,1 0,0 0,-1 0,0 1,1-1,-1 0,0 1,0-1,-1 0,1 1,0-1,-1 0,1 0,-1 1,0-1,0 0,0 0,0 0,0 0,0 0,0 0,-1 0,-1 1,-5 4,-1-1,0-1,0 1,-1-2,1 1,-1-1,0-1,0 1,-1-2,1 1,-1-2,-6 1,15-1,-22 3,-1 0,1-2,-1 0,1-2,-1 0,0-2,1-1,0-1,-1-1,-40-31,48 16</inkml:trace>
  <inkml:trace contextRef="#ctx0" brushRef="#br0" timeOffset="20585.609">2652 1819,'18'-2,"24"-3,30-3,28-3,22-3,10-2,0 1,-15 4,-24 4,-29 5,-28 5,-34 7,-29 3,-11 1</inkml:trace>
  <inkml:trace contextRef="#ctx0" brushRef="#br0" timeOffset="30651.673">1890 5536,'15'-2,"16"-4,14-2,13-2,6 0,1 2,-8 2,-13 5,-13 2</inkml:trace>
  <inkml:trace contextRef="#ctx0" brushRef="#br0" timeOffset="30815.783">2023 5763,'20'2,"19"1,18-2,13-4,9-3,-6-4,-14 1</inkml:trace>
  <inkml:trace contextRef="#ctx0" brushRef="#br0" timeOffset="29352.742">954 5282,'-2'16,"-1"16,-3 15,1 10,-2 7,1 4,-2 2,2-4,1-7,1-11,2-13</inkml:trace>
  <inkml:trace contextRef="#ctx0" brushRef="#br0" timeOffset="29601.85">834 5763,'-5'0,"3"0,9-2,10-1,11-2,11 0,4 0,2 2,-1 1,-7-2,-9 0</inkml:trace>
  <inkml:trace contextRef="#ctx0" brushRef="#br0" timeOffset="29783.476">873 5215,'7'-4,"11"-2,12 0,14 1,12 2,4 1,-7 0</inkml:trace>
  <inkml:trace contextRef="#ctx0" brushRef="#br0" timeOffset="30364.921">1221 5683,'61'-24,"-48"20,1 1,-1 1,1 0,0 0,-1 2,1 0,0 0,0 1,-1 1,1 0,-1 1,11 3,-21-5,0 1,0-1,0 1,-1-1,1 1,0 0,-1 0,1 0,-1 0,0 0,0 1,0-1,0 1,0-1,-1 1,1 0,-1 0,1 0,-1 0,0 0,0 0,0 0,-1 0,1 0,-1 0,0 0,0 0,0 1,0-1,0 0,-1 0,1 0,-1 0,-1 3,-2 7,-1 0,-1 0,0-1,0 0,-2 0,1 0,-4 2,-7 10,-28 51,47-71,0 0,0 0,1 0,-1 0,1 0,0 0,0 0,0 0,0-1,1 1,0-1,-1 1,1-1,0 0,1 0,-1 0,0-1,1 1,0-1,0 0,-1 0,1 0,0-1,0 1,1-1,-1 0,0 0,1 0,6 4,-7-4,1 0,-1 0,0 1,0-1,0 1,0 0,0 1,-1-1,1 1,-1-1,1 1,-1 0,0 0,0 0,0 1,-1-1,1 1,-1 0,0-1,0 1,0 0,0 0,-1 1,0-1,0 0,0 0,0 1,0-1,-1 3,-3 4,0-1,0 0,-1 0,-1 0,0 0,0-1,0 0,-2 0,1 0,-1-1,0 0,-1 0,1-1,-2 0,1 0,-1-1,0 0,0 0,-1-1,1 0,-1-1,0 0,-1-1,1 0,-10 1,16-2,0-1,0 0,0 0,0 0,0-1,0 1,0-1,0 0,0 0,0-1,0 1,0-1,0 0,0 0,0 0,1 0,-1-1,0 1,0-1,1 0,0 0,-1-1,-1-1,0-4</inkml:trace>
  <inkml:trace contextRef="#ctx0" brushRef="#br0" timeOffset="21655.927">900 3624,'0'16,"0"14,-2 14,-3 10,-6 8,-2 4,0 1,1-3,-1-5,3-6,2-11</inkml:trace>
  <inkml:trace contextRef="#ctx0" brushRef="#br0" timeOffset="21903.266">740 4226,'-9'-5,"-1"-1,8 0,14 2,13 0,13 2,7 1,5 1,-3 0,-7 0,-10-2,-10-1</inkml:trace>
  <inkml:trace contextRef="#ctx0" brushRef="#br0" timeOffset="22085.778">900 3598,'0'-7,"9"-2,13 0,13 4,12 3,5 4,-6 2</inkml:trace>
  <inkml:trace contextRef="#ctx0" brushRef="#br0" timeOffset="23067.086">1288 4252,'22'-8,"0"0,1 1,0 1,0 2,0 0,20 0,-40 3,0 0,-1 0,1 0,0 1,0-1,0 1,0 0,-1-1,1 2,0-1,0 0,0 0,0 1,0 0,-1-1,1 1,0 0,-1 0,1 1,0-1,-1 1,1-1,-1 1,0 0,0 0,0-1,0 2,0-1,0 0,0 0,0 1,-1-1,0 1,1-1,-1 1,0 0,0-1,0 1,0 0,-1 0,-2 7,-1 0,-1 0,0 0,0 0,-1-1,0 0,0 0,-1 0,-1-1,1 0,-1 0,-3 2,7-7,-198 213,199-215,0 1,1-1,-1 0,1 1,-1 0,1-1,0 1,0 0,0-1,-1 1,2 0,-1 0,0 0,0 0,1 0,-1 0,1 0,-1 0,1 0,0 0,0 0,0 1,0-1,0 0,0 0,1 0,-1 0,1 0,0 0,-1 0,1 0,0 0,0 0,0 0,0-1,0 1,1 0,-1-1,1 1,-1-1,1 1,-1-1,1 0,0 1,0-1,-1 0,2 0,15 4,0-1,-1-1,1-1,1 0,-1-1,0-1,0-1,9-2,-23 3,22-2,0 0,-1-2,1-1,-1-1,0-1,8-4,-5-1</inkml:trace>
  <inkml:trace contextRef="#ctx0" brushRef="#br0" timeOffset="23320.705">1836 3958,'23'-2,"23"-1,15 0,9 1,-3 0,-11 1,-14 1</inkml:trace>
  <inkml:trace contextRef="#ctx0" brushRef="#br0" timeOffset="23486.261">1943 4226,'16'5,"19"1,17-3,15-6,9-7,-1-5,-12 1</inkml:trace>
  <inkml:trace contextRef="#ctx0" brushRef="#br0" timeOffset="28761.828">2692 3958,'-9'6,"0"1,1 0,0 0,1 0,-1 1,1 1,1-1,-1 1,1 0,1 0,0 1,0-1,1 1,0 0,1 0,0 1,1-1,0 1,0 0,1-1,1 1,-1 0,2 0,0-1,0 1,1 0,0-1,1 1,0-1,0 0,1 0,1 0,0-1,0 1,1-1,0 0,6 6,-6-8,0 0,1-1,0 0,0-1,0 0,1 0,-1 0,1-1,0 0,1 0,-1-1,1 0,-1-1,1 0,0 0,0-1,0 0,0 0,0-1,0 0,0-1,0 0,0 0,0-1,-1 0,1-1,0 0,-1 0,0-1,0 0,0 0,0-1,-1 0,0-1,5-3,-5-2,1 1,-2-2,0 1,0-1,-1 0,0 0,-1 0,-1-1,0 0,0 1,-1-1,-1 0,0 0,-1 0,0 0,-1 0,-1 0,0 0,-1 0,0 0,-1 1,0 0,-1 0,0 0,-1 0,0 1,-1 0,-1 0,1 0,-2 1,1 1,-10-9,15 15,-1 0,0 0,0 1,0-1,0 1,0 0,0 0,-1 0,1 0,0 1,-1 0,0 0,1 0,-1 0,0 1,1 0,-1 0,0 0,1 0,-1 1,0 0,1 0,-1 0,1 1,-1-1,1 1,0 0,-1 0,-8 9,0 0,0 1,1 0,1 0,0 2,1-1,0 1,1 1,0 0,2 0,-4 10,9-23,-34 73</inkml:trace>
  <inkml:trace contextRef="#ctx0" brushRef="#br0" timeOffset="35632.501">2892 5229,'2'15,"1"13,0 11,-1 9,-2 8,-4 7,-4 3,-2 0,0-3,0-4,1-11,2-11,3-16,2-17,1-8</inkml:trace>
  <inkml:trace contextRef="#ctx0" brushRef="#br0" timeOffset="35936.688">2905 5282,'-28'-81,"31"74,11 20,-7-7,182 131,-39-32,-137-95,-1 0,0 1,0 1,-1 0,-1 1,0 0,3 6,-11-16,1 2,-1-1,0 0,0 0,-1 1,1-1,-1 1,0-1,0 1,-1-1,1 1,-1 0,0-1,0 1,-1 0,1-1,-1 1,0 0,0-1,-1 1,1-1,-1 0,0 1,0-1,-1 0,1 0,-3 3,-12 9,-1 0,0-1,-2 0,1-2,-2 0,1-1,-2-2,1 0,-2-1,1-1,-12 2,-154 42,185-52,0 1,0 0,0-1,0 0,0 0,0 0,-1 0,1 0,0-1,0 1,0-1,0 0,0 0,0 0,0 0,0-1,-2-1,-7-11</inkml:trace>
  <inkml:trace contextRef="#ctx0" brushRef="#br0" timeOffset="39465.068">4323 322,'-14'431,"-25"-64,9-109,5 170,30-160,0-90,-7 0,-10 20,-73 493,18 229,63-638,21 134,-7 241,31-126,-41-466,-3-1,-11 59,-17 73,31-192,-1 0,1 0,-1 0,0 0,0-1,0 1,-1 0,0 0,1-1,-1 1,-1-1,1 1,0-1,-1 0,0 0,1 0,-1 0,0-1,-1 1,1-1,0 0,-1 0,1 0,-1 0,0 0,1-1,-1 0,0 0,0 0,-4 1,-242 11,-336 3,-28-27,412 7,-984-52,1118 52,-576-31,274 21,363 14,5 1,0-1,0 1,0 0,0-1,0 1,1-1,-2 0,1 0,0 0,0 0,0 0,0 0,0 0,0-1,0 1,1-1,-1 1,0-1,0 0,0 0,0 0,1 0,-1 0,0 0,1 0,-1 0,1-1,-1 1,1-1,0 1,-1-1,1 0,0 1,0-1,0 0,0 0,1 0,-1 0,0 1,1-1,-1 0,1 0,0 0,0-2,40-129,-23 39,-4-1,-3-6,-3 24,35-395,-20-14,-19 12,-41-283,23 607,-30-435,49 327,18-72,-4 96,-12-180,-13 256,-5-91,16-149,3 273,-5 0,-10-59,-14-27,8 60,14 132,-2 12,2 0,-1 0,1 0,0-1,0 1,1 0,0 0,0 0,1 0,0 0,0 0,0 1,1-1,0 1,0-1,1 1,0 0,4-5,2 2,-1 1,2 0,-1 0,1 1,0 1,1 0,-1 0,1 1,0 0,1 1,-1 1,1 0,0 1,-1 0,1 1,0 0,5 1,714 0,434-26,347 40,-1474-14,-13-2,-1 1,1 2,-1 0,0 2,1 1,-1 0,-1 2,1 1,-1 1,8 5,-16-7,0 0,1-1,0-1,-1 0,2-1,3-1,-7 0,14 2,-19-4,0 1,0 0,0 1,0 0,-1 1,1-1,-1 2,1-1,-1 1,1 1,-1 0,-6-4,-1-1,1 1,0 0,-1 1,1-1,0 0,-1 0,1 1,-1-1,0 0,0 1,1 0,-1-1,0 1,0 0,0-1,-1 1,1 0,0 0,-1 0,1 0,-1 0,1 1,3 197,-18 98,2-201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0:49.5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299 138,'1'-1,"0"0,-1 1,1-1,0 0,-1 0,1 0,-1 0,1 0,-1 0,1 0,-1 0,0-1,1 1,-1 0,0 0,0 0,0 0,0 0,0-1,0 1,0 0,0 0,0 0,-1 0,1 0,0 0,-1 0,1-1,-1 1,1 0,-2 0,-2-5,-1 1,-1 0,1 0,-1 0,1 1,-2 0,1 0,0 0,-1 1,1 0,-1 0,0 1,0 0,0 0,0 1,0-1,-1 2,1-1,0 1,0 0,-1 0,1 1,0 0,-7 2,7-1,0-1,1 2,-1-1,1 1,0-1,0 2,0-1,0 1,1 0,-1 0,1 0,0 1,0 0,1 0,-1 0,1 0,0 1,1 0,-1 0,1 0,0 0,1 0,0 1,0-1,0 1,-1 5,0 5,1-1,1 1,0 0,1 1,0-1,2 0,0 0,1-1,0 1,3 5,-3-13,0 1,0-1,1 0,0 0,1 0,0 0,0-1,1 1,0-2,0 1,1-1,0 1,1-2,-1 1,1-1,0-1,1 1,0-1,-1-1,1 1,1-2,-1 1,1-1,-1-1,1 1,0-2,0 1,0-2,0 1,0-1,3-1,97-24,-77 14</inkml:trace>
  <inkml:trace contextRef="#ctx0" brushRef="#br0" timeOffset="286.234">647 192,'0'-3,"4"3,4 0,8 3,7 0,5 1,6-2,5 0,2 0,1-2,-1 1,-7-1,-8 2,-9 1</inkml:trace>
  <inkml:trace contextRef="#ctx0" brushRef="#br0" timeOffset="535.568">780 339,'7'7,"6"2,9-1,9-1,8-2,8-4,3-5,-5-1</inkml:trace>
  <inkml:trace contextRef="#ctx0" brushRef="#br0" timeOffset="1049.967">1408 312,'18'-32,"-1"-1,-2-1,-2 0,-1-1,-1 0,-2-1,-2 0,-1 0,-6 164,10 118,-10-244,1 0,-1 0,1 1,-1-1,0 1,0-1,0 0,0 1,-1-1,1 0,-1 1,1-1,-1 0,0 0,0 1,0-1,0 0,0 0,0 0,-1 0,1 0,-1-1,1 1,-1 0,0-1,0 1,1-1,-1 1,0-1,0 0,-1 0,1 0,0 0,0 0,0 0,-1-1,1 1,0-1,-3 1,-26 7,47-1,30-6,0-2,-1-2,1-3,34-7,-48 6</inkml:trace>
  <inkml:trace contextRef="#ctx0" brushRef="#br0" timeOffset="1304.289">2076 366,'-2'0,"-1"0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0:56.50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41 387,'21'2,"17"-1,15-1,9-3,3 0,-3-3,-7 0,-13 1</inkml:trace>
  <inkml:trace contextRef="#ctx0" brushRef="#br0" timeOffset="251.315">1 494,'18'0,"18"0,13 0,15 0,10-2,4-3,-11-1</inkml:trace>
  <inkml:trace contextRef="#ctx0" brushRef="#br0" timeOffset="573.358">1178 0,'-9'31,"0"0,3 0,0 1,2 0,1 2,-4 31,3-42,-1 0,0-1,-2 0,0 0,-2-1,0 0,-2 0,-1 0,10-17,1-4,0 1,0 0,0 0,0 0,0 0,0 0,0 0,0 1,0-1,0 0,0 0,1 1,-1-1,1 0,-1 1,1-1,-1 1,1-1,0 1,0-1,-1 0,1 1,0-1,1 1,-1-1,0 1,0-1,0 1,1-1,-1 1,1-1,-1 0,1 1,0-1,0 0,-1 0,1 1,0-1,0 0,0 0,0 0,0 0,0 0,1 0,-1 0,0-1,0 1,1 0,-1-1,1 1,23 3,-1 0,1-2,0-1,-1-1,1-1,0-1,23-6,92-27,-109 21</inkml:trace>
  <inkml:trace contextRef="#ctx0" brushRef="#br0" timeOffset="826.677">1499 320,'-3'16,"0"15,-2 15,0 16,1 13,-2 10,-2 6,1-12</inkml:trace>
  <inkml:trace contextRef="#ctx0" brushRef="#br0" timeOffset="1458.441">41 722,'-11'-3,"0"3,12 0,19 0,22 1,22 0,16-3,-5-1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0:55.62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40 367,'6'-42,"2"-7,-2 0,-2-1,-3 1,-2-21,-12 19,13 50,0 1,0 0,0-1,0 1,-1 0,1-1,0 1,0 0,0-1,-1 1,1 0,0-1,-1 1,1 0,0 0,0 0,-1-1,1 1,-1 0,1 0,0 0,-1 0,1-1,0 1,-1 0,1 0,-1 0,1 0,0 0,-1 0,1 0,0 0,-1 0,1 0,-1 1,1-1,0 0,-1 0,1 0,0 0,-1 0,1 1,0-1,-1 0,1 0,0 1,-1-1,1 0,0 0,0 1,-1-1,1 0,0 1,0-1,0 0,-1 1,1-1,0 1,0-1,0 0,0 1,0-1,-11 28,3 10,2 1,1 0,2 0,2 0,2 0,4 32,-5-55,1-1,1 1,0-1,1 0,0 1,2-1,0-1,0 1,1-1,1 0,1 0,0-1,7 10,11 1</inkml:trace>
  <inkml:trace contextRef="#ctx0" brushRef="#br0" timeOffset="337.658">428 260,'-3'4,"0"0,1 0,0 0,0 0,0 0,0 0,0 1,1-1,0 1,0-1,0 1,1 0,0-1,-1 1,2-1,-1 1,0 0,1-1,0 1,0-1,0 1,1-1,-1 1,1-1,0 0,1 0,-1 0,1 0,-1 0,1-1,0 1,3 2,2-3,0 0,0-1,0 0,0 0,1-1,-1 0,1 0,-1-1,0 0,1 0,-1-1,1 0,-1-1,0 0,0 0,0-1,0 0,0 0,0-1,-1 0,0 0,1 0,-2-1,1-1,0 1,-1-1,0 0,-1 0,1-1,1-4,-5 9,0-1,-1 0,1 1,-1-1,0 0,0 0,0 0,0 0,-1 0,1 0,-1 0,0-1,0 1,0 0,0 0,0 0,-1 0,0 0,1 0,-1 0,0 0,0 0,-1 0,1 0,-1 1,1-1,-1 0,0 1,0-1,0 1,0 0,-2-2,-2-1,-1-1,-1 1,1 0,-1 0,1 1,-1 0,0 1,-1 0,1 0,-1 0,0 1,2 0,0 0,0 1,-1 0,1 0,0 0,-1 1,1 0,0 1,-1 0,1 0,0 0,0 1,0 0,0 0,0 1,0 0,0 0,1 1,0-1,0 1,0 1,0-1,0 1,1 0,-4 5,8-8,0 0,0 0,0 0,1 0,-1 0,1 0,-1 0,1 0,0 0,0 0,0 1,0-1,0 0,0 0,0 0,1 0,-1 0,1 0,0 0,0 0,-1 0,1 0,0 0,1 0,-1-1,0 1,0 0,1-1,-1 1,1-1,-1 1,1-1,0 0,0 1,69 32,-10-19,1-5</inkml:trace>
  <inkml:trace contextRef="#ctx0" brushRef="#br0" timeOffset="614.43">935 408,'-2'3,"1"-1,0 1,0 1,0-1,0 0,0 0,1 0,0 0,-1 1,1-1,0 0,0 0,1 1,-1-1,1 0,0 0,-1 0,1 0,1 0,-1 0,0 0,1 0,0 0,-1 0,1-1,0 1,0-1,1 1,-1-1,0 0,1 0,-1 0,1 0,0-1,0 1,1 0,10 1,-1-1,1-1,0 0,0 0,0-2,-1 0,1 0,0-1,-1-1,1 0,-1-1,0-1,0 0,0 0,-1-1,0-1,0 0,1-2,-2 2,0 0,0-1,-1 0,0-1,0 0,-1-1,0 0,-1 0,5-8,-10 14,-1 0,0 0,0 0,0 0,-1-1,1 1,-1 0,0-1,0 1,0-1,-1 1,0-1,1 1,-2-1,1 1,0-1,-1 0,0 1,0 0,-1-1,1 1,-1 0,0 0,0-1,0 1,0 1,-1-1,0 0,-1-1,-3-2,0 0,-1 0,0 1,0 0,-1 1,0 0,0 0,0 0,0 1,-1 1,0 0,0 0,1 1,-2 0,1 0,0 1,0 1,0 0,0 0,-1 1,1 0,0 1,0 0,0 1,1 0,-1 0,0 1,-4 3,10-6,1 1,0-1,0 1,0 0,0 0,0 0,0 0,0 1,1-1,-1 1,1 0,0 0,0-1,0 1,0 1,0-1,0 0,1 0,0 1,0-1,0 1,0-1,0 1,1-1,-1 1,1-1,0 1,0 0,0-1,1 1,-1-1,1 1,0-1,0 1,0-1,1 0,-1 1,1-1,0 0,1 2,30 23,7-6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0:54.6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1 214,'2'0,"3"2,6 1,4 0,10 0,7-1,10-1,6-1,5 0,2 0,-2 3,-2-1,-9 3,-10 0</inkml:trace>
  <inkml:trace contextRef="#ctx0" brushRef="#br0" timeOffset="252.323">108 402,'20'4,"19"2,13-3,10-3,5-3,1 0,-3-2,-7 0,-14 0</inkml:trace>
  <inkml:trace contextRef="#ctx0" brushRef="#br0" timeOffset="534.57">642 0,'41'8,"1"12,0 3,-2 1,0 1,11 13,62 56,-106-88,0 1,-1 1,0-1,0 1,-1 0,0 0,-1 1,0 0,0-1,0 1,-1 1,-1-1,0 0,0 2,-1-4,-1 1,-1-1,0 1,0-1,0 1,-1-1,0 0,0 0,-1 0,0 0,0 0,-1 0,1-1,-1 0,-1 0,-3 4,-88 83,-3-20,60-46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0:52.2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55 127,'-55'319,"58"-426,16-136,-19 239,0 0,1 0,0-1,-1 1,2 0,-1 0,0 0,1 0,-1 0,1 0,0 1,1-1,-1 1,1-1,-1 1,1 0,0 0,0 0,0 0,1 0,-1 1,1 0,-1-1,1 1,0 0,0 1,0-1,0 1,0 0,0 0,0 0,2 0,1 1,1 0,-1 1,0 0,1 0,-1 0,0 1,0 0,0 1,0-1,-1 1,1 1,-1-1,1 1,0 1,-4-3,0 0,-1 0,1 1,0-1,-1 1,1-1,-1 1,0 0,0 0,0 0,0 0,-1 0,1 1,-1-1,0 1,0-1,0 0,0 1,-1 0,1-1,-1 1,0-1,0 1,0 0,-1-1,1 1,-1-1,0 1,0 1,-4 5,0 0,-1-1,0 0,0 0,-1 0,-1-1,1 0,-1 0,0-1,-1 0,0 0,0-1,-6 3,-25 20,37-17,24-13,-12 0,8-3,1 0,0 2,0 0,-1 1,1 1,0 0,0 2,0 0,0 1,-1 0,1 2,15 6,-29-10,-1 1,0-1,0 1,-1 0,1 0,0 1,-1-1,1 0,-1 1,0-1,0 1,0 0,0 0,0 0,-1 0,1 0,-1 0,0 0,0 1,0-1,0 0,0 1,-1-1,0 1,1-1,-1 1,-1-1,1 0,0 1,-1-1,0 1,0-1,-1 3,-1 3,-1 1,-1-1,0 1,0-1,-1-1,0 1,-1-1,0 0,0-1,-6 6,-2 0,0 0,-1-2,-1 1,0-2,-1 0,1-1,-2-1,1-1,-15 4,32-10,-1 0,1 0,-1-1,0 1,1 0,-1-1,0 1,0-1,1 0,-1 1,0-1,0 0,0 0,0 0,1 0,-1-1,0 1,0 0,0-1,1 1,-1-1,0 0,1 1,-1-1,0 0,1 0,-1 0,1 0,-1-1,1 1,0 0,-1 0,1-1,0 1,0-1,0 1,0-1,0 0,0-1,2-1,0-1,1 1,-1-1,1 1,0 0,0 0,0 0,1 0,0 0,0 0,-1 1,2 0,2-4,-6 7,32-32</inkml:trace>
  <inkml:trace contextRef="#ctx0" brushRef="#br0" timeOffset="465.022">589 208,'1'34,"0"-13,-1 0,0 0,-2 0,0 0,-1 0,-2 0,0 0,-3 7,8-28,-1 0,1 0,0 0,0 0,0 0,0 0,-1 0,1 0,0 0,0 0,0 0,0 0,-1 0,1 0,0 0,0 0,0 0,6-22,94-316,-72 281,-27 56,-1 1,1-1,-1 0,1 1,-1-1,1 1,0-1,-1 1,1-1,0 1,-1-1,1 1,0 0,0-1,-1 1,1 0,0 0,0 0,0 0,-1-1,1 1,0 0,0 0,0 1,-1-1,1 0,0 0,0 0,0 0,-1 1,1-1,0 0,0 1,-1-1,1 1,0-1,-1 0,1 1,0 0,-1-1,1 1,-1-1,1 1,-1 0,1-1,-1 1,1 0,20 38,-1 18,-2 1,10 58,25 77,-44-171,-1-6</inkml:trace>
  <inkml:trace contextRef="#ctx0" brushRef="#br0" timeOffset="717.372">549 261,'16'5,"16"1,15-3,12-6,9-5,3-3,-4 0,-6-1,-13 3</inkml:trace>
  <inkml:trace contextRef="#ctx0" brushRef="#br0" timeOffset="883.929">1257 127,'23'2,"17"1,7-2,6-2,-4 0,-8 0,-11-1</inkml:trace>
  <inkml:trace contextRef="#ctx0" brushRef="#br0" timeOffset="1149.978">1257 341,'18'0,"18"-2,14-6,7-3,-6 0</inkml:trace>
  <inkml:trace contextRef="#ctx0" brushRef="#br0" timeOffset="1401.305">1739 261,'0'6,"0"-1,0 1,1-1,0 0,0 1,0-1,1 0,-1 1,1-1,0 0,1 0,-1-1,1 1,0 0,0-1,1 0,-1 0,1 0,0 0,0 0,0-1,1 0,-1 0,1 0,0 0,0-1,-1 1,2-1,-1-1,0 1,0-1,2 1,0 0,0-1,1 0,-1 0,1 0,-1-1,1 0,0-1,-1 1,0-1,1-1,-1 0,0 0,1 0,-1-1,0 0,-1 0,1 0,0-1,-1 0,0-1,0 1,0-1,-1-1,0 1,0-1,0 1,0-1,-1-1,0 1,0-1,-1 1,0-1,0 0,-1 0,2-6,-3 7,0-1,-1 0,1 0,-1 0,-1 0,1 0,-1 1,0-1,-1 0,0 1,0-1,0 1,-1-1,0 1,0 0,0 0,-1 0,0 1,0-1,-1 1,1 0,-1 0,0 0,0 1,-1 0,0 0,1 0,-1 1,0-1,-1 2,1-1,-1 1,1 0,-1 0,1 0,-1 1,0 0,0 1,-2-1,4 2,-1 1,1-1,0 1,0 0,0 0,0 1,1-1,-1 1,1 0,-1 0,1 1,0-1,0 1,1 0,-1 0,1 0,0 1,0-1,0 1,0 0,1 0,0-1,0 1,0 1,1-1,0 0,0 0,0 1,0-1,1 0,0 1,0-1,1 0,-1 1,1-1,0 0,1 1,-1-1,1 0,0 0,0 0,0 0,1-1,0 1,0-1,0 1,1-1,-1 0,3 2,29 14,1-6</inkml:trace>
  <inkml:trace contextRef="#ctx0" brushRef="#br0" timeOffset="1664.605">2261 261,'1'5,"1"0,0 0,0 0,1-1,-1 1,1-1,0 0,1 0,-1 0,0 0,1 0,0-1,0 0,0 0,1 0,-1 0,0 0,1-1,0 0,0 0,-1 0,1-1,0 0,1 1,-1-2,0 1,0-1,0 1,0-2,1 1,-1 0,0-1,0 0,5-2,-2 1,-1-1,1 0,0-1,-1 0,0 0,0-1,0 0,-1 0,0 0,0-1,0 0,0 0,-1 0,0-1,0 0,-1 0,0 0,0 0,-1-1,0 0,0 0,0-4,-4 6,0 1,0-1,-1 1,0-1,-1 1,1 0,-1 0,0 0,0 0,0 0,-1 0,1 1,-1 0,-1 0,1 0,0 0,-1 1,0-1,0 1,0 1,0-1,0 1,0-1,-1 1,1 1,-1-1,0 1,1 0,-1 0,0 1,0 0,-4 0,2 1,0 0,0 1,0 0,0 0,1 1,-1 0,1 0,0 1,0 0,0 0,0 0,1 1,0 0,0 0,0 1,0 0,1 0,0 0,0 1,1 0,-4 6,1 32,15-30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1:13.5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147 166,'2'2,"1"6,0 5,0 10,-2 11,-2 7,-4 7,0 7,-3 4,-1 3,1-2,-2-3,2-12</inkml:trace>
  <inkml:trace contextRef="#ctx0" brushRef="#br0" timeOffset="253.319">1 821,'13'0,"14"0,12 0,8 0,4-2,2-4,-7-2,-11 0</inkml:trace>
  <inkml:trace contextRef="#ctx0" brushRef="#br0" timeOffset="501.387">40 59,'3'-2,"9"-4,14 0,19-1,18-3,11 0,0 0,-12 2</inkml:trace>
  <inkml:trace contextRef="#ctx0" brushRef="#br0" timeOffset="922.881">469 540,'-23'349,"22"-337,0-10,0 1,0-1,1 1,-1-1,1 1,-1 0,1-1,0 1,0 0,0-1,0 1,1-1,-1 1,1 0,-1-1,1 1,0-1,0 1,0-1,0 0,1 1,-1-1,1 0,-1 0,1 0,0 0,0 0,0 0,0 0,0-1,1 2,12-1,0 0,-1 0,1-2,0 0,-1 0,1-2,0 1,-1-2,15-4,-21 6,102-28,-65 14</inkml:trace>
  <inkml:trace contextRef="#ctx0" brushRef="#br0" timeOffset="1186.205">776 727,'-2'20,"-1"19,-2 14,-1 11,2 8,1 4,5 1,7-5,4-7,1-15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1:15.77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0,'16'3,"14"0,14-1,8 1,5-2,-4 0,-10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1:16.0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1,'18'2,"20"1,19 0,14-3,6-3,-11-2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1:18.13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15,'30'-2,"32"-2,35 1,31 1,25 0,12 1,-4 0,-20 1,-35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1:20.40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0,'6'2,"10"1,11 2,10 1,7-2,6 2,-3 1,-10 3,-11-1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1:20.66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19,'18'4,"20"2,17-2,15-7,7-5,-5-3,-15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1:18.97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107 188,'-2'21,"-1"17,0 15,1 9,0 5,1 3,0-1,1-6,0-13</inkml:trace>
  <inkml:trace contextRef="#ctx0" brushRef="#br0" timeOffset="251.102">1 790,'16'-3,"14"-2,11-1,8 1,5 1,-1 2,-4 0,-6 1,-11 1</inkml:trace>
  <inkml:trace contextRef="#ctx0" brushRef="#br0" timeOffset="502.965">175 15,'-5'-3,"1"0,6 1,11-1,13 2,16 0,16 0,12 1,6 0,-11 0</inkml:trace>
  <inkml:trace contextRef="#ctx0" brushRef="#br0" timeOffset="698.444">615 590,'21'-5,"17"-3,12-3,7 0,-2 3,-6 1,-9 4,-12 3,-9 2</inkml:trace>
  <inkml:trace contextRef="#ctx0" brushRef="#br0" timeOffset="1134.279">535 630,'1'15,"-1"0,2-1,0 1,1-1,0 1,1-1,0 0,2 0,-1 0,2-1,0 0,0 0,2 1,-4-11,-1 0,1 0,0-1,-1 1,1-1,0 0,1 0,-1-1,0 0,0 1,1-2,-1 1,1-1,-1 1,1-2,-1 1,0-1,1 1,-1-1,3-1,19 0,0 1,-1 0,1 3,0 0,-1 1,18 6,-37-8,0 1,0 0,0 1,0 0,-1 0,1 0,-1 1,0 0,0 0,0 1,0-1,-1 1,0 1,0-1,0 1,-1 0,0 0,0 0,0 0,-1 1,0-1,0 1,0 0,-2-2,0 0,0 1,0-1,-1 0,1 0,-1 1,-1-1,1 0,-1 1,0-1,0 0,0 0,-1 0,0 0,0 0,0 0,0-1,-1 1,0-1,0 1,0-1,0 0,-1 0,0 0,0-1,0 1,0-1,-2 1,-10 7,0 0,-1-1,-1-1,1 0,-2-1,1-2,-2 1,-34 4,54-10,0-1,0 0,-1 0,1 0,0 0,-1 0,1 0,0 0,0 0,-1 0,1 0,0 0,-1 0,1 0,0 0,0 0,-1-1,1 1,0 0,-1 0,1 0,0 0,0 0,-1-1,1 1,0 0,0 0,0 0,-1-1,1 1,0 0,0 0,0-1,0 1,0 0,-1 0,1-1,0 1,0 0,0-1,0 1,0 0,0-1,0 1,0 0,0 0,0-1,0 1,0 0,0-1,0 1,0 0,0 0,1-1,-1 1,0 0,0-1,0 1,0 0,1 0,-1 0,0-1,0 1,0 0,1 0,-1 0,0-1,1 1,7-11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1:17.58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54 26,'0'21,"0"17,0 15,0 9,0 3,0-3,0-4,0-9,0-7,0-11</inkml:trace>
  <inkml:trace contextRef="#ctx0" brushRef="#br0" timeOffset="283.241">0 0,'38'18,"-1"2,-1 1,0 2,-2 1,8 10,-22-21,-1 2,-1 1,0 0,-1 1,-1 1,0 0,-2 1,0 1,-1 0,-1 1,-1 1,-1-1,-1 2,0-1,-2 1,4 22,-11-39,0-1,0 1,-1 0,1 0,-1 0,0 0,-1 0,0-1,0 1,0-1,0 1,-1-1,0 0,0 0,0 0,-1 0,0 0,0-1,0 0,0 0,-1 0,1 0,-1-1,0 1,0-1,0-1,-1 1,1-1,-1 0,1 0,-1 0,0-1,-2 1,-14 2,0 0,-1-2,1 0,-1-1,-15-3,-12-1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1:22.8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124 43,'-4'18,"-4"18,-1 16,2 12,1 10,3 3,3 0,2-1,0-6,1-9,-1-10,-1-15</inkml:trace>
  <inkml:trace contextRef="#ctx0" brushRef="#br0" timeOffset="284.224">4 83,'-1'-3,"1"0,-1 1,0-1,1 0,0 1,-1-1,1 0,0 1,0-1,1 0,-1 1,1-1,-1 0,1 1,0-1,0 1,0-1,0 1,0-1,1 1,-1 0,1 0,-1-1,1 1,0 0,0 1,0-1,0 0,0 0,1 1,-1 0,0-1,1 1,-1 0,1 0,-1 0,1 0,11 1,0 0,0 0,0 1,0 1,0 1,-1 0,1 0,-1 2,0-1,0 2,0 0,-1 0,0 1,0 1,10 8,1-1,-1 1,0 2,-1 0,-2 1,0 0,0 2,-2 0,-1 1,0 1,-2 1,-1 0,-1 0,0 1,-2 1,-2 0,0 0,-1 1,2 24,-8-41,0 2,0-1,-1 0,-1 0,0 0,-1 0,0 0,0-1,-1 1,0 0,-1-1,-1 0,1 0,-2 0,1-1,-1 1,-1-1,1-1,-2 1,1-1,-1 0,0-1,-1 0,0 0,-6 3,-14 6,-2-1,0-1,0-2,-1-1,0-1,-1-2,0-2,-18 2,-64 8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49:39.67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2688 2334,'-11'73,"-22"239,13 1,14 1,15 21,17 157,7 450,-38-692,-10 0,-28 117,20-258,14-86</inkml:trace>
  <inkml:trace contextRef="#ctx0" brushRef="#br0" timeOffset="1851.708">2728 2254,'-7'-58,"2"-2,2 1,5-41,-2 97,-1 1,1 0,0 0,0 0,0-1,1 1,-1 0,0 0,1 0,0 0,-1 0,1 0,0 0,0 0,0 0,0 0,0 0,1 0,-1 1,0-1,1 0,-1 1,1-1,0 1,0 0,-1-1,1 1,0 0,0 0,0 0,0 1,0-1,0 0,0 1,1-1,-1 1,0 0,0 0,1 0,184 8,928-14,-1054 4,1028-93,131-15,-605 58,397-19,-51 38,-522 7,809-27,-304 55,-691 7,28 15,543 27,-634-42,-188-9,0 0,0 1,0-1,0 0,0 0,0 1,0 0,0-1,0 1,0 0,-1 0,1 0,0 0,0 0,-1 0,1 0,-1 1,1-1,-1 0,1 1,-1 0,0-1,0 1,0 0,0-1,0 1,0 0,0 0,-1 0,1 0,-1 0,1 0,-1 0,0 0,0 0,0 0,0 0,0 0,0 0,0 0,-33 155,24-81,4 0,3 1,3 0,3 0,4-1,4 0,2 0,15 130,8 408,0 11,20-217,15 136,-44-78,-17-216,11-1,28 109,114 380,-130-518,-10 1,-5 137,-12-142,27 164,-11-139,-26-204,-2-10</inkml:trace>
  <inkml:trace contextRef="#ctx0" brushRef="#br0" timeOffset="3615.489">2434 5931,'1'-1,"0"0,0 0,0 0,0 0,0 1,0-1,0 0,0 1,0-1,1 1,-1-1,0 1,0 0,0-1,1 1,-1 0,0 0,1 0,-1 0,0 0,0 0,1 0,-1 0,0 1,0-1,1 0,-1 1,0-1,0 1,0 0,0-1,0 1,1 0,-1-1,0 1,-1 0,1 0,0 0,0 0,0 0,0 0,-1 0,1 0,-1 0,1 0,0 1,1 9,0 0,-1 1,0 0,0-1,-2 1,1-1,-1 1,-1-1,-3 11,0 11,-15 253,12 1,13-1,22 105,3 173,-23-2,11-421,-16-134,0 1,1-1,0 0,0 0,1 0,0 0,0-1,0 1,1-1,0 0,0-1,1 1,-1-1,1 0,0 0,1-1,0 1,15 5,1-2,0 0,1-2,0 0,-1-1,2-2,-1 0,0-2,5-1,-22 1,200 0,-2-8,1-10,34-13,51-4,2255-138,-1855 162,488-15,106-2,-26-23,-313 7,-942 43,477-14,-345 1,254-13,-67 13,-36 13,-287 0,-1 0,1 0,0 0,0 0,-1 0,1-1,0 1,0 0,0 0,-1 0,1 0,0 0,0-1,0 1,0 0,-1 0,1 0,0-1,0 1,0 0,0 0,0-1,0 1,0 0,0 0,0 0,0-1,0 1,0 0,0 0,0-1,0 1,0 0,0 0,0-1,0 1,0 0,0 0,0-1,0 1,0 0,0 0,0 0,1-1,-1 1,-1 0,-20-9</inkml:trace>
  <inkml:trace contextRef="#ctx0" brushRef="#br0" timeOffset="5011.436">2554 5489,'-2'8,"19"-5,14-3,0-1,0-1,0-2,0-1,13-5,-11 3,196-33,1 9,121 5,-121 17,400-24,869-115,861-48,58 68,-1498 105,126 20,-1034 3,-1 0,0 1,0 0,0 1,-1 0,1 0,0 1,7 4,81 16,-92-19,-5 0</inkml:trace>
  <inkml:trace contextRef="#ctx0" brushRef="#br0" timeOffset="6450.436">2647 3845,'20'-16,"1"1,0 1,1 1,0 0,1 2,0 1,1 1,0 1,0 1,3 0,405-56,399-12,-680 66,1594-95,-568 50,-384 22,990-52,127-62,-1503 121,61 18,-340 19,-120-11</inkml:trace>
  <inkml:trace contextRef="#ctx0" brushRef="#br0" timeOffset="8512.034">2594 7240,'5'-5,"0"-1,1 1,0 0,0 0,1 0,-1 1,1 0,0 0,0 1,0 0,4-1,-2 0,39-12,1 2,1 2,0 3,0 1,1 3,0 2,0 2,8 3,-46-2,774-5,469-96,-443 25,460 13,-445 28,1048-36,-855 51,382-23,-500 31,-609 14,-320-10,9 2</inkml:trace>
  <inkml:trace contextRef="#ctx0" brushRef="#br0" timeOffset="9794.364">495 356,'-2'-8,"6"12,3 4,63 64,4-3,3-3,3-3,39 20,50 26,77 34,-87-54,-107-57,-2 1,-1 2,-1 3,-2 2,-2 1,-2 3,6 11,12 19,-27-30,2-1,2-1,1-2,2-2,2-1,1-3,2-1,6 1,-47-32,30 15,-1 2,-1 2,0 1,6 8,-1 3,-30-27</inkml:trace>
  <inkml:trace contextRef="#ctx0" brushRef="#br0" timeOffset="11430.265">8022 1585,'17'149,"-7"0,-9 133,-1-101,9 71,12-1,31 134,-1-44,-13 29,-28-223,6 0,31 126,-3-105,-10-42,-5 2,11 123,-22 32,14 129,-5-231,20 202,8 546,2-274,-10-257,-43-371</inkml:trace>
  <inkml:trace contextRef="#ctx0" brushRef="#br0" timeOffset="12563.318">5362 1866,'-10'103,"5"-1,6 36,-1-54,41 751,-11-392,58 921,4 325,-82-1514,-2-10,30 160,-36-314,25 139,8 152,-32-134,-3-94,2 0,4 0,10 43,-16-115,0 2,0 0,1 0,-1-1,1 1,0-1,0 1,0-1,0 1,1-1,-1 1,1-1,0 0,0 0,0 0,0 0,1 0,-1 0,1-1,-1 1,1-1,0 0,0 0,1 1,8-5</inkml:trace>
  <inkml:trace contextRef="#ctx0" brushRef="#br0" timeOffset="13981.626">10776 1359,'-1'0,"0"1,0-1,1 0,-1 1,0-1,0 1,1-1,-1 1,0-1,0 1,1 0,-1-1,1 1,-1 0,1 0,-1-1,1 1,-1 0,1 0,0 0,-1-1,1 1,0 0,0 0,-1 0,1 0,0 0,0 0,0 0,0 0,0-1,0 1,1 0,-1 0,0 0,0 0,1 0,-1 0,0 1,-28 1080,84 554,10-319,-62-491,38-447,-13-153,13 376,-31-542,3-1,3 0,2-1,3 0,46 159,-26-15,-40-193,-2-4</inkml:trace>
  <inkml:trace contextRef="#ctx0" brushRef="#br0" timeOffset="14963.524">3343 1278,'-6'17,"1"0,0 1,2-1,0 1,1 0,1-1,0 1,1 0,2 4,-1-19,0 0,0 1,0-1,1 0,0 0,-1 0,1 0,0 0,0-1,1 1,-1-1,1 1,-1-1,1 0,0 0,0 0,0 0,0 0,0-1,0 1,0-1,0 0,1 0,-1 0,0 0,1-1,-1 1,1-1,-1 0,1 0,-1 0,0-1,1 1,-1-1,1 0,-1 0,0 0,1 0,-1 0,0-1,0 0,0 1,0-1,0 0,-1 0,1-1,-1 1,1-1,-1 1,0-1,0 0,0 1,0-1,0 0,-1-1,1 1,-1 0,0 0,0-1,1-6,0-1,-1 0,0 1,0-1,-1 0,-1 1,0-1,-1 0,1 1,-2-1,0 1,0 0,-1 0,0 0,-1 0,0 1,0 0,-6-8,9 14,0 0,0 0,0 0,-1 1,1-1,-1 1,1-1,-1 1,0 0,0 0,0 0,0 1,0-1,0 1,-1 0,1-1,0 1,-1 1,1-1,-1 0,1 1,-1 0,1 0,-1 0,1 0,0 0,-1 1,1 0,-1 0,1-1,0 2,-1-1,1 0,0 1,0 0,0-1,0 1,0 1,-4 2,1 0,0 0,0 1,0 0,0 0,1 1,0 0,1 0,-1 0,1 0,1 0,-2 6,3-10,1 1,0-1,0 1,0 0,0-1,1 1,-1 0,1-1,0 1,0 0,1 0,-1-1,1 1,-1 0,1-1,1 1,-1-1,0 1,1-1,-1 1,1-1,0 0,0 0,1 0,-1 0,1 0,-1-1,3 3,32 17,2-7</inkml:trace>
  <inkml:trace contextRef="#ctx0" brushRef="#br0" timeOffset="15263.758">3771 1546,'0'5,"1"1,-1-1,1 0,0 0,1 0,-1 1,1-1,0-1,0 1,0 0,1 0,0-1,0 1,0-1,0 0,1 0,0 0,-1-1,2 1,-1-1,0 0,0 0,1 0,0-1,0 0,-1 1,1-2,0 1,1-1,-1 1,0-1,0-1,2 1,4 0,0-1,0-1,0 0,-1 0,1-1,0-1,0 1,-1-2,0 1,0-1,0-1,0 0,0-1,-1 1,0-2,-1 1,1-1,-1-1,0 0,-1 0,0 0,0-1,5-8,-11 11,1 0,-1-1,0 1,-1 0,1 0,-1-1,0 1,-1 0,0 0,0-1,0 1,-1 0,1 0,-1 0,-1 0,1 1,-1-1,0 1,-1-1,1 1,-1 0,0 0,0 0,-1 1,1 0,-1 0,0 0,0 0,0 1,-1-1,1 1,-1 1,0-1,0 1,0 0,0 0,0 1,0 0,0 0,-1 0,1 1,0 0,0 0,-1 1,1-1,-4 2,5 1,0 1,0 0,0-1,0 2,1-1,0 0,0 1,0 0,0 0,1 0,-1 0,1 1,1-1,-1 1,1 0,0 0,0 0,1 0,0 0,0 0,0 0,1 0,0 0,0 1,0-1,1 0,0 0,0 2,6 30</inkml:trace>
  <inkml:trace contextRef="#ctx0" brushRef="#br0" timeOffset="15781.533">6270 1225,'-3'11,"1"0,1 0,0 0,0 0,1 1,0-1,1 0,0 0,1 0,0 0,1 0,0 0,1 0,0-1,1 1,0-1,0 0,1-1,0 1,1-1,0-1,5 6,-7-12,0 1,0-1,0 0,0 0,1-1,-1 0,0 0,1 0,-1 0,1-1,-1 0,1 0,-1 0,0-1,1 0,-1 0,1 0,-1 0,0-1,0 0,0 0,0-1,0 1,0-1,-1 0,1-1,-1 1,0-1,0 1,0-1,-1 0,1-1,-1 1,0-1,0 1,0-1,-1 0,0 0,0 0,0 0,1-6,0 4,0 0,0 0,0 0,-1 0,0-1,0 0,-1 1,0-1,0 0,-1 1,0-1,-1 0,1 1,-1-1,-1 0,0 1,0-1,0 1,-1 0,0 0,0 0,-1 0,0 0,0 1,0-1,-4-3,6 9,0 0,-1-1,1 1,0 0,0 0,-1 1,1-1,-1 0,1 1,0-1,-1 1,1 0,-1 0,1 0,-1 0,1 0,-1 1,1-1,-1 1,1-1,0 1,-1 0,1 0,0 0,-1 0,1 1,0-1,0 0,0 1,0 0,1-1,-1 1,0 0,1 0,-1 0,-1 2,-1 0,1 0,1 0,-1 0,0 1,1-1,0 1,0 0,1-1,-1 1,1 0,0 0,0 0,1 0,-1 0,1 0,0 2,1-4,0 0,0 1,0-1,0 0,0 1,1-1,0 0,-1 0,1 0,0 0,1 0,-1-1,0 1,1-1,0 1,-1-1,1 0,1 1,26 15</inkml:trace>
  <inkml:trace contextRef="#ctx0" brushRef="#br0" timeOffset="16033.853">6912 1091,'-7'16,"-2"14,3 14,6 10,9 8,9 4,6 3,1-4,-3-13</inkml:trace>
  <inkml:trace contextRef="#ctx0" brushRef="#br0" timeOffset="16313.108">9011 797,'4'14,"2"13,0 11,-1 11,-2 8,0 4,-2 0,-1-3,0-5,2-8,1-13</inkml:trace>
  <inkml:trace contextRef="#ctx0" brushRef="#br0" timeOffset="16565.434">9399 851,'-7'20,"-2"19,5 15,7 13,11 7,7 3,0-10</inkml:trace>
  <inkml:trace contextRef="#ctx0" brushRef="#br0" timeOffset="16930.458">11858 690,'0'18,"-2"18,-3 16,-1 10,1 7,1 0,4-5,6-8,2-14</inkml:trace>
  <inkml:trace contextRef="#ctx0" brushRef="#br0" timeOffset="17250.116">12233 1025,'9'7,"0"1,0-1,1-1,0 0,0 0,0-1,1 0,0-1,0 0,0-1,0 0,0-1,1 0,-1-1,1 0,0 0,-1-2,1 1,10-3,-9 1,0 0,-1 0,1-2,-1 1,0-2,0 0,0 0,-1-1,1 0,-8 3,0 1,-1 0,1-1,-1 0,1 0,-1 0,0 0,0 0,-1-1,1 1,-1-1,1 0,-1 0,0 0,0 0,-1 0,1 0,-1 0,0 0,0-1,-1 1,1-1,-1 1,0 0,0-1,0 1,-1-3,-1 1,1 0,-1 0,0 0,-1 0,0 1,0 0,0-1,0 1,-1 0,0 0,0 1,0-1,0 1,-1 0,0 0,0 0,0 1,0 0,0 0,-1 0,1 1,-1-1,-2 1,-6-3,1 1,0 1,-1 1,1-1,-1 2,0 0,0 1,1 0,-1 1,-1 1,-15 4,1 2,0 1,0 1,1 2,0 0,1 2,1 1,-11 9,-16 11</inkml:trace>
  <inkml:trace contextRef="#ctx0" brushRef="#br0" timeOffset="18316.29">1765 3016,'-5'2,"1"0,-1 0,1 0,-1 1,1-1,0 1,0 0,0 0,1 1,-1-1,1 1,-1 0,1 0,0 0,1 0,-1 0,1 1,0-1,0 1,0-1,1 1,-1 0,1 0,0 0,1 0,-1 0,1 0,0 0,0 0,0 0,1-1,0 1,0 0,0 0,1 0,-1 0,1-1,0 1,0-1,1 0,0 1,-1-1,1 0,1 0,-1-1,0 1,1-1,0 1,0-1,0-1,0 1,0 0,1-1,-1 0,1 0,0 0,1 0,2-1,1-1,0 0,-1-1,1 1,-1-1,1-1,-1 0,0 0,0-1,0 0,0 0,0-1,0 0,-1 0,0 0,0-1,0-1,0 1,-1-1,0 0,0 0,-1-1,1 0,-1 0,-1 0,0-1,0 1,0-1,-1 0,0 0,0 0,1-8,-4 11,1 0,-1-1,0 1,-1 0,1 0,-1 0,0 0,0 0,-1 0,1 0,-1 0,0 0,0 0,-1 1,1-1,-1 1,0 0,-1 0,1 0,-1 0,1 0,-1 1,0 0,0 0,-1 0,1 0,-1 0,-2 0,0-1,1 1,-1 1,0-1,1 1,-1 0,0 0,0 1,-1 0,1 0,0 1,0 0,0 0,0 1,-1 0,1 0,0 1,0-1,1 2,-1-1,-4 2,6-1,0 0,0 0,0 0,0 0,1 1,-1 0,1 0,0 0,0 0,1 1,-1 0,1 0,0 0,0 0,1 0,-1 0,1 1,0-1,1 1,-1-1,1 1,0 0,0 0,1-1,0 1,0 0,0 0,1 0,0-1,0 1,0 0,3 4,1-5,0-1,1 0,0 0,0 0,0-1,1 0,-1 0,1 0,0-1,-1 0,1 0,0-1,0 0,0 0,0-1,0 0,1 0,5-1,-4 1,42 1,-31-2,0 1,0 1,0 1,0 0,-1 2,1 0,-1 1,8 4,-22-6,0 0,0 0,-1 0,0 1,0-1,0 1,0 0,0 0,-1 1,0-1,0 1,0 0,0 0,-1 0,0 0,0 0,0 0,-1 1,1-1,-1 1,0 0,6 21,-6-26,-1 1,1 0,-1-1,1 1,0 0,0-1,-1 1,1-1,0 1,1-1,-1 0,0 1,0-1,1 0,-1 0,0 0,1 0,-1 0,1 0,0 0,-1 0,1-1,0 1,-1-1,1 1,0-1,-1 0,1 1,0-1,0 0,0 0,-1 0,1-1,0 1,0 0,-1-1,1 1,0-1,-1 1,1-1,1 0,64-40,-58 34,0 1,-1-2,0 1,0-1,-1 0,0-1,-1 0,1 0,-2 0,1-1,-1 0,-1 0,0 0,0-1,-1 1,-1-1,1-2,-3 9,0 1,0-1,0 1,-1-1,1 1,-1-1,0 1,0 0,0-1,-1 1,1 0,-1 0,0 0,0 0,0 0,0 0,0 0,-1 1,1-1,-1 1,1 0,-1 0,0 0,0 0,0 0,0 1,0-1,-1 1,1 0,-1-1,-2 1,-1-1,1 0,-1 1,0 1,0-1,1 1,-1 0,0 0,0 1,0 0,1 0,-1 1,1 0,-1 0,-2 1,-5 6,1-1,0 2,0-1,0 2,2 0,-1 0,1 1,1 0,0 1,1 1,0-1,1 1,1 1,0-1,0 4,-20 47</inkml:trace>
  <inkml:trace contextRef="#ctx0" brushRef="#br0" timeOffset="18696.182">1899 4847,'6'4,"53"31,-58-34,1 0,-1-1,1 1,0-1,0 1,-1-1,1 1,0-1,0 0,0 0,-1 0,1 0,0 0,0-1,-1 1,1 0,0-1,0 1,-1-1,1 0,0 1,-1-1,1 0,-1 0,1 0,-1 0,1 0,-1-1,0 1,0 0,1-1,-1 1,1-2,0-4,0 1,-1-1,1 0,-1 1,-1-1,1 0,-1 0,0 0,-1 0,1 1,-1-1,-1 0,1 0,-1 1,0-1,-1 1,0 0,0 0,0 0,-1 0,1 0,-2 0,1 1,0 0,-1 0,0 0,0 1,-1 0,1-1,-4 0,3 0,1 0,-2 1,1 0,0 0,-1 0,0 1,0 0,0 1,0-1,0 1,0 1,-1-1,1 1,0 1,-1-1,1 1,-1 0,1 1,-1 0,1 0,-1 1,1 0,0 0,0 0,0 1,0 0,0 1,1-1,0 1,-1 0,1 1,1 0,-1 0,1 0,0 0,0 1,0 0,1 0,-1 2,2-3,1-1,0 1,0 0,0 0,0 0,1 0,0 0,0 0,1 0,-1 0,1 0,0 0,0 1,1-1,0 0,-1 0,2 0,-1 0,1 0,-1 0,1-1,1 1,-1 0,1-1,-1 0,1 1,1-1,-1-1,1 2,32 19,2-7</inkml:trace>
  <inkml:trace contextRef="#ctx0" brushRef="#br0" timeOffset="18952.06">2233 4500,'-5'-12,"0"0,-1 7,1 17,2 17,1 18,1 14,1 10,0 8,0 3,0 1,0-13</inkml:trace>
  <inkml:trace contextRef="#ctx0" brushRef="#br0" timeOffset="19380.917">1726 6091,'-3'7,"-2"13,-3 15,-1 16,2 9,2 7,2 0,4-6,1-13</inkml:trace>
  <inkml:trace contextRef="#ctx0" brushRef="#br0" timeOffset="19629.25">2020 6011,'-3'16,"0"16,0 15,3 12,4 13,1 7,-1-9</inkml:trace>
  <inkml:trace contextRef="#ctx0" brushRef="#br0" timeOffset="20333.099">1778 7669,'-2'13,"-3"19,-1 17,1 16,1 13,1 10,2 2,0-1,1-8,0-17</inkml:trace>
  <inkml:trace contextRef="#ctx0" brushRef="#br0" timeOffset="20647.258">1992 8163,'0'5,"0"0,1 0,-1-1,1 1,0 0,0 0,1-1,-1 1,1-1,0 1,0-1,0 0,1 0,0 0,-1 0,1 0,1 0,-1-1,0 0,1 1,0-1,0-1,0 1,0 0,0-1,0 0,1 0,-1 0,1-1,0 1,-1-1,1 0,0-1,0 1,-1-1,1 0,0 0,0 0,0-1,-1 1,1-1,0-1,0 1,-1 0,1-1,-1 0,0 0,3-2,-1-1,0 1,0-1,-1-1,0 1,0-1,0 0,-1 0,0 0,0-1,0 1,-1-1,0 0,0 0,-1 0,0 0,0 0,-1-1,0 1,0-1,-1 1,0-1,0 1,0-1,-1 1,0 0,-1-1,0 1,0 0,0 0,-1 0,0 0,-1 0,1 1,-1-1,0 1,-1 0,0 0,0 1,-4-4,2 4,0 0,-1 0,0 1,0 0,0 1,0 0,-1 0,1 1,-1 0,1 0,-1 1,0 0,0 1,0 0,0 0,1 1,-1 0,0 0,0 1,1 1,-1-1,1 1,0 0,0 1,0 0,0 1,1-1,-1 1,1 1,1-1,-1 1,1 1,-3 2,-16 18,6-2</inkml:trace>
  <inkml:trace contextRef="#ctx0" brushRef="#br0" timeOffset="21396.784">14 1091,'0'18,"0"16,0 12,0 11,0 4,0 1,2-1,1-4,0-9,-1-11,0-12</inkml:trace>
  <inkml:trace contextRef="#ctx0" brushRef="#br0" timeOffset="21696.495">1 984,'6'24,"1"0,2-1,0 0,1-1,2 0,0-1,1 0,1-1,1 0,5 4,20 27,-19-27,-2 0,0 1,-2 1,-1 1,-1 0,-1 1,-1 1,-2 0,3 13,-12-34,-2 0,1 0,-1 0,0 0,0 0,-1 1,0-1,-1 0,0-1,0 1,0 0,-1 0,-1-1,1 0,-1 1,0-1,-1-1,1 1,-1-1,-1 0,1 0,-1 0,-3 1,0 2,-1-1,-1-1,1 0,-1 0,0-1,-1-1,0 0,0 0,0-1,0-1,0 0,-1 0,0-1,-7-1,-13-4,9-4</inkml:trace>
  <inkml:trace contextRef="#ctx0" brushRef="#br0" timeOffset="21976.746">669 1225,'-10'-3,"0"1,1 0,-1 1,0 0,0 1,0 0,0 0,0 1,1 1,-1-1,0 2,1-1,-1 1,1 1,0 0,0 0,0 0,1 1,-1 1,1-1,0 2,1-1,-6 6,7-5,1-1,-1 1,2 0,-1 0,1 1,0-1,0 1,1 0,0 0,1 0,-1 1,2-1,-1 0,1 1,0-1,1 1,0-1,1 1,-1-1,2 1,-1-1,1 1,0-1,1 0,0 0,0 0,1 0,0-1,0 1,1-1,0 0,0 0,0-1,1 0,0 0,0 0,1 0,5 2,0-1,0-1,0 0,0-1,1-1,0 0,0-1,0 0,0-1,1 0,-1-1,0 0,1-2,-1 1,1-2,7-1,13-3,-1-2,0-1,-1-2,0-1,16-9,37-21</inkml:trace>
  <inkml:trace contextRef="#ctx0" brushRef="#br0" timeOffset="22713.295">1324 48,'-12'43,"1"0,2 1,3 0,1 1,2-1,2 1,2-1,1 1,3-1,3 3,15 64,-41-186,4-2,3 1,-1-66,19 29,-6 109,0 0,0 1,0-1,1 1,-1 0,1-1,-1 1,1 0,0 0,1 0,-1 0,0 0,1 1,-1-1,1 1,0-1,0 1,0 0,0 0,0 0,1 1,-1-1,1 1,-1 0,1 0,-1 0,1 0,-1 0,2 1,1 0,1-1,0 2,-1-1,1 1,0 0,-1 0,1 1,-1 0,0 0,0 1,1-1,-1 1,-1 1,1-1,0 1,-1 0,0 0,0 1,0-1,0 1,-1 0,0 1,0-1,0 1,-1-1,0 1,0 0,0 0,-1 1,0-1,0 0,0 1,-1 0,0-1,-1 1,1 0,-1-1,0 1,-1 0,0-1,0 1,-1 3,-2 3,-1 0,0 0,-1 0,0-1,-1 0,0 0,-1 0,-6 6,14-18,-1 1,0-1,1 0,-1 1,0-1,0 1,1-1,-1 1,1 0,-1-1,1 1,-1 0,1-1,-1 1,1 0,-1-1,1 1,0 0,-1 0,1 0,0-1,0 1,0 0,-1 0,1 0,0 0,0-1,0 1,0 0,1 0,-1 0,0 0,0-1,0 1,1 0,-1 0,0 0,1-1,-1 1,1 0,-1 0,1-1,-1 1,1-1,-1 1,1 0,0-1,-1 1,1-1,0 1,0-1,0 1,40 9,-36-10,-1 0,1 0,0 1,0-1,0 1,0 1,-1-1,1 0,0 1,-1 0,1 0,-1 1,0-1,0 1,0 0,0 0,0 0,-1 0,1 1,-1 0,0-1,0 1,0 0,-1 1,1-1,-1 0,0 1,0-1,-1 1,1 0,-1 0,-3 6,0-1,-1 1,-1-1,1 0,-2 0,1-1,-1 1,-1-1,0 0,0 0,-1-1,0 1,0-2,-1 1,0-1,0 0,-9 5,-9 9,0-1,-2 0,0-3,-1 0,-1-2,-14 5,7-12,37-8,-1-1,0 1,1 0,-1 0,0 0,1 0,-1-1,1 1,-1 0,1-1,-1 1,0 0,1-1,-1 1,1-1,0 1,-1-1,1 1,-1-1,1 1,0-1,-1 1,1-1,0 0,0 1,-1-1,1 1,0-1,0 0,0 1,0-1,0 0,0 1,0-1,0 1,0-1,0 0,0 1,0-1,0 0,1 1,-1-1,0 1,0-1,1 0,-1 1,0-1,1 1,-1-1,12-24</inkml:trace>
  <inkml:trace contextRef="#ctx0" brushRef="#br0" timeOffset="23130.099">1792 142,'-32'280,"-18"57,44-309,3-19,5-21,64-321,-13-16,-37 255,-16 95,0-1,0 0,1 0,-1 1,0-1,0 0,1 0,-1 1,0-1,0 0,1 0,-1 0,0 1,1-1,-1 0,0 0,1 0,-1 0,0 0,1 0,-1 0,0 0,1 0,-1 0,0 0,1 0,-1 0,0 0,1 0,-1 0,0 0,1 0,-1 0,0 0,1-1,-1 1,0 0,0 0,1 0,-1-1,0 1,1 0,-1 0,0-1,0 1,0 0,1 0,-1-1,0 1,0 0,0-1,0 1,0 0,0-1,1 1,-1 0,0-1,0 1,0 0,0-1,0 1,0 0,0-1,0 1,-1 0,1-1,0 1,0 0,0-1,0 1,12 27,-10-22,157 416,-143-383,20 47,-4 2,11 52,-34-64,-12-53</inkml:trace>
  <inkml:trace contextRef="#ctx0" brushRef="#br0" timeOffset="23379.487">1712 570,'15'-7,"25"-4,25-6,26-5,24-5,12 1,-5 2,-22 5</inkml:trace>
  <inkml:trace contextRef="#ctx0" brushRef="#br0" timeOffset="24679.538">3971 2562,'-8'3,"0"1,1 0,-1 0,1 1,0 0,0 0,1 1,-1 0,1 0,1 1,-1-1,1 1,0 0,1 1,-1-1,1 1,1 0,0 0,0 0,-1 5,-1 7,1 0,1 1,0-1,2 1,0 0,2-1,0 1,1 0,1-1,1 1,1-1,1 0,0 0,2-1,0 0,1 0,1-1,1 0,0-1,1 0,1-1,1 0,0-1,1-1,5 3,-12-11,0 0,0 0,1-1,0 0,0-1,1 0,-1-1,1 1,0-2,0 0,0 0,0 0,0-1,0-1,0 0,0 0,0-1,0 0,0-1,0 0,0-1,0 0,-1 0,1-1,-1 0,0-1,0 0,-1 0,6-5,0-4,0-1,-2 0,1 0,-2-2,0 1,-1-2,-1 1,0-1,-1 0,-1-1,-1 0,-1 0,-1-1,0 1,-1-1,-1 0,-1 1,-1-1,-1 0,-1 0,0 0,-1 1,-2-1,0 1,-2-6,2 12,-1-1,0 1,-1 0,0 1,-1-1,0 1,-1 1,0 0,-1 0,0 1,-1 0,0 0,0 2,-1-1,0 1,-1 1,0 0,0 1,0 1,-1 0,0 0,0 1,0 1,0 1,-1 0,1 0,-1 2,1 0,-1 0,-5 2,6 0,-1 0,1 1,0 0,0 1,1 1,-1 0,1 1,0 0,0 1,1 0,0 1,0 1,1 0,0 1,0 0,1 0,1 1,-1 0,2 1,0 0,0 0,1 1,1 0,0 0,1 0,0 1,1 0,0 0,2 0,-1 1,2-1,-1 9,4-5,0 0,1-1,1 1,0-1,1 0,1 0,1 0,7 12,25 42</inkml:trace>
  <inkml:trace contextRef="#ctx0" brushRef="#br0" timeOffset="25428.096">6538 2415,'-7'20,"-7"21,0 19,-1 15,2 16,4 10,3 6,5 1,5-2,1-8,1-20</inkml:trace>
  <inkml:trace contextRef="#ctx0" brushRef="#br0" timeOffset="26480.705">11699 2281,'-9'12,"2"0,-1 1,2-1,0 2,0-1,1 1,1 0,0 0,1 0,0 0,2 1,-1-1,2 1,0-1,1 1,0-1,1 1,0-1,2 0,-1 0,2 0,0 0,0-1,2 0,-1 0,2 0,0-1,0 0,1-1,1 1,3 4,1 0,1-2,1 0,0 0,0-2,1 0,1 0,0-2,1 0,-1-2,10 3,-16-6,-1-1,1-1,-1 0,1-1,0 0,0-1,0-1,0 1,1-2,-1 0,0 0,0-1,-1-1,1 0,0 0,-1-1,0-1,0 0,0 0,3-3,-1-2,-1 0,0 0,0-1,-1-1,-1 0,0 0,-1-1,0-1,-1 1,0-1,-1-1,-1 1,0-1,-1 0,-1-1,0 1,-1-1,-1 0,-1 1,0-1,-1-11,1 9,-2 0,0 1,-2-1,1 0,-2 1,-1 0,0 0,-1 0,0 0,-2 1,0 0,-1 0,0 1,-1 1,-1-1,0 2,-1-1,-1 2,-4-4,7 8,0 1,-1 1,0 0,0 0,-1 1,1 1,-1 0,0 0,0 1,-1 1,1 0,-1 0,1 1,-1 1,1 0,-1 1,1 0,-1 1,1 1,0 0,0 0,0 1,0 1,1 0,0 0,0 1,0 1,0 0,1 0,-8 9,-12 11,1 2,2 1,1 1,1 1,-6 14,-14 21</inkml:trace>
  <inkml:trace contextRef="#ctx0" brushRef="#br0" timeOffset="26915.541">10107 2295,'-10'0,"0"1,0 1,0 0,0 0,0 1,0 0,1 0,-1 1,1 1,0 0,0 0,1 0,0 1,0 1,0-1,0 1,1 0,0 1,-4 6,1 0,0 0,1 0,0 1,2 1,-1-1,2 1,0 1,1-1,1 1,0 0,0 5,3-10,0 0,1 0,0 0,0 0,2 0,-1 0,2 0,-1 0,2 0,0-1,0 1,1-1,0 0,1-1,0 1,1-1,0 0,0-1,1 0,0 0,1 0,0-1,1 0,-1-1,1 0,2 0,5 2,2 0,-1-1,1-1,0-1,0-1,1 0,-1-2,1 0,0-1,0-1,0-1,0 0,0-2,0 0,0-2,0 0,18-7,-21 6,-1-1,0 0,0-2,0 0,-1 0,-1-2,1 0,-1 0,-1-2,0 1,-1-2,0 1,-1-2,0 0,-1 0,0-1,-2 0,1 0,-2-1,4-13,-6 14,-1 0,-1-1,-1 1,0-1,-1 0,0 0,-2 0,0 0,0 1,-2-1,0 0,-1 1,0 0,-1 0,-1 0,0 0,-1 1,-1 0,0 1,-1 0,-3-4,-1 1,0 0,-1 0,-1 1,-1 1,0 1,-1 0,0 1,-1 1,0 0,-1 2,0 0,0 1,-1 1,0 1,-18-4,21 7,-1 1,0 0,1 1,-1 1,0 1,0 1,1 0,-1 1,1 1,0 0,0 2,0 0,0 0,1 2,0 0,1 1,0 0,0 1,1 1,0 1,1 0,1 0,-7 9,2 1,2 1,1 0,1 1,1 0,1 1,1 0,-7 26,-11 61</inkml:trace>
  <inkml:trace contextRef="#ctx0" brushRef="#br0" timeOffset="37111.02">4265 4634,'48'-94,"24"-46,-7-3,36-116,-91 231,-6 28,-3 86,-2 143,11-1,19 82,-16-213</inkml:trace>
  <inkml:trace contextRef="#ctx0" brushRef="#br0" timeOffset="37814.717">6565 6077,'48'-91,"-5"-2,-3-2,-5-1,-4-2,14-82,-30 77,-13 102,-2 23,30 690,-24-619,14 166,-11-155</inkml:trace>
  <inkml:trace contextRef="#ctx0" brushRef="#br0" timeOffset="38417.038">6872 4300,'-15'31,"1"1,1 1,2 0,2 1,1 0,-1 14,5-28,1 0,0 0,2 0,1 0,0 0,3 17,-2-31,0 1,1 0,-1 0,1-1,1 1,-1-1,1 0,0 0,1 0,-1 0,1 0,0-1,1 0,-1 0,1 0,0 0,0-1,1 1,-1-1,1-1,5 3,3-1,1-2,0 0,0 0,0-1,1-1,-1-1,0 0,1-1,-1-1,0 0,0-1,0-1,0 0,-1-1,1 0,-1-1,-1-1,1 0,-1-1,0-1,-1 0,4-3,1-1,-1-1,0 0,-1-1,0-1,-2 0,0-1,-1 0,0-1,-2-1,0 0,-1 0,5-16,-10 24,0 0,-2 0,1 0,-1 0,-1 0,0-1,0 1,-1 0,-1-1,0 1,0-1,-1 1,0 0,-1 0,-1 0,0 1,0-1,-1 1,0 0,-1 0,0 0,0 1,-1 0,-4-4,-1 2,0 0,-1 1,0 1,0 0,-1 0,0 2,-1-1,0 2,0 0,0 1,0 0,-1 2,0-1,0 2,0 0,0 1,0 1,-1 0,1 1,0 1,0 1,0 0,1 1,-1 0,1 1,0 1,0 1,0 0,1 1,0 0,-9 8,17-10,-1 0,1 0,0 1,1 0,0 0,0 0,0 1,1-1,0 1,1 0,0 1,0-1,0 0,1 1,1 0,-1-1,1 1,1 0,-1 0,2-1,-1 1,1 0,1 0,-1-1,1 1,1-1,0 1,0-1,0 0,1 0,1-1,3 6,5 4,1 0,1-1,1-1,0 0,1-1,0-1,1 0,19 9,66 36</inkml:trace>
  <inkml:trace contextRef="#ctx0" brushRef="#br0" timeOffset="38812.979">9292 4126,'-5'-1,"1"1,0 0,-1 0,1 0,0 1,-1-1,1 1,0 0,0 0,0 1,-1-1,2 1,-1 0,0 0,0 0,0 1,1-1,0 1,-1 0,1 0,0 0,0 0,0 0,1 1,-1-1,1 1,0 0,0 0,-1 2,-2 5,1-1,0 1,0 0,1 0,1 1,0-1,0 1,1-1,1 1,0 7,1-8,1 0,0 0,0 0,1 0,1 0,0-1,0 1,1-1,0 0,1-1,0 1,1-1,0 0,0-1,1 1,0-1,0-1,1 0,0 0,0-1,0 0,1 0,5 1,8 4,0-2,0 0,1-1,1-2,-1 0,1-2,0-1,0 0,0-2,3-1,-5-1,1-1,-1-1,0 0,0-2,0-1,0-1,-1-1,0 0,5-5,-18 8,1 0,-1 0,0-1,0 0,-1-1,0 0,0 0,0-1,-1 1,0-2,-1 1,0-1,0 0,-1-1,0 1,-1-1,0 0,0 0,-1 0,0 0,0-5,-2 2,-1 0,0 0,0 0,-2 0,1 0,-2 0,0 0,0 0,-1 1,-1 0,0-1,0 2,-1-1,-1 1,0-1,-1 2,0-1,0 1,-1 1,0-1,-9-5,3 2,0 1,0 1,-2 0,1 1,-1 1,0 0,-1 2,0 0,0 1,-1 0,0 2,0 0,0 1,-12 0,21 3,-1 0,1 0,-1 1,1 1,-1-1,1 2,0-1,0 2,0-1,0 1,1 1,-1-1,1 2,0-1,0 1,1 1,0 0,0 0,1 0,0 1,0 0,0 0,1 1,0 0,1 0,0 0,1 1,0 0,0-1,1 2,0-1,1 0,0 0,1 1,0-1,0 10,2-8,1 0,1 0,0 0,0 0,1 0,1-1,0 0,0 0,1 0,1-1,0 0,0 0,4 4,50 53</inkml:trace>
  <inkml:trace contextRef="#ctx0" brushRef="#br0" timeOffset="39197.462">11684 4085,'-6'8,"0"1,1-1,0 1,0 0,1 0,0 0,0 1,1-1,1 1,-1 0,2 0,-1 0,1 0,1 0,0 0,0 0,1 0,0 0,1 0,0 0,0 0,1-1,1 1,0-1,0 0,0 0,1 0,1 0,0-1,0 0,0 0,1-1,7 7,0-3,1 0,0-1,0-1,1 0,1-1,0-1,0-1,0 0,0-1,1-1,0-1,0 0,0-1,0-1,1-1,-1 0,0-2,0 0,0-1,0 0,-1-2,1 0,-1-1,0-1,0 0,-1-1,0-1,5-4,-12 5,1-1,-1 1,-1-1,0 0,0-1,-1 0,0-1,0 1,-1-1,-1 0,0-1,0 1,-1-1,-1 0,0 0,-1 0,0-1,0 1,-2 0,1-1,-2 1,1-1,-2 1,0 0,0 0,-1-1,-1 2,0-1,-4-9,1 6,0 0,-1 1,0-1,-2 2,1-1,-2 1,0 1,0 0,-1 0,0 1,-1 1,0 0,-1 1,0 0,-1 1,0 1,0 0,0 1,-1 1,0 0,0 1,0 1,0 1,-1 0,1 1,-1 0,1 2,-1 0,1 0,0 2,-1 0,-3 2,3 2,0 0,1 1,0 1,0 1,1 0,0 1,1 1,1 0,-1 1,2 0,0 1,0 0,2 1,-5 8,-30 53</inkml:trace>
  <inkml:trace contextRef="#ctx0" brushRef="#br0" timeOffset="39563.728">11858 5877,'32'-1,"0"-1,0-2,-1-1,0-1,0-2,11-5,-32 10,0 0,-1-1,0 0,0-1,0 0,-1 0,1-1,-1 0,0-1,-1 1,0-1,0-1,0 0,-1 0,0 0,-1 0,0-1,0 0,-1 0,0 0,0-1,-1 0,0 1,0-6,-1-8,-1 0,0 0,-2 0,0 0,-2 1,-1-1,0 0,-2 1,0 0,-2 0,0 1,-2 0,0 0,-1 1,-1 1,-1 0,-1 0,0 1,-1 1,-1 1,-1 0,-4-2,15 12,0 1,0 0,-1 0,0 0,0 1,0 0,0 0,-1 1,1 0,-1 0,0 1,0 0,0 0,0 1,0 0,0 1,-1-1,1 2,0-1,0 1,0 0,0 1,0 0,0 0,0 1,0 0,1 0,-1 0,-1 2,-1 4,-1-1,1 2,1-1,0 1,0 1,1-1,0 2,1-1,0 1,1 0,0 0,-1 8,-44 158,47-160,-11 51</inkml:trace>
  <inkml:trace contextRef="#ctx0" brushRef="#br0" timeOffset="40097.305">9666 5624,'-7'14,"-1"1,2 0,0 0,1 0,0 1,1 0,1 0,1 0,-1 10,0-11,1 0,1 0,0 1,0-1,2 1,0-1,1 0,0 1,1-1,1 0,1-1,0 1,0-1,2 0,0 0,0 0,1-1,1 0,0-1,1 0,0 0,1-1,0-1,7 5,-1-4,0-2,1 0,0-1,0-1,1-1,-1 0,2-2,-1 0,0-1,1-1,-1 0,1-2,0 0,-1-2,1 0,-1-1,0-1,0 0,0-2,0 0,7-4,-8 3,-1-1,0 0,0-1,-1-1,0-1,-1 0,0-1,-1-1,0 0,-1 0,0-2,-2 1,1-2,-2 0,0 0,-1 0,0-2,-2 1,0-1,-1 0,0 0,-1-4,-3 4,0-1,-1 1,-1-1,-1 0,0 0,-2 1,0-1,-1 1,-1 0,0 0,-1 1,-2-1,1 1,-2 1,0-1,-1 1,-1 1,0 0,-1 1,-1 0,0 1,-1 0,0 1,-1 0,0 1,-1 1,0 1,-1 0,0 1,0 1,0 0,-1 2,0 0,-1 1,1 0,-1 2,1 0,-1 1,-1 1,-8 3,1 1,0 2,0 0,0 2,1 1,0 0,1 3,0 0,1 1,1 1,0 1,-9 9,-25 22,2 2,2 3,2 2,1 3,-45 58</inkml:trace>
  <inkml:trace contextRef="#ctx0" brushRef="#br0" timeOffset="40883.744">4158 5903,'-12'15,"0"0,2 0,-1 1,2 0,0 0,1 1,1 1,0-1,2 1,0 0,0 0,2 1,0-1,2 1,0 0,1-1,0 1,2 0,0 0,1-1,3 8,-2-14,1 0,-1 0,2-1,0 0,0 0,1 0,0 0,1-1,0-1,1 1,0-1,0-1,1 0,0 0,1-1,-1 0,1-1,1 0,-1-1,1 0,0-1,0 0,0-1,1 0,-1-1,1 0,8-1,-3 1,-1-2,1-1,0 0,-1-1,1 0,-1-2,0 0,0-1,0-1,-1 0,0-1,0-1,-1-1,0 0,0-1,-1 0,0-1,-1-1,0 0,-1-1,0 0,-1-1,-1 0,0-1,-1 0,0 0,-1-3,1-4,0 0,-2 0,0-1,-2 0,-1 0,0 0,-2-1,0 0,-2 1,-1-1,-1 1,-4-21,4 30,-1 1,-1-1,0 1,0 0,-1 1,-1-1,-1 1,1 0,-2 1,0 0,0 0,-1 0,0 1,-1 0,0 1,0 0,-1 1,0 0,-1 1,1 0,-2 0,-8-2,7 4,1 1,-1 0,0 2,-1-1,1 2,0 0,-1 0,1 1,0 1,-1 1,1 0,0 0,0 2,0 0,1 0,-1 1,1 1,0 0,1 1,-1 0,-4 5,-3 2,1 1,0 1,1 1,1 0,0 1,1 1,2 1,0 0,1 1,0 0,2 1,-2 8,1 3,1 1,2 0,1 1,2 0,2 0,1 1,2-1,1 1,1-1,5 20,13 66</inkml:trace>
  <inkml:trace contextRef="#ctx0" brushRef="#br0" timeOffset="48298.28">9412 7989,'3'-40,"2"-1,2 1,1 0,3 1,1 0,7-15,7-24,45-218,-65 273,-2 23,5 135,-6 70,-9-1,-10 10,15-201,-11 253,16-205</inkml:trace>
  <inkml:trace contextRef="#ctx0" brushRef="#br0" timeOffset="48877.75">11592 7455,'10'89,"-9"-63,1 1,1 0,1-1,2 0,0 0,2-1,1 1,1-2,1 1,1-2,2 3,-10-20,1 0,-1-1,1 0,0 0,0 0,1 0,-1-1,1 0,0 0,0 0,1-1,-1 0,1 0,-1 0,1-1,0 0,0-1,0 1,0-1,0-1,0 1,1-1,-1-1,0 1,0-1,0 0,0-1,0 0,3-1,12-7,0-1,-2 0,1-2,-1 0,-1-2,-1 0,0-1,0-1,-2 0,0-1,-2-1,1-2,0 2,-2 0,-1-1,0-1,-2 0,0-1,-1 0,-2 0,0 0,-1-4,-3 14,-1 0,0-1,-1 1,-1-1,0 1,-1-1,0 1,-1-1,0 1,-1 0,0 0,-1 0,-1 0,0 1,0-1,-1 1,-6-8,3 8,0 1,-1-1,0 2,-1 0,0 0,0 1,-1 0,0 1,-1 0,1 1,-1 0,0 1,-1 1,1 0,-1 1,0 0,0 1,0 1,0 0,0 1,0 0,0 1,0 1,0 0,0 1,1 0,-1 1,-8 4,-21 12,0 3,2 1,0 1,2 3,1 1,2 2,0 2,0 3,8-11,-59 56</inkml:trace>
  <inkml:trace contextRef="#ctx0" brushRef="#br0" timeOffset="49500.114">7046 7562,'13'101,"-10"-66,1-1,2 0,1-1,1 0,8 15,-15-43,1 0,-1-1,1 1,1-1,-1 1,1-1,-1 0,1 0,0 0,1 0,-1 0,1-1,0 1,0-1,0 0,0-1,0 1,1 0,-1-1,1 0,-1 0,1-1,0 1,0-1,0 0,1 0,4-3,0 0,0-1,0 0,0-1,0 0,-1 0,1-1,-1 0,0-1,-1 0,0-1,1 1,-2-1,1-1,-1 0,3-4,11-11,-1 0,-1-1,-1-1,-2 0,0-2,-2 1,-1-2,-1 0,-1-1,2-12,-10 32,0-1,-1 1,0-1,-1 0,1 0,-2 0,0 1,0-1,-1 0,0 0,0 0,-1 0,-1 1,0-1,0 1,-1 0,0 0,0 0,-1 0,0 1,-1-1,1 2,-2-1,1 0,-1 1,0 0,-2 0,-1 1,0 0,-1 0,1 1,-1 1,0 0,-1 1,1-1,-1 2,1 0,-1 0,0 1,0 1,0 0,1 1,-1 0,0 0,1 1,-8 3,-16 4,-1 2,1 2,1 1,0 2,-9 7,-192 119,127-72</inkml:trace>
  <inkml:trace contextRef="#ctx0" brushRef="#br0" timeOffset="49965.41">4707 7882,'-8'23,"2"0,0 1,2-1,0 1,2 0,0 7,2-21,0 0,1 0,0 0,0 0,1 0,1 0,0-1,0 1,0-1,1 1,1-1,-1 0,2-1,-1 1,1-1,1 0,-3-3,1-1,-1 0,1 0,0 0,0-1,1 1,-1-1,1-1,0 1,-1-1,1 0,0 0,0 0,1-1,-1 0,0-1,0 1,1-1,-1 0,0 0,0-1,0 0,1 0,-1-1,0 1,0-1,5-3,5-2,-1-1,0 0,0-1,0 0,-1-1,-1-1,0 0,0-1,7-10,-3 3,-2-2,0 0,-1 0,-2-1,0-1,-1 0,-1-1,2-11,-7 20,-1 0,0 0,-1 0,-1-1,-1 1,0-1,-1 1,0-1,-2 1,1-1,-2 1,0 0,-1 0,-3-7,3 12,0 1,-1 0,1 1,-2-1,1 1,-1 0,-1 1,1-1,-1 1,0 0,-1 1,0 0,0 0,0 1,-1 0,1 0,-1 1,0 0,-1 0,1 1,-1 1,1-1,-1 2,0-1,0 1,0 1,0 0,0 0,0 1,1 0,-1 0,0 2,-3 0,-2 5,-1 1,1 0,1 2,0-1,0 2,1 0,1 0,0 1,1 1,0 0,1 0,0 1,2 1,-1-1,2 1,0 1,1-1,1 1,0 0,1 6,-6 16,2 0,2 0,1 1,2-1,2 3,5 63</inkml:trace>
  <inkml:trace contextRef="#ctx0" brushRef="#br1" timeOffset="65451.483">3503 4113,'-16'22,"0"3,-6 6,2 2,1 0,1 1,2 1,1 1,2 0,-5 26,-63 282,65-177,8-44,7-119,-10 71,3 0,3 0,3 0,4 11,10 90,-4-49,18 92,-5-86,-9-49,3-1,4-1,22 57,-29-107,1-1,2 0,1-1,2-1,1-1,1 0,1-1,18 17,-17-27,0 0,0-2,2 0,0-2,0 0,26 8,22 13,-57-27,0-1,1 0,-1-2,1 0,0 0,0-1,1-1,-1-1,0 0,1-1,-1-1,1-1,13-3,176-36,-167 29,0-1,-1-2,0-2,-2-1,0-2,-1-1,0-2,0-4,-20 17,11-8,-1-1,-1-2,-1 0,-1-1,12-16,43-48,54-70,-85 79,-3-2,-3-1,22-70,-46 105,-2 0,-1-1,-3-1,-2 0,-2 0,-2-1,-2-40,-18-350,-34 85,34 175,12 149,-1 1,-1 0,-1 0,-1 1,-2 0,-1 0,-1 1,-1 0,-14-20,14 29,-1 0,0 1,-2 1,1 0,-17-11,-13-13,-44-63,75 91,0 0,-1 1,0 0,0 1,-1 1,0 0,-1 1,1 1,-1 0,-7 0,-3-3,-21-8,23 7,-1 1,0 1,-1 1,1 2,-1 0,-5 2,-62 0,0 5,1 4,-8 5,81-7,-1 1,1 1,0 0,0 2,1 0,0 2,0 0,1 1,1 0,-1 2,2 0,0 1,1 0,-2 3,-17 22,1 1,1 1,3 2,1 1,-1 9,-15 30,7-7</inkml:trace>
  <inkml:trace contextRef="#ctx0" brushRef="#br1" timeOffset="79528.31">1231 7120,'68'-16,"449"-183,-353 132,1043-398,-1185 457,-42 7,1 3</inkml:trace>
  <inkml:trace contextRef="#ctx0" brushRef="#br1" timeOffset="79782.205">2675 6319,'27'11,"25"4,22 0,14-4,8-3,-3-2,-13 3,-20 10,-27 18,-35 20,-38 22,-36 19,-32 19,4-12</inkml:trace>
  <inkml:trace contextRef="#ctx0" brushRef="#br1" timeOffset="80600.018">361 6171,'0'16,"0"17,0 16,0 13,0 11,0 3,0 0,0-3,0-14</inkml:trace>
  <inkml:trace contextRef="#ctx0" brushRef="#br1" timeOffset="80794.568">282 6880,'15'-12,"16"-7,10-6,8-3,2-1,0 1,-5 2,-10 5</inkml:trace>
  <inkml:trace contextRef="#ctx0" brushRef="#br1" timeOffset="81050.359">322 6131,'23'-12,"20"-5,18-5,9 0,-7 2</inkml:trace>
  <inkml:trace contextRef="#ctx0" brushRef="#br1" timeOffset="81330.131">776 6345,'-39'208,"34"-186,-15 128,20-149,0 1,0-1,0 1,0-1,0 0,0 1,0-1,0 0,1 1,-1-1,1 0,-1 0,1 1,-1-1,1 0,0 0,-1 0,1 1,0-1,0 0,0 0,0 0,0-1,0 1,0 0,0 0,0 0,1-1,-1 1,0-1,0 1,1-1,-1 1,0-1,1 0,-1 0,0 1,1-1,-1 0,0 0,1 0,-1-1,0 1,1 0,-1 0,0-1,1 1,0-1,62-30,-63 31,146-101,-103 68</inkml:trace>
  <inkml:trace contextRef="#ctx0" brushRef="#br1" timeOffset="81546.057">1057 6371,'0'14,"0"20,0 23,0 24,0 24,0 20,0 18,0-17</inkml:trace>
  <inkml:trace contextRef="#ctx0" brushRef="#br1" timeOffset="83599.401">6819 3952,'-8'-3,"0"0,0 1,0-1,-1 2,1-1,0 1,-1 1,1-1,-1 1,1 1,-1 0,1 0,0 0,-1 1,1 0,0 1,-1 0,-17 13,1 0,0 1,2 2,0 0,1 2,0 0,2 1,1 2,-9 14,0-2,2 1,1 2,2 1,2 0,1 2,3 0,1 1,2 1,-3 23,-82 405,69-353,6-33,4 2,3 0,5 1,3 0,4 1,12 32,5-2,17 62,-27-165,2 13,1 0,1-1,1 0,2 0,0 0,2-1,2-1,0 0,2 0,1-2,0 0,2 0,2-2,25 20,3-3,50 32,-76-56,-1 0,1 0,1-2,1 0,0-2,0-1,1 0,1-2,0-1,0-1,0-1,1-2,4 0,38-3,-1-4,0-2,0-3,44-13,-59 10,0-2,-1-2,-1-3,0-2,-2-2,0-3,-2-1,-1-3,-1-1,-1-2,-2-3,-2-1,8-11,-25 20,0-1,-3-1,0-2,-2 1,-1-2,-2-1,-1 0,-1 0,-2-1,-2-1,1-10,11-72,-6-1,-1-88,-13 194,10-200,-13-117,-2 249,-5 0,-2 0,-4 1,-4 1,-21-56,24 86,-2 0,-3 2,-1 0,-2 1,-2 1,-2 2,-2 0,-1 2,-3 2,-14-13,38 42,0 1,0 0,0 1,-1 0,0 0,0 1,-1 1,1 0,-1 0,-1 2,1-1,0 1,-1 1,0 0,1 1,-1 0,0 1,0 1,1 0,-1 0,0 2,1-1,0 2,-3 0,-13 10,0 2,0 1,2 1,0 1,1 2,1 0,1 2,1 0,1 1,1 2,1 0,-2 7,-106 185,80-118</inkml:trace>
  <inkml:trace contextRef="#ctx0" brushRef="#br1" timeOffset="84347.995">7394 5624,'-2'15,"-1"13,0 8,0 5,2 4,0 2,-2-1,-3 2,-2-2,0-8</inkml:trace>
  <inkml:trace contextRef="#ctx0" brushRef="#br1" timeOffset="84597.132">7287 6131,'18'-9,"15"-8,11-5,5-3,1-1,-6 6,-5 2,-10 6</inkml:trace>
  <inkml:trace contextRef="#ctx0" brushRef="#br1" timeOffset="84850.04">7207 5624,'22'-14,"20"-9,15-5,13-2,5 1,-4 4,-13 6</inkml:trace>
  <inkml:trace contextRef="#ctx0" brushRef="#br1" timeOffset="85285.397">7755 5810,'6'17,"1"0,2-1,-1 0,2-1,0 0,0-1,2 0,0 0,0-1,1-1,14 10,-10-6,1 0,-2 1,-1 0,0 2,-1-1,6 12,-18-27,0 0,0 1,0-1,0 1,-1 0,1-1,-1 1,0 0,0 0,0 0,-1 0,1 0,-1 0,0 0,0 0,-1 0,1 0,-1 0,0-1,0 1,0 0,0 0,-1 0,1-1,-1 1,0-1,0 1,0-1,-1 0,1 0,-1 0,0 0,0 0,0-1,0 1,0-1,0 0,-1 0,1 0,-1 0,0 0,-1-1,-56-6,33-8</inkml:trace>
  <inkml:trace contextRef="#ctx0" brushRef="#br1" timeOffset="85527.742">7875 5690,'9'-16,"10"-12,11-10,11-6,13-6,8-5,5 1,-8 10</inkml:trace>
  <inkml:trace contextRef="#ctx0" brushRef="#br1" timeOffset="87161.95">12500 3604,'-7'-11,"0"0,-1 0,0 1,-1 0,0 0,-1 1,1 0,-2 1,1 0,-1 1,-1 0,1 0,-1 1,0 1,-1 0,1 1,-8-2,-13 3,0 2,1 1,-1 2,0 1,1 2,-1 1,1 1,1 2,0 1,0 1,-4 4,-7 4,1 1,1 3,1 0,0 3,2 1,2 2,0 2,-4 6,-36 43,3 4,-50 77,93-125,2 2,2 1,2 1,1 1,2 1,2 0,2 2,2 0,-7 38,9 26,4 1,7 101,2-166,0-4,2 0,1-1,2 1,2-1,2-1,1 1,14 27,13 22,4-1,4-2,3-3,4-2,51 59,-67-95,2-2,1-1,2-3,2-1,1-2,2-3,1-1,32 14,-57-35,-1-1,1-1,1-1,0-1,0-2,0 0,0-1,1-1,-1-2,0 0,1-2,-1-1,0 0,0-2,0-1,0-1,-1 0,-1-2,1-1,8-5,25-14,0-1,-2-3,-1-2,-2-3,-2-2,10-12,-38 30,-1-1,0-1,-2-1,-1 0,-1-2,-2 1,0-2,-2 0,0-1,-3 0,0 0,-2-1,-1 0,-1-2,36-381,-20-36,-24-185,1 556,-4-1,-12-63,13 119,0 0,-1 0,-1 1,-2 0,0 0,-1 1,-1 0,-1 1,-1 0,-1 0,-9-9,13 19,0 1,0 0,-1 1,0 0,0 1,-1 0,0 0,0 1,-1 1,1 0,-1 1,0 1,0 0,-1 0,1 1,-1 1,1 0,-1 1,1 1,-1 0,1 0,-1 2,1 0,0 0,0 1,0 0,1 2,-1-1,1 1,0 1,1 0,-9 7,6 0,-1-1,2 2,0 0,1 1,1 0,-3 5,-19 36</inkml:trace>
  <inkml:trace contextRef="#ctx0" brushRef="#br1" timeOffset="87798.511">13302 5690,'0'16,"-2"12,-1 8,0 7,1 6,-2 3,-2-1,-3-1,-2-3,1-10</inkml:trace>
  <inkml:trace contextRef="#ctx0" brushRef="#br1" timeOffset="88053.376">13195 6198,'12'-3,"12"-2,11-5,12-4,8-1,3 0,-3 0,-7 2,-13 4</inkml:trace>
  <inkml:trace contextRef="#ctx0" brushRef="#br1" timeOffset="88225.915">13249 5463,'2'-7,"10"-4,17-1,16-2,18-2,13 2,7 2,-9 2</inkml:trace>
  <inkml:trace contextRef="#ctx0" brushRef="#br1" timeOffset="88648.79">14185 5770,'-31'6,"2"1,-1 1,1 1,0 2,1 1,1 1,0 2,-16 11,33-21,1 0,1 0,-1 1,1 0,0 1,0 0,1 0,0 1,0 0,1 0,0 0,0 1,1 0,0 0,1 1,0-1,0 1,1 0,0 0,1 0,0 0,1 0,0 0,0 1,1-1,1 0,0 1,0-1,1 0,0 0,3 8,4-2,1 0,0-1,1 0,1-1,0 0,1-1,1-1,0 0,0 0,1-1,1-1,-1-1,2 0,-1-1,1-1,1-1,-1 0,1-1,6 1,-17-5,0 1,0-1,0-1,0 1,1-1,-1 0,0-1,0 1,0-2,0 1,0-1,0 0,0 0,0-1,-1 0,1 0,-1 0,0-1,0 0,0 0,0-1,-1 0,0 0,0 0,0 0,-1-1,1 0,-1 0,-1 0,3-6,-3 8,0 0,-1-1,0 1,0-1,0 1,0-1,-1 0,0 0,0 0,0 0,0 0,-1 1,0-1,0 0,0 0,-1 0,0 0,0 0,0 0,0 0,-1 0,0 1,0-1,0 1,0-1,-1 1,0 0,0 0,0 0,0 0,-1 1,1-1,-1 1,0 0,0 0,0 0,0 0,-2 1,-5 0,-1 1,1 0,-1 1,1 1,-1 0,1 0,0 1,-1 1,1 0,0 0,0 1,1 1,-1 0,1 0,0 1,0 0,1 0,-3 4,-45 29,6-1</inkml:trace>
  <inkml:trace contextRef="#ctx0" brushRef="#br1" timeOffset="90033.117">9506 3510,'-18'-3,"-1"1,1 0,0 1,-1 1,1 0,-1 2,1 0,0 1,0 1,0 1,0 0,1 1,0 1,0 1,0 0,1 1,1 1,0 1,0 0,1 0,0 2,0 1,-19 27,3 1,2 1,1 1,2 2,3 0,1 2,3 0,1 1,0 13,-23 92,6 2,7 1,7 2,7 0,7 0,7 4,-1-44,5-1,6 0,4 0,6-2,30 96,-27-135,3 0,4-2,3-2,4 0,2-3,9 7,-36-57,2-1,-1-1,2-1,0 0,2-1,-1-1,2 0,0-1,0-2,2 0,-1-1,2 0,-1-2,20 5,13-4,0-3,1-2,-1-2,1-3,0-2,-1-2,1-3,-1-2,37-13,-62 16,0-1,0-1,0-2,-1-1,-1-1,0-1,0-2,-2 0,0-2,0-1,-2-1,8-9,2-8,0-1,-3-2,-1-1,-2-1,-2-2,-2 0,-2-2,-2 0,-1-1,-3-1,-2-1,-2 0,-2 0,-2-1,-1-15,3-60,-5-1,-5 0,-6 0,-6 1,-12-43,-6 32,-6 2,-5 1,-6 3,-6 1,-6 3,-38-56,74 132,-3 2,-1 0,-3 2,-1 2,-2 1,-3 1,0 2,-3 2,-6-3,38 34,0 0,0 1,-1-1,0 2,0-1,0 1,-1 1,1 0,-1 0,0 1,1 0,-1 0,0 1,0 1,0 0,0 0,0 1,0 0,0 0,0 2,0-1,1 1,-1 0,1 1,0 0,0 1,-6 3,-2 5,1 2,1 0,0 0,0 2,2 0,0 0,-7 14,-32 54</inkml:trace>
  <inkml:trace contextRef="#ctx0" brushRef="#br1" timeOffset="90885.348">10843 6118,'0'7,"0"8,0 12,-3 10,-2 7,-1 9,-2 3,-1 2,-2 0,2-3,1-11</inkml:trace>
  <inkml:trace contextRef="#ctx0" brushRef="#br1" timeOffset="91132.833">10722 6652,'14'-4,"13"-4,12-6,9-4,7-1,1-3,-3 1,-8 1,-11 2,-12 4</inkml:trace>
  <inkml:trace contextRef="#ctx0" brushRef="#br1" timeOffset="91380.207">10749 6025,'16'-7,"16"-2,15-2,13-2,4 0,-7 2</inkml:trace>
  <inkml:trace contextRef="#ctx0" brushRef="#br1" timeOffset="91594.634">11150 6198,'222'-22,"-219"21,0 1,0 0,1 0,-1 0,0 0,1 1,-1-1,0 1,0 0,0 0,0 0,0 1,0-1,0 1,0-1,0 1,0 0,-1 0,1 0,-1 0,0 1,1-1,-1 1,0-1,0 1,-1 0,1 0,-1 0,1 0,-1 0,0 0,0 0,0 0,0 0,-1 1,0-1,1 1,-2 16,-1 0,-1-1,-1 0,0 0,-1 0,-1 0,-4 7,-13 44,20-62,0 0,0 0,1 0,0 0,1 1,0-1,0 1,0-1,1 0,1 1,-1-1,1 1,1-1,-1 0,2 1,-1-1,1 0,0 0,1-1,-1 1,2-1,-1 0,1 0,0 0,1 0,13 7</inkml:trace>
  <inkml:trace contextRef="#ctx0" brushRef="#br1" timeOffset="91759.192">11190 6559,'19'-11,"21"-11,24-6,25-5,17-4,11-3,-14 6</inkml:trace>
  <inkml:trace contextRef="#ctx0" brushRef="#br1" timeOffset="104632.075">7688 4581,'-5'0,"-1"2,0 3,-3 3,0 0</inkml:trace>
  <inkml:trace contextRef="#ctx0" brushRef="#br1" timeOffset="104917.829">7072 5890,'-2'3,"-5"2,-2 1</inkml:trace>
  <inkml:trace contextRef="#ctx0" brushRef="#br1" timeOffset="107349.453">1752 4326,'-16'24,"1"1,1 1,1 1,1-1,2 2,0-1,2 2,2-1,0 1,2 0,1 0,1 0,1 5,2-20,0 1,0-1,1 0,1 0,1 0,0-1,0 1,2-1,1 5,-4-13,0 0,0 0,0 0,1-1,-1 1,1-1,0 0,0 0,1 0,-1 0,1-1,0 0,0 0,0 0,0-1,1 1,-1-1,1-1,-1 1,1-1,0 0,-1 0,6 0,-6-1,0 0,0 0,0-1,0 0,0 0,0 0,0 0,0-1,0 0,-1 0,1 0,-1 0,0-1,1 0,-1 0,0 0,0 0,-1-1,1 0,-1 1,0-1,0 0,0-1,0 1,-1 0,0-1,0 0,0 1,0-2,5-14,-1 0,-1 0,-1 0,-1-1,0 1,-1-13,0-6,-1 0,-2 1,-1-1,-2 1,-2 0,-1 0,-2 0,-2 1,-1 1,-13-25,24 58,0-1,0 0,-1 0,0 1,1-1,-1 1,-1-1,1 1,0 0,-1 0,0 0,0 0,0 0,0 1,0-1,0 1,-1 0,1 0,-1 0,1 1,-1-1,0 1,0-1,1 1,-1 1,0-1,0 0,0 1,0 0,0 0,-4 1,-2 3,1 1,-1 0,1 1,0 0,1 1,-1-1,1 2,1-1,-1 1,1 0,1 1,-1-1,2 2,-1-1,-5 11,1 0,0 0,2 1,1 0,0 0,1 1,2 0,0 0,1 0,2 0,0 0,1 1,1-1,1 0,1 0,1 0,1 0,1-1,1 1,1-1,10 19,-9-23,0 0,2 0,0-1,1 0,0-1,1-1,1 0,1 1,-12-13,-1-1,1 1,-1-1,1 1,-1-1,1 0,0 0,0 0,0-1,0 1,-1-1,1 1,0-1,0 0,0 0,0 0,0-1,0 1,0-1,0 0,0 1,-1-1,1 0,0-1,-1 1,1 0,-1-1,1 0,-1 1,1-1,-1 0,0 0,0 0,0-1,0 1,1-3,18-16,-1-1,-1 0,-1-2,-1 0,-2-1,3-7,-11 17,-2 0,0 0,0-1,-2 0,0 0,0 0,-2 0,0 0,-1 0,0 0,-2 0,0 0,0 0,-3-5,-3-13,-2 0,-1 1,-2 0,-2 1,0 1,-3-1,15 24,0 1,-1-1,0 1,0 1,-1-1,0 0,0 1,-1 0,1 0,-1 1,-1-1,1 1,-1 1,0-1,0 1,0 0,0 1,-7-2,11 5,0 1,-1 0,1 0,0 0,0 0,-1 1,1-1,0 1,0 0,0 0,1 0,-1 0,1 1,-1-1,1 1,-1-1,1 1,0 0,0 0,1 0,-1 0,1 0,-1 0,1 0,0 1,-3 3,-12 25,1 1,1 0,2 1,2 0,1 1,1 0,2 1,2 0,1-1,1 1,3 0,1 0,2 12,-3-36,1 0,0 0,1 0,0-1,0 0,1 1,1-1,0 0,1-1,0 1,0-1,1-1,0 1,1-1,0 0,0-1,1 0,0 0,1-1,0 0,0 0,0-1,1-1,-1 0,1 0,1-1,7 2,-14-6,0 0,0 1,0-1,0-1,0 1,0-1,0 0,0 0,0-1,0 1,-1-1,1 0,-1 0,1-1,-1 1,0-1,0 0,0 0,0-1,0 1,-1-1,1 1,-1-1,0 0,-1-1,1 1,1-2,3-8,0-1,-1 1,-1-1,0 0,-1-1,-1 1,0-1,-1-4,3-14,-3 0,0-1,-3 1,0-1,-3 1,0 0,-3 0,0 0,-3 1,-1-1,8 25,-1 1,0-1,-1 1,1 0,-2 0,1 1,-1 0,0 0,-1 0,-4-4,8 9,-1 0,1-1,0 1,-1 0,0 1,1-1,-1 1,0-1,0 1,0 0,0 0,0 1,0-1,0 1,0 0,0 0,0 1,0-1,0 1,0 0,0 0,0 0,0 0,0 1,0 0,-10 7,1 0,1 1,0 0,0 1,1 1,1 0,0 0,0 1,1 0,1 1,0 0,1 0,1 1,0-1,1 1,0 1,-1 8,2-9,-1 0,2 0,0 1,1-1,0 1,1 0,1-1,1 1,0 0,1-1,0 1,2-1,4 14,26 45,-18-43</inkml:trace>
  <inkml:trace contextRef="#ctx0" brushRef="#br1" timeOffset="109050.909">1525 6077,'154'-171,"-113"134,-40 38,0-1,1 1,-1 0,0 0,0 0,0-1,1 1,-1 1,0-1,0 0,-1 0,1 0,0 0,0 1,-1-1,1 0,0 1,-1-1,1 0,-1 1,0-1,1 1,-1-1,0 1,0-1,0 0,0 1,0-1,0 1,-1-1,1 1,0-1,-1 1,1-1,-1 0,1 1,-2 0,2 0,-3 28,-5 34,2-1,3 1,3 0,3 0,2 0,4 4,8 5,-13-101,-5-511,1 1011,12-702,-11-11,-1 240,1 0,-1 0,0 0,1 0,-1 0,0 0,0-1,0 1,0 0,0 0,0 0,0 0,0 0,0-1,-1 1,1 0,0 0,-1 0,1 0,-1 0,1 0,-1 0,1 0,-1 0,0 0,0 0,1 1,-1-1,0 0,0 0,0 1,0-1,0 0,0 1,0-1,0 1,0-1,0 1,0 0,0-1,0 1,0 0,-1 0,0 0,-61 44,47-29,-219 173,287-228,-3 4,-3-2,-1-1,-1-3,4-9,-47 50,-1 1,0-1,0 0,0 1,0-1,0 1,0-1,0 0,1 1,-1-1,0 1,0-1,1 1,-1-1,0 1,1-1,-1 1,1-1,-1 1,1-1,-1 1,0 0,1-1,0 1,-1 0,1-1,-1 1,1 0,-1 0,1 0,0-1,-1 1,1 0,-1 0,1 0,0 0,-1 0,1 0,-1 0,1 0,0 0,-1 1,1-1,-1 0,1 0,0 0,-1 1,1-1,-1 0,1 1,-1-1,1 0,-1 1,1-1,-1 1,0-1,1 1,-1-1,1 1,-1-1,0 1,11 161,-8 258,-5-457,-1 14</inkml:trace>
  <inkml:trace contextRef="#ctx0" brushRef="#br1" timeOffset="110047.337">1819 4474,'-53'-84,"51"82,0 0,0 0,0 1,0-1,0 1,0-1,0 1,0-1,-1 1,1 0,0 0,-1 0,1 1,-1-1,0 0,1 1,-1 0,1 0,-1-1,1 2,-1-1,0 0,1 0,-1 1,1-1,-1 1,1 0,-1 0,1 0,0 0,-1 0,1 1,0-1,0 1,0-1,0 1,-9 8,2 1,-1 0,1 1,1 0,0 1,1-1,0 1,1 1,0-1,-1 9,-3 10,0 1,3 0,1 0,1 1,2-1,1 1,2 0,2 12,-3-38,1 0,1 0,-1 0,1 0,0 0,1 0,0-1,0 1,1-1,0 1,0-1,1 0,0 0,0 0,0-1,1 1,0-1,0 0,1 0,0-1,0 0,0 0,1 0,-1-1,1 0,7 3,-5-5,-1 0,1-1,0 0,0 0,0-1,0 0,0 0,0-1,0-1,0 0,0 0,0 0,-1-1,1 0,-1-1,0 0,0 0,0-1,4-3,0 0,-1-1,1-1,-1 1,-1-2,0 1,0-2,-1 1,-1-1,0 0,-1-1,6-11,-8 7,-1 0,0-1,-1 1,-1-1,-1 1,0-1,-2 0,0 0,0 1,-2-1,0 1,-1-1,-1 1,-1 1,0-1,-1 1,-1 0,0 0,-1 1,-1 0,0 1,-1 0,-1 0,0 1,-4-2,12 8,-1 1,-1 0,1 0,-1 0,0 1,0 0,0 0,-1 1,1-1,-1 1,-1 1,1-1,0 1,-1 1,1-1,-1 1,0 0,-1 1,5 2,0 1,1 0,-1 0,1 0,-1 1,1-1,0 1,0 0,0 0,0 0,1 0,-1 0,1 0,0 1,0 0,0-1,0 1,0 0,1 0,0-1,0 1,0 0,0 1,1-1,-10 39,3 0,1 0,2 1,2 0,3 19,-3-42,1 1,1 0,1 0,1 0,1 0,1-1,1 1,1-1,1 0,0 0,2-1,6 11,-13-28,0-1,0 1,0 0,1 0,-1-1,1 0,0 1,0-1,0 0,0 0,0 0,0-1,0 1,1-1,-1 0,1 0,-1 0,1 0,-1-1,1 1,-1-1,1 0,-1 0,1 0,0 0,-1-1,1 0,-1 1,1-1,-1 0,0-1,1 1,-1-1,1 0,11-7,-1-1,-1-1,1 0,-2 0,1-2,-2 1,1-2,-2 1,0-1,-1-1,0 0,-1 0,-1-1,0 0,1-7,-1 4,-2 0,0 0,-1 0,-1-1,0 0,-2 0,0 1,-2-1,0 0,-3-12,3 21,-2-1,1 1,-1 0,-1 0,0 0,-1 1,0-1,0 1,-1 0,0 1,-1 0,0-1,-1 2,0-1,0 1,-1 1,0 0,-9-6,14 10,0 0,-1 1,0 0,1 0,-1 0,0 0,0 1,0 0,0 0,0 0,0 1,0 0,0-1,0 2,-1-1,1 1,0 0,0 0,0 0,1 0,-1 1,0 0,0 0,1 1,-1-1,1 1,0 0,0 0,0 0,0 1,0-1,1 1,0 0,-1 0,1 0,-5 10,1 0,0 1,1 0,1 0,0 0,1 1,1-1,0 1,2 0,-1 0,2 10,-3 46</inkml:trace>
  <inkml:trace contextRef="#ctx0" brushRef="#br1" timeOffset="112477.531">1552 6105,'0'-9,"190"-192,-66 60,-168 229,36-69,1-1,0 1,1 1,2-1,0 1,1 0,1 0,0 0,2 0,1 1,0-1,1 0,1 0,4 12,48 222,-68-396,-54-262,55 343,9 59,2 15,35 370,-18-208,-14-158,9-47,2-148,-9-167,-18 995,27-965,-12 280,1-52,-3 0,-5 1,-11-59,10 120,7 25,0 1,1-1,-1 0,0 1,0-1,0 1,0-1,0 0,0 1,0-1,0 0,0 1,-1-1,1 1,0-1,0 0,0 1,0-1,0 0,-1 1,1-1,0 0,0 1,-1-1,1 0,0 1,0-1,-1 0,1 0,0 1,-1-1,1 0,0 0,-1 0,1 1,0-1,-1 0,1 0,-1 0,1 0,0 0,-1 0,1 0,-1 0,1 0,0 0,-1 0,1 0,-1 0,1 0,0 0,-1 0,1-1,0 1,-1 0,1 0,0 0,-1-1,1 1,0 0,-1 0,1-1,0 1,0 0,-1-1,1 1,0-1,-101 271,87-239,-1-1,-2-1,0-1,-2 0,-3 0,21-26,0 0,0-1,0 1,0 0,0-1,-1 1,1-1,0 0,-1 0,1 1,-1-1,0 0,1 0,-1 0,0 0,0-1,1 1,-1 0,0-1,0 1,0-1,0 0,0 0,0 0,0 0,0 0,1 0,-1 0,0 0,0-1,0 1,0-1,-2 0,4-1,0 0,-1 0,1 0,0 1,0-1,0 0,1 0,-1 0,0 0,1 0,-1 1,1-1,-1 0,1 0,0 1,0-1,0 0,0 1,0-1,0 1,0-1,0 1,1 0,-1-1,1 1,-1 0,1-1,-1 2,92-83,-70 66,-1-2,-1 0,-1-1,-1-2,4-6,-22 28,-1 0,1 0,-1 0,0 0,1 0,-1-1,0 1,0 0,1 0,-1-1,0 1,1 0,-1 0,0-1,0 1,1 0,-1-1,0 1,0 0,0-1,0 1,1 0,-1-1,0 1,0 0,0-1,0 1,0 0,0-1,0 1,0-1,0 1,0 0,0-1,0 1,0 0,0-1,-1 1,1 0,0-1,0 1,0 0,0-1,-1 1,1 0,0-1,0 1,-1 0,1 0,0-1,-1 1,1 0,0 0,-1 0,1-1,0 1,-1 0,1 0,0 0,-1 0,1 0,0 0,-1 0,1-1,0 1,-1 0,-24 7,-36 47,54-46,-45 15,18-12,-59 47,85-52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1:46.4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80,'20'-2,"21"-6,19-5,15-4,7 2,-2 4,-12 2,-18 4</inkml:trace>
  <inkml:trace contextRef="#ctx0" brushRef="#br0" timeOffset="1">95 281,'25'2,"24"-3,22-5,14-3,10-4,1-1,-15 3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1:46.83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60 335,'37'5,"1"-2,0-2,0-1,0-2,0-2,-1-1,29-8,-61 12,0 1,-1-1,1 0,-1 0,1-1,-1 1,0-1,0 0,1 0,-1 0,0-1,-1 1,1-1,0 0,-1 0,0 0,1-1,-1 1,-1-1,1 0,0 1,-1-1,0-1,0 1,0 0,0 0,-1-1,0 1,0-1,0 1,0-1,-1 1,1-5,-6-4,-1 1,0 0,-1 1,0 0,-1 0,0 0,-1 1,0 0,0 0,-1 1,0 1,-1 0,0 0,0 1,-1 0,-3-1,3 1,-1 1,-1 0,1 0,-1 1,0 1,0 1,-1 0,1 0,-1 1,-12 1,21 1,-1 0,0 1,1-1,-1 2,0-1,1 1,-1 0,1 0,0 0,0 1,0 0,0 1,0-1,1 1,-1 0,1 0,0 1,1-1,-1 1,1 0,0 1,0-1,0 1,-1 2,0 0,1 0,0 1,1-1,-1 1,2 0,-1 0,1 0,1 0,-1 0,1 0,1 0,0 0,0 1,1-1,0 0,1 0,0 0,0 0,1 0,0 0,0-1,1 1,0-1,1 0,0 0,0-1,1 1,0-1,0-1,0 1,1-1,0 0,1 0,71 20,-41-21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1:47.0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73,'25'-11,"22"-18,3-3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1:45.28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267 173,'-2'18,"-1"15,0 14,-1 11,-3 7,-5 2,-4-1,-4-2,0-12</inkml:trace>
  <inkml:trace contextRef="#ctx0" brushRef="#br0" timeOffset="252.324">1 787,'13'0,"14"0,14 0,9 0,4 0,-1-2,-6-3,-9-1,-10 1</inkml:trace>
  <inkml:trace contextRef="#ctx0" brushRef="#br0" timeOffset="423.867">40 66,'18'-9,"20"-6,19 1,14 2,8 3,-9 3</inkml:trace>
  <inkml:trace contextRef="#ctx0" brushRef="#br0" timeOffset="687.161">696 347,'114'12,"-109"-11,-1 1,0 0,0 0,1 0,-1 0,0 1,-1-1,1 1,0 0,-1 0,0 1,1-1,-1 1,-1-1,1 1,0 0,-1 0,0 0,0 1,0-1,-1 0,1 1,-1 1,2 14,-2-1,0 0,-2 1,0-1,-1 1,0-1,-2 0,0 0,-2 0,-5 12,5-8,-6 17,-2 3,2 1,1 0,3 1,1-1,3 1,1 1,3 17,0-55,0 0,1 0,1-1,-1 1,1 0,1-1,-1 0,1 1,0-1,1 0,2 3,3 0</inkml:trace>
  <inkml:trace contextRef="#ctx0" brushRef="#br0" timeOffset="938.005">561 761,'23'-5,"23"-5,23-7,19-4,11-3,-12 2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1:44.3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0 212,'2'0,"8"0,16-2,17-3,14-3,12-3,6 1,-6 2,-15 5,-16 7,-15 4</inkml:trace>
  <inkml:trace contextRef="#ctx0" brushRef="#br0" timeOffset="249.331">41 493,'22'0,"22"-2,21-3,20-3,12-3,7-1,0 1,-18 3</inkml:trace>
  <inkml:trace contextRef="#ctx0" brushRef="#br0" timeOffset="488.693">949 453,'16'9,"0"0,0-1,1 0,0-1,1-1,-1-1,1-1,0 0,0-1,1-1,-1-1,0-1,3 0,113-7,-126 6,0-1,0 1,0-2,0 1,-1-1,1 0,-1-1,0 0,0 0,0 0,-1-1,1 0,-1 0,0-1,2-3,-4 4,-1 0,0 0,-1-1,1 1,-1-1,0 0,0 0,-1 0,0 0,0 0,0 0,-1 0,0 0,0 0,0 0,-1 0,0 0,0 0,0 0,-3-6,-54-110,45 101,-1 0,-1 1,-1 1,-1 1,0 0,-20-15,30 27,1 1,-1 0,-1 0,1 1,-1 0,1 0,-1 1,0 0,-1 0,1 1,0 0,-1 0,1 1,-1 0,0 1,1 0,-1 0,1 1,-1 0,0 0,-6 3,-6 7,-1 1,2 1,0 0,0 2,2 1,0 0,0 1,2 1,0 0,1 1,1 1,1 1,0 0,11-18,-58 86,8-7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1:42.5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227 79,'-9'19,"-3"12,1 10,2 10,2 5,3 2,0 3,-5-1,-2 0,-4-5,-5-4,2-11</inkml:trace>
  <inkml:trace contextRef="#ctx0" brushRef="#br0" timeOffset="250.331">1 721,'4'0,"9"0,8-2,8-1,4 0,2 1,1 0,-2-1,-4-1,-8-1,-7 0</inkml:trace>
  <inkml:trace contextRef="#ctx0" brushRef="#br0" timeOffset="645.279">14 26,'2'0,"3"0,8 0,8 0,10-2,8-1,7-3,5 1,0 1,-3 0,-11 2</inkml:trace>
  <inkml:trace contextRef="#ctx0" brushRef="#br0" timeOffset="1433.831">816 480,'-10'1,"-1"1,1-1,-1 2,1-1,0 1,0 1,0 0,1 0,-1 1,1 0,0 1,0 0,1 0,0 1,0 0,1 1,-1-1,1 1,1 1,0-1,0 1,1 0,0 1,0-1,1 1,0 3,0-2,1 0,0 0,1 1,1-1,0 1,0-1,1 1,1-1,0 1,0-1,1 1,1-1,0 0,0 0,1 0,0 0,1-1,0 1,1-1,0 0,1-1,0 0,0 0,1 0,0-1,1 0,0-1,0 0,1 1,-6-7,0 1,1-1,-1 0,0 0,0 0,1-1,-1 0,0 0,1 0,-1 0,1 0,-1-1,0 0,0 0,1 0,-1 0,0-1,0 0,0 0,0 0,-1 0,1 0,0-1,-1 0,0 0,0 0,1 0,-2 0,1 0,0-1,-1 1,0-1,1 0,-1 0,-1 0,1 0,-1 0,1 0,-1-1,0 1,1 0,0 0,0 0,-1-1,1 1,-1-1,0 1,0-1,0 1,-1-1,1 0,-1 1,0-1,-1 1,1-1,-1 0,0 1,0-1,0 1,-1-1,0 1,1 0,-2 0,1 0,0 0,-1 0,0 0,0 0,0 1,0 0,0-1,-1 1,1 0,-1 1,0-1,0 1,0 0,-3-2,-2 3,0 0,1 1,-1-1,0 2,0-1,1 1,-1 1,1 0,-1 0,1 0,-1 1,1 0,0 1,1 0,-1 0,1 1,-1 0,1 0,1 1,-1-1,1 2,0-1,0 1,1-1,0 2,0-1,0 0,1 1,0 0,-1 6,4-11,0-1,1 0,-1 0,1 1,0-1,0 0,0 0,0 1,0-1,1 0,-1 0,0 1,1-1,0 0,0 0,-1 0,1 0,0 0,1 0,-1 0,0 0,0 0,2 0,16 16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2:17.37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118 0,'0'20,"0"21,0 19,-5 16,-3 10,-1 7,-1-2,1-6,3-12,4-15,2-18</inkml:trace>
  <inkml:trace contextRef="#ctx0" brushRef="#br0" timeOffset="300.768">38 14,'21'26,"1"-2,2 0,0-2,1-1,1 0,9 3,4 5,-11-9,8 6,0 1,-2 2,-1 1,-2 2,0 0,4 11,-30-38,-1 1,0 0,0 0,0 0,-1 1,0-1,0 1,-1-1,1 1,-1 0,-1 0,1 0,-2 0,1 0,0 1,-1-1,-1 0,1 0,-1 0,0 0,-1 0,0 0,0 0,-1 3,-9 5,1 0,-2-1,0-1,-1 0,0-1,-1 0,0-1,-1-1,0 0,-1-2,1 1,-2-2,1 0,-1-2,-10 3,-16 5,-1-1,0-2,0-3,-12 0,-1-3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1:51.8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4636 2725,'3'62,"3"-1,3 1,7 20,11 84,-11 57,-11 208,-9-232,10 0,23 136,-5-197,27 76,-43-189,-3-19,-3-11</inkml:trace>
  <inkml:trace contextRef="#ctx0" brushRef="#br0" timeOffset="2830.236">4703 3072,'-19'-53,"2"-1,3-1,2 0,0-21,-17-77,14 91,-3 0,-2 1,-21-41,40 101,1 0,-1 1,0-1,0 0,1 1,-1-1,1 0,-1 1,0-1,1 0,-1 0,1 1,0-1,-1 0,1 0,0 0,-1 0,1 1,0-1,0 0,0 0,0 0,0 0,0 0,0 0,0 0,0 0,0 1,0-1,1 0,-1 0,0 0,1 0,-1 0,1 1,-1-1,1 0,-1 0,1 1,-1-1,1 0,0 1,-1-1,1 1,0-1,0 0,-1 1,1 0,0-1,0 1,0-1,-1 1,1 0,0 0,1-1,123 2,35-6,187 2,-48 26,-55-3,7-11,77-22,10-15,-78 6,741-29,-280 20,272-11,232-5,-1050 46,614-24,-140-4,610 31,-1143 9,134 19,-113-7,-134-21,-1-1,0 0,0 1,1 0,-1 0,0-1,-1 1,1 0,0 1,-1-1,1 0,-1 0,1 1,-1-1,0 1,0-1,0 1,0-1,-1 1,1 0,-1-1,1 1,-1 0,0-1,0 1,0 0,-1 0,1-1,-1 1,1 0,-1-1,0 1,0 12,-29 398,9-45,21 204,9 192,-7-685,3 1,4-1,18 72,42 59,-58-157,-11-51,0-1,1 1,-1-1,0 1,0-1,-1 1,1-1,0 1,0-1,-1 1,1-1,-1 1,1-1,-1 1,0-1,0 0,1 1,-1-1,0 0,0 0,0 1,0-1,-1 0,1 0,0 0,0 0,-1-1,1 1,0 0,-1-1,1 1,-1 0,-108 5,-686 8,-1016-1,-329 44,1211-41,681-14,-138 3,-13 18,-635 42,184-23,371-45,159-22,153 25,167 0,1 0,-1 0,0-1,1 1,-1 0,1-1,-1 1,1 0,-1-1,1 1,-1 0,1-1,-1 1,1-1,-1 1,1-1,0 0,-1 1,1-1,0 1,-1-1,1 0,0 1,0-1,0 1,0-1,0 0,-1 1,1-1,0 0,0 1,1-1,-1 0,0 1,0-1,0 0,0 1,0-1,1 1,-1-1,0 0,1 1,-1-1,0 1,1-1,-1 1,1-1,-1 1,1-1,-1 1,1-1,-1 1,1 0,-1-1,8-12</inkml:trace>
  <inkml:trace contextRef="#ctx0" brushRef="#br0" timeOffset="3449.385">4730 4823,'0'16,"0"13,0 7,0 4,0 4,2-3,3-5,1-9</inkml:trace>
  <inkml:trace contextRef="#ctx0" brushRef="#br0" timeOffset="4017.401">5305 2645,'0'18,"0"13,-3 10,0 6,0 0,1 0,0-4,1-4,0-5,1-8</inkml:trace>
  <inkml:trace contextRef="#ctx0" brushRef="#br0" timeOffset="4261.745">5211 3086,'13'-2,"8"-4,4 0,0 1,-2 1,-2 1,-5 2</inkml:trace>
  <inkml:trace contextRef="#ctx0" brushRef="#br0" timeOffset="4516.065">5211 2658,'7'-7,"6"-4,11-3,8 1,7 3,2 3,-6 2</inkml:trace>
  <inkml:trace contextRef="#ctx0" brushRef="#br0" timeOffset="4764.971">5545 3005,'-10'37,"5"-23,1 0,0 0,1 0,1 1,0-1,1 0,1 1,0-1,1 7,0-18,-1-1,1 0,0 1,0-1,0 0,0 0,0 1,0-1,0 0,1 0,-1-1,1 1,0 0,-1 0,1-1,0 1,0-1,0 1,0-1,0 0,0 0,1 0,-1 0,0 0,0-1,1 1,-1 0,1-1,-1 0,0 0,1 0,-1 0,1 0,-1 0,0 0,2-1,3 0,-1 0,1-1,-1 0,0 0,0 0,0 0,0-1,0 0,0-1,-1 1,0-1,0 0,2-1,-4 2,-1 0,1 0,0 0,-1-1,1 1,-1-1,0 1,0-1,0 0,-1 1,1-1,-1 0,0 0,0 0,0 0,-1-1,0 1,1 0,-1 0,-1 0,1 0,-1 0,1 0,-1-1,0 1,-1 1,1-1,-1 0,1 0,-1 0,0 1,-1-1,1 1,-1 0,1-1,-1 1,0 1,0-1,0 0,-1 1,-1-2,0 1,-1-1,1 1,-1 0,0 0,0 1,-1 0,1 0,0 1,-1-1,1 1,-1 1,1-1,-1 1,0 0,1 1,-1-1,1 1,-1 1,1-1,0 1,-1 0,1 1,0-1,-3 3,7-4,0 1,1-1,-1 0,1 1,0-1,-1 1,1-1,0 1,0 0,0 0,0-1,0 1,0 0,1 0,-1 0,1 0,-1 0,1 0,0 0,-1 0,1 0,0 0,1 0,-1 0,0 0,0 0,1 0,-1 0,1 0,0 0,0 0,-1 0,1-1,0 1,1 0,-1 0,0 0,17 21</inkml:trace>
  <inkml:trace contextRef="#ctx0" brushRef="#br0" timeOffset="5011.312">6280 2685,'2'7,"4"9,0 6,1 6,0 8,-1 4,-2 5,-2 1,-1 0,-2-4,-2-3,0-5,0-8</inkml:trace>
  <inkml:trace contextRef="#ctx0" brushRef="#br0" timeOffset="5265.566">6174 3086,'13'5,"12"1,8-1,6 0,2-2,0-1,-6-1,-6-3,-8 0</inkml:trace>
  <inkml:trace contextRef="#ctx0" brushRef="#br0" timeOffset="5433.118">6147 2591,'18'0,"17"0,13 2,6 4,3 4,-7 2</inkml:trace>
  <inkml:trace contextRef="#ctx0" brushRef="#br0" timeOffset="5709.381">6614 3072,'-6'21,"-4"13,2 8,3 3,8-1,7-3,7-7,1-9</inkml:trace>
  <inkml:trace contextRef="#ctx0" brushRef="#br0" timeOffset="5933.779">7310 2645,'0'22,"0"18,-3 12,1 7,-1 0,0-1,2-5,0-8,0-11</inkml:trace>
  <inkml:trace contextRef="#ctx0" brushRef="#br0" timeOffset="6179.175">7256 3099,'9'-2,"10"-1,9 0,5 1,6 1,1-3,-3 0,-7 1</inkml:trace>
  <inkml:trace contextRef="#ctx0" brushRef="#br0" timeOffset="6351.711">7203 2538,'18'4,"17"5,15 2,9 1,5 2,-10-2</inkml:trace>
  <inkml:trace contextRef="#ctx0" brushRef="#br0" timeOffset="6618">7563 2952,'19'-10,"0"2,1 0,0 1,0 0,0 2,1 1,-1 0,2 2,-19 1,0 0,0 1,0-1,-1 1,1 0,0 0,0 0,0 0,0 1,-1-1,1 1,0 0,0-1,-1 1,1 1,0-1,-1 0,0 0,1 1,-1 0,0-1,1 1,-1 0,0 0,0 0,-1 0,1 1,0-1,-1 0,1 1,-1-1,0 1,0 0,0-1,0 1,0 0,0-1,-1 1,0 0,1 0,-4 7,1 0,-1 0,-1 0,0-1,0 1,-1-1,0 0,-1-1,0 1,0-1,-1 0,-1 0,-5 9,-44 66,57-82,-1 0,1 0,-1-1,1 1,0 0,0 0,-1 0,1 0,0 0,0 0,0 0,0 0,0 0,0 0,0 0,0 0,0 0,1-1,-1 1,0 0,0 0,1 0,-1 0,1 0,-1 0,1-1,-1 1,1 0,0 0,-1-1,1 1,0 0,-1-1,1 1,0-1,0 1,0-1,-1 1,1-1,0 0,0 1,0-1,0 0,0 0,0 0,0 1,0-1,0 0,52 1,-53-1,204-38,-132 22</inkml:trace>
  <inkml:trace contextRef="#ctx0" brushRef="#br0" timeOffset="6899.807">8526 2604,'0'21,"0"13,3 12,2 8,1 3,-1 2,-1-1,-2-5,0-12</inkml:trace>
  <inkml:trace contextRef="#ctx0" brushRef="#br0" timeOffset="7066.362">8486 3086,'11'-2,"11"-1,11-3,4 1,0-2,-6 1</inkml:trace>
  <inkml:trace contextRef="#ctx0" brushRef="#br0" timeOffset="7245.883">8379 2578,'16'0,"19"0,17 0,11 0,6 0,-8 0</inkml:trace>
  <inkml:trace contextRef="#ctx0" brushRef="#br0" timeOffset="7652.309">8754 2898,'31'-9,"-21"5,1 0,0 1,0 0,0 1,1 0,-1 1,0 0,1 0,-1 2,1-1,4 2,-14-2,0 1,0-1,0 1,0-1,-1 1,1 0,0-1,0 1,-1 0,1 0,0 0,-1 1,1-1,-1 0,1 1,-1-1,0 0,0 1,0 0,0-1,0 1,0 0,0-1,0 1,0 0,-1 0,1 0,-1 0,0 0,1 0,-1-1,0 1,0 0,0 0,-1 2,0 2,0-1,-1 0,1 0,-1 0,-1 0,1 0,-1 0,0 0,0-1,0 1,0-1,-3 2,-50 50,56-54,1-1,-1 1,0-1,1 0,-1 1,1-1,-1 0,1 1,0-1,0 0,-1 0,1 0,0 0,0 0,0 0,0 0,0 0,0 0,1 0,-1 0,0-1,0 1,1 0,-1-1,0 1,1-1,-1 0,0 1,1-1,-1 0,0 0,1 0,-1 0,1 0,0 0,2 1,17 4,-10-3,0 1,1 0,-1 0,-1 1,1 0,0 1,-1 0,0 1,0 0,-1 0,0 1,7 6,-15-11,1 0,0 1,-1-1,1 0,-1 1,0-1,0 1,0 0,0-1,0 1,0 0,-1-1,0 1,1 0,-1 0,0 0,0-1,0 1,-1 0,1 0,-1 0,1-1,-1 1,0 0,0-1,0 1,-1-1,1 1,-1-1,1 0,-1 1,0-1,0 0,0 0,-1 1,-82 57,51-44</inkml:trace>
  <inkml:trace contextRef="#ctx0" brushRef="#br0" timeOffset="7896.657">9409 2538,'-5'16,"-1"12,3 10,3 8,5 5,1 3,0 0,-2-4,-3-2,-2-10</inkml:trace>
  <inkml:trace contextRef="#ctx0" brushRef="#br0" timeOffset="8062.739">9342 3046,'18'0,"13"-2,6-1,3-3,-3-1,-5-3,-9 1</inkml:trace>
  <inkml:trace contextRef="#ctx0" brushRef="#br0" timeOffset="8234.28">9301 2458,'21'0,"15"0,14 0,4 0,1 0,-6 4,-10 2</inkml:trace>
  <inkml:trace contextRef="#ctx0" brushRef="#br0" timeOffset="8581.561">9662 2725,'-15'89,"9"-61,1-1,1 1,2 0,1 0,1 9,0-34,0 0,0 0,0-1,0 1,1 0,0 0,-1 0,1 0,0-1,0 1,1 0,-1-1,0 1,1-1,0 1,-1-1,1 0,0 0,0 0,0 0,1 0,-1 0,0 0,1-1,-1 1,1-1,-1 0,1 0,0 0,0 0,-1 0,1 0,0-1,0 1,2-1,9 0,0 0,0-1,0-1,0-1,0 1,0-2,-1 0,1-1,-1 0,0-1,-1 0,1-1,-1-1,-1 0,1 0,6-8,-14 13,1-1,-1 0,0 0,0-1,-1 1,1-1,-1 0,0 0,-1 0,1 0,0-3,-2 7,-1 1,0 0,0-1,1 1,-1 0,0 0,0-1,0 1,1 0,-1-1,0 1,0 0,0-1,0 1,0 0,0-1,0 1,0-1,0 1,0 0,0-1,0 1,0 0,0-1,0 1,0 0,0-1,-1 1,1 0,0-1,0 1,0 0,-1-1,1 1,0 0,0 0,0-1,-1 1,1 0,0 0,-1 0,1-1,0 1,-1 0,1 0,0 0,-1 0,1 0,0-1,-1 1,1 0,0 0,-1 0,1 0,0 0,-1 0,1 0,0 0,-1 0,1 1,0-1,-1 0,-19 14,16-8,1 0,0 0,0 0,0 0,0 0,1 1,0-1,1 1,-1 0,1-1,1 1,-1 0,1 0,0 0,1-1,-1 1,2 0,-1 0,0-1,1 1,1-1,-1 0,1 1,0-1,0 0,1-1,-1 1,1 0,1-1,-1 0,1 0,0 0,0-1,3 3,37 21,0-6</inkml:trace>
  <inkml:trace contextRef="#ctx0" brushRef="#br0" timeOffset="8845.363">10544 2565,'0'13,"0"12,0 11,0 8,0 3,0 3,0 0,0-2,3-5,0-7,0-7,0-9</inkml:trace>
  <inkml:trace contextRef="#ctx0" brushRef="#br0" timeOffset="9098.249">10518 3046,'5'0,"7"0,8 0,8 0,5 0,3 0,-2-2,-4-1,-9-3,-6 1</inkml:trace>
  <inkml:trace contextRef="#ctx0" brushRef="#br0" timeOffset="9345.319">10492 2511,'13'5,"10"3,9 3,7 2,0 1,-5-2</inkml:trace>
  <inkml:trace contextRef="#ctx0" brushRef="#br0" timeOffset="9514.864">10866 2872,'0'16,"0"12,2 6,1 1,2 0,3-2,2-4,1-5,0-3,-6-7,-9-5,-11-4,-13-7,-1-4</inkml:trace>
  <inkml:trace contextRef="#ctx0" brushRef="#br0" timeOffset="9681.42">10812 2752,'16'-2,"12"-1,10-3,11 1,7 0,9 2,-7 0</inkml:trace>
  <inkml:trace contextRef="#ctx0" brushRef="#br0" timeOffset="9913.801">11534 2498,'-2'16,"-1"14,0 9,0 9,2 6,0 2,-2-1,-2-3,-4-4,-3-7,-1-12</inkml:trace>
  <inkml:trace contextRef="#ctx0" brushRef="#br0" timeOffset="10170.113">11428 3046,'4'0,"7"0,7 0,8-2,7-1,1-3,-2 1,-4-2,-8 1</inkml:trace>
  <inkml:trace contextRef="#ctx0" brushRef="#br0" timeOffset="10414.461">11454 2445,'14'-3,"15"2,15 2,13-1,6 1,2 2,-11 0</inkml:trace>
  <inkml:trace contextRef="#ctx0" brushRef="#br0" timeOffset="10660.802">11855 2685,'-14'15,"0"1,2 0,0 1,0 0,2 1,0 0,1 0,1 1,0 0,2 1,0 0,1 0,2 0,-1 5,4-18,-1 0,1 0,1 0,-1 0,1 0,0-1,1 1,0 0,0 0,0-1,1 1,0-1,0 0,1 0,-1 0,2 0,-1 0,0-1,1 0,0 0,0 0,1-1,-1 0,1 0,0 0,0 0,0-1,0 0,1 0,0-1,-1 0,1 0,0-1,0 1,0-2,0 1,4-1,-6 0,-1 0,1-1,0 0,-1 0,1 0,-1-1,1 1,-1-1,0 0,1 0,-1-1,0 1,0-1,-1 0,1 0,-1 0,1-1,-1 1,0-1,0 0,0 0,-1 0,0 0,1 0,-1 0,-1-1,1 1,-1-1,1 1,-1-1,-1 1,1-1,-1 0,1 0,-2 1,1-1,0 0,-1 0,0 1,0-1,0 1,0-1,-1 1,0-2,-1 3,1 0,-1 0,0 0,0 0,0 0,0 0,0 1,0 0,-1-1,1 1,-1 0,0 1,0-1,1 1,-1 0,0 0,0 0,0 0,0 0,-1 1,1 0,0 0,0 0,0 1,0-1,0 1,0 0,0 0,0 0,0 0,0 1,1 0,-1 0,1 0,-1 0,1 0,-1 1,1 0,0-1,0 1,1 0,-1 0,1 1,-1-1,1 1,0-1,0 1,0-1,1 1,-1 0,1 0,0 0,0 2,-3 15</inkml:trace>
  <inkml:trace contextRef="#ctx0" brushRef="#br0" timeOffset="10965.987">12484 2511,'-3'7,"0"7,0 7,1 10,0 6,1 6,0 5,3 3,2 0,1-2,0-7,0-6,-1-10</inkml:trace>
  <inkml:trace contextRef="#ctx0" brushRef="#br0" timeOffset="11212.328">12430 3033,'9'0,"8"0,7 0,5-3,1 0,1-2,-3-1,-7 2</inkml:trace>
  <inkml:trace contextRef="#ctx0" brushRef="#br0" timeOffset="11465.65">12430 2445,'9'-3,"10"0,13 0,10 1,7 0,-5 1</inkml:trace>
  <inkml:trace contextRef="#ctx0" brushRef="#br0" timeOffset="11724.001">12817 2565,'64'32,"21"17,-80-41,-1 0,-1-1,1 1,-1 1,-1-1,1 0,-1 1,-1-1,0 1,0-1,0 1,-1 0,-1-1,1 1,-1 0,-1-1,0 1,0-1,0 1,-2 0,0 14,0-5,-13 139,16-149,2 1,-1 0,1-1,1 1,0-1,0 1,0-1,1 0,0 0,1 0,0 0,0-1,1 1,0-1,0 0,4 4,8 3,-3-6</inkml:trace>
  <inkml:trace contextRef="#ctx0" brushRef="#br0" timeOffset="11985.304">12844 2966,'25'-2,"20"-2,15-1,12 0,2 0,-6 2,-15 1</inkml:trace>
  <inkml:trace contextRef="#ctx0" brushRef="#br0" timeOffset="14131.322">1040 3621,'281'-53,"-187"41,0 3,1 5,-1 3,94 13,254 12,103-21,-133-3,-244 6,135-4,286-11,-411 9,-214 0,11 0</inkml:trace>
  <inkml:trace contextRef="#ctx0" brushRef="#br0" timeOffset="15029.954">1414 4209,'724'-14,"890"-76,-1124 61,-297 29,-177 4,-20 2,-24 6,4-6</inkml:trace>
  <inkml:trace contextRef="#ctx0" brushRef="#br0" timeOffset="15849.502">1668 4703,'24'0,"745"-16,65-60,-251 18,-253 39,-177-12,-151 36,-5-5</inkml:trace>
  <inkml:trace contextRef="#ctx0" brushRef="#br0" timeOffset="16547.187">5157 3554,'-7'-5,"0"-1,0 1,0 1,-1-1,0 1,0 1,0-1,0 1,-1 1,1 0,-1 0,0 0,1 1,-1 1,0-1,0 1,0 1,1 0,-1 0,0 1,1 0,-1 0,1 1,0 0,-1 0,2 1,-1 0,0 1,-2 1,8-5,0 1,0-1,0 0,0 1,0-1,0 1,1 0,-1-1,1 1,-1 0,1 0,-1 0,1 0,0 0,0 1,0-1,0 0,1 0,-1 1,1-1,-1 1,1-1,0 0,0 1,0-1,0 1,0-1,0 0,1 1,-1-1,1 0,0 1,-1-1,1 0,0 0,1 1,-1-1,0 0,0 0,1-1,-1 1,2 1,9 6,1-1,-1 0,1-1,1 0,-1-1,1 0,0-2,1 1,18 7,-21-9,-1 1,0 0,0 1,0 0,-1 1,0 0,0 1,0 0,-1 0,0 1,-1 0,1 1,-1 0,4 7,-11-15,0 0,-1 0,1 1,-1-1,1 0,-1 0,1 0,-1 0,0 1,1-1,-1 0,0 0,0 1,0-1,0 0,0 1,0-1,0 0,-1 0,1 1,0-1,-1 0,1 0,-1 0,1 0,-1 1,0-1,1 0,-1 0,0 0,0 0,0 0,1-1,-1 1,0 0,0 0,-1 0,0 0,-49 18,43-17,-227 40,230-41,6 0</inkml:trace>
  <inkml:trace contextRef="#ctx0" brushRef="#br0" timeOffset="17648.334">5372 3767,'-1'4,"1"-1,-1 1,1-1,0 1,1 0,-1-1,1 1,-1-1,1 0,0 1,0-1,0 0,1 1,-1-1,1 0,0 0,0 0,0 0,0-1,1 1,-1 0,1-1,-1 0,1 1,0-1,0 0,0 0,0-1,0 1,0-1,1 0,-1 1,0-1,1-1,-1 1,1 0,5 1,0-1,0 0,0 0,0-1,0 0,0 0,0-1,0 0,0-1,-1 0,1-1,0 1,6-4,-9 2,0 1,0-1,-1-1,1 1,-1-1,0 0,0 0,-1 0,1 0,-1-1,-1 0,1 0,0-1,-3 5,1-1,-1 0,0 1,0-1,0 1,-1-1,1 0,0 0,-1 0,0 1,0-1,0 0,0 0,0 0,0 1,-1-1,1 0,-1 0,0 1,0-1,0 0,0 1,-1-1,1 1,0-1,-1 1,0 0,0 0,0 0,1 0,-2 0,1 0,0 0,-3-1,1 0,-1 1,0 0,1 0,-1 0,0 0,0 1,0 0,0 0,0 0,-1 0,1 1,0 0,0 0,0 1,-1-1,1 1,0 0,0 1,0-1,-4 3,-97 56,59-21,4 0</inkml:trace>
  <inkml:trace contextRef="#ctx0" brushRef="#br0" timeOffset="18062.223">5185 4089,'-17'-2,"0"1,0 0,1 1,-1 1,0 1,0 0,1 1,0 1,-7 3,-28 17,50-23,0 0,1-1,-1 1,0 0,0 0,0 0,1 0,-1 0,0 0,1 0,-1 0,1 0,-1 0,1 0,0 0,-1 0,1 0,0 0,0 0,0 0,0 1,0-1,0 0,0 0,0 0,0 0,1 0,-1 1,0-1,1 0,-1 0,1 0,-1 0,1 0,-1 0,1 0,0 0,-1-1,1 1,0 0,0 0,0 0,0-1,0 1,0-1,0 1,11 8,1-2,-1 0,1 0,1-1,-1-1,1 0,14 3,9 4,-8-3,97 45,-125-53,0-1,0 0,0 1,0-1,0 1,-1-1,1 1,0-1,0 1,-1 0,1-1,0 1,0 0,-1 0,1-1,-1 1,1 0,-1 0,1 0,-1 0,0 0,1 0,-1 0,0 0,0 0,1 0,-1 0,0 0,0 0,0 0,0-1,0 1,-1 0,1 0,0 0,0 0,-1 0,1 0,0 0,-1 0,1 0,-1 0,1 0,-1-1,0 1,1 0,-1 0,0-1,1 1,-1-1,0 1,0 0,-13 6,0 0,0 0,0-2,-1 0,1 0,-1-2,0 0,-1 0,1-1,-1-1,16-1,-52 5,41-4</inkml:trace>
  <inkml:trace contextRef="#ctx0" brushRef="#br0" timeOffset="18315.112">5518 4155,'-4'-18,"-2"-10,0-4,1 7,2 12,1 15,1 16,1 14,-3 14,-2 9,-1 7,-1 3,0-2,2-10</inkml:trace>
  <inkml:trace contextRef="#ctx0" brushRef="#br0" timeOffset="18901.215">5237 4597,'-20'-3,"0"1,0 1,0 1,0 1,0 0,0 2,0 0,0 1,-17 6,6 7,31-16,-1-1,1 1,0-1,-1 1,1-1,0 1,0 0,0-1,-1 1,1-1,0 1,0-1,0 1,0 0,0-1,0 1,0-1,0 1,0 0,1-1,-1 1,0-1,0 1,0-1,1 1,-1-1,0 1,1-1,-1 1,0-1,1 1,-1-1,0 1,1-1,-1 0,1 1,-1-1,1 0,-1 1,1-1,-1 0,1 0,-1 1,1-1,0 0,-1 0,1 0,-1 0,1 0,0 0,-1 0,1 0,-1 0,1 0,-1 0,209 42,-202-41,1 0,-1 1,0-1,1 1,-1 1,0-1,0 1,0 0,-1 1,1 0,-1 0,0 0,0 1,0-1,-1 2,2 0,-6-4,0 0,0-1,-1 1,1 0,0 0,-1 0,0 0,1 0,-1 0,0 0,0 0,0 0,0 0,0 0,0 0,-1 0,1 0,-1 0,1-1,-1 1,0 0,1 0,-1 0,0-1,0 1,-1 0,1-1,0 1,0-1,-1 1,1-1,-1 0,0 1,-58 35,28-24,-2-3,0 0,0-2,0-2,-23 1,23-3</inkml:trace>
  <inkml:trace contextRef="#ctx0" brushRef="#br0" timeOffset="19629.267">5505 4677,'22'-3,"104"-4,-125 7,0 0,0 0,-1 0,1 0,0 0,0 1,0-1,0 0,0 1,0-1,0 1,0-1,-1 1,1-1,0 1,0-1,-1 1,1 0,0-1,-1 1,1 0,0 0,-1-1,1 1,-1 0,0 0,1 0,-1 0,0 0,1 0,-1 0,0 0,0 0,0 0,0 0,0 0,0-1,0 1,0 0,0 0,0 0,-1 0,1 0,0 0,-1 0,1 0,0 0,-1 0,1-1,-1 1,0 0,0 0,-33 45,33-44,-117 113,116-113,1-1,0-1,-1 1,1-1,0 1,0 0,0-1,0 1,0 0,0 0,0-1,0 1,0 0,1 0,-1 0,0 0,1 0,-1 0,0 1,1-1,-1 0,1 0,0 0,-1 0,1 1,0-1,0 0,0 0,0 1,0-1,0 0,0 0,0 1,0-1,0 0,1 0,-1 0,1 1,-1-1,1 0,-1 0,1 1,69-7,250-64,-279 60</inkml:trace>
  <inkml:trace contextRef="#ctx0" brushRef="#br0" timeOffset="23146.574">225 3394,'-2'4,"-27"83,2 1,-8 66,47-183,63-319,-55 248,-20 100,0-1,0 1,0-1,0 1,0-1,0 1,0 0,0-1,1 1,-1-1,0 1,0-1,0 1,0 0,1-1,-1 1,0-1,0 1,1 0,-1-1,0 1,1 0,-1-1,0 1,1 0,-1 0,1-1,-1 1,0 0,1 0,-1 0,1 0,-1-1,0 1,1 0,-1 0,1 0,-1 0,1 0,-1 0,1 0,-1 0,1 0,-1 0,0 0,1 1,-1-1,1 0,-1 0,1 0,-1 1,0-1,1 0,-1 0,0 1,1-1,18 24,-16-19,24 38,-1 2,-2 1,-3 0,-1 2,-3 0,-1 1,-3 1,-2 1,0 12,-10-55,0-6,-1 1,1 0,-1 0,1 0,-1 0,0-1,0 1,-1 0,1 0,0 0,-1-1,0 1,1 0,-1 0,0-1,-1 1,1 0,-6 1</inkml:trace>
  <inkml:trace contextRef="#ctx0" brushRef="#br0" timeOffset="23326.094">144 3580,'5'-2,"8"-1,13 0,14-1,13-3,12-2,3 0,-9 2</inkml:trace>
  <inkml:trace contextRef="#ctx0" brushRef="#br0" timeOffset="24030.544">385 3995,'-10'45,"2"0,3 1,1 0,3 0,2 9,3-24,2-45,0-340,-6 351,0 0,-1 1,1-1,0 1,0-1,0 0,1 1,-1-1,1 1,-1-1,1 1,0-1,0 1,0-1,0 1,0 0,1-1,-1 1,1 0,0 0,-1 0,1 0,0 1,0-1,0 0,0 1,0-1,1 1,-1 0,0 0,1 0,-1 0,1 0,-1 0,1 1,-1-1,1 1,-1-1,1 1,0 0,-1 0,1 1,8 2,-1 1,-1 0,1 1,0 0,-1 0,0 1,0 1,-1-1,0 1,0 1,-1 0,0 0,2 2,-6-7,0 0,-1 1,1-1,-1 1,0-1,0 1,0 0,0-1,-1 1,1 0,-1 0,0 0,0 1,-1-1,1 0,-1 0,0 0,0 0,0 1,-1-1,1 0,-1 0,0 0,0 0,0 0,-1 0,0 0,0 0,0-1,0 1,0-1,-1 1,1-1,-2 1,-6 8,-2-1,1 0,-2-1,1 0,-1-1,-1 0,1-1,-4 1,-4-1,22-8,-1 0,0 0,0 0,0-1,0 1,0 0,0 0,0 0,1-1,-1 1,0 0,0 0,0-1,0 1,0 0,0 0,0 0,0-1,0 1,0 0,0 0,0-1,-1 1,1 0,0 0,0 0,0-1,0 1,0 0,0 0,0 0,0-1,-1 1,1 0,0 0,0 0,0 0,0 0,-1-1,1 1,0 0,0 0,0 0,-1 0,1 0,0 0,9-7,0 1,1 0,0 1,0 0,0 1,1 0,0 0,0 1,0 0,0 1,0 1,0 0,10 0,-16 1,1 1,0 0,-1 0,1 0,-1 1,0 0,1 0,-1 0,0 1,0 0,-1 0,1 0,-1 0,1 1,-1 0,0 0,0 0,0 0,-1 1,0-1,0 1,0 0,0 0,-1 0,0 0,0 0,0 1,0-1,-1 1,0-1,0 1,-1-1,0 1,0 0,0-1,0 1,-1 0,0-1,0 1,0-1,-1 0,0 1,0-1,0 0,-1 0,-1 3,-5 4,1 0,-2-1,0 1,0-2,-1 1,0-2,0 1,-1-2,-1 1,1-2,-1 0,-1 0,1-1,-1-1,0 0,0-1,-1 0,-11 0,-21-10,31-3</inkml:trace>
  <inkml:trace contextRef="#ctx0" brushRef="#br0" timeOffset="24467.377">880 4650,'-19'-5,"1"0,-1 2,0 0,0 2,0 0,0 1,0 1,0 0,0 2,0 0,0 1,1 1,0 0,0 2,0 0,1 1,0 1,0 0,-1 3,10-6,1 0,0 0,1 0,-1 1,1 0,1 1,-1-1,1 1,-1 3,4-8,1 1,-1-1,1 0,0 1,0-1,0 0,0 1,1-1,-1 1,1-1,0 1,0-1,0 1,1 0,-1-1,1 1,0-1,0 0,0 1,0-1,1 0,-1 0,1 1,0-1,1 2,3 1,0-1,0 0,1 0,0 0,0 0,0-1,0 0,1-1,-1 0,1 0,0 0,0-1,0-1,5 2,48 5,0-2,0-3,0-2,1-3,-1-3,-1-3,1-2,45-15,-5 1</inkml:trace>
  <inkml:trace contextRef="#ctx0" brushRef="#br0" timeOffset="28531.555">8499 3875,'-13'241,"12"-322,8-128,-7 208,0-2,0-1,1 1,-1 0,1-1,0 1,0 0,0-1,0 1,0 0,1 0,0 0,0 0,-1 0,2 0,0 0,-2 3,0 1,0 0,0 0,0 0,0 0,0 0,0 0,0 0,0 0,0 1,0-1,-1 0,1 1,0-1,-1 0,1 1,-1-1,0 0,1 1,-1-1,0 1,0-1,0 1,0-1,0 1,0-1,0 0,-1 2,1-3,-1 8,0-1,1 1,0 0,0-1,1 1,0-1,0 1,0-1,1 1,1-1,-1 0,1 0,0 0,1 0,-1-1,1 1,1-1,-1 0,1 0,0 0,0-1,1 0,0 0,0 0,0-1,7 4,30-8,-34-6</inkml:trace>
  <inkml:trace contextRef="#ctx0" brushRef="#br0" timeOffset="28996.606">8713 3848,'9'-13,"4"-8,-2 3,-4 9,-5 10,-6 14,-3 12,-1 10,0 10,-1 6,2 4,1-2,2-6,2-8,1-11</inkml:trace>
  <inkml:trace contextRef="#ctx0" brushRef="#br0" timeOffset="29379.594">8941 3821,'12'45,"-3"1,-1 1,-2-1,-1 46,-4-71,-1-19,9 53,-8-54,-1 0,1 1,-1-1,1 0,0 0,-1 1,1-1,0 0,0 0,0 0,0 0,0 0,0 0,0 0,0 0,0 0,0-1,1 1,-1 0,0-1,0 1,1-1,-1 1,0-1,1 0,-1 1,1-1,-1 0,0 0,1 0,-1 0,1 0,-1 0,0-1,1 1,0-1,7-3,-1-1,0 1,0-2,0 1,-1-1,0 0,0-1,0 0,-1 0,0 0,-1-1,1 0,-1 0,-1 0,0 0,0-1,0 0,0-4,5-14,-2 0,0-1,-2 1,-1-1,-2 0,0 0,-2-14,5 12,0 23</inkml:trace>
  <inkml:trace contextRef="#ctx0" brushRef="#br0" timeOffset="29648.861">9342 3767,'4'0,"5"5,4 6,7 7,8 9,5 8,1 7,2 6,2 1,-1-3,-4-5,-6-6,-6-8,-3-9,-5-8,-3-14,-3-6</inkml:trace>
  <inkml:trace contextRef="#ctx0" brushRef="#br0" timeOffset="29812.425">9729 3834,'-16'-9,"-10"-3,-4 8,-5 13,-5 18,-3 22,-3 17,-2 14,-1 5,2-4,8-15</inkml:trace>
  <inkml:trace contextRef="#ctx0" brushRef="#br0" timeOffset="30399.371">9997 3741,'10'20,"2"0,0-1,2 0,0-1,1 0,0-2,2 1,0-2,0 0,4 0,94 96,-113-109,0-1,-1 0,1 0,0 1,-1-1,1 1,-1 0,0-1,0 1,1 0,-1 0,0-1,0 1,-1 0,1 0,0 0,-1 0,1 1,-1-1,0 0,1 0,-1 0,0 0,0 0,-1 0,1 0,0 1,-1-1,1 0,-1 0,0 0,1 0,-1 0,0-1,0 1,-1 0,1 0,0 0,0-1,-1 1,1-1,-1 1,0-1,1 0,-9 3,0-1,0 0,1 0,-2-1,1-1,0 1,0-2,0 0,-1 0,1 0,0-1,0-1,0 0,0 0,0-1,0-1,1 1,-1-1,1-1,-2-1,8 4,0 1,0-1,1 1,-1-1,1 0,-1 0,1 0,0 0,0-1,0 1,0-1,0 1,0-1,1 0,-1 1,1-1,0 0,0 0,0 0,0 0,0 0,1 0,-1 0,1 0,0-1,0 1,0 0,1 0,-1 0,0 0,1 0,0 0,0-1,7-8,0 0,0 1,1-1,1 2,-1-1,2 1,0 1,0 0,6-4,7-6,-11 8,2 0,0-1,0 0,-2-1,1-1,-2 0,0-1,0 0,-1-1,-1 0,2-7,-11 20,0 1,0-1,0 1,0-1,-1 0,1 0,-1 1,0-1,0 0,0 1,0-1,0 0,-1 0,1 1,-1-1,0 0,1 1,-1-1,0 1,-1-1,1 1,0-1,-1 1,1 0,-1 0,0 0,0 0,0 0,0 0,0 0,0 1,0-1,-1 1,1-1,-1 1,1 0,-1 0,1 0,-1 0,0 1,1-1,-1 1,0-1,1 1,-1 0,0 0,0 0,1 1,-4-1,0 1,0 0,0 0,0 1,0-1,0 1,0 1,0-1,1 1,-1 0,1 0,-1 1,1-1,0 1,1 0,-1 1,1-1,0 1,0 0,0 0,1 0,-1 0,1 1,0-1,1 1,0 0,0 0,-1 4,13 36,2-29</inkml:trace>
  <inkml:trace contextRef="#ctx0" brushRef="#br0" timeOffset="30645.715">10518 3741,'0'5,"0"3,0 3,0 0</inkml:trace>
  <inkml:trace contextRef="#ctx0" brushRef="#br0" timeOffset="30817.257">10585 4076,'-5'6,"2"3,0 0</inkml:trace>
  <inkml:trace contextRef="#ctx0" brushRef="#br0" timeOffset="30982.809">10839 3888,'11'-70,"3"2,3 0,18-43,-27 92,-2 19,-4 66,-15 463,13-451</inkml:trace>
  <inkml:trace contextRef="#ctx0" brushRef="#br0" timeOffset="31532.343">9542 4529,'16'9,"12"8,10 3,6 3,2 2,0-2,-3-1,-5-5,-3-6,-9-4</inkml:trace>
  <inkml:trace contextRef="#ctx0" brushRef="#br0" timeOffset="31748.242">10077 4503,'-1'0,"0"-1,1 1,-1-1,0 1,1 0,-1-1,0 1,1 0,-1 0,0-1,0 1,1 0,-1 0,0 0,0 0,1 0,-1 0,0 0,0 0,1 0,-1 0,0 1,0-1,1 0,-1 0,0 1,1-1,-1 1,0-1,1 0,-1 1,0-1,1 1,-1-1,1 1,-1 0,1-1,0 1,-1 0,-15 13,0 1,0 0,2 1,0 1,1 1,1 0,0 0,1 1,-5 15,10-24,2 0,0-1,0 1,0 1,1-1,1 0,0 1,0 0,1-1,0 1,1 0,1-1,-1 1,1 0,1-1,0 1,1-1,0 1,0-1,1 0,5 7,4 4</inkml:trace>
  <inkml:trace contextRef="#ctx0" brushRef="#br0" timeOffset="32378.116">9930 5145,'2'20,"1"21,0 19,-1 18,2 13,0 12,2 9,2 6,2 1,4-6,1-14,-1-22</inkml:trace>
  <inkml:trace contextRef="#ctx0" brushRef="#br0" timeOffset="33346.048">9743 5639,'31'45,"2"-1,2-2,20 19,-51-55,0-1,0 0,0 0,0-1,1 1,0-1,0 0,0 0,0 0,1-1,0 0,-1 0,1 0,0-1,0 0,0 0,1-1,-1 1,0-1,1-1,-1 1,1-1,-1 0,0 0,1-1,-1 0,0 0,1-1,-1 0,6-2,-1-5,0-1,0-1,-1 0,0 0,-1-1,0-1,-1 1,0-1,-1 0,-1-1,0 0,-1 0,0 0,-1-1,-1 1,0-1,-1 0,-1 0,0-5,0 19,-1 0,0 1,1-1,-1 0,1 0,-1 1,0-1,0 0,1 0,-1 1,0-1,0 0,0 0,0 0,0 0,0 1,0-1,0 0,0 0,0 0,-1 1,1-1,0 0,0 0,-1 1,1-1,-1 0,1 0,0 1,-1-1,1 0,-1 1,0-1,1 1,-1-1,1 1,-1-1,0 1,1-1,-1 1,0 0,0-1,1 1,-1 0,0 0,0-1,0 1,1 0,-1 0,0 0,0 0,0 0,0 0,-6 7,2 0,-1 1,1-1,0 1,0 0,1 1,0-1,0 1,-1 6,2-7,-46 155,36-115</inkml:trace>
  <inkml:trace contextRef="#ctx0" brushRef="#br0" timeOffset="34779.27">11240 5880,'-2'-4,"-1"0,1 0,-1 0,0 0,0 0,0 1,0-1,0 1,-1 0,0 0,0 0,1 1,-2-1,1 1,0 0,0 0,-1 0,1 1,-1-1,1 1,-1 0,0 0,0 1,-2 0,-1-1,0 0,0 1,0 1,-1-1,1 1,0 1,0-1,0 1,1 1,-1 0,0 0,1 0,-7 4,11-5,1 0,-1-1,1 1,-1 0,1 0,0 0,0 0,0 0,0 1,0-1,0 1,1-1,-1 1,1 0,0 0,0-1,0 1,0 0,0 0,1 0,-1 0,1 0,0 0,-1 0,2 0,-1 0,0 0,1 0,-1 0,1 0,0 0,0 0,0 0,0 0,0-1,1 1,-1 0,1-1,0 1,0-1,0 0,0 0,0 0,2 2,-1-1,1 0,0-1,-1 1,1-1,0 0,0 0,1 0,-1 0,0-1,0 0,1 0,-1 0,1 0,-1-1,1 1,-1-1,1 0,0-1,-1 1,1-1,-1 0,0 0,1 0,-1-1,0 1,0-1,1 0,-1 0,-1-1,1 1,0-1,-1 0,1 0,-1 0,0 0,0-1,0 1,2-5,22-39,-27 47,1 0,-1 0,1 0,-1 0,1-1,-1 2,1-1,0 0,-1 0,1 0,-1 0,1 0,-1 0,1 0,-1 1,1-1,-1 0,1 0,-1 1,1-1,-1 0,1 1,-1-1,0 1,1-1,-1 0,0 1,1-1,-1 1,0-1,0 1,1-1,-1 1,0-1,0 1,0-1,0 1,1 0,-1-1,0 1,0-1,0 1,0-1,0 1,-1-1,1 1,0 0,0-1,0 1,1 2,0 4,1 0,0 1,0-1,1-1,0 1,0 0,1-1,-1 1,1-1,1 0,-1-1,1 1,0-1,1 0,-1 0,1 0,0-1,0 0,0 0,3 1,10 1,0-1,1 0,0-2,0 0,0-2,0 0,0-1,0 0,0-2,0-1,-1 0,11-4,16-5</inkml:trace>
  <inkml:trace contextRef="#ctx0" brushRef="#br0" timeOffset="51682.526">3005 1722,'1312'0,"-1017"-27,-123 28,-60 12,35 9,-133-20,1 0,-1-1,1 0,-1-1,1-1,-1 0,0-1,13-4,-26 6,0-1,1 1,-1 0,0-1,0 1,1 0,-1 0,0 0,1 0,-1 0,0 0,1 0,-1 0,0 1,0-1,1 0,-1 1,0-1,0 1,0 0,1-1,-1 1,0 0,0 0,0-1,0 1,0 0,0 0,-1 0,1 0,0 0,0 0,-1 1,1-1,-1 0,1 0,-1 0,1 1,-1-1,0 0,1 0,-1 1,0-1,0 0,0 1,0-1,0 0,-1 2,0 112,-1-87,1 0,1 1,1-1,2 0,1 0,1 0,2 4,27 22,-22-47</inkml:trace>
  <inkml:trace contextRef="#ctx0" brushRef="#br0" timeOffset="52459.99">2992 1361,'0'5,"0"10,2 14,1 16,0 16,-1 14,0 10,-1 4,-1-2,0-4,0-10,0-14,0-16,2-14,1-13</inkml:trace>
  <inkml:trace contextRef="#ctx0" brushRef="#br0" timeOffset="52679.403">2938 1389,'-13'22,"-15"20,-10 13,-6 9,-3 3,0-6,4-9,9-12</inkml:trace>
  <inkml:trace contextRef="#ctx0" brushRef="#br0" timeOffset="52884.854">2925 1683,'-20'20,"-17"16,-10 14,-4 6,1 2,8-6,11-8,13-13,13-10,9-10</inkml:trace>
  <inkml:trace contextRef="#ctx0" brushRef="#br0" timeOffset="53127.229">2925 1909,'-16'16,"-12"14,-6 10,-1 3,2 1,7-7,9-6,8-9,11-8,10-8,2-6</inkml:trace>
  <inkml:trace contextRef="#ctx0" brushRef="#br0" timeOffset="53386.073">3032 2057,'-7'20,"-6"14,-7 10,-3 5,-1 0,2-3,4-10</inkml:trace>
  <inkml:trace contextRef="#ctx0" brushRef="#br0" timeOffset="57878.724">51 492,'-5'0,"3"0,0-1,0 1,0 0,0 0,0-1,0 1,1 1,-1-1,0 0,0 0,0 1,0-1,0 1,0 0,1-1,-1 1,0 0,0 0,1 0,-1 0,1 0,-1 1,1-1,-2 2,4-2,0 0,0 0,0 0,0 0,1 0,-1 0,0 0,1 0,-1 0,0 0,1-1,-1 1,1-1,-1 1,1-1,-1 0,1 1,-1-1,1 0,-1 0,1 0,0 0,-1 0,2-1,-1 2,124-10,165-2,140-7,-82 1,36-10,-93 12,56 4,-117-2,6 4,-1-10,20-13,97-9,512-8,-363 12,-540 38,-16 7,-5 1</inkml:trace>
  <inkml:trace contextRef="#ctx0" brushRef="#br0" timeOffset="59947.204">1521 505,'0'0,"0"0,0-1,0 1,-1 0,1 0,0-1,-1 1,1 0,0 0,0 0,-1-1,1 1,0 0,-1 0,1 0,-1 0,1 0,0-1,-1 1,1 0,0 0,-1 0,1 0,0 0,-1 0,1 0,-1 0,1 1,0-1,-1 0,1 0,0 0,-1 0,1 0,0 1,-1-1,1 0,0 0,-1 0,1 1,0-1,0 0,-1 0,1 1,0-1,0 0,0 1,-1-1,1 0,0 1,0-1,0 0,0 1,0-1,0 0,0 1,0-1,0 1,0-1,-2 2,1-1,0 1,0 0,1 0,-1-1,0 1,0 0,1 0,-1 0,1 0,0 0,-1 0,1 0,0 0,0 0,1 0,-1 0,0 0,0-1,1 1,-1 0,1 0,0 0,0 0,-1 0,1-1,0 1,1 0,-1-1,0 1,0-1,1 1,-1-1,1 0,-1 0,1 1,-1-1,1 0,0 0,0 0,-1-1,1 1,0 0,0-1,0 1,0-1,7 1,0-1,0-1,0 1,0-2,-1 1,1-1,0 0,0-1,-1 0,0 0,0-1,0 0,0 0,0-1,-1 0,0-1,0 1,0-1,-1-1,0 1,0-1,0 0,-1 0,0-1,-1 1,1-1,0-5,-3 9,-1-1,0 1,0-1,0 1,-1-1,0 1,0-1,0 0,0 1,-1-1,0 1,1-1,-2 1,1-1,0 1,-1 0,0 0,0 0,0 0,-1 0,1 0,-1 0,0 1,0-1,0 1,-1 0,1 0,-1 0,0 0,1 1,-4-2,0 0,-1-1,1 1,-1 1,0-1,0 1,-1 1,1-1,-1 2,1-1,-1 1,1 0,-1 1,0 0,1 0,-1 1,-4 1,7-1,1 1,-1 0,1 0,0 1,0-1,0 1,0 1,1-1,-1 0,1 1,0 0,0 0,0 0,0 1,1-1,-1 1,1 0,1 0,-1 0,1 0,-1 1,2-1,-1 0,0 1,1 0,0-1,0 5,0 0,0 1,1-1,0 1,1-1,0 1,1-1,0 0,0 0,1 1,0-2,1 1,0 0,1-1,4 8,-5-11,0 1,0-1,1-1,-1 1,1-1,0 1,1-1,0-1,-1 1,1-1,1 0,-1 0,0-1,1 0,0 0,0-1,0 1,0-2,0 1,0-1,1 0,-1 0,0-1,1 0,-1 0,7-2,-10 1,-1-1,0 0,-1 0,1 0,0 0,0 0,-1-1,0 1,1-1,-1 0,0 1,0-1,0 0,-1 0,1 0,-1-1,0 1,1 0,-1-1,-1 1,1 0,0-1,-1 1,0-1,0 1,0-1,-13-92,9 83,0 1,-1 0,0 0,-1 0,0 1,-1 0,0 0,-1 0,0 1,-1 0,0 1,-3-3,11 11,0 0,-1 0,1 0,0 0,0 0,0 1,-1-1,1 0,0 0,-1 1,1-1,-1 1,1 0,-1-1,1 1,0 0,-1 0,1 0,-1 0,1 0,-1 0,1 0,-1 0,1 1,-1-1,1 1,-1-1,1 1,0-1,-1 1,1 0,0 0,0 0,-1 0,1 0,0 0,0 0,0 0,0 0,0 0,1 0,-1 1,0-1,0 0,0 2,-16 68,20-9,3 1,2-1,4 0,3 3,18 111,-18-80,-14-95,1 1,-1-1,1 0,0 0,-1 1,1-1,0 0,0 0,0 0,-1-1,1 1,0 0,0-1,0 1,0-1,0 0,0 0,0 0,0 0,0 0,0 0,0 0,1-1,-1 1,-1-1,1 1,0-1,0 0,0 0,0 1,1-3,6 1,78-20,2 3,80-6,259 7,-364 15,-1-3,0-2,4-4,-63 12,0-1,-1 1,1 0,0-1,-1 0,1 0,0 0,-1 0,0-1,1 1,-1-1,0 0,1 0,-1 0,0 0,-1-1,1 1,0-1,-1 0,1 1,-1-1,0 0,0-1,0 1,0 0,-1-1,2-2,-4-116,-1 307,3 34,-1-328,2-12,-6-1,-8-29,2 100,18 43,14 21,-10-6,196 65,-110-42,-83-25,25 7,0 1,-1 3,-1 1,-1 1,2 4,-36-20,1-1,-1 1,0 0,-1 0,1 0,0 1,-1-1,1 1,-1-1,0 1,1 0,-1 0,-1 0,1 0,0 0,-1 0,1 0,-1 1,0-1,0 0,-1 1,1-1,-1 1,1-1,-1 1,0-1,0 1,-1-1,1 1,-1-1,0 1,0-1,0 0,0 1,0-1,-1 0,0 0,1 0,-2 2,-10 9,0 0,-1-1,0-1,-1 0,0 0,-1-2,0 0,-4 1,20-11,-43 24,0-2,-1-1,-2-3,1-2,-2-1,0-3,-41 5,155-26,-30 2</inkml:trace>
  <inkml:trace contextRef="#ctx0" brushRef="#br0" timeOffset="60511.692">3607 747,'-18'26,"1"1,1 1,2 1,1 0,1 1,0 2,10-28,0 1,0-1,1 0,-1 1,1-1,0 1,0 0,1-1,-1 1,1 0,0-1,0 1,0 0,1-1,0 1,0-1,0 1,1-1,-1 1,1-1,0 0,0 1,0-1,1 0,0-1,-1 1,1 0,1-1,-1 1,0-1,1 0,0 0,1 0,5 1,1-1,-1 0,1-1,0 0,0-1,0 0,-1-1,1 0,0 0,0-1,0-1,0 0,0 0,-1-1,1-1,-1 0,0 0,0-1,0 0,-1 0,0-1,0-1,-3 3,0-1,-1 0,0 0,0 0,-1 0,0-1,1 0,-2 0,1 0,-1 0,0-1,0 1,-1-1,0 0,0 0,0 0,-1 1,0-2,0 1,-1 0,0 0,0 0,-1 0,0 0,0 0,-1 0,0 0,0 0,0 1,-1-1,0 1,0-1,-1 1,0 0,0 1,-3-5,3 4,-1 0,1 1,-1-1,0 1,-1 0,1 0,-1 1,0-1,0 1,0 1,-1-1,1 1,-1 0,0 1,0-1,0 1,0 1,0-1,-1 1,1 1,0-1,0 1,-1 0,1 1,0 0,-1 0,1 0,0 1,0 0,0 1,0 0,1 0,-1 0,1 1,0-1,0 2,-2 1,3-3,1 1,1 0,-1 0,1 0,-1 1,1-1,1 1,-1 0,1 0,-1 0,1 0,1 0,-1 0,1 1,0-1,0 1,0-1,1 0,0 1,0-1,0 1,1-1,0 1,0-1,0 0,1 1,0-1,0 0,0 0,0 0,1 0,0-1,2 3,1-2,0 0,0 0,1-1,0 0,0-1,0 1,0-1,0-1,1 1,2-1,33 9</inkml:trace>
  <inkml:trace contextRef="#ctx0" brushRef="#br0" timeOffset="61800.551">3901 921,'1013'-1,"-417"-13,-431 15,297-9,-326 1,-123 5,-12 2,0-1,-1 1,1 0,0-1,0 1,0 0,0-1,0 1,0 0,0 0,0 0,0 0,0 0,0 0,0 0,0 0,0 0,0 1,0-1,0 0,0 0,0 1,0-1,0 1,0-1,0 1,0 0,-1-1,1 1,0 0,0-1,-1 1,1 0,0 0,-1-1,1 1,-1 0,1 0,-1 0,0 0,1 0,-1 0,0 0,0 0,1 0,-13 135,1 144,33 130,-23-358,3 0,3 0,1 0,3-1,9 26,-13-60,0-2,0 0,-1 0,-1 1,0-1,-1 1,-1 11,11 60,-3-120,-6 19</inkml:trace>
  <inkml:trace contextRef="#ctx0" brushRef="#br0" timeOffset="62565.541">4743 1909,'-12'30,"11"-25,0-1,0 1,1 0,-1 0,1 0,0 0,1-1,-1 1,1 0,0 0,0 0,1-1,-1 1,1-1,0 1,0-1,0 1,1-1,0 0,0 0,0 0,0-1,0 1,1-1,-1 0,1 0,0 0,0 0,0-1,1 1,-1-1,0 0,1 0,0-1,1 1,-1-2,0 0,0-1,-1 1,1-1,0 0,0 0,0-1,-1 1,1-1,0 0,-1 0,0-1,1 1,-1-1,0 0,-1 0,1-1,0 1,-1-1,0 0,0 0,0 0,0 0,-1 0,1 0,-1-1,0 1,0-1,-1 0,1 0,-1 1,0-1,-1 0,1 0,-1 0,0 0,0 0,0 0,-1 0,0 0,0 0,-1-2,-1 2,0 2,0-1,-1 0,0 1,1-1,-1 1,0 0,0 0,-1 1,1-1,-1 1,1 0,-1 0,0 0,1 1,-1 0,0 0,0 0,0 0,0 1,0 0,0 0,0 0,0 1,0 0,0 0,0 0,0 0,0 1,1-1,-1 1,0 1,-2 1,2-1,0 1,0 0,0 0,1 0,0 1,0 0,0-1,0 2,1-1,0 0,0 0,0 1,0 0,1-1,0 1,1 0,-1 0,1 0,0 0,0 6,0 19</inkml:trace>
  <inkml:trace contextRef="#ctx0" brushRef="#br0" timeOffset="63813.11">5625 1589,'-2'9,"-3"7,-3 11,-1 7,2 5,2 2,2 1,1-2,1-3,3-8,2-6,2-8,2-8,-1-6</inkml:trace>
  <inkml:trace contextRef="#ctx0" brushRef="#br0" timeOffset="64086.969">5572 1495,'-1'10,"1"1,0-1,1 1,0-1,1 1,0-1,0 0,2 0,-1 0,1 0,0 0,1-1,0 0,1 0,-1 0,2 0,2 1,18 21,1-1,1-2,28 20,-36-30,-10-9,43 44,-53-51,0-1,1 1,-1 0,0 0,0 0,0 0,0-1,-1 1,1 0,0 1,-1-1,0 0,1 0,-1 0,0 0,0 0,0 0,0 0,0 0,-1 0,1 1,-1-1,1 0,-1 0,0 0,0 0,0-1,0 1,0 0,0 0,0-1,-1 1,-8 7,-1-1,-1-1,1 1,-1-2,-1 0,1 0,-1-1,0-1,0 0,0-1,0 0,-1-1,1 0,-1-1,-2-1,-28 0,6-4</inkml:trace>
  <inkml:trace contextRef="#ctx0" brushRef="#br0" timeOffset="64333.308">5358 1389,'21'-7,"22"-5,20 1,15 1,10 3,0 2,-12 2,-17 2</inkml:trace>
  <inkml:trace contextRef="#ctx0" brushRef="#br0" timeOffset="73582.089">6748 1669,'33'-6,"671"12,-701-6,-2-1,-1 1,0 0,1-1,-1 1,1 0,-1-1,1 1,0 0,-1 0,1 0,-1-1,1 1,-1 0,1 0,-1 0,1 0,0 0,-1 0,1 0,-1 0,1 0,-1 0,1 1,0-1,-1 0,1 0,-1 0,1 1,-1-1,1 0,-1 1,1-1,-1 0,0 1,1-1,-1 1,1-1,-1 1,0-1,0 0,1 1,-1-1,0 1,0 0,1-1,-1 1,0-1,0 1,0-1,0 1,0-1,0 1,0 0,0-1,0 1,0-1,0 1,0-1,0 1,0 0,-1-1,1 1,0-1,-1 1,-11 26,0 1,2 0,1 1,1 0,1 0,2 1,-2 27,2-20,-3 17,0-11,2 0,2 0,2 1,2 29,24 6,-14-65</inkml:trace>
  <inkml:trace contextRef="#ctx0" brushRef="#br0" timeOffset="74196.48">6722 1428,'0'-4,"0"4,0 13,0 12,0 16,0 12,0 11,0 8,0 4,0-3,-3-4,-2-12,-1-16</inkml:trace>
  <inkml:trace contextRef="#ctx0" brushRef="#br0" timeOffset="74431.332">6668 1348,'-9'21,"-8"17,-7 14,-5 10,-1 3,-1-2,3-8,6-13</inkml:trace>
  <inkml:trace contextRef="#ctx0" brushRef="#br0" timeOffset="74685.665">6694 1589,'-20'20,"-12"14,-4 8,1 3,4 0,8-5,8-6,10-7,7-8</inkml:trace>
  <inkml:trace contextRef="#ctx0" brushRef="#br0" timeOffset="74948.138">6642 1856,'-12'14,"-8"11,-2 8,-1 3,4 0,5-4,8-7,4-8</inkml:trace>
  <inkml:trace contextRef="#ctx0" brushRef="#br0" timeOffset="74949.138">6748 1963,'-14'16,"-8"9,-4 6,3 2,6-5</inkml:trace>
  <inkml:trace contextRef="#ctx0" brushRef="#br0" timeOffset="77699">4797 211,'1'3,"0"-1,0 1,0-1,1 0,-1 0,1 0,-1 0,1 0,0 0,0 0,0 0,0-1,0 1,1-1,-1 1,0-1,1 0,-1 0,1 0,-1 0,1-1,-1 1,1 0,0-1,-1 0,1 0,0 0,-1 0,1 0,-1 0,1-1,0 0,-1 1,41 0,0-2,-1-2,1-2,7-4,61-7,417-2,-257-10,-48 4,107 6,747 20,-684-14,-156 13,-163 20,-27-3,-19-14,-26-4,0 1,0 0,0 0,1 0,-1 0,0 0,0 1,0-1,0 0,0 1,0 0,0-1,0 1,0 0,0 0,0 0,-1 0,1 1,0-1,-1 0,1 1,0-1,-1 1,0 0,1-1,-1 1,0 0,1 2,1 7,0 0,0 1,-1 0,-1 0,0 0,-1-1,0 1,-2 11,2 7,-1 622,15-415,-10-209,0 0,3 0,0 0,11 24,20 93,-15 30,-17 40,-7-131,1 36,2-116,1-17,0-6</inkml:trace>
  <inkml:trace contextRef="#ctx0" brushRef="#br0" timeOffset="82544.044">6226 947,'0'2,"0"0,0 0,0 0,1 1,-1-1,0 0,1 0,-1 0,1 0,0 0,0 0,0 0,0 0,0-1,0 1,0 0,0 0,1-1,-1 1,1-1,-1 1,1-1,0 0,-1 0,1 1,0-1,0 0,0-1,0 1,0 0,0-1,0 1,0-1,0 1,0-1,0 0,1 0,-1 0,0 0,0 0,0 0,0-1,0 1,0-1,0 0,0 1,0-1,0 0,0 0,0 0,0 0,1-2,-1 1,0 1,1-1,-1 0,0 0,0-1,0 1,-1 0,1-1,0 1,-1-1,0 1,0-1,0 0,0 0,0 1,0-1,0 0,-1 0,0 0,1 0,-1 0,0 0,-1 0,1 0,0 0,-1 1,0-1,1 0,-1 0,0 0,-1 1,1-1,0 1,-1-1,1 1,-1-1,0 1,0 0,0 0,0 0,0 0,-1 0,1 0,0 0,-1 1,1-1,-1 1,0 0,1 0,-1 0,-1 0,1 0,1 0,-1 1,1-1,-1 1,0-1,0 1,1 0,-1 0,0 0,1 1,-1-1,0 1,1-1,-1 1,1 0,-1 0,1 0,-1 0,1 0,0 1,-1-1,1 1,0 0,0-1,0 1,0 0,0 0,1 0,-1 1,1-1,-1 0,1 1,0-1,0 0,0 1,0-1,0 1,0 0,1-1,0 1,-1 0,1-1,0 1,0 0,0-1,1 1,-1 1,1-1,0 0,0 0,0-1,0 1,1 0,-1 0,1 0,-1-1,1 1,0-1,0 1,0-1,1 0,-1 0,0 0,1 0,0 0,-1-1,1 1,0-1,0 0,0 1,0-1,0-1,0 1,2 0,2 1,1 0,0-1,0 0,0-1,0 0,0 0,0 0,0-1,0 0,4-2,-9 3,-1 0,1-1,0 1,0-1,-1 0,1 0,-1 0,1 0,-1 0,1 0,-1-1,0 1,1-1,-1 0,0 1,0-1,0 0,0 0,-1-1,1 1,-1 0,1 0,-1-1,0 1,1-1,-1 1,-1-1,1 0,0 1,-1-1,1 0,-1 0,0 1,0-1,0 0,0 0,0 1,-1-1,1 0,-1 1,0-1,0 0,0 0,-2-1,-1 0,0 1,0-1,-1 1,1 0,-1 0,1 0,-1 1,0-1,0 1,0 0,0 1,0-1,-1 1,1 0,0 0,-1 1,1 0,-1-1,1 2,0-1,-1 1,-1 0,6-1,1 0,0 0,-1 0,1 0,-1 0,1 0,0 0,-1 0,1 0,-1 0,1 0,0 0,-1 0,1 1,0-1,-1 0,1 0,0 0,-1 0,1 1,0-1,-1 0,1 0,0 1,-1-1,1 0,0 1,0-1,0 0,-1 1,1-1,0 0,0 1,0-1,0 0,0 1,-1-1,1 1,0-1,0 0,0 1,0-1,0 1,0-1,0 0,1 1,-1-1,0 0,0 1,0-1,0 1,0-1,0 0,1 1,-1-1,0 0,0 1,1-1,-1 0,0 0,0 1,1-1,-1 0,0 0,1 1,-1-1,0 0,1 0,-1 0,27 13,1-8,0-1,0-1,0-2,0-1,16-2,6 1,728 1,-365 14,-24-4,415-7,-646-16,-48-15,-33 18,-75 12,0 0,0 0,-1 0,1 0,0 1,-1-1,1 0,-1 1,0-1,0 1,0 0,0-1,-1 1,1 0,-1-1,1 1,-1 0,0 0,0 0,0-1,0 1,-1 0,1 0,-1-1,0 3,0 6,-1 752,3-578,12-88,-13-103</inkml:trace>
  <inkml:trace contextRef="#ctx0" brushRef="#br0" timeOffset="85296.7">8366 131,'535'-2,"-191"-23,-32 12,188 13,-399 15,58-2,-153-12,-1 1,0-1,0 1,0 0,0 0,0 1,0-1,-1 1,1 0,-1 1,1-1,-1 1,0 0,-1 0,1 0,-1 0,0 0,0 1,0 0,0 0,-1-1,0 1,0 1,0-1,-1 0,1 0,-1 1,-1-1,1 0,-1 4,15 143,-11 276,-45 46,52-250,6-47,-12-155,-1 1,-1-1,-2 1,0 0,-2 22,2 51,11-48,-11-48,-1-1,1 1,0 0,0-1,-1 0,1 1,0-1,-1 1,1-1,0 0,-1 1,1-1,-1 0,0 0,1 0,-1 1,1-1,-1 0,0 0,0 0,1 0,-1 0,0 1,0-1,0 0,0 0,0 0,0 0,0 0,-1 0,1 0,0 0,2-22</inkml:trace>
  <inkml:trace contextRef="#ctx0" brushRef="#br0" timeOffset="86548.806">8460 52,'-6'-1,"1"0,0 1,-1 0,1 0,0 0,-1 1,1 0,0 0,0 0,0 1,0 0,0-1,0 2,0-1,0 1,1-1,-1 1,1 1,0-1,0 1,0-1,0 1,1 0,-1 0,1 1,0-1,1 1,-1-1,1 1,0 0,0 0,-1 3,3-6,0 1,0 0,0 0,0 0,1-1,-1 1,1 0,-1-1,1 1,0 0,0-1,0 1,1-1,-1 1,0-1,1 1,0-1,0 0,-1 0,1 0,0 0,1 0,-1-1,0 1,0 0,1-1,-1 0,3 1,76 25,-69-24,0-1,1 0,-1-1,1 0,-1 0,1-2,0 0,-1 0,1-1,-1 0,0-1,1-1,-2 0,1 0,0-2,8-4,-17 8,-1 0,0 0,0 0,0 0,0 0,0-1,0 1,-1-1,1 1,-1-1,0 1,1-1,-1 0,0 0,-1 0,1 0,-1 0,1 1,-1-1,0 0,0 0,0 0,0 0,0 0,-1 0,0 0,1 0,-1 0,0 0,0 1,-1-1,1 0,-3-4,0 1,0 0,0 0,-1 0,1 0,-2 1,1 0,0 0,-1 0,0 1,0-1,-4-1,-2 1,1-1,-1 1,0 1,0 0,0 1,0 0,0 1,-1 1,1 0,-8 0,15 1,-1 0,1 0,-1 1,1 0,0 0,-1 0,1 0,0 1,0 0,0 0,0 1,0-1,0 1,1 0,-1 0,1 1,0-1,0 1,0 0,1 0,-1 1,1-1,0 0,0 1,0 0,0 3,0-1,1 0,0 1,0-1,1 1,0 0,0-1,1 1,0 0,0-1,1 1,0 0,0-1,1 1,0-1,0 1,1-1,0 0,0 0,1 0,0 0,0-1,0 1,1-1,0 0,0-1,1 1,-1-1,1 0,0 0,1-1,-1 0,3 1,2 2,1 0,0 0,1-2,-1 0,1 0,0-1,0 0,1-1,-1-1,1 0,-1-1,1-1,0 0,-1 0,1-2,9-1,-18 1,0 0,-1 0,1 0,-1 0,1-1,-1 1,0-1,0-1,0 1,-1 0,1-1,-1 0,1 0,-1 0,-1 0,1 0,0-1,-1 1,0-1,0 1,-1-1,1 0,-1 0,0 0,0 0,0 0,-1 0,0 0,0 0,0 0,-1 0,1 0,-1 0,-1 0,1 0,-1 0,1 1,-1-1,-1 0,1-2,0 0,0 0,-1 1,0-1,0 1,-1 0,0 0,0 0,0 0,-1 1,0-1,0 1,0 0,-1 1,1 0,-1-1,0 2,0-1,-1 1,1 0,-1 0,0 1,0-1,1 2,-1-1,-1 1,1 0,0 0,0 1,0 0,0 0,0 1,0 0,-1 0,1 1,1 0,-3 0,2 3,0-1,0 1,0 1,0-1,1 1,0 0,0 1,1-1,0 1,0 0,0 0,1 1,0-1,1 1,0 0,0 0,-1 6,2-9,1 1,0-1,0 1,0-1,0 1,1 0,0 0,1-1,-1 1,1 0,0-1,0 1,1-1,-1 1,1-1,1 1,-1-1,1 0,0 0,0 0,0-1,1 1,-1-1,1 0,0 0,3 2,3 1,1-1,0 0,1 0,-1-1,1-1,0 0,0-1,0 0,1 0,-1-2,1 1,-1-2,1 0,-1 0,1-1,-1-1,1 0,-1 0,0-1,0-1,6-2,-13 4,0-1,0 1,-1-1,1 1,0-1,-1-1,0 1,0-1,0 1,0-1,0 0,-1-1,0 1,0 0,0-1,0 0,-1 0,0 0,0 0,0 0,-1 0,1 0,-1-1,0 1,-1-1,1 1,-1 0,0-1,-1 1,1-1,-1 1,0 0,-2-5,0 1,-1 1,0-1,-1 1,0 0,0 0,-1 0,0 1,0 0,-1 0,0 0,0 1,-1 0,1 1,-1-1,0 1,-1 1,1 0,-1 0,0 1,0 0,-8-2,11 3,-1 1,-1-1,1 1,0 0,0 1,0 0,0 0,-1 0,1 1,0 0,0 1,0 0,0 0,0 0,1 1,-1 0,1 0,-1 0,1 1,0 0,0 0,1 1,-1 0,1 0,0 0,1 0,-1 1,1 0,0 0,2-4,1 1,-1-1,1 1,0-1,-1 1,1-1,1 1,-1 0,0 0,1-1,-1 1,1 0,0 0,0 0,0-1,0 1,0 0,1 0,-1 0,1-1,0 1,0 0,0 0,0-1,0 1,0-1,1 1,-1-1,1 0,0 0,0 1,0-1,0 0,0-1,0 1,0 0,1-1,-1 1,1-1,1 1,4 2,0-1,0-1,1 1,-1-1,1-1,-1 1,1-1,0-1,-1 0,1 0,0-1,-1 0,1 0,-1-1,1 0,-1 0,0-1,0 0,0-1,0 0,0 0,-1-1,0 0,0 0,0 0,-1-1,1 0,-1 0,-1-1,1 0,0-2,-4 6,0-1,-1 0,0 0,1-1,-1 1,0 0,-1 0,1 0,-1-1,0 1,0 0,0 0,-1-1,1 1,-1 0,0 0,0 0,-1 0,1 0,-1 0,0 0,0 0,0 0,0 1,-1-1,0 1,1 0,-1 0,0 0,-2-1,-1-2,-1 1,0 0,-1 0,1 0,-1 1,0 0,0 0,0 1,0 0,-1 1,1 0,-1 0,0 1,-3 0,5 0,1 1,-1 0,1 0,-1 0,1 1,-1 0,1 1,0-1,-1 1,1 1,0-1,0 1,0 0,1 0,-1 1,1-1,-1 1,1 0,0 1,1-1,-1 1,1 0,0 1,0-1,1 0,-1 1,1 0,1 0,-1 0,1 0,0 0,0 1,1-1,-1 0,1 4,10 41,8-4</inkml:trace>
  <inkml:trace contextRef="#ctx0" brushRef="#br0" timeOffset="89100.389">11615 1415,'-6'-25,"0"41,6 21,2 1,2-1,2 0,1 0,7 20,-6-28,-1 1,-1 0,-1 0,-2 0,-1 0,-1 0,-2 1,-1-1,-2 2,4-32,0 0,0 0,-1 0,1-1,0 1,0 0,-1 0,1 0,0 0,0 0,-1 0,1 0,0 0,-1 0,1 0,0 0,-1 0,1 0,0 0,0 0,-1 0,1 0,0 0,-1 0,1 0,0 0,0 0,-1 1,1-1,0 0,0 0,-1 0,1 0,0 1,0-1,0 0,-1 0,1 1,0-1,0 0,0 0,0 1,0-1,-1 0,1 0,0 1,0-1,0 0,0 1,-9-34,9 28,-33-170,-2-93,13 94,10 107,12 66,0 1,-1-1,1 0,0 1,0-1,0 0,0 1,0-1,0 0,1 1,-1-1,0 0,0 1,0-1,1 0,-1 1,0-1,0 0,1 1,-1-1,1 1,-1-1,1 1,-1-1,1 1,-1-1,1 1,-1 0,1-1,-1 1,1-1,0 1,-1 0,1 0,0-1,-1 1,1 0,0 0,-1 0,1 0,0 0,-1 0,1 0,0 0,-1 0,1 0,0 0,-1 0,1 1,0-1,42 13,-32-9,30 7,1-3,0 0,0-3,1-2,-1-1,1-3,0-1,-1-2,20-5,198-30,-159 40,-98 0,0 1,0 0,0-1,0 1,0 0,-1 0,1 1,-1-1,1 0,-1 1,0 0,0-1,0 1,0 0,0 0,-1 0,0 0,1 1,-1-1,0 0,0 3,8 15,1-5,22 66,-17 137,-11-88,12 115,-11-226,-5-20,0 0,0 0,0-1,0 1,0 0,0 0,1 0,-1 0,0 0,0 0,0 0,0-1,0 1,1 0,-1 0,0 0,0 0,0 0,0 0,1 0,-1 0,0 0,0 0,0 0,1 0,-1 0,0 0,0 0,0 0,0 0,1 0,-1 1,0-1,0 0,0 0,0 0,0 0,1 0,-1 0,0 0,0 1,2-15</inkml:trace>
  <inkml:trace contextRef="#ctx0" brushRef="#br0" timeOffset="89678.401">12523 1228,'188'-12,"-155"12,748 12,-478-12,-221 12,-82-12,1 1,-1-1,0 0,0 0,0 0,1 1,-1-1,0 0,0 1,0-1,0 0,0 0,1 1,-1-1,0 0,0 1,0-1,0 0,0 1,0-1,0 0,0 1,0-1,0 0,0 0,0 1,-1-1,1 0,0 1,0-1,0 0,0 0,0 1,-1-1,1 0,0 0,0 1,0-1,-1 0,1 0,0 1,0-1,-1 0,1 0,0 0,0 0,-1 0,1 1,0-1,-1 0,1 0,0 0,-1 0,1 0,0 0,-1 0,1 0,0 0,0 0,-1 0,1 0,0 0,-1 0,1 0,0-1,-1 1,1 0,0 0,-9 1</inkml:trace>
  <inkml:trace contextRef="#ctx0" brushRef="#br0" timeOffset="90044.411">13927 907,'-3'13,"1"17,-1 12,0 12,2 8,0 8,0 3,1 0,0 0,0-4,0-7,0-9,3-12,2-12,3-17,1-9</inkml:trace>
  <inkml:trace contextRef="#ctx0" brushRef="#br0" timeOffset="90298.283">13887 799,'16'-4,"14"0,14 2,12 0,9 1,2 0,-6 4,-8 0,-14 2,-13 1</inkml:trace>
  <inkml:trace contextRef="#ctx0" brushRef="#br0" timeOffset="90549.608">13914 1014,'16'9,"14"3,14-1,12-1,7-4,-2-2,-5 1,-11-1,-13 1,-12 0</inkml:trace>
  <inkml:trace contextRef="#ctx0" brushRef="#br0" timeOffset="90732.369">13941 1241,'23'2,"16"1,11 2,6 1,0-2,-5 2,-8-1,-13 2,-10-1</inkml:trace>
  <inkml:trace contextRef="#ctx0" brushRef="#br0" timeOffset="90980.253">13941 1441,'13'5,"12"1,11 2,8 0,5-2,6-2,4-1,-5-1,-12-2</inkml:trace>
  <inkml:trace contextRef="#ctx0" brushRef="#br0" timeOffset="91748.2">12591 1147,'-4'-3,"-1"0,1 0,0 0,-1 1,0-1,0 1,1 1,-1-1,0 0,-1 1,1 0,0 0,0 1,0 0,-1 0,1 0,0 0,0 1,0 0,-1 0,1 0,0 0,0 1,1 0,-1 0,0 1,1-1,-1 1,1 0,0 0,-1 0,1 1,-41 73,43-74,2-1,-1 0,0 1,0-1,1 1,-1-1,1 1,0-1,-1 1,1 0,1-1,-1 1,0-1,1 1,-1-1,1 1,0-1,-1 1,1-1,0 0,1 1,-1-1,0 0,1 0,-1 0,1 0,0 0,-1 0,1-1,0 1,0 0,2 0,5 1,0 0,-1-1,1 0,0 0,0-1,0-1,0 1,0-2,0 1,0-1,0 0,0-1,-1 0,1 0,0-1,-1 0,0-1,0 0,0 0,0-1,0 0,-1 0,2-3,-5 6,-1-1,0 0,0 0,0 0,-1 0,1-1,-1 1,0-1,0 1,0-1,0 0,-1 0,1 0,-1 0,0 0,0 0,-1 0,1 0,-1 0,0 0,0 0,0 0,-1-1,1 1,-1 0,0 0,0 0,0 0,-1 0,1 0,-1 1,0-1,0 0,-1 1,1 0,-1-1,1 1,-1 0,0 0,-4-4,0 1,0 0,0 0,-1 1,0 0,0 0,0 1,-1-1,1 2,-1 0,0 0,0 0,0 1,0 0,-1 1,1 0,0 1,-1-1,1 2,0 0,-1 0,1 0,0 1,0 1,0-1,0 1,0 1,1 0,-1 0,5-1,1 1,-1-1,1 1,0-1,0 1,0 0,1 0,-1 0,1 1,0-1,0 0,0 1,1-1,0 1,0 0,0 0,0-1,1 1,-1 0,1 0,1 0,-1-1,1 1,-1 0,1 0,1 2,1 1,0 1,0-1,1 0,0 0,0 0,1 0,0-1,0 1,1-1,0-1,0 1,1-1,5 4,-4-4,0-1,0 0,0 0,0-1,1 0,0 0,0-1,0-1,0 1,0-1,0-1,2 0,-6 0,-1-1,1 0,-1-1,1 1,-1-1,1 0,-1 0,0 0,1 0,-1-1,0 0,0 0,0 0,0 0,0-1,-1 0,1 1,-1-1,0 0,1-1,-1 1,-1-1,1 1,0-1,-1 0,1-1,2-6,0-1,-1 0,0 0,-1 0,0 0,-1 0,0-1,-1 1,0-1,-1 0,0 1,-2-1,1 1,-1-1,-1 1,-3-11,5 20,-1 0,1 0,-1 0,1 0,-1 0,0 0,0 1,0-1,0 0,-1 1,1 0,-1-1,1 1,-1 0,0 0,0 1,0-1,0 1,0-1,0 1,0 0,-1 0,1 0,0 1,-1-1,1 1,0 0,-1 0,1 0,0 0,-1 0,1 1,0 0,-1-1,1 1,0 0,0 1,0-1,-2 2,-5 1,0 0,1 1,0 0,0 1,0 0,1 0,0 1,0 0,0 0,1 1,0 0,1 1,0-1,0 1,1 0,0 1,0-1,-2 10,2 3</inkml:trace>
  <inkml:trace contextRef="#ctx0" brushRef="#br0" timeOffset="92295.411">11681 1228,'-2'4,"-1"7,0 10,1 11,3 8,3 10,3 7,1 5,-1 4,-2 0,-2-1,-3-1,-2-6,-1-5,1-10,0-11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3:47.6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310 215,'-14'31,"2"1,1 0,1 0,2 1,1 0,2 1,1-1,1 1,2 6,-2 18,1-1,3 1,3-1,5 23,-30-139,-63-152,45 120,4-2,-17-76,40 55,12 109,0 0,1 1,0-1,0 0,0 1,1-1,0 1,0 0,0-1,0 1,0 0,1 0,0 1,0-1,0 0,0 1,0 0,1 0,0 0,-1 0,1 0,4-1,11-3,1 1,0 1,0 1,0 0,1 2,-1 0,1 2,0 0,-1 1,1 1,-1 1,11 3,-12-5,1 2,-1 0,0 1,-1 1,1 0,-1 2,0 0,0 1,-1 1,0 0,0 2,-1 0,3 3,-17-11,1-1,-1 1,0 0,0 0,0 0,0 0,-1 0,1 0,-1 0,0 0,0 1,0-1,0 1,0-1,-1 1,0-1,1 1,-1-1,-1 1,1-1,0 1,-1-1,0 1,0-1,0 0,0 1,-2 4,-1-1,0 0,-1 1,0-1,0-1,0 1,-1-1,0 0,0 0,-3 2,-22 14,-2-1,0-1,0-2,-2-1,0-2,-37 10,58-19,25-2,242 4,-228-5,0 2,0 1,-1 1,0 1,0 1,7 5,-21-9,0 0,0 1,0 0,-1 0,0 1,-1 0,1 1,-1 0,-1 0,0 1,0 0,0 0,-1 0,-1 1,3 5,-6-9,0 0,-1 0,1 0,-1 0,0 0,-1 0,0 0,0 0,0 1,-1-1,1 0,-1 0,-1 0,1 0,-1 0,0 0,-1 0,1-1,-1 1,0-1,-1 0,1 0,-1 0,0 0,0-1,-1 1,-10 10,0-1,-1-1,-1 0,0-1,0-1,-1 0,-5 0,-14 7,-1-2,-1-1,0-2,-1-2,0-1,-1-2,-28 1,63-8,-1-1,1 1,0-1,0 0,0-1,0 1,0-1,0 0,0-1,0 0,0 0,0 0,1 0,-2-1,-11-15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3:47.93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517 39,'-39'-11,"-1"2,0 2,0 1,-17 2,42 3,0 1,0 1,-1 0,1 1,0 0,0 2,0 0,1 0,-1 1,1 1,0 1,1 0,-2 1,7-3,1 1,0 0,0 0,0 1,1 0,0 0,1 0,-1 1,1 0,1 0,-1 0,1 1,1-1,0 1,0 0,0 0,1 0,1 0,0 0,0 0,0 1,1-1,1 1,0 5,0 0,2 0,0-1,0 1,1-1,1 0,0 0,1 0,1-1,0 1,1-2,0 1,1-1,2 1,5 4,0-1,2-1,0-1,1 0,0-1,1-1,0-1,1-1,0 0,1-2,0 0,0-2,1 0,22 2,-1-3,0-1,0-2,1-2,-1-1,0-3,0-2,15-5,33-11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3:48.1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0,'5'18,"4"20,2 22,-1 16,-1 13,-3 6,-3-3,-1-7,-1-14,-1-16,0-21,-1-15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3:48.4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0,'16'25,"17"22,18 16,17 14,15 7,9 5,2 2,-5-4,-13-7,-20-9,-22-7,-32-5,-37-3,-38-5,-31-9,-23-9,10-10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3:48.71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419 0,'0'21,"-2"24,-5 28,-4 29,-5 26,-4 23,-8 20,-7 14,-11 1,-7-3,-5-12,1-17,8-24,12-33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3:49.04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23,'58'-10,"1"4,0 1,0 4,41 4,-67-2,1 2,-1 1,0 2,0 1,-1 1,27 12,-48-16,-1 0,0 1,0 1,0-1,-1 1,0 1,0 0,-1 0,0 1,0 0,0 0,-1 1,0 0,-1 0,0 1,-1 0,0 0,0 0,-1 0,0 1,-1 0,0 2,0 18,-2-1,0 1,-3 0,0 0,-2 0,-1-1,-2 0,-1 0,-9 24,-7 35,20-73,-3 5,1 0,2 0,0 0,1 1,1 0,2-1,0 1,1 0,3 17,23 10,-12-42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3:49.2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88,'22'-4,"32"-5,32-2,36-4,35-2,25 0,-17 3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3:54.6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1143,'195'-362,"-143"288,-51 74,0-1,-1 0,1 0,0 0,0 0,0 1,-1-1,1 0,0 1,0-1,0 1,0-1,0 1,0-1,0 1,0 0,1-1,-1 1,0 0,0 0,0 0,0 0,0 0,0 0,0 0,1 0,-1 0,0 1,0-1,0 0,0 1,0-1,0 1,0-1,0 1,0-1,0 1,0 0,-1 0,1-1,0 1,0 0,-1 0,1 0,0 0,-1 0,1 0,23 55,-22-49,31 105,15 95,-45-191,-1-7,0 0,0 1,-1-1,0 1,0-1,-1 1,-1 0,1-1,-2 1,0 5,1-13,0-1,0 1,1 0,-1 0,-1 0,1 0,0-1,0 1,0-1,-1 1,1-1,-1 1,0-1,1 0,-1 0,0 0,1 0,-1 0,0 0,0 0,0 0,0-1,0 1,0-1,0 1,0-1,0 0,0 0,0 0,0 0,0 0,0-1,-2 1,-64-26,62 23,0 0,1-1,0 0,0 0,0 0,0 0,0-1,1 1,0-1,0-1,0 1,0 0,1-1,0 0,0 0,1 0,-1-1,4 4,0 1,0-1,0 1,0 0,0 0,0-1,1 1,-1 0,1 0,0 0,-1 1,1-1,0 0,0 1,0-1,0 1,1-1,-1 1,0 0,0 0,1 0,-1 0,1 1,-1-1,1 1,-1-1,1 1,-1 0,2 0,0-1,126-27,-88 22,-1-2,0-2,-1-2,0-2,-1-1,0-2,8-6,4-19,-49 41,-1 0,1-1,-1 0,0 1,1-1,-1 0,0 1,0-1,0 0,0 0,0 0,-1 0,1 0,-1 0,1 0,-1 0,0 0,1 0,-1 0,0-1,-1 1,1 0,0 0,0 0,-1 0,0 0,1 0,-1-1,-2 1,-1-1,1 1,0-1,-1 1,1 0,-1 0,0 1,0-1,1 1,-1-1,0 1,0 1,-1-1,1 0,0 1,0 0,0 0,0 0,0 1,0-1,0 1,0 0,0 0,0 1,0-1,0 1,0-1,-1 3,-4 0,1 0,0 1,0 0,1 1,0 0,0 0,0 1,0-1,1 1,0 1,1-1,0 1,0 0,0 2,2-6,1 1,0-1,0 1,1 0,-1 0,1 0,0 0,0 0,1 0,0 0,-1 0,2 0,-1 0,1 0,-1 0,1 0,1 0,-1 0,1 0,-1-1,1 1,1-1,-1 1,1-1,0 0,2 4,11 5,0-1,1-1,0 0,1-2,0 0,0 0,1-2,0 0,1-1,-1-1,1-1,0-1,0-1,0 0,6-2,19 5,0-2,1-2,-1-2,0-2,1-3,-2-1,1-2,-1-1,-1-3,11-6,32-37,-83 54,0-1,-1 0,1 1,-1-1,0-1,0 1,0 0,0 0,-1-1,1 1,-1-1,0 1,0-1,0 0,0 1,-1-1,1 0,-1 0,0 0,0 1,-1-1,1 0,-1 1,0-1,0 0,-1-2,-1 0,0 0,0 1,-1 0,1-1,-1 2,0-1,-1 0,1 1,-1-1,0 1,0 1,0-1,0 1,-1-1,1 2,-1-1,0 1,-5-2,-6-2,-1 1,1 1,0 1,-1 1,0 0,-10 1,12 0,-1 1,1 1,0 1,0 0,0 1,0 0,0 2,0 0,1 1,0 0,0 1,1 1,-7 4,19-11,0 0,0 0,0 0,0 1,0-1,0 1,0-1,1 1,-1-1,1 1,-1 0,1 0,-1 0,1 0,0 0,0 0,0 0,0 0,0 1,1-1,-1 0,1 1,-1-1,1 0,0 1,0-1,0 0,0 1,1-1,-1 0,0 1,1-1,0 0,-1 0,1 1,0-1,0 0,6 3,0-1,0 0,0 0,0 0,1-1,0 0,-1-1,1 1,0-2,0 1,0-1,1 0,-1-1,0 1,1-2,-4 2,32 0,-1-1,0-1,0-2,0-2,0-1,0-2,26-10,-5 3,-57 16,1 0,0 0,0 0,0 0,-1-1,1 1,-1 0,1 0,-1 0,1 0,-1 0,1 1,-1-1,0 0,1 0,-1 0,0 0,0 0,0 0,0 1,0-1,0 0,0 0,-1 0,1 0,0 0,-1 0,1 0,0 0,-1 0,0 1,1 2,-21 121,6 1,6 9,-3 297,-15-292,25-133,-1 0,1-1,-1 1,0-1,-1 0,0 0,0 0,0 0,-1-1,1 0,-1 0,0 0,-1 0,1-1,-1 0,0 0,0-1,-4 3,5-5,0 1,0-1,0 0,0 0,0 0,0-1,0 0,-1 0,1 0,0-1,0 1,0-1,0 0,0-1,0 1,0-1,1 0,-1 0,1-1,-1 1,1-1,-1 0,-5-5,1 0,-1 0,1-1,1 0,-1 0,2-1,-1 0,-3-7,2 0,1 1,0-1,1-1,0 1,2-1,0 0,1-1,1 1,1-1,0 1,1-1,1 0,1 0,1 1,1-1,0 1,1-1,1 1,1 0,0 1,2 0,2-5,43-67,4 11</inkml:trace>
  <inkml:trace contextRef="#ctx0" brushRef="#br0" timeOffset="1584.892">1831 890,'258'350,"-217"-291,-41-58,0-1,0 1,1 0,-1-1,0 1,1-1,-1 1,1 0,-1-1,1 1,-1-1,1 1,-1-1,1 1,-1-1,1 0,0 1,-1-1,1 0,0 1,-1-1,1 0,0 0,0 1,-1-1,1 0,0 0,0 0,-1 0,1 0,0 0,0 0,-1-1,1 1,0 0,-1 0,1 0,0-1,-1 1,1 0,0-1,-1 1,1-1,0 1,-1-1,1 1,-1-1,1 1,-1-1,1 1,-1-1,0 0,1 1,-1-1,0 0,1 1,-1-1,0 0,0 1,0-1,0 0,1 0,-1 1,0-2,28-154,-13 3,-16 173,0 1,2-1,0 1,1-1,1 0,1 0,4 11,-7-28,1 0,-1-1,1 1,0-1,-1 1,1-1,1 0,-1 0,0 0,0 0,1 0,-1 0,1 0,0-1,-1 0,1 1,0-1,0 0,0 0,0-1,0 1,0-1,0 1,0-1,0 0,0 0,0 0,0-1,0 1,0-1,0 1,0-1,1-1,8-1,-1-1,0 0,-1 0,1-2,-1 1,0-1,0-1,2-1,-4 1,-1 0,1 0,-1-1,0 0,-1 0,0-1,0 0,-1 0,0 0,0-1,-1 0,-1 0,3-9,-6 25,1 0,0 1,0-1,1 0,-1 0,1-1,1 1,-1 0,1-1,0 1,0-1,1 0,-1 0,1 0,0 0,1-1,1 2,11 5,1 0,-1-2,1 0,1-1,0-1,0-1,0 0,1-1,0-2,0 0,0-1,0-1,0 0,0-2,0 0,18-5,-19 4,1-1,-1-1,0 0,-1-2,1 0,-1-1,3-3,-15 7,0 1,-1-2,1 1,-1-1,0 1,0-1,0-1,-1 1,1-1,-1 0,0 0,0 0,-1 0,0-1,0 1,0-1,0 0,-1 0,0 0,0 0,-1 0,0-1,1-3,-3 3,1 0,-1 1,0-1,-1 0,1 0,-1 1,-1-1,1 1,-1 0,0-1,-1 1,1 1,-1-1,0 0,-1 1,1 0,-5-3,6 4,0 1,0 0,0 1,-1-1,1 1,-1-1,0 1,1 0,-1 0,0 1,0-1,-1 1,1 0,0 0,0 0,-1 0,1 1,0 0,-1 0,1 0,0 0,0 1,-1 0,1 0,0 0,0 0,0 0,-3 2,2 0,1 0,-1 1,1-1,0 1,0-1,0 1,1 1,-1-1,1 0,0 1,0 0,1-1,-1 1,1 0,0 0,1 1,-1-1,1 0,0 1,0-1,1 1,-1 4,1 0,0-1,0 1,1 0,1-1,-1 0,2 1,-1-1,1 0,0 0,1 0,0 0,5 6,-2-5,1 0,0-1,0 1,1-2,1 1,-1-1,1-1,1 1,-1-2,1 0,1 0,-1-1,1 0,0-1,0 0,0-1,0 0,0-1,1-1,0 0,-1 0,1-1,-1-1,1 0,-1-1,1 0,-1-1,0-1,0 1,0-2,-1 0,1 0,-1-1,0-1,-1 1,0-2,0 1,0-2,-1 1,0-1,1-3,-2 1,-1-1,0 0,-1 0,0 0,-1-1,0 0,-1 0,-1-1,2-10,-7 20,-3 23,3-4,0 1,1-1,0 1,1-1,1 1,1-1,0 1,-1-11,0 0,0-1,0 1,1-1,0 1,0-1,0 1,0-1,1 0,0 0,-1 0,1-1,1 1,-1-1,1 1,-1-1,1 0,0 0,0-1,0 1,0-1,1 0,-1 0,4 1,3-2,0 0,0-1,0 0,0-1,0-1,0 1,0-2,0 1,-1-1,1-1,-1 0,0-1,0 0,-1 0,1-1,-1 0,0-1,-1 0,1 0,-1-1,-1 0,0 0,5-8,-4 8,-1-1,0-1,-1 1,0-1,-1 0,0-1,0 1,-1-1,0 0,-1 0,0 0,-1-1,-2 12,-1 0,1 0,0 0,0 0,0 0,-1 1,1-1,0 0,0 0,-1 0,1 0,0 0,0 0,-1 0,1 0,0 0,0 0,-1 0,1 0,0 0,0-1,0 1,-1 0,1 0,0 0,0 0,0 0,-1 0,1 0,0-1,0 1,0 0,0 0,-1 0,1 0,0-1,0 1,0 0,0 0,0-1,0 1,0 0,-1 0,1 0,0-1,0 1,0 0,0 0,0-1,0 1,0 0,0 0,0-1,0 1,0 0,1 0,-1 0,0-1,0 1,0 0,0 0,0 0,0-1,-11 17,9-8,0-1,0 1,1-1,-1 1,2 0,-1-1,1 1,0 0,1-1,0 1,0 0,0-1,1 1,1-1,-1 1,1-1,0 0,1 0,-1 0,1-1,1 1,-1-1,1 0,0 0,1-1,-1 0,1 1,0-2,1 1,-1-1,1 0,-1 0,1-1,0 0,1 0,-1-1,0 1,1-2,2 1,1 0,0-1,0-1,1 0,-1 0,0-1,0 0,0-1,0-1,0 0,-1 0,1-1,-1 0,0-1,0 0,0 0,0-1,-1-1,0 1,-1-1,1-1,-2 0,1 0,-1-1,0 1,0-2,-1 1,-1-1,4-7,13-31,-1-1,-3-1,-2 0,-2-2,-3 1,3-34,5-20,-6-1,-3 0,-6-81,-4 167,-1 0,-1 0,0 0,-2 0,-1 1,0-1,-2-1,7 19,-1-1,1 1,-1 0,0-1,0 1,0 0,0 0,0-1,0 1,-1 0,1 0,-1 0,1 1,-1-1,0 0,0 1,0-1,0 1,0-1,0 1,0 0,0 0,-1 0,1 0,0 0,-1 0,1 1,0-1,-1 1,1 0,-1 0,1 0,-1 0,1 0,-1 0,1 1,0-1,-1 1,1-1,-1 1,1 0,0 0,0 0,0 0,-1 1,1-1,0 1,0-1,1 1,-2 0,-11 15,1 0,0 0,2 1,0 1,1-1,1 2,0 0,2 0,0 0,1 1,1 0,2 0,0 0,0 15,0 10,1 1,3-1,2 0,2 0,2 0,2 0,2-1,2-1,2 0,1 0,3-2,1 0,3-2,7 10,-21-33,1-1,1 0,0-1,1 0,1 0,0-2,1 1,0-2,1 0,1-1,0 0,0-1,1-1,0-1,12 5,-23-12,0 0,0 0,0-1,0 1,0-1,1-1,-1 1,0-1,0 0,0 0,-1-1,1 0,0 0,-1 0,1-1,-1 1,1-2,-1 1,0 0,0-1,-1 0,1 0,-1 0,0-1,0 1,0-1,0-2,6-8,-1 0,0-1,-1 0,-1 0,-1-1,0 0,-1 0,2-14,-2 8,-1 0,-1 0,-1 0,-1 0,-1 0,-1-2,1 25,0-1,0 0,0 1,1-1,-1 1,0-1,0 1,0-1,0 0,0 1,0-1,0 1,0-1,0 0,-1 1,1-1,0 1,0-1,0 1,-1-1,1 0,0 1,-1-1,1 1,0-1,-1 1,1 0,0-1,-1 1,1-1,-1 1,1 0,-1-1,1 1,-1 0,1 0,-1-1,0 1,1 0,-1 0,1 0,-1 0,0 0,1 0,-1 0,1 0,-1 0,0 0,-19 24,14-13,0 1,1 0,0 1,1-1,0 1,1-1,1 1,0 0,0 0,2 1,-1-1,2 0,0 0,0 0,1 0,1 0,0 0,1-1,0 1,1-1,0 0,1 0,1-1,0 0,0 0,1 0,0-1,1 0,4 3,-2-5,0 0,0-1,1 0,0-1,0 0,0-1,1-1,0 0,0 0,0-1,0-1,11 1,26-2</inkml:trace>
  <inkml:trace contextRef="#ctx0" brushRef="#br0" timeOffset="1836.986">4050 448,'14'-9,"29"-3,35 0,36 7,30 7,16 7,1 5,-26-1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3:38.4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642 268,'-2'14,"-4"18,-2 19,0 20,-1 15,-2 15,2 7,2 1,3-3,-1-12,0-21</inkml:trace>
  <inkml:trace contextRef="#ctx0" brushRef="#br0" timeOffset="255.319">0 94,'21'-2,"29"1,31 2,31-1,27-1,19-4,7-3,-3 1,-14 0,-21 2,-31 2</inkml:trace>
  <inkml:trace contextRef="#ctx0" brushRef="#br0" timeOffset="740.026">1685 122,'-32'69,"3"1,3 1,3 2,3 0,3 1,4 1,-3 70,15-116,1-1,2 1,0-1,2 0,2 1,7 23,-9-39,0 0,2 0,-1 0,2-1,0 0,0 0,1-1,0 0,1 0,1 0,-1-2,2 1,-1-1,1 0,1-1,2 0,1-1,0 0,1-1,0-1,0 0,0-1,0-1,1 0,-1-2,1 0,-1 0,1-2,0 0,-1 0,1-2,-1 0,0-1,0-1,0 0,-1-1,12-6,36-19</inkml:trace>
  <inkml:trace contextRef="#ctx0" brushRef="#br0" timeOffset="929.515">1471 750,'22'3,"25"0,25-3,27-5,19-9,11-7,1-4,-22 2</inkml:trace>
  <inkml:trace contextRef="#ctx0" brushRef="#br0" timeOffset="1652.24">1659 296,'29'-18,"2"1,0 2,1 2,0 0,1 3,0 0,1 2,0 2,10-1,-37 6,82-16,0 4,0 4,1 4,0 3,2 5,-65-1,1 1,-1 2,0 1,0 1,11 4,-28-7,-1 0,1 1,0-1,-1 2,0-1,0 1,-1 1,0 0,0 0,0 0,-1 1,0 0,-1 1,1-1,1 5,-2 5,0 0,-1 1,-1 0,-1 0,0 0,-2 0,0 0,-1 0,-1 1,0-1,-2 0,0 0,-2 0,0-1,-7 17,-151 465,110-348,60-184,2 0,187-736,-188 733,-4 27,-3 22,-1 31,-2-31,1 0,1 0,0-1,1 1,0 0,1 0,1 0,0-1,1 1,0-1,1 0,1 0,0-1,3 4,-6-13,0 1,0-1,1 1,-1-1,1 0,0-1,0 1,0-1,0 1,0-1,0-1,1 1,-1 0,1-1,-1 0,1 0,0 0,-1-1,1 0,0 0,-1 0,1 0,0-1,-1 1,1-1,0 0,-1-1,1 1,-1-1,1 0,11-5,-1-1,1 0,-1-1,-1-1,0 0,0-1,7-8,15-18,-3-2,-1-1,-2-1,-2-2,6-13,30-46,-42 74,-21 28,-1-1,1 1,-1 0,1-1,0 1,-1 0,1 0,-1-1,1 1,0 0,-1 0,1 0,0 0,-1 0,1 0,0 0,-1 0,1 0,-1 0,1 0,0 0,-1 0,1 1,0-1,-1 0,1 0,-1 1,1-1,-1 1,1-1,-1 0,1 1,-1-1,1 1,-1-1,1 1,-1-1,0 1,1-1,-1 1,0 0,0-1,1 1,-1-1,0 1,0 0,0-1,0 1,0 0,1-1,-1 1,-1-1,1 1,0 0,0-1,0 1,0 0,0-1,0 1,-1 0,1-1,0 1,-1-1,4 45,-2 1,-2-1,-2 0,-2-1,-2 2,0 11,-8 60,-1 2,5 0,5 12,6-107,0 0,2 0,1 0,0-1,2 1,1-1,1 0,0 0,10 16,10 8</inkml:trace>
  <inkml:trace contextRef="#ctx0" brushRef="#br0" timeOffset="2086.034">4158 375,'-41'105,"5"2,5 0,4 3,5 0,2 26,18-101,2-35,1 0,-1 0,0-1,1 1,-1 0,0 0,0 0,1 0,-1 0,0 0,1 0,-1 0,0 0,1 0,-1 0,0 0,1 0,-1 0,0 0,1 0,-1 1,0-1,1 0,-1 0,0 0,0 0,1 1,-1-1,0 0,0 0,1 1,-1-1,0 0,0 0,0 1,1-1,-1 0,0 1,0-1,0 0,0 1,58-168,33-165,54-175,-140 493,27-55,-31 69,0 0,0 0,0 0,0 0,0 0,0 0,0 0,0 0,0 0,0 1,0-1,0 0,0 0,0 1,0-1,0 1,0-1,0 1,0-1,-1 1,1 0,0-1,0 1,-1 0,1 0,0 0,-1-1,1 1,-1 0,1 0,-1 0,1 0,-1 0,0 0,0 0,1 0,-1 0,0 0,0 0,0 0,0 0,0 0,0 0,0 0,0 0,47 242,-33-147,-2-7,4 0,4-1,4-1,4-1,3-1,4-2,4-1,35 54,-15-65,-41-57</inkml:trace>
  <inkml:trace contextRef="#ctx0" brushRef="#br0" timeOffset="2332.417">4198 616,'18'9,"29"3,34 0,32-3,31-5,21-2,-18-3</inkml:trace>
  <inkml:trace contextRef="#ctx0" brushRef="#br0" timeOffset="2932.941">495 2783,'7'4,"-1"0,1 0,-1-1,1 0,0 0,0 0,1-1,-1 0,0-1,1 1,-1-1,1-1,0 1,0-2,-4 2,151 4,0-6,86-14,-45 3,201 0,-386 13</inkml:trace>
  <inkml:trace contextRef="#ctx0" brushRef="#br0" timeOffset="3752.34">3209 2862,'-18'-5,"1"1,-1 0,0 1,0 1,-1 0,1 2,0 0,0 1,0 1,-1 1,2 0,-1 1,0 1,1 1,0 0,0 1,1 1,0 1,0 0,1 1,0 1,0 0,-4 6,-20 47,38-62,0 0,1 0,-1 0,1 0,-1 1,1-1,0 0,0 0,0 0,0 1,1-1,-1 0,0 0,1 0,0 0,-1 0,1 0,0 0,0 0,0 0,0 0,0 0,1 0,-1-1,1 1,-1 0,1-1,-1 1,1-1,0 0,0 0,0 1,9 1,0 1,0-2,0 0,0 0,0-1,0 0,0-1,1 0,-1-1,0 0,0-1,0 0,0-1,0 0,0 0,-1-2,0 1,0-1,2-1,6-3,-1 0,0-1,0-1,-1 0,0-1,-1-1,-1 0,0-1,0-1,-2 0,0-1,0 0,-2-1,0 0,-1-1,0 0,-2 0,0-1,-1 0,-1 0,1-9,-3-2,0-1,-2 0,-1 1,-2-1,0 0,-3 1,0-1,-2 1,-1 1,-2-1,0 1,-30-41,39 70,0-1,1 1,-1-1,0 1,0-1,1 1,-1 0,0-1,0 1,1 0,-1 0,0 0,0 0,0 0,0-1,0 1,1 1,-1-1,0 0,0 0,0 0,1 0,-1 1,0-1,0 0,0 1,1-1,-1 0,0 1,1-1,-1 1,0-1,1 1,-1 0,0-1,1 1,-1 0,1-1,0 1,-1 0,1 0,-1-1,1 1,0 0,0 0,-1 0,1-1,0 1,0 0,0 0,0 0,-7 20,2 0,0 0,1 1,2-1,0 1,1 21,0-27,-2 36,3 0,2-1,2 1,2 0,2-1,3 0,14 40,-21-80,0 0,0-1,1 1,0-1,1 0,0-1,1 0,0 0,0 0,1-1,0 0,1 0,-1-1,2 0,-1 0,1-1,-1-1,2 0,-1 0,1 0,-1-2,1 1,0-1,0-1,1 0,-1-1,7 0,-4-1,0-2,0 0,0-1,0 0,0-1,-1-1,0 0,0-1,0 0,-1-1,0 0,0-1,0 0,-1-1,0-1,-1 1,0-2,-1 1,0-1,-1-1,0 0,0 0,-2 0,1-1,-2 0,0 0,0-1,-1 1,0-4,-5-52,0 67,1 0,-1 0,1 0,-1 0,0 0,0 0,0 0,0 0,0 0,0 0,0 0,-1 0,1 1,-1-1,1 1,-1-1,0 1,1 0,-1-1,0 1,0 0,0 0,0 0,0 0,0 1,0-1,0 1,-1-1,1 1,-3 1,0 0,1 1,-1 0,1 0,0 0,0 0,0 1,0-1,0 1,0 0,1 0,-1 1,1-1,0 1,0 0,0 0,0 0,1 0,0 0,0 0,0 1,0-1,0 1,1-1,0 1,0 0,0-1,1 1,0 2,-1 1,1-1,0 0,1 1,0-1,0 0,1 0,0 0,0 0,0 0,1 0,0 0,0-1,1 1,0-1,0 0,0 0,1 0,0-1,0 0,1 0,-1 0,1-1,0 1,0-1,0-1,1 1,-1-1,1 0,0-1,0 1,0-1,77 23,2-7</inkml:trace>
  <inkml:trace contextRef="#ctx0" brushRef="#br0" timeOffset="3999.193">5121 2661,'-3'14,"0"13,1 10,-1 6,6 4,4-2,4-6,-1-10</inkml:trace>
  <inkml:trace contextRef="#ctx0" brushRef="#br0" timeOffset="5483.913">5000 2408,'28'-5,"0"2,1 0,-1 2,0 2,1 0,-1 2,0 1,0 1,-1 2,1 0,-1 2,-1 1,4 3,-20-7,0 0,0 1,-1 1,0-1,0 1,-1 1,0 0,0 0,-1 0,-1 1,1 0,-2 0,1 1,-1 0,1 5,2 9,-1 0,-1 0,-2 1,0 0,-2-1,-1 15,0-24,9 80,-9-93,0 1,0-1,0 1,1-1,-1 0,1 0,0 0,0 0,0 0,0 0,1-1,-1 1,1-1,-1 1,1-1,0 0,0 0,0 0,0-1,0 1,1-1,-1 1,0-1,1 0,0 0,7-1,0 0,-1-1,1-1,0 1,-1-2,1 1,-1-1,1-1,-1 0,-1-1,1 1,0-2,-1 1,0-2,-1 1,1-1,5-7,-2 4,0 0,-1-1,0 0,-1-1,0-1,-1 1,-1-1,0-1,0 0,-1 0,-1 0,-1-1,0 0,-1 0,2-10,-13-16,7 40,-1 0,1 1,-1-1,1 0,-1 1,1-1,-1 1,0-1,1 1,-1-1,0 1,1-1,-1 1,0 0,1-1,-1 1,0 0,0-1,1 1,-1 0,0 0,0 0,0 0,0 0,1 0,-1 0,0 0,0 0,0 0,1 0,-1 1,0-1,0 0,1 0,-1 1,0-1,0 1,1-1,-1 1,1-1,-1 1,0-1,1 1,-1-1,1 1,-1 0,-5 5,1 1,0-1,1 1,0 0,0 0,0 1,1-1,0 1,0 0,1-1,0 1,0 0,1 0,0 1,1-1,0 0,0 0,0 0,1 0,2 7,-2-11,1 1,0-1,0 1,0-1,0 0,1 1,0-1,0 0,0-1,0 1,1-1,-1 1,1-1,0 0,0 0,0-1,0 1,1-1,-1 0,1 0,-1 0,1-1,0 1,-1-1,1 0,0-1,1 1,10 0,0 0,0 0,0-2,0 0,0-1,0 0,13-5,-11 2,1 0,-1-2,1 0,-2-2,1 0,11-8,-22 13,-1-1,0 1,0-1,0 0,-1-1,0 1,0-1,0 0,-1 0,1-1,-1 1,-1-1,0 0,0 0,0 0,-1 0,0-1,1-3,-6-14,-5 38,8-7,0 1,0-1,0 1,1-1,0 1,1-1,-1 1,1-1,0 0,1 0,-1 0,1 0,1 0,-1 0,1-1,0 0,0 0,0 0,2 1,5 5,1 0,0 0,1-1,0-1,0 0,1-1,7 3,-1-2,0-2,0 0,1 0,0-2,0-1,0-1,1 0,-1-2,1 0,-1-1,1-2,-1 0,1-1,-1-1,13-5,-18 4,-1 0,1-1,-1-1,0 0,0-1,-1-1,0 0,0-1,-1 0,-1-1,0-1,0 0,-1 0,0-1,-1-1,-1 0,0 0,-1 0,-1-1,2-5,-4 8,-1-1,1 1,-2-1,0 0,0 0,-1 0,-1 0,0 0,-1-8,-7 14,1 23,0 21,3 0,0 0,3 0,1 0,1 0,7 25,-9-54,34 218,31 93,-7-39,-51-244,-4-62,-40-594,36 600,-3-67,4 0,4-1,12-72,14 76,-29 82,1 0,-1 0,1 1,-1-1,1 0,0 1,-1-1,1 1,0-1,0 1,0 0,0 0,0 0,0 0,1 0,-1 0,0 1,0-1,1 1,-1-1,0 1,1 0,-1 0,0 0,1 0,-1 1,0-1,1 1,-1-1,0 1,0 0,1 0,-1 0,1 1,17 9,-2 2,1 1,-2 0,0 1,-1 1,0 0,-2 1,1 1,8 16,-13-22,-1 0,-1 1,0 0,-1 0,0 1,-1 0,-1 0,0 1,0 3,-4-16,-1 0,1 1,-1-1,0 0,0 1,0-1,0 0,-1 1,1-1,0 0,-1 1,0-1,1 0,-1 0,0 1,0-1,0 0,-1 0,1 0,0 0,-1-1,0 1,1 0,-1-1,0 1,0-1,1 1,-1-1,0 0,-1 0,1 0,0 0,0 0,0 0,-1 0,1-1,0 1,-1-1,1 0,-2 0,-5 1,0 0,0-1,0 0,0-1,0 0,0 0,0-1,0 0,1-1,-3 0,8 2,0 0,0 0,0 1,0-2,1 1,-1 0,0-1,1 1,-1-1,1 0,0 0,-1 0,1 0,0 0,0 0,0 0,1-1,-1 1,1-1,-1 0,1 1,0-1,0 0,0 0,0 1,0-1,0 0,1 0,0 0,0 0,0 0,0 0,0 0,0 0,1 0,-1 0,1 0,0 0,0 0,0 1,8-11,0 0,1 1,1 0,-1 1,2 0,0 1,0 0,1 1,1 0,1-2,-3 2,82-61,77-74,-143 117,-1-1,-2-1,-1-1,-1-1,-2-1,-1-1,14-31,-23 41,-2-1,0 0,-1 0,-1-1,-2 0,0 0,-2 0,0 0,-2-1,-1 1,-2-18,2 39,0 0,-1 0,1 0,-1 0,0 0,0-1,0 1,-1 1,1-1,-1 0,0 0,0 1,0-1,-1 1,1-1,-1 1,0 0,0 0,0 0,0 1,-1-1,1 1,0-1,-1 1,0 0,0 1,1-1,-1 1,-1-1,0 2,-1 0,1 1,-1-1,1 1,0 0,-1 0,1 1,0 0,0 0,0 0,0 0,0 1,1 0,-1 0,1 0,-1 1,1-1,0 1,-2 4,-60 89,54-70,2 0,2 1,0 0,2 0,1 1,1 0,1 0,2 0,1 0,1 0,2 0,4 20,0-10,2-2,2 1,1-1,2-1,1 0,2-1,2-1,0 0,9 7,-12-18,1-2,1 0,1-1,1-1,1 0,22 14,-35-26,1-2,0 1,0-1,1 0,0-1,0 0,0-1,0 0,0 0,1-1,-1-1,1 0,-1 0,1-1,-1 0,1-1,0 0,-1-1,4-1,-4 0,-1 0,0-2,0 1,0-1,0 0,-1-1,0 0,0 0,0-1,-1 0,0 0,-1-1,1 1,-1-2,-1 1,4-7,0-2,-1 0,0-1,-1 0,-1-1,0 1,-2-1,0 0,-1-3,-3 19,1 0,0-1,0 0,0 0,-1 0,1 1,-1-1,0 0,0 0,-1 0,1 0,-1 0,0 0,0 1,0-1,-1 0,1 1,-1-1,0 1,0-1,0 1,-1-1,2 4,0 0,-1 0,1 0,-1 0,1 0,0 0,-1 0,1 0,0 1,-1-1,1 0,0 1,-1-1,1 1,0 0,0-1,0 1,-1 0,1 0,0 0,0 0,0 0,0 0,1 0,-1 0,0 0,0 0,0 1,-5 7,1 1,-1 0,2 1,-1-1,2 1,-1 0,1 0,1 0,0 0,0 1,2-1,-1 1,1-1,1 9,0-12,1 0,-1 0,1 0,0-1,1 1,0-1,0 1,0-1,1 0,0 0,1-1,-1 1,1-1,1 0,-1 0,1-1,0 1,0-1,1-1,-1 1,1-1,0 0,0-1,1 0,-1 0,1 0,-1-1,1 0,0 0,0-1,1 0,45 2,-5-6</inkml:trace>
  <inkml:trace contextRef="#ctx0" brushRef="#br0" timeOffset="7621.459">8784 2581,'-3'0,"1"0,-1 0,1 1,-1-1,1 1,-1-1,1 1,0 0,-1-1,1 1,0 1,-1-1,1 0,0 0,0 1,0-1,0 1,0 0,1-1,-1 1,0 0,1 0,0 0,-1 0,1 1,0-1,0 0,0 1,0-1,0 0,1 1,-1-1,1 2,-1 1,0-1,1 1,0 0,0 0,0 0,1 0,0 0,0 0,0 0,0 0,1 0,0-1,0 1,0-1,0 1,3 1,-1 1,2-1,-1 0,0-1,1 1,0-1,1 0,-1-1,1 0,0 0,0 0,0-1,0 0,1 0,-1 0,1-1,0-1,-1 1,1-1,0 0,0-1,0 0,0 0,0-1,0 0,0-1,-1 1,1-1,0-1,-1 1,0-1,1-1,-1 1,-1-1,1-1,0 1,-1-1,1-1,2-4,0 0,-1 0,0-1,-1 0,0 0,-1-1,0 0,-1 0,0-1,-1 1,0-1,-1 0,-1 0,0 0,-1-1,0 1,-1-5,-1 49,-1-23,1-1,0 0,1 0,-1 1,1-1,1 1,-1-1,1 0,0 0,1 1,0-1,0 0,1 0,0 0,0-1,0 1,1-1,0 0,0 0,1 0,-1 0,6 4,2-5,0 0,1 0,0-1,0-1,0 0,0-1,0-1,1 0,-1 0,1-1,-1-1,0 0,0-1,1-1,-1 0,3-1,3-1,0 0,0-1,0-1,-1 0,0-2,-1 0,9-6,-18 10,-1 0,1-1,-1 0,-1 0,1 0,-1-1,0 0,-1 0,0-1,0 1,0-1,-1 0,0 0,-1-1,0 1,0-1,0-3,-2 11,0 0,-1 0,1 0,-1 0,1 0,-1 0,0 0,1 0,-1 0,0 0,0 0,1 0,-1 0,0 0,0 0,0 0,0 0,-1 0,1-1,0 1,0 0,-1 0,1 0,0 0,-1 0,1 1,-1-1,1 0,-1 0,0 0,1 0,-1 0,0 1,0-1,0 0,1 1,-1-1,0 0,0 1,0-1,0 1,0 0,0-1,0 1,0 0,0-1,0 1,0 0,0 0,0 0,0 0,-1 0,1 0,0 0,0 0,-5 5,-1 0,2 0,-1 0,0 0,1 1,0 0,0 0,1 1,0-1,0 1,0 0,1 0,0 0,0 0,1 1,0-1,0 1,1-1,0 4,0-5,0 0,1 0,0 0,0 0,0 0,1 0,0-1,0 1,0 0,1 0,0-1,0 1,0-1,1 1,0-1,0 0,0 0,0 0,1-1,0 1,0-1,0 0,1 0,-1 0,1-1,0 0,0 1,5 1,15 5,0-2,1 0,0-1,0-2,1-1,-1-1,1-1,0-1,-1-1,1-2,0 0,4 1,1 0,-1-2,0-2,0-1,-1-1,0-1,0-2,0-1,-1-1,-1-2,0 0,14-12,-35 20,0-1,0 0,-1 0,0 0,-1-1,1 1,-1-2,-1 1,0 0,0-1,2-5,-5 11,0 0,0 0,-1 0,1 0,0-1,-1 1,0 0,0 0,0 0,0 0,-1-1,1 1,-1 0,0 0,1 0,-1 0,-1 0,1 0,0 0,-1 1,0-1,1 0,-1 1,0-1,0 1,-1 0,1 0,0-1,-1 1,1 1,-1-1,0 0,1 1,-1-1,-1 1,0 0,0 0,0 0,0 1,0-1,0 1,0 0,-1 0,1 1,0-1,0 1,0 0,1 0,-1 0,0 1,0-1,1 1,-1 0,0 0,1 0,0 1,0-1,-1 1,1 0,1 0,-1 0,0 0,1 0,0 0,-1 1,1-1,1 1,-1 0,0-1,1 1,0 0,0 0,0 0,0 0,1 0,0 0,-1 0,2 0,-1 1,-2 4,1 0,0 0,1 0,-1 0,2 0,0 1,0-1,0 0,1 0,0 0,1-1,0 1,1 0,0-1,0 0,0 0,1 0,0 0,1-1,0 0,0 0,1-1,-1 1,1-1,1-1,-1 1,1-1,0-1,0 0,8 4,1-3,0-1,0 0,1-1,-1-1,1-1,0 0,-1-1,1-1,0-1,-1 0,1-2,-1 0,0 0,0-2,0 0,-1-1,2-1,-12 4,0 1,0-1,-1 0,1-1,-1 1,0-1,0 0,0-1,-1 1,0-1,0 1,0-1,-1-1,0 1,0 0,0-1,-1 0,0 1,0-1,-1 0,0 0,0 0,-1 0,1 0,-2 0,1 0,-1 0,0-1,0 7,1 0,0 0,-1-1,1 1,0 0,-1 0,1-1,0 1,0 0,0-1,0 1,0 0,0 0,1-1,-1 1,0 0,1 0,-1-1,1 1,-1 0,1 0,-1 0,1 0,0 0,0 0,0 0,-1 0,1 0,0 0,0 0,0 0,0 0,1 1,-1-1,0 1,0-1,0 1,0-1,1 1,-1-1,0 1,2 2,-1-1,0 1,1 0,-1 0,0 0,0 0,-1 0,1 0,0 0,-1 1,1-1,-1 1,0-1,0 1,0 0,0-1,0 1,-1 0,1-1,-1 1,0 0,0 0,0 1,1-1,7 74,-8-61,1 1,1-1,0 0,1 0,1 0,0 0,3 3,-6-17,-1 0,1 0,-1 0,1-1,0 1,0 0,0 0,0-1,0 1,1-1,-1 1,0-1,1 0,-1 1,1-1,-1 0,1 0,0 0,-1 0,1 0,0 0,0-1,0 1,0-1,-1 1,1-1,0 0,0 1,0-1,0 0,0 0,0 0,0-1,0 1,0 0,0-1,0 1,-1-1,1 0,0 0,0 0,0 0,9-8,0-1,-1 0,0-1,-1 0,0-1,-1 0,0 0,-1-1,0 0,-1 0,-1 0,2-7,23-73,-25 125,-4-23,0 0,0-1,1 1,1 0,0 0,0-1,0 0,1 0,0 0,1 0,0 0,0-1,1 0,0 0,0 0,0-1,1 0,0 0,0-1,0 0,1 0,0 0,0-1,0-1,1 1,-1-1,9 2,-2-1,-1-1,1 0,0 0,0-2,1 0,-1-1,0 0,0-1,0-1,0 0,0-1,0-1,-1 0,1-1,-1-1,7-4,-6 1,0-1,-1-1,0 0,0-1,-1-1,-1 0,0-1,-1 0,-1 0,0-1,-1-1,4-8,7-18,-2-2,-1 0,-3-1,1-9,7-43,-4-1,-4-1,-5 0,-4-1,-6-82,0 168,1-13,-2 1,0-1,-2 1,-1-1,-1 1,-1 1,-2-3,9 27,0 0,0-1,0 1,0 0,0-1,0 1,-1 0,1-1,0 1,-1 0,1 0,-1-1,0 1,1 0,-1 0,0 0,0 0,1 0,-1 0,0 0,0 0,0 0,0 0,0 1,-1-1,1 0,0 1,0-1,0 1,-1-1,1 1,0-1,-1 1,1 0,0 0,-1 0,1 0,0 0,-1 0,1 0,0 0,-1 0,1 1,0-1,0 0,-1 1,1-1,0 1,0 0,0-1,-1 1,1 0,0 0,0-1,0 1,0 0,0 0,1 0,-1 0,0 1,0-1,1 0,-1 0,-9 18,2 0,0 0,1 0,0 1,2 0,1 1,0-1,0 17,4-33,-9 68,3 1,4 1,2-1,4 0,3 0,4-1,2 0,4 0,2-2,4 0,3-1,12 19,14 3,-52-91,0-1,0 1,1-1,-1 1,0 0,0-1,1 1,-1 0,0-1,0 1,1 0,-1-1,0 1,1 0,-1 0,1-1,-1 1,0 0,1 0,-1 0,1 0,-1-1,0 1,1 0,-1 0,1 0,-1 0,1 0,-1 0,0 0,1 0,-1 0,1 0,-1 0,1 1,-1-1,0 0,1 0,-1 0,1 0,-1 1,0-1,1 0,-1 0,0 1,1-1,-1 0,0 1,1-1,-1 0,0 1,0-1,0 1,1-1,-1 0,0 1,0-1,0 1,0-1,0 0,1 1,-1-1,0 1,0-1,0 1,-3-15,0 0,0 0,-1 0,-1 0,0 1,-1 0,-1 0,-6-10,7 12,-25-44,-2 2,-3 1,-2 1,-2 3,-2 1,-2 2,-2 2,-22-14,43 37,23 15,18 11,-12-4,117 40,2-5,2-6,1-5,0-6,124 4,-156-11,-95-13,1 0,0 0,-1 0,1 0,-1 0,1 0,0 1,-1-1,1 0,0 0,-1 1,1-1,0 0,-1 0,1 1,0-1,0 0,-1 1,1-1,0 0,0 1,-1-1,1 0,0 1,0-1,0 1,0-1,0 0,0 1,0-1,0 1,0-1,0 0,0 1,0-1,0 1,0-1,0 0,0 1,0-1,0 1,0-1,1 0,-1 1,0-1,0 0,1 1,-1-1,0 0,0 1,1-1,-1 0,0 0,1 1,-1-1,0 0,1 0,-1 0,0 1,1-1,-1 0,-66 31,48-24,-1 1,2 1,-1 1,1 0,0 1,1 1,-8 8,17-13,0 1,1 0,0 0,0 1,1 0,0 0,0 0,1 0,1 0,0 1,0 0,0 0,1 0,1 1,0-6,1 1,-1-1,1 0,0 1,1-1,0 0,-1 0,2 0,-1 1,0-1,1 0,0-1,1 1,-1 0,1 0,-1-1,1 0,1 1,-1-1,1 0,-1-1,1 1,0-1,0 0,1 1,-1-2,3 3,0-2,-1 0,1-1,0 0,0 0,-1 0,1-1,0 0,0 0,1 0,-1-1,0-1,0 1,0-1,0 0,0 0,0-1,0 0,-1 0,1-1,-1 0,1 0,-1 0,0-1,3-3,5-2,-2-1,1-1,-1 0,-1-1,0 0,-1 0,0-1,-1-1,0 0,0-3,19-34,-28 51,1-1,-1 1,0 0,1 0,-1 0,0 0,1 0,-1 0,0 0,1 0,-1 0,0 0,1 0,-1 0,0 0,1 0,-1 0,0 0,1 1,-1-1,0 0,1 0,-1 0,0 0,1 1,-1-1,0 0,0 0,1 1,-1-1,0 0,0 0,0 1,1-1,-1 0,0 1,0-1,0 0,0 1,0-1,1 0,-1 1,0-1,0 0,0 1,0-1,0 0,0 1,0-1,0 0,0 1,-1-1,1 0,0 1,0-1,0 0,0 1,0-1,-1 0,1 1,0-1,0 2,3 17,0 1,1-1,1 0,1-1,0 1,2-1,7 13,-12-25,1 0,0 1,0-2,1 1,0 0,0-1,0 0,0 0,1-1,0 1,0-1,0 0,1-1,-1 1,1-2,-1 1,1 0,0-1,0-1,1 1,-1-1,4 0,-4-1,1 0,0-1,-1 0,1 0,-1-1,0 0,1 0,-1 0,0-1,0-1,-1 1,1-1,-1 0,1 0,-1-1,-1 0,1 0,-1 0,2-2,7-9,0-1,-1 0,-1-1,-1-1,-1 0,2-4,22-60,-4-1,-4-2,-3 0,-4-2,6-81,-14 97,-3 0,-3 0,-3 0,-3 0,-6-25,7 95,-1-5,1 0,-1 1,0-1,-1 0,0 1,0-1,0 1,-1 0,1 0,-2 0,1 0,-1 0,0-1,2 7,1-1,0 1,0-1,-1 1,1 0,-1-1,1 1,0 0,-1 0,1 0,-1 0,1 0,0 0,-1 0,1 1,-1-1,1 0,0 1,-1-1,1 1,0 0,0-1,-1 1,1 0,0 0,0 0,0 0,0 0,0 0,0 0,0 0,0 0,1 0,-1 0,0 1,1-1,-1 0,1 0,-1 1,1-1,-1 2,-10 19,1 2,0 0,2 0,1 0,1 1,1 0,1 0,0 18,-3 17,3 0,2 0,3 0,3 0,2 0,3-1,3 1,2-2,2 0,3-1,3-1,2-1,13 21,-28-58,1 0,1-1,0 0,1-1,1 0,0-1,2-1,-1 0,2-1,-1 0,2-1,10 5,1-7</inkml:trace>
  <inkml:trace contextRef="#ctx0" brushRef="#br0" timeOffset="7870.018">12847 2100,'23'14,"23"6,22 3,21-3,12-5,-11-5</inkml:trace>
  <inkml:trace contextRef="#ctx0" brushRef="#br0" timeOffset="19282.555">3303 4560,'0'-5,"4"-66,-4 69,-1 0,1 0,0 0,-1-1,1 1,-1 0,0 0,0 0,0 1,0-1,0 0,0 0,0 0,-1 1,1-1,0 1,-1-1,1 1,-1-1,0 1,0 0,1 0,-1 0,0 0,0 0,0 0,0 0,0 1,0-1,-2 1,-2 0,-1 1,1 0,0 1,-1-1,1 1,0 1,0-1,0 1,1 0,-1 0,1 1,-1 0,1 0,0 0,1 0,-1 1,1 0,0 0,0 0,0 0,1 1,-1 0,0 1,-1 1,-1 1,1-1,1 1,-1-1,1 1,1 1,0-1,0 0,1 1,0 0,1-1,0 1,0 0,1 0,0 0,1-1,0 1,0 0,1 0,1-1,0 0,0 1,1-1,0 0,0 0,1-1,0 1,0-1,1 0,0-1,7 7,-3-7,1 0,-1 0,1-1,1 0,-1-1,1-1,0 0,0 0,0-1,0-1,1 0,-1 0,1-2,-1 1,1-1,-1-1,1-1,4 0,5-2,0-1,0-1,0-1,-1-1,0-1,-1 0,1-2,-2 0,14-12,-21 16,0-1,-1-1,0 0,-1-1,0 0,0 0,-1-1,0 0,-1-1,-1 0,0 0,0-1,-1 0,-1 0,0 0,-1-1,0 1,1-13,-7 12,-3 43,4-14,1 0,0 0,2 0,-1 0,2 0,-1 0,2 0,1 0,-4-9,1-1,1 1,-1-1,1 0,0 0,0 0,0 0,1 0,0-1,0 1,0-1,0 0,1-1,-1 1,1-1,0 1,0-2,0 1,1 0,-1-1,0 0,3 0,3-1,1 0,-1-2,1 1,-1-1,1-1,-1 0,1 0,-1-1,0-1,0 0,0-1,-1 1,0-2,0 0,0 0,-1-1,1 0,-2 0,1-1,-1 0,0-1,-1 0,0 0,0-1,-1 0,0 0,0-1,-3 5,1 0,-1 0,0 0,-1 0,1-1,-1 1,-1-1,1 0,-1 0,0 1,-1-1,1 0,-1 0,-1 0,1 0,-1 0,-1 1,1-1,-1 0,0 1,-3-7,5 13,-1-1,1 0,-1 1,1-1,-1 0,0 1,1-1,-1 1,0-1,1 1,-1-1,0 1,0-1,1 1,-1 0,0-1,0 1,0 0,1 0,-1 0,0 0,0-1,0 1,0 0,0 1,1-1,-1 0,0 0,0 0,0 0,0 1,1-1,-1 0,0 1,0-1,1 0,-1 1,0-1,0 1,1-1,-1 1,1 0,-1-1,0 1,1 0,-1 0,-18 37,17-31,1-1,1 1,-1 0,1-1,0 1,1-1,-1 1,1 0,1-1,-1 1,1-1,0 0,1 0,-1 0,1 0,1 0,-1 0,1-1,0 1,4 3,1 1,0 0,1-1,0 0,1-1,0 0,0-1,1-1,0 1,0-2,2 1,21 6,1-2,1-1,0-2,0-2,1-1,79 6</inkml:trace>
  <inkml:trace contextRef="#ctx0" brushRef="#br0" timeOffset="21865.285">6458 4159,'23'440,"-19"-258,0-382,0 141,-2 0,-3 0,-2 0,-3 0,-2 1,-9-28,-3 38,16 62,6-8,1 0,0 0,0-1,0 1,0-1,1 1,0-1,0 0,0-1,1 1,-1-1,1 0,0 0,0 0,1-1,-1 0,1 0,0 0,0 0,2-1,8 4,0 0,1-2,0 0,0-1,0-1,1-1,0 0,-4-1,-1-1,1 0,0-1,-1 0,1-2,-1 1,0-2,0 1,0-2,0 0,-1 0,1-2,-8 5,1-1,0 0,-1 0,0 0,0-1,0 0,0 0,-1 0,0 0,0-1,0 0,-1 0,0 0,0 0,0 0,-1 0,0-1,0 0,-1 1,0-1,0 0,0 1,-1-1,0 0,0-1,-4 48,12 285,-7-290,0 42,4-1,8 40,-13-110,1 1,-1-1,1 0,0 0,1 1,-1-1,1 0,1 0,-1 0,1-1,0 1,0-1,1 1,-1-1,1 0,0 0,1-1,-1 1,1-1,0 0,0 0,0-1,1 1,-1-1,1 0,0-1,0 1,0-1,0 0,0-1,0 1,5-1,0-1,0-1,0-1,-1 0,1 0,0-1,-1 0,0-1,0 0,0-1,-1 0,1 0,-1-1,0 0,-1-1,1 0,5-7,1-1,-1-1,-1 0,0-1,-2 0,0-1,0 0,-2-1,2-7,6-27,-3 0,-2-1,-3-1,-2 0,-2-1,-3 1,-3-19,2 33,1-84,-2 118,-1 16,1 16,-3 46,4 0,2-1,3 1,4-1,3-1,14 46,-22-100,1-1,1 0,0 0,0 0,1-1,1-1,0 1,1-1,0-1,6 5,-10-11,0 0,0 0,0-1,1 0,0 0,0-1,0 0,0 0,0 0,1-1,-1 0,1 0,-1-1,1 0,0-1,-1 1,1-2,0 1,0-1,-1 0,4-1,-3 0,-1-1,0 1,1-1,-1 0,-1-1,1 0,-1 0,1-1,-1 1,0-1,-1-1,1 1,-1-1,0 0,-1 0,1 0,-1-1,2-3,49-134,-26 18,-5 0,-5-2,-7 0,-3-48,-9 115,-3 65,0 7,1 0,1-1,0 1,0 0,1 0,1 0,0 0,0-1,1 1,0 0,1-1,0 1,1-1,0 0,1 0,0 0,0-1,1 0,0 0,1 0,5 5,19 12</inkml:trace>
  <inkml:trace contextRef="#ctx0" brushRef="#br0" timeOffset="22155.898">8316 3959,'11'20,"16"17,13 14,15 13,11 9,8 6,5 3,-1 1,-4-1,-6-9,-11-12,-13-14,-16-20,-15-23,-14-24,-10-20,-7-14,0 2</inkml:trace>
  <inkml:trace contextRef="#ctx0" brushRef="#br0" timeOffset="22404.235">8877 4146,'-5'-23,"-3"-14,-1-3,0 3,-5 14,-3 21,-6 26,-8 25,-10 25,-12 22,-11 15,-7 13,-6-1,10-20</inkml:trace>
  <inkml:trace contextRef="#ctx0" brushRef="#br0" timeOffset="22992.726">10280 4092,'9'26,"1"0,1-1,1 0,1-1,1 0,2-1,0-1,1 0,1-1,1-1,21 17,2 6,-24-23,-1-4,-2 1,0 0,-1 1,-1 1,8 14,-20-31,0 1,1 0,-1 0,0 0,0-1,-1 1,1 0,-1 0,1 0,-1 0,0 1,0-1,0 0,0 0,-1 0,1 0,-1 0,0-1,0 1,0 0,0 0,-1 0,1-1,-1 1,1 0,-1-1,0 0,0 1,0-1,0 0,0 0,-1 0,1 0,-1-1,1 1,-1 0,0-1,-15 8,1-1,-1-1,-1-1,1 0,-1-2,0 0,0-1,-1 0,1-2,0-1,-1 0,-2-1,12 1,0 0,0 0,0-1,1 0,-1-1,0 0,0-1,1 0,-1 0,1-1,0 0,0-1,0 0,1 0,0-1,0 0,0 0,1-1,0 0,-2-3,7 7,1-1,-1 0,1 0,0 0,0 0,1 0,-1 0,1 0,0 0,0 0,0 0,1 0,-1 0,1 0,0 0,0 0,0 0,1 0,-1 1,1-1,0 0,0 1,2-3,64-73,54-25,-92 82,-1-1,0-1,-2-2,-2 0,0-2,-1 0,-2-2,-1-1,-2 0,0-2,-15 23,0 0,-1 0,1 0,-2-1,0 1,0-1,-1 0,0 0,-1-3,0 10,0 1,-1-1,1 1,-1-1,0 1,0-1,0 1,0 0,0-1,-1 1,0 0,0 0,1 0,-2 0,1 0,0 1,-1-1,1 0,-1 1,0 0,1 0,-1 0,0 0,-1 0,1 0,0 1,0 0,-1-1,-1 1,-2-1,-1 1,1 0,0 1,0 0,0 0,0 0,-1 1,1 0,0 0,0 1,0 0,0 0,1 1,-1-1,1 2,-1-1,1 1,-1 0,-6 5,-1 1,1 0,1 1,-1 1,2 0,0 0,-3 6,7-10,0 1,0 0,1 0,1 0,0 0,0 1,1 0,0 0,0 0,1 0,1 1,-1-1,2 1,0 0,0 0,1-1,0 1,1 0,0 0,0-1,1 1,3 5,27 29,7-9</inkml:trace>
  <inkml:trace contextRef="#ctx0" brushRef="#br0" timeOffset="23303.737">11216 4226,'-6'6,"2"-3,0 1,0 0,0 0,0 0,1 0,0 1,0-1,0 1,0 0,1 0,0 0,0 0,0 0,0 3,2-7,1 1,0-1,-1 1,1-1,0 1,0-1,0 1,0-1,0 1,0-1,1 0,-1 0,0 0,1 0,-1 0,0 0,1 0,0 0,-1 0,1-1,-1 1,1-1,0 1,-1-1,1 0,0 1,-1-1,1 0,0 0,0 0,-1 0,1-1,0 1,-1 0,1-1,0 1,-1-1,1 1,0-1,-1 0,1 0,-1 0,0 0,2-1,2-1,1 0,-1 0,0 0,0-1,-1 0,1 0,-1 0,0-1,0 1,0-1,-1 0,0 0,0 0,0-1,0 1,-1-1,0 0,1-3,-2 6,0 0,-1-1,1 1,-1 0,0-1,0 1,0 0,0 0,-1-1,1 1,-1 0,0-1,0 1,0 0,0 0,0 0,-1 0,1 0,-1 0,0 1,0-1,0 1,0-1,-1 1,1-1,-1 1,1 0,-1 0,0 0,1 1,-1-1,0 1,0-1,-2 1,-3-1,0 0,0 0,0 1,-1 0,1 1,0 0,-1 0,1 1,0 0,0 0,0 1,-1 0,1 0,1 1,-1 0,0 1,1-1,0 2,0-1,0 1,0 0,1 0,-1 1,2-1,-1 1,0 1,1-1,0 1,1 0,-1 2,-15 29</inkml:trace>
  <inkml:trace contextRef="#ctx0" brushRef="#br0" timeOffset="23568.032">11257 4708,'0'0,"1"1,-1 0,1 0,-1 0,1-1,-1 1,1 0,0-1,0 1,-1 0,1-1,0 1,0-1,0 1,0-1,-1 0,1 1,0-1,0 0,0 0,0 1,0-1,0 0,0 0,0 0,0 0,0 0,0-1,0 1,0 0,0 0,0 0,0-1,-1 1,1-1,0 1,0-1,0 1,0-1,-1 1,1-1,0 0,-1 1,1-1,0 0,-1 1,1-1,-1 0,1 0,-1 0,1 0,-1 0,0 1,1-1,-1 0,0 0,0 0,2-5,0 0,0 1,-1-1,0 0,0 0,-1 0,0 0,0 0,0 0,0 0,-1 0,0 0,0 4,1 0,0 0,-1 0,0 0,1 0,-1 1,0-1,0 0,0 0,0 1,0-1,0 1,0-1,-1 1,1-1,0 1,-1 0,1 0,-1-1,0 1,1 0,-1 0,0 1,0-1,0 0,1 1,-1-1,0 1,0-1,0 1,0 0,0 0,0 0,0 0,0 0,0 0,0 1,0-1,-5 3,0-1,0 1,0 0,1 0,-1 1,1 0,0 0,0 0,1 1,-1 0,1 0,0 1,1-1,-1 1,1 0,0 0,0 0,1 1,0 0,0-1,0 1,1 0,0 0,1 0,-1 1,1-1,1 0,-1 0,2 5,0-7,1-1,1 1,-1-1,1 1,0-1,-1 0,2 0,-1 0,0 0,1-1,0 0,0 1,0-1,0 0,1-1,-1 1,1-1,-1 0,1 0,0-1,0 1,-1-1,1 0,5 0,41 11</inkml:trace>
  <inkml:trace contextRef="#ctx0" brushRef="#br0" timeOffset="24083.962">12152 4399,'2'-26,"2"0,0 0,2 1,1 0,1 0,1 0,1 1,1 0,6-7,-7 10,78-153,-83 166,-7 15,0-2,-9 34,1-1,2 1,2 1,1-1,2 1,2 0,1 0,2 0,2 0,2-1,10 36,71 155,-85-226,-1-1,1 1,-1 0,1 0,-1 0,0 0,-1 0,1 0,-1 0,0 0,1 0,-2 0,1 0,0 0,-1 0,0 0,0 0,0 0,-1-1,1 1,-1 0,0 0,0-1,0 0,0 1,-1-1,1 0,-1 0,0 0,0 0,0-1,-3 3,-4-1,0 0,-1 0,1-1,-1-1,0 0,0 0,0-1,0 0,0-1,-1 0,1-1,0 0,0-1,0 0,-3-2,-14-10,28 14,-1 0,1 0,0 0,-1-1,1 1,0 0,-1 0,1-1,0 1,-1 0,1 0,0-1,0 1,-1 0,1-1,0 1,0-1,-1 1,1 0,0-1,0 1,0 0,0-1,0 1,0-1,0 1,0-1,0 1,0 0,0-1,0 1,0-1,0 1,0 0,0-1,0 1,0-1,0 1,1 0,-1-1,0 1,0 0,1-1,-1 1,0 0,0-1,1 1,-1 0,0 0,1-1,-1 1,0 0,1 0,-1-1,0 1,1 0,-1 0,1 0,-1 0,0 0,1 0,-1 0,1 0,-1 0,1 0,-1 0,1 0,107-8,-75 9,125-4,90-14,-189 10</inkml:trace>
  <inkml:trace contextRef="#ctx0" brushRef="#br0" timeOffset="24333.341">13489 4721,'-5'0,"-7"0,-3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4:04.59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1,'18'7,"18"2,18-1,16-1,10-4,5-3,-3-4,-7 0,-11-1,-14 1,-13 2,-12 0,-8 1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4:11.6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0 355,'7'-15,"0"-1,0 2,2-1,0 1,1 0,0 1,1 0,0 1,1 0,7-5,2-5,155-156,-212 267,24-37,2 1,2 0,3 0,2 0,3 1,2-1,2 1,3-1,10 39,-14-72,-1-13,0 0,-1 0,1 1,-1-1,-1 0,0 1,0-1,0 0,-1 1,0-1,0 0,-1 1,0-1,0 0,-1 0,0-1,0 1,1-5,0 0,1-1,-1 1,0-1,-1 1,1-1,0 0,0 0,0 0,-1 0,1-1,0 1,-1 0,1-1,-1 0,1 1,-1-1,1 0,-1 0,1-1,0 1,-1 0,1-1,-1 0,1 1,0-1,-1 0,1 0,0 0,0 0,-2-2,-60-48,63 50,0 1,-1-1,1 1,0-1,0 0,0 1,0-1,0 0,0 0,0 0,0 0,1 0,-1 0,0 0,0 0,1 0,-1 0,1-1,-1 1,1 0,-1 0,1 0,0-1,0 1,-1 0,1-1,0 1,0 0,0 0,1-1,-1 1,0 0,0-1,1 1,-1 0,1 0,-1 0,1-1,-1 1,1 0,0 0,-1 0,1 0,0 0,0 0,0 0,0 0,0 0,0 1,0-1,0 0,0 1,0-1,0 1,1-1,151 10,153-1,-200-9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4:12.7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293 700,'-16'269,"10"-119,-21 111,24-228,-3-1,0 0,-2 0,-2 0,0-1,-2-1,-2 0,-1 0,-1-2,-1 0,-1-1,-5 3,-15 1,38-30,-1 0,0-1,0 1,0-1,0 1,0-1,0 0,0 1,0-1,0 0,0 0,-1 1,1-1,0 0,0 0,0 0,0-1,0 1,0 0,0 0,0 0,0-1,0 1,0-1,0 1,0-1,0 1,0-1,0 1,0-1,0 0,1 0,-1 1,0-1,1 0,-1 0,0 0,1 0,-1 0,1 0,-1 0,-1-6,0-1,0 0,1 1,0-1,0 0,1 0,0 1,0-1,1 0,0 0,0 0,13-75,3 1,15-39,-11 43,5-26,2-9,5 0,17-30,-7 72,-41 69,0 0,1 0,-1 1,0-1,1 1,-1-1,1 1,0 0,-1 0,1 0,0 0,0 1,-1-1,1 1,0-1,0 1,0 0,0 0,0 0,-1 1,1-1,0 1,0 0,0-1,-1 1,3 1,20 11,0 1,-1 1,-1 1,0 1,-1 1,15 16,-30-27,-5-5,13 10,-1 0,0 2,-1 0,-1 0,-1 1,7 10,-17-24,0 1,-1-1,1 0,0 0,0 1,-1-1,1 1,-1-1,1 0,-1 1,1-1,-1 1,0-1,0 1,0-1,0 1,0 0,0-1,0 1,-1-1,1 1,0-1,-1 0,1 1,-1-1,0 1,1-1,-1 0,0 1,0-1,0 0,0 0,0 0,0 0,0 0,0 0,0 0,-1 0,1 0,0 0,-1-1,1 1,-1 0,0-1,-2 3,-1-2,1 1,0 0,-1-1,1 0,0 0,-1 0,1-1,-1 1,0-1,1 0,-1-1,1 1,-1-1,1 0,-1 0,1 0,0 0,-1-1,1 0,0 0,0 0,0 0,0-1,1 1,-1-1,1 0,-1 0,1-1,0 1,0-1,0 1,1-1,-1 0,1 0,0 0,0 0,1 0,-2-4,4-2,0-1,0 1,1-1,1 1,-1 0,2-1,-1 1,2 1,-1-1,1 1,1 0,-1 0,3-1,-4 2,110-168,45-81,-139 221,-1-2,-2 0,-2 0,-1-2,-2 0,-2 0,2-23,-11 57,-1 0,0 0,0 0,0-1,-1 1,0 0,0 1,0-1,-1 0,0 0,-2-2,3 6,0 0,0 0,0 0,0 0,-1 0,1 1,-1-1,0 0,1 1,-1 0,0-1,0 1,0 0,0 0,0 0,0 0,0 0,0 0,0 1,0-1,0 1,-1 0,1-1,0 1,0 0,0 0,-1 0,1 1,0-1,0 0,-1 1,-7 3,1 1,-1-1,1 2,1-1,-1 1,1 0,0 1,0 0,1 0,0 1,0 0,1 0,0 1,0 0,1 0,0 0,1 0,0 1,0-1,-1 9,-3 9,2 0,0 0,2 0,1 0,1 0,2 1,0-1,2 1,1-1,1 0,4 14,15 48,4 0,28 61,18 44,-65-164,-9-31,1 1,0 0,0 0,-1-1,1 1,0 0,0 0,-1 0,1 0,0 0,0-1,-1 1,1 0,0 0,0 0,-1 0,1 0,0 0,-1 0,1 0,0 0,-1 0,1 0,0 0,0 0,-1 0,1 0,0 0,-1 1,1-1,0 0,0 0,-1 0,1 0,0 1,0-1,-1 0,1 0,0 0,0 1,0-1,-1 0,-14-29,0-2,2 0,1 0,-4-21,5 20,-89-300,97 296,4 35,-1 0,1 1,-1-1,1 0,0 1,-1-1,1 0,0 1,-1-1,1 1,0-1,-1 1,1-1,0 1,0 0,0-1,0 1,-1 0,1 0,0 0,0-1,0 1,0 0,0 0,-1 0,1 0,0 1,0-1,0 0,0 0,0 0,0 1,-1-1,1 0,0 1,0-1,-1 1,1-1,172 80,-121-56,0 2,-2 2,-2 2,0 2,-3 2,0 3,0 3,-39-34,0-1,0 1,-1 0,0 0,0 0,0 1,-1 0,0 0,0 0,-1 0,0 1,0-1,-1 1,0 0,0 0,0 7,-3-13,1 1,-1-1,1 0,-1 1,0-1,0 1,0-1,-1 0,1 0,0 0,-1 0,1 0,-1 0,0 0,0 0,0-1,0 1,0-1,0 1,0-1,0 0,0 0,-1 0,1 0,-1 0,1 0,0-1,-1 1,0-1,-75-3,73 1,-1-1,1 0,0-1,1 1,-1-1,0 0,1 0,0 0,0 0,0-1,1 0,0 0,0 0,0 0,0 0,1-1,-1 1,1-1,1 0,-1 1,1-1,0 0,1 0,-1 0,1 0,0 0,1 0,-1 1,1-1,0 0,1 0,-1 0,1 1,0-1,1 1,-1 0,1-1,0 1,0 0,2-1,3-7,0 1,1-1,1 2,0-1,1 1,0 1,0 0,1 1,0 0,1 0,0 2,0-1,1 2,0 0,0 0,4 0,22-5,1 1,0 1,0 3,1 1,12 2,73 0,-10 7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4:13.1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0 379,'28'8,"-10"-7,0-2,0 0,0-1,0-1,-1-1,1 0,-1-1,0-1,0-1,0 0,-1-1,0-1,-1 0,0-1,0-1,-1-1,-1 0,0 0,0-1,-2-1,1 0,-2-1,0 0,0 0,-2-1,0 0,-1-1,0 0,0-3,-3-45,-4 64,0-1,0 1,-1 0,1 0,-1-1,1 1,-1 0,1 0,-1 0,1 0,-1-1,0 1,0 0,0 0,0 0,0 1,0-1,0 0,0 0,0 0,0 1,0-1,0 1,0-1,-1 1,1-1,0 1,0-1,-1 1,1 0,0 0,-1 0,1 0,0 0,0 0,-1 0,1 0,0 1,-1-1,1 0,0 1,0-1,0 1,-1-1,1 1,0 0,-8 4,0 2,0-1,0 1,1 0,1 1,-1 0,1 0,0 1,1 0,0 0,0 1,1-1,0 1,1 0,0 1,1 0,-21 60,3 0,3 1,4 1,3 1,3 0,3 0,4 21,-2 438,-11-325,0-130</inkml:trace>
  <inkml:trace contextRef="#ctx0" brushRef="#br0" timeOffset="315.59">41 915,'5'-10,"1"1,0 0,1 1,0 0,1 0,-1 0,1 1,1 0,-1 0,1 1,1 1,-1-1,6-1,38-19,0 3,1 2,1 2,52-10,-32 18,-74 12,1 0,-1 0,0 0,1 0,-1 0,0 0,0 0,0 1,0-1,0 0,0 1,0-1,-1 1,1-1,0 1,-1-1,1 1,-1-1,1 1,-1 0,0-1,0 1,0 0,0-1,0 1,0 0,0-1,-1 1,1-1,0 1,-1 0,0-1,1 1,-1-1,0 1,0-1,1 1,-1-1,-1 1,2-2,-21 52,14-39,1 0,1 0,0 1,1 0,0 0,1 1,1-1,0 7,2-18,0 0,1 0,-1 0,1-1,-1 1,1 0,0 0,0-1,0 1,1 0,-1-1,1 1,-1-1,1 0,0 0,0 1,0-1,0 0,0-1,0 1,1 0,-1-1,1 1,-1-1,1 0,0 1,-1-1,1-1,0 1,0 0,-1-1,1 1,0-1,0 0,0 0,0 0,0 0,-1 0,3-1,27-4</inkml:trace>
  <inkml:trace contextRef="#ctx0" brushRef="#br0" timeOffset="578.895">696 259,'-7'18,"2"13,7 10,3-1</inkml:trace>
  <inkml:trace contextRef="#ctx0" brushRef="#br0" timeOffset="779.35">749 887,'22'-7,"-1"-1,0-1,0-1,-1-1,0-1,-1 0,-1-1,0-2,-1 0,0 0,-1-2,-1 0,0 0,3-9,6-24,-24 48,1 1,-1 0,0-1,1 1,-1 0,0 0,0-1,0 1,0 0,-1-1,1 1,0 0,0 0,-1-1,1 1,-1 0,1 0,-1-1,1 1,-1 0,0 0,0 0,1 0,-1 0,0 0,0 0,0 0,0 1,0-1,0 0,-1 1,1-1,0 0,0 1,0-1,0 1,-1 0,1-1,-1 1,-5-1,-1 1,0 0,0 0,0 0,0 1,0 1,0-1,0 1,1 0,-1 1,1 0,0 0,-1 1,2 0,-1 0,0 0,1 1,0 0,0 0,0 1,0-1,1 1,0 1,1-1,-1 1,1 0,0 0,1 0,-1 3,1-5,1 1,1 0,-1 0,1 1,0-1,0 0,1 0,0 0,0 1,1-1,-1 0,1 0,0 0,1 0,0 0,0 0,0 0,1 0,-1-1,1 1,1-1,-1 0,1 0,0 0,0 0,0-1,1 1,-1-1,1 0,4 2,18 9,2-2,-1 0,2-2,-1-1,1-2,1-1,0-1,0-1,0-2,0-1,0-2,25-3,28 2</inkml:trace>
  <inkml:trace contextRef="#ctx0" brushRef="#br0" timeOffset="1791.989">1805 780,'-13'-7,"0"-1,-1 2,0 0,0 1,-1 0,1 1,-1 1,0 1,0-1,0 2,0 0,-4 2,-81 14,97-14,0 0,0 0,0 1,0-1,0 1,0 0,0 0,0 0,1 0,-1 0,1 0,-1 1,1-1,0 1,0 0,0 0,1-1,-1 1,1 0,-1 0,1 1,0-1,0 0,0 0,1 1,-1-1,1 0,0 2,1 1,0-1,1 1,0-1,1 0,-1 0,1 1,0-2,0 1,0 0,1-1,-1 1,1-1,0 0,1 0,-1-1,1 1,-1-1,1 0,0 0,0-1,1 1,-1-1,0 0,4 0,36 14,1-2,0-1,1-3,1-2,0-2,35 0,-57-3,-1 0,1-2,0-1,0-1,-1-1,1-1,-1-1,0-2,0 0,0-2,-1 0,0-2,0-1,-1-1,-19 10,-1 1,0-1,0 0,0 0,-1-1,1 1,0 0,-1-1,0 0,1 1,-1-1,0 0,0 0,-1 0,1-1,-1 1,1 0,-1-1,0 1,0 0,-1-1,1 1,-1-1,0 0,0 1,0-1,0 1,0-1,-1 1,1-1,-1 1,0-1,0 1,-1 0,1-1,-1 1,1 0,-1 0,0 0,0 0,-1 0,1 1,0-1,-1 1,0-1,0 1,-2-2,-3 1,0-1,-1 1,1 1,-1 0,1 0,-1 0,0 1,0 0,0 1,1 0,-1 1,0 0,0 0,0 0,1 1,-1 1,1-1,-1 2,1-1,0 1,0 0,1 0,-1 1,1 0,0 1,0 0,1 0,0 0,0 1,0-1,1 2,0-1,0 0,0 1,1 0,1 0,-1 1,3-6,0 0,1 0,-1 0,1 0,-1 0,1 1,0-1,0 0,1 0,-1 0,0 0,1 0,0 0,0 1,0-2,0 1,0 0,1 0,-1 0,1 0,0-1,0 1,0-1,0 0,0 1,0-1,1 0,-1 0,1 0,0-1,-1 1,1-1,0 1,0-1,1 0,6 3,0-1,0 0,0-1,0 0,0 0,1-1,-1-1,1 0,-1 0,4-1,120-39,-134 40,1-1,-1 1,0 0,1-1,-1 1,1 0,-1 0,1-1,0 1,-1 0,1 0,-1 0,1 0,-1 0,1 0,-1 0,1 0,0 0,-1 0,1 0,-1 0,1 0,-1 0,1 0,-1 0,1 1,0-1,-1 0,1 0,-1 1,0-1,1 0,-1 1,1-1,-1 1,1-1,-1 1,0-1,1 0,-1 1,0-1,0 1,1-1,-1 1,0 0,0-1,0 1,1-1,-1 1,0-1,0 1,0-1,0 1,0 0,0-1,0 1,-1-1,1 1,0-1,0 1,0-1,0 1,-1 0,1-1,0 1,-1-1,1 0,0 1,-1-1,1 1,1 26,0-26,1 0,0 0,0 0,0 0,-1 0,1-1,0 1,0 0,0-1,0 0,0 1,0-1,0 0,0 0,1 0,-1 0,0-1,0 1,0 0,0-1,0 0,0 1,-1-1,1 0,0 0,0 0,0 0,-1 0,1 0,-1-1,1 1,-1-1,1 1,-1-1,1 0,7-9,-2-1,1 1,-1-1,-1 0,0-1,-1 1,0-1,-1 0,-1 0,0-1,1-9,3-5,-3 9,-1 3,0 1,1 0,0 0,1 0,1 0,1 1,0 0,0 0,2 1,8-12,-15 24,0-1,0 0,0 0,1 1,-1-1,0 1,1 0,-1 0,1 0,-1 0,1 0,0 0,-1 1,1-1,0 1,0 0,-1 0,1 0,0 0,-1 0,1 1,0-1,0 1,-1 0,1 0,-1 0,1 0,-1 0,1 0,-1 0,0 1,0 0,1-1,0 2,4 3,-1 0,1 0,-1 0,0 1,0 0,-1 0,0 1,0 0,-1-1,0 2,1 6,-1-1,-1 1,0 0,-1-1,-1 1,0 0,-1 0,-1 0,0 0,-1 0,0 0,-2 0,0-1,-3 9,-7 37,13-57,0 1,0-1,1 1,-1-1,1 1,-1-1,1 1,0-1,0 1,1-1,-1 1,1-1,0 1,0-1,0 0,0 1,0-1,1 0,-1 0,1 0,0 0,0 0,0 0,1 0,-1-1,1 1,-1-1,1 0,0 0,0 0,1 1,10 2,-1-1,1-1,0 0,0-1,0 0,0-1,0-1,0 0,0-1,1 0,9-3,-9 2,-1-1,0-1,0 0,-1-1,1 0,-1-1,0-1,-1 0,1 0,-1-1,-1-1,0 0,0-1,0 0,-2 0,1-1,-1 0,-1-1,0 0,0-1,-1 1,-1-1,0-1,-1-1,-1 9,-1-1,-1-1,1 1,-1 0,0-1,-1 1,0-1,0 1,0-1,-1 1,-1-1,1 0,-1 1,0-1,-1 1,1-1,-2 1,1 0,-1 0,0 0,0 0,-1 0,-1 0,3 5,-1 0,0 0,1 0,-1 1,0-1,0 1,0 0,0 0,-1 0,1 0,0 1,0-1,0 1,-1 0,1 0,0 0,0 0,-1 0,1 1,0-1,0 1,-1 0,1 0,0 1,0-1,0 0,1 1,-1 0,0-1,0 2,-4 2,-1 0,1 1,0 0,1 0,-1 1,1 0,1 0,-1 0,1 1,-1 3,1-1,1 0,1 1,-1 0,2 0,0-1,0 2,1-1,0 0,1 0,0 0,1 0,0 0,1 0,0 0,1 0,0 0,1-1,0 1,0-1,1 0,1 0,0-1,0 0,0 0,1 0,1 0,0-1,0-1,6 5,15 12,0-2,2-1,1-1,1-2,0-1,1-2,10 3,46 15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4:08.9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0 158,'27'170,"-1"91,-14-123,-10-123,0-25,10-572,-13 575,-2 16,-1 18,4-24,0 0,0 0,1 0,-1 0,1-1,-1 1,1 0,0 0,0-1,0 1,1 0,-1-1,0 1,1-1,0 0,0 1,0-1,0 0,0 0,0 0,0 0,0-1,1 1,-1-1,1 1,-1-1,1 0,0 0,-1 0,1 0,0 0,0-1,0 1,0-1,-1 0,1 0,2 0,8 1,0-2,0 1,0-2,-1 1,1-2,-1 0,1 0,0-2,3 0,-1-1,0-1,-1-1,1 0,-2-1,1 0,-1-1,-1 0,1-1,-2-1,0 0,0 0,-1-1,-1-1,5-8,-26 55,1 1,2 0,1 1,1 0,1 16,4-39,-5 21,2 0,1 0,2 1,1-1,1 0,2 1,1-1,2 0,9 32,-12-59,0-1,0 1,0-1,1 0,0 1,0-1,1 0,-1-1,1 1,0-1,0 1,0-1,1-1,-1 1,1 0,0-1,0 0,1 0,-1-1,0 0,3 1,25 3</inkml:trace>
  <inkml:trace contextRef="#ctx0" brushRef="#br0" timeOffset="667.908">816 198,'-18'32,"2"1,2 1,1 0,1 1,2 0,1 1,2-1,2 2,1-1,2 1,2 21,-1-40,0-10,0 0,1 0,0 0,0 0,1 0,0-1,1 1,-1 0,2-1,0 4,-2-10,1 0,0 0,-1 0,1 0,0 0,0 0,0 0,0-1,0 1,-1 0,1-1,0 0,0 1,0-1,0 0,0 0,0 0,0 0,0-1,0 1,0-1,0 1,0-1,0 1,0-1,0 0,0 0,-1 0,1 0,0 0,-1-1,1 1,-1 0,1-1,-1 1,0-1,0 1,1-1,-1-1,10-7,-1-1,0 0,-1-1,0 0,-1 0,-1-1,1 0,-2 0,0-1,-1 0,0 0,-1-1,-4 14,0 0,0 0,0 0,0-1,0 1,1 0,-1 0,0-1,1 1,-1 0,0 0,1 0,-1 0,1 0,0-1,-1 1,1 0,0 0,0 1,0-1,-1 0,1 0,0 0,0 0,0 1,0-1,0 0,1 1,-1-1,0 1,0 0,0-1,0 1,1 0,-1-1,0 1,0 0,1 0,-1 0,0 0,1 1,41 8,-25-4,0-1,1 0,-1-2,1 0,0-1,0-1,3-1,-10 0,0-1,0-1,0 0,0-1,0 0,-1-1,0 0,0-1,0 0,-1-1,0 0,0 0,-1-1,0 0,0-1,-1 0,0-1,0 1,-1-1,0-1,-1 0,-1 1,1-2,-2 1,4-11,40-227,-30 133,-14 197,-2-66</inkml:trace>
  <inkml:trace contextRef="#ctx0" brushRef="#br0" timeOffset="1012.694">1738 78,'11'21,"9"17,9 17,12 12,10 8,6 6,1-3,-1-5,-9-8,-10-13,-11-13,-11-15,-10-17,-6-9</inkml:trace>
  <inkml:trace contextRef="#ctx0" brushRef="#br0" timeOffset="1260.189">2179 198,'-13'0,"-15"7,-12 13,-12 16,-11 16,-7 14,-5 11,1 9,0 0,5-2,8-9,16-17</inkml:trace>
  <inkml:trace contextRef="#ctx0" brushRef="#br0" timeOffset="1716.404">2647 211,'24'48,"3"-1,1-1,2-2,2-1,2-2,2-1,2-2,30 24,30 35,-98-96,1-1,0 1,-1-1,1 1,-1-1,1 1,-1 0,1-1,-1 1,1 0,-1 0,1-1,-1 1,0 0,1 0,-1 0,0-1,0 1,0 0,0 0,0 0,0 0,0 0,0-1,0 1,0 0,0 0,0 0,-1 0,1-1,0 1,0 0,-1 0,1-1,-1 1,1 0,-1 0,1-1,-1 1,1-1,-1 1,0 0,1-1,-1 1,0-1,1 1,-1-1,0 0,0 1,0-1,1 0,-2 0,-47 8,26-7,0-1,-1-1,2 0,-1-2,0-1,0-1,1-1,0-1,0-1,1 0,-14-9,31 15,0 0,0 0,0 0,0-1,1 0,-1 1,1-1,-1 0,1-1,0 1,1-1,-1 1,0-1,1 0,0 0,0 0,0 0,1 0,-1 0,1-1,0 1,0 0,0-1,1 1,-1-1,1 1,1-1,-1 1,0-1,1 1,0 0,0-1,0 1,1 0,-1-1,1 1,1-2,12-15,0 0,2 2,0 0,1 1,0 0,2 2,0 0,7-3,6-6,-24 18,11-7,0-1,-2-1,1-1,-2 0,0-2,-2 1,0-2,11-19,-25 38,1-1,-1 1,0-1,0 0,0 1,-1-1,1 0,0 0,-1 0,1 0,-1 0,1 0,-1 1,0-1,0 0,0 0,0 0,0 0,-1 0,1 0,0 0,-1 0,1 0,-1 0,0 1,0-1,0 0,0 0,0 1,0-1,0 1,0-1,-1 1,1-1,-1 1,1 0,-1 0,1-1,-1 1,0 0,1 1,-1-1,0 0,0 0,-12-1,1 1,0 0,-1 0,1 1,-1 1,1 1,-1 0,1 0,0 1,0 1,0 0,0 1,1 1,-2 0,7-3,-1-1,0 2,1-1,0 1,-1 0,2 0,-1 1,0 0,1 0,0 1,0-1,0 1,1 1,0-1,-2 4,7-8,-1 0,1-1,0 1,-1 0,1 0,0-1,0 1,0 0,1 0,-1-1,0 1,1 0,-1 0,1-1,-1 1,1-1,0 1,0 0,0-1,0 1,0-1,0 0,0 1,0-1,0 0,1 0,-1 1,0-1,1 0,-1 0,1-1,0 1,28 18</inkml:trace>
  <inkml:trace contextRef="#ctx0" brushRef="#br0" timeOffset="1977.707">3489 265,'-4'0,"0"1,1 0,-1 0,1 0,-1 0,1 0,-1 1,1-1,0 1,-1 0,1 0,0 0,0 0,1 1,-1-1,0 1,1 0,0 0,-1 0,1 0,0 0,0 0,1 1,-1-1,1 1,2-1,1-1,-1 0,1 0,0 0,0 0,0 0,0 0,0 0,0-1,0 1,1-1,-1 0,0 1,1-1,-1 0,1 0,0-1,-1 1,1 0,0-1,-1 0,1 0,0 1,0-2,-1 1,1 0,0 0,-1-1,1 0,1 0,1 1,0-1,0 0,0 0,0 0,-1-1,1 1,0-1,-1 0,1-1,-1 1,0-1,0 0,0 0,0 0,0 0,-1-1,1 1,-1-1,0 0,0 0,0 0,-1-1,1 1,-1-1,1-3,-3 6,0 0,0 1,0-1,0 0,0 0,0 1,-1-1,1 0,-1 1,1-1,-1 0,1 1,-1-1,0 1,0-1,0 1,0-1,0 1,0 0,0 0,-1-1,1 1,0 0,-1 0,1 0,-1 0,1 0,-1 1,1-1,-1 0,0 1,1-1,-1 1,0 0,1-1,-1 1,0 0,-2-1,-1 1,1 0,0 0,0 0,0 0,-1 0,1 1,0 0,0 0,0 0,0 0,0 1,0-1,0 1,0 1,-19 17,3 3</inkml:trace>
  <inkml:trace contextRef="#ctx0" brushRef="#br0" timeOffset="2232.024">3542 773,'7'-7,"2"-4,0-3,-2-4,-4 2,-8 3,-6 4,-10 8,-4 9,-4 7,4 6,6 2,8 1,13-3,18-5,5-6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4:18.1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1,'21'0,"19"0,20 0,18 2,16 3,12 1,9-1,0-3,-19-2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4:06.6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2548 708,'1'-22,"0"-1,2 1,1 0,0 0,2 0,0 0,2 1,0 0,2 1,0 0,1 0,8-11,-17 28,1-1,-1 1,0-1,1 1,0 0,0-1,0 1,0 1,0-1,1 0,-1 1,1 0,-1 0,1 0,0 0,0 0,0 1,0 0,0 0,0 0,1 0,-1 1,0-1,0 1,0 0,1 0,-1 1,0-1,2 2,6 4,-1 1,0 1,0 0,-1 0,0 1,-1 0,0 1,0 0,-1 0,0 1,-1 0,5 11,-6-14,-2 0,1 0,-1 0,-1 0,0 1,0 0,0 0,-1-1,0 2,0 6,-2-15,0 0,0 1,-1-1,1 0,0 0,0 1,-1-1,1 0,-1 0,1 1,-1-1,1 0,-1 0,0 0,1 0,-1 0,0 0,0 0,0 0,0 0,0-1,0 1,0 0,0 0,0-1,0 1,0-1,-1 1,1-1,0 1,0-1,-1 0,1 0,0 0,0 1,-1-1,1 0,0 0,-1-1,1 1,0 0,0 0,-1-1,-52-20,51 18,1 1,-1-1,0 0,1 0,-1 0,1 0,0 0,0 0,0-1,1 1,-1 0,1-1,-1 0,1 1,1-1,-1 0,0 0,1 1,0-1,0 0,0 0,0 0,0 1,1-1,0 0,0 0,0 1,0-1,1 1,-1-1,1 1,0-1,0 1,0 0,0 0,0 0,1 0,0 0,9-8,0 1,1 0,0 1,1 1,0 0,0 0,0 2,1 0,0 0,0 1,1 1,-1 1,1 0,0 1,0 1,13 0,-23 1,1 0,-1 1,1-1,-1 1,0 1,1-1,-1 1,0 0,0 0,0 1,0 0,-1 0,1 0,-1 1,0 0,0 0,0 0,0 0,-1 1,1 0,-1 0,-1 0,1 0,-1 1,1 0,-2-1,1 1,0 2,33 144,-30-139</inkml:trace>
  <inkml:trace contextRef="#ctx0" brushRef="#br0" timeOffset="1492.251">3016 0,'2'7,"1"0,0 0,0 0,1 0,0-1,0 1,1-1,-1 0,1 0,1-1,-1 1,1-1,0-1,0 1,0-1,1 0,-1 0,2 0,13 6,1-1,0-1,0 0,1-2,5 1,234 23,-258-31,1 1,-1 1,0-1,1 0,-1 1,0 0,0 0,0 0,0 1,0-1,0 1,0 0,0 0,-1 1,1-1,-1 1,1-1,-1 1,0 0,0 0,-1 0,1 1,0-1,-1 1,0 0,0-1,0 1,0 0,-1 0,1 4,4 89,-8-85,2-1,-1 0,1 0,1 1,0-1,1 0,0 0,1 0,0 0,0 0,1-1,1 0,0 1,0-2,1 2,-2-7,0 0,0 0,0 0,0-1,1 0,-1 0,1 0,0 0,0-1,0 0,0 0,0 0,0 0,0-1,1 0,-1 0,1 0,-1-1,1 0,-1 0,1 0,-1-1,3 0,5-2,0 0,0 0,-1-1,1-1,-1 0,0 0,-1-2,1 1,2-3,1-2,-1 0,0-1,0 0,-1-2,-1 1,0-1,-1-1,0 0,-1-1,-1 0,-1 0,0-1,3-9,-13 32,0 0,1-1,0 1,1 0,-1 1,1-1,1 0,-1 0,1 0,0 0,0 0,0-1,1 1,0 0,0 0,1-1,-1 1,1-1,1 0,-1 0,1 0,-1 0,1-1,1 1,-1-1,3 2,11 2,0-1,1 0,0-1,0-1,0-1,1-1,-1-1,1 0,-1-1,1-1,0-1,11-3,17 2,1-3,-1-1,-1-3,1-2,31-12,4-23,-81 45,0 0,-1-1,1 1,-1-1,1 0,-1 1,1-1,-1 0,0 1,0-1,0 0,0 0,0 0,-1 0,1 0,0 0,-1-1,0 1,1 0,-1 0,0 0,0 0,0 0,0-1,-1 1,1 0,-1 0,1 0,-1 0,0 0,1 0,-1 0,0 0,0 0,-1 0,1 1,0-1,-1 0,1 1,-1-1,1 1,-8-6,0 0,-1 1,0 0,0 1,0 0,-1 1,1 0,-1 0,0 1,0 1,0 0,-1 0,1 1,0 1,-1 0,1 0,0 1,-3 1,4 0,0 0,0 0,1 1,-1 0,1 1,0 0,-1 1,2 0,-1 0,1 1,0 0,-5 5,10-9,0 1,0 0,0 0,1 0,-1 0,1 0,-1 0,1 1,0-1,1 1,-1-1,1 1,-1 0,1 0,0 0,1 0,-1 0,0 0,1 0,0 0,0 0,0 0,1 0,0-1,-1 1,1 0,0 0,1 0,-1 0,1-1,0 1,1 3,6 3,0 0,1 0,0-1,1 0,0-1,0 0,0-1,1 0,0-1,1 0,-1-1,12 3,23 12,-32-12,-1-1,0 2,0-1,-1 2,0 0,-1 1,0 0,-1 0,0 2,-1-1,0 1,-1 1,-1-1,0 2,0-1,4 14,-1 6,-2 1,-1-1,-1 1,-3 0,0 1,-2-1,-2 1,-1 0,-2-1,-1 0,-5 13,-16 25,24-71,0 0,0 0,0-1,0 1,0 0,0-1,-1 1,1-1,0 1,-1-1,0 1,1-1,-1 0,0 0,1 0,-1 0,0 0,0 0,0-1,0 1,0-1,0 1,0-1,0 0,0 0,0 0,0 0,0 0,0 0,0 0,0-1,0 1,0-1,-1 0,-4-3,1 0,0-1,0 1,0-1,1-1,-1 1,1-1,1 0,-1 0,1-1,0 1,0-1,1 0,0 0,0 0,1 0,0 0,0-2,-7-21,2-1,1 1,1-1,2-1,1 1,2 0,0-1,3 1,0 0,4-12,4-8,2 0,2 1,3 1,1 0,23-37,-26 53,1 0,2 2,1 0,2 2,1 0,1 1,1 2,1 0,2 2,25-18,3 20,-55 22,1-1,0 1,-1 0,1 0,0 1,-1-1,1 0,-1 1,1-1,0 1,-1-1,1 1,-1 0,1-1,-1 1,0 0,1 0,-1 0,0 0,0 0,1 0,-1 1,0-1,0 0,0 1,-1-1,1 0,0 1,0-1,-1 1,1-1,-1 1,1 1,3 13,-1 1,-1-1,0 1,-1-1,-1 1,-1 0,0 1,-1-2,2 0,0 0,0 0,2 0,0 0,0-1,2 1,1 4,-3-16,0 1,0-1,0 0,1 0,-1 0,1 0,0-1,0 1,0-1,0 1,1-1,0 0,-1 0,1-1,0 1,0-1,1 0,-1 0,0 0,1-1,-1 1,1-1,-1 0,1 0,0-1,-1 1,1-1,0 0,-1-1,2 1,4-1,0-1,0 0,0 0,0-1,-1 0,1-1,-1 0,0 0,0-1,0 0,-1-1,0 0,6-5,-2-2,-1-1,0 0,0-1,-2 0,0 0,0-1,-2-1,5-13,-2 8,-4 19,-5 20,-1-12,1 10,1 1,0-1,0 0,2 0,0 0,1 0,0-1,1 1,2 1,-6-11,1 1,0-1,1 0,-1 0,1 0,0 0,0-1,0 1,1-1,0 0,-1-1,2 1,-1-1,0 0,0 0,1-1,0 1,-1-1,1 0,0-1,0 1,0-1,0-1,4 1,-5-1,0-1,0 1,0-1,-1-1,1 1,0 0,0-1,-1 0,1 0,-1-1,1 1,-1-1,0 0,0 0,0 0,-1-1,1 1,-1-1,0 0,0 0,0 0,2-3,2-6,0-1,0 0,-2 0,1 0,-2 0,4-16,-1-16,-1-1,-3-1,-2-32,0 60,-1 17,-1 2,1 0,0 0,-1 0,1 0,0 0,0 0,0-1,0 1,0 0,0 0,0 0,0 0,0 0,0 0,1 0,-1 0,0 0,1 0,-1 0,1 0,-1 0,1 0,0 0,-1 0,1 0,0 0,0 1,-1-1,1 0,0 0,0 1,0-1,0 1,0-1,0 1,0-1,0 1,0 0,0-1,0 1,0 0,1 0,79 43,-36-18,-17-10,0 1,0 2,-2 1,20 18,-42-33,1 0,-1 0,-1 0,1 1,0-1,-1 1,0 0,0 0,-1 0,1 0,-1 1,0-1,-1 1,1-1,-1 1,0 0,-1 0,1-1,-1 1,0 0,0 0,-1-1,0 1,-1 5,-58 144,58-152,1 0,0 0,0 0,0 0,1 0,-1 0,1 0,-1 0,1 0,0 0,0 0,1 0,-1 1,1-1,-1 0,1 0,0 0,0-1,0 1,0 0,1 0,-1 0,1-1,0 1,0-1,0 1,0-1,0 0,0 0,1 0,0 1,7 2,0-1,0 0,1-1,0 1,-1-2,1 0,0 0,0-1,10 0,184-6,-97-6</inkml:trace>
  <inkml:trace contextRef="#ctx0" brushRef="#br0" timeOffset="-1268.823">35 374,'-9'27,"2"0,1 1,1 0,1 0,2 1,1-1,1 1,3 20,23 36,-25-83,0 0,0 0,0 0,0 0,1 0,-1-1,0 1,1-1,-1 1,1-1,0 0,-1 1,1-1,0 0,0 0,0 0,0 0,0 0,0-1,0 1,0-1,0 1,0-1,0 0,0 0,0 0,1 0,-1 0,0 0,0 0,0-1,0 1,0-1,0 0,0 1,0-1,0 0,0 0,1-1,11-9,0-1,0-1,-1 0,-1-1,0 0,-1-1,-1 0,0 0,-1-2,2-4,0 0,-1-1,-1 0,-1-1,0 1,-2-1,1-12,-7 121,-1-74,1 0,1 0,0 0,1 0,0 0,0 0,1-1,1 1,0-1,1 0,0 0,1 0,0-1,0 0,1 0,1 0,-1-1,5 3,16 8</inkml:trace>
  <inkml:trace contextRef="#ctx0" brushRef="#br0" timeOffset="-891.812">623 441,'-2'3,"1"0,-1 0,1 0,0 1,0-1,1 0,-1 1,1-1,-1 0,1 1,0-1,0 1,1-1,-1 1,1-1,-1 0,1 1,0-1,1 3,0-1,1 11,1-1,0 0,1 0,1 0,0-1,1 0,1 0,0 0,0-1,2 0,0-1,0 0,12 10,-20-20,1-1,-1 1,1-1,-1 1,1-1,-1 0,1 0,0-1,0 1,-1 0,1-1,0 0,0 0,0 1,-1-2,1 1,0 0,0 0,-1-1,1 0,0 0,0 1,-1-1,1-1,-1 1,1 0,-1-1,0 1,1-1,-1 0,2-1,55-72,-51 62,-1-1,0 1,-1-1,0-1,-1 1,-1-1,0 0,-1 0,0 0,-1 0,-1-1,-1-13,0 29,0 0,0 0,-1 0,1 0,0 0,0 0,0 0,-1 0,1 0,0 0,0 0,0 0,-1 0,1 0,0 0,0 0,0 0,0 0,-1 0,1 0,0-1,0 1,0 0,0 0,0 0,-1 0,1 0,0 0,0-1,0 1,0 0,0 0,0 0,0-1,0 1,-1 0,1 0,0 0,0 0,0-1,0 1,0 0,-4 20,4-9,0 0,1 0,0 1,1-1,0 0,1 0,0 0,1-1,0 1,1-1,0 0,0 0,1 0,0-1,1 0,0 0,1-1,-1 0,2 0,-1 0,1-1,0-1,0 0,1 0,0 0,0-1,0-1,5 1,64 24,-1-9</inkml:trace>
  <inkml:trace contextRef="#ctx0" brushRef="#br0" timeOffset="9170.104">369 1577,'0'23,"0"16,0 9,2 3,4-1,4-6,4-9,-2-10</inkml:trace>
  <inkml:trace contextRef="#ctx0" brushRef="#br0" timeOffset="9414.449">395 1230,'-4'-5,"5"6,9 11,3 4</inkml:trace>
  <inkml:trace contextRef="#ctx0" brushRef="#br0" timeOffset="9664.779">784 1885,'169'-283,"-168"282,0 1,-1-1,1 0,0 1,-1-1,1 0,0 1,-1-1,1 0,-1 0,1 1,-1-1,0 0,1 0,-1 0,0 0,0 0,1 0,-1 0,0 0,0 0,0 1,0-1,0 0,0 0,0 0,-1 0,1 0,0 0,0 0,-1 0,1 0,-1 1,1-1,-1 0,1 0,-1 0,1 1,-1-1,1 0,-1 1,0-1,0 0,1 1,-1-1,0 1,0 0,0-1,0 1,1-1,-2 1,-7 2,0 1,-1 0,1 1,1 0,-1 0,0 1,1 0,0 1,0 0,1 0,-1 0,1 1,-5 7,3-6,1 1,0 0,1 1,0-1,1 2,0-1,0 0,1 1,-1 5,4-13,1 1,0-1,0 0,0 1,1-1,-1 1,1-1,0 0,0 1,0-1,1 1,-1-1,1 1,-1-1,1 0,0 1,1-1,-1 0,0 0,1 0,0 0,0 0,0 0,0 0,0-1,0 1,1-1,-1 1,1-1,0 0,0 0,0 0,0-1,0 1,18 6,0-2,0 0,0-2,0 0,1-2,-1 0,1-1,0-1,-1-1,1-1,12-4,41-3</inkml:trace>
  <inkml:trace contextRef="#ctx0" brushRef="#br0" timeOffset="10101.923">1559 1604,'-10'-6,"1"1,-1 0,0 1,0 0,0 1,0 0,-1 0,1 1,-1 0,1 1,-1 0,0 1,0 0,1 1,-1 0,0 1,1 0,-1 1,1 0,-10 4,18-6,1-1,0 1,0 0,-1-1,1 1,0 0,0 0,0 0,0 0,0 0,0 0,0 1,0-1,0 0,0 0,1 1,-1-1,1 0,-1 1,1-1,-1 1,1-1,0 0,0 1,-1-1,1 1,0-1,0 1,1-1,-1 1,0-1,0 1,1-1,-1 0,1 1,-1-1,1 1,0-1,-1 0,1 0,0 1,0-1,0 0,0 0,0 0,56 44,21-4,-52-30,-1 2,0 1,-1 1,-1 1,0 1,-1 1,7 9,-28-26,1 0,-1 0,1 0,0 1,-1-1,0 1,1-1,-1 1,0-1,0 1,0-1,0 1,0 0,0 0,0 0,-1-1,1 1,-1 0,1 0,-1 0,0 0,0 0,0 0,0 0,0 0,0 0,0 0,-1 0,1 0,-1 0,1 0,-1-1,0 1,0 0,0 0,0-1,0 1,0 0,0-1,0 1,-1-1,1 0,-1 1,1-1,-1 0,1 0,-1 0,0 0,-1 1,-1 0,1 0,-1-1,0 1,0-1,0 0,-1 0,1 0,0-1,0 1,-1-1,1 0,0 0,0-1,-1 1,1-1,0 0,0 0,0 0,0-1,0 1,0-1,0 0,1 0,-1-1,1 1,-1-1,1 1,0-1,0 0,0 0,0-1,1 1,-1 0,1-1,0 0,0 1,0-1,0 0,1 0,0 0,0 0,0-1,0 1,0 0,1 0,0 0,0-1,3-8,2-1,0 1,0 0,1 0,1 1,0 0,0 0,1 1,1-1,0 2,1-1,-1 2,2-1,0 1,0 1,0 0,1 0,0 1,13-5,72-23,-94 35,0-1,1 1,-1 0,0 0,1 0,-1 0,0 0,0 1,1 0,-1 0,0 0,0 0,0 0,0 0,0 1,0-1,0 1,-1 0,1 0,-1 0,1 0,-1 1,0-1,1 1,-1-1,-1 1,1 0,0 0,1 2,2 9,-1-1,0 1,-1 0,-1 0,0 0,-1 1,0-1,-1 0,-1 3,0-4,1 0,0 0,1 0,0 0,1 0,1-1,0 1,1 0,0-1,1 0,1 2,-4-11,0 0,-1 0,2 0,-1-1,0 1,0-1,1 1,0-1,-1 0,1 0,0 0,0-1,0 1,0-1,0 1,0-1,1 0,-1 0,0-1,0 1,1-1,-1 1,1-1,0 0,22-3</inkml:trace>
  <inkml:trace contextRef="#ctx0" brushRef="#br0" timeOffset="10344.304">1906 1216,'-2'18,"6"15,9 14,2-2</inkml:trace>
  <inkml:trace contextRef="#ctx0" brushRef="#br0" timeOffset="10844.528">2174 1911,'-5'-45,"3"0,1 0,3-1,1 1,2 0,3 1,1-2,-8 42,14-45,-15 48,1 0,-1 0,1 0,0 0,-1 0,1 0,0 0,0 0,-1 0,1 0,0 0,0 1,0-1,0 0,0 1,0-1,0 0,0 1,0-1,1 1,-1 0,0-1,0 1,0 0,1 0,-1 0,0 0,0 0,0 0,1 0,-1 0,0 0,0 0,0 1,1-1,-1 1,105 60,17 2,-119-59,0 0,0 1,-1 0,1 0,-1 0,0 0,-1 0,1 0,-1 1,0-1,0 1,-1 0,0 0,0-1,0 1,-1 0,1 0,-1 0,-1 0,1 0,-1 0,0-1,-1 1,1 0,-1 0,0-1,0 1,-2 1,-6 43,9-47,0 0,0 0,1 0,0 0,0 1,0-1,0 0,0 0,0 0,1 0,0 0,0 1,0-1,0 0,0 0,0-1,1 1,-1 0,1 0,0-1,0 1,0-1,0 1,0-1,1 0,-1 0,1 0,-1 0,1 0,0-1,-1 1,2-1,11 3,1-1,0-1,-1-1,1 0,0-1,-1-1,1 0,0-1,-1-1,1 0,-1-1,0-1,0 0,-1-1,1 0,-1-2,5-3,-7 5,1-1,-1 0,0-1,-1-1,0 0,0 0,-1-1,0-1,-1 0,0 0,0 0,-2-1,1 0,-2-1,1 0,-2 0,0 0,0-1,-1 1,-1-1,0-4,-2 15,0-1,0 0,0 1,-1-1,0 0,0 1,0-1,0 0,-1 1,1-1,-1 0,0 1,0-1,0 1,-1-1,1 1,-1 0,0-1,0 1,0 0,0 0,0 0,-1 1,1-1,-1 0,0 1,0 0,0 0,0 0,0 0,0 0,0 0,-1 1,1-1,-1 1,1 0,-1 0,0 1,1-1,-1 1,-3 0,0 1,0 1,0 1,1-1,0 1,-1 0,1 1,0-1,0 1,1 1,-1-1,1 1,0 0,0 0,1 0,-1 1,1-1,0 1,1 0,-1 0,1 1,1-1,-1 1,1-1,0 1,0 0,1 0,0 0,0 0,1 0,0 0,0 0,1 0,-1 0,2 0,-1 0,1 0,0-1,0 1,1-1,-1 1,2-1,-1 0,2 2,7 1,-1-1,2-1,-1 0,1 0,0-1,0-1,1 0,-1-1,1 0,0-2,0 1,1-2,-1 1,14-2,36 4</inkml:trace>
  <inkml:trace contextRef="#ctx0" brushRef="#br0" timeOffset="11095.854">3711 1857,'-11'-6,"-13"-3,-3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4:22.6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287 229,'-11'-2,"0"0,0 1,-1 0,1 1,-1 0,1 1,-1 0,1 1,0 0,0 1,0 0,0 0,0 2,1-1,0 1,-1 1,2 0,-1 0,1 1,0 0,0 0,1 1,0 0,0 1,1 0,-1 2,6-9,1 0,0-1,-1 1,1 0,0 0,0-1,0 1,0 0,1 0,-1 0,1 0,-1 0,1 1,-1-1,1 0,0 0,0 0,0 0,0 0,1 0,-1 0,0 0,1 1,0-1,-1 0,1-1,0 1,0 0,0 0,0 0,0 0,1-1,-1 1,0 0,1-1,-1 1,1-1,0 1,8 1,0 0,1 0,-1-1,0 0,1-1,-1 0,1-1,-1 0,1 0,-1-1,1-1,-1 0,1 0,-1-1,0 0,0-1,-1 0,1 0,-1-1,0-1,3-1,-2 1,0 1,-1-1,1-1,-1 0,-1 0,1-1,-1 0,0-1,-1 1,0-1,-1-1,1 1,1-7,-8 16,0 0,-1 0,1 0,0 0,-1 0,1 0,0 0,-1 0,1 0,0-1,-1 1,1 0,0 0,-1 0,1 0,0-1,-1 1,1 0,0 0,0 0,-1-1,1 1,0 0,0 0,-1-1,1 1,0 0,0-1,-3 7,1 1,0-1,0 0,1 1,0-1,0 1,0 0,1-1,0 1,1 0,-1-1,1 1,0-1,1 1,-1-1,2 1,1 3,-3-6,1 0,0-1,0 1,0-1,0 0,0 0,1 0,-1 0,1 0,0 0,0 0,0-1,0 0,1 0,-1 0,1 0,-1 0,1-1,0 1,-1-1,1 0,0 0,0 0,0-1,0 1,0-1,0 0,0 0,-1-1,3 1,0-1,-1-1,0 1,1-1,-1 0,0 0,0-1,-1 1,1-1,0 0,-1 0,0-1,0 1,0-1,0 0,0 0,-1-1,0 1,0-1,0 1,0-1,-1 0,0-1,5-9,-1-1,-1 0,0-1,-1 1,-1-1,1-9,2-171,-6 194,0 2,-1 0,1 0,-1 0,1-1,0 1,0 0,-1 0,1-1,0 1,0 0,1 0,-1-1,0 1,0 0,0 0,1 0,-1-1,1 1,-1 0,1 0,-1 0,1 0,0 0,-1 0,1 0,0 0,0 0,0 0,0 0,0 1,0-1,0 0,0 1,0-1,0 0,0 1,0 0,0-1,1 1,-1 0,0-1,0 1,0 0,1 0,-1 0,18 5,0 1,-1 0,0 1,-1 1,1 1,3 4,0-2,-11-8,0 1,-1 1,0-1,1 1,-2 1,1 0,-1 0,1 1,-2 0,1 0,-1 1,0 0,-1 0,0 0,0 1,-1 0,0 0,0 1,-1-1,0 1,-1 0,1 7,-15 153,11-167,1 0,-1 0,1-1,0 1,0 0,0-1,1 1,-1-1,1 1,-1-1,1 0,0 1,0-1,0 0,0 0,0 0,0-1,0 1,1 0,-1-1,1 0,-1 1,1-1,0 0,-1 0,1-1,0 1,0-1,0 1,-1-1,2 0,90-3,-75 0,0-1,0-1,0 0,-1-1,0-1,0-1,-1-1,0 0,0-1,-1-1,0 0,-1-2,-1 1,0-2,0 0,-1 0,-1-2,1-2,9-56,-22 73,0-1,1 0,-1 0,-1 0,1 0,0 0,0 0,-1 0,1 0,-1 1,1-1,-1 0,0 0,0 1,0-1,0 0,0 1,0-1,0 1,-1-1,1 1,0 0,-1 0,1-1,-1 1,1 0,-1 0,0 0,0 1,1-1,-1 0,0 1,0-1,0 1,0-1,1 1,-3 0,-1 0,1 0,-1 1,1 0,-1 0,1 0,-1 1,1-1,0 1,0 0,-1 0,1 0,1 1,-1-1,0 1,1 0,-1 0,1 1,0-1,0 1,0-1,1 1,-1 0,1 0,0 0,0 0,0 0,1 1,-1-1,1 1,0-1,0 1,1-1,-1 1,1-1,0 1,0-1,1 1,-1 0,1-1,0 1,0-1,1 0,0 1,4 5,0-1,1 0,0 0,1-1,0 0,0 0,1-1,0 0,0 0,1-1,0 0,0-1,0 0,0-1,1 0,0-1,9 2,30 9,0-2,1-3,27 2,41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4:23.31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344 939,'-17'-4,"1"1,-1 1,0 0,0 1,0 1,-8 1,22-1,-10 0,0 0,-1 1,1 0,0 1,0 1,0 0,1 1,-1 0,1 1,0 0,0 1,0 0,-8 7,17-11,1-1,0 1,0 0,0 0,0 0,0 1,0-1,1 0,-1 1,1-1,-1 1,1-1,0 1,0 0,0 0,1-1,-1 1,1 0,-1 0,1 0,0 0,0 0,0-1,0 1,1 0,-1 0,1 0,0 0,-1-1,1 1,1 0,-1-1,0 1,1-1,-1 1,1-1,0 0,0 1,8 6,1 0,0-1,0 0,1-1,0-1,1 0,-1 0,1-1,0-1,0 0,1 0,-1-2,1 0,7 0,36 7,1-2,1-4,-1-2,1-2,-1-3,0-2,53-14,-99 18,0 0,0 0,-1-2,1 1,-1-2,0 1,0-1,0-1,-1 0,1-1,-2 0,1 0,-1-1,0 0,4-6,-9 8,-4 5,0 1,0-1,0 1,0-1,0 1,0-1,0 1,1-1,-1 1,0-1,0 1,0-1,1 1,-1 0,0-1,0 1,1-1,-1 1,1 0,-1-1,0 1,1 0,-1-1,1 1,-1 0,0 0,1-1,-1 1,1 0,-1 0,1 0,-1 0,1 0,-1-1,1 1,-1 0,1 0,-1 0,1 0,-1 1,1-1,-1 0,1 0,-1 0,1 0,-1 0,1 1,-1-1,1 0,-1 0,0 1,1-1,-1 0,9 9,-1-1,1 0,0 0,1-1,-1 0,2-1,-1 0,1-1,-1 0,1-1,1 0,1 0,76 10,-86-14,-1 0,1 0,0 0,0 0,-1 0,1-1,0 1,-1-1,1 0,-1 0,1 0,-1 0,1 0,-1-1,0 1,1-1,-1 1,0-1,0 0,0 0,-1 0,1 0,0 0,-1 0,1 0,-1-1,1 1,-1-1,0 1,0-1,0 0,-1-1,1-1,-1 1,0-1,0 1,0 0,-1-1,1 1,-1 0,0 0,-1-1,1 1,-1 0,1 0,-1 0,0 1,-1-1,1 0,-1 1,1-1,-1 1,0 0,-1 0,1 0,-4-2,-3-3,0 1,-1 0,0 0,0 1,0 1,-1 0,0 0,-2 1,5 0,0 2,0-1,0 1,-1 0,1 1,-1 0,0 0,1 1,-1 0,1 1,-1 0,1 1,-1 0,1 0,0 1,0 0,0 1,-4 2,11-5,0 0,1 0,-1 1,0-1,1 1,-1-1,1 1,-1-1,1 1,0 0,-1 0,1 0,0 0,0 0,0 0,1 0,-1 0,0 0,1 0,0 0,-1 0,1 0,0 1,0-1,0 0,0 0,1 0,-1 0,0 1,1-1,0 0,-1 0,1 0,0 0,0 0,0 0,0-1,1 1,-1 0,0 0,1-1,-1 1,1-1,1 1,6 6,1-1,0 0,1 0,-1-1,1-1,1 0,-1 0,11 2,45 13</inkml:trace>
  <inkml:trace contextRef="#ctx0" brushRef="#br0" timeOffset="977.009">1762 939,'-12'-10,"0"0,-1 1,0 1,0 0,0 0,-1 2,0 0,-1 0,1 1,-1 1,-4-1,10 4,0 0,1 0,-1 0,1 1,-1 1,0-1,1 2,-1-1,1 1,-1 0,1 1,0 0,0 0,0 0,0 1,1 1,0-1,0 1,0 0,-4 4,5-3,1 0,-1 0,1 0,0 1,1-1,-1 1,1 0,1 1,-1-1,1 0,-1 5,3-9,0 0,1 0,-1 0,1 0,-1 1,1-1,0 0,0 0,1 0,-1 0,1 1,-1-1,1 0,0 0,0 0,0 0,1 0,-1 0,1-1,0 1,-1 0,1-1,0 1,1-1,-1 0,0 0,1 0,-1 0,1 0,0 0,4 2,0 0,0-1,1 0,0 0,0-1,-1 0,1 0,1-1,-1 0,0 0,0-1,0 0,0 0,0-1,0 0,1-1,-2 0,1 0,7-3,0-1,1 0,-2-1,1-1,-1 0,0-1,-1 0,0-2,0 1,5-8,3-9,-1-1,-2-1,0 0,-3-2,0 0,-2 0,-1-1,-2-1,-1 0,-1-1,-2 1,-2-1,-1 0,-1 0,-2-4,1 15,0 0,-1 1,-2-1,0 1,-2-1,0 1,-2 0,0 0,-1 1,-8-17,13 34,1 0,-1 0,0 0,0 0,0 1,-1-1,1 0,-1 1,0 0,0 0,0 0,0 0,0 0,-1 0,0 1,1 0,-1-1,0 1,0 1,0-1,0 1,0-1,-1 1,1 0,0 1,0-1,-1 1,1 0,-1 0,1 0,0 1,-1-1,1 1,-1 0,-3 5,0 0,0 0,0 1,1 0,0 0,1 1,0-1,0 2,0-1,1 0,1 1,-1 0,1 0,1 1,0-1,0 1,0 0,1 6,-6 15,3 0,0 0,2 1,1 0,2 0,1 0,2 0,1-1,1 1,1-1,2 0,2-1,0 0,2 0,1-1,2-1,1 0,0-1,13 14,-23-33,0 1,0-1,1 0,0-1,0 0,1 0,0 0,0-1,0 0,1-1,0 0,0 0,0-1,1 0,0 0,-1-1,1-1,0 0,0 0,1-1,-1 0,0 0,0-1,1-1,-1 0,0 0,0-1,0 0,0-1,1-1,8-7,-1 0,-1-2,0 0,0 0,-1-2,-1 0,-1-1,0 0,-1-2,-1 1,10-19,-18 32,-5 13,-8 20,8-26,-19 85,20-85,0 1,0-1,0 1,0-1,1 0,0 1,-1-1,1 0,0 0,0 0,1 0,-1 0,1 0,0 0,-1 0,1 0,0-1,1 1,-1-1,0 1,1-1,0 0,-1 0,1 0,2 1,6 1,0-2,-1 1,1-1,0-1,0 0,0 0,1-1,-1-1,0 0,0 0,0-1,-1 0,1-1,0-1,-1 1,1-2,-1 1,-1-1,8-5,-1 1,0-1,0-1,-1 0,-1-1,0-1,0 0,-1-1,-1 0,-1-1,0 0,4-7,-3 2,-12 20,0 0,0 0,0 0,0 1,0-1,1 0,-1 0,0 0,0 1,0-1,0 0,0 0,0 0,0 0,1 1,-1-1,0 0,0 0,0 0,0 0,1 0,-1 1,0-1,0 0,0 0,1 0,-1 0,0 0,0 0,0 0,1 0,-1 0,0 0,0 0,1 0,-1 0,0 0,0 0,0 0,1 0,-1 0,0 0,0 0,0 0,1-1,-1 1,0 0,0 0,0 0,1 0,-1 0,0 0,0-1,0 1,0 0,0 0,1 0,-1-1,0 1,0 0,0 0,0 0,0-1,0 1,0 0,0 0,1 20,-1-18,-1 6,1 1,-1-1,2 1,-1-1,1 1,0-1,1 1,0-1,0 0,1 0,0 0,0 0,1 0,0-1,0 1,1-1,0 0,0-1,0 1,1-1,0 0,1 0,-1-1,1 0,0 0,0-1,1 1,4 1,1-5,0 1,0-2,0 0,0 0,0-1,0-1,0 0,0-1,-1-1,1 1,-1-2,0 0,0 0,0-1,-1-1,0 0,0 0,-1-1,0-1,0 1,-1-2,5-5,15-18,-2-1,-1-2,-2 0,-1-2,-2 0,-1-2,-3 0,-1-1,3-17,-7 27,-2 0,-1-1,-2 0,-1 0,-2-1,0 0,-3 0,-1 0,-1 0,-1 1,-6-23,6 47,0 0,-1 0,1 0,-2 0,1 1,-1-1,-1 1,1 0,-1 0,0 0,-1 1,1 0,-1 0,-1 0,1 1,-1 0,0 0,0 0,0 1,-1 0,0 1,1-1,-1 2,0-1,-1 1,1 0,0 1,-1 0,1 0,0 1,-1 0,1 0,-1 1,-4 1,2 1,1 0,0 0,-1 2,1-1,1 1,-1 0,1 1,0 0,0 1,1 0,0 0,0 1,0 0,1 0,0 1,1 0,0 0,1 0,-1 1,2 0,-2 4,-2 6,1 0,1 0,1 0,1 1,1 0,0 0,2 0,0 0,2 0,2 18,3-6,1-1,1 1,2-2,2 1,1-1,1-1,1 0,2-1,1-1,1-1,20 22,0-4,2-2,2-2,2-1,1-3,2-1,15 5,106 53,-12-22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4:20.92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19 171,'-3'5,"0"1,1 0,0 0,0 0,0 1,0-1,1 0,0 1,1-1,-1 1,1-1,1 1,-1-1,1 0,0 1,0-1,1 0,0 1,0-1,0 0,1 0,0-1,0 1,1-1,1 3,8 10,1-1,0-1,1 0,1-1,1 0,16 10,183 108,-193-118,-23-15,0 0,-1-1,1 1,-1 0,1 0,0 0,-1 0,1 0,0 0,-1 0,1-1,-1 1,1 0,0 0,-1 0,1 1,-1-1,1 0,0 0,-1 0,1 0,-1 0,1 0,0 1,-1-1,1 0,0 0,-1 0,1 1,0-1,-1 0,1 0,0 1,0-1,-1 0,1 1,0-1,0 0,0 1,-1-1,1 1,0-1,0 0,0 1,0-1,0 1,0-1,0 0,0 1,0-1,0 1,0-1,0 0,0 1,0-1,0 1,0-1,0 0,1 1,-1-1,0 0,0 1,0-1,1 0,-1 1,0-1,1 0,-23 1,0-1,0-2,1 0,-1-1,1-1,0-1,0-1,0-1,1-1,0-1,-2-1,17 9,0-1,0 0,1 0,-1 0,1 0,-1-1,1 0,0 0,0 0,0 0,0 0,0-1,1 0,0 0,0 0,0 0,0 0,0-1,1 1,0-1,0 0,0 1,1-1,-1 0,1 0,0 0,1 0,-1 0,1-1,0 1,1-4,4-2,1 0,1 1,0-1,0 2,1-1,0 1,0 0,1 1,0 0,1 0,8-4,-3 0,38-29,-17 15,-2-2,-1-2,29-32,-24 2,-37 59,0-1,0 1,-1-1,1 1,-1-1,1 1,-1-1,1 0,-1 0,0 1,0-1,0 0,0 1,0-1,0 0,0 1,-1-1,1 0,0 1,-1-1,0 0,1 1,-1-1,0 1,0-1,0 1,0-1,0 1,0 0,0 0,0-1,-1 1,1 0,0 0,-1 0,1 0,-2 0,-4 0,-1 0,-1 0,1 0,0 1,0 1,0-1,0 1,0 1,0-1,1 1,-1 1,0-1,1 1,-1 1,1-1,0 1,0 1,1-1,-4 4,2-4,1 1,1 0,-1 0,1 0,0 1,0 0,0 0,1 1,0-1,0 1,1 0,0 0,0 1,-1 3,5-9,-1 0,1 0,0 0,-1 0,1 1,1-1,-1 0,0 0,0 0,1 0,-1 0,1 0,-1 0,1 0,0 0,0 0,0 0,0-1,0 1,1 0,-1 0,0-1,1 1,-1-1,1 0,0 1,0-1,24 18</inkml:trace>
  <inkml:trace contextRef="#ctx0" brushRef="#br0" timeOffset="253.287">888 305,'-13'4,"-8"2,1-2,6-5,5-1</inkml:trace>
  <inkml:trace contextRef="#ctx0" brushRef="#br0" timeOffset="397.897">942 666,'-7'4,"3"2,5-2,4-3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4:19.6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1 149,'13'597,"-13"-594,0 7,1-20,40-673,-42 689,1 0,0-1,0 1,0-1,1 1,0 0,0-1,0 1,1-1,-1 1,1-1,1 0,-1 0,1 0,0 0,0 0,0-1,1 1,0-1,0 0,0 0,0-1,3 3,6-2,-1 0,1-1,0 0,0-1,0 0,0-2,0 1,1-1,-1-1,0-1,0 1,0-2,0 0,-1-1,1 0,-1-1,0 0,0-1,10-6,-4 3,0 0,-1-1,0-1,-1-1,0 0,-1-1,0 0,-1-2,-1 0,0 0,0-2,-9 8,-8 16,-8 24,1 1,2 0,2 0,0 1,2 0,2 0,0 20,1-7,2-1,1 1,3-1,1 0,10 34,-2-29</inkml:trace>
  <inkml:trace contextRef="#ctx0" brushRef="#br0" timeOffset="329.143">789 162,'-11'21,"1"1,1-1,1 1,1 1,1 0,1 0,0 0,2 0,1 1,1-1,1 1,2 14,-1-20,0 0,0 0,2 0,0 0,2-1,0 1,0-1,2 0,0-1,1 1,0-1,2-1,0 0,0 0,2-1,0 1,-10-13,1 0,-1 0,1 0,-1 0,1 0,0 0,0-1,0 1,0-1,0 0,0 0,0 0,0 0,0-1,1 1,-1-1,0 0,0 0,1 0,-1 0,0-1,0 1,0-1,1 0,-1 0,0 0,0 0,0 0,0-1,0 1,-1-1,1 0,0 0,-1 0,0 0,1-1,-1 1,0 0,0-1,0 0,0 0,14-22,-1 0,-1 0,-1-1,-2-1,-1 0,0-1,4-27,55-281,-47 290,-10 40</inkml:trace>
  <inkml:trace contextRef="#ctx0" brushRef="#br0" timeOffset="579.04">1418 190,'4'20,"9"19,11 11,13 8,13 7,13 0,6-1,-1-5,-6-5,-11-10,-12-11,-12-12,-12-10</inkml:trace>
  <inkml:trace contextRef="#ctx0" brushRef="#br0" timeOffset="757.606">1845 203,'-16'0,"-12"9,-8 14,-4 20,-3 18,-1 16,1 15,0 6,3 1,9-17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4:26.3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254 50,'3'5,"0"0,0 0,0 0,1 0,0 0,0-1,0 0,0 1,1-2,-1 1,1 0,0-1,0 0,1 0,-1-1,0 1,1-1,0 0,0-1,-1 1,1-1,0 0,0-1,2 1,28 4,0-2,0-1,0-1,1-2,-1-2,0-2,0-1,-1-1,1-2,30-13,-57 20,-1-1,1-1,-1 0,0 0,0 0,-1-1,1 0,-1-1,3-3,-9 8,-1 0,1 0,-1 0,0 0,1 0,-1 0,0 0,1 0,-1 0,0 0,0 0,0-1,0 1,0 0,0 0,0 0,-1 0,1 0,0 0,-1 0,1-1,0 1,-1 0,1 0,-1 0,0 1,1-1,-1 0,0 0,0 0,1 0,-1 1,0-1,0 0,0 1,0-1,0 0,0 1,0-1,0 1,0 0,0-1,0 1,0 0,0 0,-1 0,1 0,0-1,0 2,0-1,0 0,0 0,0 0,-1 0,1 1,0-1,0 0,0 1,0-1,0 1,0 0,-7 0,0 0,0 1,0 0,0 0,1 1,-1 0,1 0,0 1,-1 0,2 0,-1 0,0 1,1 0,0 1,0-1,1 1,-1 0,1 1,1-1,-1 1,1 0,0 0,1 0,-1 2,-7 17,1 0,1 1,1 0,2 0,0 1,1 11,-11 253,18-238,-2 0,-2-1,-3 1,-2-1,-2 0,-3 0,-2-1,-2-1,-2 0,-8 9,-10 1</inkml:trace>
  <inkml:trace contextRef="#ctx0" brushRef="#br0" timeOffset="562.165">174 718,'-140'-84,"110"66,30 18,0-1,-1 0,1 1,-1-1,1 0,0 0,0 0,-1 0,1 1,0-1,0 0,0 0,0 0,0 0,0 1,0-1,0 0,0 0,1 0,-1 0,0 1,0-1,1 0,-1 0,0 0,1 1,-1-1,1 0,-1 1,1-1,0 0,-1 1,1-1,-1 1,1-1,0 1,0-1,-1 1,1-1,0 1,0 0,-1-1,1 1,0 0,0 0,0 0,0 0,0 0,-1 0,1 0,0 0,0 0,0 0,0 0,-1 0,1 0,1 1,215-51,-127 33,53-11,53-9,-2-10,28-16,-202 56,0 0,-1-1,0-1,0 0,-1-2,0 0,0-1,-15 10,0-1,0 1,0-1,-1 1,1-1,-1 0,1 0,-1 0,0 0,0 0,0-1,0 1,-1-1,0 1,1-1,-1 0,0 1,-1-1,1 0,-1 0,0 1,0-1,0 0,0 0,0 0,-1 1,0-1,0 0,0 1,0-1,-1 0,1 1,-1 0,0-1,0 1,0 0,0 0,-1 0,1 0,-2-1,0-1,0 0,0 1,-1 0,1 0,-1 0,0 0,0 1,0 0,0 0,-1 0,1 1,-1-1,-4 0,7 4,1 0,0 0,-1 0,1 0,0 0,0 1,0-1,0 1,0-1,0 1,0 0,1 0,-1 0,1 0,-1 0,1 0,0 0,0 0,-1 1,2-1,-1 0,0 1,0-1,1 0,-1 1,1-1,0 1,0-1,0 1,0-1,0 1,1-1,-1 1,0-3,-1 250,5-159,-3 1,-3 1,-5-1,-3 0,-23 87,19-111,14-68,0 1,1-1,-1 1,0-1,1 0,-1 1,1-1,-1 1,1-1,-1 0,0 1,1-1,-1 0,1 0,-1 0,1 1,0-1,-1 0,1 0,-1 0,1 0,-1 0,1 0,-1 0,1 0,0 0,-1 0,1 0,-1 0,1 0,-1 0,1-1,-1 1,1 0,-1 0,1-1,-1 1,1 0,-1-1,1 1,-1 0,0-1,1 1,-1-1,0 1,1-1,-1 1,0-1,1 1,-1-1,0 1,0-1,0 1,0-1,2 0,228-212,-185 185,-44 27,0 1,0-1,0 1,0 0,0 0,0-1,1 1,-1 0,0 0,0 0,0 1,0-1,0 0,1 0,-1 0,0 1,0-1,0 1,0-1,0 1,0-1,0 1,0 0,0-1,0 1,0 0,-1 0,1 0,0-1,0 1,-1 0,1 0,0 0,-1 0,1 0,-1 0,0 1,1-1,-1 0,0 0,1 1,2 14,-1 1,0-1,-1 1,-1-1,0 1,-1 0,-1-1,-3 14,1-2,-15 110,0-2,1 95,18-184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4:21.5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15 368,'-3'-18,"1"0,1-1,1 1,1 0,0-1,1 1,2 0,-1 0,2 0,0 1,1-1,1 1,1 0,0 1,1 0,1 0,8-9,39-18,-55 43,0 0,0 0,0 1,0-1,0 0,0 1,0 0,0-1,0 1,0 0,0 0,0 0,-1 0,1 1,0-1,-1 0,1 1,-1-1,0 1,1-1,-1 1,0 0,0 0,0-1,0 1,0 0,0 0,-1 0,1 0,0 0,-1 0,0 0,1 0,-1 0,0 1,0-1,0 0,-1 0,1 0,0 0,2 41,-1 1,-2-1,-6 44,2-35,-1 2,3 1,2-1,3 1,2-1,7 31,-4-28,-9-39</inkml:trace>
  <inkml:trace contextRef="#ctx0" brushRef="#br0" timeOffset="247.504">54 729,'14'0,"15"0,20 0,21 0,21-2,21-4,18-2,13-2,-19 0</inkml:trace>
  <inkml:trace contextRef="#ctx0" brushRef="#br0" timeOffset="3984.185">0 355,'7'23,"0"-1,2 0,0-1,1 0,2 0,0-1,1-1,0 0,2 0,0-2,2 0,-1 0,2-2,0 0,1-1,0-1,13 6,5-6,0 0,1-3,0-1,1-1,0-3,1-1,-1-2,0-1,29-4,-18 6,-70 24,19-26,0 0,1 0,-1 0,0 0,0 0,0 0,0 0,0-1,0 1,0 0,0 0,0-1,0 1,-1-1,1 1,0-1,0 1,0-1,-1 0,1 0,0 1,-1-1,1 0,0 0,0 0,-1-1,1 1,0 0,0 0,-1-1,1 1,0-1,0 1,0-1,-1 1,1-1,0 0,0 1,0-1,0 0,0 0,0 0,0-1,-20-22,11 16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5:07.61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5:20.20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 0,'-3'3,"3"0,4-1,3-2,-1-1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4:27.1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1 524,'7'-23,"8"-28,5-21,1-12,-3 1,-5 13,-4 23,-7 33,-5 36,-2 39,-3 30,0 23,6 15,8 8,10 2,6-8,0-26</inkml:trace>
  <inkml:trace contextRef="#ctx0" brushRef="#br0" timeOffset="51369.02">549 82,'2'0,"5"-2,9-1,10-2,13-3,10-2,9-1,3 1,-1-1,-7 3,-11 2,-15 2,-21 1,-10 3</inkml:trace>
  <inkml:trace contextRef="#ctx0" brushRef="#br0" timeOffset="51908.929">482 56,'0'91,"-5"0,-6 26,8-99,2 46,2-63,1 0,-1 0,1 0,-1 0,1 0,-1 0,1 0,0 0,-1 0,1-1,0 1,0-1,0 1,0-1,-1 0,1 0,0 0,0 0,0 0,0 0,0 0,0-1,-1 1,1-1,0 1,0-1,-1 0,1 0,0 0,-1 0,1 0,-1 0,2-1,56-28,-49 22,0 1,1 0,0 1,0 1,0-1,1 2,-1 0,1 0,0 1,0 0,1 1,-1 1,1 0,-1 0,0 1,1 1,-1 0,1 1,-1 0,9 3,-14 1,0 0,0 0,-1 1,0 0,0 0,-1 0,0 1,0 0,-1 0,0 0,0 0,-1 1,0-1,0 1,-1 0,0 0,-1 0,0 0,0 0,-1 0,0 0,-1 0,0 0,0 0,-1 0,-3 8,2-4,0-1,-1-1,-1 1,0-1,0 1,-1-1,0-1,-1 1,-1-1,1-1,-2 1,1-1,-1-1,-1 1,1-2,-1 1,-1-1,1-1,-1 0,0 0,-1-1,1-1,-1 0,0 0,0-1,-1-1,1 0,0 0,-1-2,-3 1,-133-23,138 23,23 5,11 1,4-1</inkml:trace>
  <inkml:trace contextRef="#ctx0" brushRef="#br0" timeOffset="52620.04">1284 537,'4'-34,"2"0,1 1,1-1,2 2,1-1,2 1,1 1,1 1,2 0,11-14,-22 33,76-118,-72 127,-12 21,2-15,-11 60,4 0,2 1,3-1,5 48,11 3,-5-53,-3 0,-2 0,-5 44,2-102,-1 1,0 0,0-1,0 1,-1-1,0 1,0-1,0 1,0-1,-1 1,1-1,-1 0,0 0,0 0,-1 0,0 0,1 0,-1-1,0 1,-1-1,1 0,0 0,-1 0,0 0,0 0,0-1,0 0,0 0,0 0,0 0,-1-1,1 0,-1 0,1 0,-1 0,0-1,0 0,-1-1,0 0,1-1,-1 1,1-1,0 0,-1-1,1 1,0-1,0 0,1 0,-1-1,0 1,1-1,0 0,0 0,0-1,1 1,-1-1,-1-3,23 2,-15 7,283 8,-144-9,-111 2,0 2,0 1,0 1,-1 2,26 9,-39-11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5:23.8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5:24.32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5:43.09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682 1,'-9'7,"-3"4,1 1</inkml:trace>
  <inkml:trace contextRef="#ctx0" brushRef="#br0" timeOffset="2502.594">1284 2969,'-39'15,"-48"14,68-21,0-1,-1-1,0-1,0-1,0 0,-7-1,9-3,0 1,0 1,0 0,1 2,-1 0,-14 5,18-3,1-1,-1 0,1-1,-1-1,0 0,0-1,-1 0,1-1,-12-1,23-2,0 1,1 0,-1-1,1 1,-1-1,1 0,0 0,-1 0,1 0,0 0,0 0,1-1,-1 1,0-1,1 1,-1-1,1 0,0 1,0-1,0 0,0 0,1 0,-1 0,1 0,0-2,-5-12,-146-510,19-30,118 470,4-1,4 0,4-75,4-45,-2 206,0 1,-1 0,1 0,0-1,0 1,0 0,0 0,1-1,-1 1,0 0,0 0,1 0,-1-1,1 1,-1 0,1 0,-1 0,1 0,0 0,0 0,-1 0,1 0,0 0,0 0,0 0,0 1,0-1,0 0,0 1,0-1,0 0,1 1,9-3</inkml:trace>
  <inkml:trace contextRef="#ctx0" brushRef="#br0" timeOffset="4429.186">120 335,'11'58,"-3"1,-2 0,-3 0,-2 0,-7 49,2 8,6-63,3-1,2 0,2 0,3 0,10 24,-11-34,-11-41,0 1,0 0,1 0,-1 0,1 0,-1 0,1 0,0-1,0 1,-1 0,1-1,0 1,1 0,-1-1,0 1,0-1,1 0,-1 1,1-1,-1 0,1 0,-1 0,1 0,0 0,0 0,-1 0,1-1,0 1,0-1,0 1,0-1,0 0,-1 1,1-1,0 0,1-1,303-23,-3 8,0 13,-303 3,2 0,0 1,-1-1,1 1,0-1,-1 0,1 0,0 0,-1 0,1 0,0 0,-1 0,1 0,0-1,-1 1,1-1,0 1,-1-1,1 1,-1-1,1 0,-1 0,1 0,-1 0,0 0,1 0,-1 0,0-1,0 1,0 0,0-1,0 1,0 0,0-1,0 0,-1 1,1-1,-1 1,1-1,-1 0,1 1,-1-1,0-1,-18-145,-14-157,-28-198,57 480,-1 1,-2 0,0 0,-1 0,-1 0,-1 1,-1 1,-8-12,15 29,0 1,0-1,0 1,-1 0,1 0,-1 0,1 0,-1 0,0 1,0 0,0-1,1 2,-1-1,0 0,0 1,0 0,-1-1,1 2,0-1,0 0,0 1,0 0,-3 1,-17 0,4 0,1 1,0 1,0 0,0 2,1 0,-6 4,-25 7,-10 1,-1-3,0-2,-15-1,-126-1,184-9,0 1,0 1,0 0,1 1,0 1,-5 2,-32 11,-54 9,125-22,-3-3</inkml:trace>
  <inkml:trace contextRef="#ctx0" brushRef="#br0" timeOffset="5179.137">588 375,'0'-1,"0"1,0 0,0-1,0 1,-1 0,1-1,0 1,0 0,0 0,-1-1,1 1,0 0,-1 0,1-1,0 1,0 0,-1 0,1-1,0 1,-1 0,1 0,0 0,-1 0,1 0,-1 0,1 0,0 0,-1 0,1 0,0 0,-1 0,1 0,-1 0,1 0,0 0,-1 0,1 0,0 0,-1 0,1 1,0-1,-1 0,1 0,0 0,-1 1,1-1,0 0,0 0,-1 1,1-1,0 0,0 1,0-1,-1 0,1 1,0-1,0 0,0 1,0-1,0 0,0 1,0-1,0 1,-1-1,0 31,1-27,-6 424,6-342,1-85,0 0,0 0,0 0,1 0,-1 0,0 0,0 0,0-1,1 1,-1 0,1-1,-1 1,0-1,1 1,-1-1,1 0,-1 1,1-1,-1 0,1 0,-1 0,1 0,-1-1,0 1,1 0,-1-1,1 1,-1 0,1-1,-1 0,0 1,1-1,-1 0,0 0,0 0,0 1,1-1,-1-1,0 1,0 0,-1 0,1 0,1-1,7-4,12-4,1 0,0 1,0 2,0 0,1 1,0 2,1 0,-1 1,0 2,16 0,-39 1,1-1,0 1,0 0,0-1,0 1,0 0,0 0,0 0,0 0,0 0,0 0,0 0,0 0,0 0,0 1,-1-1,1 0,0 1,0-1,0 0,0 1,0-1,-1 1,1-1,0 1,0 0,-1-1,1 1,0 0,-1-1,1 1,-1 0,1 0,-1 0,1-1,-1 1,1 0,-1 0,0 0,0 0,1 0,-1 0,0 0,0 0,-7 10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5:55.72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255 14,'-2'-1,"1"0,0-1,-1 1,1 0,-1 0,1 0,-1 0,1 1,-1-1,0 0,1 1,-1-1,0 1,0-1,0 1,1 0,-1 0,0 0,0 0,0 0,1 0,-2 1,-3 0,0 0,0 1,1 0,-1 1,1-1,-1 1,1 0,0 1,0-1,0 1,0 0,1 0,-1 0,1 1,0 0,1-1,-1 1,1 1,0-1,0 0,0 1,1 0,0-1,0 1,1 0,-1 0,1 0,1 0,-1 0,1 0,0 0,0 1,1-1,0 1,11 87,48 77,-47-132,-2 1,-2 0,-1 0,1 37,-7-60,-2 1,0 0,-1-1,-1 1,-1-1,0 1,-1-1,-1 0,-1 0,0-1,-1 0,-6 10,10-21,-1 0,0 0,0 0,0-1,-1 0,1 0,-1 0,0 0,0-1,0 1,-1-2,1 1,-1 0,0-1,-3 1,-9 8,27 0,-5-10,-1-1,0 1,0 0,0 0,0 0,0 1,0-1,0 1,0 0,-1-1,1 1,0 0,-1 1,0-1,1 0,-1 1,0-1,0 1,-1 0,1-1,0 1,-1 0,0 0,0 0,1 1,36 161,-27-101,-3-1,-2 2,-4-1,-4 58,0-16,2 196,-14-196,2-26,-28 80,13-39,13-27,0 26,7-26,-6 26,-1-16,1 3,-1 4,4 35,3-3,6-46,-13 10,15 468,1-552,1-1,1 0,1 0,0 0,6 9,-6-12,1-6,0 1,0-1,2 0,-1-1,2 0,0 0,0-1,1 0,0 0,1-1,0-1,0 0,1 0,1-1,-5-4,1 0,-1-1,1 0,-1-1,1 1,0-2,0 1,0-1,0-1,0 1,1-2,-1 1,0-1,0-1,6-1,78-35,-66 28,-24 8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5:59.97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38,'10'-6,"1"1,0 0,0 1,0 0,0 1,0 0,1 0,-1 1,1 1,0 0,11 1,-19 1,0 0,0 1,1-1,-1 1,0 0,-1 0,1 1,0-1,0 1,-1 0,0 0,0 0,1 0,-2 1,1-1,0 1,-1 0,0-1,1 1,-2 0,1 1,28 91,-25-51,-2 1,-2 0,-3 0,-1-1,-2 1,-2-1,-7 20,9-44,2 1,0-1,1 1,1 0,1 0,2 8,-1-26,0 0,1 0,-1 0,1-1,0 1,0 0,0-1,0 1,1-1,0 0,-1 0,1 0,0 0,0 0,1 0,-1-1,0 0,1 0,0 0,-1 0,3 1,86 22,22-19,-114-5,1-1,-1 1,1-1,-1 1,1-1,-1 1,1-1,-1 1,0 0,1-1,-1 1,0 0,0-1,1 1,-1 0,0-1,0 1,0 0,0-1,0 1,0 0,0 0,0-1,0 1,0 0,0-1,-1 1,1 0,0-1,0 1,-1 0,1-1,0 1,-1-1,1 1,-1 0,1-1,-1 1,1-1,-1 1,1-1,-1 0,1 1,-1-1,1 1,-2-1,-1 6,-17 36,2 1,2 0,1 2,3 0,2 0,1 1,3 0,2 1,1-1,3 11,0-25,-4 153,-8-1,-19 80,-7-122,37-140,0 0,0 0,0 0,0 0,0 0,0 0,-1-1,1 1,0 0,-1-1,0 1,1-1,-1 0,0 1,0-1,1 0,-1 0,0 0,0 0,0 0,0-1,0 1,-1-1,1 1,0-1,0 0,0 0,0 0,-1 0,1 0,0 0,0-1,0 1,0-1,0 1,0-1,0 0,0 0,0 0,0 0,0 0,0 0,1-1,-1 1,-1-2,-28-26,31 22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6:06.84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249 445,'-5'-3,"0"0,0-1,0 2,0-1,0 1,-1-1,1 1,-1 1,0-1,1 1,-1 0,0 1,0-1,0 1,0 0,0 0,1 1,-1 0,0 0,0 0,1 1,-1 0,1 0,-1 0,1 1,0 0,0 0,0 0,0 0,0 1,-1 2,-2 1,1 1,0 0,1 0,-1 1,2-1,-1 1,1 1,0-1,1 1,-2 8,4-14,1 0,0 0,0 1,0-1,0 0,1 1,-1-1,1 1,0-1,1 1,-1-1,1 1,0-1,0 0,0 1,1-1,-1 0,1 0,0 0,0 0,1 0,-1 0,1-1,0 1,0-1,1 2,0-3,-1 1,1-1,-1 0,1 0,0 0,0 0,0-1,0 0,0 1,0-1,0-1,0 1,0-1,1 1,-1-1,0 0,0-1,0 1,1-1,-1 0,0 0,0 0,0 0,0-1,0 0,6-2,0-1,0-1,-1 1,0-2,0 1,0-1,-1 0,0-1,1-2,3-7,-1 0,0 0,-1-1,-1-1,-1 0,-1 0,-1-1,0 1,-1-1,-2 0,0-1,-1 1,-1-1,0 1,-2-1,0 1,-2-1,0 1,-1 0,-4-9,-23-48,31 77,0-1,-1 0,1 0,-1 0,1 1,-1-1,0 0,1 1,-1-1,0 0,1 1,-1-1,0 1,0-1,1 1,-1 0,0-1,0 1,0 0,0-1,0 1,1 0,-1 0,0 0,0 0,0 0,0 0,0 0,0 0,0 0,0 0,0 0,1 1,-1-1,0 0,0 1,0-1,0 1,1-1,-1 1,0-1,0 1,1-1,-1 1,0 0,1-1,-1 1,1 0,-1-1,1 1,-1 0,1 0,0 0,-1 0,1-1,0 1,0 0,-1 0,1 0,0 0,0 0,0 0,0 0,0 0,0 0,0-1,1 1,-1 0,0 0,-8 35,2 0,1 0,2 0,1 1,3 17,-1-44,-1 17,2 1,1-1,1 0,1-1,2 1,2 6,-5-25,-1 0,1-1,0 1,1-1,-1 0,1 0,1 0,-1-1,1 1,1-1,-1 0,1-1,0 1,0-1,0 0,1-1,0 0,0 0,0 0,0-1,1 0,0 0,1 0,1-1,1-1,0 1,0-2,0 0,0 0,0-1,0 0,0-1,0 0,-1-1,1 0,-1-1,1 0,-1 0,-1-1,1 0,-1-1,1 0,-2-1,1 0,-1 0,0-1,0 0,3-6,-8 12,-2 0,1 0,0 0,0 0,-1-1,1 1,-1 0,0-1,1 1,-1-1,0 1,-1-1,1 1,0-1,-1 0,1 1,-1-1,0 0,0 1,0-1,0 0,-1 0,1 1,-1-1,0 0,1 1,-1-1,0 1,0-1,-1 1,1-1,0 1,-1 0,0 0,1 0,-1 0,0 0,0 0,0 0,0 0,-1 1,1-1,0 1,-1 0,1 0,-1 0,1 0,-1 0,1 0,-1 1,0-1,-3 2,1 1,0-1,0 1,0 0,0 0,0 1,1 0,-1-1,1 2,0-1,0 0,0 1,0 0,0 0,1 0,0 0,-1 0,2 1,-1 0,0-1,1 1,0 0,0 0,1 0,-1 1,1-1,0 0,0 5,1-7,1 1,-1-1,1 0,0 1,0-1,0 0,0 1,0-1,1 0,-1 0,1 0,0 0,0 0,0-1,1 1,-1-1,0 1,1-1,0 0,-1 0,1 0,0 0,0 0,0-1,0 1,1-1,-1 0,0 0,1 0,-1 0,0-1,1 1,-1-1,1 0,-1 0,1 0,-1 0,0-1,1 0,-1 1,1-1,-1 0,0-1,0 1,2-1,3-1,0 0,0 0,-1-1,1 1,-1-2,1 1,-2-1,1 0,0-1,-1 0,0 0,0 0,-1 0,0-1,0 0,0 0,-1-1,0 1,0-1,-1 0,-2 4,-6 24,5-13,0-1,0 0,1 0,0 0,0 0,1 0,-1 0,1 0,0 0,1 0,-1-1,1 1,1-1,-1 0,1 0,-1 0,1 0,1 0,-1-1,1 0,-1 0,1 0,1-1,-1 0,0 0,1 0,-1 0,1-1,0 0,0 0,0-1,0 1,0-1,0-1,0 1,1-1,-1 0,0 0,0-1,0 0,0 0,0 0,0-1,0 0,0 0,0-1,3-1,-1-1,0 0,0 0,-1-1,1 0,-1-1,0 1,-1-1,0-1,0 1,0-1,-1 0,0 0,-1-1,0 0,1-2,4-13,-1 0,-1-1,-1 1,-1-1,0-16,-2 6,-1-1,-1 1,-2 0,-2 0,-1 0,-2 0,-1 1,-2-1,-7-14,-23-23,38 72,0-1,1 0,-1 1,0-1,0 1,0-1,0 1,1-1,-1 1,0 0,0 0,0-1,0 1,0 0,0 0,0 0,0 0,0 0,0 0,0 0,0 0,0 0,0 0,1 1,-1-1,0 0,0 1,0-1,0 1,0-1,1 1,-1-1,0 1,0-1,1 1,-1 0,0-1,1 1,-1 0,1 0,-1 0,1-1,-1 2,-19 39,8-2,2 1,1 0,3 1,1 0,2 0,2 8,0-25,1 1,2 0,0 0,2-1,0 1,2-1,1 0,1 1,-5-17,0 0,1 0,0 0,0-1,1 1,0-1,0 0,0-1,1 1,0-1,0 0,1-1,-1 0,1 0,1 0,-1-1,1 0,-1 0,1 0,0-1,0-1,1 0,-1 0,8 1,-7-2,0-1,0 0,0-1,0 0,-1 0,1 0,0-2,0 1,-1-1,1 0,-1 0,0-1,0-1,0 1,-1-1,0 0,0-1,0 0,0 0,-1 0,0-1,0 0,-1 0,0-1,0 1,-1-1,0 0,0 0,-1-1,0 1,2-9,-8-18,3 34,0 1,0-1,0 0,0 1,0-1,0 0,0 1,0-1,0 0,-1 1,1-1,0 1,-1-1,1 0,0 1,-1-1,1 1,0-1,-1 1,1-1,-1 1,1-1,-1 1,0 0,1-1,-1 1,1 0,-1-1,0 1,1 0,-1 0,1 0,-1-1,0 1,1 0,-1 0,0 0,1 0,-1 0,0 0,1 0,-1 0,0 1,1-1,-1 0,0 0,0 1,-2 2,0 0,0 1,0-1,1 1,-1 0,1 0,0 0,0 0,1 0,-1 1,1-1,-1 0,1 1,1-1,-1 4,0 0,0 0,0 0,1 0,0 0,0 0,1 0,0 0,1 0,0 0,0 0,1-1,-1 1,2-1,-1 1,1-1,0 0,1 0,-1-1,1 0,1 1,-1-2,1 1,0-1,0 1,1-2,-1 1,1-1,0 0,1 0,-1-1,5 2,-2-1,0-1,0 1,1-1,-1-1,1 0,-1-1,1 0,0 0,0-1,0 0,-1-1,1-1,0 1,-1-2,1 1,4-3,15-10</inkml:trace>
  <inkml:trace contextRef="#ctx0" brushRef="#br0" timeOffset="253.469">878 338,'27'-9,"27"-8,28-7,22-7,14-5,0-1,-19 7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6:03.98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82 361,'0'14,"0"13,0 14,0 8,0 6,0 2,2 1,1-3,0-6,-1-12</inkml:trace>
  <inkml:trace contextRef="#ctx0" brushRef="#br0" timeOffset="252.374">1 0,'7'3,"9"7,13 6,11 6,8 5,-5-2</inkml:trace>
  <inkml:trace contextRef="#ctx0" brushRef="#br0" timeOffset="797.984">389 361,'-8'247,"8"-235,0 0,0 0,1 0,0-1,1 1,1-1,0 1,0-1,1 0,0 0,1 0,0 0,1-1,1 0,-1 0,2 0,-7-9,0 0,0 1,0-1,0 0,0 0,0 0,0 0,0 0,1-1,-1 1,0 0,1 0,-1-1,1 1,-1-1,1 1,-1-1,1 0,-1 0,1 1,-1-1,1 0,-1 0,1-1,-1 1,1 0,-1 0,1-1,-1 1,1-1,-1 1,1-1,-1 0,0 1,1-1,-1 0,0 0,0 0,1 0,-1-1,37-52,26-93,-63 147,-1 0,1-1,-1 1,1 0,-1 0,1 0,-1-1,1 1,0 0,-1 0,1 0,-1 0,1 0,-1 0,1 0,0 0,-1 0,1 0,-1 0,1 1,-1-1,1 0,0 0,-1 0,1 1,-1-1,1 0,-1 1,1-1,-1 0,0 1,1-1,-1 1,1-1,-1 1,0-1,1 1,-1-1,0 1,0-1,1 1,-1-1,0 1,0-1,0 1,0 0,0-1,0 1,0-1,0 1,0-1,0 1,0 0,0-1,0 1,0-1,0 1,-1-1,1 1,0 0,0-1,0 3,7 23,-6-16,1-1,-1 0,1 0,1 0,0 0,0 0,1 0,0-1,0 1,1-1,0-1,0 1,1-1,0 1,1-2,-1 1,1-1,1 0,-1 0,1-1,5 3,-9-7,1 0,-1 0,1 0,0-1,-1 0,1 0,-1 0,1 0,-1-1,1 0,-1 0,1 0,-1-1,1 1,-1-1,0 0,0 0,0 0,0-1,0 1,-1-1,1 0,-1 0,0-1,0 1,2-2,4-6,0-1,0 0,-2 0,1-1,-1 0,-1 0,4-11,1-17,-1-1,-3 0,-1 0,-2 0,-2-1,-1 1,-3-1,-1 1,-2 0,-10-34,-9-20,24 96,0 1,0-1,0 1,-1-1,1 0,0 1,0-1,0 1,0-1,-1 1,1-1,0 0,0 1,-1-1,1 0,0 1,-1-1,1 0,0 1,-1-1,1 0,0 0,-1 1,1-1,-1 0,1 0,-1 0,1 1,0-1,-1 0,1 0,-1 0,1 0,-1 0,1 0,-1 0,1 0,-1 0,1 0,-1 0,1-1,0 1,-1 0,1 0,-1 0,1 0,0-1,-1 1,1 0,-1-1,1 1,0 0,-1 0,1-1,0 1,-1-1,1 1,0 0,0-1,0 1,-1-1,-12 134,13-100,-2 42,4-1,3 0,4 0,4 11,17 12,-28-93,0 1,0-1,1 0,-1 0,1 0,0 0,0-1,0 1,1-1,-1 0,1 1,0-2,0 1,0 0,0-1,0 0,0 0,1 0,2 1,13-1</inkml:trace>
  <inkml:trace contextRef="#ctx0" brushRef="#br0" timeOffset="1000.22">709 228,'-13'2,"-5"3,1 3,7 5,13 0,17-2,19-3,18-3,16-5,7-1,-10-2</inkml:trace>
  <inkml:trace contextRef="#ctx0" brushRef="#br0" timeOffset="1435.062">1177 722,'-3'-33,"2"0,1 0,1 0,2 0,2-4,6-14,-10 51,-1-1,1 1,-1-1,0 1,1 0,0-1,-1 1,1 0,-1 0,1-1,-1 1,1 0,-1 0,1 0,0 0,-1 0,1 0,-1 0,1 0,0 0,-1 0,1 0,-1 0,1 0,-1 0,1 1,0-1,-1 0,1 0,-1 1,1-1,-1 0,1 1,-1-1,1 1,-1-1,0 0,1 1,-1-1,0 1,1-1,-1 1,0-1,1 1,-1 0,0-1,0 1,0-1,0 1,1-1,-1 1,0 0,0 0,7 7,-1-4,1 0,0 0,0 0,0-1,0 0,0 0,1-1,-1 0,1-1,0 1,-1-1,1-1,0 1,0-2,0 1,-1-1,1 0,2-1,2 1,-1 0,0 1,1 0,-1 1,1 0,-1 0,1 2,-1-1,-9-1,0 0,0-1,0 1,0 0,-1 0,1 0,0 0,-1 1,1-1,0 0,-1 1,0-1,1 1,-1-1,0 1,0 0,0 0,0-1,0 1,0 0,0 0,0 0,-1 0,1 0,-1 0,0 0,0 0,1 0,-1 0,-1 0,1 0,0 1,0-1,-1 0,-23 68,24-70,-63 130,63-127,-1 0,0 0,1 0,0 0,0 0,0 0,0 0,0 0,0 0,1 0,0 0,-1 0,1-1,0 1,1 0,-1 0,0-1,1 1,-1-1,1 1,0-1,0 1,0-1,0 0,0 0,1 0,-1 0,1-1,-1 1,1-1,-1 1,1-1,0 0,0 0,0 0,0 0,112 19,-86-20,0-1,0-1,0-2,0-1,5-2,13-5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6:01.52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176 329,'-6'-2,"1"1,-1 0,1 0,-1 0,0 1,0 0,1 0,-1 0,0 1,1 0,-1 0,0 0,1 1,-1-1,1 1,0 1,0-1,0 1,0 0,0 0,0 0,1 1,-1 0,1 0,0 0,0 0,1 1,-1-1,1 1,-2 6,1 0,0 0,1 1,0-1,1 1,0-1,1 1,0 0,1 0,1-1,-1 1,2 0,0 0,0-1,1 1,0-1,1 0,0 0,1 0,1-1,-1 1,1-1,1-1,3 5,72 75,14 22,-94-108,-1-1,1 1,0 0,-1 0,1 0,-1 0,0 0,0 0,0 0,0 0,0 0,-1 0,0 1,1-1,-1 0,0 0,-1 0,1 1,-1-1,1 0,-1 0,0 0,0 0,0 0,0 0,-1 0,1 0,-1 0,0-1,0 1,0 0,0-1,0 0,-1 1,1-1,-1 0,1 0,-1-1,0 1,0 0,0-1,-2 1,2 0,0 0,0 0,-1-1,1 1,0-1,-1 0,1 0,-1 0,0 0,1-1,-1 0,1 1,-1-1,0 0,1-1,-1 1,1-1,-1 0,1 1,-1-2,1 1,-1 0,1-1,0 1,0-1,0 0,0 0,0 0,0-1,0 1,1-1,-1 1,1-1,0 0,0 0,0 0,0 0,-1-3,3 3,1 1,0-1,0 1,0-1,0 1,1 0,-1-1,1 1,-1 0,1 0,0 0,0 0,-1 0,2 1,-1-1,0 0,0 1,0 0,1-1,-1 1,1 0,-1 0,1 0,-1 1,1-1,2 0,0-1,84-30,-60 24,-1-2,0-1,-1-1,-1-1,1-1,-2-2,0 0,6-8,10-25,-40 48,0 0,-1-1,1 1,0 0,0-1,-1 1,1 0,-1-1,1 1,-1-1,0 1,1-1,-1 1,0-1,0 1,0-1,0 1,0-1,0 1,-1-1,1 1,0 0,-1-1,1 1,-1-1,0 1,1 0,-1-1,0 1,0 0,0 0,0 0,0-1,0 1,0 0,0 0,0 1,-1-1,1 0,-5-1,1 1,0-1,-1 1,1 1,-1-1,1 1,-1 0,0 0,1 0,-1 1,1 0,0 0,-1 1,1-1,0 1,-1 0,1 1,0-1,1 1,-1 0,0 0,1 0,0 1,0 0,0 0,0 0,0 0,1 0,0 1,0 0,0-1,0 1,1 0,0 0,0 1,0-1,0 1,0 2,-1 0,1 0,0 0,1 0,-1 1,2-1,-1 0,1 1,1-1,-1 0,1 0,1 1,-1-1,2 0,-1 0,1 0,0-1,1 1,-1-1,1 0,1 0,0 0,0 0,0-1,1 0,-1 0,2 0,-1-1,0 0,1 0,0 0,0-1,1 0,-1-1,1 0,0 0,0 0,2 0,1-1,0-1,0 1,1-2,-1 1,0-2,1 1,-1-2,0 1,0-2,0 1,0-2,0 1,-1-1,0-1,1 0,-2 0,1-1,-1-1,1 1,1-3,7-7,0 0,-1-1,-1-1,0 0,-2-1,0-1,-1-1,-1 1,1-5,0-9,0-1,-3 0,0-1,-3 0,-1 0,-1 0,-2-1,-2 0,-3-36,2 63,0 3,0-1,0 1,-1-1,0 0,0 1,0 0,-1-1,0 1,-1 0,0 0,-3-6,5 12,-1 1,1-1,0 1,-1 0,1-1,-1 1,1 0,0 0,-1 0,1 0,-1 0,1 0,-1 1,1-1,0 0,-1 1,1-1,0 1,-1-1,1 1,0 0,0-1,-1 1,1 0,0 0,0 0,0 0,0 0,0 0,0 0,0 1,1-1,-1 0,0 0,1 1,-1-1,1 0,-1 1,1-1,0 0,-1 1,1-1,-14 29,0 1,3 0,0 1,2 0,1 0,2 1,1 0,1 21,1-27,2 0,1 0,2 0,0 0,6 24,-6-42,0 1,1-1,0 1,0-1,1 0,1 0,-1-1,1 1,1-1,0 0,0-1,0 1,1-1,0 0,0-1,1 0,7 5,-6-5,1-1,0 0,0-1,0 0,1 0,0-1,-1-1,1 0,0 0,0-1,0 0,0-1,0 0,0-1,0 0,0-1,0 0,0-1,0 0,-1 0,1-2,-1 1,0-1,-1 0,1-1,-1 0,0-1,-1 0,1 0,-1-1,-1 0,1 0,-1-1,-1 0,0 0,0-1,-2 0,1 1,-2-2,1 1,-1 0,-1-1,0 1,0-1,-1 1,0-1,-1 0,0 0,-1 0,0 1,-2-5,3 13,0 1,-1-1,1 0,-1 1,1-1,-1 0,0 1,0-1,0 1,0-1,0 1,0 0,0-1,0 1,0 0,-1 0,1-1,0 1,-1 0,1 0,-1 1,1-1,-1 0,0 0,1 1,-1-1,0 1,1 0,-1-1,0 1,0 0,1 0,-1 0,0 0,0 0,1 0,-1 1,0-1,0 1,1-1,-1 1,1 0,-1-1,0 1,1 0,-1 0,1 0,-8 9,0-1,1 1,0 1,1-1,0 1,1 1,0-1,1 1,0 0,1 0,1 1,-1-1,2 1,0 0,-1 12,2-19,0-1,0 1,0-1,1 1,0-1,0 1,0-1,0 1,1-1,0 1,0-1,1 0,-1 1,1-1,0 0,1 0,-1 0,1 0,0-1,0 1,1-1,-1 1,1-1,0 0,0-1,0 1,1-1,-1 0,3 2,5-2,-1 0,0-1,1 0,0 0,-1-2,1 1,0-1,0-1,-1 0,1-1,0 0,-1-1,8-3,42-10</inkml:trace>
  <inkml:trace contextRef="#ctx0" brushRef="#br0" timeOffset="704.363">1700 703,'-10'5,"-1"0,2 1,-1 0,1 0,0 1,0 0,1 1,0 0,0 0,1 1,0 0,0 0,1 1,0 0,1 0,0 0,1 0,0 1,1 0,-1 4,3-12,1 0,-1 1,1-1,0 1,0-1,0 1,0-1,1 0,-1 1,1-1,0 1,0-1,0 0,1 0,-1 0,1 0,0 0,0 0,0 0,0 0,0-1,0 1,1-1,-1 1,1-1,0 0,0 0,0 0,0-1,0 1,0-1,0 1,0-1,1 0,-1 0,0-1,1 1,-1-1,1 0,0 1,17-1,-1-1,1 0,-1-2,0 0,0-1,0-1,0-1,-1-1,0 0,0-2,12-7,-4 4,-2 0,1-2,-2-1,0-1,-1-1,0-1,-1-1,-2 0,0-2,-1-1,-1 0,0-1,-2-1,-1-1,-2 0,0-1,6-17,-11 7,-1 0,-2 0,-1-1,-2 0,-1 0,-3 0,0 1,-3-1,-1 1,-1-1,-2 2,-11-28,-4 19,14 50,5 4,1 0,1 1,0-1,0 1,1 0,1-1,-1 1,2 0,0 7,-2 4,-6 148,12 111,-5-256,1 1,2-1,1 1,0-1,2 0,1-1,1 1,1-1,1 0,1-1,2 0,1 2,-10-21,0 0,1-1,0 1,-1 0,1-1,1 0,-1 0,0 0,1-1,-1 1,1-1,0 0,0-1,0 1,0-1,0 0,0 0,0 0,0-1,0 0,1 0,-1 0,0 0,0-1,0 0,0 0,0-1,0 1,0-1,0 0,-1 0,1-1,0 1,-1-1,17-11,-1-2,0 0,-1-1,0-1,-2 0,15-21,-14 19,-17 18,-1 1,1 0,-1 0,0 0,0 0,0 1,1-1,-1 0,0 0,1 0,-1 1,1-1,-1 0,1 0,-1 1,1-1,0 1,-1-1,1 0,0 1,-1-1,1 1,0 0,0-1,-1 1,1 0,0-1,0 1,0 0,-1 0,1-1,0 1,0 0,0 0,0 0,0 0,0 0,-1 1,1-1,0 0,0 0,0 0,0 1,-1-1,1 0,0 1,0-1,-1 1,1-1,0 1,-1-1,1 1,0 0,-1-1,1 1,-1 0,1-1,30 134,-27-124,1 1,0-2,0 1,1-1,1 0,0 0,0 0,1-1,-1 0,2-1,-1 0,1 0,6 3,-10-6,1-1,0 0,0 0,1 0,-1-1,1 0,-1 0,1-1,0 1,-1-2,1 1,0-1,0 0,0 0,-1-1,1 1,0-2,0 1,-1-1,1 0,-1 0,5-3,55-51,-42 23</inkml:trace>
  <inkml:trace contextRef="#ctx0" brushRef="#br0" timeOffset="951.759">2796 556,'-13'0,"-10"0,-3 0,-3 0,-2 0,-5-2,4-1</inkml:trace>
  <inkml:trace contextRef="#ctx0" brushRef="#br0" timeOffset="1115.32">2047 396,'21'-3,"15"-2,18-3,16-5,14-2,8 1,5 3,-14 3</inkml:trace>
  <inkml:trace contextRef="#ctx0" brushRef="#br0" timeOffset="1330.743">3171 690,'0'16,"0"14,0 11,0 6,2 1,6 0,3-5,2-6,-1-8,-2-8</inkml:trace>
  <inkml:trace contextRef="#ctx0" brushRef="#br0" timeOffset="1589.053">3171 141,'-14'-2,"-6"-1,-1-2,2-7,4-2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6:09.05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1 134,'167'30,"-133"-22,1-1,1-1,-1-2,1-2,-1-1,16-3,49 3,404 9,-203-2,-263-10,12-2,1 2,-1 3,19 3,38 4,1-4,22-6,-6 0,206-11,-325 11,-15-3,8 4,-14-4</inkml:trace>
  <inkml:trace contextRef="#ctx0" brushRef="#br0" timeOffset="483.782">1404 0,'0'1,"0"0,-1-1,1 1,0 0,0 0,-1-1,1 1,0 0,0 0,0 0,0-1,0 1,0 0,0 0,1 0,-1-1,0 1,0 0,1 0,-1 0,0-1,1 1,-1 0,0-1,1 1,-1 0,1-1,0 1,-1-1,1 1,-1-1,1 1,0-1,-1 1,1-1,0 1,0-1,-1 0,1 0,0 1,0-1,125 57,-67-34,-26-11,0 2,-1 2,-1 1,0 1,-2 2,0 0,2 5,-28-23,0 0,0 0,0 1,0 0,-1-1,1 1,-1 0,0 0,0 0,0 1,0-1,0 0,-1 1,1-1,-1 1,0 0,0-1,0 1,-1 0,0 0,1-1,-1 1,0 0,-1 0,1 0,-1-1,1 1,-1 0,0-1,-1 1,1 0,-1-1,1 0,-1 1,-2 1,-10 9,-1-1,0-1,-1 0,-1-2,0 0,0 0,-1-2,0 0,-10 2,-5 5,-3 0,-1 0,1 2,1 1,1 2,-15 11,48-31,-1 1,1-1,-1 1,1-1,-1 1,1 0,0-1,0 1,-1 0,1 0,0 0,0 0,0 0,0 0,0 0,0 0,0 1,0-1,1 0,-1 0,0 1,1-1,-1 1,1-1,-1 1,1-1,0 0,-1 1,1-1,0 1,0-1,0 1,0-1,1 1,-1-1,0 1,1-1,-1 1,1-1,-1 1,1-1,-1 0,1 1,0-1,17 7</inkml:trace>
  <inkml:trace contextRef="#ctx0" brushRef="#br0" timeOffset="1198.979">2300 669,'-7'20,"-5"19,1 13,1 10,3 5,2 1,2 0,4-3,2-5,2-6,1-8,0-11</inkml:trace>
  <inkml:trace contextRef="#ctx0" brushRef="#br0" timeOffset="1618.74">2487 1124,'33'-13,"0"-2,-1-1,-1-2,-1-1,0-1,20-19,-12-19,-37 57,-1-1,1 1,-1 0,0-1,0 1,0-1,0 1,0 0,0-1,0 1,0-1,0 1,-1 0,1-1,0 1,-1 0,0-1,1 1,-1 0,0 0,1-1,-1 1,0 0,0 0,0 0,0 0,0 0,0 0,0 1,0-1,-1 0,1 0,0 1,0-1,-1 1,1-1,0 1,-1-1,1 1,0 0,-1 0,1 0,-1 0,1 0,0 0,-1 0,0 0,-7 1,-1-1,1 2,-1 0,1 0,0 0,0 1,0 0,0 1,0 0,1 1,-1 0,1 0,0 0,1 1,-1 0,1 1,1 0,-1 0,1 0,0 1,1 0,0 0,-2 3,5-7,-1 0,1 0,0 1,0-1,0 1,1-1,-1 1,1 0,0 0,0 0,1-1,0 1,0 0,0 0,0 0,1 0,-1 0,1-1,1 1,-1 0,1-1,-1 1,1-1,1 1,-1-1,0 0,1 0,0 0,0 0,0 0,1-1,-1 1,1-1,0 0,0 0,0-1,0 1,0-1,1 0,9 4,0-1,0-1,0-1,1 0,0-1,-1 0,1-1,0-1,14-1,25-3</inkml:trace>
  <inkml:trace contextRef="#ctx0" brushRef="#br0" timeOffset="2089.721">3128 789,'-8'0,"0"0,-1 0,1 1,0 0,0 0,-1 1,1 0,0 1,1 0,-1 0,0 0,1 1,0 0,0 1,0 0,0 0,1 0,0 1,0 0,0 0,1 0,0 1,-4 5,8-9,0 0,1 1,-1-1,0 0,1 0,0 0,0 0,0 1,0-1,0 0,1 0,-1 0,1 0,0 0,0 0,0 0,1 0,-1 0,0 0,1 0,0-1,0 1,0 0,0-1,0 0,1 1,66 53,-66-54,53 32,-37-24,-1 1,0 1,0 1,-1 0,9 11,-25-23,0 0,1 0,-1 0,0 0,0 0,0 0,0 1,-1-1,1 0,0 1,0-1,-1 1,1-1,-1 1,1-1,-1 1,0-1,1 1,-1-1,0 1,0-1,0 1,0 0,-1-1,1 1,0-1,-1 1,1-1,-1 1,1-1,-1 1,1-1,-1 0,0 1,0-1,0 0,0 1,0-1,0 0,0 0,0 0,-1 0,1 0,0 0,-1-1,1 1,0 0,-1-1,1 1,-2 0,-4 2,0 0,0-1,0 0,0 0,0-1,0 1,-1-2,1 1,0-1,-4 0,9 0,0 0,-1 0,1-1,0 1,-1-1,1 1,0-1,-1 0,1 0,0 0,0 0,0 0,0-1,0 1,0 0,0-1,0 0,1 1,-1-1,1 0,-1 0,1 0,0 0,-1 0,1 0,0 0,0-1,1 1,-1 0,0 0,1-1,-1 1,1-2,1-9,2 1,-1-1,1 1,1 0,0 0,1 0,0 0,1 1,0-1,1 1,0 1,1 0,0 0,0 0,1 1,0 0,1 1,7-5,-6 3,0 0,1 1,0 0,0 1,1 0,0 1,0 1,5-2,-16 7,-1 1,1-1,-1 1,1 0,0-1,-1 1,1 0,-1 0,1 0,0 0,-1 0,1 0,-1 1,1-1,0 0,-1 1,1-1,-1 1,0 0,1-1,-1 1,1 0,-1 0,0 0,0 0,1 0,-1 0,0 1,0-1,0 0,0 0,0 1,-1-1,1 1,0-1,-1 0,1 1,-1 0,1-1,-1 1,0-1,7 71,-7-64,-1 37,-1-33,1-1,0 1,1-1,1 1,-1-1,2 0,0 1,0-1,1 0,0 0,1 0,2 3,-4-12,-1 1,1-1,0 0,0 0,0 0,0 0,0 0,1 0,-1-1,1 1,-1-1,1 1,-1-1,1 0,0 0,0 0,0-1,-1 1,1-1,0 1,0-1,0 0,0 0,0 0,0 0,0-1,-1 1,1-1,0 0,0 0,0 0,-1 0,1 0,-1-1,1 1,2-2,18-14</inkml:trace>
  <inkml:trace contextRef="#ctx0" brushRef="#br0" timeOffset="2331.076">3396 535,'-18'-3,"-9"3,-1 4,4 8,10 5,14 7,15 6,11 7,1-3</inkml:trace>
  <inkml:trace contextRef="#ctx0" brushRef="#br0" timeOffset="2868.64">3664 1150,'12'-44,"-2"-1,-2 0,-2 0,-2-1,-2 1,-3-38,3 90,0-1,1-1,0 1,0 0,1-1,-1 1,1-1,0 0,1 0,-1-1,1 1,0-1,0 0,0 0,1-1,-1 0,1 0,5 2,7 1,0-1,1-1,0 0,0-2,0 0,9-1,29 3,-55-4,0 0,0 0,0 0,0 0,0 0,0 0,0 1,0-1,0 1,0 0,0-1,0 1,0 0,-1 0,1 0,0 0,-1 0,1 1,0-1,-1 0,0 1,1-1,-1 1,0 0,0-1,1 1,-2 0,1 0,0-1,0 1,0 0,-1 0,1 0,-1 0,0 0,1 0,-1 0,0 0,0 0,0 0,-1 0,1 1,-27 82,22-78,1 0,1 1,-1-1,1 1,1-1,-1 1,1 0,1 0,0 0,0 1,0-1,1 0,0 0,1 0,-1 1,2-1,-1 0,1 0,0 0,1-1,0 1,3 5,-2-8,0-1,0 1,1-1,0 0,-1 0,1 0,1-1,-1 0,1 0,-1 0,1-1,0 0,0 0,0 0,0-1,0 1,0-2,0 1,0-1,1 0,-1 0,3-1,4 0,0 0,0-1,-1-1,1 0,-1-1,1-1,-1 1,0-2,-1 0,4-3,-5 3,-1-2,0 1,0-2,-1 1,0-1,0 0,-1-1,0 1,-1-1,0-1,-1 1,0-1,0 0,-1 0,-1-1,0 1,0-1,-1 0,-1 1,0-1,-1 0,0 0,0 0,-1 0,-1 1,-1-4,3 13,0 0,0 1,0-1,-1 0,1 1,0-1,-1 0,0 1,1-1,-1 0,0 1,0-1,0 1,0-1,0 1,0 0,0-1,0 1,0 0,-1 0,1 0,-1 0,1 0,-1 0,1 0,-1 0,1 1,-1-1,0 0,1 1,-1 0,0-1,1 1,-1 0,0 0,0 0,1 0,-1 0,0 0,-1 1,-2 4,-1 0,1 1,-1 0,1 0,1 1,-1-1,1 1,1 0,-1 0,1 0,0 1,1-1,0 1,0 0,0-1,1 1,0 5,0-4,0 0,1 1,0-1,1 0,0 0,0 0,1 0,0 0,1 0,0 0,0-1,1 0,0 1,0-1,1 0,0-1,0 1,2 0,9 9</inkml:trace>
  <inkml:trace contextRef="#ctx0" brushRef="#br0" timeOffset="3495.472">2193 1217,'2'0,"3"0,8 0,8-2,8-1,5-3,4-1,0-1,-4 0,-8 0</inkml:trace>
  <inkml:trace contextRef="#ctx0" brushRef="#br0" timeOffset="3775.721">2193 682,'-3'-2,"3"-1,4 0,12 1,12-2,12-2,9-3,3-2,-8 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6:17.02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1,'0'7,"7"9,7 8,0 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6:18.01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84 1,'-16'0,"-7"2,0 4,6 4,13 6,18 4,19 4,17 2,0-4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6:19.43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0 173,'90'245,"33"120,-91-298,-31-66,0-1,0 0,0 1,0-1,0 0,0 1,0-1,0 0,0 0,0 0,0 0,0 0,0 0,0 0,0 0,0-1,0 1,0 0,0-1,0 1,0 0,0-1,0 1,-1-1,1 0,0 1,0-1,0 0,-1 1,1-1,0 0,-1 0,1 0,-1 1,1-1,-1 0,1 0,-1 0,1 0,-1 0,0-1,77-149,-55 105,64-113,-86 160,0 0,0-1,0 1,1 0,-1 0,0-1,0 1,1 0,-1-1,1 1,-1-1,0 1,1-1,-1 1,1 0,-1-1,1 0,0 1,-1-1,1 1,-1-1,1 0,0 1,-1-1,1 0,0 0,0 1,-1-1,1 0,0 0,-1 0,1 0,0 0,0 0,-1 0,1 0,0 0,-1 0,1-1,0 1,0 0,-1 0,1-1,0 1,-1 0,1-1,-1 1,1-1,0 1,-1-1,1 1,-1-1,1 1,-1-1,0 1,1-1,-1 0,0 1,1-1,-1 0,0 1,0-1,1 0,-1 1,0-1,0 0,0 0,11 85,-11-71,0 0,1 0,1-1,0 1,0 0,1-1,1 1,0-1,1 0,0 0,1-1,0 0,1 0,0 0,1-1,2 2,-2-7,1-1,-1 1,1-2,1 1,-1-1,0-1,1 1,-1-2,1 1,0-2,-1 1,1-1,0 0,0-1,-1 0,1-1,-1 0,1-1,-1 1,0-2,0 1,0-1,0-1,-1 0,4-2,2-1,-1 0,0 0,0-1,-1-1,0 0,0-1,-2 0,1-1,-1 0,-1 0,0-1,-1-1,0 1,-1-1,-1 0,0-1,-1 0,-1 0,0 0,0 0,-1-8,0-14,-3 0,0 1,-3-1,-1 1,-1 0,-2 0,-8-21,-5-37,19 91,0 0,1-1,-1 1,1 0,0 0,0-1,0 1,0 0,0-1,1 1,-1 0,1 0,0-1,0 1,0 0,1 0,0-1,12-12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6:20.64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1,'34'38,"-3"2,-1 2,-2 0,-1 2,-3 1,5 15,-3-9,-24-48,-2-1,0 0,1-1,-1 1,1 0,-1-1,1 1,0 0,-1-1,1 1,0-1,0 0,0 1,0-1,1 0,-1 1,0-1,1 0,-1 0,0 0,1 0,-1 0,1 0,0-1,-1 1,1 0,-1-1,1 0,0 1,0-1,-1 0,1 1,0-1,0 0,-1-1,1 1,0 0,-1 0,2-1,4-4,1-1,-1-1,0 1,-1-1,1 0,-1 0,-1-1,0 0,1-1,8-12,107-143,-104 143,-17 22,0-1,0 0,-1 0,1 0,0 1,0-1,0 0,0 0,0 0,0 1,0-1,0 0,0 0,0 1,0-1,0 0,0 0,0 1,0-1,0 0,0 0,0 1,0-1,0 0,1 0,-1 0,0 1,0-1,0 0,0 0,0 0,1 1,-1-1,0 0,0 0,0 0,0 0,1 0,-1 0,0 1,0-1,1 0,-1 0,0 0,0 0,1 0,-1 0,0 0,0 0,0 0,1 0,-1 0,0 0,0 0,1 0,-1 0,0 0,0 0,-5 32,3-23,-4 79,6-84,1-1,-1 0,1 0,0 1,0-1,0 0,1 0,-1 0,1 0,0 0,0-1,0 1,0-1,0 1,0-1,1 1,-1-1,1 0,-1 0,1 0,0-1,0 1,0-1,0 1,2-1,4 2,1-2,-1 1,1-1,0 0,-1-1,1 0,0-1,-1 0,1 0,-1-1,1-1,-1 1,0-1,0-1,0 0,0 0,0-1,-1 0,0 0,0-1,-1 0,1 0,-1-1,-1 0,1 0,-1-1,0 0,-1 0,0 0,0 0,-1-1,0 0,0 0,-1 0,-1-1,1 1,-1-1,-1 1,0-1,0-4,-5 68,5-31,1 0,1 0,1 0,0 0,2-1,5 12,-10-31,-1 1,1-1,0 0,0 0,0 0,0 0,0 0,1-1,-1 1,1 0,0-1,0 1,0-1,0 1,0-1,0 0,1 0,-1 0,1 0,0 0,-1-1,1 1,0-1,0 0,0 0,0 0,0 0,0 0,0-1,0 1,0-1,0 0,1 0,-1 0,0 0,0 0,0-1,0 0,0 1,0-1,0 0,2-1,4-3,0 0,-1-1,1 1,-1-2,0 1,-1-1,0 0,0-1,0 0,-1 0,0 0,-1-1,0 1,0-1,-1-1,0 1,0-1,-1 1,-1-1,1 0,-2 0,1 0,-1 0,-1-1,0 1,0 0,-2-4,-14-54,37 243,-20-166,22 101,-21-105,0-1,0 1,0-1,1 0,0 1,-1-1,1 0,1-1,-1 1,0 0,1-1,0 0,0 0,0 0,0 0,0-1,1 0,-1 1,1-2,-1 1,3 0,13 0,0-1,0-1,0-1,-1 0,1-2,0 0,-1-1,0-1,0-1,0-1,14-7,-24 11,64-25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6:22.37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0 435,'40'-2,"-1"-2,0-1,0-2,-1-2,0-2,16-7,-26 8,0 0,-1-2,0-2,23-15,-41 23,0 0,0-1,0 0,-1-1,0 0,0 0,-1-1,0 0,0 0,-1 0,0-1,-1 0,0 0,1-6,-5 12,1-1,-1 1,0-1,0 1,-1-1,1 1,-1-1,0 1,0-1,-1 0,1 1,-1-1,0 1,0 0,-1-1,1 1,-1 0,0-1,0 1,0 0,-1 1,1-1,-1 0,0 1,0-1,-1 1,1 0,0 0,-1 0,0 1,0-1,0 1,0 0,0 0,0 0,0 1,-1-1,1 1,-1 0,1 0,-2 1,3 0,-1 0,1 1,-1-1,1 1,-1 0,1 0,0 0,0 1,0-1,0 1,0 0,0-1,0 1,0 1,0-1,1 0,-1 1,1-1,0 1,0 0,0 0,0 0,0 0,1 0,-1 1,-26 89,23-34,3 0,2 1,3-1,2 0,14 59,-7-35,3 17,-4 0,-4 0,-5 1,-8 78,3-157,0 0,-1 0,-2 0,0-1,-1 0,-1 0,-1-1,0 0,-2-1,-7 11,-20 16</inkml:trace>
  <inkml:trace contextRef="#ctx0" brushRef="#br0" timeOffset="971.501">134 836,'3'-9,"0"0,1 0,0 1,0-1,1 1,0 0,1 0,0 0,0 1,0 0,1 0,0 1,1-1,-1 2,1-1,0 1,1 0,-1 1,1 0,0 0,0 1,0 0,4-1,0 0,-1 1,1 1,0 0,0 1,1 0,-1 1,0 1,0 0,0 0,0 1,0 1,0 0,-1 1,0 1,1 0,-2 1,0 1,-1 1,0-1,0 2,-1-1,0 1,-1 1,0-1,0 2,-1-1,0 1,4 9,1 0,-10-17,0 0,0 0,0-1,1 1,-1-1,1 1,-1-1,1 0,0 0,0 0,0 0,0 0,0-1,0 1,1-1,-1 0,0 0,1 0,-1-1,1 1,-1-1,1 1,-1-1,1-1,-1 1,1 0,-1-1,0 1,1-1,-1 0,0 0,1-1,-1 1,0-1,0 1,0-1,0 0,0 0,-1-1,1 1,0 0,-1-1,0 1,0-1,0 0,0 0,2-3,-2 2,0-1,0 0,0 0,-1 0,0 0,0 0,0 0,-1-1,1 1,-1 0,0 0,-1 0,1-1,-1 1,0 0,0 0,-1 0,0 0,0 0,0 0,0 1,-1-1,1 1,-1-1,0 1,-1 0,1 0,-1 1,0-1,0 1,0-1,0 1,0 0,-1 1,1-1,-1 1,0 0,0 0,0 0,0 1,-1 0,-2-2,0 0,0 1,0 0,0 0,-1 1,1 0,0 1,-1 0,1 0,-1 1,1 0,-1 0,1 1,0 0,-1 0,8-1,0-1,0 0,1 0,-1 0,0 1,0-1,0 0,1 1,-1-1,0 1,0-1,1 1,-1-1,0 1,1-1,-1 1,1 0,-1-1,1 1,-1 0,1-1,-1 1,1 0,0 0,-1 0,1-1,0 1,0 0,0 0,-1 0,1 0,0 0,0-1,0 1,0 0,1 0,-1 0,0 0,0-1,0 1,1 0,-1 0,34 21,-12-17,0-2,1-1,0-1,-1-1,1 0,0-2,-1-1,1 0,-1-2,1-1,21-4,0-2,-1-1,-1-3,0-1,-1-2,-1-2,0-3,-21 12,0 0,0-2,-2 0,0-2,0 0,-2 0,0-1,-1-1,0-1,-2 0,0 0,-1-2,-1 1,5-17,-11 28,0 0,-1-1,0 1,-1-1,0 1,0-1,-1 0,0 0,-1 0,0 1,-1-1,0 0,0 0,-1 1,0-1,-1 1,0-1,-1 1,1 0,-2 0,1 1,-2-1,1 1,-1 0,0 0,0 1,-1 0,0 0,0 0,-9-5,8 9,0 0,-1 0,1 0,-1 1,0 1,0-1,0 2,0-1,0 1,0 0,0 1,1 0,-1 0,0 1,0 0,1 1,-1 0,1 0,0 1,0 0,0 0,0 1,1 0,0 1,0-1,0 1,1 0,0 1,0 0,0 0,1 0,-4 8,-1 2,2 0,-1 0,2 1,1 1,0-1,1 1,1 0,1 0,0 0,2 0,0 1,1-1,1 0,2 11,2 2,1 0,1 0,2 0,1-1,2-1,0 1,2-2,5 6,-9-16,0 0,2-1,0 0,1-1,0-1,2 0,0 0,0-2,2 0,0-1,0 0,1-1,1-2,12 7,-25-15,-1 0,1-1,0 1,-1-1,1-1,0 1,0-1,0 0,0 0,-1 0,1-1,0 0,0 0,-1-1,1 1,-1-1,1 0,-1-1,0 0,0 1,0-2,0 1,0 0,-1-1,1 0,-1 0,0 0,0-1,-1 1,1-1,0-2,20-41,-23 48,-1 0,0 0,0 0,0 0,0 0,1 1,-1-1,0 0,0 0,0 0,1 0,-1 0,0 0,0 0,0 0,0 0,1 0,-1 0,0 0,0 0,0 0,1 0,-1 0,0 0,0-1,0 1,0 0,1 0,-1 0,0 0,0 0,0 0,0 0,1-1,-1 1,0 0,0 0,0 0,0 0,0 0,0-1,0 1,0 0,0 0,1 0,-1 25,-1-14,1-6,0 0,0 0,1 1,-1-1,1 0,0 0,0 0,1 0,0-1,0 1,0 0,0-1,1 1,-1-1,1 0,0 0,1 0,-1 0,1 0,-1-1,1 1,0-1,0 0,1-1,-1 1,1-1,-1 1,1-1,0-1,0 1,0-1,0 0,0 0,0 0,0 0,0-1,0 0,4-1,-2-1,0 0,-1 0,1-1,0 0,-1-1,1 1,-1-1,0-1,-1 1,1-1,-1 0,0 0,0 0,0-1,-1 0,1 0,-2 0,1 0,-1-1,0 0,0 1,0-2,-1 2,1 1,-1-1,-1 0,1 0,-1 0,0-1,0 1,-1 0,0 0,0 0,0-1,-1 1,0 0,0 0,-1 0,1 0,-1 0,-1 0,1 0,-1 1,0-1,0 1,-1 0,1 0,-1 0,0 0,-3 1,1 0,-1 1,1 0,-1 0,0 0,0 1,0 0,-1 0,1 1,0 0,-1 0,1 1,-1 0,1 0,-1 1,1 0,0 0,-1 1,1 0,0 0,0 0,0 1,1 0,-1 1,0-1,1 1,0 0,0 1,0 0,1 0,0 0,0 0,0 1,0 0,1 0,0 0,0 1,1-1,-1 3,3-6,0 0,0 0,0 0,0 0,1 0,0 0,-1 0,1 0,0 0,1 0,-1 1,1-1,-1 0,1 0,0 0,0 0,0-1,0 1,1 0,-1 0,1-1,-1 1,1-1,0 1,0-1,0 0,1 1,-1-1,0-1,1 1,0 0,-1 0,2-1,29 17</inkml:trace>
  <inkml:trace contextRef="#ctx0" brushRef="#br0" timeOffset="1509.465">2099 542,'-81'0,"78"0,1 1,0 0,-1 0,1 0,0 0,-1 0,1 0,0 0,0 1,0-1,0 1,0 0,0-1,1 1,-1 0,1 0,-1 0,1 0,-1 0,1 1,0-1,0 0,0 1,1-1,-1 0,0 1,1-1,0 1,-1-1,1 3,2 6,0 1,0-1,1 0,1 0,-1-1,2 1,0-1,0 0,1 0,0-1,0 1,1-1,0-1,1 1,0-1,0-1,3 2,177 141,-186-149,-1-1,0 1,0-1,0 0,0 0,0 1,0-1,0 1,-1-1,1 1,0-1,0 1,0 0,0-1,-1 1,1 0,0-1,-1 1,1 0,0 0,-1 0,1 0,-1 0,1-1,-1 1,0 0,1 0,-1 0,0 0,0 0,0 0,0 0,0 0,0 0,0 1,0-1,0 0,0 0,0 0,-1 0,1 0,0-1,-1 1,1 0,-1 0,1 0,-1 0,1 0,-1 0,0-1,0 1,-11 2,0-1,0 0,0-1,0 0,-1-1,1 0,0-1,0-1,2 1,-17 0,0-2,1 0,0-2,0-1,-25-9,50 14,1 1,-1 0,0 0,0-1,0 1,1 0,-1-1,0 1,0 0,1-1,-1 1,1-1,-1 0,0 1,1-1,-1 1,1-1,-1 0,1 1,-1-1,1 0,0 0,-1 1,1-1,0 0,0 0,-1 0,1 0,0 1,0-1,0 0,0 0,0 0,0 0,0 1,0-1,1 0,-1 0,0 0,0 1,1-1,-1 0,1 0,-1 1,0-1,1 0,-1 1,1-1,0 0,-1 1,1-1,-1 1,1-1,0 1,-1-1,1 1,0-1,0 1,-1 0,1 0,0-1,0 1,0 0,-1 0,1 0,0 0,0 0,0 0,0 0,0 0,49-24,2 2,1 3,40-9,-44 13,99-33,-128 42,-19 6,-1 1,1 0,-1 0,1 0,-1-1,0 1,1 0,-1 0,0 0,0 0,0 0,0 0,0-1,0 1,0 0,0 0,0 0,0 0,0 0,-1 0,1 0,0-1,-1 1,1 0,0 0,-1 0,1-1,-1 1,1 0,-1-1,0 1,1 0,-1-1,0 1,0 0,-1 3,-4 9,0 0,1 0,1 0,0 1,1-1,1 1,0 0,0 13,2-22,0 0,0 0,0-1,1 1,0 0,0 0,0-1,0 1,1-1,-1 1,1-1,1 1,-1-1,0 0,1 0,0 0,0-1,0 1,1-1,-1 1,1-1,0 0,0-1,0 1,0 0,0-1,3 1,-4-1,1-1,0 1,0-1,0 0,0 0,1-1,-1 1,0-1,0 0,0 0,1 0,-1-1,0 1,0-1,0 0,0 0,0-1,0 1,0-1,0 0,-1 0,1 0,-1 0,1-1,-1 1,0-1,0 0,0 0,2-2,15-21</inkml:trace>
  <inkml:trace contextRef="#ctx0" brushRef="#br0" timeOffset="1766.789">2473 502,'-13'-5,"-8"-1,-1 1,6 0,7 2</inkml:trace>
  <inkml:trace contextRef="#ctx0" brushRef="#br0" timeOffset="1927.349">2741 88,'-9'-23,"8"17,7 16,10 29,-2 2,-1 0,-3 0,-1 1,-2 0,-1 1,-3-1,-1 10,0 87,-5 0,-11 40,12-154,0-7,1-13,0-1,1 1,-1 0,1-1,0 1,0 0,0 0,1-1,-1 1,1 0,1-1,-1 1,0-1,2 3,-2-6,-1-1,0 0,1 1,-1-1,1 1,-1-1,1 0,0 1,-1-1,1 0,-1 0,1 1,0-1,-1 0,1 0,-1 0,1 0,0 0,-1 0,1 0,0 0,-1 0,1 0,0 0,-1 0,1 0,-1-1,1 1,0 0,-1 0,1-1,-1 1,1 0,-1-1,1 1,-1-1,1 1,-1 0,1-1,-1 0,13-11</inkml:trace>
  <inkml:trace contextRef="#ctx0" brushRef="#br0" timeOffset="2364.441">2741 609,'168'2,"-141"0,22 0,-2 3,1 1,0 3,-1 2,25 10,-66-20,-1 1,0-1,0 1,0 1,0-1,0 0,0 1,-1 0,1 0,-1 1,1-1,-1 1,-1 0,1 0,0 0,-1 1,0-1,0 1,0 0,-1-1,1 1,-1 0,-1 1,1-1,-1 0,1 1,-1-1,-1 1,-33 104,33-108,0 0,-1 0,1-1,0 1,0 0,0-1,0 1,0 0,0 0,1-1,-1 1,0 0,1-1,0 1,-1 0,1-1,0 1,0-1,0 1,0-1,0 1,0-1,0 0,0 0,1 1,-1-1,0 0,1 0,-1 0,1 0,-1-1,1 1,0 0,-1-1,1 1,1 0,66 7,-53-8,1-1,-1 0,0-1,1-1,-1-1,0 0,10-5,-20 7,0 0,0-1,-1 0,1 0,0 0,-1-1,0 0,0 0,0 0,0 0,-1-1,0 0,0 0,0 0,0-1,-1 1,0-1,0 0,0 1,1-7,-3 8,0-1,-1 1,1-1,-1 0,0 1,-1-1,1 1,-1-1,1 1,-1-1,-1 1,1-1,-1 1,1 0,-1 0,-1-1,1 1,0 1,-1-1,0 0,0 1,0-1,0 1,-1 0,1 0,-1 0,0 1,1-1,-3 0,-6-4,-1 0,1 1,-1 1,0 0,0 1,0 0,-1 1,1 0,-6 1,9 1,0 1,-1 0,1 0,0 1,0 0,0 1,0 0,0 1,0 0,0 0,-1 2,7-3,0 0,0 0,0 0,1 1,-1-1,1 1,-1 0,1 0,0 0,0 1,0-1,1 1,-1-1,1 1,0 0,0 0,0 0,1 0,-1 0,1 0,0 1,0-1,1 0,-1 1,1-1,0 4,1-1,1 1,0-1,0 0,1-1,-1 1,1 0,1-1,0 1,0-1,0 0,0 0,1-1,0 1,0-1,1 0,-1-1,1 1,0-1,0 0,1 0,-1-1,1 0,0 0,0-1,0 0,0 0,0 0,0-1,1 0,-1 0,0-1,1 0,3-1,29-2</inkml:trace>
  <inkml:trace contextRef="#ctx0" brushRef="#br0" timeOffset="2609.785">3610 422,'-16'-11,"-10"-4,-5 0,1 8,5 12,7 9,6 9,11 8,4-2</inkml:trace>
  <inkml:trace contextRef="#ctx0" brushRef="#br0" timeOffset="2795.877">3730 849,'18'12,"16"3,12-1,13-9,7-17,-7-7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6:21.82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0 696,'23'0,"-1"-1,0-1,1-1,-1-1,0-1,-1 0,1-2,-1-1,0 0,-1-2,0 0,2-3,-14 9,1 0,-1-1,0 0,-1 0,1-1,-1 0,0-1,0 1,-1-1,0 0,0-1,-1 0,0 0,0 0,-1 0,0-1,-1 0,-2 8,-1-1,0 0,0 0,0 1,0-1,0 0,0 1,-1-1,1 0,-1 0,1 1,-1-1,1 1,-1-1,0 0,0 1,0-1,0 1,0 0,0-1,0 1,0 0,-1 0,1 0,0-1,-1 1,1 1,-1-1,1 0,-1 0,0 1,1-1,-1 0,0 1,1 0,-2-1,-1 0,0 1,0-1,-1 1,1 0,0 0,0 1,0-1,-1 1,1 0,0 0,0 0,0 0,0 1,-3 1,2 1,0 0,1 0,-1 0,1 1,0 0,0 0,0 0,0 0,1 0,0 1,0-1,1 1,0 0,0 0,0 0,0 0,1 0,0 1,1-1,-1 0,1 1,0-1,1 0,-1 0,1 1,1-1,-1 0,1 0,0 0,0 0,1 0,0-1,0 1,0-1,0 0,1 0,0 0,0 0,1 0,-1-1,1 0,0 0,1 0,2 2,1 0,0 0,0-1,1-1,0 1,0-2,0 1,0-1,0-1,1 0,-1 0,1-1,-1 0,1-1,-1-1,1 1,0-1,-1-1,0 0,1-1,-1 0,0 0,0-1,0 0,-1-1,0 0,0-1,0 0,0 0,-1-1,0 0,0 0,-1-1,0 0,-1 0,1-1,-1 0,3-7,5-30,14-30,-26 74,-1 0,1 0,0-1,0 1,0 0,0 1,0-1,0 0,1 1,-1-1,1 1,-1 0,1-1,-1 1,1 0,0 1,-1-1,1 0,0 1,0 0,0 0,-1-1,1 2,0-1,0 0,0 0,0 1,8 2,-1 0,1 1,-1 0,1 1,-1 0,0 0,-1 1,1 0,-1 1,-1 0,1 1,-1-1,0 2,-1-1,0 1,-1 0,1 1,-2-1,3 6,-6-12,-1 0,1 0,-1 0,0 0,0 1,0-1,-1 0,1 0,-1 1,1-1,-1 0,0 0,-1 1,1-1,-1 0,1 0,-1 1,0-1,0 0,0 0,0 0,-1 0,1 0,-1 0,0-1,0 1,0 0,0-1,0 1,-1-1,1 0,-1 0,1 0,-1 0,0 0,0-1,0 1,-2 0,4-2,1 1,-1 0,1-1,-1 0,0 1,1-1,-1 1,1-1,-1 0,0 1,0-1,1 0,-1 0,0 1,1-1,-1 0,0 0,0 0,1 0,-1 0,0 0,0 0,1 0,-1 0,0-1,0 1,1 0,-1 0,0-1,1 1,-1 0,0-1,1 1,-1 0,0-1,1 1,-1-1,1 1,-1-1,1 0,-1 1,1-1,0 0,-1 1,1-1,0 0,-1 1,1-1,0 0,0 1,0-1,-1 0,1 0,0 1,0-1,0 0,0 0,0 1,1-1,-1 0,0 0,0 1,5-11,-1 1,2-1,0 1,0 1,1-1,0 1,0 0,6-4,1-4,11-9,-2 0,-2-2,0 0,-2-2,-1 0,-1-1,-2-1,-1 0,-1-1,-2 0,-2-1,-1 0,3-26,-10 53,0 0,-1 0,0 0,0 0,0-1,-1 1,0 0,0 0,-1 1,0-1,0 0,0 0,-1 1,0 0,-1-1,-3-4,6 10,0-1,0 1,0 0,0 1,0-1,0 0,0 0,0 0,0 1,-1-1,1 0,0 1,-1 0,1-1,0 1,-1-1,1 1,0 0,-1 0,1 0,0 0,-1 0,1 0,0 0,-1 1,1-1,0 0,-1 1,1-1,0 1,-1-1,1 1,0 0,0-1,0 1,0 0,0 0,0 0,0 0,0 0,0 0,0 1,-32 53,24-24,2-1,2 2,1-1,1 0,1 1,2 0,1-1,2 1,1-1,1 0,2 0,1 0,7 15,-8-19,2-1,0-1,2 1,1-2,1 0,1 0,1-1,1-1,1 0,1-2,8 8,-21-24,-1 0,1 0,1 0,-1-1,0 1,1-1,0-1,0 1,0-1,0 0,0 0,0-1,0 1,1-1,-1-1,1 1,-1-1,0-1,1 1,-1-1,0 0,1 0,-1-1,0 0,0 0,1-1,7-4,-1-1,-1-1,1 0,-2 0,1-1,-1-1,-1 0,0 0,0-1,-1-1,-1 1,0-1,-1-1,0 1,-1-1,0-1,-1 1,2-15,-7-18,0 46,0 1,0-1,0 0,-1 0,1 0,0 0,-1 0,1 0,0 0,-1 0,1 1,-1-1,1 0,-1 0,0 1,1-1,-1 0,0 1,0-1,1 0,-1 1,0-1,0 1,0 0,0-1,1 1,-1 0,0-1,0 1,0 0,0 0,0 0,0 0,0 0,0 0,0 0,0 0,0 0,0 0,0 0,0 1,0-1,0 1,-3 2,0 0,0 1,0-1,0 1,1 0,0 0,0 0,0 0,0 1,1-1,-1 1,1 0,1 0,-1 0,1 0,-1 0,1 0,1 0,-1 0,1 0,0 0,0 2,0 0,0 0,1 0,-1 0,2 0,-1 0,1-1,0 1,0-1,1 1,0-1,0 0,0 0,1 0,0 0,0-1,0 1,1-1,0 0,0 0,0-1,0 0,1 0,0 0,0 0,0-1,0 0,0 0,1-1,0 0,-1 0,1 0,0-1,0 0,-1-1,1 1,0-1,1 0,39-7,-5-5</inkml:trace>
  <inkml:trace contextRef="#ctx0" brushRef="#br0" timeOffset="245.342">775 94,'21'-2,"26"-1,34 0,34 1,34 0,26 1,-17 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5T13:56:16.76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47,'0'18,"0"15,0 12,0 6,2 2,1-4,2-7,0-10,2-9,0-9</inkml:trace>
  <inkml:trace contextRef="#ctx0" brushRef="#br0" timeOffset="503.974">228 300,'23'-9,"-1"-1,0-2,-1 0,0-1,-1-1,5-6,-22 18,2-2,10-5,-1-2,0 0,-1 0,-1-1,1-1,-2 0,0-1,4-6,-15 19,1 0,0 0,0 0,-1 0,1-1,-1 1,1 0,-1-1,1 1,-1 0,0-1,0 1,1 0,-1-1,0 1,0 0,0-1,-1 1,1 0,0-1,0 1,-1 0,1-1,-1 1,1 0,-1 0,0-1,1 1,-1 0,0 0,0 0,0 0,0 0,0 0,0 0,0 0,0 0,0 1,0-1,0 0,-1 1,1-1,0 1,0-1,-1 1,1 0,0-1,-1 1,1 0,-1 0,1 0,0 0,-1 0,1 0,0 1,-1-1,1 0,0 1,-1-1,1 0,0 1,-1 0,-10 2,0 1,0 1,0 0,1 0,0 1,0 0,0 1,1 0,0 1,1 0,0 1,0 0,0 0,1 1,1 0,0 0,0 1,1 0,0 0,-2 7,6-13,1-1,-1 1,1 0,0 0,0 0,1 0,-1 0,1 0,0 0,1 0,-1 0,1-1,0 1,0 0,1 0,-1 0,1-1,0 1,0-1,1 1,-1-1,1 0,0 0,0 0,0 0,1-1,-1 1,1-1,0 0,0 0,4 2,4 1,-1-2,1 0,0 0,0-1,0 0,0-1,0 0,1-1,-1-1,0 0,1-1,-1 0,4-1,47-6</inkml:trace>
  <inkml:trace contextRef="#ctx0" brushRef="#br0" timeOffset="990.924">909 6,'-6'0,"-3"-1,0 1,-1 0,1 0,-1 1,1 0,0 0,0 1,-1 0,1 1,1 0,-1 1,0 0,1 0,-7 5,13-8,0 1,1-1,-1 1,1 0,-1-1,1 1,0 0,0 0,0 0,0 0,0 0,0 0,0 0,1 0,-1 1,1-1,0 0,-1 0,1 1,0-1,0 0,1 0,-1 0,0 1,1-1,-1 0,1 0,0 0,0 0,0 0,0 0,0 0,0 0,0 0,1 0,-1 0,0-1,1 1,0 0,69 59,-29-32,-23-18,-1 1,0 1,-1 1,0 1,-1 0,4 7,-18-21,-1 1,1-1,-1 1,0-1,0 1,0 0,0-1,0 1,0 0,0 0,-1 0,1 0,-1-1,1 1,-1 0,1 0,-1 0,0 0,0 0,0 0,-1 0,1 0,0 0,-1 0,1 0,-1 0,1 0,-1-1,0 1,0 0,0 0,0-1,0 1,0 0,-1-1,1 1,0-1,-1 0,1 1,-1-1,-1 1,-3 1,0 1,0-1,0 0,-1 0,1-1,-1 0,0 0,0-1,1 0,-1 0,0 0,0-1,0 0,0 0,0-1,0 0,-1 0,6 0,1 1,0-1,-1 1,1-1,0 1,-1-1,1 0,0 0,0 0,-1 0,1 0,0 0,0 0,0 0,0 0,1 0,-1 0,0-1,0 1,1 0,-1-1,0 1,1 0,0-1,-1 1,1-1,0 1,0 0,0-1,-1 1,2-1,-1 1,0-1,0 1,0-1,1 1,-1-1,1 1,-1 0,1-1,-1 1,2-1,35-55,-11 30,1 1,1 1,1 1,1 2,1 1,1 1,1 2,0 1,32-11,6 13,-69 15,0 0,0 1,1-1,-1 0,0 1,0 0,0-1,0 1,0 0,0 0,0 0,0 0,0 0,0 1,-1-1,1 1,0-1,-1 1,1-1,-1 1,0 0,1 0,-1 0,0 0,0 0,0 0,0 0,-1 0,1 0,0 1,2 17,0 0,-1 0,-1 0,0 1,-2-1,-2 13,1-1,1 87,1-118,0 0,1 1,-1-1,0 0,0 1,0-1,1 0,-1 1,1-1,-1 0,1 0,0 0,-1 0,1 1,0-1,0 0,0 0,0 0,0 0,0-1,0 1,0 0,0 0,0-1,0 1,0 0,1-1,-1 1,0-1,0 0,1 1,-1-1,0 0,1 0,-1 0,0 0,1 0,-1 0,0 0,1 0,-1 0,0-1,1 1,-1-1,1 1,23-15,1-5</inkml:trace>
  <inkml:trace contextRef="#ctx0" brushRef="#br0" timeOffset="1772.547">1632 461,'14'-32,"1"3,-2 0,0-1,-2 0,-2-1,0-1,-2 1,-2-1,-1 0,-1-1,-2 1,-1-2,-10-12,11 45,-1 1,0-1,0 1,1-1,-1 1,0 0,1-1,-1 1,1 0,-1-1,0 1,1 0,-1-1,1 1,-1 0,1 0,-1 0,1-1,-1 1,1 0,-1 0,1 0,-1 0,1 0,-1 0,1 0,-1 0,1 0,-1 0,1 0,-1 0,1 0,-1 1,1-1,-1 0,1 0,-1 0,0 1,1-1,-1 0,1 1,-1-1,0 0,1 1,-1-1,0 0,1 1,-1-1,0 1,1-1,-1 1,0-1,6 3,254 53,-256-55,0 1,0 0,0 0,0 0,-1 0,1 1,0-1,-1 1,0 0,1 0,-1 0,-1 0,1 1,0-1,-1 1,1 0,-1 0,0 0,-1 0,1 0,-1 0,1 0,-1 0,-1 1,1-1,0 0,-1 1,0-1,0 1,-1 3,-28 126,8-54,20-78,0 0,1 1,0-1,-1 0,1 0,0 0,0 0,0 0,0 0,1 0,-1 0,0 1,1-1,0 0,-1 0,1 0,0-1,0 1,0 0,0 0,0 0,1-1,-1 1,1 0,-1-1,1 0,-1 1,1-1,0 0,-1 0,1 1,0-2,0 1,0 0,0 0,0 0,0-1,0 1,0-1,0 0,0 0,1 0,-1 0,0 0,0 0,0 0,13 0,-1-1,0-1,0 0,0-1,0 0,0-1,0 0,-1-1,0-1,0 0,-1-1,1-1,-1 1,-1-2,0 0,0 0,0-1,-1 0,-1-1,0 0,6-9,-11 12,1 1,-1-1,0 0,0 0,-1-1,0 1,-1-1,0 1,0-1,-1 0,0 0,0 0,-1 0,0 1,-1-1,0 0,0 0,-1 0,0 1,-2-4,3 10,0 0,-1 0,1 0,-1 0,1 0,-1 0,0 1,0-1,0 1,0-1,0 1,0 0,0-1,0 1,0 0,-1 1,1-1,0 0,-1 1,1-1,0 1,-1 0,1 0,-1-1,1 2,-1-1,1 0,-1 0,1 1,0 0,-1-1,1 1,0 0,0 0,-1 0,1 0,0 1,0-1,0 1,0-1,1 1,-1-1,0 1,1 0,-1 0,1 0,-1 0,1 0,0 0,0 1,0-1,0 0,-3 4,0-1,1 1,0 0,0 0,0 0,1 0,0 0,0 0,0 1,1-1,0 1,0-1,1 1,0 0,0-1,0 1,1-1,0 1,0-1,1 1,0-1,0 1,0-1,1 0,0 0,0-1,0 1,1 0,0-1,2 3,5-1,0 0,0-1,0 0,0-1,1 0,0 0,0-1,0-1,1 0,-1-1,1-1,0 1,10-2,40 3,1-2,-1-3,28-7,-4-1</inkml:trace>
  <inkml:trace contextRef="#ctx0" brushRef="#br0" timeOffset="2108.645">3089 180,'-21'-6,"0"1,0 1,0 1,-1 0,1 2,-22 1,35 0,1 1,-1 0,1 1,-1-1,1 1,0 1,0-1,0 1,0 1,0-1,1 1,-1 0,1 1,0 0,0 0,1 0,-1 0,1 1,1 0,-1 0,-1 3,3-6,1 0,0 1,0-1,0 1,0 0,0-1,1 1,-1 0,1 0,0 0,0 0,1 0,-1 0,1 0,0 0,0 1,0-1,0 0,1 0,0 0,0 0,0 0,0 0,1 0,-1-1,1 1,0 0,0-1,0 1,1-1,-1 0,1 0,0 0,0 0,0 0,3 1,-1-1,1-1,0 0,0-1,0 1,0-1,0 0,0-1,0 1,0-1,1-1,-1 1,0-1,0 0,0 0,0-1,0 0,0 0,-1 0,1-1,0 0,9-4,-1-1,-1-1,0 0,0-1,-1 0,0-1,2-3,-6 6,0 0,0 0,-1-1,0 0,0-1,-1 1,-1-1,1 0,-2-1,1 1,1-8,-6 18,0 0,0-1,1 1,-1-1,0 1,0-1,0 1,0-1,0 1,0-1,1 1,-1-1,0 1,0-1,0 1,-1-1,1 1,0-1,0 1,0-1,0 1,0-1,-1 1,1 0,0-1,0 1,-1-1,1 1,0-1,-1 1,1 0,0-1,-1 1,1 0,0-1,-1 1,1 0,-1 0,1-1,-1 1,1 0,-1 0,1 0,-1 0,1 0,-1-1,1 1,-1 0,1 0,-1 0,1 0,-1 0,1 1,-1-1,1 0,-25 18,21-13,0 0,0 0,1 1,-1 0,2 0,-1 0,0 0,1 0,0 0,1 1,0-1,0 1,0-1,0 1,1-1,0 1,1-1,-1 1,1-1,1 1,-1-1,1 1,0-1,0 0,1 0,0 0,0 0,1-1,-1 1,1-1,0 0,0 0,1 0,0-1,0 1,3 1,12 4,2-1,-1-1,1-1,0-1,1-1,-1-1,1-1,0-1,18-1,-26 0,88 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F644C-1960-4D37-93F6-E461BDC070E2}" type="datetimeFigureOut">
              <a:rPr lang="ro-RO" smtClean="0"/>
              <a:t>12.11.2024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E7765-3615-4616-AA7E-8A391D8DB9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45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1ED4770-19B2-467E-A820-4D252C5F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9EAB633-709C-4215-A83B-C70829A7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B80A60A-C062-4A61-89EF-C8229597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12.11.2024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5DAC12-4BB4-4FB3-ADBA-6607EC1C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C308DA7-86E3-4F2D-9B4F-316D4B49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862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4A3EC2-79AE-41E8-A92A-BEE7F74B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8520C22-FB2B-4035-A1DE-07728BB7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D13D92D-4D72-47D8-A0E2-2E9ED245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12.11.2024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8EA7473-B08B-4D14-9003-06719883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619E0BC-7CCD-40FC-B257-81CF53AB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6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D1A535-10A7-4DD9-BCE9-2641197B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F637BA4-7257-4270-8DF3-1C906899D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AB487B0-1099-48CD-9680-5785576A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12.11.2024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AF0A5DC-7B12-4247-9F76-821534F3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C0A7B7-CE57-44FD-BF2E-A71F182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7306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A587257-FE4B-4BA8-8DBA-E352AAA8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83CC3E4-EA2D-43AE-B7B1-D3297EB8A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02512AF-6977-4C7A-8732-5A3D4ECAD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7169090-FB27-485B-8C27-95AC952E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12.11.2024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DB17E1E-7CF9-4F87-852F-DB6FB23C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79A5AB8-2E23-4BB6-9BF8-06CA2A6D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635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225706-9157-4618-A97E-DEB030C8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D618A8D-1947-403B-B7AD-F54B2CD50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1BF42C8-F81B-4BE1-9B8F-68B21591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80A1361D-98BC-47A1-BA7C-BAE80FA01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2032982-A9C9-429E-948E-0F1DB04E4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FFC008B6-CE0F-4BE4-ABA6-0FC5EF0D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12.11.2024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A380FC15-7219-40D1-9AD0-8E3D9ABF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0E67A9F-114C-4374-A10E-8E411024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2469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4E8672-328F-46F5-8F33-CAA69236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50E7DFD8-6BF1-4F57-A0B0-E1176672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12.11.2024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43F7D0E0-D38C-43A1-9F3D-92DE1129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03262CE-D94A-4480-ABED-74902A16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7424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21F2B153-6FF7-4407-9DA8-728332E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12.11.2024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C2D4B50-25D4-44CC-9C17-720F3974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B1DF0DC-94B8-4D88-BD39-E42A00B3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6139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06A31A-5FB6-4F9C-A411-418F2475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013DA19-875D-490E-B87E-DBEB5D99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CE431BE-ED4A-4CD8-9344-B1C946F1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56F4DDD-6B9F-4633-B667-D2C69F0F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12.11.2024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1459D24-23EC-41CD-9287-124D0C2F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0C83946-98A2-4E98-95DF-F7C6FC1F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5234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4683FC-1DCE-43B5-8D93-44B4DC62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D96C83C8-E8AE-4620-BF96-8922237E0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BB7FFD63-0F30-49D7-B490-D0C73C37B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D5E5649-6B0A-43C4-BB7E-0F59CF5D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12.11.2024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2D2AC23-82AA-4055-A673-9B577E3C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9D866400-6F8F-4111-AFCA-C8579603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859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2CB809-B633-455A-95F7-E832C33C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290D47F-C0E1-4C94-8473-5DC64230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517D53-86C8-48DF-AC25-A958CDEC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12.11.2024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1120475-F473-42EE-8D79-2E4A3366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01D6381-EED8-487B-AD15-9C46332B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9683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0FBDDED8-45D2-469D-AE8E-7BCAE64F1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8F55C66-06F2-46F9-9FF0-5AD08240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A9260EA-BCED-4401-8284-2DB0D9AC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12.11.2024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5860957-C43E-493D-9739-5C5F3F0A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9412FF-50B1-43AD-80B5-F3316BCF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819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4F5EB4E9-E70E-4B6C-AA38-D77617C8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593F9A6-FB02-4209-83AA-F3B74B61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88AD35E-BB51-437C-9835-CA75CDF82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8A049-8667-49AC-8762-F4AFF392D404}" type="datetimeFigureOut">
              <a:rPr lang="ro-RO" smtClean="0"/>
              <a:t>12.11.2024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A56834E-943C-4A6C-ABFA-1ADD132AC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AD2AFDC-A203-4AB7-8908-78AF98360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964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17.png"/><Relationship Id="rId42" Type="http://schemas.openxmlformats.org/officeDocument/2006/relationships/image" Target="../media/image21.png"/><Relationship Id="rId47" Type="http://schemas.openxmlformats.org/officeDocument/2006/relationships/customXml" Target="../ink/ink23.xml"/><Relationship Id="rId50" Type="http://schemas.openxmlformats.org/officeDocument/2006/relationships/image" Target="../media/image25.png"/><Relationship Id="rId55" Type="http://schemas.openxmlformats.org/officeDocument/2006/relationships/customXml" Target="../ink/ink27.xml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9" Type="http://schemas.openxmlformats.org/officeDocument/2006/relationships/customXml" Target="../ink/ink14.xml"/><Relationship Id="rId11" Type="http://schemas.openxmlformats.org/officeDocument/2006/relationships/customXml" Target="../ink/ink5.xml"/><Relationship Id="rId24" Type="http://schemas.openxmlformats.org/officeDocument/2006/relationships/image" Target="../media/image12.png"/><Relationship Id="rId32" Type="http://schemas.openxmlformats.org/officeDocument/2006/relationships/image" Target="../media/image16.png"/><Relationship Id="rId37" Type="http://schemas.openxmlformats.org/officeDocument/2006/relationships/customXml" Target="../ink/ink18.xml"/><Relationship Id="rId40" Type="http://schemas.openxmlformats.org/officeDocument/2006/relationships/image" Target="../media/image20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29.png"/><Relationship Id="rId5" Type="http://schemas.openxmlformats.org/officeDocument/2006/relationships/customXml" Target="../ink/ink2.xml"/><Relationship Id="rId19" Type="http://schemas.openxmlformats.org/officeDocument/2006/relationships/customXml" Target="../ink/ink9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customXml" Target="../ink/ink13.xml"/><Relationship Id="rId30" Type="http://schemas.openxmlformats.org/officeDocument/2006/relationships/image" Target="../media/image15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4.png"/><Relationship Id="rId56" Type="http://schemas.openxmlformats.org/officeDocument/2006/relationships/image" Target="../media/image28.png"/><Relationship Id="rId8" Type="http://schemas.openxmlformats.org/officeDocument/2006/relationships/image" Target="../media/image4.png"/><Relationship Id="rId51" Type="http://schemas.openxmlformats.org/officeDocument/2006/relationships/customXml" Target="../ink/ink25.xml"/><Relationship Id="rId3" Type="http://schemas.openxmlformats.org/officeDocument/2006/relationships/customXml" Target="../ink/ink1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19.png"/><Relationship Id="rId46" Type="http://schemas.openxmlformats.org/officeDocument/2006/relationships/image" Target="../media/image23.png"/><Relationship Id="rId59" Type="http://schemas.openxmlformats.org/officeDocument/2006/relationships/customXml" Target="../ink/ink29.xml"/><Relationship Id="rId20" Type="http://schemas.openxmlformats.org/officeDocument/2006/relationships/image" Target="../media/image10.png"/><Relationship Id="rId41" Type="http://schemas.openxmlformats.org/officeDocument/2006/relationships/customXml" Target="../ink/ink20.xml"/><Relationship Id="rId54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36" Type="http://schemas.openxmlformats.org/officeDocument/2006/relationships/image" Target="../media/image18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image" Target="../media/image5.png"/><Relationship Id="rId31" Type="http://schemas.openxmlformats.org/officeDocument/2006/relationships/customXml" Target="../ink/ink15.xml"/><Relationship Id="rId44" Type="http://schemas.openxmlformats.org/officeDocument/2006/relationships/image" Target="../media/image22.png"/><Relationship Id="rId52" Type="http://schemas.openxmlformats.org/officeDocument/2006/relationships/image" Target="../media/image26.png"/><Relationship Id="rId60" Type="http://schemas.openxmlformats.org/officeDocument/2006/relationships/image" Target="../media/image3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customXml" Target="../ink/ink35.xml"/><Relationship Id="rId18" Type="http://schemas.openxmlformats.org/officeDocument/2006/relationships/image" Target="../media/image38.png"/><Relationship Id="rId3" Type="http://schemas.openxmlformats.org/officeDocument/2006/relationships/customXml" Target="../ink/ink30.xml"/><Relationship Id="rId7" Type="http://schemas.openxmlformats.org/officeDocument/2006/relationships/customXml" Target="../ink/ink32.xml"/><Relationship Id="rId12" Type="http://schemas.openxmlformats.org/officeDocument/2006/relationships/image" Target="../media/image35.png"/><Relationship Id="rId17" Type="http://schemas.openxmlformats.org/officeDocument/2006/relationships/customXml" Target="../ink/ink37.xml"/><Relationship Id="rId2" Type="http://schemas.openxmlformats.org/officeDocument/2006/relationships/image" Target="../media/image1.png"/><Relationship Id="rId16" Type="http://schemas.openxmlformats.org/officeDocument/2006/relationships/image" Target="../media/image37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customXml" Target="../ink/ink34.xml"/><Relationship Id="rId5" Type="http://schemas.openxmlformats.org/officeDocument/2006/relationships/customXml" Target="../ink/ink31.xml"/><Relationship Id="rId15" Type="http://schemas.openxmlformats.org/officeDocument/2006/relationships/customXml" Target="../ink/ink36.xml"/><Relationship Id="rId10" Type="http://schemas.openxmlformats.org/officeDocument/2006/relationships/image" Target="../media/image34.png"/><Relationship Id="rId19" Type="http://schemas.openxmlformats.org/officeDocument/2006/relationships/customXml" Target="../ink/ink38.xml"/><Relationship Id="rId4" Type="http://schemas.openxmlformats.org/officeDocument/2006/relationships/image" Target="../media/image31.png"/><Relationship Id="rId9" Type="http://schemas.openxmlformats.org/officeDocument/2006/relationships/customXml" Target="../ink/ink33.xml"/><Relationship Id="rId14" Type="http://schemas.openxmlformats.org/officeDocument/2006/relationships/image" Target="../media/image3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customXml" Target="../ink/ink44.xml"/><Relationship Id="rId18" Type="http://schemas.openxmlformats.org/officeDocument/2006/relationships/image" Target="../media/image48.png"/><Relationship Id="rId3" Type="http://schemas.openxmlformats.org/officeDocument/2006/relationships/customXml" Target="../ink/ink39.xml"/><Relationship Id="rId7" Type="http://schemas.openxmlformats.org/officeDocument/2006/relationships/customXml" Target="../ink/ink41.xml"/><Relationship Id="rId12" Type="http://schemas.openxmlformats.org/officeDocument/2006/relationships/image" Target="../media/image45.png"/><Relationship Id="rId17" Type="http://schemas.openxmlformats.org/officeDocument/2006/relationships/customXml" Target="../ink/ink46.xml"/><Relationship Id="rId2" Type="http://schemas.openxmlformats.org/officeDocument/2006/relationships/image" Target="../media/image40.png"/><Relationship Id="rId16" Type="http://schemas.openxmlformats.org/officeDocument/2006/relationships/image" Target="../media/image47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customXml" Target="../ink/ink43.xml"/><Relationship Id="rId5" Type="http://schemas.openxmlformats.org/officeDocument/2006/relationships/customXml" Target="../ink/ink40.xml"/><Relationship Id="rId15" Type="http://schemas.openxmlformats.org/officeDocument/2006/relationships/customXml" Target="../ink/ink45.xml"/><Relationship Id="rId10" Type="http://schemas.openxmlformats.org/officeDocument/2006/relationships/image" Target="../media/image44.png"/><Relationship Id="rId19" Type="http://schemas.openxmlformats.org/officeDocument/2006/relationships/customXml" Target="../ink/ink47.xml"/><Relationship Id="rId4" Type="http://schemas.openxmlformats.org/officeDocument/2006/relationships/image" Target="../media/image41.png"/><Relationship Id="rId9" Type="http://schemas.openxmlformats.org/officeDocument/2006/relationships/customXml" Target="../ink/ink42.xml"/><Relationship Id="rId14" Type="http://schemas.openxmlformats.org/officeDocument/2006/relationships/image" Target="../media/image46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5.png"/><Relationship Id="rId18" Type="http://schemas.openxmlformats.org/officeDocument/2006/relationships/customXml" Target="../ink/ink55.xml"/><Relationship Id="rId26" Type="http://schemas.openxmlformats.org/officeDocument/2006/relationships/customXml" Target="../ink/ink59.xml"/><Relationship Id="rId39" Type="http://schemas.openxmlformats.org/officeDocument/2006/relationships/image" Target="../media/image68.png"/><Relationship Id="rId21" Type="http://schemas.openxmlformats.org/officeDocument/2006/relationships/image" Target="../media/image59.png"/><Relationship Id="rId34" Type="http://schemas.openxmlformats.org/officeDocument/2006/relationships/customXml" Target="../ink/ink63.xml"/><Relationship Id="rId7" Type="http://schemas.openxmlformats.org/officeDocument/2006/relationships/image" Target="../media/image52.png"/><Relationship Id="rId12" Type="http://schemas.openxmlformats.org/officeDocument/2006/relationships/customXml" Target="../ink/ink52.xml"/><Relationship Id="rId17" Type="http://schemas.openxmlformats.org/officeDocument/2006/relationships/image" Target="../media/image57.png"/><Relationship Id="rId25" Type="http://schemas.openxmlformats.org/officeDocument/2006/relationships/image" Target="../media/image61.png"/><Relationship Id="rId33" Type="http://schemas.openxmlformats.org/officeDocument/2006/relationships/image" Target="../media/image65.png"/><Relationship Id="rId38" Type="http://schemas.openxmlformats.org/officeDocument/2006/relationships/customXml" Target="../ink/ink65.xml"/><Relationship Id="rId2" Type="http://schemas.openxmlformats.org/officeDocument/2006/relationships/image" Target="../media/image40.png"/><Relationship Id="rId16" Type="http://schemas.openxmlformats.org/officeDocument/2006/relationships/customXml" Target="../ink/ink54.xml"/><Relationship Id="rId20" Type="http://schemas.openxmlformats.org/officeDocument/2006/relationships/customXml" Target="../ink/ink56.xml"/><Relationship Id="rId29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9.xml"/><Relationship Id="rId11" Type="http://schemas.openxmlformats.org/officeDocument/2006/relationships/image" Target="../media/image54.png"/><Relationship Id="rId24" Type="http://schemas.openxmlformats.org/officeDocument/2006/relationships/customXml" Target="../ink/ink58.xml"/><Relationship Id="rId32" Type="http://schemas.openxmlformats.org/officeDocument/2006/relationships/customXml" Target="../ink/ink62.xml"/><Relationship Id="rId37" Type="http://schemas.openxmlformats.org/officeDocument/2006/relationships/image" Target="../media/image67.png"/><Relationship Id="rId5" Type="http://schemas.openxmlformats.org/officeDocument/2006/relationships/image" Target="../media/image51.png"/><Relationship Id="rId15" Type="http://schemas.openxmlformats.org/officeDocument/2006/relationships/image" Target="../media/image56.png"/><Relationship Id="rId23" Type="http://schemas.openxmlformats.org/officeDocument/2006/relationships/image" Target="../media/image60.png"/><Relationship Id="rId28" Type="http://schemas.openxmlformats.org/officeDocument/2006/relationships/customXml" Target="../ink/ink60.xml"/><Relationship Id="rId36" Type="http://schemas.openxmlformats.org/officeDocument/2006/relationships/customXml" Target="../ink/ink64.xml"/><Relationship Id="rId10" Type="http://schemas.openxmlformats.org/officeDocument/2006/relationships/customXml" Target="../ink/ink51.xml"/><Relationship Id="rId19" Type="http://schemas.openxmlformats.org/officeDocument/2006/relationships/image" Target="../media/image58.png"/><Relationship Id="rId31" Type="http://schemas.openxmlformats.org/officeDocument/2006/relationships/image" Target="../media/image64.png"/><Relationship Id="rId4" Type="http://schemas.openxmlformats.org/officeDocument/2006/relationships/customXml" Target="../ink/ink48.xml"/><Relationship Id="rId9" Type="http://schemas.openxmlformats.org/officeDocument/2006/relationships/image" Target="../media/image53.png"/><Relationship Id="rId14" Type="http://schemas.openxmlformats.org/officeDocument/2006/relationships/customXml" Target="../ink/ink53.xml"/><Relationship Id="rId22" Type="http://schemas.openxmlformats.org/officeDocument/2006/relationships/customXml" Target="../ink/ink57.xml"/><Relationship Id="rId27" Type="http://schemas.openxmlformats.org/officeDocument/2006/relationships/image" Target="../media/image62.png"/><Relationship Id="rId30" Type="http://schemas.openxmlformats.org/officeDocument/2006/relationships/customXml" Target="../ink/ink61.xml"/><Relationship Id="rId35" Type="http://schemas.openxmlformats.org/officeDocument/2006/relationships/image" Target="../media/image66.png"/><Relationship Id="rId8" Type="http://schemas.openxmlformats.org/officeDocument/2006/relationships/customXml" Target="../ink/ink50.xml"/><Relationship Id="rId3" Type="http://schemas.openxmlformats.org/officeDocument/2006/relationships/image" Target="../media/image50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0.png"/><Relationship Id="rId21" Type="http://schemas.openxmlformats.org/officeDocument/2006/relationships/customXml" Target="../ink/ink74.xml"/><Relationship Id="rId42" Type="http://schemas.openxmlformats.org/officeDocument/2006/relationships/image" Target="../media/image88.png"/><Relationship Id="rId47" Type="http://schemas.openxmlformats.org/officeDocument/2006/relationships/customXml" Target="../ink/ink87.xml"/><Relationship Id="rId63" Type="http://schemas.openxmlformats.org/officeDocument/2006/relationships/customXml" Target="../ink/ink95.xml"/><Relationship Id="rId68" Type="http://schemas.openxmlformats.org/officeDocument/2006/relationships/image" Target="../media/image101.png"/><Relationship Id="rId84" Type="http://schemas.openxmlformats.org/officeDocument/2006/relationships/image" Target="../media/image109.png"/><Relationship Id="rId89" Type="http://schemas.openxmlformats.org/officeDocument/2006/relationships/customXml" Target="../ink/ink108.xml"/><Relationship Id="rId16" Type="http://schemas.openxmlformats.org/officeDocument/2006/relationships/image" Target="../media/image75.png"/><Relationship Id="rId11" Type="http://schemas.openxmlformats.org/officeDocument/2006/relationships/customXml" Target="../ink/ink69.xml"/><Relationship Id="rId32" Type="http://schemas.openxmlformats.org/officeDocument/2006/relationships/image" Target="../media/image83.png"/><Relationship Id="rId37" Type="http://schemas.openxmlformats.org/officeDocument/2006/relationships/customXml" Target="../ink/ink82.xml"/><Relationship Id="rId53" Type="http://schemas.openxmlformats.org/officeDocument/2006/relationships/customXml" Target="../ink/ink90.xml"/><Relationship Id="rId58" Type="http://schemas.openxmlformats.org/officeDocument/2006/relationships/image" Target="../media/image96.png"/><Relationship Id="rId74" Type="http://schemas.openxmlformats.org/officeDocument/2006/relationships/image" Target="../media/image104.png"/><Relationship Id="rId79" Type="http://schemas.openxmlformats.org/officeDocument/2006/relationships/customXml" Target="../ink/ink103.xml"/><Relationship Id="rId5" Type="http://schemas.openxmlformats.org/officeDocument/2006/relationships/customXml" Target="../ink/ink66.xml"/><Relationship Id="rId90" Type="http://schemas.openxmlformats.org/officeDocument/2006/relationships/image" Target="../media/image112.png"/><Relationship Id="rId95" Type="http://schemas.openxmlformats.org/officeDocument/2006/relationships/customXml" Target="../ink/ink111.xml"/><Relationship Id="rId22" Type="http://schemas.openxmlformats.org/officeDocument/2006/relationships/image" Target="../media/image78.png"/><Relationship Id="rId27" Type="http://schemas.openxmlformats.org/officeDocument/2006/relationships/customXml" Target="../ink/ink77.xml"/><Relationship Id="rId43" Type="http://schemas.openxmlformats.org/officeDocument/2006/relationships/customXml" Target="../ink/ink85.xml"/><Relationship Id="rId48" Type="http://schemas.openxmlformats.org/officeDocument/2006/relationships/image" Target="../media/image91.png"/><Relationship Id="rId64" Type="http://schemas.openxmlformats.org/officeDocument/2006/relationships/image" Target="../media/image99.png"/><Relationship Id="rId69" Type="http://schemas.openxmlformats.org/officeDocument/2006/relationships/customXml" Target="../ink/ink98.xml"/><Relationship Id="rId8" Type="http://schemas.openxmlformats.org/officeDocument/2006/relationships/image" Target="../media/image71.png"/><Relationship Id="rId51" Type="http://schemas.openxmlformats.org/officeDocument/2006/relationships/customXml" Target="../ink/ink89.xml"/><Relationship Id="rId72" Type="http://schemas.openxmlformats.org/officeDocument/2006/relationships/image" Target="../media/image103.png"/><Relationship Id="rId80" Type="http://schemas.openxmlformats.org/officeDocument/2006/relationships/image" Target="../media/image107.png"/><Relationship Id="rId85" Type="http://schemas.openxmlformats.org/officeDocument/2006/relationships/customXml" Target="../ink/ink106.xml"/><Relationship Id="rId93" Type="http://schemas.openxmlformats.org/officeDocument/2006/relationships/customXml" Target="../ink/ink110.xml"/><Relationship Id="rId3" Type="http://schemas.openxmlformats.org/officeDocument/2006/relationships/oleObject" Target="../embeddings/oleObject1.bin"/><Relationship Id="rId12" Type="http://schemas.openxmlformats.org/officeDocument/2006/relationships/image" Target="../media/image73.png"/><Relationship Id="rId17" Type="http://schemas.openxmlformats.org/officeDocument/2006/relationships/customXml" Target="../ink/ink72.xml"/><Relationship Id="rId25" Type="http://schemas.openxmlformats.org/officeDocument/2006/relationships/customXml" Target="../ink/ink76.xml"/><Relationship Id="rId33" Type="http://schemas.openxmlformats.org/officeDocument/2006/relationships/customXml" Target="../ink/ink80.xml"/><Relationship Id="rId38" Type="http://schemas.openxmlformats.org/officeDocument/2006/relationships/image" Target="../media/image86.png"/><Relationship Id="rId46" Type="http://schemas.openxmlformats.org/officeDocument/2006/relationships/image" Target="../media/image90.png"/><Relationship Id="rId59" Type="http://schemas.openxmlformats.org/officeDocument/2006/relationships/customXml" Target="../ink/ink93.xml"/><Relationship Id="rId67" Type="http://schemas.openxmlformats.org/officeDocument/2006/relationships/customXml" Target="../ink/ink97.xml"/><Relationship Id="rId20" Type="http://schemas.openxmlformats.org/officeDocument/2006/relationships/image" Target="../media/image77.png"/><Relationship Id="rId41" Type="http://schemas.openxmlformats.org/officeDocument/2006/relationships/customXml" Target="../ink/ink84.xml"/><Relationship Id="rId54" Type="http://schemas.openxmlformats.org/officeDocument/2006/relationships/image" Target="../media/image94.png"/><Relationship Id="rId62" Type="http://schemas.openxmlformats.org/officeDocument/2006/relationships/image" Target="../media/image98.png"/><Relationship Id="rId70" Type="http://schemas.openxmlformats.org/officeDocument/2006/relationships/image" Target="../media/image102.png"/><Relationship Id="rId75" Type="http://schemas.openxmlformats.org/officeDocument/2006/relationships/customXml" Target="../ink/ink101.xml"/><Relationship Id="rId83" Type="http://schemas.openxmlformats.org/officeDocument/2006/relationships/customXml" Target="../ink/ink105.xml"/><Relationship Id="rId88" Type="http://schemas.openxmlformats.org/officeDocument/2006/relationships/image" Target="../media/image111.png"/><Relationship Id="rId91" Type="http://schemas.openxmlformats.org/officeDocument/2006/relationships/customXml" Target="../ink/ink109.xml"/><Relationship Id="rId96" Type="http://schemas.openxmlformats.org/officeDocument/2006/relationships/image" Target="../media/image115.png"/><Relationship Id="rId1" Type="http://schemas.openxmlformats.org/officeDocument/2006/relationships/vmlDrawing" Target="../drawings/vmlDrawing1.vml"/><Relationship Id="rId6" Type="http://schemas.openxmlformats.org/officeDocument/2006/relationships/image" Target="../media/image70.png"/><Relationship Id="rId15" Type="http://schemas.openxmlformats.org/officeDocument/2006/relationships/customXml" Target="../ink/ink71.xml"/><Relationship Id="rId23" Type="http://schemas.openxmlformats.org/officeDocument/2006/relationships/customXml" Target="../ink/ink75.xml"/><Relationship Id="rId28" Type="http://schemas.openxmlformats.org/officeDocument/2006/relationships/image" Target="../media/image81.png"/><Relationship Id="rId36" Type="http://schemas.openxmlformats.org/officeDocument/2006/relationships/image" Target="../media/image85.png"/><Relationship Id="rId49" Type="http://schemas.openxmlformats.org/officeDocument/2006/relationships/customXml" Target="../ink/ink88.xml"/><Relationship Id="rId57" Type="http://schemas.openxmlformats.org/officeDocument/2006/relationships/customXml" Target="../ink/ink92.xml"/><Relationship Id="rId10" Type="http://schemas.openxmlformats.org/officeDocument/2006/relationships/image" Target="../media/image72.png"/><Relationship Id="rId31" Type="http://schemas.openxmlformats.org/officeDocument/2006/relationships/customXml" Target="../ink/ink79.xml"/><Relationship Id="rId44" Type="http://schemas.openxmlformats.org/officeDocument/2006/relationships/image" Target="../media/image89.png"/><Relationship Id="rId52" Type="http://schemas.openxmlformats.org/officeDocument/2006/relationships/image" Target="../media/image93.png"/><Relationship Id="rId60" Type="http://schemas.openxmlformats.org/officeDocument/2006/relationships/image" Target="../media/image97.png"/><Relationship Id="rId65" Type="http://schemas.openxmlformats.org/officeDocument/2006/relationships/customXml" Target="../ink/ink96.xml"/><Relationship Id="rId73" Type="http://schemas.openxmlformats.org/officeDocument/2006/relationships/customXml" Target="../ink/ink100.xml"/><Relationship Id="rId78" Type="http://schemas.openxmlformats.org/officeDocument/2006/relationships/image" Target="../media/image106.png"/><Relationship Id="rId81" Type="http://schemas.openxmlformats.org/officeDocument/2006/relationships/customXml" Target="../ink/ink104.xml"/><Relationship Id="rId86" Type="http://schemas.openxmlformats.org/officeDocument/2006/relationships/image" Target="../media/image110.png"/><Relationship Id="rId94" Type="http://schemas.openxmlformats.org/officeDocument/2006/relationships/image" Target="../media/image114.png"/><Relationship Id="rId4" Type="http://schemas.openxmlformats.org/officeDocument/2006/relationships/image" Target="../media/image69.png"/><Relationship Id="rId9" Type="http://schemas.openxmlformats.org/officeDocument/2006/relationships/customXml" Target="../ink/ink68.xml"/><Relationship Id="rId13" Type="http://schemas.openxmlformats.org/officeDocument/2006/relationships/customXml" Target="../ink/ink70.xml"/><Relationship Id="rId18" Type="http://schemas.openxmlformats.org/officeDocument/2006/relationships/image" Target="../media/image76.png"/><Relationship Id="rId39" Type="http://schemas.openxmlformats.org/officeDocument/2006/relationships/customXml" Target="../ink/ink83.xml"/><Relationship Id="rId34" Type="http://schemas.openxmlformats.org/officeDocument/2006/relationships/image" Target="../media/image84.png"/><Relationship Id="rId50" Type="http://schemas.openxmlformats.org/officeDocument/2006/relationships/image" Target="../media/image92.png"/><Relationship Id="rId55" Type="http://schemas.openxmlformats.org/officeDocument/2006/relationships/customXml" Target="../ink/ink91.xml"/><Relationship Id="rId76" Type="http://schemas.openxmlformats.org/officeDocument/2006/relationships/image" Target="../media/image105.png"/><Relationship Id="rId7" Type="http://schemas.openxmlformats.org/officeDocument/2006/relationships/customXml" Target="../ink/ink67.xml"/><Relationship Id="rId71" Type="http://schemas.openxmlformats.org/officeDocument/2006/relationships/customXml" Target="../ink/ink99.xml"/><Relationship Id="rId92" Type="http://schemas.openxmlformats.org/officeDocument/2006/relationships/image" Target="../media/image113.png"/><Relationship Id="rId2" Type="http://schemas.openxmlformats.org/officeDocument/2006/relationships/slideLayout" Target="../slideLayouts/slideLayout7.xml"/><Relationship Id="rId29" Type="http://schemas.openxmlformats.org/officeDocument/2006/relationships/customXml" Target="../ink/ink78.xml"/><Relationship Id="rId24" Type="http://schemas.openxmlformats.org/officeDocument/2006/relationships/image" Target="../media/image79.png"/><Relationship Id="rId40" Type="http://schemas.openxmlformats.org/officeDocument/2006/relationships/image" Target="../media/image87.png"/><Relationship Id="rId45" Type="http://schemas.openxmlformats.org/officeDocument/2006/relationships/customXml" Target="../ink/ink86.xml"/><Relationship Id="rId66" Type="http://schemas.openxmlformats.org/officeDocument/2006/relationships/image" Target="../media/image100.png"/><Relationship Id="rId87" Type="http://schemas.openxmlformats.org/officeDocument/2006/relationships/customXml" Target="../ink/ink107.xml"/><Relationship Id="rId61" Type="http://schemas.openxmlformats.org/officeDocument/2006/relationships/customXml" Target="../ink/ink94.xml"/><Relationship Id="rId82" Type="http://schemas.openxmlformats.org/officeDocument/2006/relationships/image" Target="../media/image108.png"/><Relationship Id="rId19" Type="http://schemas.openxmlformats.org/officeDocument/2006/relationships/customXml" Target="../ink/ink73.xml"/><Relationship Id="rId14" Type="http://schemas.openxmlformats.org/officeDocument/2006/relationships/image" Target="../media/image74.png"/><Relationship Id="rId30" Type="http://schemas.openxmlformats.org/officeDocument/2006/relationships/image" Target="../media/image82.png"/><Relationship Id="rId35" Type="http://schemas.openxmlformats.org/officeDocument/2006/relationships/customXml" Target="../ink/ink81.xml"/><Relationship Id="rId56" Type="http://schemas.openxmlformats.org/officeDocument/2006/relationships/image" Target="../media/image95.png"/><Relationship Id="rId77" Type="http://schemas.openxmlformats.org/officeDocument/2006/relationships/customXml" Target="../ink/ink10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oleObject" Target="../embeddings/oleObject1.bin"/><Relationship Id="rId7" Type="http://schemas.openxmlformats.org/officeDocument/2006/relationships/customXml" Target="../ink/ink113.xml"/><Relationship Id="rId12" Type="http://schemas.openxmlformats.org/officeDocument/2006/relationships/image" Target="../media/image11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6.png"/><Relationship Id="rId11" Type="http://schemas.openxmlformats.org/officeDocument/2006/relationships/customXml" Target="../ink/ink115.xml"/><Relationship Id="rId5" Type="http://schemas.openxmlformats.org/officeDocument/2006/relationships/customXml" Target="../ink/ink112.xml"/><Relationship Id="rId10" Type="http://schemas.openxmlformats.org/officeDocument/2006/relationships/image" Target="../media/image118.png"/><Relationship Id="rId4" Type="http://schemas.openxmlformats.org/officeDocument/2006/relationships/image" Target="../media/image69.png"/><Relationship Id="rId9" Type="http://schemas.openxmlformats.org/officeDocument/2006/relationships/customXml" Target="../ink/ink11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8.xml"/><Relationship Id="rId13" Type="http://schemas.openxmlformats.org/officeDocument/2006/relationships/image" Target="../media/image126.png"/><Relationship Id="rId18" Type="http://schemas.openxmlformats.org/officeDocument/2006/relationships/customXml" Target="../ink/ink123.xml"/><Relationship Id="rId3" Type="http://schemas.openxmlformats.org/officeDocument/2006/relationships/image" Target="../media/image121.png"/><Relationship Id="rId21" Type="http://schemas.openxmlformats.org/officeDocument/2006/relationships/image" Target="../media/image130.png"/><Relationship Id="rId7" Type="http://schemas.openxmlformats.org/officeDocument/2006/relationships/image" Target="../media/image123.png"/><Relationship Id="rId12" Type="http://schemas.openxmlformats.org/officeDocument/2006/relationships/customXml" Target="../ink/ink120.xml"/><Relationship Id="rId17" Type="http://schemas.openxmlformats.org/officeDocument/2006/relationships/image" Target="../media/image128.png"/><Relationship Id="rId2" Type="http://schemas.openxmlformats.org/officeDocument/2006/relationships/image" Target="../media/image120.png"/><Relationship Id="rId16" Type="http://schemas.openxmlformats.org/officeDocument/2006/relationships/customXml" Target="../ink/ink122.xml"/><Relationship Id="rId20" Type="http://schemas.openxmlformats.org/officeDocument/2006/relationships/customXml" Target="../ink/ink12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7.xml"/><Relationship Id="rId11" Type="http://schemas.openxmlformats.org/officeDocument/2006/relationships/image" Target="../media/image125.png"/><Relationship Id="rId5" Type="http://schemas.openxmlformats.org/officeDocument/2006/relationships/image" Target="../media/image122.png"/><Relationship Id="rId15" Type="http://schemas.openxmlformats.org/officeDocument/2006/relationships/image" Target="../media/image127.png"/><Relationship Id="rId10" Type="http://schemas.openxmlformats.org/officeDocument/2006/relationships/customXml" Target="../ink/ink119.xml"/><Relationship Id="rId19" Type="http://schemas.openxmlformats.org/officeDocument/2006/relationships/image" Target="../media/image129.png"/><Relationship Id="rId4" Type="http://schemas.openxmlformats.org/officeDocument/2006/relationships/customXml" Target="../ink/ink116.xml"/><Relationship Id="rId9" Type="http://schemas.openxmlformats.org/officeDocument/2006/relationships/image" Target="../media/image124.png"/><Relationship Id="rId14" Type="http://schemas.openxmlformats.org/officeDocument/2006/relationships/customXml" Target="../ink/ink12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7.xml"/><Relationship Id="rId13" Type="http://schemas.openxmlformats.org/officeDocument/2006/relationships/image" Target="../media/image136.png"/><Relationship Id="rId18" Type="http://schemas.openxmlformats.org/officeDocument/2006/relationships/customXml" Target="../ink/ink132.xml"/><Relationship Id="rId26" Type="http://schemas.openxmlformats.org/officeDocument/2006/relationships/customXml" Target="../ink/ink136.xml"/><Relationship Id="rId3" Type="http://schemas.openxmlformats.org/officeDocument/2006/relationships/image" Target="../media/image131.png"/><Relationship Id="rId21" Type="http://schemas.openxmlformats.org/officeDocument/2006/relationships/image" Target="../media/image140.png"/><Relationship Id="rId7" Type="http://schemas.openxmlformats.org/officeDocument/2006/relationships/image" Target="../media/image133.png"/><Relationship Id="rId12" Type="http://schemas.openxmlformats.org/officeDocument/2006/relationships/customXml" Target="../ink/ink129.xml"/><Relationship Id="rId17" Type="http://schemas.openxmlformats.org/officeDocument/2006/relationships/image" Target="../media/image138.png"/><Relationship Id="rId25" Type="http://schemas.openxmlformats.org/officeDocument/2006/relationships/image" Target="../media/image142.png"/><Relationship Id="rId2" Type="http://schemas.openxmlformats.org/officeDocument/2006/relationships/image" Target="../media/image120.png"/><Relationship Id="rId16" Type="http://schemas.openxmlformats.org/officeDocument/2006/relationships/customXml" Target="../ink/ink131.xml"/><Relationship Id="rId20" Type="http://schemas.openxmlformats.org/officeDocument/2006/relationships/customXml" Target="../ink/ink133.xml"/><Relationship Id="rId29" Type="http://schemas.openxmlformats.org/officeDocument/2006/relationships/image" Target="../media/image14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6.xml"/><Relationship Id="rId11" Type="http://schemas.openxmlformats.org/officeDocument/2006/relationships/image" Target="../media/image135.png"/><Relationship Id="rId24" Type="http://schemas.openxmlformats.org/officeDocument/2006/relationships/customXml" Target="../ink/ink135.xml"/><Relationship Id="rId5" Type="http://schemas.openxmlformats.org/officeDocument/2006/relationships/image" Target="../media/image132.png"/><Relationship Id="rId15" Type="http://schemas.openxmlformats.org/officeDocument/2006/relationships/image" Target="../media/image137.png"/><Relationship Id="rId23" Type="http://schemas.openxmlformats.org/officeDocument/2006/relationships/image" Target="../media/image141.png"/><Relationship Id="rId28" Type="http://schemas.openxmlformats.org/officeDocument/2006/relationships/customXml" Target="../ink/ink137.xml"/><Relationship Id="rId10" Type="http://schemas.openxmlformats.org/officeDocument/2006/relationships/customXml" Target="../ink/ink128.xml"/><Relationship Id="rId19" Type="http://schemas.openxmlformats.org/officeDocument/2006/relationships/image" Target="../media/image139.png"/><Relationship Id="rId31" Type="http://schemas.openxmlformats.org/officeDocument/2006/relationships/image" Target="../media/image145.png"/><Relationship Id="rId4" Type="http://schemas.openxmlformats.org/officeDocument/2006/relationships/customXml" Target="../ink/ink125.xml"/><Relationship Id="rId9" Type="http://schemas.openxmlformats.org/officeDocument/2006/relationships/image" Target="../media/image134.png"/><Relationship Id="rId14" Type="http://schemas.openxmlformats.org/officeDocument/2006/relationships/customXml" Target="../ink/ink130.xml"/><Relationship Id="rId22" Type="http://schemas.openxmlformats.org/officeDocument/2006/relationships/customXml" Target="../ink/ink134.xml"/><Relationship Id="rId27" Type="http://schemas.openxmlformats.org/officeDocument/2006/relationships/image" Target="../media/image143.png"/><Relationship Id="rId30" Type="http://schemas.openxmlformats.org/officeDocument/2006/relationships/customXml" Target="../ink/ink13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13" Type="http://schemas.openxmlformats.org/officeDocument/2006/relationships/customXml" Target="../ink/ink144.xml"/><Relationship Id="rId3" Type="http://schemas.openxmlformats.org/officeDocument/2006/relationships/customXml" Target="../ink/ink139.xml"/><Relationship Id="rId7" Type="http://schemas.openxmlformats.org/officeDocument/2006/relationships/customXml" Target="../ink/ink141.xml"/><Relationship Id="rId12" Type="http://schemas.openxmlformats.org/officeDocument/2006/relationships/image" Target="../media/image150.png"/><Relationship Id="rId2" Type="http://schemas.openxmlformats.org/officeDocument/2006/relationships/image" Target="../media/image131.png"/><Relationship Id="rId16" Type="http://schemas.openxmlformats.org/officeDocument/2006/relationships/image" Target="../media/image1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7.png"/><Relationship Id="rId11" Type="http://schemas.openxmlformats.org/officeDocument/2006/relationships/customXml" Target="../ink/ink143.xml"/><Relationship Id="rId5" Type="http://schemas.openxmlformats.org/officeDocument/2006/relationships/customXml" Target="../ink/ink140.xml"/><Relationship Id="rId15" Type="http://schemas.openxmlformats.org/officeDocument/2006/relationships/customXml" Target="../ink/ink145.xml"/><Relationship Id="rId10" Type="http://schemas.openxmlformats.org/officeDocument/2006/relationships/image" Target="../media/image149.png"/><Relationship Id="rId4" Type="http://schemas.openxmlformats.org/officeDocument/2006/relationships/image" Target="../media/image146.png"/><Relationship Id="rId9" Type="http://schemas.openxmlformats.org/officeDocument/2006/relationships/customXml" Target="../ink/ink142.xml"/><Relationship Id="rId14" Type="http://schemas.openxmlformats.org/officeDocument/2006/relationships/image" Target="../media/image151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51.xml"/><Relationship Id="rId18" Type="http://schemas.openxmlformats.org/officeDocument/2006/relationships/image" Target="../media/image160.png"/><Relationship Id="rId26" Type="http://schemas.openxmlformats.org/officeDocument/2006/relationships/image" Target="../media/image164.png"/><Relationship Id="rId3" Type="http://schemas.openxmlformats.org/officeDocument/2006/relationships/customXml" Target="../ink/ink146.xml"/><Relationship Id="rId21" Type="http://schemas.openxmlformats.org/officeDocument/2006/relationships/customXml" Target="../ink/ink155.xml"/><Relationship Id="rId34" Type="http://schemas.openxmlformats.org/officeDocument/2006/relationships/image" Target="../media/image168.png"/><Relationship Id="rId7" Type="http://schemas.openxmlformats.org/officeDocument/2006/relationships/customXml" Target="../ink/ink148.xml"/><Relationship Id="rId12" Type="http://schemas.openxmlformats.org/officeDocument/2006/relationships/image" Target="../media/image157.png"/><Relationship Id="rId17" Type="http://schemas.openxmlformats.org/officeDocument/2006/relationships/customXml" Target="../ink/ink153.xml"/><Relationship Id="rId25" Type="http://schemas.openxmlformats.org/officeDocument/2006/relationships/customXml" Target="../ink/ink157.xml"/><Relationship Id="rId33" Type="http://schemas.openxmlformats.org/officeDocument/2006/relationships/customXml" Target="../ink/ink161.xml"/><Relationship Id="rId2" Type="http://schemas.openxmlformats.org/officeDocument/2006/relationships/image" Target="../media/image131.png"/><Relationship Id="rId16" Type="http://schemas.openxmlformats.org/officeDocument/2006/relationships/image" Target="../media/image159.png"/><Relationship Id="rId20" Type="http://schemas.openxmlformats.org/officeDocument/2006/relationships/image" Target="../media/image161.png"/><Relationship Id="rId29" Type="http://schemas.openxmlformats.org/officeDocument/2006/relationships/customXml" Target="../ink/ink15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4.png"/><Relationship Id="rId11" Type="http://schemas.openxmlformats.org/officeDocument/2006/relationships/customXml" Target="../ink/ink150.xml"/><Relationship Id="rId24" Type="http://schemas.openxmlformats.org/officeDocument/2006/relationships/image" Target="../media/image163.png"/><Relationship Id="rId32" Type="http://schemas.openxmlformats.org/officeDocument/2006/relationships/image" Target="../media/image167.png"/><Relationship Id="rId5" Type="http://schemas.openxmlformats.org/officeDocument/2006/relationships/customXml" Target="../ink/ink147.xml"/><Relationship Id="rId15" Type="http://schemas.openxmlformats.org/officeDocument/2006/relationships/customXml" Target="../ink/ink152.xml"/><Relationship Id="rId23" Type="http://schemas.openxmlformats.org/officeDocument/2006/relationships/customXml" Target="../ink/ink156.xml"/><Relationship Id="rId28" Type="http://schemas.openxmlformats.org/officeDocument/2006/relationships/image" Target="../media/image165.png"/><Relationship Id="rId10" Type="http://schemas.openxmlformats.org/officeDocument/2006/relationships/image" Target="../media/image156.png"/><Relationship Id="rId19" Type="http://schemas.openxmlformats.org/officeDocument/2006/relationships/customXml" Target="../ink/ink154.xml"/><Relationship Id="rId31" Type="http://schemas.openxmlformats.org/officeDocument/2006/relationships/customXml" Target="../ink/ink160.xml"/><Relationship Id="rId4" Type="http://schemas.openxmlformats.org/officeDocument/2006/relationships/image" Target="../media/image153.png"/><Relationship Id="rId9" Type="http://schemas.openxmlformats.org/officeDocument/2006/relationships/customXml" Target="../ink/ink149.xml"/><Relationship Id="rId14" Type="http://schemas.openxmlformats.org/officeDocument/2006/relationships/image" Target="../media/image158.png"/><Relationship Id="rId22" Type="http://schemas.openxmlformats.org/officeDocument/2006/relationships/image" Target="../media/image162.png"/><Relationship Id="rId27" Type="http://schemas.openxmlformats.org/officeDocument/2006/relationships/customXml" Target="../ink/ink158.xml"/><Relationship Id="rId30" Type="http://schemas.openxmlformats.org/officeDocument/2006/relationships/image" Target="../media/image166.png"/><Relationship Id="rId8" Type="http://schemas.openxmlformats.org/officeDocument/2006/relationships/image" Target="../media/image15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customXml" Target="../ink/ink167.xml"/><Relationship Id="rId18" Type="http://schemas.openxmlformats.org/officeDocument/2006/relationships/image" Target="../media/image175.png"/><Relationship Id="rId26" Type="http://schemas.openxmlformats.org/officeDocument/2006/relationships/image" Target="../media/image179.png"/><Relationship Id="rId3" Type="http://schemas.openxmlformats.org/officeDocument/2006/relationships/customXml" Target="../ink/ink162.xml"/><Relationship Id="rId21" Type="http://schemas.openxmlformats.org/officeDocument/2006/relationships/customXml" Target="../ink/ink171.xml"/><Relationship Id="rId7" Type="http://schemas.openxmlformats.org/officeDocument/2006/relationships/customXml" Target="../ink/ink164.xml"/><Relationship Id="rId12" Type="http://schemas.openxmlformats.org/officeDocument/2006/relationships/image" Target="../media/image172.png"/><Relationship Id="rId17" Type="http://schemas.openxmlformats.org/officeDocument/2006/relationships/customXml" Target="../ink/ink169.xml"/><Relationship Id="rId25" Type="http://schemas.openxmlformats.org/officeDocument/2006/relationships/customXml" Target="../ink/ink173.xml"/><Relationship Id="rId2" Type="http://schemas.openxmlformats.org/officeDocument/2006/relationships/image" Target="../media/image131.png"/><Relationship Id="rId16" Type="http://schemas.openxmlformats.org/officeDocument/2006/relationships/image" Target="../media/image174.png"/><Relationship Id="rId20" Type="http://schemas.openxmlformats.org/officeDocument/2006/relationships/image" Target="../media/image176.png"/><Relationship Id="rId29" Type="http://schemas.openxmlformats.org/officeDocument/2006/relationships/customXml" Target="../ink/ink17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9.png"/><Relationship Id="rId11" Type="http://schemas.openxmlformats.org/officeDocument/2006/relationships/customXml" Target="../ink/ink166.xml"/><Relationship Id="rId24" Type="http://schemas.openxmlformats.org/officeDocument/2006/relationships/image" Target="../media/image178.png"/><Relationship Id="rId5" Type="http://schemas.openxmlformats.org/officeDocument/2006/relationships/customXml" Target="../ink/ink163.xml"/><Relationship Id="rId15" Type="http://schemas.openxmlformats.org/officeDocument/2006/relationships/customXml" Target="../ink/ink168.xml"/><Relationship Id="rId23" Type="http://schemas.openxmlformats.org/officeDocument/2006/relationships/customXml" Target="../ink/ink172.xml"/><Relationship Id="rId28" Type="http://schemas.openxmlformats.org/officeDocument/2006/relationships/image" Target="../media/image180.png"/><Relationship Id="rId10" Type="http://schemas.openxmlformats.org/officeDocument/2006/relationships/image" Target="../media/image171.png"/><Relationship Id="rId19" Type="http://schemas.openxmlformats.org/officeDocument/2006/relationships/customXml" Target="../ink/ink170.xml"/><Relationship Id="rId4" Type="http://schemas.openxmlformats.org/officeDocument/2006/relationships/image" Target="../media/image153.png"/><Relationship Id="rId9" Type="http://schemas.openxmlformats.org/officeDocument/2006/relationships/customXml" Target="../ink/ink165.xml"/><Relationship Id="rId14" Type="http://schemas.openxmlformats.org/officeDocument/2006/relationships/image" Target="../media/image173.png"/><Relationship Id="rId22" Type="http://schemas.openxmlformats.org/officeDocument/2006/relationships/image" Target="../media/image177.png"/><Relationship Id="rId27" Type="http://schemas.openxmlformats.org/officeDocument/2006/relationships/customXml" Target="../ink/ink174.xml"/><Relationship Id="rId30" Type="http://schemas.openxmlformats.org/officeDocument/2006/relationships/image" Target="../media/image181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7.png"/><Relationship Id="rId18" Type="http://schemas.openxmlformats.org/officeDocument/2006/relationships/customXml" Target="../ink/ink183.xml"/><Relationship Id="rId26" Type="http://schemas.openxmlformats.org/officeDocument/2006/relationships/customXml" Target="../ink/ink187.xml"/><Relationship Id="rId39" Type="http://schemas.openxmlformats.org/officeDocument/2006/relationships/image" Target="../media/image200.png"/><Relationship Id="rId21" Type="http://schemas.openxmlformats.org/officeDocument/2006/relationships/image" Target="../media/image191.png"/><Relationship Id="rId34" Type="http://schemas.openxmlformats.org/officeDocument/2006/relationships/customXml" Target="../ink/ink191.xml"/><Relationship Id="rId42" Type="http://schemas.openxmlformats.org/officeDocument/2006/relationships/customXml" Target="../ink/ink195.xml"/><Relationship Id="rId47" Type="http://schemas.openxmlformats.org/officeDocument/2006/relationships/image" Target="../media/image204.png"/><Relationship Id="rId50" Type="http://schemas.openxmlformats.org/officeDocument/2006/relationships/customXml" Target="../ink/ink199.xml"/><Relationship Id="rId7" Type="http://schemas.openxmlformats.org/officeDocument/2006/relationships/image" Target="../media/image184.png"/><Relationship Id="rId2" Type="http://schemas.openxmlformats.org/officeDocument/2006/relationships/image" Target="../media/image120.png"/><Relationship Id="rId16" Type="http://schemas.openxmlformats.org/officeDocument/2006/relationships/customXml" Target="../ink/ink182.xml"/><Relationship Id="rId29" Type="http://schemas.openxmlformats.org/officeDocument/2006/relationships/image" Target="../media/image195.png"/><Relationship Id="rId11" Type="http://schemas.openxmlformats.org/officeDocument/2006/relationships/image" Target="../media/image186.png"/><Relationship Id="rId24" Type="http://schemas.openxmlformats.org/officeDocument/2006/relationships/customXml" Target="../ink/ink186.xml"/><Relationship Id="rId32" Type="http://schemas.openxmlformats.org/officeDocument/2006/relationships/customXml" Target="../ink/ink190.xml"/><Relationship Id="rId37" Type="http://schemas.openxmlformats.org/officeDocument/2006/relationships/image" Target="../media/image199.png"/><Relationship Id="rId40" Type="http://schemas.openxmlformats.org/officeDocument/2006/relationships/customXml" Target="../ink/ink194.xml"/><Relationship Id="rId45" Type="http://schemas.openxmlformats.org/officeDocument/2006/relationships/image" Target="../media/image203.png"/><Relationship Id="rId5" Type="http://schemas.openxmlformats.org/officeDocument/2006/relationships/image" Target="../media/image183.png"/><Relationship Id="rId15" Type="http://schemas.openxmlformats.org/officeDocument/2006/relationships/image" Target="../media/image188.png"/><Relationship Id="rId23" Type="http://schemas.openxmlformats.org/officeDocument/2006/relationships/image" Target="../media/image192.png"/><Relationship Id="rId28" Type="http://schemas.openxmlformats.org/officeDocument/2006/relationships/customXml" Target="../ink/ink188.xml"/><Relationship Id="rId36" Type="http://schemas.openxmlformats.org/officeDocument/2006/relationships/customXml" Target="../ink/ink192.xml"/><Relationship Id="rId49" Type="http://schemas.openxmlformats.org/officeDocument/2006/relationships/image" Target="../media/image205.png"/><Relationship Id="rId10" Type="http://schemas.openxmlformats.org/officeDocument/2006/relationships/customXml" Target="../ink/ink179.xml"/><Relationship Id="rId19" Type="http://schemas.openxmlformats.org/officeDocument/2006/relationships/image" Target="../media/image190.png"/><Relationship Id="rId31" Type="http://schemas.openxmlformats.org/officeDocument/2006/relationships/image" Target="../media/image196.png"/><Relationship Id="rId44" Type="http://schemas.openxmlformats.org/officeDocument/2006/relationships/customXml" Target="../ink/ink196.xml"/><Relationship Id="rId4" Type="http://schemas.openxmlformats.org/officeDocument/2006/relationships/customXml" Target="../ink/ink176.xml"/><Relationship Id="rId9" Type="http://schemas.openxmlformats.org/officeDocument/2006/relationships/image" Target="../media/image185.png"/><Relationship Id="rId14" Type="http://schemas.openxmlformats.org/officeDocument/2006/relationships/customXml" Target="../ink/ink181.xml"/><Relationship Id="rId22" Type="http://schemas.openxmlformats.org/officeDocument/2006/relationships/customXml" Target="../ink/ink185.xml"/><Relationship Id="rId27" Type="http://schemas.openxmlformats.org/officeDocument/2006/relationships/image" Target="../media/image194.png"/><Relationship Id="rId30" Type="http://schemas.openxmlformats.org/officeDocument/2006/relationships/customXml" Target="../ink/ink189.xml"/><Relationship Id="rId35" Type="http://schemas.openxmlformats.org/officeDocument/2006/relationships/image" Target="../media/image198.png"/><Relationship Id="rId43" Type="http://schemas.openxmlformats.org/officeDocument/2006/relationships/image" Target="../media/image202.png"/><Relationship Id="rId48" Type="http://schemas.openxmlformats.org/officeDocument/2006/relationships/customXml" Target="../ink/ink198.xml"/><Relationship Id="rId8" Type="http://schemas.openxmlformats.org/officeDocument/2006/relationships/customXml" Target="../ink/ink178.xml"/><Relationship Id="rId51" Type="http://schemas.openxmlformats.org/officeDocument/2006/relationships/image" Target="../media/image206.png"/><Relationship Id="rId3" Type="http://schemas.openxmlformats.org/officeDocument/2006/relationships/image" Target="../media/image182.png"/><Relationship Id="rId12" Type="http://schemas.openxmlformats.org/officeDocument/2006/relationships/customXml" Target="../ink/ink180.xml"/><Relationship Id="rId17" Type="http://schemas.openxmlformats.org/officeDocument/2006/relationships/image" Target="../media/image189.png"/><Relationship Id="rId25" Type="http://schemas.openxmlformats.org/officeDocument/2006/relationships/image" Target="../media/image193.png"/><Relationship Id="rId33" Type="http://schemas.openxmlformats.org/officeDocument/2006/relationships/image" Target="../media/image197.png"/><Relationship Id="rId38" Type="http://schemas.openxmlformats.org/officeDocument/2006/relationships/customXml" Target="../ink/ink193.xml"/><Relationship Id="rId46" Type="http://schemas.openxmlformats.org/officeDocument/2006/relationships/customXml" Target="../ink/ink197.xml"/><Relationship Id="rId20" Type="http://schemas.openxmlformats.org/officeDocument/2006/relationships/customXml" Target="../ink/ink184.xml"/><Relationship Id="rId41" Type="http://schemas.openxmlformats.org/officeDocument/2006/relationships/image" Target="../media/image20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77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2.png"/><Relationship Id="rId18" Type="http://schemas.openxmlformats.org/officeDocument/2006/relationships/customXml" Target="../ink/ink208.xml"/><Relationship Id="rId26" Type="http://schemas.openxmlformats.org/officeDocument/2006/relationships/customXml" Target="../ink/ink212.xml"/><Relationship Id="rId39" Type="http://schemas.openxmlformats.org/officeDocument/2006/relationships/image" Target="../media/image225.png"/><Relationship Id="rId21" Type="http://schemas.openxmlformats.org/officeDocument/2006/relationships/image" Target="../media/image216.png"/><Relationship Id="rId34" Type="http://schemas.openxmlformats.org/officeDocument/2006/relationships/customXml" Target="../ink/ink216.xml"/><Relationship Id="rId42" Type="http://schemas.openxmlformats.org/officeDocument/2006/relationships/customXml" Target="../ink/ink220.xml"/><Relationship Id="rId47" Type="http://schemas.openxmlformats.org/officeDocument/2006/relationships/customXml" Target="../ink/ink223.xml"/><Relationship Id="rId50" Type="http://schemas.openxmlformats.org/officeDocument/2006/relationships/image" Target="../media/image230.png"/><Relationship Id="rId55" Type="http://schemas.openxmlformats.org/officeDocument/2006/relationships/customXml" Target="../ink/ink227.xml"/><Relationship Id="rId7" Type="http://schemas.openxmlformats.org/officeDocument/2006/relationships/image" Target="../media/image209.png"/><Relationship Id="rId2" Type="http://schemas.openxmlformats.org/officeDocument/2006/relationships/customXml" Target="../ink/ink200.xml"/><Relationship Id="rId16" Type="http://schemas.openxmlformats.org/officeDocument/2006/relationships/customXml" Target="../ink/ink207.xml"/><Relationship Id="rId29" Type="http://schemas.openxmlformats.org/officeDocument/2006/relationships/image" Target="../media/image220.png"/><Relationship Id="rId11" Type="http://schemas.openxmlformats.org/officeDocument/2006/relationships/image" Target="../media/image211.png"/><Relationship Id="rId24" Type="http://schemas.openxmlformats.org/officeDocument/2006/relationships/customXml" Target="../ink/ink211.xml"/><Relationship Id="rId32" Type="http://schemas.openxmlformats.org/officeDocument/2006/relationships/customXml" Target="../ink/ink215.xml"/><Relationship Id="rId37" Type="http://schemas.openxmlformats.org/officeDocument/2006/relationships/image" Target="../media/image224.png"/><Relationship Id="rId40" Type="http://schemas.openxmlformats.org/officeDocument/2006/relationships/customXml" Target="../ink/ink219.xml"/><Relationship Id="rId45" Type="http://schemas.openxmlformats.org/officeDocument/2006/relationships/customXml" Target="../ink/ink222.xml"/><Relationship Id="rId53" Type="http://schemas.openxmlformats.org/officeDocument/2006/relationships/customXml" Target="../ink/ink226.xml"/><Relationship Id="rId5" Type="http://schemas.openxmlformats.org/officeDocument/2006/relationships/image" Target="../media/image208.png"/><Relationship Id="rId10" Type="http://schemas.openxmlformats.org/officeDocument/2006/relationships/customXml" Target="../ink/ink204.xml"/><Relationship Id="rId19" Type="http://schemas.openxmlformats.org/officeDocument/2006/relationships/image" Target="../media/image215.png"/><Relationship Id="rId31" Type="http://schemas.openxmlformats.org/officeDocument/2006/relationships/image" Target="../media/image221.png"/><Relationship Id="rId44" Type="http://schemas.openxmlformats.org/officeDocument/2006/relationships/customXml" Target="../ink/ink221.xml"/><Relationship Id="rId52" Type="http://schemas.openxmlformats.org/officeDocument/2006/relationships/image" Target="../media/image231.png"/><Relationship Id="rId4" Type="http://schemas.openxmlformats.org/officeDocument/2006/relationships/customXml" Target="../ink/ink201.xml"/><Relationship Id="rId9" Type="http://schemas.openxmlformats.org/officeDocument/2006/relationships/image" Target="../media/image210.png"/><Relationship Id="rId14" Type="http://schemas.openxmlformats.org/officeDocument/2006/relationships/customXml" Target="../ink/ink206.xml"/><Relationship Id="rId22" Type="http://schemas.openxmlformats.org/officeDocument/2006/relationships/customXml" Target="../ink/ink210.xml"/><Relationship Id="rId27" Type="http://schemas.openxmlformats.org/officeDocument/2006/relationships/image" Target="../media/image219.png"/><Relationship Id="rId30" Type="http://schemas.openxmlformats.org/officeDocument/2006/relationships/customXml" Target="../ink/ink214.xml"/><Relationship Id="rId35" Type="http://schemas.openxmlformats.org/officeDocument/2006/relationships/image" Target="../media/image223.png"/><Relationship Id="rId43" Type="http://schemas.openxmlformats.org/officeDocument/2006/relationships/image" Target="../media/image227.png"/><Relationship Id="rId48" Type="http://schemas.openxmlformats.org/officeDocument/2006/relationships/image" Target="../media/image229.png"/><Relationship Id="rId56" Type="http://schemas.openxmlformats.org/officeDocument/2006/relationships/image" Target="../media/image233.png"/><Relationship Id="rId8" Type="http://schemas.openxmlformats.org/officeDocument/2006/relationships/customXml" Target="../ink/ink203.xml"/><Relationship Id="rId51" Type="http://schemas.openxmlformats.org/officeDocument/2006/relationships/customXml" Target="../ink/ink225.xml"/><Relationship Id="rId3" Type="http://schemas.openxmlformats.org/officeDocument/2006/relationships/image" Target="../media/image207.png"/><Relationship Id="rId12" Type="http://schemas.openxmlformats.org/officeDocument/2006/relationships/customXml" Target="../ink/ink205.xml"/><Relationship Id="rId17" Type="http://schemas.openxmlformats.org/officeDocument/2006/relationships/image" Target="../media/image214.png"/><Relationship Id="rId25" Type="http://schemas.openxmlformats.org/officeDocument/2006/relationships/image" Target="../media/image218.png"/><Relationship Id="rId33" Type="http://schemas.openxmlformats.org/officeDocument/2006/relationships/image" Target="../media/image222.png"/><Relationship Id="rId38" Type="http://schemas.openxmlformats.org/officeDocument/2006/relationships/customXml" Target="../ink/ink218.xml"/><Relationship Id="rId46" Type="http://schemas.openxmlformats.org/officeDocument/2006/relationships/image" Target="../media/image228.png"/><Relationship Id="rId20" Type="http://schemas.openxmlformats.org/officeDocument/2006/relationships/customXml" Target="../ink/ink209.xml"/><Relationship Id="rId41" Type="http://schemas.openxmlformats.org/officeDocument/2006/relationships/image" Target="../media/image226.png"/><Relationship Id="rId54" Type="http://schemas.openxmlformats.org/officeDocument/2006/relationships/image" Target="../media/image23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02.xml"/><Relationship Id="rId15" Type="http://schemas.openxmlformats.org/officeDocument/2006/relationships/image" Target="../media/image213.png"/><Relationship Id="rId23" Type="http://schemas.openxmlformats.org/officeDocument/2006/relationships/image" Target="../media/image217.png"/><Relationship Id="rId28" Type="http://schemas.openxmlformats.org/officeDocument/2006/relationships/customXml" Target="../ink/ink213.xml"/><Relationship Id="rId36" Type="http://schemas.openxmlformats.org/officeDocument/2006/relationships/customXml" Target="../ink/ink217.xml"/><Relationship Id="rId49" Type="http://schemas.openxmlformats.org/officeDocument/2006/relationships/customXml" Target="../ink/ink224.xml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39.xml"/><Relationship Id="rId21" Type="http://schemas.openxmlformats.org/officeDocument/2006/relationships/image" Target="../media/image243.png"/><Relationship Id="rId42" Type="http://schemas.openxmlformats.org/officeDocument/2006/relationships/customXml" Target="../ink/ink247.xml"/><Relationship Id="rId47" Type="http://schemas.openxmlformats.org/officeDocument/2006/relationships/image" Target="../media/image256.png"/><Relationship Id="rId63" Type="http://schemas.openxmlformats.org/officeDocument/2006/relationships/image" Target="../media/image264.png"/><Relationship Id="rId68" Type="http://schemas.openxmlformats.org/officeDocument/2006/relationships/customXml" Target="../ink/ink260.xml"/><Relationship Id="rId84" Type="http://schemas.openxmlformats.org/officeDocument/2006/relationships/customXml" Target="../ink/ink268.xml"/><Relationship Id="rId89" Type="http://schemas.openxmlformats.org/officeDocument/2006/relationships/image" Target="../media/image277.png"/><Relationship Id="rId16" Type="http://schemas.openxmlformats.org/officeDocument/2006/relationships/customXml" Target="../ink/ink234.xml"/><Relationship Id="rId11" Type="http://schemas.openxmlformats.org/officeDocument/2006/relationships/image" Target="../media/image238.png"/><Relationship Id="rId32" Type="http://schemas.openxmlformats.org/officeDocument/2006/relationships/customXml" Target="../ink/ink242.xml"/><Relationship Id="rId37" Type="http://schemas.openxmlformats.org/officeDocument/2006/relationships/image" Target="../media/image251.png"/><Relationship Id="rId53" Type="http://schemas.openxmlformats.org/officeDocument/2006/relationships/image" Target="../media/image259.png"/><Relationship Id="rId58" Type="http://schemas.openxmlformats.org/officeDocument/2006/relationships/customXml" Target="../ink/ink255.xml"/><Relationship Id="rId74" Type="http://schemas.openxmlformats.org/officeDocument/2006/relationships/customXml" Target="../ink/ink263.xml"/><Relationship Id="rId79" Type="http://schemas.openxmlformats.org/officeDocument/2006/relationships/image" Target="../media/image272.png"/><Relationship Id="rId5" Type="http://schemas.openxmlformats.org/officeDocument/2006/relationships/image" Target="../media/image235.png"/><Relationship Id="rId90" Type="http://schemas.openxmlformats.org/officeDocument/2006/relationships/customXml" Target="../ink/ink271.xml"/><Relationship Id="rId22" Type="http://schemas.openxmlformats.org/officeDocument/2006/relationships/customXml" Target="../ink/ink237.xml"/><Relationship Id="rId27" Type="http://schemas.openxmlformats.org/officeDocument/2006/relationships/image" Target="../media/image246.png"/><Relationship Id="rId43" Type="http://schemas.openxmlformats.org/officeDocument/2006/relationships/image" Target="../media/image254.png"/><Relationship Id="rId48" Type="http://schemas.openxmlformats.org/officeDocument/2006/relationships/customXml" Target="../ink/ink250.xml"/><Relationship Id="rId64" Type="http://schemas.openxmlformats.org/officeDocument/2006/relationships/customXml" Target="../ink/ink258.xml"/><Relationship Id="rId69" Type="http://schemas.openxmlformats.org/officeDocument/2006/relationships/image" Target="../media/image267.png"/><Relationship Id="rId8" Type="http://schemas.openxmlformats.org/officeDocument/2006/relationships/customXml" Target="../ink/ink230.xml"/><Relationship Id="rId51" Type="http://schemas.openxmlformats.org/officeDocument/2006/relationships/image" Target="../media/image258.png"/><Relationship Id="rId72" Type="http://schemas.openxmlformats.org/officeDocument/2006/relationships/customXml" Target="../ink/ink262.xml"/><Relationship Id="rId80" Type="http://schemas.openxmlformats.org/officeDocument/2006/relationships/customXml" Target="../ink/ink266.xml"/><Relationship Id="rId85" Type="http://schemas.openxmlformats.org/officeDocument/2006/relationships/image" Target="../media/image275.png"/><Relationship Id="rId93" Type="http://schemas.openxmlformats.org/officeDocument/2006/relationships/image" Target="../media/image279.png"/><Relationship Id="rId3" Type="http://schemas.openxmlformats.org/officeDocument/2006/relationships/image" Target="../media/image234.png"/><Relationship Id="rId12" Type="http://schemas.openxmlformats.org/officeDocument/2006/relationships/customXml" Target="../ink/ink232.xml"/><Relationship Id="rId17" Type="http://schemas.openxmlformats.org/officeDocument/2006/relationships/image" Target="../media/image241.png"/><Relationship Id="rId25" Type="http://schemas.openxmlformats.org/officeDocument/2006/relationships/image" Target="../media/image245.png"/><Relationship Id="rId33" Type="http://schemas.openxmlformats.org/officeDocument/2006/relationships/image" Target="../media/image249.png"/><Relationship Id="rId38" Type="http://schemas.openxmlformats.org/officeDocument/2006/relationships/customXml" Target="../ink/ink245.xml"/><Relationship Id="rId46" Type="http://schemas.openxmlformats.org/officeDocument/2006/relationships/customXml" Target="../ink/ink249.xml"/><Relationship Id="rId59" Type="http://schemas.openxmlformats.org/officeDocument/2006/relationships/image" Target="../media/image262.png"/><Relationship Id="rId67" Type="http://schemas.openxmlformats.org/officeDocument/2006/relationships/image" Target="../media/image266.png"/><Relationship Id="rId20" Type="http://schemas.openxmlformats.org/officeDocument/2006/relationships/customXml" Target="../ink/ink236.xml"/><Relationship Id="rId41" Type="http://schemas.openxmlformats.org/officeDocument/2006/relationships/image" Target="../media/image253.png"/><Relationship Id="rId54" Type="http://schemas.openxmlformats.org/officeDocument/2006/relationships/customXml" Target="../ink/ink253.xml"/><Relationship Id="rId62" Type="http://schemas.openxmlformats.org/officeDocument/2006/relationships/customXml" Target="../ink/ink257.xml"/><Relationship Id="rId70" Type="http://schemas.openxmlformats.org/officeDocument/2006/relationships/customXml" Target="../ink/ink261.xml"/><Relationship Id="rId75" Type="http://schemas.openxmlformats.org/officeDocument/2006/relationships/image" Target="../media/image270.png"/><Relationship Id="rId83" Type="http://schemas.openxmlformats.org/officeDocument/2006/relationships/image" Target="../media/image274.png"/><Relationship Id="rId88" Type="http://schemas.openxmlformats.org/officeDocument/2006/relationships/customXml" Target="../ink/ink270.xml"/><Relationship Id="rId91" Type="http://schemas.openxmlformats.org/officeDocument/2006/relationships/image" Target="../media/image27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29.xml"/><Relationship Id="rId15" Type="http://schemas.openxmlformats.org/officeDocument/2006/relationships/image" Target="../media/image240.png"/><Relationship Id="rId23" Type="http://schemas.openxmlformats.org/officeDocument/2006/relationships/image" Target="../media/image244.png"/><Relationship Id="rId28" Type="http://schemas.openxmlformats.org/officeDocument/2006/relationships/customXml" Target="../ink/ink240.xml"/><Relationship Id="rId36" Type="http://schemas.openxmlformats.org/officeDocument/2006/relationships/customXml" Target="../ink/ink244.xml"/><Relationship Id="rId49" Type="http://schemas.openxmlformats.org/officeDocument/2006/relationships/image" Target="../media/image257.png"/><Relationship Id="rId57" Type="http://schemas.openxmlformats.org/officeDocument/2006/relationships/image" Target="../media/image261.png"/><Relationship Id="rId10" Type="http://schemas.openxmlformats.org/officeDocument/2006/relationships/customXml" Target="../ink/ink231.xml"/><Relationship Id="rId31" Type="http://schemas.openxmlformats.org/officeDocument/2006/relationships/image" Target="../media/image248.png"/><Relationship Id="rId44" Type="http://schemas.openxmlformats.org/officeDocument/2006/relationships/customXml" Target="../ink/ink248.xml"/><Relationship Id="rId52" Type="http://schemas.openxmlformats.org/officeDocument/2006/relationships/customXml" Target="../ink/ink252.xml"/><Relationship Id="rId60" Type="http://schemas.openxmlformats.org/officeDocument/2006/relationships/customXml" Target="../ink/ink256.xml"/><Relationship Id="rId65" Type="http://schemas.openxmlformats.org/officeDocument/2006/relationships/image" Target="../media/image265.png"/><Relationship Id="rId73" Type="http://schemas.openxmlformats.org/officeDocument/2006/relationships/image" Target="../media/image269.png"/><Relationship Id="rId78" Type="http://schemas.openxmlformats.org/officeDocument/2006/relationships/customXml" Target="../ink/ink265.xml"/><Relationship Id="rId81" Type="http://schemas.openxmlformats.org/officeDocument/2006/relationships/image" Target="../media/image273.png"/><Relationship Id="rId86" Type="http://schemas.openxmlformats.org/officeDocument/2006/relationships/customXml" Target="../ink/ink269.xml"/><Relationship Id="rId4" Type="http://schemas.openxmlformats.org/officeDocument/2006/relationships/customXml" Target="../ink/ink228.xml"/><Relationship Id="rId9" Type="http://schemas.openxmlformats.org/officeDocument/2006/relationships/image" Target="../media/image237.png"/><Relationship Id="rId13" Type="http://schemas.openxmlformats.org/officeDocument/2006/relationships/image" Target="../media/image239.png"/><Relationship Id="rId18" Type="http://schemas.openxmlformats.org/officeDocument/2006/relationships/customXml" Target="../ink/ink235.xml"/><Relationship Id="rId39" Type="http://schemas.openxmlformats.org/officeDocument/2006/relationships/image" Target="../media/image252.png"/><Relationship Id="rId34" Type="http://schemas.openxmlformats.org/officeDocument/2006/relationships/customXml" Target="../ink/ink243.xml"/><Relationship Id="rId50" Type="http://schemas.openxmlformats.org/officeDocument/2006/relationships/customXml" Target="../ink/ink251.xml"/><Relationship Id="rId55" Type="http://schemas.openxmlformats.org/officeDocument/2006/relationships/image" Target="../media/image260.png"/><Relationship Id="rId76" Type="http://schemas.openxmlformats.org/officeDocument/2006/relationships/customXml" Target="../ink/ink264.xml"/><Relationship Id="rId7" Type="http://schemas.openxmlformats.org/officeDocument/2006/relationships/image" Target="../media/image236.png"/><Relationship Id="rId71" Type="http://schemas.openxmlformats.org/officeDocument/2006/relationships/image" Target="../media/image268.png"/><Relationship Id="rId92" Type="http://schemas.openxmlformats.org/officeDocument/2006/relationships/customXml" Target="../ink/ink272.xml"/><Relationship Id="rId2" Type="http://schemas.openxmlformats.org/officeDocument/2006/relationships/image" Target="../media/image120.png"/><Relationship Id="rId29" Type="http://schemas.openxmlformats.org/officeDocument/2006/relationships/image" Target="../media/image247.png"/><Relationship Id="rId24" Type="http://schemas.openxmlformats.org/officeDocument/2006/relationships/customXml" Target="../ink/ink238.xml"/><Relationship Id="rId40" Type="http://schemas.openxmlformats.org/officeDocument/2006/relationships/customXml" Target="../ink/ink246.xml"/><Relationship Id="rId45" Type="http://schemas.openxmlformats.org/officeDocument/2006/relationships/image" Target="../media/image255.png"/><Relationship Id="rId66" Type="http://schemas.openxmlformats.org/officeDocument/2006/relationships/customXml" Target="../ink/ink259.xml"/><Relationship Id="rId87" Type="http://schemas.openxmlformats.org/officeDocument/2006/relationships/image" Target="../media/image276.png"/><Relationship Id="rId61" Type="http://schemas.openxmlformats.org/officeDocument/2006/relationships/image" Target="../media/image263.png"/><Relationship Id="rId82" Type="http://schemas.openxmlformats.org/officeDocument/2006/relationships/customXml" Target="../ink/ink267.xml"/><Relationship Id="rId19" Type="http://schemas.openxmlformats.org/officeDocument/2006/relationships/image" Target="../media/image242.png"/><Relationship Id="rId14" Type="http://schemas.openxmlformats.org/officeDocument/2006/relationships/customXml" Target="../ink/ink233.xml"/><Relationship Id="rId30" Type="http://schemas.openxmlformats.org/officeDocument/2006/relationships/customXml" Target="../ink/ink241.xml"/><Relationship Id="rId35" Type="http://schemas.openxmlformats.org/officeDocument/2006/relationships/image" Target="../media/image250.png"/><Relationship Id="rId56" Type="http://schemas.openxmlformats.org/officeDocument/2006/relationships/customXml" Target="../ink/ink254.xml"/><Relationship Id="rId77" Type="http://schemas.openxmlformats.org/officeDocument/2006/relationships/image" Target="../media/image27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3.xml"/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82.xml"/><Relationship Id="rId21" Type="http://schemas.openxmlformats.org/officeDocument/2006/relationships/image" Target="../media/image292.png"/><Relationship Id="rId42" Type="http://schemas.openxmlformats.org/officeDocument/2006/relationships/customXml" Target="../ink/ink290.xml"/><Relationship Id="rId47" Type="http://schemas.openxmlformats.org/officeDocument/2006/relationships/image" Target="../media/image305.png"/><Relationship Id="rId63" Type="http://schemas.openxmlformats.org/officeDocument/2006/relationships/image" Target="../media/image227.png"/><Relationship Id="rId68" Type="http://schemas.openxmlformats.org/officeDocument/2006/relationships/customXml" Target="../ink/ink303.xml"/><Relationship Id="rId16" Type="http://schemas.openxmlformats.org/officeDocument/2006/relationships/customXml" Target="../ink/ink277.xml"/><Relationship Id="rId11" Type="http://schemas.openxmlformats.org/officeDocument/2006/relationships/image" Target="../media/image287.png"/><Relationship Id="rId24" Type="http://schemas.openxmlformats.org/officeDocument/2006/relationships/customXml" Target="../ink/ink281.xml"/><Relationship Id="rId32" Type="http://schemas.openxmlformats.org/officeDocument/2006/relationships/customXml" Target="../ink/ink285.xml"/><Relationship Id="rId37" Type="http://schemas.openxmlformats.org/officeDocument/2006/relationships/image" Target="../media/image300.png"/><Relationship Id="rId40" Type="http://schemas.openxmlformats.org/officeDocument/2006/relationships/customXml" Target="../ink/ink289.xml"/><Relationship Id="rId45" Type="http://schemas.openxmlformats.org/officeDocument/2006/relationships/image" Target="../media/image304.png"/><Relationship Id="rId53" Type="http://schemas.openxmlformats.org/officeDocument/2006/relationships/image" Target="../media/image308.png"/><Relationship Id="rId58" Type="http://schemas.openxmlformats.org/officeDocument/2006/relationships/customXml" Target="../ink/ink298.xml"/><Relationship Id="rId66" Type="http://schemas.openxmlformats.org/officeDocument/2006/relationships/customXml" Target="../ink/ink302.xml"/><Relationship Id="rId74" Type="http://schemas.openxmlformats.org/officeDocument/2006/relationships/customXml" Target="../ink/ink306.xml"/><Relationship Id="rId79" Type="http://schemas.openxmlformats.org/officeDocument/2006/relationships/image" Target="../media/image320.png"/><Relationship Id="rId5" Type="http://schemas.openxmlformats.org/officeDocument/2006/relationships/oleObject" Target="../embeddings/oleObject3.bin"/><Relationship Id="rId61" Type="http://schemas.openxmlformats.org/officeDocument/2006/relationships/image" Target="../media/image312.png"/><Relationship Id="rId19" Type="http://schemas.openxmlformats.org/officeDocument/2006/relationships/image" Target="../media/image291.png"/><Relationship Id="rId14" Type="http://schemas.openxmlformats.org/officeDocument/2006/relationships/customXml" Target="../ink/ink276.xml"/><Relationship Id="rId22" Type="http://schemas.openxmlformats.org/officeDocument/2006/relationships/customXml" Target="../ink/ink280.xml"/><Relationship Id="rId27" Type="http://schemas.openxmlformats.org/officeDocument/2006/relationships/image" Target="../media/image295.png"/><Relationship Id="rId30" Type="http://schemas.openxmlformats.org/officeDocument/2006/relationships/customXml" Target="../ink/ink284.xml"/><Relationship Id="rId35" Type="http://schemas.openxmlformats.org/officeDocument/2006/relationships/image" Target="../media/image299.png"/><Relationship Id="rId43" Type="http://schemas.openxmlformats.org/officeDocument/2006/relationships/image" Target="../media/image303.png"/><Relationship Id="rId48" Type="http://schemas.openxmlformats.org/officeDocument/2006/relationships/customXml" Target="../ink/ink293.xml"/><Relationship Id="rId56" Type="http://schemas.openxmlformats.org/officeDocument/2006/relationships/customXml" Target="../ink/ink297.xml"/><Relationship Id="rId64" Type="http://schemas.openxmlformats.org/officeDocument/2006/relationships/customXml" Target="../ink/ink301.xml"/><Relationship Id="rId69" Type="http://schemas.openxmlformats.org/officeDocument/2006/relationships/image" Target="../media/image315.png"/><Relationship Id="rId77" Type="http://schemas.openxmlformats.org/officeDocument/2006/relationships/image" Target="../media/image319.png"/><Relationship Id="rId8" Type="http://schemas.openxmlformats.org/officeDocument/2006/relationships/image" Target="../media/image285.wmf"/><Relationship Id="rId51" Type="http://schemas.openxmlformats.org/officeDocument/2006/relationships/image" Target="../media/image307.png"/><Relationship Id="rId72" Type="http://schemas.openxmlformats.org/officeDocument/2006/relationships/customXml" Target="../ink/ink305.xml"/><Relationship Id="rId3" Type="http://schemas.openxmlformats.org/officeDocument/2006/relationships/oleObject" Target="../embeddings/oleObject2.bin"/><Relationship Id="rId12" Type="http://schemas.openxmlformats.org/officeDocument/2006/relationships/customXml" Target="../ink/ink275.xml"/><Relationship Id="rId17" Type="http://schemas.openxmlformats.org/officeDocument/2006/relationships/image" Target="../media/image290.png"/><Relationship Id="rId25" Type="http://schemas.openxmlformats.org/officeDocument/2006/relationships/image" Target="../media/image294.png"/><Relationship Id="rId33" Type="http://schemas.openxmlformats.org/officeDocument/2006/relationships/image" Target="../media/image298.png"/><Relationship Id="rId38" Type="http://schemas.openxmlformats.org/officeDocument/2006/relationships/customXml" Target="../ink/ink288.xml"/><Relationship Id="rId46" Type="http://schemas.openxmlformats.org/officeDocument/2006/relationships/customXml" Target="../ink/ink292.xml"/><Relationship Id="rId59" Type="http://schemas.openxmlformats.org/officeDocument/2006/relationships/image" Target="../media/image311.png"/><Relationship Id="rId67" Type="http://schemas.openxmlformats.org/officeDocument/2006/relationships/image" Target="../media/image314.png"/><Relationship Id="rId20" Type="http://schemas.openxmlformats.org/officeDocument/2006/relationships/customXml" Target="../ink/ink279.xml"/><Relationship Id="rId41" Type="http://schemas.openxmlformats.org/officeDocument/2006/relationships/image" Target="../media/image302.png"/><Relationship Id="rId54" Type="http://schemas.openxmlformats.org/officeDocument/2006/relationships/customXml" Target="../ink/ink296.xml"/><Relationship Id="rId62" Type="http://schemas.openxmlformats.org/officeDocument/2006/relationships/customXml" Target="../ink/ink300.xml"/><Relationship Id="rId70" Type="http://schemas.openxmlformats.org/officeDocument/2006/relationships/customXml" Target="../ink/ink304.xml"/><Relationship Id="rId75" Type="http://schemas.openxmlformats.org/officeDocument/2006/relationships/image" Target="../media/image318.png"/><Relationship Id="rId1" Type="http://schemas.openxmlformats.org/officeDocument/2006/relationships/vmlDrawing" Target="../drawings/vmlDrawing3.vml"/><Relationship Id="rId6" Type="http://schemas.openxmlformats.org/officeDocument/2006/relationships/image" Target="../media/image284.png"/><Relationship Id="rId15" Type="http://schemas.openxmlformats.org/officeDocument/2006/relationships/image" Target="../media/image289.png"/><Relationship Id="rId23" Type="http://schemas.openxmlformats.org/officeDocument/2006/relationships/image" Target="../media/image293.png"/><Relationship Id="rId28" Type="http://schemas.openxmlformats.org/officeDocument/2006/relationships/customXml" Target="../ink/ink283.xml"/><Relationship Id="rId36" Type="http://schemas.openxmlformats.org/officeDocument/2006/relationships/customXml" Target="../ink/ink287.xml"/><Relationship Id="rId49" Type="http://schemas.openxmlformats.org/officeDocument/2006/relationships/image" Target="../media/image306.png"/><Relationship Id="rId57" Type="http://schemas.openxmlformats.org/officeDocument/2006/relationships/image" Target="../media/image310.png"/><Relationship Id="rId10" Type="http://schemas.openxmlformats.org/officeDocument/2006/relationships/customXml" Target="../ink/ink274.xml"/><Relationship Id="rId31" Type="http://schemas.openxmlformats.org/officeDocument/2006/relationships/image" Target="../media/image297.png"/><Relationship Id="rId44" Type="http://schemas.openxmlformats.org/officeDocument/2006/relationships/customXml" Target="../ink/ink291.xml"/><Relationship Id="rId52" Type="http://schemas.openxmlformats.org/officeDocument/2006/relationships/customXml" Target="../ink/ink295.xml"/><Relationship Id="rId60" Type="http://schemas.openxmlformats.org/officeDocument/2006/relationships/customXml" Target="../ink/ink299.xml"/><Relationship Id="rId65" Type="http://schemas.openxmlformats.org/officeDocument/2006/relationships/image" Target="../media/image313.png"/><Relationship Id="rId73" Type="http://schemas.openxmlformats.org/officeDocument/2006/relationships/image" Target="../media/image317.png"/><Relationship Id="rId78" Type="http://schemas.openxmlformats.org/officeDocument/2006/relationships/customXml" Target="../ink/ink308.xml"/><Relationship Id="rId4" Type="http://schemas.openxmlformats.org/officeDocument/2006/relationships/image" Target="../media/image283.png"/><Relationship Id="rId9" Type="http://schemas.openxmlformats.org/officeDocument/2006/relationships/image" Target="../media/image286.png"/><Relationship Id="rId13" Type="http://schemas.openxmlformats.org/officeDocument/2006/relationships/image" Target="../media/image288.png"/><Relationship Id="rId18" Type="http://schemas.openxmlformats.org/officeDocument/2006/relationships/customXml" Target="../ink/ink278.xml"/><Relationship Id="rId39" Type="http://schemas.openxmlformats.org/officeDocument/2006/relationships/image" Target="../media/image301.png"/><Relationship Id="rId34" Type="http://schemas.openxmlformats.org/officeDocument/2006/relationships/customXml" Target="../ink/ink286.xml"/><Relationship Id="rId50" Type="http://schemas.openxmlformats.org/officeDocument/2006/relationships/customXml" Target="../ink/ink294.xml"/><Relationship Id="rId55" Type="http://schemas.openxmlformats.org/officeDocument/2006/relationships/image" Target="../media/image309.png"/><Relationship Id="rId76" Type="http://schemas.openxmlformats.org/officeDocument/2006/relationships/customXml" Target="../ink/ink307.xml"/><Relationship Id="rId7" Type="http://schemas.openxmlformats.org/officeDocument/2006/relationships/oleObject" Target="../embeddings/oleObject4.bin"/><Relationship Id="rId71" Type="http://schemas.openxmlformats.org/officeDocument/2006/relationships/image" Target="../media/image316.png"/><Relationship Id="rId2" Type="http://schemas.openxmlformats.org/officeDocument/2006/relationships/slideLayout" Target="../slideLayouts/slideLayout7.xml"/><Relationship Id="rId29" Type="http://schemas.openxmlformats.org/officeDocument/2006/relationships/image" Target="../media/image296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14.xml"/><Relationship Id="rId18" Type="http://schemas.openxmlformats.org/officeDocument/2006/relationships/image" Target="../media/image328.png"/><Relationship Id="rId26" Type="http://schemas.openxmlformats.org/officeDocument/2006/relationships/image" Target="../media/image332.png"/><Relationship Id="rId39" Type="http://schemas.openxmlformats.org/officeDocument/2006/relationships/customXml" Target="../ink/ink327.xml"/><Relationship Id="rId21" Type="http://schemas.openxmlformats.org/officeDocument/2006/relationships/customXml" Target="../ink/ink318.xml"/><Relationship Id="rId34" Type="http://schemas.openxmlformats.org/officeDocument/2006/relationships/image" Target="../media/image336.png"/><Relationship Id="rId42" Type="http://schemas.openxmlformats.org/officeDocument/2006/relationships/image" Target="../media/image340.png"/><Relationship Id="rId47" Type="http://schemas.openxmlformats.org/officeDocument/2006/relationships/customXml" Target="../ink/ink331.xml"/><Relationship Id="rId7" Type="http://schemas.openxmlformats.org/officeDocument/2006/relationships/customXml" Target="../ink/ink311.xml"/><Relationship Id="rId2" Type="http://schemas.openxmlformats.org/officeDocument/2006/relationships/image" Target="../media/image286.png"/><Relationship Id="rId16" Type="http://schemas.openxmlformats.org/officeDocument/2006/relationships/image" Target="../media/image327.png"/><Relationship Id="rId29" Type="http://schemas.openxmlformats.org/officeDocument/2006/relationships/customXml" Target="../ink/ink3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2.png"/><Relationship Id="rId11" Type="http://schemas.openxmlformats.org/officeDocument/2006/relationships/customXml" Target="../ink/ink313.xml"/><Relationship Id="rId24" Type="http://schemas.openxmlformats.org/officeDocument/2006/relationships/image" Target="../media/image331.png"/><Relationship Id="rId32" Type="http://schemas.openxmlformats.org/officeDocument/2006/relationships/image" Target="../media/image335.png"/><Relationship Id="rId37" Type="http://schemas.openxmlformats.org/officeDocument/2006/relationships/customXml" Target="../ink/ink326.xml"/><Relationship Id="rId40" Type="http://schemas.openxmlformats.org/officeDocument/2006/relationships/image" Target="../media/image339.png"/><Relationship Id="rId45" Type="http://schemas.openxmlformats.org/officeDocument/2006/relationships/customXml" Target="../ink/ink330.xml"/><Relationship Id="rId5" Type="http://schemas.openxmlformats.org/officeDocument/2006/relationships/customXml" Target="../ink/ink310.xml"/><Relationship Id="rId15" Type="http://schemas.openxmlformats.org/officeDocument/2006/relationships/customXml" Target="../ink/ink315.xml"/><Relationship Id="rId23" Type="http://schemas.openxmlformats.org/officeDocument/2006/relationships/customXml" Target="../ink/ink319.xml"/><Relationship Id="rId28" Type="http://schemas.openxmlformats.org/officeDocument/2006/relationships/image" Target="../media/image333.png"/><Relationship Id="rId36" Type="http://schemas.openxmlformats.org/officeDocument/2006/relationships/image" Target="../media/image337.png"/><Relationship Id="rId10" Type="http://schemas.openxmlformats.org/officeDocument/2006/relationships/image" Target="../media/image324.png"/><Relationship Id="rId19" Type="http://schemas.openxmlformats.org/officeDocument/2006/relationships/customXml" Target="../ink/ink317.xml"/><Relationship Id="rId31" Type="http://schemas.openxmlformats.org/officeDocument/2006/relationships/customXml" Target="../ink/ink323.xml"/><Relationship Id="rId44" Type="http://schemas.openxmlformats.org/officeDocument/2006/relationships/image" Target="../media/image341.png"/><Relationship Id="rId4" Type="http://schemas.openxmlformats.org/officeDocument/2006/relationships/image" Target="../media/image321.png"/><Relationship Id="rId9" Type="http://schemas.openxmlformats.org/officeDocument/2006/relationships/customXml" Target="../ink/ink312.xml"/><Relationship Id="rId14" Type="http://schemas.openxmlformats.org/officeDocument/2006/relationships/image" Target="../media/image326.png"/><Relationship Id="rId22" Type="http://schemas.openxmlformats.org/officeDocument/2006/relationships/image" Target="../media/image330.png"/><Relationship Id="rId27" Type="http://schemas.openxmlformats.org/officeDocument/2006/relationships/customXml" Target="../ink/ink321.xml"/><Relationship Id="rId30" Type="http://schemas.openxmlformats.org/officeDocument/2006/relationships/image" Target="../media/image334.png"/><Relationship Id="rId35" Type="http://schemas.openxmlformats.org/officeDocument/2006/relationships/customXml" Target="../ink/ink325.xml"/><Relationship Id="rId43" Type="http://schemas.openxmlformats.org/officeDocument/2006/relationships/customXml" Target="../ink/ink329.xml"/><Relationship Id="rId48" Type="http://schemas.openxmlformats.org/officeDocument/2006/relationships/image" Target="../media/image343.png"/><Relationship Id="rId8" Type="http://schemas.openxmlformats.org/officeDocument/2006/relationships/image" Target="../media/image323.png"/><Relationship Id="rId3" Type="http://schemas.openxmlformats.org/officeDocument/2006/relationships/customXml" Target="../ink/ink309.xml"/><Relationship Id="rId12" Type="http://schemas.openxmlformats.org/officeDocument/2006/relationships/image" Target="../media/image325.png"/><Relationship Id="rId17" Type="http://schemas.openxmlformats.org/officeDocument/2006/relationships/customXml" Target="../ink/ink316.xml"/><Relationship Id="rId25" Type="http://schemas.openxmlformats.org/officeDocument/2006/relationships/customXml" Target="../ink/ink320.xml"/><Relationship Id="rId33" Type="http://schemas.openxmlformats.org/officeDocument/2006/relationships/customXml" Target="../ink/ink324.xml"/><Relationship Id="rId38" Type="http://schemas.openxmlformats.org/officeDocument/2006/relationships/image" Target="../media/image338.png"/><Relationship Id="rId46" Type="http://schemas.openxmlformats.org/officeDocument/2006/relationships/image" Target="../media/image342.png"/><Relationship Id="rId20" Type="http://schemas.openxmlformats.org/officeDocument/2006/relationships/image" Target="../media/image329.png"/><Relationship Id="rId41" Type="http://schemas.openxmlformats.org/officeDocument/2006/relationships/customXml" Target="../ink/ink328.xml"/></Relationships>
</file>

<file path=ppt/slides/_rels/slide2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44.xml"/><Relationship Id="rId21" Type="http://schemas.openxmlformats.org/officeDocument/2006/relationships/image" Target="../media/image353.png"/><Relationship Id="rId42" Type="http://schemas.openxmlformats.org/officeDocument/2006/relationships/customXml" Target="../ink/ink352.xml"/><Relationship Id="rId47" Type="http://schemas.openxmlformats.org/officeDocument/2006/relationships/image" Target="../media/image70.png"/><Relationship Id="rId63" Type="http://schemas.openxmlformats.org/officeDocument/2006/relationships/customXml" Target="../ink/ink363.xml"/><Relationship Id="rId68" Type="http://schemas.openxmlformats.org/officeDocument/2006/relationships/image" Target="../media/image375.png"/><Relationship Id="rId16" Type="http://schemas.openxmlformats.org/officeDocument/2006/relationships/customXml" Target="../ink/ink339.xml"/><Relationship Id="rId11" Type="http://schemas.openxmlformats.org/officeDocument/2006/relationships/image" Target="../media/image348.png"/><Relationship Id="rId32" Type="http://schemas.openxmlformats.org/officeDocument/2006/relationships/customXml" Target="../ink/ink347.xml"/><Relationship Id="rId37" Type="http://schemas.openxmlformats.org/officeDocument/2006/relationships/image" Target="../media/image361.png"/><Relationship Id="rId53" Type="http://schemas.openxmlformats.org/officeDocument/2006/relationships/customXml" Target="../ink/ink357.xml"/><Relationship Id="rId58" Type="http://schemas.openxmlformats.org/officeDocument/2006/relationships/image" Target="../media/image370.png"/><Relationship Id="rId74" Type="http://schemas.openxmlformats.org/officeDocument/2006/relationships/image" Target="../media/image378.png"/><Relationship Id="rId79" Type="http://schemas.openxmlformats.org/officeDocument/2006/relationships/customXml" Target="../ink/ink371.xml"/><Relationship Id="rId5" Type="http://schemas.openxmlformats.org/officeDocument/2006/relationships/image" Target="../media/image345.png"/><Relationship Id="rId61" Type="http://schemas.openxmlformats.org/officeDocument/2006/relationships/customXml" Target="../ink/ink362.xml"/><Relationship Id="rId82" Type="http://schemas.openxmlformats.org/officeDocument/2006/relationships/image" Target="../media/image382.png"/><Relationship Id="rId19" Type="http://schemas.openxmlformats.org/officeDocument/2006/relationships/image" Target="../media/image352.png"/><Relationship Id="rId14" Type="http://schemas.openxmlformats.org/officeDocument/2006/relationships/customXml" Target="../ink/ink338.xml"/><Relationship Id="rId22" Type="http://schemas.openxmlformats.org/officeDocument/2006/relationships/customXml" Target="../ink/ink342.xml"/><Relationship Id="rId27" Type="http://schemas.openxmlformats.org/officeDocument/2006/relationships/image" Target="../media/image356.png"/><Relationship Id="rId30" Type="http://schemas.openxmlformats.org/officeDocument/2006/relationships/customXml" Target="../ink/ink346.xml"/><Relationship Id="rId35" Type="http://schemas.openxmlformats.org/officeDocument/2006/relationships/image" Target="../media/image360.png"/><Relationship Id="rId43" Type="http://schemas.openxmlformats.org/officeDocument/2006/relationships/image" Target="../media/image364.png"/><Relationship Id="rId48" Type="http://schemas.openxmlformats.org/officeDocument/2006/relationships/image" Target="../media/image304.emf"/><Relationship Id="rId56" Type="http://schemas.openxmlformats.org/officeDocument/2006/relationships/image" Target="../media/image369.png"/><Relationship Id="rId64" Type="http://schemas.openxmlformats.org/officeDocument/2006/relationships/image" Target="../media/image373.png"/><Relationship Id="rId69" Type="http://schemas.openxmlformats.org/officeDocument/2006/relationships/customXml" Target="../ink/ink366.xml"/><Relationship Id="rId77" Type="http://schemas.openxmlformats.org/officeDocument/2006/relationships/customXml" Target="../ink/ink370.xml"/><Relationship Id="rId8" Type="http://schemas.openxmlformats.org/officeDocument/2006/relationships/customXml" Target="../ink/ink335.xml"/><Relationship Id="rId51" Type="http://schemas.openxmlformats.org/officeDocument/2006/relationships/customXml" Target="../ink/ink356.xml"/><Relationship Id="rId72" Type="http://schemas.openxmlformats.org/officeDocument/2006/relationships/image" Target="../media/image377.png"/><Relationship Id="rId80" Type="http://schemas.openxmlformats.org/officeDocument/2006/relationships/image" Target="../media/image381.png"/><Relationship Id="rId3" Type="http://schemas.openxmlformats.org/officeDocument/2006/relationships/image" Target="../media/image344.png"/><Relationship Id="rId12" Type="http://schemas.openxmlformats.org/officeDocument/2006/relationships/customXml" Target="../ink/ink337.xml"/><Relationship Id="rId17" Type="http://schemas.openxmlformats.org/officeDocument/2006/relationships/image" Target="../media/image351.png"/><Relationship Id="rId25" Type="http://schemas.openxmlformats.org/officeDocument/2006/relationships/image" Target="../media/image355.png"/><Relationship Id="rId33" Type="http://schemas.openxmlformats.org/officeDocument/2006/relationships/image" Target="../media/image359.png"/><Relationship Id="rId38" Type="http://schemas.openxmlformats.org/officeDocument/2006/relationships/customXml" Target="../ink/ink350.xml"/><Relationship Id="rId46" Type="http://schemas.openxmlformats.org/officeDocument/2006/relationships/customXml" Target="../ink/ink354.xml"/><Relationship Id="rId59" Type="http://schemas.openxmlformats.org/officeDocument/2006/relationships/customXml" Target="../ink/ink361.xml"/><Relationship Id="rId67" Type="http://schemas.openxmlformats.org/officeDocument/2006/relationships/customXml" Target="../ink/ink365.xml"/><Relationship Id="rId20" Type="http://schemas.openxmlformats.org/officeDocument/2006/relationships/customXml" Target="../ink/ink341.xml"/><Relationship Id="rId41" Type="http://schemas.openxmlformats.org/officeDocument/2006/relationships/image" Target="../media/image363.png"/><Relationship Id="rId54" Type="http://schemas.openxmlformats.org/officeDocument/2006/relationships/customXml" Target="../ink/ink358.xml"/><Relationship Id="rId62" Type="http://schemas.openxmlformats.org/officeDocument/2006/relationships/image" Target="../media/image372.png"/><Relationship Id="rId70" Type="http://schemas.openxmlformats.org/officeDocument/2006/relationships/image" Target="../media/image376.png"/><Relationship Id="rId75" Type="http://schemas.openxmlformats.org/officeDocument/2006/relationships/customXml" Target="../ink/ink36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34.xml"/><Relationship Id="rId15" Type="http://schemas.openxmlformats.org/officeDocument/2006/relationships/image" Target="../media/image350.png"/><Relationship Id="rId23" Type="http://schemas.openxmlformats.org/officeDocument/2006/relationships/image" Target="../media/image354.png"/><Relationship Id="rId28" Type="http://schemas.openxmlformats.org/officeDocument/2006/relationships/customXml" Target="../ink/ink345.xml"/><Relationship Id="rId36" Type="http://schemas.openxmlformats.org/officeDocument/2006/relationships/customXml" Target="../ink/ink349.xml"/><Relationship Id="rId49" Type="http://schemas.openxmlformats.org/officeDocument/2006/relationships/customXml" Target="../ink/ink355.xml"/><Relationship Id="rId57" Type="http://schemas.openxmlformats.org/officeDocument/2006/relationships/customXml" Target="../ink/ink360.xml"/><Relationship Id="rId10" Type="http://schemas.openxmlformats.org/officeDocument/2006/relationships/customXml" Target="../ink/ink336.xml"/><Relationship Id="rId31" Type="http://schemas.openxmlformats.org/officeDocument/2006/relationships/image" Target="../media/image358.png"/><Relationship Id="rId44" Type="http://schemas.openxmlformats.org/officeDocument/2006/relationships/customXml" Target="../ink/ink353.xml"/><Relationship Id="rId52" Type="http://schemas.openxmlformats.org/officeDocument/2006/relationships/image" Target="../media/image368.png"/><Relationship Id="rId60" Type="http://schemas.openxmlformats.org/officeDocument/2006/relationships/image" Target="../media/image371.png"/><Relationship Id="rId65" Type="http://schemas.openxmlformats.org/officeDocument/2006/relationships/customXml" Target="../ink/ink364.xml"/><Relationship Id="rId73" Type="http://schemas.openxmlformats.org/officeDocument/2006/relationships/customXml" Target="../ink/ink368.xml"/><Relationship Id="rId78" Type="http://schemas.openxmlformats.org/officeDocument/2006/relationships/image" Target="../media/image380.png"/><Relationship Id="rId81" Type="http://schemas.openxmlformats.org/officeDocument/2006/relationships/customXml" Target="../ink/ink372.xml"/><Relationship Id="rId4" Type="http://schemas.openxmlformats.org/officeDocument/2006/relationships/customXml" Target="../ink/ink333.xml"/><Relationship Id="rId9" Type="http://schemas.openxmlformats.org/officeDocument/2006/relationships/image" Target="../media/image347.png"/><Relationship Id="rId13" Type="http://schemas.openxmlformats.org/officeDocument/2006/relationships/image" Target="../media/image349.png"/><Relationship Id="rId18" Type="http://schemas.openxmlformats.org/officeDocument/2006/relationships/customXml" Target="../ink/ink340.xml"/><Relationship Id="rId39" Type="http://schemas.openxmlformats.org/officeDocument/2006/relationships/image" Target="../media/image362.png"/><Relationship Id="rId34" Type="http://schemas.openxmlformats.org/officeDocument/2006/relationships/customXml" Target="../ink/ink348.xml"/><Relationship Id="rId50" Type="http://schemas.openxmlformats.org/officeDocument/2006/relationships/image" Target="../media/image367.png"/><Relationship Id="rId55" Type="http://schemas.openxmlformats.org/officeDocument/2006/relationships/customXml" Target="../ink/ink359.xml"/><Relationship Id="rId76" Type="http://schemas.openxmlformats.org/officeDocument/2006/relationships/image" Target="../media/image379.png"/><Relationship Id="rId7" Type="http://schemas.openxmlformats.org/officeDocument/2006/relationships/image" Target="../media/image346.png"/><Relationship Id="rId71" Type="http://schemas.openxmlformats.org/officeDocument/2006/relationships/customXml" Target="../ink/ink367.xml"/><Relationship Id="rId2" Type="http://schemas.openxmlformats.org/officeDocument/2006/relationships/customXml" Target="../ink/ink332.xml"/><Relationship Id="rId29" Type="http://schemas.openxmlformats.org/officeDocument/2006/relationships/image" Target="../media/image357.png"/><Relationship Id="rId24" Type="http://schemas.openxmlformats.org/officeDocument/2006/relationships/customXml" Target="../ink/ink343.xml"/><Relationship Id="rId40" Type="http://schemas.openxmlformats.org/officeDocument/2006/relationships/customXml" Target="../ink/ink351.xml"/><Relationship Id="rId45" Type="http://schemas.openxmlformats.org/officeDocument/2006/relationships/image" Target="../media/image365.png"/><Relationship Id="rId66" Type="http://schemas.openxmlformats.org/officeDocument/2006/relationships/image" Target="../media/image37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99D7C812-CF2E-4282-B39C-A350F0239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38" y="685830"/>
            <a:ext cx="9773975" cy="4754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180D9ADF-52A7-44D5-AF79-4ACA6A0B5A4A}"/>
                  </a:ext>
                </a:extLst>
              </p14:cNvPr>
              <p14:cNvContentPartPr/>
              <p14:nvPr/>
            </p14:nvContentPartPr>
            <p14:xfrm>
              <a:off x="495549" y="1602265"/>
              <a:ext cx="360" cy="36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180D9ADF-52A7-44D5-AF79-4ACA6A0B5A4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7549" y="158462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351A5283-6363-4B9E-8F6C-4FE4FE1D15EE}"/>
                  </a:ext>
                </a:extLst>
              </p14:cNvPr>
              <p14:cNvContentPartPr/>
              <p14:nvPr/>
            </p14:nvContentPartPr>
            <p14:xfrm>
              <a:off x="1010349" y="205825"/>
              <a:ext cx="163080" cy="25560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351A5283-6363-4B9E-8F6C-4FE4FE1D15E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92349" y="187825"/>
                <a:ext cx="19872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46B2E503-CBAD-4A78-BF42-D4245F1C7B47}"/>
                  </a:ext>
                </a:extLst>
              </p14:cNvPr>
              <p14:cNvContentPartPr/>
              <p14:nvPr/>
            </p14:nvContentPartPr>
            <p14:xfrm>
              <a:off x="1265229" y="228145"/>
              <a:ext cx="167760" cy="24624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46B2E503-CBAD-4A78-BF42-D4245F1C7B4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47589" y="210505"/>
                <a:ext cx="20340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D90083F1-A7CA-4903-8D9B-B337D2FA0BAE}"/>
                  </a:ext>
                </a:extLst>
              </p14:cNvPr>
              <p14:cNvContentPartPr/>
              <p14:nvPr/>
            </p14:nvContentPartPr>
            <p14:xfrm>
              <a:off x="2280789" y="241465"/>
              <a:ext cx="87480" cy="5184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D90083F1-A7CA-4903-8D9B-B337D2FA0BA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262789" y="223465"/>
                <a:ext cx="12312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412F324D-ABDA-41CE-A5A3-90F6FF655493}"/>
                  </a:ext>
                </a:extLst>
              </p14:cNvPr>
              <p14:cNvContentPartPr/>
              <p14:nvPr/>
            </p14:nvContentPartPr>
            <p14:xfrm>
              <a:off x="2299149" y="368545"/>
              <a:ext cx="89640" cy="8496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412F324D-ABDA-41CE-A5A3-90F6FF65549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281509" y="350545"/>
                <a:ext cx="12528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9DBEBC81-3777-463E-A67F-08D38B95ED8F}"/>
                  </a:ext>
                </a:extLst>
              </p14:cNvPr>
              <p14:cNvContentPartPr/>
              <p14:nvPr/>
            </p14:nvContentPartPr>
            <p14:xfrm>
              <a:off x="2001789" y="197185"/>
              <a:ext cx="135360" cy="32832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9DBEBC81-3777-463E-A67F-08D38B95ED8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983741" y="179185"/>
                <a:ext cx="171095" cy="3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A1A1304F-66E8-4E30-BED5-F11FCA3DAD55}"/>
                  </a:ext>
                </a:extLst>
              </p14:cNvPr>
              <p14:cNvContentPartPr/>
              <p14:nvPr/>
            </p14:nvContentPartPr>
            <p14:xfrm>
              <a:off x="1533069" y="201865"/>
              <a:ext cx="174600" cy="25200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A1A1304F-66E8-4E30-BED5-F11FCA3DAD5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515429" y="183865"/>
                <a:ext cx="21024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38364CAD-382A-4F23-A0F3-809C39944089}"/>
                  </a:ext>
                </a:extLst>
              </p14:cNvPr>
              <p14:cNvContentPartPr/>
              <p14:nvPr/>
            </p14:nvContentPartPr>
            <p14:xfrm>
              <a:off x="1265229" y="5880145"/>
              <a:ext cx="229680" cy="2088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38364CAD-382A-4F23-A0F3-809C3994408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247589" y="5862505"/>
                <a:ext cx="26532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E3F3CD43-221D-4DD3-BED3-EBEB11038ED4}"/>
                  </a:ext>
                </a:extLst>
              </p14:cNvPr>
              <p14:cNvContentPartPr/>
              <p14:nvPr/>
            </p14:nvContentPartPr>
            <p14:xfrm>
              <a:off x="1684989" y="5803825"/>
              <a:ext cx="140760" cy="23472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E3F3CD43-221D-4DD3-BED3-EBEB11038ED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666989" y="5786185"/>
                <a:ext cx="17640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197CEFFE-211A-4B93-A06A-5B5A22BCDA44}"/>
                  </a:ext>
                </a:extLst>
              </p14:cNvPr>
              <p14:cNvContentPartPr/>
              <p14:nvPr/>
            </p14:nvContentPartPr>
            <p14:xfrm>
              <a:off x="2050029" y="5648305"/>
              <a:ext cx="1441440" cy="3542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197CEFFE-211A-4B93-A06A-5B5A22BCDA4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032029" y="5630665"/>
                <a:ext cx="1477080" cy="38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20C88CED-18FA-48F7-8DAE-98DEDE28C58C}"/>
                  </a:ext>
                </a:extLst>
              </p14:cNvPr>
              <p14:cNvContentPartPr/>
              <p14:nvPr/>
            </p14:nvContentPartPr>
            <p14:xfrm>
              <a:off x="3920949" y="5708425"/>
              <a:ext cx="433440" cy="27036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20C88CED-18FA-48F7-8DAE-98DEDE28C58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902949" y="5690425"/>
                <a:ext cx="46908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5169955F-AB39-4D30-85EC-6272392672CE}"/>
                  </a:ext>
                </a:extLst>
              </p14:cNvPr>
              <p14:cNvContentPartPr/>
              <p14:nvPr/>
            </p14:nvContentPartPr>
            <p14:xfrm>
              <a:off x="4761189" y="5679625"/>
              <a:ext cx="789840" cy="30492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5169955F-AB39-4D30-85EC-6272392672C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743549" y="5661625"/>
                <a:ext cx="825480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C93093AD-038F-47EF-B881-760102C400ED}"/>
                  </a:ext>
                </a:extLst>
              </p14:cNvPr>
              <p14:cNvContentPartPr/>
              <p14:nvPr/>
            </p14:nvContentPartPr>
            <p14:xfrm>
              <a:off x="1236429" y="6294505"/>
              <a:ext cx="231120" cy="2952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C93093AD-038F-47EF-B881-760102C400E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218789" y="6276865"/>
                <a:ext cx="26676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BF736498-10EA-49FF-87FE-8025B829F3E4}"/>
                  </a:ext>
                </a:extLst>
              </p14:cNvPr>
              <p14:cNvContentPartPr/>
              <p14:nvPr/>
            </p14:nvContentPartPr>
            <p14:xfrm>
              <a:off x="1710909" y="6283705"/>
              <a:ext cx="140400" cy="12240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BF736498-10EA-49FF-87FE-8025B829F3E4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693269" y="6265705"/>
                <a:ext cx="17604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6DE9D8AC-89D0-4B98-BAF2-B66B109CFF8B}"/>
                  </a:ext>
                </a:extLst>
              </p14:cNvPr>
              <p14:cNvContentPartPr/>
              <p14:nvPr/>
            </p14:nvContentPartPr>
            <p14:xfrm>
              <a:off x="2151909" y="6208105"/>
              <a:ext cx="1135440" cy="24660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6DE9D8AC-89D0-4B98-BAF2-B66B109CFF8B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133909" y="6190105"/>
                <a:ext cx="117108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C7D11E16-D844-4E4B-9440-802AA3238841}"/>
                  </a:ext>
                </a:extLst>
              </p14:cNvPr>
              <p14:cNvContentPartPr/>
              <p14:nvPr/>
            </p14:nvContentPartPr>
            <p14:xfrm>
              <a:off x="3879909" y="6219625"/>
              <a:ext cx="413280" cy="23220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C7D11E16-D844-4E4B-9440-802AA323884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862269" y="6201625"/>
                <a:ext cx="44892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B90AF921-3418-4E0F-9963-A657056D1D4B}"/>
                  </a:ext>
                </a:extLst>
              </p14:cNvPr>
              <p14:cNvContentPartPr/>
              <p14:nvPr/>
            </p14:nvContentPartPr>
            <p14:xfrm>
              <a:off x="4671549" y="6200905"/>
              <a:ext cx="705240" cy="28224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B90AF921-3418-4E0F-9963-A657056D1D4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653909" y="6182905"/>
                <a:ext cx="740880" cy="3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202B298A-7957-4A13-9B77-C9AA139153C6}"/>
                  </a:ext>
                </a:extLst>
              </p14:cNvPr>
              <p14:cNvContentPartPr/>
              <p14:nvPr/>
            </p14:nvContentPartPr>
            <p14:xfrm>
              <a:off x="6949989" y="5833705"/>
              <a:ext cx="325440" cy="1836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202B298A-7957-4A13-9B77-C9AA139153C6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931989" y="5816065"/>
                <a:ext cx="36108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BD155BEE-5667-44E6-9A66-E1859D336837}"/>
                  </a:ext>
                </a:extLst>
              </p14:cNvPr>
              <p14:cNvContentPartPr/>
              <p14:nvPr/>
            </p14:nvContentPartPr>
            <p14:xfrm>
              <a:off x="7579989" y="5728585"/>
              <a:ext cx="216000" cy="19404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BD155BEE-5667-44E6-9A66-E1859D336837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562349" y="5710945"/>
                <a:ext cx="25164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EE0E65A9-CB04-410C-8AD7-19FF3C0B9D14}"/>
                  </a:ext>
                </a:extLst>
              </p14:cNvPr>
              <p14:cNvContentPartPr/>
              <p14:nvPr/>
            </p14:nvContentPartPr>
            <p14:xfrm>
              <a:off x="9704709" y="5618425"/>
              <a:ext cx="287640" cy="26856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EE0E65A9-CB04-410C-8AD7-19FF3C0B9D14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687069" y="5600425"/>
                <a:ext cx="32328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99F43809-6DA2-4747-AD8C-F3EFCC8E0F98}"/>
                  </a:ext>
                </a:extLst>
              </p14:cNvPr>
              <p14:cNvContentPartPr/>
              <p14:nvPr/>
            </p14:nvContentPartPr>
            <p14:xfrm>
              <a:off x="8046549" y="5589625"/>
              <a:ext cx="1370520" cy="37440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99F43809-6DA2-4747-AD8C-F3EFCC8E0F9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028549" y="5571968"/>
                <a:ext cx="1406160" cy="4100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AFDCCDAD-5DFE-4627-A70D-438A6B8D801D}"/>
                  </a:ext>
                </a:extLst>
              </p14:cNvPr>
              <p14:cNvContentPartPr/>
              <p14:nvPr/>
            </p14:nvContentPartPr>
            <p14:xfrm>
              <a:off x="10369989" y="5483425"/>
              <a:ext cx="1367640" cy="39744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AFDCCDAD-5DFE-4627-A70D-438A6B8D801D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0351989" y="5465441"/>
                <a:ext cx="1403280" cy="4330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2A117115-7CD6-482D-8E19-0314387EDF87}"/>
                  </a:ext>
                </a:extLst>
              </p14:cNvPr>
              <p14:cNvContentPartPr/>
              <p14:nvPr/>
            </p14:nvContentPartPr>
            <p14:xfrm>
              <a:off x="8059509" y="6149785"/>
              <a:ext cx="418320" cy="28944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2A117115-7CD6-482D-8E19-0314387EDF87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041854" y="6131785"/>
                <a:ext cx="453991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7168" name="Cerneală 7167">
                <a:extLst>
                  <a:ext uri="{FF2B5EF4-FFF2-40B4-BE49-F238E27FC236}">
                    <a16:creationId xmlns:a16="http://schemas.microsoft.com/office/drawing/2014/main" id="{4CF47B6F-15BE-4AD0-9ECA-3AB5751814AC}"/>
                  </a:ext>
                </a:extLst>
              </p14:cNvPr>
              <p14:cNvContentPartPr/>
              <p14:nvPr/>
            </p14:nvContentPartPr>
            <p14:xfrm>
              <a:off x="1936269" y="1817545"/>
              <a:ext cx="580320" cy="743400"/>
            </p14:xfrm>
          </p:contentPart>
        </mc:Choice>
        <mc:Fallback xmlns="">
          <p:pic>
            <p:nvPicPr>
              <p:cNvPr id="7168" name="Cerneală 7167">
                <a:extLst>
                  <a:ext uri="{FF2B5EF4-FFF2-40B4-BE49-F238E27FC236}">
                    <a16:creationId xmlns:a16="http://schemas.microsoft.com/office/drawing/2014/main" id="{4CF47B6F-15BE-4AD0-9ECA-3AB5751814AC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918269" y="1799905"/>
                <a:ext cx="615960" cy="77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7174" name="Cerneală 7173">
                <a:extLst>
                  <a:ext uri="{FF2B5EF4-FFF2-40B4-BE49-F238E27FC236}">
                    <a16:creationId xmlns:a16="http://schemas.microsoft.com/office/drawing/2014/main" id="{CF1720D3-785A-4AEA-B8F3-E67DBBBD19EB}"/>
                  </a:ext>
                </a:extLst>
              </p14:cNvPr>
              <p14:cNvContentPartPr/>
              <p14:nvPr/>
            </p14:nvContentPartPr>
            <p14:xfrm>
              <a:off x="1579509" y="2675785"/>
              <a:ext cx="622080" cy="296640"/>
            </p14:xfrm>
          </p:contentPart>
        </mc:Choice>
        <mc:Fallback xmlns="">
          <p:pic>
            <p:nvPicPr>
              <p:cNvPr id="7174" name="Cerneală 7173">
                <a:extLst>
                  <a:ext uri="{FF2B5EF4-FFF2-40B4-BE49-F238E27FC236}">
                    <a16:creationId xmlns:a16="http://schemas.microsoft.com/office/drawing/2014/main" id="{CF1720D3-785A-4AEA-B8F3-E67DBBBD19EB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561509" y="2657785"/>
                <a:ext cx="657720" cy="33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7183" name="Cerneală 7182">
                <a:extLst>
                  <a:ext uri="{FF2B5EF4-FFF2-40B4-BE49-F238E27FC236}">
                    <a16:creationId xmlns:a16="http://schemas.microsoft.com/office/drawing/2014/main" id="{E7354C21-34C9-4114-9A1A-E13BF097B912}"/>
                  </a:ext>
                </a:extLst>
              </p14:cNvPr>
              <p14:cNvContentPartPr/>
              <p14:nvPr/>
            </p14:nvContentPartPr>
            <p14:xfrm>
              <a:off x="4734909" y="262345"/>
              <a:ext cx="602280" cy="329040"/>
            </p14:xfrm>
          </p:contentPart>
        </mc:Choice>
        <mc:Fallback xmlns="">
          <p:pic>
            <p:nvPicPr>
              <p:cNvPr id="7183" name="Cerneală 7182">
                <a:extLst>
                  <a:ext uri="{FF2B5EF4-FFF2-40B4-BE49-F238E27FC236}">
                    <a16:creationId xmlns:a16="http://schemas.microsoft.com/office/drawing/2014/main" id="{E7354C21-34C9-4114-9A1A-E13BF097B912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716909" y="244705"/>
                <a:ext cx="63792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7184" name="Cerneală 7183">
                <a:extLst>
                  <a:ext uri="{FF2B5EF4-FFF2-40B4-BE49-F238E27FC236}">
                    <a16:creationId xmlns:a16="http://schemas.microsoft.com/office/drawing/2014/main" id="{C4633C52-ED4E-4A90-82B2-C9AD4440D697}"/>
                  </a:ext>
                </a:extLst>
              </p14:cNvPr>
              <p14:cNvContentPartPr/>
              <p14:nvPr/>
            </p14:nvContentPartPr>
            <p14:xfrm>
              <a:off x="2567349" y="180265"/>
              <a:ext cx="1951920" cy="831960"/>
            </p14:xfrm>
          </p:contentPart>
        </mc:Choice>
        <mc:Fallback xmlns="">
          <p:pic>
            <p:nvPicPr>
              <p:cNvPr id="7184" name="Cerneală 7183">
                <a:extLst>
                  <a:ext uri="{FF2B5EF4-FFF2-40B4-BE49-F238E27FC236}">
                    <a16:creationId xmlns:a16="http://schemas.microsoft.com/office/drawing/2014/main" id="{C4633C52-ED4E-4A90-82B2-C9AD4440D697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549706" y="162625"/>
                <a:ext cx="1987567" cy="86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7192" name="Cerneală 7191">
                <a:extLst>
                  <a:ext uri="{FF2B5EF4-FFF2-40B4-BE49-F238E27FC236}">
                    <a16:creationId xmlns:a16="http://schemas.microsoft.com/office/drawing/2014/main" id="{B3F4C877-7F48-47E3-850D-96999D270C9F}"/>
                  </a:ext>
                </a:extLst>
              </p14:cNvPr>
              <p14:cNvContentPartPr/>
              <p14:nvPr/>
            </p14:nvContentPartPr>
            <p14:xfrm>
              <a:off x="3087909" y="2449345"/>
              <a:ext cx="218160" cy="693360"/>
            </p14:xfrm>
          </p:contentPart>
        </mc:Choice>
        <mc:Fallback xmlns="">
          <p:pic>
            <p:nvPicPr>
              <p:cNvPr id="7192" name="Cerneală 7191">
                <a:extLst>
                  <a:ext uri="{FF2B5EF4-FFF2-40B4-BE49-F238E27FC236}">
                    <a16:creationId xmlns:a16="http://schemas.microsoft.com/office/drawing/2014/main" id="{B3F4C877-7F48-47E3-850D-96999D270C9F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070269" y="2431345"/>
                <a:ext cx="253800" cy="72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7194" name="Cerneală 7193">
                <a:extLst>
                  <a:ext uri="{FF2B5EF4-FFF2-40B4-BE49-F238E27FC236}">
                    <a16:creationId xmlns:a16="http://schemas.microsoft.com/office/drawing/2014/main" id="{7BA3C313-B482-4433-9323-8CB08065B83C}"/>
                  </a:ext>
                </a:extLst>
              </p14:cNvPr>
              <p14:cNvContentPartPr/>
              <p14:nvPr/>
            </p14:nvContentPartPr>
            <p14:xfrm>
              <a:off x="3489309" y="2781625"/>
              <a:ext cx="1082880" cy="285840"/>
            </p14:xfrm>
          </p:contentPart>
        </mc:Choice>
        <mc:Fallback xmlns="">
          <p:pic>
            <p:nvPicPr>
              <p:cNvPr id="7194" name="Cerneală 7193">
                <a:extLst>
                  <a:ext uri="{FF2B5EF4-FFF2-40B4-BE49-F238E27FC236}">
                    <a16:creationId xmlns:a16="http://schemas.microsoft.com/office/drawing/2014/main" id="{7BA3C313-B482-4433-9323-8CB08065B83C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471309" y="2763648"/>
                <a:ext cx="1118520" cy="32143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0700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958D07C-CC85-4419-ADDD-50665AE5F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172" y="1051586"/>
            <a:ext cx="9773975" cy="4754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6964DDFF-64ED-4FDE-8886-294CF38D1450}"/>
                  </a:ext>
                </a:extLst>
              </p14:cNvPr>
              <p14:cNvContentPartPr/>
              <p14:nvPr/>
            </p14:nvContentPartPr>
            <p14:xfrm>
              <a:off x="1400229" y="6246625"/>
              <a:ext cx="134280" cy="2556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6964DDFF-64ED-4FDE-8886-294CF38D145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82589" y="6228985"/>
                <a:ext cx="16992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B91A91CC-385D-4E20-A537-D5F129FC4103}"/>
                  </a:ext>
                </a:extLst>
              </p14:cNvPr>
              <p14:cNvContentPartPr/>
              <p14:nvPr/>
            </p14:nvContentPartPr>
            <p14:xfrm>
              <a:off x="1375749" y="6352825"/>
              <a:ext cx="174600" cy="1476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B91A91CC-385D-4E20-A537-D5F129FC410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58109" y="6335185"/>
                <a:ext cx="21024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3BDC9F8D-FC3E-4D49-B6DA-816C9FD7221B}"/>
                  </a:ext>
                </a:extLst>
              </p14:cNvPr>
              <p14:cNvContentPartPr/>
              <p14:nvPr/>
            </p14:nvContentPartPr>
            <p14:xfrm>
              <a:off x="3642669" y="6049705"/>
              <a:ext cx="775080" cy="34524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3BDC9F8D-FC3E-4D49-B6DA-816C9FD7221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25021" y="6031724"/>
                <a:ext cx="810737" cy="3808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EC169814-A029-430B-AE08-6BC555583336}"/>
                  </a:ext>
                </a:extLst>
              </p14:cNvPr>
              <p14:cNvContentPartPr/>
              <p14:nvPr/>
            </p14:nvContentPartPr>
            <p14:xfrm>
              <a:off x="2944989" y="6241945"/>
              <a:ext cx="379800" cy="20700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EC169814-A029-430B-AE08-6BC55558333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926989" y="6223945"/>
                <a:ext cx="41544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730226B9-603A-4947-A641-25A45F803E0B}"/>
                  </a:ext>
                </a:extLst>
              </p14:cNvPr>
              <p14:cNvContentPartPr/>
              <p14:nvPr/>
            </p14:nvContentPartPr>
            <p14:xfrm>
              <a:off x="1661589" y="6216025"/>
              <a:ext cx="811440" cy="44460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730226B9-603A-4947-A641-25A45F803E0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643949" y="6198385"/>
                <a:ext cx="847080" cy="48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6EE148DD-7A1E-4573-8EF0-57624E334E63}"/>
                  </a:ext>
                </a:extLst>
              </p14:cNvPr>
              <p14:cNvContentPartPr/>
              <p14:nvPr/>
            </p14:nvContentPartPr>
            <p14:xfrm>
              <a:off x="871749" y="6151945"/>
              <a:ext cx="345240" cy="27360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6EE148DD-7A1E-4573-8EF0-57624E334E6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53768" y="6134305"/>
                <a:ext cx="380843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37D13758-F192-4D71-9B2F-FE4EDA25670C}"/>
                  </a:ext>
                </a:extLst>
              </p14:cNvPr>
              <p14:cNvContentPartPr/>
              <p14:nvPr/>
            </p14:nvContentPartPr>
            <p14:xfrm>
              <a:off x="2059389" y="2069185"/>
              <a:ext cx="707760" cy="69192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37D13758-F192-4D71-9B2F-FE4EDA25670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041749" y="2051185"/>
                <a:ext cx="743400" cy="72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1B9012D9-0996-48C6-BDE5-677F5579F7AC}"/>
                  </a:ext>
                </a:extLst>
              </p14:cNvPr>
              <p14:cNvContentPartPr/>
              <p14:nvPr/>
            </p14:nvContentPartPr>
            <p14:xfrm>
              <a:off x="3275469" y="678505"/>
              <a:ext cx="1383480" cy="330696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1B9012D9-0996-48C6-BDE5-677F5579F7A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257829" y="660505"/>
                <a:ext cx="1419120" cy="334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3D22A2ED-8B56-4DBD-A35C-B771A89A4CF0}"/>
                  </a:ext>
                </a:extLst>
              </p14:cNvPr>
              <p14:cNvContentPartPr/>
              <p14:nvPr/>
            </p14:nvContentPartPr>
            <p14:xfrm>
              <a:off x="4829589" y="1703425"/>
              <a:ext cx="7316280" cy="508392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3D22A2ED-8B56-4DBD-A35C-B771A89A4CF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811948" y="1685785"/>
                <a:ext cx="7351922" cy="511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27799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2F435197-EAAF-405F-B3CC-64D3B17B8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685830"/>
            <a:ext cx="2695575" cy="19716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76B7DE11-9907-48E0-8B53-9BAA7EAA43D2}"/>
                  </a:ext>
                </a:extLst>
              </p14:cNvPr>
              <p14:cNvContentPartPr/>
              <p14:nvPr/>
            </p14:nvContentPartPr>
            <p14:xfrm>
              <a:off x="3869109" y="885505"/>
              <a:ext cx="471240" cy="26532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76B7DE11-9907-48E0-8B53-9BAA7EAA43D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51123" y="867505"/>
                <a:ext cx="506853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C089590A-49AE-4161-8E20-A5B1F837D3B2}"/>
                  </a:ext>
                </a:extLst>
              </p14:cNvPr>
              <p14:cNvContentPartPr/>
              <p14:nvPr/>
            </p14:nvContentPartPr>
            <p14:xfrm>
              <a:off x="3907629" y="1534945"/>
              <a:ext cx="429120" cy="25632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C089590A-49AE-4161-8E20-A5B1F837D3B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89644" y="1517305"/>
                <a:ext cx="46473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D2661450-6AFD-4563-9134-3052640C016E}"/>
                  </a:ext>
                </a:extLst>
              </p14:cNvPr>
              <p14:cNvContentPartPr/>
              <p14:nvPr/>
            </p14:nvContentPartPr>
            <p14:xfrm>
              <a:off x="4579389" y="646105"/>
              <a:ext cx="1871280" cy="41472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D2661450-6AFD-4563-9134-3052640C016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61752" y="628465"/>
                <a:ext cx="1906913" cy="45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BFD16361-8EED-4463-91F5-2FE89A4948F1}"/>
                  </a:ext>
                </a:extLst>
              </p14:cNvPr>
              <p14:cNvContentPartPr/>
              <p14:nvPr/>
            </p14:nvContentPartPr>
            <p14:xfrm>
              <a:off x="4027869" y="2252065"/>
              <a:ext cx="380160" cy="25740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BFD16361-8EED-4463-91F5-2FE89A4948F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010229" y="2234425"/>
                <a:ext cx="41580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B34D263D-6260-428B-917D-5606414BD528}"/>
                  </a:ext>
                </a:extLst>
              </p14:cNvPr>
              <p14:cNvContentPartPr/>
              <p14:nvPr/>
            </p14:nvContentPartPr>
            <p14:xfrm>
              <a:off x="4629429" y="1169185"/>
              <a:ext cx="4186080" cy="125712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B34D263D-6260-428B-917D-5606414BD52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611431" y="1151540"/>
                <a:ext cx="4221717" cy="12927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AA70FAA1-182D-48F5-A944-8186742E4C2E}"/>
                  </a:ext>
                </a:extLst>
              </p14:cNvPr>
              <p14:cNvContentPartPr/>
              <p14:nvPr/>
            </p14:nvContentPartPr>
            <p14:xfrm>
              <a:off x="895149" y="3433585"/>
              <a:ext cx="253800" cy="3672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AA70FAA1-182D-48F5-A944-8186742E4C2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77149" y="3415585"/>
                <a:ext cx="28944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5D81716A-EEC2-4D20-9AD7-1E85B3973D09}"/>
                  </a:ext>
                </a:extLst>
              </p14:cNvPr>
              <p14:cNvContentPartPr/>
              <p14:nvPr/>
            </p14:nvContentPartPr>
            <p14:xfrm>
              <a:off x="962109" y="3534745"/>
              <a:ext cx="193680" cy="24156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5D81716A-EEC2-4D20-9AD7-1E85B3973D0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44469" y="3517105"/>
                <a:ext cx="22932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FAE29DE4-52DA-491D-932B-876A9C493E07}"/>
                  </a:ext>
                </a:extLst>
              </p14:cNvPr>
              <p14:cNvContentPartPr/>
              <p14:nvPr/>
            </p14:nvContentPartPr>
            <p14:xfrm>
              <a:off x="1308429" y="3497665"/>
              <a:ext cx="473400" cy="20376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FAE29DE4-52DA-491D-932B-876A9C493E0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290776" y="3479633"/>
                <a:ext cx="509067" cy="2394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5B0D2A58-0E1C-4740-9A78-CBD0C36DF496}"/>
                  </a:ext>
                </a:extLst>
              </p14:cNvPr>
              <p14:cNvContentPartPr/>
              <p14:nvPr/>
            </p14:nvContentPartPr>
            <p14:xfrm>
              <a:off x="2877669" y="3258625"/>
              <a:ext cx="2556720" cy="205056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5B0D2A58-0E1C-4740-9A78-CBD0C36DF49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859672" y="3240625"/>
                <a:ext cx="2592355" cy="208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2327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2F435197-EAAF-405F-B3CC-64D3B17B8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685830"/>
            <a:ext cx="2695575" cy="1971675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3897FEB9-271B-4DFD-8527-33954D129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586" y="685830"/>
            <a:ext cx="5343525" cy="45339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DCA19106-D46A-4897-B878-EB351CA5B64C}"/>
                  </a:ext>
                </a:extLst>
              </p14:cNvPr>
              <p14:cNvContentPartPr/>
              <p14:nvPr/>
            </p14:nvContentPartPr>
            <p14:xfrm>
              <a:off x="10015029" y="206185"/>
              <a:ext cx="2260440" cy="217188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DCA19106-D46A-4897-B878-EB351CA5B64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997032" y="188188"/>
                <a:ext cx="2296074" cy="22075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D8892CD5-22E7-4A1F-9426-501C9D1631BE}"/>
                  </a:ext>
                </a:extLst>
              </p14:cNvPr>
              <p14:cNvContentPartPr/>
              <p14:nvPr/>
            </p14:nvContentPartPr>
            <p14:xfrm>
              <a:off x="8681229" y="1078105"/>
              <a:ext cx="1125000" cy="33120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D8892CD5-22E7-4A1F-9426-501C9D1631B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663229" y="1060105"/>
                <a:ext cx="116064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CDBB8017-E8E8-4B04-8239-DEDA6A0711E7}"/>
                  </a:ext>
                </a:extLst>
              </p14:cNvPr>
              <p14:cNvContentPartPr/>
              <p14:nvPr/>
            </p14:nvContentPartPr>
            <p14:xfrm>
              <a:off x="9590589" y="3363745"/>
              <a:ext cx="870480" cy="46512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CDBB8017-E8E8-4B04-8239-DEDA6A0711E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572596" y="3346105"/>
                <a:ext cx="906105" cy="50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526700B8-3208-4EC1-9ADD-735BB365FDF3}"/>
                  </a:ext>
                </a:extLst>
              </p14:cNvPr>
              <p14:cNvContentPartPr/>
              <p14:nvPr/>
            </p14:nvContentPartPr>
            <p14:xfrm>
              <a:off x="9456309" y="4210825"/>
              <a:ext cx="209520" cy="1980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526700B8-3208-4EC1-9ADD-735BB365FDF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438669" y="4193185"/>
                <a:ext cx="24516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2612D91A-D466-4C85-8CA4-E42FDD62E587}"/>
                  </a:ext>
                </a:extLst>
              </p14:cNvPr>
              <p14:cNvContentPartPr/>
              <p14:nvPr/>
            </p14:nvContentPartPr>
            <p14:xfrm>
              <a:off x="9827109" y="4003825"/>
              <a:ext cx="1743840" cy="63540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2612D91A-D466-4C85-8CA4-E42FDD62E58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809473" y="3986185"/>
                <a:ext cx="1779473" cy="67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DFFF8ACD-45C2-42ED-8F09-C98E9DBA6E30}"/>
                  </a:ext>
                </a:extLst>
              </p14:cNvPr>
              <p14:cNvContentPartPr/>
              <p14:nvPr/>
            </p14:nvContentPartPr>
            <p14:xfrm>
              <a:off x="10825029" y="4948105"/>
              <a:ext cx="369000" cy="27144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DFFF8ACD-45C2-42ED-8F09-C98E9DBA6E3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807372" y="4930442"/>
                <a:ext cx="404675" cy="3071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53" name="Cerneală 152">
                <a:extLst>
                  <a:ext uri="{FF2B5EF4-FFF2-40B4-BE49-F238E27FC236}">
                    <a16:creationId xmlns:a16="http://schemas.microsoft.com/office/drawing/2014/main" id="{75C996A2-7A9F-4288-8732-A5ACB3A2EE87}"/>
                  </a:ext>
                </a:extLst>
              </p14:cNvPr>
              <p14:cNvContentPartPr/>
              <p14:nvPr/>
            </p14:nvContentPartPr>
            <p14:xfrm>
              <a:off x="10390149" y="4931905"/>
              <a:ext cx="291960" cy="314640"/>
            </p14:xfrm>
          </p:contentPart>
        </mc:Choice>
        <mc:Fallback xmlns="">
          <p:pic>
            <p:nvPicPr>
              <p:cNvPr id="153" name="Cerneală 152">
                <a:extLst>
                  <a:ext uri="{FF2B5EF4-FFF2-40B4-BE49-F238E27FC236}">
                    <a16:creationId xmlns:a16="http://schemas.microsoft.com/office/drawing/2014/main" id="{75C996A2-7A9F-4288-8732-A5ACB3A2EE8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372509" y="4913926"/>
                <a:ext cx="327600" cy="3502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63" name="Cerneală 162">
                <a:extLst>
                  <a:ext uri="{FF2B5EF4-FFF2-40B4-BE49-F238E27FC236}">
                    <a16:creationId xmlns:a16="http://schemas.microsoft.com/office/drawing/2014/main" id="{2F18C4CC-FC2C-4DDD-9748-801F93880FA1}"/>
                  </a:ext>
                </a:extLst>
              </p14:cNvPr>
              <p14:cNvContentPartPr/>
              <p14:nvPr/>
            </p14:nvContentPartPr>
            <p14:xfrm>
              <a:off x="10920069" y="5861065"/>
              <a:ext cx="388800" cy="251280"/>
            </p14:xfrm>
          </p:contentPart>
        </mc:Choice>
        <mc:Fallback xmlns="">
          <p:pic>
            <p:nvPicPr>
              <p:cNvPr id="163" name="Cerneală 162">
                <a:extLst>
                  <a:ext uri="{FF2B5EF4-FFF2-40B4-BE49-F238E27FC236}">
                    <a16:creationId xmlns:a16="http://schemas.microsoft.com/office/drawing/2014/main" id="{2F18C4CC-FC2C-4DDD-9748-801F93880FA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902413" y="5843425"/>
                <a:ext cx="424473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BCC3D8EE-FBFA-4F1B-8F0B-5451D2CDFC4C}"/>
                  </a:ext>
                </a:extLst>
              </p14:cNvPr>
              <p14:cNvContentPartPr/>
              <p14:nvPr/>
            </p14:nvContentPartPr>
            <p14:xfrm>
              <a:off x="10476909" y="5826505"/>
              <a:ext cx="295920" cy="36612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BCC3D8EE-FBFA-4F1B-8F0B-5451D2CDFC4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458909" y="5808505"/>
                <a:ext cx="331560" cy="4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0FF61A4A-6CED-4AC5-B87A-8D06B3E05B3A}"/>
                  </a:ext>
                </a:extLst>
              </p14:cNvPr>
              <p14:cNvContentPartPr/>
              <p14:nvPr/>
            </p14:nvContentPartPr>
            <p14:xfrm>
              <a:off x="10831509" y="5438065"/>
              <a:ext cx="241560" cy="24912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0FF61A4A-6CED-4AC5-B87A-8D06B3E05B3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813536" y="5420065"/>
                <a:ext cx="277147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6" name="Cerneală 165">
                <a:extLst>
                  <a:ext uri="{FF2B5EF4-FFF2-40B4-BE49-F238E27FC236}">
                    <a16:creationId xmlns:a16="http://schemas.microsoft.com/office/drawing/2014/main" id="{FA81BDAC-A8B4-4668-BC64-77D32F35D21D}"/>
                  </a:ext>
                </a:extLst>
              </p14:cNvPr>
              <p14:cNvContentPartPr/>
              <p14:nvPr/>
            </p14:nvContentPartPr>
            <p14:xfrm>
              <a:off x="10457469" y="5432305"/>
              <a:ext cx="138600" cy="223560"/>
            </p14:xfrm>
          </p:contentPart>
        </mc:Choice>
        <mc:Fallback xmlns="">
          <p:pic>
            <p:nvPicPr>
              <p:cNvPr id="166" name="Cerneală 165">
                <a:extLst>
                  <a:ext uri="{FF2B5EF4-FFF2-40B4-BE49-F238E27FC236}">
                    <a16:creationId xmlns:a16="http://schemas.microsoft.com/office/drawing/2014/main" id="{FA81BDAC-A8B4-4668-BC64-77D32F35D21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439829" y="5414665"/>
                <a:ext cx="17424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76" name="Cerneală 175">
                <a:extLst>
                  <a:ext uri="{FF2B5EF4-FFF2-40B4-BE49-F238E27FC236}">
                    <a16:creationId xmlns:a16="http://schemas.microsoft.com/office/drawing/2014/main" id="{2371CB95-D8F2-43DB-AA61-445858A2F699}"/>
                  </a:ext>
                </a:extLst>
              </p14:cNvPr>
              <p14:cNvContentPartPr/>
              <p14:nvPr/>
            </p14:nvContentPartPr>
            <p14:xfrm>
              <a:off x="10106109" y="5880505"/>
              <a:ext cx="178920" cy="131760"/>
            </p14:xfrm>
          </p:contentPart>
        </mc:Choice>
        <mc:Fallback xmlns="">
          <p:pic>
            <p:nvPicPr>
              <p:cNvPr id="176" name="Cerneală 175">
                <a:extLst>
                  <a:ext uri="{FF2B5EF4-FFF2-40B4-BE49-F238E27FC236}">
                    <a16:creationId xmlns:a16="http://schemas.microsoft.com/office/drawing/2014/main" id="{2371CB95-D8F2-43DB-AA61-445858A2F69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088469" y="5862817"/>
                <a:ext cx="214560" cy="1674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77" name="Cerneală 176">
                <a:extLst>
                  <a:ext uri="{FF2B5EF4-FFF2-40B4-BE49-F238E27FC236}">
                    <a16:creationId xmlns:a16="http://schemas.microsoft.com/office/drawing/2014/main" id="{5A6FBBCC-B66C-4BC4-A03D-77A5EDCEE986}"/>
                  </a:ext>
                </a:extLst>
              </p14:cNvPr>
              <p14:cNvContentPartPr/>
              <p14:nvPr/>
            </p14:nvContentPartPr>
            <p14:xfrm>
              <a:off x="10125549" y="5462185"/>
              <a:ext cx="150480" cy="164880"/>
            </p14:xfrm>
          </p:contentPart>
        </mc:Choice>
        <mc:Fallback xmlns="">
          <p:pic>
            <p:nvPicPr>
              <p:cNvPr id="177" name="Cerneală 176">
                <a:extLst>
                  <a:ext uri="{FF2B5EF4-FFF2-40B4-BE49-F238E27FC236}">
                    <a16:creationId xmlns:a16="http://schemas.microsoft.com/office/drawing/2014/main" id="{5A6FBBCC-B66C-4BC4-A03D-77A5EDCEE98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107549" y="5444545"/>
                <a:ext cx="18612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78" name="Cerneală 177">
                <a:extLst>
                  <a:ext uri="{FF2B5EF4-FFF2-40B4-BE49-F238E27FC236}">
                    <a16:creationId xmlns:a16="http://schemas.microsoft.com/office/drawing/2014/main" id="{4FF40342-91B9-4155-9E4C-D165EBCD61E0}"/>
                  </a:ext>
                </a:extLst>
              </p14:cNvPr>
              <p14:cNvContentPartPr/>
              <p14:nvPr/>
            </p14:nvContentPartPr>
            <p14:xfrm>
              <a:off x="10048509" y="5048185"/>
              <a:ext cx="162720" cy="137160"/>
            </p14:xfrm>
          </p:contentPart>
        </mc:Choice>
        <mc:Fallback xmlns="">
          <p:pic>
            <p:nvPicPr>
              <p:cNvPr id="178" name="Cerneală 177">
                <a:extLst>
                  <a:ext uri="{FF2B5EF4-FFF2-40B4-BE49-F238E27FC236}">
                    <a16:creationId xmlns:a16="http://schemas.microsoft.com/office/drawing/2014/main" id="{4FF40342-91B9-4155-9E4C-D165EBCD61E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030509" y="5030545"/>
                <a:ext cx="19836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83F972E3-AFFF-4D1D-B223-F8B414A7102D}"/>
                  </a:ext>
                </a:extLst>
              </p14:cNvPr>
              <p14:cNvContentPartPr/>
              <p14:nvPr/>
            </p14:nvContentPartPr>
            <p14:xfrm>
              <a:off x="178029" y="2127145"/>
              <a:ext cx="4083840" cy="429480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83F972E3-AFFF-4D1D-B223-F8B414A7102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60391" y="2109145"/>
                <a:ext cx="4119477" cy="433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9" name="Cerneală 188">
                <a:extLst>
                  <a:ext uri="{FF2B5EF4-FFF2-40B4-BE49-F238E27FC236}">
                    <a16:creationId xmlns:a16="http://schemas.microsoft.com/office/drawing/2014/main" id="{A19D64A8-C397-482B-A307-B45AA1EE2B85}"/>
                  </a:ext>
                </a:extLst>
              </p14:cNvPr>
              <p14:cNvContentPartPr/>
              <p14:nvPr/>
            </p14:nvContentPartPr>
            <p14:xfrm>
              <a:off x="7156269" y="5741185"/>
              <a:ext cx="360" cy="360"/>
            </p14:xfrm>
          </p:contentPart>
        </mc:Choice>
        <mc:Fallback xmlns="">
          <p:pic>
            <p:nvPicPr>
              <p:cNvPr id="189" name="Cerneală 188">
                <a:extLst>
                  <a:ext uri="{FF2B5EF4-FFF2-40B4-BE49-F238E27FC236}">
                    <a16:creationId xmlns:a16="http://schemas.microsoft.com/office/drawing/2014/main" id="{A19D64A8-C397-482B-A307-B45AA1EE2B8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138269" y="572354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5" name="Cerneală 194">
                <a:extLst>
                  <a:ext uri="{FF2B5EF4-FFF2-40B4-BE49-F238E27FC236}">
                    <a16:creationId xmlns:a16="http://schemas.microsoft.com/office/drawing/2014/main" id="{E6E84EDD-67B9-4985-8BDE-10E7B335DA7A}"/>
                  </a:ext>
                </a:extLst>
              </p14:cNvPr>
              <p14:cNvContentPartPr/>
              <p14:nvPr/>
            </p14:nvContentPartPr>
            <p14:xfrm>
              <a:off x="7449669" y="5369665"/>
              <a:ext cx="905400" cy="559080"/>
            </p14:xfrm>
          </p:contentPart>
        </mc:Choice>
        <mc:Fallback xmlns="">
          <p:pic>
            <p:nvPicPr>
              <p:cNvPr id="195" name="Cerneală 194">
                <a:extLst>
                  <a:ext uri="{FF2B5EF4-FFF2-40B4-BE49-F238E27FC236}">
                    <a16:creationId xmlns:a16="http://schemas.microsoft.com/office/drawing/2014/main" id="{E6E84EDD-67B9-4985-8BDE-10E7B335DA7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432022" y="5351665"/>
                <a:ext cx="941054" cy="59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96" name="Cerneală 195">
                <a:extLst>
                  <a:ext uri="{FF2B5EF4-FFF2-40B4-BE49-F238E27FC236}">
                    <a16:creationId xmlns:a16="http://schemas.microsoft.com/office/drawing/2014/main" id="{9FE423BF-4F78-47EB-AC6D-12C59F001030}"/>
                  </a:ext>
                </a:extLst>
              </p14:cNvPr>
              <p14:cNvContentPartPr/>
              <p14:nvPr/>
            </p14:nvContentPartPr>
            <p14:xfrm>
              <a:off x="6468309" y="4504585"/>
              <a:ext cx="564840" cy="1243080"/>
            </p14:xfrm>
          </p:contentPart>
        </mc:Choice>
        <mc:Fallback xmlns="">
          <p:pic>
            <p:nvPicPr>
              <p:cNvPr id="196" name="Cerneală 195">
                <a:extLst>
                  <a:ext uri="{FF2B5EF4-FFF2-40B4-BE49-F238E27FC236}">
                    <a16:creationId xmlns:a16="http://schemas.microsoft.com/office/drawing/2014/main" id="{9FE423BF-4F78-47EB-AC6D-12C59F00103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450658" y="4486585"/>
                <a:ext cx="600503" cy="127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52118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iect 1">
            <a:extLst>
              <a:ext uri="{FF2B5EF4-FFF2-40B4-BE49-F238E27FC236}">
                <a16:creationId xmlns:a16="http://schemas.microsoft.com/office/drawing/2014/main" id="{666C0F93-6B12-4FB9-BA10-6D40AE1905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490247"/>
              </p:ext>
            </p:extLst>
          </p:nvPr>
        </p:nvGraphicFramePr>
        <p:xfrm>
          <a:off x="518221" y="868708"/>
          <a:ext cx="2488044" cy="3474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" name="Bitmap Image" r:id="rId3" imgW="1448002" imgH="2010056" progId="Paint.Picture">
                  <p:embed/>
                </p:oleObj>
              </mc:Choice>
              <mc:Fallback>
                <p:oleObj name="Bitmap Image" r:id="rId3" imgW="1448002" imgH="2010056" progId="Paint.Picture">
                  <p:embed/>
                  <p:pic>
                    <p:nvPicPr>
                      <p:cNvPr id="3" name="Obiect 2">
                        <a:extLst>
                          <a:ext uri="{FF2B5EF4-FFF2-40B4-BE49-F238E27FC236}">
                            <a16:creationId xmlns:a16="http://schemas.microsoft.com/office/drawing/2014/main" id="{7A28E0BE-BE63-409A-83EB-DFFD70F7DE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221" y="868708"/>
                        <a:ext cx="2488044" cy="34746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A1E64D5D-988D-4D76-AB9B-6EDBC86FB668}"/>
                  </a:ext>
                </a:extLst>
              </p14:cNvPr>
              <p14:cNvContentPartPr/>
              <p14:nvPr/>
            </p14:nvContentPartPr>
            <p14:xfrm>
              <a:off x="167949" y="1602265"/>
              <a:ext cx="360" cy="36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A1E64D5D-988D-4D76-AB9B-6EDBC86FB66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0309" y="158462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D7360471-7126-4BB4-9B62-B26C97FF9DA4}"/>
                  </a:ext>
                </a:extLst>
              </p14:cNvPr>
              <p14:cNvContentPartPr/>
              <p14:nvPr/>
            </p14:nvContentPartPr>
            <p14:xfrm>
              <a:off x="5258349" y="429385"/>
              <a:ext cx="518040" cy="11232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D7360471-7126-4BB4-9B62-B26C97FF9DA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40709" y="411385"/>
                <a:ext cx="55368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2CC1D334-9DF9-4F47-A1E7-16549EE28B37}"/>
                  </a:ext>
                </a:extLst>
              </p14:cNvPr>
              <p14:cNvContentPartPr/>
              <p14:nvPr/>
            </p14:nvContentPartPr>
            <p14:xfrm>
              <a:off x="3899349" y="901345"/>
              <a:ext cx="1050840" cy="57852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2CC1D334-9DF9-4F47-A1E7-16549EE28B3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881349" y="883705"/>
                <a:ext cx="1086480" cy="61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B0D31553-0D34-49DA-A1B0-5D6E6EFF5112}"/>
                  </a:ext>
                </a:extLst>
              </p14:cNvPr>
              <p14:cNvContentPartPr/>
              <p14:nvPr/>
            </p14:nvContentPartPr>
            <p14:xfrm>
              <a:off x="5424309" y="1015105"/>
              <a:ext cx="14040" cy="10800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B0D31553-0D34-49DA-A1B0-5D6E6EFF511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406669" y="997465"/>
                <a:ext cx="4968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FE444F5D-0058-4940-BE4C-099F9B156B35}"/>
                  </a:ext>
                </a:extLst>
              </p14:cNvPr>
              <p14:cNvContentPartPr/>
              <p14:nvPr/>
            </p14:nvContentPartPr>
            <p14:xfrm>
              <a:off x="5317749" y="912145"/>
              <a:ext cx="182160" cy="2628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FE444F5D-0058-4940-BE4C-099F9B156B3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299749" y="894145"/>
                <a:ext cx="21780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7BD4D3D8-A7FD-49F5-8535-F4A3C5D57A3B}"/>
                  </a:ext>
                </a:extLst>
              </p14:cNvPr>
              <p14:cNvContentPartPr/>
              <p14:nvPr/>
            </p14:nvContentPartPr>
            <p14:xfrm>
              <a:off x="5356269" y="1194745"/>
              <a:ext cx="195120" cy="2772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7BD4D3D8-A7FD-49F5-8535-F4A3C5D57A3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338269" y="1177105"/>
                <a:ext cx="23076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AA137018-25C8-407D-BC0B-7711AC247884}"/>
                  </a:ext>
                </a:extLst>
              </p14:cNvPr>
              <p14:cNvContentPartPr/>
              <p14:nvPr/>
            </p14:nvContentPartPr>
            <p14:xfrm>
              <a:off x="7001829" y="890185"/>
              <a:ext cx="452520" cy="24084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AA137018-25C8-407D-BC0B-7711AC24788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984175" y="872185"/>
                <a:ext cx="488188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998BFB6A-7550-4D9D-A887-2466B7D740E2}"/>
                  </a:ext>
                </a:extLst>
              </p14:cNvPr>
              <p14:cNvContentPartPr/>
              <p14:nvPr/>
            </p14:nvContentPartPr>
            <p14:xfrm>
              <a:off x="6308829" y="952825"/>
              <a:ext cx="334440" cy="21060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998BFB6A-7550-4D9D-A887-2466B7D740E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291189" y="934825"/>
                <a:ext cx="37008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D09798ED-ED9B-49BB-98A6-18CFBEAB9F8A}"/>
                  </a:ext>
                </a:extLst>
              </p14:cNvPr>
              <p14:cNvContentPartPr/>
              <p14:nvPr/>
            </p14:nvContentPartPr>
            <p14:xfrm>
              <a:off x="3334869" y="1011505"/>
              <a:ext cx="245520" cy="32436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D09798ED-ED9B-49BB-98A6-18CFBEAB9F8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317229" y="993865"/>
                <a:ext cx="28116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A8B0730D-59BE-4A73-875C-7A65F86932B1}"/>
                  </a:ext>
                </a:extLst>
              </p14:cNvPr>
              <p14:cNvContentPartPr/>
              <p14:nvPr/>
            </p14:nvContentPartPr>
            <p14:xfrm>
              <a:off x="6352389" y="277825"/>
              <a:ext cx="738000" cy="24264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A8B0730D-59BE-4A73-875C-7A65F86932B1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334398" y="260185"/>
                <a:ext cx="773623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055B971F-BF6D-49C9-8EAC-2B86277089EA}"/>
                  </a:ext>
                </a:extLst>
              </p14:cNvPr>
              <p14:cNvContentPartPr/>
              <p14:nvPr/>
            </p14:nvContentPartPr>
            <p14:xfrm>
              <a:off x="4283109" y="259105"/>
              <a:ext cx="510120" cy="32400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055B971F-BF6D-49C9-8EAC-2B86277089E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265469" y="241105"/>
                <a:ext cx="545760" cy="35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163E4E41-86ED-480E-A350-B90C88B316F7}"/>
                  </a:ext>
                </a:extLst>
              </p14:cNvPr>
              <p14:cNvContentPartPr/>
              <p14:nvPr/>
            </p14:nvContentPartPr>
            <p14:xfrm>
              <a:off x="607869" y="132025"/>
              <a:ext cx="3229920" cy="68148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163E4E41-86ED-480E-A350-B90C88B316F7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90227" y="114025"/>
                <a:ext cx="3265564" cy="71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DE845F95-4B76-4AE5-8ED7-B28AF02A06AF}"/>
                  </a:ext>
                </a:extLst>
              </p14:cNvPr>
              <p14:cNvContentPartPr/>
              <p14:nvPr/>
            </p14:nvContentPartPr>
            <p14:xfrm>
              <a:off x="7773309" y="875065"/>
              <a:ext cx="258480" cy="24516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DE845F95-4B76-4AE5-8ED7-B28AF02A06AF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755669" y="857065"/>
                <a:ext cx="29412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E37BED51-2E66-432A-B583-041AD565AF0D}"/>
                  </a:ext>
                </a:extLst>
              </p14:cNvPr>
              <p14:cNvContentPartPr/>
              <p14:nvPr/>
            </p14:nvContentPartPr>
            <p14:xfrm>
              <a:off x="10034109" y="962545"/>
              <a:ext cx="142200" cy="468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E37BED51-2E66-432A-B583-041AD565AF0D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016469" y="944905"/>
                <a:ext cx="17784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F168746C-2001-452E-A212-61E19EDEC6FD}"/>
                  </a:ext>
                </a:extLst>
              </p14:cNvPr>
              <p14:cNvContentPartPr/>
              <p14:nvPr/>
            </p14:nvContentPartPr>
            <p14:xfrm>
              <a:off x="10077309" y="1019065"/>
              <a:ext cx="167400" cy="864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F168746C-2001-452E-A212-61E19EDEC6F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0059669" y="1001425"/>
                <a:ext cx="20304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69298D28-CA49-47B2-91AA-D64A3D5E6D5C}"/>
                  </a:ext>
                </a:extLst>
              </p14:cNvPr>
              <p14:cNvContentPartPr/>
              <p14:nvPr/>
            </p14:nvContentPartPr>
            <p14:xfrm>
              <a:off x="11208429" y="605065"/>
              <a:ext cx="856800" cy="44892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69298D28-CA49-47B2-91AA-D64A3D5E6D5C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1190789" y="587079"/>
                <a:ext cx="892440" cy="4845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E44AC022-72B2-48BD-8F85-5B51E0AFAD17}"/>
                  </a:ext>
                </a:extLst>
              </p14:cNvPr>
              <p14:cNvContentPartPr/>
              <p14:nvPr/>
            </p14:nvContentPartPr>
            <p14:xfrm>
              <a:off x="10409229" y="731065"/>
              <a:ext cx="450360" cy="31320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E44AC022-72B2-48BD-8F85-5B51E0AFAD1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391589" y="713425"/>
                <a:ext cx="48600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B662CAE8-AD71-4060-8F0B-A77127244825}"/>
                  </a:ext>
                </a:extLst>
              </p14:cNvPr>
              <p14:cNvContentPartPr/>
              <p14:nvPr/>
            </p14:nvContentPartPr>
            <p14:xfrm>
              <a:off x="8315829" y="709465"/>
              <a:ext cx="1431720" cy="36828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B662CAE8-AD71-4060-8F0B-A7712724482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298189" y="691465"/>
                <a:ext cx="1467360" cy="40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3A093BC3-B0BD-41E0-8113-6B7C4A4A4874}"/>
                  </a:ext>
                </a:extLst>
              </p14:cNvPr>
              <p14:cNvContentPartPr/>
              <p14:nvPr/>
            </p14:nvContentPartPr>
            <p14:xfrm>
              <a:off x="6811389" y="1963345"/>
              <a:ext cx="93600" cy="18720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3A093BC3-B0BD-41E0-8113-6B7C4A4A4874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6793749" y="1945345"/>
                <a:ext cx="12924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6FDAE14E-9739-4700-B219-27E930CE9AD9}"/>
                  </a:ext>
                </a:extLst>
              </p14:cNvPr>
              <p14:cNvContentPartPr/>
              <p14:nvPr/>
            </p14:nvContentPartPr>
            <p14:xfrm>
              <a:off x="6122349" y="1635745"/>
              <a:ext cx="551880" cy="43812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6FDAE14E-9739-4700-B219-27E930CE9AD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104709" y="1618105"/>
                <a:ext cx="587520" cy="47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AEF4A74F-8ACB-4D41-A1E1-2D07CB374499}"/>
                  </a:ext>
                </a:extLst>
              </p14:cNvPr>
              <p14:cNvContentPartPr/>
              <p14:nvPr/>
            </p14:nvContentPartPr>
            <p14:xfrm>
              <a:off x="3994029" y="1600105"/>
              <a:ext cx="1780920" cy="42840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AEF4A74F-8ACB-4D41-A1E1-2D07CB374499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976385" y="1582105"/>
                <a:ext cx="1816567" cy="46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60BDA26A-BB67-4744-B941-D85737C03BED}"/>
                  </a:ext>
                </a:extLst>
              </p14:cNvPr>
              <p14:cNvContentPartPr/>
              <p14:nvPr/>
            </p14:nvContentPartPr>
            <p14:xfrm>
              <a:off x="7045389" y="1611985"/>
              <a:ext cx="1275480" cy="55980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60BDA26A-BB67-4744-B941-D85737C03BED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027389" y="1593985"/>
                <a:ext cx="1311120" cy="59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2A653787-E2EE-411B-8B7E-041CE4B41A0B}"/>
                  </a:ext>
                </a:extLst>
              </p14:cNvPr>
              <p14:cNvContentPartPr/>
              <p14:nvPr/>
            </p14:nvContentPartPr>
            <p14:xfrm>
              <a:off x="8618949" y="1857505"/>
              <a:ext cx="452520" cy="19260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2A653787-E2EE-411B-8B7E-041CE4B41A0B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601309" y="1839505"/>
                <a:ext cx="48816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EE68269F-0F4D-4B41-9AE1-68748598EB39}"/>
                  </a:ext>
                </a:extLst>
              </p14:cNvPr>
              <p14:cNvContentPartPr/>
              <p14:nvPr/>
            </p14:nvContentPartPr>
            <p14:xfrm>
              <a:off x="10866069" y="1729345"/>
              <a:ext cx="25200" cy="2232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EE68269F-0F4D-4B41-9AE1-68748598EB39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0848069" y="1711345"/>
                <a:ext cx="6084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A73040EF-D73E-4EF1-A491-80B0A4A6F372}"/>
                  </a:ext>
                </a:extLst>
              </p14:cNvPr>
              <p14:cNvContentPartPr/>
              <p14:nvPr/>
            </p14:nvContentPartPr>
            <p14:xfrm>
              <a:off x="11363229" y="1558705"/>
              <a:ext cx="340560" cy="35964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A73040EF-D73E-4EF1-A491-80B0A4A6F372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1345589" y="1540705"/>
                <a:ext cx="376200" cy="39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A12E4BD1-716D-4232-9887-A859BDCDEB99}"/>
                  </a:ext>
                </a:extLst>
              </p14:cNvPr>
              <p14:cNvContentPartPr/>
              <p14:nvPr/>
            </p14:nvContentPartPr>
            <p14:xfrm>
              <a:off x="10101429" y="1800265"/>
              <a:ext cx="960840" cy="13968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A12E4BD1-716D-4232-9887-A859BDCDEB99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0083796" y="1782311"/>
                <a:ext cx="996467" cy="1752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E3B72215-DE50-4A96-AF5B-7B8EC334346B}"/>
                  </a:ext>
                </a:extLst>
              </p14:cNvPr>
              <p14:cNvContentPartPr/>
              <p14:nvPr/>
            </p14:nvContentPartPr>
            <p14:xfrm>
              <a:off x="9266229" y="1866145"/>
              <a:ext cx="555480" cy="10872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E3B72215-DE50-4A96-AF5B-7B8EC334346B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9248229" y="1848505"/>
                <a:ext cx="59112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EE967F2C-3A5B-4217-B661-2104C75BE98A}"/>
                  </a:ext>
                </a:extLst>
              </p14:cNvPr>
              <p14:cNvContentPartPr/>
              <p14:nvPr/>
            </p14:nvContentPartPr>
            <p14:xfrm>
              <a:off x="6722829" y="2340985"/>
              <a:ext cx="125640" cy="22320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EE967F2C-3A5B-4217-B661-2104C75BE98A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705189" y="2322985"/>
                <a:ext cx="16128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6CA716CD-E86C-4EAB-8525-070C3A8FC5CA}"/>
                  </a:ext>
                </a:extLst>
              </p14:cNvPr>
              <p14:cNvContentPartPr/>
              <p14:nvPr/>
            </p14:nvContentPartPr>
            <p14:xfrm>
              <a:off x="6997149" y="2540785"/>
              <a:ext cx="7920" cy="252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6CA716CD-E86C-4EAB-8525-070C3A8FC5CA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979509" y="2522785"/>
                <a:ext cx="4356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C8F8ED1E-C8BA-4DF7-8FFA-B764164EF276}"/>
                  </a:ext>
                </a:extLst>
              </p14:cNvPr>
              <p14:cNvContentPartPr/>
              <p14:nvPr/>
            </p14:nvContentPartPr>
            <p14:xfrm>
              <a:off x="6265629" y="2347825"/>
              <a:ext cx="331560" cy="21384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C8F8ED1E-C8BA-4DF7-8FFA-B764164EF276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6247989" y="2330185"/>
                <a:ext cx="36720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D726DF43-7D13-49B7-9A36-CCE9AE4272A4}"/>
                  </a:ext>
                </a:extLst>
              </p14:cNvPr>
              <p14:cNvContentPartPr/>
              <p14:nvPr/>
            </p14:nvContentPartPr>
            <p14:xfrm>
              <a:off x="5265189" y="2328745"/>
              <a:ext cx="688320" cy="25668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D726DF43-7D13-49B7-9A36-CCE9AE4272A4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5247549" y="2311080"/>
                <a:ext cx="723960" cy="2923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10E53C4A-8B5A-42F5-902E-ABBC0C7F6427}"/>
                  </a:ext>
                </a:extLst>
              </p14:cNvPr>
              <p14:cNvContentPartPr/>
              <p14:nvPr/>
            </p14:nvContentPartPr>
            <p14:xfrm>
              <a:off x="4143789" y="2417665"/>
              <a:ext cx="509760" cy="16524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10E53C4A-8B5A-42F5-902E-ABBC0C7F6427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4125789" y="2400063"/>
                <a:ext cx="545400" cy="2008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2EE225DB-BC7D-4591-A0F7-42902A027113}"/>
                  </a:ext>
                </a:extLst>
              </p14:cNvPr>
              <p14:cNvContentPartPr/>
              <p14:nvPr/>
            </p14:nvContentPartPr>
            <p14:xfrm>
              <a:off x="3354309" y="2923825"/>
              <a:ext cx="181800" cy="51084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2EE225DB-BC7D-4591-A0F7-42902A027113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3336309" y="2905825"/>
                <a:ext cx="217440" cy="54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6B3DDFEA-9440-4805-BFF4-0F3B76D364EB}"/>
                  </a:ext>
                </a:extLst>
              </p14:cNvPr>
              <p14:cNvContentPartPr/>
              <p14:nvPr/>
            </p14:nvContentPartPr>
            <p14:xfrm>
              <a:off x="9636669" y="2744185"/>
              <a:ext cx="348480" cy="27468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6B3DDFEA-9440-4805-BFF4-0F3B76D364EB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9619029" y="2726185"/>
                <a:ext cx="38412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28" name="Cerneală 127">
                <a:extLst>
                  <a:ext uri="{FF2B5EF4-FFF2-40B4-BE49-F238E27FC236}">
                    <a16:creationId xmlns:a16="http://schemas.microsoft.com/office/drawing/2014/main" id="{AF7E7E34-A54E-4F1C-AB9F-A26033F6E6D4}"/>
                  </a:ext>
                </a:extLst>
              </p14:cNvPr>
              <p14:cNvContentPartPr/>
              <p14:nvPr/>
            </p14:nvContentPartPr>
            <p14:xfrm>
              <a:off x="10361349" y="2650945"/>
              <a:ext cx="1714680" cy="452880"/>
            </p14:xfrm>
          </p:contentPart>
        </mc:Choice>
        <mc:Fallback xmlns="">
          <p:pic>
            <p:nvPicPr>
              <p:cNvPr id="128" name="Cerneală 127">
                <a:extLst>
                  <a:ext uri="{FF2B5EF4-FFF2-40B4-BE49-F238E27FC236}">
                    <a16:creationId xmlns:a16="http://schemas.microsoft.com/office/drawing/2014/main" id="{AF7E7E34-A54E-4F1C-AB9F-A26033F6E6D4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0343353" y="2632945"/>
                <a:ext cx="1750313" cy="48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2F64FC8D-6B66-417F-BF29-43F77FE927DB}"/>
                  </a:ext>
                </a:extLst>
              </p14:cNvPr>
              <p14:cNvContentPartPr/>
              <p14:nvPr/>
            </p14:nvContentPartPr>
            <p14:xfrm>
              <a:off x="3892869" y="2680105"/>
              <a:ext cx="5414760" cy="105444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2F64FC8D-6B66-417F-BF29-43F77FE927DB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3875228" y="2662105"/>
                <a:ext cx="5450402" cy="10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AE450B4A-AD57-48F1-AE47-124D38ED4198}"/>
                  </a:ext>
                </a:extLst>
              </p14:cNvPr>
              <p14:cNvContentPartPr/>
              <p14:nvPr/>
            </p14:nvContentPartPr>
            <p14:xfrm>
              <a:off x="5774949" y="4196425"/>
              <a:ext cx="421200" cy="18288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AE450B4A-AD57-48F1-AE47-124D38ED4198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5756964" y="4178425"/>
                <a:ext cx="45681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06AB3AEA-64D5-48C2-BDD7-4AB0D36BC33A}"/>
                  </a:ext>
                </a:extLst>
              </p14:cNvPr>
              <p14:cNvContentPartPr/>
              <p14:nvPr/>
            </p14:nvContentPartPr>
            <p14:xfrm>
              <a:off x="5206869" y="4176265"/>
              <a:ext cx="352080" cy="27180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06AB3AEA-64D5-48C2-BDD7-4AB0D36BC33A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5189229" y="4158241"/>
                <a:ext cx="387720" cy="3074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53" name="Cerneală 152">
                <a:extLst>
                  <a:ext uri="{FF2B5EF4-FFF2-40B4-BE49-F238E27FC236}">
                    <a16:creationId xmlns:a16="http://schemas.microsoft.com/office/drawing/2014/main" id="{6EBC4474-3928-406D-8C8C-7370ADDA7465}"/>
                  </a:ext>
                </a:extLst>
              </p14:cNvPr>
              <p14:cNvContentPartPr/>
              <p14:nvPr/>
            </p14:nvContentPartPr>
            <p14:xfrm>
              <a:off x="6442029" y="4087345"/>
              <a:ext cx="313920" cy="267480"/>
            </p14:xfrm>
          </p:contentPart>
        </mc:Choice>
        <mc:Fallback xmlns="">
          <p:pic>
            <p:nvPicPr>
              <p:cNvPr id="153" name="Cerneală 152">
                <a:extLst>
                  <a:ext uri="{FF2B5EF4-FFF2-40B4-BE49-F238E27FC236}">
                    <a16:creationId xmlns:a16="http://schemas.microsoft.com/office/drawing/2014/main" id="{6EBC4474-3928-406D-8C8C-7370ADDA7465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6424389" y="4069705"/>
                <a:ext cx="34956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59" name="Cerneală 158">
                <a:extLst>
                  <a:ext uri="{FF2B5EF4-FFF2-40B4-BE49-F238E27FC236}">
                    <a16:creationId xmlns:a16="http://schemas.microsoft.com/office/drawing/2014/main" id="{21A0D4DA-1D58-4332-8C1E-F66A9BA4827A}"/>
                  </a:ext>
                </a:extLst>
              </p14:cNvPr>
              <p14:cNvContentPartPr/>
              <p14:nvPr/>
            </p14:nvContentPartPr>
            <p14:xfrm>
              <a:off x="6544989" y="4528705"/>
              <a:ext cx="281520" cy="231840"/>
            </p14:xfrm>
          </p:contentPart>
        </mc:Choice>
        <mc:Fallback xmlns="">
          <p:pic>
            <p:nvPicPr>
              <p:cNvPr id="159" name="Cerneală 158">
                <a:extLst>
                  <a:ext uri="{FF2B5EF4-FFF2-40B4-BE49-F238E27FC236}">
                    <a16:creationId xmlns:a16="http://schemas.microsoft.com/office/drawing/2014/main" id="{21A0D4DA-1D58-4332-8C1E-F66A9BA4827A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6527349" y="4510705"/>
                <a:ext cx="31716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63" name="Cerneală 162">
                <a:extLst>
                  <a:ext uri="{FF2B5EF4-FFF2-40B4-BE49-F238E27FC236}">
                    <a16:creationId xmlns:a16="http://schemas.microsoft.com/office/drawing/2014/main" id="{15D32BEE-3D90-4F59-90A2-BE8C55B02083}"/>
                  </a:ext>
                </a:extLst>
              </p14:cNvPr>
              <p14:cNvContentPartPr/>
              <p14:nvPr/>
            </p14:nvContentPartPr>
            <p14:xfrm>
              <a:off x="5133069" y="5202265"/>
              <a:ext cx="364680" cy="267480"/>
            </p14:xfrm>
          </p:contentPart>
        </mc:Choice>
        <mc:Fallback xmlns="">
          <p:pic>
            <p:nvPicPr>
              <p:cNvPr id="163" name="Cerneală 162">
                <a:extLst>
                  <a:ext uri="{FF2B5EF4-FFF2-40B4-BE49-F238E27FC236}">
                    <a16:creationId xmlns:a16="http://schemas.microsoft.com/office/drawing/2014/main" id="{15D32BEE-3D90-4F59-90A2-BE8C55B02083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5115429" y="5184265"/>
                <a:ext cx="40032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4410A4C2-D834-4449-8759-EB3059406CEE}"/>
                  </a:ext>
                </a:extLst>
              </p14:cNvPr>
              <p14:cNvContentPartPr/>
              <p14:nvPr/>
            </p14:nvContentPartPr>
            <p14:xfrm>
              <a:off x="5880789" y="4638865"/>
              <a:ext cx="369720" cy="23256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4410A4C2-D834-4449-8759-EB3059406CEE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5862789" y="4621225"/>
                <a:ext cx="40536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FD7850AF-0B93-40E7-ABAE-D2564EE2F8AC}"/>
                  </a:ext>
                </a:extLst>
              </p14:cNvPr>
              <p14:cNvContentPartPr/>
              <p14:nvPr/>
            </p14:nvContentPartPr>
            <p14:xfrm>
              <a:off x="5223069" y="4633465"/>
              <a:ext cx="287280" cy="31824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FD7850AF-0B93-40E7-ABAE-D2564EE2F8AC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5205429" y="4615825"/>
                <a:ext cx="32292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F412D7FE-AAC3-46F0-8016-70BC69F3CE6B}"/>
                  </a:ext>
                </a:extLst>
              </p14:cNvPr>
              <p14:cNvContentPartPr/>
              <p14:nvPr/>
            </p14:nvContentPartPr>
            <p14:xfrm>
              <a:off x="6559389" y="5080225"/>
              <a:ext cx="268200" cy="27864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F412D7FE-AAC3-46F0-8016-70BC69F3CE6B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6541389" y="5062225"/>
                <a:ext cx="303840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A2E66118-88D4-4C21-9708-A5AF3E786D9C}"/>
                  </a:ext>
                </a:extLst>
              </p14:cNvPr>
              <p14:cNvContentPartPr/>
              <p14:nvPr/>
            </p14:nvContentPartPr>
            <p14:xfrm>
              <a:off x="5825349" y="5206945"/>
              <a:ext cx="513720" cy="24120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A2E66118-88D4-4C21-9708-A5AF3E786D9C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5807709" y="5188945"/>
                <a:ext cx="54936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200" name="Cerneală 199">
                <a:extLst>
                  <a:ext uri="{FF2B5EF4-FFF2-40B4-BE49-F238E27FC236}">
                    <a16:creationId xmlns:a16="http://schemas.microsoft.com/office/drawing/2014/main" id="{B4486DE2-2C7B-470F-9059-448CC2412CE4}"/>
                  </a:ext>
                </a:extLst>
              </p14:cNvPr>
              <p14:cNvContentPartPr/>
              <p14:nvPr/>
            </p14:nvContentPartPr>
            <p14:xfrm>
              <a:off x="8045109" y="3878545"/>
              <a:ext cx="2108880" cy="1524600"/>
            </p14:xfrm>
          </p:contentPart>
        </mc:Choice>
        <mc:Fallback xmlns="">
          <p:pic>
            <p:nvPicPr>
              <p:cNvPr id="200" name="Cerneală 199">
                <a:extLst>
                  <a:ext uri="{FF2B5EF4-FFF2-40B4-BE49-F238E27FC236}">
                    <a16:creationId xmlns:a16="http://schemas.microsoft.com/office/drawing/2014/main" id="{B4486DE2-2C7B-470F-9059-448CC2412CE4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8027109" y="3860905"/>
                <a:ext cx="2144520" cy="156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5078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iect 1">
            <a:extLst>
              <a:ext uri="{FF2B5EF4-FFF2-40B4-BE49-F238E27FC236}">
                <a16:creationId xmlns:a16="http://schemas.microsoft.com/office/drawing/2014/main" id="{C890E87D-E1F4-42C5-AAB1-096DBE2DB2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679100"/>
              </p:ext>
            </p:extLst>
          </p:nvPr>
        </p:nvGraphicFramePr>
        <p:xfrm>
          <a:off x="518221" y="868708"/>
          <a:ext cx="2488044" cy="3474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Bitmap Image" r:id="rId3" imgW="1448002" imgH="2010056" progId="Paint.Picture">
                  <p:embed/>
                </p:oleObj>
              </mc:Choice>
              <mc:Fallback>
                <p:oleObj name="Bitmap Image" r:id="rId3" imgW="1448002" imgH="2010056" progId="Paint.Picture">
                  <p:embed/>
                  <p:pic>
                    <p:nvPicPr>
                      <p:cNvPr id="2" name="Obiect 1">
                        <a:extLst>
                          <a:ext uri="{FF2B5EF4-FFF2-40B4-BE49-F238E27FC236}">
                            <a16:creationId xmlns:a16="http://schemas.microsoft.com/office/drawing/2014/main" id="{666C0F93-6B12-4FB9-BA10-6D40AE1905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221" y="868708"/>
                        <a:ext cx="2488044" cy="34746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DABA43A1-7B07-4484-B578-ACA2E6D03DCA}"/>
                  </a:ext>
                </a:extLst>
              </p14:cNvPr>
              <p14:cNvContentPartPr/>
              <p14:nvPr/>
            </p14:nvContentPartPr>
            <p14:xfrm>
              <a:off x="1799829" y="5587105"/>
              <a:ext cx="360" cy="36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DABA43A1-7B07-4484-B578-ACA2E6D03DC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81829" y="556910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6" name="Cerneală 165">
                <a:extLst>
                  <a:ext uri="{FF2B5EF4-FFF2-40B4-BE49-F238E27FC236}">
                    <a16:creationId xmlns:a16="http://schemas.microsoft.com/office/drawing/2014/main" id="{8F40885D-6A2C-4367-ABF1-CE20DCA6FC2C}"/>
                  </a:ext>
                </a:extLst>
              </p14:cNvPr>
              <p14:cNvContentPartPr/>
              <p14:nvPr/>
            </p14:nvContentPartPr>
            <p14:xfrm>
              <a:off x="471069" y="5197585"/>
              <a:ext cx="360" cy="360"/>
            </p14:xfrm>
          </p:contentPart>
        </mc:Choice>
        <mc:Fallback xmlns="">
          <p:pic>
            <p:nvPicPr>
              <p:cNvPr id="166" name="Cerneală 165">
                <a:extLst>
                  <a:ext uri="{FF2B5EF4-FFF2-40B4-BE49-F238E27FC236}">
                    <a16:creationId xmlns:a16="http://schemas.microsoft.com/office/drawing/2014/main" id="{8F40885D-6A2C-4367-ABF1-CE20DCA6FC2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3429" y="517958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71F875AD-DB34-4F83-BC4D-6036B957C754}"/>
                  </a:ext>
                </a:extLst>
              </p14:cNvPr>
              <p14:cNvContentPartPr/>
              <p14:nvPr/>
            </p14:nvContentPartPr>
            <p14:xfrm>
              <a:off x="749349" y="1429465"/>
              <a:ext cx="1275840" cy="106344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71F875AD-DB34-4F83-BC4D-6036B957C75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1709" y="1411465"/>
                <a:ext cx="1311480" cy="10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80" name="Cerneală 279">
                <a:extLst>
                  <a:ext uri="{FF2B5EF4-FFF2-40B4-BE49-F238E27FC236}">
                    <a16:creationId xmlns:a16="http://schemas.microsoft.com/office/drawing/2014/main" id="{A842BFCC-E557-4465-AFD6-775978C676AC}"/>
                  </a:ext>
                </a:extLst>
              </p14:cNvPr>
              <p14:cNvContentPartPr/>
              <p14:nvPr/>
            </p14:nvContentPartPr>
            <p14:xfrm>
              <a:off x="2347029" y="320305"/>
              <a:ext cx="9584640" cy="6221160"/>
            </p14:xfrm>
          </p:contentPart>
        </mc:Choice>
        <mc:Fallback xmlns="">
          <p:pic>
            <p:nvPicPr>
              <p:cNvPr id="280" name="Cerneală 279">
                <a:extLst>
                  <a:ext uri="{FF2B5EF4-FFF2-40B4-BE49-F238E27FC236}">
                    <a16:creationId xmlns:a16="http://schemas.microsoft.com/office/drawing/2014/main" id="{A842BFCC-E557-4465-AFD6-775978C676A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329388" y="302665"/>
                <a:ext cx="9620281" cy="625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6103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A3BD154D-22F9-4590-A91E-F063DC480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143025"/>
            <a:ext cx="3975746" cy="2227330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DB13F6E6-78A5-4C7F-9625-21985E1E1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5854" y="1234464"/>
            <a:ext cx="3894958" cy="425195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1F9AC4E3-6FC7-4740-82DF-151AE25AF87B}"/>
                  </a:ext>
                </a:extLst>
              </p14:cNvPr>
              <p14:cNvContentPartPr/>
              <p14:nvPr/>
            </p14:nvContentPartPr>
            <p14:xfrm>
              <a:off x="2571669" y="702265"/>
              <a:ext cx="3960" cy="216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1F9AC4E3-6FC7-4740-82DF-151AE25AF87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54029" y="684625"/>
                <a:ext cx="3960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B0968100-F674-4136-A310-4DDEF927EBAF}"/>
                  </a:ext>
                </a:extLst>
              </p14:cNvPr>
              <p14:cNvContentPartPr/>
              <p14:nvPr/>
            </p14:nvContentPartPr>
            <p14:xfrm>
              <a:off x="1735749" y="533425"/>
              <a:ext cx="719280" cy="24480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B0968100-F674-4136-A310-4DDEF927EBA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18100" y="515785"/>
                <a:ext cx="754938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F98E360B-6783-4520-B761-F0E52C764352}"/>
                  </a:ext>
                </a:extLst>
              </p14:cNvPr>
              <p14:cNvContentPartPr/>
              <p14:nvPr/>
            </p14:nvContentPartPr>
            <p14:xfrm>
              <a:off x="220509" y="1394905"/>
              <a:ext cx="363240" cy="153396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F98E360B-6783-4520-B761-F0E52C76435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2509" y="1376905"/>
                <a:ext cx="398880" cy="156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F0B87A2F-8452-4238-AA39-F3D0962A1C11}"/>
                  </a:ext>
                </a:extLst>
              </p14:cNvPr>
              <p14:cNvContentPartPr/>
              <p14:nvPr/>
            </p14:nvContentPartPr>
            <p14:xfrm>
              <a:off x="144189" y="611185"/>
              <a:ext cx="376560" cy="53352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F0B87A2F-8452-4238-AA39-F3D0962A1C1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6189" y="593185"/>
                <a:ext cx="412200" cy="56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B6B46334-5815-4FE8-B70B-4DB299EAB9ED}"/>
                  </a:ext>
                </a:extLst>
              </p14:cNvPr>
              <p14:cNvContentPartPr/>
              <p14:nvPr/>
            </p14:nvContentPartPr>
            <p14:xfrm>
              <a:off x="4306149" y="1434145"/>
              <a:ext cx="208080" cy="164988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B6B46334-5815-4FE8-B70B-4DB299EAB9E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88149" y="1416145"/>
                <a:ext cx="243720" cy="168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9A001919-4A52-4BA1-8EE2-1ACBCD7ABDB3}"/>
                  </a:ext>
                </a:extLst>
              </p14:cNvPr>
              <p14:cNvContentPartPr/>
              <p14:nvPr/>
            </p14:nvContentPartPr>
            <p14:xfrm>
              <a:off x="4095189" y="601105"/>
              <a:ext cx="253440" cy="47556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9A001919-4A52-4BA1-8EE2-1ACBCD7ABDB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077549" y="583465"/>
                <a:ext cx="289080" cy="51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9D2CE376-B5C5-4701-B717-BB6868333804}"/>
                  </a:ext>
                </a:extLst>
              </p14:cNvPr>
              <p14:cNvContentPartPr/>
              <p14:nvPr/>
            </p14:nvContentPartPr>
            <p14:xfrm>
              <a:off x="4062069" y="3339625"/>
              <a:ext cx="98280" cy="28692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9D2CE376-B5C5-4701-B717-BB686833380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044069" y="3321625"/>
                <a:ext cx="133920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05524FE5-5893-48C1-A453-0FDB0133F25A}"/>
                  </a:ext>
                </a:extLst>
              </p14:cNvPr>
              <p14:cNvContentPartPr/>
              <p14:nvPr/>
            </p14:nvContentPartPr>
            <p14:xfrm>
              <a:off x="4254309" y="3222985"/>
              <a:ext cx="426600" cy="44280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05524FE5-5893-48C1-A453-0FDB0133F25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236309" y="3205345"/>
                <a:ext cx="462240" cy="47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6FFFF913-749B-4637-A61B-368BA882FCC8}"/>
                  </a:ext>
                </a:extLst>
              </p14:cNvPr>
              <p14:cNvContentPartPr/>
              <p14:nvPr/>
            </p14:nvContentPartPr>
            <p14:xfrm>
              <a:off x="230589" y="3472465"/>
              <a:ext cx="663120" cy="45612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6FFFF913-749B-4637-A61B-368BA882FCC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12939" y="3454825"/>
                <a:ext cx="698779" cy="49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4658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A3BD154D-22F9-4590-A91E-F063DC480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228635"/>
            <a:ext cx="2329844" cy="1305247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186F6E39-5936-4185-AE24-28751087045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42" y="1874537"/>
            <a:ext cx="11246997" cy="438907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D34640C2-0275-4DB1-AB27-8F12C444BA94}"/>
                  </a:ext>
                </a:extLst>
              </p14:cNvPr>
              <p14:cNvContentPartPr/>
              <p14:nvPr/>
            </p14:nvContentPartPr>
            <p14:xfrm>
              <a:off x="3031389" y="73345"/>
              <a:ext cx="8864640" cy="296856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D34640C2-0275-4DB1-AB27-8F12C444BA9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13748" y="55347"/>
                <a:ext cx="8900281" cy="30041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B0669D98-6990-4294-A8EF-441C8E909208}"/>
                  </a:ext>
                </a:extLst>
              </p14:cNvPr>
              <p14:cNvContentPartPr/>
              <p14:nvPr/>
            </p14:nvContentPartPr>
            <p14:xfrm>
              <a:off x="6424749" y="4826425"/>
              <a:ext cx="478440" cy="450720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B0669D98-6990-4294-A8EF-441C8E90920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06749" y="4808785"/>
                <a:ext cx="514080" cy="48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A9DDB7B0-C170-400B-B91C-0F16080ABF8E}"/>
                  </a:ext>
                </a:extLst>
              </p14:cNvPr>
              <p14:cNvContentPartPr/>
              <p14:nvPr/>
            </p14:nvContentPartPr>
            <p14:xfrm>
              <a:off x="4913469" y="4818865"/>
              <a:ext cx="986400" cy="46260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A9DDB7B0-C170-400B-B91C-0F16080ABF8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95476" y="4800865"/>
                <a:ext cx="1022027" cy="49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76" name="Cerneală 175">
                <a:extLst>
                  <a:ext uri="{FF2B5EF4-FFF2-40B4-BE49-F238E27FC236}">
                    <a16:creationId xmlns:a16="http://schemas.microsoft.com/office/drawing/2014/main" id="{10FCE37F-0060-413D-A9CD-87A716514082}"/>
                  </a:ext>
                </a:extLst>
              </p14:cNvPr>
              <p14:cNvContentPartPr/>
              <p14:nvPr/>
            </p14:nvContentPartPr>
            <p14:xfrm>
              <a:off x="3320469" y="6284065"/>
              <a:ext cx="223920" cy="39960"/>
            </p14:xfrm>
          </p:contentPart>
        </mc:Choice>
        <mc:Fallback xmlns="">
          <p:pic>
            <p:nvPicPr>
              <p:cNvPr id="176" name="Cerneală 175">
                <a:extLst>
                  <a:ext uri="{FF2B5EF4-FFF2-40B4-BE49-F238E27FC236}">
                    <a16:creationId xmlns:a16="http://schemas.microsoft.com/office/drawing/2014/main" id="{10FCE37F-0060-413D-A9CD-87A71651408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02469" y="6266425"/>
                <a:ext cx="25956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8" name="Cerneală 197">
                <a:extLst>
                  <a:ext uri="{FF2B5EF4-FFF2-40B4-BE49-F238E27FC236}">
                    <a16:creationId xmlns:a16="http://schemas.microsoft.com/office/drawing/2014/main" id="{B40359FD-F416-4D80-9BAA-A7A951EF7652}"/>
                  </a:ext>
                </a:extLst>
              </p14:cNvPr>
              <p14:cNvContentPartPr/>
              <p14:nvPr/>
            </p14:nvContentPartPr>
            <p14:xfrm>
              <a:off x="9254709" y="6342745"/>
              <a:ext cx="41760" cy="148680"/>
            </p14:xfrm>
          </p:contentPart>
        </mc:Choice>
        <mc:Fallback xmlns="">
          <p:pic>
            <p:nvPicPr>
              <p:cNvPr id="198" name="Cerneală 197">
                <a:extLst>
                  <a:ext uri="{FF2B5EF4-FFF2-40B4-BE49-F238E27FC236}">
                    <a16:creationId xmlns:a16="http://schemas.microsoft.com/office/drawing/2014/main" id="{B40359FD-F416-4D80-9BAA-A7A951EF765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236709" y="6324745"/>
                <a:ext cx="7740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03" name="Cerneală 202">
                <a:extLst>
                  <a:ext uri="{FF2B5EF4-FFF2-40B4-BE49-F238E27FC236}">
                    <a16:creationId xmlns:a16="http://schemas.microsoft.com/office/drawing/2014/main" id="{4BD23BE5-C8A6-4195-83BD-1AA640444495}"/>
                  </a:ext>
                </a:extLst>
              </p14:cNvPr>
              <p14:cNvContentPartPr/>
              <p14:nvPr/>
            </p14:nvContentPartPr>
            <p14:xfrm>
              <a:off x="9861309" y="6361825"/>
              <a:ext cx="38520" cy="135000"/>
            </p14:xfrm>
          </p:contentPart>
        </mc:Choice>
        <mc:Fallback xmlns="">
          <p:pic>
            <p:nvPicPr>
              <p:cNvPr id="203" name="Cerneală 202">
                <a:extLst>
                  <a:ext uri="{FF2B5EF4-FFF2-40B4-BE49-F238E27FC236}">
                    <a16:creationId xmlns:a16="http://schemas.microsoft.com/office/drawing/2014/main" id="{4BD23BE5-C8A6-4195-83BD-1AA64044449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843309" y="6344185"/>
                <a:ext cx="7416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11" name="Cerneală 210">
                <a:extLst>
                  <a:ext uri="{FF2B5EF4-FFF2-40B4-BE49-F238E27FC236}">
                    <a16:creationId xmlns:a16="http://schemas.microsoft.com/office/drawing/2014/main" id="{78E1795C-935A-4492-8317-73FAC8CE3692}"/>
                  </a:ext>
                </a:extLst>
              </p14:cNvPr>
              <p14:cNvContentPartPr/>
              <p14:nvPr/>
            </p14:nvContentPartPr>
            <p14:xfrm>
              <a:off x="8028909" y="6140425"/>
              <a:ext cx="457920" cy="200520"/>
            </p14:xfrm>
          </p:contentPart>
        </mc:Choice>
        <mc:Fallback xmlns="">
          <p:pic>
            <p:nvPicPr>
              <p:cNvPr id="211" name="Cerneală 210">
                <a:extLst>
                  <a:ext uri="{FF2B5EF4-FFF2-40B4-BE49-F238E27FC236}">
                    <a16:creationId xmlns:a16="http://schemas.microsoft.com/office/drawing/2014/main" id="{78E1795C-935A-4492-8317-73FAC8CE369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011269" y="6122425"/>
                <a:ext cx="49356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19" name="Cerneală 218">
                <a:extLst>
                  <a:ext uri="{FF2B5EF4-FFF2-40B4-BE49-F238E27FC236}">
                    <a16:creationId xmlns:a16="http://schemas.microsoft.com/office/drawing/2014/main" id="{4E07E5FC-3D77-45DD-9007-94609E8B13A6}"/>
                  </a:ext>
                </a:extLst>
              </p14:cNvPr>
              <p14:cNvContentPartPr/>
              <p14:nvPr/>
            </p14:nvContentPartPr>
            <p14:xfrm>
              <a:off x="10668069" y="6371905"/>
              <a:ext cx="39960" cy="145800"/>
            </p14:xfrm>
          </p:contentPart>
        </mc:Choice>
        <mc:Fallback xmlns="">
          <p:pic>
            <p:nvPicPr>
              <p:cNvPr id="219" name="Cerneală 218">
                <a:extLst>
                  <a:ext uri="{FF2B5EF4-FFF2-40B4-BE49-F238E27FC236}">
                    <a16:creationId xmlns:a16="http://schemas.microsoft.com/office/drawing/2014/main" id="{4E07E5FC-3D77-45DD-9007-94609E8B13A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650069" y="6353905"/>
                <a:ext cx="7560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23" name="Cerneală 222">
                <a:extLst>
                  <a:ext uri="{FF2B5EF4-FFF2-40B4-BE49-F238E27FC236}">
                    <a16:creationId xmlns:a16="http://schemas.microsoft.com/office/drawing/2014/main" id="{1B095E44-B58C-4FBD-B323-2E6060C1C201}"/>
                  </a:ext>
                </a:extLst>
              </p14:cNvPr>
              <p14:cNvContentPartPr/>
              <p14:nvPr/>
            </p14:nvContentPartPr>
            <p14:xfrm>
              <a:off x="10803789" y="6208105"/>
              <a:ext cx="283680" cy="316440"/>
            </p14:xfrm>
          </p:contentPart>
        </mc:Choice>
        <mc:Fallback xmlns="">
          <p:pic>
            <p:nvPicPr>
              <p:cNvPr id="223" name="Cerneală 222">
                <a:extLst>
                  <a:ext uri="{FF2B5EF4-FFF2-40B4-BE49-F238E27FC236}">
                    <a16:creationId xmlns:a16="http://schemas.microsoft.com/office/drawing/2014/main" id="{1B095E44-B58C-4FBD-B323-2E6060C1C20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786127" y="6190105"/>
                <a:ext cx="319365" cy="35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24" name="Cerneală 223">
                <a:extLst>
                  <a:ext uri="{FF2B5EF4-FFF2-40B4-BE49-F238E27FC236}">
                    <a16:creationId xmlns:a16="http://schemas.microsoft.com/office/drawing/2014/main" id="{49A070DA-C712-48F0-B617-FF3630450496}"/>
                  </a:ext>
                </a:extLst>
              </p14:cNvPr>
              <p14:cNvContentPartPr/>
              <p14:nvPr/>
            </p14:nvContentPartPr>
            <p14:xfrm>
              <a:off x="10015029" y="6164185"/>
              <a:ext cx="496800" cy="372600"/>
            </p14:xfrm>
          </p:contentPart>
        </mc:Choice>
        <mc:Fallback xmlns="">
          <p:pic>
            <p:nvPicPr>
              <p:cNvPr id="224" name="Cerneală 223">
                <a:extLst>
                  <a:ext uri="{FF2B5EF4-FFF2-40B4-BE49-F238E27FC236}">
                    <a16:creationId xmlns:a16="http://schemas.microsoft.com/office/drawing/2014/main" id="{49A070DA-C712-48F0-B617-FF363045049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997042" y="6146528"/>
                <a:ext cx="532414" cy="4082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25" name="Cerneală 224">
                <a:extLst>
                  <a:ext uri="{FF2B5EF4-FFF2-40B4-BE49-F238E27FC236}">
                    <a16:creationId xmlns:a16="http://schemas.microsoft.com/office/drawing/2014/main" id="{EFB3172C-FC41-49B9-98C9-F8ECFA18D850}"/>
                  </a:ext>
                </a:extLst>
              </p14:cNvPr>
              <p14:cNvContentPartPr/>
              <p14:nvPr/>
            </p14:nvContentPartPr>
            <p14:xfrm>
              <a:off x="9456309" y="6162745"/>
              <a:ext cx="317160" cy="268560"/>
            </p14:xfrm>
          </p:contentPart>
        </mc:Choice>
        <mc:Fallback xmlns="">
          <p:pic>
            <p:nvPicPr>
              <p:cNvPr id="225" name="Cerneală 224">
                <a:extLst>
                  <a:ext uri="{FF2B5EF4-FFF2-40B4-BE49-F238E27FC236}">
                    <a16:creationId xmlns:a16="http://schemas.microsoft.com/office/drawing/2014/main" id="{EFB3172C-FC41-49B9-98C9-F8ECFA18D85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438649" y="6144769"/>
                <a:ext cx="352841" cy="3041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26" name="Cerneală 225">
                <a:extLst>
                  <a:ext uri="{FF2B5EF4-FFF2-40B4-BE49-F238E27FC236}">
                    <a16:creationId xmlns:a16="http://schemas.microsoft.com/office/drawing/2014/main" id="{D9868078-BC54-484B-A8C3-FA80B55E69E8}"/>
                  </a:ext>
                </a:extLst>
              </p14:cNvPr>
              <p14:cNvContentPartPr/>
              <p14:nvPr/>
            </p14:nvContentPartPr>
            <p14:xfrm>
              <a:off x="8850069" y="6155185"/>
              <a:ext cx="299520" cy="299520"/>
            </p14:xfrm>
          </p:contentPart>
        </mc:Choice>
        <mc:Fallback xmlns="">
          <p:pic>
            <p:nvPicPr>
              <p:cNvPr id="226" name="Cerneală 225">
                <a:extLst>
                  <a:ext uri="{FF2B5EF4-FFF2-40B4-BE49-F238E27FC236}">
                    <a16:creationId xmlns:a16="http://schemas.microsoft.com/office/drawing/2014/main" id="{D9868078-BC54-484B-A8C3-FA80B55E69E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832069" y="6137545"/>
                <a:ext cx="33516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39" name="Cerneală 238">
                <a:extLst>
                  <a:ext uri="{FF2B5EF4-FFF2-40B4-BE49-F238E27FC236}">
                    <a16:creationId xmlns:a16="http://schemas.microsoft.com/office/drawing/2014/main" id="{E9DD18C9-D243-4D71-A196-7319AFAD6850}"/>
                  </a:ext>
                </a:extLst>
              </p14:cNvPr>
              <p14:cNvContentPartPr/>
              <p14:nvPr/>
            </p14:nvContentPartPr>
            <p14:xfrm>
              <a:off x="3843909" y="6118465"/>
              <a:ext cx="3838680" cy="709920"/>
            </p14:xfrm>
          </p:contentPart>
        </mc:Choice>
        <mc:Fallback xmlns="">
          <p:pic>
            <p:nvPicPr>
              <p:cNvPr id="239" name="Cerneală 238">
                <a:extLst>
                  <a:ext uri="{FF2B5EF4-FFF2-40B4-BE49-F238E27FC236}">
                    <a16:creationId xmlns:a16="http://schemas.microsoft.com/office/drawing/2014/main" id="{E9DD18C9-D243-4D71-A196-7319AFAD685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825911" y="6100474"/>
                <a:ext cx="3874317" cy="7455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46" name="Cerneală 245">
                <a:extLst>
                  <a:ext uri="{FF2B5EF4-FFF2-40B4-BE49-F238E27FC236}">
                    <a16:creationId xmlns:a16="http://schemas.microsoft.com/office/drawing/2014/main" id="{6567D0E8-0CF4-47AA-85E8-ED345B7E60A5}"/>
                  </a:ext>
                </a:extLst>
              </p14:cNvPr>
              <p14:cNvContentPartPr/>
              <p14:nvPr/>
            </p14:nvContentPartPr>
            <p14:xfrm>
              <a:off x="8359749" y="3549411"/>
              <a:ext cx="1012320" cy="1614240"/>
            </p14:xfrm>
          </p:contentPart>
        </mc:Choice>
        <mc:Fallback xmlns="">
          <p:pic>
            <p:nvPicPr>
              <p:cNvPr id="246" name="Cerneală 245">
                <a:extLst>
                  <a:ext uri="{FF2B5EF4-FFF2-40B4-BE49-F238E27FC236}">
                    <a16:creationId xmlns:a16="http://schemas.microsoft.com/office/drawing/2014/main" id="{6567D0E8-0CF4-47AA-85E8-ED345B7E60A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341749" y="3531771"/>
                <a:ext cx="1047960" cy="164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7760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032AD3AE-5C66-4C9B-B432-0C550013345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82" y="320074"/>
            <a:ext cx="11246997" cy="438907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4FD7D4B9-4FB0-4E7A-AD73-3E6B927EA64A}"/>
                  </a:ext>
                </a:extLst>
              </p14:cNvPr>
              <p14:cNvContentPartPr/>
              <p14:nvPr/>
            </p14:nvContentPartPr>
            <p14:xfrm>
              <a:off x="1385829" y="4713385"/>
              <a:ext cx="2941920" cy="204768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4FD7D4B9-4FB0-4E7A-AD73-3E6B927EA64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67831" y="4695385"/>
                <a:ext cx="2977556" cy="20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B54DE5B7-888B-403E-A6FB-3DA317B75DB4}"/>
                  </a:ext>
                </a:extLst>
              </p14:cNvPr>
              <p14:cNvContentPartPr/>
              <p14:nvPr/>
            </p14:nvContentPartPr>
            <p14:xfrm>
              <a:off x="4716189" y="5396665"/>
              <a:ext cx="441720" cy="11160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B54DE5B7-888B-403E-A6FB-3DA317B75DB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98549" y="5378665"/>
                <a:ext cx="47736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407DBCAE-E7F9-48C3-972E-8B9634729EC7}"/>
                  </a:ext>
                </a:extLst>
              </p14:cNvPr>
              <p14:cNvContentPartPr/>
              <p14:nvPr/>
            </p14:nvContentPartPr>
            <p14:xfrm>
              <a:off x="6906069" y="5166625"/>
              <a:ext cx="330480" cy="24660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407DBCAE-E7F9-48C3-972E-8B9634729EC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888429" y="5148985"/>
                <a:ext cx="36612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26DA8305-E5E0-42B7-86A8-40DA3E3D088D}"/>
                  </a:ext>
                </a:extLst>
              </p14:cNvPr>
              <p14:cNvContentPartPr/>
              <p14:nvPr/>
            </p14:nvContentPartPr>
            <p14:xfrm>
              <a:off x="7488189" y="5293345"/>
              <a:ext cx="392760" cy="25200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26DA8305-E5E0-42B7-86A8-40DA3E3D088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70549" y="5275680"/>
                <a:ext cx="428400" cy="2876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8CECC169-95A4-41BC-8F80-AA40312E888A}"/>
                  </a:ext>
                </a:extLst>
              </p14:cNvPr>
              <p14:cNvContentPartPr/>
              <p14:nvPr/>
            </p14:nvContentPartPr>
            <p14:xfrm>
              <a:off x="5487669" y="5179585"/>
              <a:ext cx="1189080" cy="51948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8CECC169-95A4-41BC-8F80-AA40312E888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469669" y="5161933"/>
                <a:ext cx="1224720" cy="5551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CD8BD269-5485-42CF-9DF7-F35FC377D53B}"/>
                  </a:ext>
                </a:extLst>
              </p14:cNvPr>
              <p14:cNvContentPartPr/>
              <p14:nvPr/>
            </p14:nvContentPartPr>
            <p14:xfrm>
              <a:off x="9073629" y="5139625"/>
              <a:ext cx="60840" cy="7848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CD8BD269-5485-42CF-9DF7-F35FC377D53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055629" y="5121625"/>
                <a:ext cx="9648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E2267F3C-4A2D-4566-8439-3D3E31331FCB}"/>
                  </a:ext>
                </a:extLst>
              </p14:cNvPr>
              <p14:cNvContentPartPr/>
              <p14:nvPr/>
            </p14:nvContentPartPr>
            <p14:xfrm>
              <a:off x="9459189" y="1740145"/>
              <a:ext cx="137880" cy="15012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E2267F3C-4A2D-4566-8439-3D3E31331FC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441549" y="1722145"/>
                <a:ext cx="173520" cy="18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2420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032AD3AE-5C66-4C9B-B432-0C550013345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82" y="320074"/>
            <a:ext cx="11246997" cy="438907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3A245A63-27A3-4A6E-9BC5-B9C1F7D3ABBF}"/>
                  </a:ext>
                </a:extLst>
              </p14:cNvPr>
              <p14:cNvContentPartPr/>
              <p14:nvPr/>
            </p14:nvContentPartPr>
            <p14:xfrm>
              <a:off x="3376269" y="212305"/>
              <a:ext cx="2160" cy="432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3A245A63-27A3-4A6E-9BC5-B9C1F7D3ABB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58629" y="194665"/>
                <a:ext cx="3780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F529B18F-DA0C-4A2C-855F-3119047AC262}"/>
                  </a:ext>
                </a:extLst>
              </p14:cNvPr>
              <p14:cNvContentPartPr/>
              <p14:nvPr/>
            </p14:nvContentPartPr>
            <p14:xfrm>
              <a:off x="5486229" y="1042105"/>
              <a:ext cx="492120" cy="277488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F529B18F-DA0C-4A2C-855F-3119047AC26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68229" y="1024105"/>
                <a:ext cx="527760" cy="28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448E1482-A6D0-43F5-B783-69329F76D6C1}"/>
                  </a:ext>
                </a:extLst>
              </p14:cNvPr>
              <p14:cNvContentPartPr/>
              <p14:nvPr/>
            </p14:nvContentPartPr>
            <p14:xfrm>
              <a:off x="4346829" y="1319305"/>
              <a:ext cx="561960" cy="132552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448E1482-A6D0-43F5-B783-69329F76D6C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28829" y="1301665"/>
                <a:ext cx="597600" cy="136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F9BF2DB5-134C-47CD-9819-A1FE2A0DACC4}"/>
                  </a:ext>
                </a:extLst>
              </p14:cNvPr>
              <p14:cNvContentPartPr/>
              <p14:nvPr/>
            </p14:nvContentPartPr>
            <p14:xfrm>
              <a:off x="4042269" y="5062945"/>
              <a:ext cx="150480" cy="612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F9BF2DB5-134C-47CD-9819-A1FE2A0DACC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024269" y="5044945"/>
                <a:ext cx="18612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08E4F232-A999-4DCA-9A77-2A18A684F88B}"/>
                  </a:ext>
                </a:extLst>
              </p14:cNvPr>
              <p14:cNvContentPartPr/>
              <p14:nvPr/>
            </p14:nvContentPartPr>
            <p14:xfrm>
              <a:off x="3657429" y="5144305"/>
              <a:ext cx="489960" cy="21132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08E4F232-A999-4DCA-9A77-2A18A684F88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639429" y="5126665"/>
                <a:ext cx="52560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7877A334-F633-48AD-96B7-8C72DC01E17B}"/>
                  </a:ext>
                </a:extLst>
              </p14:cNvPr>
              <p14:cNvContentPartPr/>
              <p14:nvPr/>
            </p14:nvContentPartPr>
            <p14:xfrm>
              <a:off x="2699829" y="5110825"/>
              <a:ext cx="678240" cy="24552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7877A334-F633-48AD-96B7-8C72DC01E17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681829" y="5093159"/>
                <a:ext cx="713880" cy="2812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E1A81101-B68D-40DB-B35C-69961931D140}"/>
                  </a:ext>
                </a:extLst>
              </p14:cNvPr>
              <p14:cNvContentPartPr/>
              <p14:nvPr/>
            </p14:nvContentPartPr>
            <p14:xfrm>
              <a:off x="4245669" y="5204785"/>
              <a:ext cx="494640" cy="22824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E1A81101-B68D-40DB-B35C-69961931D14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227669" y="5186785"/>
                <a:ext cx="53028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8D9B7A36-D3CE-4F75-8BBD-46452AEC185D}"/>
                  </a:ext>
                </a:extLst>
              </p14:cNvPr>
              <p14:cNvContentPartPr/>
              <p14:nvPr/>
            </p14:nvContentPartPr>
            <p14:xfrm>
              <a:off x="3325149" y="5606545"/>
              <a:ext cx="33840" cy="13788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8D9B7A36-D3CE-4F75-8BBD-46452AEC185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307149" y="5588545"/>
                <a:ext cx="6948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799551EF-5C42-40A4-A8D5-631EB1ED5E44}"/>
                  </a:ext>
                </a:extLst>
              </p14:cNvPr>
              <p14:cNvContentPartPr/>
              <p14:nvPr/>
            </p14:nvContentPartPr>
            <p14:xfrm>
              <a:off x="2742309" y="5573065"/>
              <a:ext cx="478440" cy="26136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799551EF-5C42-40A4-A8D5-631EB1ED5E4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724656" y="5555065"/>
                <a:ext cx="514107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96D90785-7480-412A-9FCC-987312B6E360}"/>
                  </a:ext>
                </a:extLst>
              </p14:cNvPr>
              <p14:cNvContentPartPr/>
              <p14:nvPr/>
            </p14:nvContentPartPr>
            <p14:xfrm>
              <a:off x="625509" y="4732825"/>
              <a:ext cx="1265400" cy="195948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96D90785-7480-412A-9FCC-987312B6E36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07509" y="4715185"/>
                <a:ext cx="1301040" cy="19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8D5950A2-76FF-4FB7-8D47-374D9206BC93}"/>
                  </a:ext>
                </a:extLst>
              </p14:cNvPr>
              <p14:cNvContentPartPr/>
              <p14:nvPr/>
            </p14:nvContentPartPr>
            <p14:xfrm>
              <a:off x="4523589" y="5663065"/>
              <a:ext cx="200520" cy="22500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8D5950A2-76FF-4FB7-8D47-374D9206BC9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505589" y="5645065"/>
                <a:ext cx="23616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2E555E02-5DCE-4C9A-BACA-7B28F4E85545}"/>
                  </a:ext>
                </a:extLst>
              </p14:cNvPr>
              <p14:cNvContentPartPr/>
              <p14:nvPr/>
            </p14:nvContentPartPr>
            <p14:xfrm>
              <a:off x="3960549" y="5616625"/>
              <a:ext cx="405720" cy="32688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2E555E02-5DCE-4C9A-BACA-7B28F4E85545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942909" y="5598625"/>
                <a:ext cx="441360" cy="36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D982908E-7206-4FA0-8585-4A0DB87C2B35}"/>
                  </a:ext>
                </a:extLst>
              </p14:cNvPr>
              <p14:cNvContentPartPr/>
              <p14:nvPr/>
            </p14:nvContentPartPr>
            <p14:xfrm>
              <a:off x="3570669" y="5659465"/>
              <a:ext cx="228240" cy="19908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D982908E-7206-4FA0-8585-4A0DB87C2B3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552669" y="5641825"/>
                <a:ext cx="26388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C730843A-5C24-460F-90B9-0CF76FB4A9B0}"/>
                  </a:ext>
                </a:extLst>
              </p14:cNvPr>
              <p14:cNvContentPartPr/>
              <p14:nvPr/>
            </p14:nvContentPartPr>
            <p14:xfrm>
              <a:off x="6087069" y="5057545"/>
              <a:ext cx="1483200" cy="85248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C730843A-5C24-460F-90B9-0CF76FB4A9B0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069069" y="5039545"/>
                <a:ext cx="1518840" cy="88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11AEDCCF-6B6F-4C39-86B4-39D02A6521AA}"/>
                  </a:ext>
                </a:extLst>
              </p14:cNvPr>
              <p14:cNvContentPartPr/>
              <p14:nvPr/>
            </p14:nvContentPartPr>
            <p14:xfrm>
              <a:off x="5404149" y="5367145"/>
              <a:ext cx="468720" cy="26100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11AEDCCF-6B6F-4C39-86B4-39D02A6521AA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386509" y="5349505"/>
                <a:ext cx="50436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71701B59-8A99-468E-8035-4848785B6B9C}"/>
                  </a:ext>
                </a:extLst>
              </p14:cNvPr>
              <p14:cNvContentPartPr/>
              <p14:nvPr/>
            </p14:nvContentPartPr>
            <p14:xfrm>
              <a:off x="9047709" y="1096825"/>
              <a:ext cx="1064880" cy="92736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71701B59-8A99-468E-8035-4848785B6B9C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029715" y="1079185"/>
                <a:ext cx="1100508" cy="96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31661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032AD3AE-5C66-4C9B-B432-0C550013345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82" y="320074"/>
            <a:ext cx="11246997" cy="438907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3A245A63-27A3-4A6E-9BC5-B9C1F7D3ABBF}"/>
                  </a:ext>
                </a:extLst>
              </p14:cNvPr>
              <p14:cNvContentPartPr/>
              <p14:nvPr/>
            </p14:nvContentPartPr>
            <p14:xfrm>
              <a:off x="3376269" y="212305"/>
              <a:ext cx="2160" cy="432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3A245A63-27A3-4A6E-9BC5-B9C1F7D3ABB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58629" y="194665"/>
                <a:ext cx="3780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C12A4D79-1A7F-4015-8859-A1ED95ABB30D}"/>
                  </a:ext>
                </a:extLst>
              </p14:cNvPr>
              <p14:cNvContentPartPr/>
              <p14:nvPr/>
            </p14:nvContentPartPr>
            <p14:xfrm>
              <a:off x="1371069" y="5171305"/>
              <a:ext cx="270360" cy="15336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C12A4D79-1A7F-4015-8859-A1ED95ABB30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53429" y="5153305"/>
                <a:ext cx="30600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F8FE9A78-AD69-4097-939F-A96C86827C0F}"/>
                  </a:ext>
                </a:extLst>
              </p14:cNvPr>
              <p14:cNvContentPartPr/>
              <p14:nvPr/>
            </p14:nvContentPartPr>
            <p14:xfrm>
              <a:off x="1987389" y="5048545"/>
              <a:ext cx="135720" cy="936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F8FE9A78-AD69-4097-939F-A96C86827C0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69749" y="5030905"/>
                <a:ext cx="17136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B1FD0BE1-0729-48EB-BF51-859C53D6B747}"/>
                  </a:ext>
                </a:extLst>
              </p14:cNvPr>
              <p14:cNvContentPartPr/>
              <p14:nvPr/>
            </p14:nvContentPartPr>
            <p14:xfrm>
              <a:off x="1979469" y="5106145"/>
              <a:ext cx="410760" cy="3477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B1FD0BE1-0729-48EB-BF51-859C53D6B74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61485" y="5088145"/>
                <a:ext cx="446369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F1628FFB-31EE-4E7B-8469-09CADAEDB6CC}"/>
                  </a:ext>
                </a:extLst>
              </p14:cNvPr>
              <p14:cNvContentPartPr/>
              <p14:nvPr/>
            </p14:nvContentPartPr>
            <p14:xfrm>
              <a:off x="986229" y="5014345"/>
              <a:ext cx="301680" cy="29412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F1628FFB-31EE-4E7B-8469-09CADAEDB6C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68589" y="4996705"/>
                <a:ext cx="337320" cy="3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28F96005-C0E3-4387-AF36-8BB388271F60}"/>
                  </a:ext>
                </a:extLst>
              </p14:cNvPr>
              <p14:cNvContentPartPr/>
              <p14:nvPr/>
            </p14:nvContentPartPr>
            <p14:xfrm>
              <a:off x="2583909" y="5157985"/>
              <a:ext cx="241560" cy="12492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28F96005-C0E3-4387-AF36-8BB388271F6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566269" y="5140345"/>
                <a:ext cx="27720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DBF87E85-E4C8-4959-8448-C26AD8E60D24}"/>
                  </a:ext>
                </a:extLst>
              </p14:cNvPr>
              <p14:cNvContentPartPr/>
              <p14:nvPr/>
            </p14:nvContentPartPr>
            <p14:xfrm>
              <a:off x="2691909" y="5048185"/>
              <a:ext cx="36720" cy="3852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DBF87E85-E4C8-4959-8448-C26AD8E60D2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674269" y="5030545"/>
                <a:ext cx="7236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F215830B-6D15-448D-B044-D5DADD905288}"/>
                  </a:ext>
                </a:extLst>
              </p14:cNvPr>
              <p14:cNvContentPartPr/>
              <p14:nvPr/>
            </p14:nvContentPartPr>
            <p14:xfrm>
              <a:off x="2747709" y="5394505"/>
              <a:ext cx="10080" cy="8820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F215830B-6D15-448D-B044-D5DADD90528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730069" y="5376865"/>
                <a:ext cx="4572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37850A5F-3289-4A47-AE9F-DF3B0A2BEFE4}"/>
                  </a:ext>
                </a:extLst>
              </p14:cNvPr>
              <p14:cNvContentPartPr/>
              <p14:nvPr/>
            </p14:nvContentPartPr>
            <p14:xfrm>
              <a:off x="4344669" y="5181745"/>
              <a:ext cx="84240" cy="8316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37850A5F-3289-4A47-AE9F-DF3B0A2BEFE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326669" y="5164105"/>
                <a:ext cx="11988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3E439380-E9CA-4B94-8581-CA5190B9335B}"/>
                  </a:ext>
                </a:extLst>
              </p14:cNvPr>
              <p14:cNvContentPartPr/>
              <p14:nvPr/>
            </p14:nvContentPartPr>
            <p14:xfrm>
              <a:off x="5048109" y="5139625"/>
              <a:ext cx="862560" cy="14364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3E439380-E9CA-4B94-8581-CA5190B9335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030109" y="5121625"/>
                <a:ext cx="89820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C3E4BA07-0DD4-4E82-B97D-F3751A811D45}"/>
                  </a:ext>
                </a:extLst>
              </p14:cNvPr>
              <p14:cNvContentPartPr/>
              <p14:nvPr/>
            </p14:nvContentPartPr>
            <p14:xfrm>
              <a:off x="4522509" y="4945945"/>
              <a:ext cx="420840" cy="33084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C3E4BA07-0DD4-4E82-B97D-F3751A811D4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504509" y="4927945"/>
                <a:ext cx="456480" cy="36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2CD73793-6CAB-4655-AA0E-783DBD3C2C4A}"/>
                  </a:ext>
                </a:extLst>
              </p14:cNvPr>
              <p14:cNvContentPartPr/>
              <p14:nvPr/>
            </p14:nvContentPartPr>
            <p14:xfrm>
              <a:off x="3209949" y="4993105"/>
              <a:ext cx="320400" cy="43704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2CD73793-6CAB-4655-AA0E-783DBD3C2C4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191969" y="4975465"/>
                <a:ext cx="356000" cy="47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A6C790D0-E92B-4287-B21D-7BF6F3265BF7}"/>
                  </a:ext>
                </a:extLst>
              </p14:cNvPr>
              <p14:cNvContentPartPr/>
              <p14:nvPr/>
            </p14:nvContentPartPr>
            <p14:xfrm>
              <a:off x="6579189" y="4815985"/>
              <a:ext cx="2266200" cy="88668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A6C790D0-E92B-4287-B21D-7BF6F3265BF7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561549" y="4797985"/>
                <a:ext cx="2301840" cy="9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48D87292-E38A-4B00-82D7-C116DC2B9CBA}"/>
                  </a:ext>
                </a:extLst>
              </p14:cNvPr>
              <p14:cNvContentPartPr/>
              <p14:nvPr/>
            </p14:nvContentPartPr>
            <p14:xfrm>
              <a:off x="9399069" y="1146145"/>
              <a:ext cx="1670400" cy="81612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48D87292-E38A-4B00-82D7-C116DC2B9CBA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381069" y="1128145"/>
                <a:ext cx="1706040" cy="85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9565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A3BD154D-22F9-4590-A91E-F063DC480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228635"/>
            <a:ext cx="2329844" cy="1305247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027CDC41-F1C7-4DA6-9905-C350EB70A92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44" y="1783098"/>
            <a:ext cx="11795630" cy="438907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4F16F569-2300-4B15-9C7C-0EBD04BE8E6C}"/>
                  </a:ext>
                </a:extLst>
              </p14:cNvPr>
              <p14:cNvContentPartPr/>
              <p14:nvPr/>
            </p14:nvContentPartPr>
            <p14:xfrm>
              <a:off x="5579829" y="1136785"/>
              <a:ext cx="595800" cy="37368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4F16F569-2300-4B15-9C7C-0EBD04BE8E6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62178" y="1119145"/>
                <a:ext cx="631462" cy="40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30735D50-4512-4A7A-8E1B-30AEA5165520}"/>
                  </a:ext>
                </a:extLst>
              </p14:cNvPr>
              <p14:cNvContentPartPr/>
              <p14:nvPr/>
            </p14:nvContentPartPr>
            <p14:xfrm>
              <a:off x="9831069" y="1092145"/>
              <a:ext cx="489960" cy="33732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30735D50-4512-4A7A-8E1B-30AEA516552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813069" y="1074505"/>
                <a:ext cx="525600" cy="3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A66E7D89-1DEF-4DAD-8B66-51E441782394}"/>
                  </a:ext>
                </a:extLst>
              </p14:cNvPr>
              <p14:cNvContentPartPr/>
              <p14:nvPr/>
            </p14:nvContentPartPr>
            <p14:xfrm>
              <a:off x="9057069" y="1279705"/>
              <a:ext cx="439560" cy="11268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A66E7D89-1DEF-4DAD-8B66-51E44178239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039069" y="1262065"/>
                <a:ext cx="47520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AAB60E13-D134-423A-99C9-27C41BE9A35A}"/>
                  </a:ext>
                </a:extLst>
              </p14:cNvPr>
              <p14:cNvContentPartPr/>
              <p14:nvPr/>
            </p14:nvContentPartPr>
            <p14:xfrm>
              <a:off x="7425909" y="1140745"/>
              <a:ext cx="1223280" cy="46800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AAB60E13-D134-423A-99C9-27C41BE9A35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07914" y="1123105"/>
                <a:ext cx="1258910" cy="50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D98894B2-9146-4735-9F91-FD9C0BE176A2}"/>
                  </a:ext>
                </a:extLst>
              </p14:cNvPr>
              <p14:cNvContentPartPr/>
              <p14:nvPr/>
            </p14:nvContentPartPr>
            <p14:xfrm>
              <a:off x="6699069" y="1255585"/>
              <a:ext cx="356040" cy="39168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D98894B2-9146-4735-9F91-FD9C0BE176A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681087" y="1237929"/>
                <a:ext cx="391644" cy="4273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EAF1D557-1D17-4411-AD96-3723DE6496DA}"/>
                  </a:ext>
                </a:extLst>
              </p14:cNvPr>
              <p14:cNvContentPartPr/>
              <p14:nvPr/>
            </p14:nvContentPartPr>
            <p14:xfrm>
              <a:off x="10752309" y="1147945"/>
              <a:ext cx="1124640" cy="36288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EAF1D557-1D17-4411-AD96-3723DE6496D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734669" y="1130322"/>
                <a:ext cx="1160280" cy="3984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C00BD543-E5C8-4138-B0FD-E79CE929998E}"/>
                  </a:ext>
                </a:extLst>
              </p14:cNvPr>
              <p14:cNvContentPartPr/>
              <p14:nvPr/>
            </p14:nvContentPartPr>
            <p14:xfrm>
              <a:off x="6094269" y="2058385"/>
              <a:ext cx="258480" cy="21168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C00BD543-E5C8-4138-B0FD-E79CE929998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076629" y="2040385"/>
                <a:ext cx="29412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785AB360-B57D-4298-9AAD-ECF9F9443431}"/>
                  </a:ext>
                </a:extLst>
              </p14:cNvPr>
              <p14:cNvContentPartPr/>
              <p14:nvPr/>
            </p14:nvContentPartPr>
            <p14:xfrm>
              <a:off x="6520509" y="2166385"/>
              <a:ext cx="243000" cy="29160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785AB360-B57D-4298-9AAD-ECF9F944343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502869" y="2148745"/>
                <a:ext cx="27864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A52E1085-3385-486D-B0C6-96742765EFD6}"/>
                  </a:ext>
                </a:extLst>
              </p14:cNvPr>
              <p14:cNvContentPartPr/>
              <p14:nvPr/>
            </p14:nvContentPartPr>
            <p14:xfrm>
              <a:off x="7046109" y="1973065"/>
              <a:ext cx="433440" cy="30528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A52E1085-3385-486D-B0C6-96742765EFD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028469" y="1955425"/>
                <a:ext cx="46908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FEF44202-2B73-41C2-9191-B6684BAB234A}"/>
                  </a:ext>
                </a:extLst>
              </p14:cNvPr>
              <p14:cNvContentPartPr/>
              <p14:nvPr/>
            </p14:nvContentPartPr>
            <p14:xfrm>
              <a:off x="7762509" y="2121745"/>
              <a:ext cx="771120" cy="39384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FEF44202-2B73-41C2-9191-B6684BAB234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744869" y="2104105"/>
                <a:ext cx="806760" cy="42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1B8A6D7F-0A2F-4677-941B-BDD15FD4D600}"/>
                  </a:ext>
                </a:extLst>
              </p14:cNvPr>
              <p14:cNvContentPartPr/>
              <p14:nvPr/>
            </p14:nvContentPartPr>
            <p14:xfrm>
              <a:off x="8864469" y="2016265"/>
              <a:ext cx="294120" cy="22572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1B8A6D7F-0A2F-4677-941B-BDD15FD4D60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846829" y="1998265"/>
                <a:ext cx="32976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AE7696ED-C2B0-4A2B-9EEC-B63C7EA75439}"/>
                  </a:ext>
                </a:extLst>
              </p14:cNvPr>
              <p14:cNvContentPartPr/>
              <p14:nvPr/>
            </p14:nvContentPartPr>
            <p14:xfrm>
              <a:off x="9576909" y="1816825"/>
              <a:ext cx="1119240" cy="38592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AE7696ED-C2B0-4A2B-9EEC-B63C7EA7543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558909" y="1799185"/>
                <a:ext cx="1154880" cy="42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330AB7B4-E4EE-49DD-8502-80ADF8193AAC}"/>
                  </a:ext>
                </a:extLst>
              </p14:cNvPr>
              <p14:cNvContentPartPr/>
              <p14:nvPr/>
            </p14:nvContentPartPr>
            <p14:xfrm>
              <a:off x="5447349" y="2021305"/>
              <a:ext cx="438120" cy="26208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330AB7B4-E4EE-49DD-8502-80ADF8193AA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429709" y="2003330"/>
                <a:ext cx="473760" cy="2976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1ABAE4C9-FDD8-4C17-A4B7-576F53EBCB1A}"/>
                  </a:ext>
                </a:extLst>
              </p14:cNvPr>
              <p14:cNvContentPartPr/>
              <p14:nvPr/>
            </p14:nvContentPartPr>
            <p14:xfrm>
              <a:off x="10317789" y="2286625"/>
              <a:ext cx="249840" cy="396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1ABAE4C9-FDD8-4C17-A4B7-576F53EBCB1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300149" y="2268625"/>
                <a:ext cx="2854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F8924E1B-69F0-441B-96E6-99DEE497FDF3}"/>
                  </a:ext>
                </a:extLst>
              </p14:cNvPr>
              <p14:cNvContentPartPr/>
              <p14:nvPr/>
            </p14:nvContentPartPr>
            <p14:xfrm>
              <a:off x="10361349" y="2391385"/>
              <a:ext cx="319680" cy="19692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F8924E1B-69F0-441B-96E6-99DEE497FDF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343689" y="2373713"/>
                <a:ext cx="355360" cy="2326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35C59A0D-53CD-42C4-9B10-9A9A012F84AA}"/>
                  </a:ext>
                </a:extLst>
              </p14:cNvPr>
              <p14:cNvContentPartPr/>
              <p14:nvPr/>
            </p14:nvContentPartPr>
            <p14:xfrm>
              <a:off x="9434349" y="2396425"/>
              <a:ext cx="281520" cy="17856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35C59A0D-53CD-42C4-9B10-9A9A012F84A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416349" y="2378785"/>
                <a:ext cx="31716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3BA1F008-2A4C-4710-A1A6-21B7E3BE5596}"/>
                  </a:ext>
                </a:extLst>
              </p14:cNvPr>
              <p14:cNvContentPartPr/>
              <p14:nvPr/>
            </p14:nvContentPartPr>
            <p14:xfrm>
              <a:off x="10110789" y="3050905"/>
              <a:ext cx="210960" cy="972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3BA1F008-2A4C-4710-A1A6-21B7E3BE559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093149" y="3033265"/>
                <a:ext cx="24660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8F149CAA-BDC4-44E9-92B0-CFFD2CF902C0}"/>
                  </a:ext>
                </a:extLst>
              </p14:cNvPr>
              <p14:cNvContentPartPr/>
              <p14:nvPr/>
            </p14:nvContentPartPr>
            <p14:xfrm>
              <a:off x="10505709" y="3059545"/>
              <a:ext cx="246960" cy="2520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8F149CAA-BDC4-44E9-92B0-CFFD2CF902C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487709" y="3041905"/>
                <a:ext cx="28260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4004EFF3-CA3A-4C9D-BAF9-A2D8E32AE1DF}"/>
                  </a:ext>
                </a:extLst>
              </p14:cNvPr>
              <p14:cNvContentPartPr/>
              <p14:nvPr/>
            </p14:nvContentPartPr>
            <p14:xfrm>
              <a:off x="10967589" y="3048025"/>
              <a:ext cx="248760" cy="360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4004EFF3-CA3A-4C9D-BAF9-A2D8E32AE1D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949949" y="3030025"/>
                <a:ext cx="284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70053F38-B1EC-4C1B-B491-4B58C9EA8D6B}"/>
                  </a:ext>
                </a:extLst>
              </p14:cNvPr>
              <p14:cNvContentPartPr/>
              <p14:nvPr/>
            </p14:nvContentPartPr>
            <p14:xfrm>
              <a:off x="11059389" y="3152065"/>
              <a:ext cx="208080" cy="19332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70053F38-B1EC-4C1B-B491-4B58C9EA8D6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1041420" y="3134425"/>
                <a:ext cx="243658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1C2FAB38-8203-4A8D-A0FF-2E940AE93AFA}"/>
                  </a:ext>
                </a:extLst>
              </p14:cNvPr>
              <p14:cNvContentPartPr/>
              <p14:nvPr/>
            </p14:nvContentPartPr>
            <p14:xfrm>
              <a:off x="10548909" y="3180865"/>
              <a:ext cx="256320" cy="13428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1C2FAB38-8203-4A8D-A0FF-2E940AE93AF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530909" y="3163178"/>
                <a:ext cx="291960" cy="1700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F6DAB9C2-AD22-4BD3-9A78-E482AB9B22CE}"/>
                  </a:ext>
                </a:extLst>
              </p14:cNvPr>
              <p14:cNvContentPartPr/>
              <p14:nvPr/>
            </p14:nvContentPartPr>
            <p14:xfrm>
              <a:off x="10145709" y="3166465"/>
              <a:ext cx="208440" cy="15012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F6DAB9C2-AD22-4BD3-9A78-E482AB9B22C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128069" y="3148465"/>
                <a:ext cx="24408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42AE0443-142C-48EB-8207-952E82716CC8}"/>
                  </a:ext>
                </a:extLst>
              </p14:cNvPr>
              <p14:cNvContentPartPr/>
              <p14:nvPr/>
            </p14:nvContentPartPr>
            <p14:xfrm>
              <a:off x="9700029" y="3224065"/>
              <a:ext cx="277920" cy="10656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42AE0443-142C-48EB-8207-952E82716CC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682389" y="3206425"/>
                <a:ext cx="31356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9F165F68-5BC2-4488-A25C-D10E11088078}"/>
                  </a:ext>
                </a:extLst>
              </p14:cNvPr>
              <p14:cNvContentPartPr/>
              <p14:nvPr/>
            </p14:nvContentPartPr>
            <p14:xfrm>
              <a:off x="9885789" y="4989145"/>
              <a:ext cx="851040" cy="56232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9F165F68-5BC2-4488-A25C-D10E1108807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868149" y="4971145"/>
                <a:ext cx="886680" cy="59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6594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3F02CD13-F605-444E-965E-0D51F08C1BEA}"/>
                  </a:ext>
                </a:extLst>
              </p14:cNvPr>
              <p14:cNvContentPartPr/>
              <p14:nvPr/>
            </p14:nvContentPartPr>
            <p14:xfrm>
              <a:off x="513909" y="370345"/>
              <a:ext cx="870480" cy="27576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3F02CD13-F605-444E-965E-0D51F08C1BE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6269" y="352345"/>
                <a:ext cx="90612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E7304021-9C6A-4134-9116-00C54A5ADF29}"/>
                  </a:ext>
                </a:extLst>
              </p14:cNvPr>
              <p14:cNvContentPartPr/>
              <p14:nvPr/>
            </p14:nvContentPartPr>
            <p14:xfrm>
              <a:off x="5096349" y="418225"/>
              <a:ext cx="438480" cy="17640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E7304021-9C6A-4134-9116-00C54A5ADF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78709" y="400585"/>
                <a:ext cx="47412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81FCEC57-77F7-4303-BF7A-E06236C46C08}"/>
                  </a:ext>
                </a:extLst>
              </p14:cNvPr>
              <p14:cNvContentPartPr/>
              <p14:nvPr/>
            </p14:nvContentPartPr>
            <p14:xfrm>
              <a:off x="7632549" y="456745"/>
              <a:ext cx="101880" cy="972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81FCEC57-77F7-4303-BF7A-E06236C46C0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14549" y="439105"/>
                <a:ext cx="13752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8B9D5544-42EF-4C34-9FE8-7FC0A0E9BC9B}"/>
                  </a:ext>
                </a:extLst>
              </p14:cNvPr>
              <p14:cNvContentPartPr/>
              <p14:nvPr/>
            </p14:nvContentPartPr>
            <p14:xfrm>
              <a:off x="7671069" y="519385"/>
              <a:ext cx="120600" cy="1008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8B9D5544-42EF-4C34-9FE8-7FC0A0E9BC9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653069" y="501385"/>
                <a:ext cx="15624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FA38B7EB-346E-45AA-B09D-733FE06928B8}"/>
                  </a:ext>
                </a:extLst>
              </p14:cNvPr>
              <p14:cNvContentPartPr/>
              <p14:nvPr/>
            </p14:nvContentPartPr>
            <p14:xfrm>
              <a:off x="10765629" y="382585"/>
              <a:ext cx="138240" cy="21708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FA38B7EB-346E-45AA-B09D-733FE06928B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747989" y="364585"/>
                <a:ext cx="17388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43EC7652-1790-41E8-B6F7-5EBFCB2B02C7}"/>
                  </a:ext>
                </a:extLst>
              </p14:cNvPr>
              <p14:cNvContentPartPr/>
              <p14:nvPr/>
            </p14:nvContentPartPr>
            <p14:xfrm>
              <a:off x="11035989" y="591745"/>
              <a:ext cx="4320" cy="36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43EC7652-1790-41E8-B6F7-5EBFCB2B02C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018349" y="574105"/>
                <a:ext cx="399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C7261B8F-56E4-4F26-8498-F6A2B04C9B17}"/>
                  </a:ext>
                </a:extLst>
              </p14:cNvPr>
              <p14:cNvContentPartPr/>
              <p14:nvPr/>
            </p14:nvContentPartPr>
            <p14:xfrm>
              <a:off x="10390149" y="370345"/>
              <a:ext cx="181440" cy="18216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C7261B8F-56E4-4F26-8498-F6A2B04C9B1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372509" y="352345"/>
                <a:ext cx="21708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53140A97-8D54-4808-9C53-25790FC2F981}"/>
                  </a:ext>
                </a:extLst>
              </p14:cNvPr>
              <p14:cNvContentPartPr/>
              <p14:nvPr/>
            </p14:nvContentPartPr>
            <p14:xfrm>
              <a:off x="8999109" y="186385"/>
              <a:ext cx="1155600" cy="35244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53140A97-8D54-4808-9C53-25790FC2F98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981464" y="168745"/>
                <a:ext cx="1191251" cy="3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85A4C593-02AA-45AD-A789-D46A14F0E120}"/>
                  </a:ext>
                </a:extLst>
              </p14:cNvPr>
              <p14:cNvContentPartPr/>
              <p14:nvPr/>
            </p14:nvContentPartPr>
            <p14:xfrm>
              <a:off x="8176149" y="385825"/>
              <a:ext cx="486000" cy="14220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85A4C593-02AA-45AD-A789-D46A14F0E12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158509" y="368185"/>
                <a:ext cx="52164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2FD7CB11-C201-4CC1-9841-25271CD3F117}"/>
                  </a:ext>
                </a:extLst>
              </p14:cNvPr>
              <p14:cNvContentPartPr/>
              <p14:nvPr/>
            </p14:nvContentPartPr>
            <p14:xfrm>
              <a:off x="5808789" y="274945"/>
              <a:ext cx="1527840" cy="28368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2FD7CB11-C201-4CC1-9841-25271CD3F11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790789" y="256945"/>
                <a:ext cx="156348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1075034C-D37E-4EB0-BF85-7AAE49C106FA}"/>
                  </a:ext>
                </a:extLst>
              </p14:cNvPr>
              <p14:cNvContentPartPr/>
              <p14:nvPr/>
            </p14:nvContentPartPr>
            <p14:xfrm>
              <a:off x="1241469" y="1147945"/>
              <a:ext cx="277920" cy="1368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1075034C-D37E-4EB0-BF85-7AAE49C106F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223469" y="1130305"/>
                <a:ext cx="31356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8EA18DDC-0E0D-4943-AE37-A11B586089BC}"/>
                  </a:ext>
                </a:extLst>
              </p14:cNvPr>
              <p14:cNvContentPartPr/>
              <p14:nvPr/>
            </p14:nvContentPartPr>
            <p14:xfrm>
              <a:off x="1751229" y="335065"/>
              <a:ext cx="2712960" cy="88056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8EA18DDC-0E0D-4943-AE37-A11B586089B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733589" y="317418"/>
                <a:ext cx="2748600" cy="9162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AEB031F4-F4E2-46E0-B39C-3E2752F697BD}"/>
                  </a:ext>
                </a:extLst>
              </p14:cNvPr>
              <p14:cNvContentPartPr/>
              <p14:nvPr/>
            </p14:nvContentPartPr>
            <p14:xfrm>
              <a:off x="8830629" y="966865"/>
              <a:ext cx="492120" cy="24012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AEB031F4-F4E2-46E0-B39C-3E2752F697B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812976" y="948865"/>
                <a:ext cx="527786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9B53A606-A945-4436-A5BF-3951510FF2CB}"/>
                  </a:ext>
                </a:extLst>
              </p14:cNvPr>
              <p14:cNvContentPartPr/>
              <p14:nvPr/>
            </p14:nvContentPartPr>
            <p14:xfrm>
              <a:off x="6685749" y="789385"/>
              <a:ext cx="1639440" cy="36108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9B53A606-A945-4436-A5BF-3951510FF2C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667749" y="771385"/>
                <a:ext cx="167508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49D71814-9890-4B5E-9818-BCF6DCF889F5}"/>
                  </a:ext>
                </a:extLst>
              </p14:cNvPr>
              <p14:cNvContentPartPr/>
              <p14:nvPr/>
            </p14:nvContentPartPr>
            <p14:xfrm>
              <a:off x="4736349" y="843385"/>
              <a:ext cx="1552680" cy="58716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49D71814-9890-4B5E-9818-BCF6DCF889F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718709" y="825396"/>
                <a:ext cx="1588320" cy="6227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96410242-B639-4A6D-B760-FB131FADE3AC}"/>
                  </a:ext>
                </a:extLst>
              </p14:cNvPr>
              <p14:cNvContentPartPr/>
              <p14:nvPr/>
            </p14:nvContentPartPr>
            <p14:xfrm>
              <a:off x="9573669" y="1015105"/>
              <a:ext cx="340920" cy="13968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96410242-B639-4A6D-B760-FB131FADE3A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555669" y="997465"/>
                <a:ext cx="37656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ECAFC2EF-6EB4-46FD-9532-940D30431FDD}"/>
                  </a:ext>
                </a:extLst>
              </p14:cNvPr>
              <p14:cNvContentPartPr/>
              <p14:nvPr/>
            </p14:nvContentPartPr>
            <p14:xfrm>
              <a:off x="10285749" y="779305"/>
              <a:ext cx="1666080" cy="44028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ECAFC2EF-6EB4-46FD-9532-940D30431FD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268109" y="761665"/>
                <a:ext cx="1701720" cy="47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5500ED9B-A34B-4B5B-8875-29394E0E9C34}"/>
                  </a:ext>
                </a:extLst>
              </p14:cNvPr>
              <p14:cNvContentPartPr/>
              <p14:nvPr/>
            </p14:nvContentPartPr>
            <p14:xfrm>
              <a:off x="1783989" y="1437025"/>
              <a:ext cx="448200" cy="29484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5500ED9B-A34B-4B5B-8875-29394E0E9C3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765989" y="1419025"/>
                <a:ext cx="48384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833A9FD2-22E9-4409-8C66-5624AB0CA982}"/>
                  </a:ext>
                </a:extLst>
              </p14:cNvPr>
              <p14:cNvContentPartPr/>
              <p14:nvPr/>
            </p14:nvContentPartPr>
            <p14:xfrm>
              <a:off x="2685069" y="1316425"/>
              <a:ext cx="1260360" cy="45936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833A9FD2-22E9-4409-8C66-5624AB0CA98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667424" y="1298785"/>
                <a:ext cx="1296010" cy="49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EF7087C6-02AA-4BCC-BCF0-D5A6572CD5B7}"/>
                  </a:ext>
                </a:extLst>
              </p14:cNvPr>
              <p14:cNvContentPartPr/>
              <p14:nvPr/>
            </p14:nvContentPartPr>
            <p14:xfrm>
              <a:off x="1294389" y="2300305"/>
              <a:ext cx="157680" cy="1260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EF7087C6-02AA-4BCC-BCF0-D5A6572CD5B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276749" y="2282305"/>
                <a:ext cx="19332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BAD6E230-7EB3-4C41-8D92-BB97F409A3E4}"/>
                  </a:ext>
                </a:extLst>
              </p14:cNvPr>
              <p14:cNvContentPartPr/>
              <p14:nvPr/>
            </p14:nvContentPartPr>
            <p14:xfrm>
              <a:off x="9485469" y="3219385"/>
              <a:ext cx="360" cy="36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BAD6E230-7EB3-4C41-8D92-BB97F409A3E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467829" y="320174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0668D91A-B8AB-4A5D-96C2-2E56CD6A85AA}"/>
                  </a:ext>
                </a:extLst>
              </p14:cNvPr>
              <p14:cNvContentPartPr/>
              <p14:nvPr/>
            </p14:nvContentPartPr>
            <p14:xfrm>
              <a:off x="4643829" y="3469945"/>
              <a:ext cx="360" cy="36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0668D91A-B8AB-4A5D-96C2-2E56CD6A85A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626189" y="345194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7635D25B-C7F7-48BD-A0CC-4E7DEE3D5572}"/>
                  </a:ext>
                </a:extLst>
              </p14:cNvPr>
              <p14:cNvContentPartPr/>
              <p14:nvPr/>
            </p14:nvContentPartPr>
            <p14:xfrm>
              <a:off x="7092909" y="2155585"/>
              <a:ext cx="338760" cy="35496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7635D25B-C7F7-48BD-A0CC-4E7DEE3D5572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074909" y="2137945"/>
                <a:ext cx="374400" cy="3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C49C36BB-AF6E-4295-AEDA-8EDC0EE63AB2}"/>
                  </a:ext>
                </a:extLst>
              </p14:cNvPr>
              <p14:cNvContentPartPr/>
              <p14:nvPr/>
            </p14:nvContentPartPr>
            <p14:xfrm>
              <a:off x="8744229" y="2208865"/>
              <a:ext cx="17640" cy="36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C49C36BB-AF6E-4295-AEDA-8EDC0EE63AB2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726229" y="2190865"/>
                <a:ext cx="532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C9FC7AD8-8CC2-4BC8-9548-A5DFF7E40EBB}"/>
                  </a:ext>
                </a:extLst>
              </p14:cNvPr>
              <p14:cNvContentPartPr/>
              <p14:nvPr/>
            </p14:nvContentPartPr>
            <p14:xfrm>
              <a:off x="8968869" y="1935625"/>
              <a:ext cx="337680" cy="25380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C9FC7AD8-8CC2-4BC8-9548-A5DFF7E40EBB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950869" y="1917985"/>
                <a:ext cx="37332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8A72710A-41F6-48B3-B2ED-6CB4259E3940}"/>
                  </a:ext>
                </a:extLst>
              </p14:cNvPr>
              <p14:cNvContentPartPr/>
              <p14:nvPr/>
            </p14:nvContentPartPr>
            <p14:xfrm>
              <a:off x="9664749" y="1818625"/>
              <a:ext cx="826560" cy="35028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8A72710A-41F6-48B3-B2ED-6CB4259E3940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9647109" y="1800625"/>
                <a:ext cx="862200" cy="38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A9337198-9597-499C-B864-2F9F28BA89AD}"/>
                  </a:ext>
                </a:extLst>
              </p14:cNvPr>
              <p14:cNvContentPartPr/>
              <p14:nvPr/>
            </p14:nvContentPartPr>
            <p14:xfrm>
              <a:off x="7868349" y="1869745"/>
              <a:ext cx="720000" cy="36108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A9337198-9597-499C-B864-2F9F28BA89A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850700" y="1852105"/>
                <a:ext cx="755658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51CEF0B7-705A-49B7-B162-254554AD6DD4}"/>
                  </a:ext>
                </a:extLst>
              </p14:cNvPr>
              <p14:cNvContentPartPr/>
              <p14:nvPr/>
            </p14:nvContentPartPr>
            <p14:xfrm>
              <a:off x="1669509" y="1958665"/>
              <a:ext cx="4905720" cy="123912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51CEF0B7-705A-49B7-B162-254554AD6DD4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651509" y="1940670"/>
                <a:ext cx="4941360" cy="127475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1043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A3BD154D-22F9-4590-A91E-F063DC480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228635"/>
            <a:ext cx="1632171" cy="914390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E6B1399E-7EFE-4D1E-B35F-6CD6FD2FDAE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5489" y="777269"/>
            <a:ext cx="10424046" cy="585209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C274B9FC-3FA4-4FE3-B0F0-83F4C5AA0F42}"/>
                  </a:ext>
                </a:extLst>
              </p14:cNvPr>
              <p14:cNvContentPartPr/>
              <p14:nvPr/>
            </p14:nvContentPartPr>
            <p14:xfrm>
              <a:off x="4716189" y="319225"/>
              <a:ext cx="210600" cy="29736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C274B9FC-3FA4-4FE3-B0F0-83F4C5AA0F4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98549" y="301225"/>
                <a:ext cx="24624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1A38785B-5D04-403E-8F94-DD503EA09B7C}"/>
                  </a:ext>
                </a:extLst>
              </p14:cNvPr>
              <p14:cNvContentPartPr/>
              <p14:nvPr/>
            </p14:nvContentPartPr>
            <p14:xfrm>
              <a:off x="6226029" y="317065"/>
              <a:ext cx="351000" cy="29628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1A38785B-5D04-403E-8F94-DD503EA09B7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08029" y="299425"/>
                <a:ext cx="38664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ADAA1F5F-2639-498D-A6FA-70D4A9D235E9}"/>
                  </a:ext>
                </a:extLst>
              </p14:cNvPr>
              <p14:cNvContentPartPr/>
              <p14:nvPr/>
            </p14:nvContentPartPr>
            <p14:xfrm>
              <a:off x="7276869" y="353425"/>
              <a:ext cx="149760" cy="25128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ADAA1F5F-2639-498D-A6FA-70D4A9D235E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59229" y="335785"/>
                <a:ext cx="18540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C992192A-0451-49DF-88F5-B7E294ACC1B3}"/>
                  </a:ext>
                </a:extLst>
              </p14:cNvPr>
              <p14:cNvContentPartPr/>
              <p14:nvPr/>
            </p14:nvContentPartPr>
            <p14:xfrm>
              <a:off x="8134029" y="389425"/>
              <a:ext cx="135360" cy="28224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C992192A-0451-49DF-88F5-B7E294ACC1B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116029" y="371785"/>
                <a:ext cx="171000" cy="3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9BCAAE77-D26C-43E5-AB3F-719EBACC2024}"/>
                  </a:ext>
                </a:extLst>
              </p14:cNvPr>
              <p14:cNvContentPartPr/>
              <p14:nvPr/>
            </p14:nvContentPartPr>
            <p14:xfrm>
              <a:off x="8402949" y="439105"/>
              <a:ext cx="70920" cy="4752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9BCAAE77-D26C-43E5-AB3F-719EBACC202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385309" y="421105"/>
                <a:ext cx="10656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D36E266C-9585-4D79-BF7C-920ECD14933F}"/>
                  </a:ext>
                </a:extLst>
              </p14:cNvPr>
              <p14:cNvContentPartPr/>
              <p14:nvPr/>
            </p14:nvContentPartPr>
            <p14:xfrm>
              <a:off x="8419869" y="564385"/>
              <a:ext cx="64080" cy="5508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D36E266C-9585-4D79-BF7C-920ECD14933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402229" y="546745"/>
                <a:ext cx="9972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1FCAED57-8FCF-4FE8-A88E-FD373AA6B101}"/>
                  </a:ext>
                </a:extLst>
              </p14:cNvPr>
              <p14:cNvContentPartPr/>
              <p14:nvPr/>
            </p14:nvContentPartPr>
            <p14:xfrm>
              <a:off x="8628669" y="416785"/>
              <a:ext cx="203400" cy="23832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1FCAED57-8FCF-4FE8-A88E-FD373AA6B10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611029" y="399145"/>
                <a:ext cx="23904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21AA1297-8C42-4C4B-BB86-07895F27CBD5}"/>
                  </a:ext>
                </a:extLst>
              </p14:cNvPr>
              <p14:cNvContentPartPr/>
              <p14:nvPr/>
            </p14:nvContentPartPr>
            <p14:xfrm>
              <a:off x="8932869" y="636025"/>
              <a:ext cx="9000" cy="900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21AA1297-8C42-4C4B-BB86-07895F27CBD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915229" y="618025"/>
                <a:ext cx="4464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B36E9C09-08F2-4824-8BF1-C4260BA8E180}"/>
                  </a:ext>
                </a:extLst>
              </p14:cNvPr>
              <p14:cNvContentPartPr/>
              <p14:nvPr/>
            </p14:nvContentPartPr>
            <p14:xfrm>
              <a:off x="7522749" y="380065"/>
              <a:ext cx="415080" cy="24696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B36E9C09-08F2-4824-8BF1-C4260BA8E18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504733" y="362065"/>
                <a:ext cx="450751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8674BE36-39FD-425B-9927-64EDB1480329}"/>
                  </a:ext>
                </a:extLst>
              </p14:cNvPr>
              <p14:cNvContentPartPr/>
              <p14:nvPr/>
            </p14:nvContentPartPr>
            <p14:xfrm>
              <a:off x="6737589" y="365665"/>
              <a:ext cx="183600" cy="19692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8674BE36-39FD-425B-9927-64EDB148032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719589" y="347665"/>
                <a:ext cx="21924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06C5CAFF-2A92-4BF9-AA5B-AB5F73F81DF0}"/>
                  </a:ext>
                </a:extLst>
              </p14:cNvPr>
              <p14:cNvContentPartPr/>
              <p14:nvPr/>
            </p14:nvContentPartPr>
            <p14:xfrm>
              <a:off x="5308029" y="355585"/>
              <a:ext cx="381600" cy="22032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06C5CAFF-2A92-4BF9-AA5B-AB5F73F81DF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290372" y="337945"/>
                <a:ext cx="417274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55007B92-A5AA-4A93-A0F6-84AFCD1FD85C}"/>
                  </a:ext>
                </a:extLst>
              </p14:cNvPr>
              <p14:cNvContentPartPr/>
              <p14:nvPr/>
            </p14:nvContentPartPr>
            <p14:xfrm>
              <a:off x="4350429" y="282865"/>
              <a:ext cx="241200" cy="28152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55007B92-A5AA-4A93-A0F6-84AFCD1FD85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332429" y="264888"/>
                <a:ext cx="276840" cy="3171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3B8B6739-2528-4F89-968A-670A674E6EF2}"/>
                  </a:ext>
                </a:extLst>
              </p14:cNvPr>
              <p14:cNvContentPartPr/>
              <p14:nvPr/>
            </p14:nvContentPartPr>
            <p14:xfrm>
              <a:off x="3844989" y="276385"/>
              <a:ext cx="369360" cy="29052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3B8B6739-2528-4F89-968A-670A674E6EF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826989" y="258385"/>
                <a:ext cx="405000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C049624C-E66F-4BEB-A7AE-0CC2DB306D61}"/>
                  </a:ext>
                </a:extLst>
              </p14:cNvPr>
              <p14:cNvContentPartPr/>
              <p14:nvPr/>
            </p14:nvContentPartPr>
            <p14:xfrm>
              <a:off x="5390109" y="947785"/>
              <a:ext cx="267120" cy="900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C049624C-E66F-4BEB-A7AE-0CC2DB306D6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372109" y="930145"/>
                <a:ext cx="30276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2ED1EAC0-FFE2-4C00-8963-EB28DD2C87C9}"/>
                  </a:ext>
                </a:extLst>
              </p14:cNvPr>
              <p14:cNvContentPartPr/>
              <p14:nvPr/>
            </p14:nvContentPartPr>
            <p14:xfrm>
              <a:off x="5548869" y="866065"/>
              <a:ext cx="145440" cy="20484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2ED1EAC0-FFE2-4C00-8963-EB28DD2C87C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531229" y="848425"/>
                <a:ext cx="18108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F4991849-2CAF-436A-AFF4-7EECB746CD33}"/>
                  </a:ext>
                </a:extLst>
              </p14:cNvPr>
              <p14:cNvContentPartPr/>
              <p14:nvPr/>
            </p14:nvContentPartPr>
            <p14:xfrm>
              <a:off x="9382869" y="942745"/>
              <a:ext cx="1126440" cy="13356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F4991849-2CAF-436A-AFF4-7EECB746CD3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364869" y="925105"/>
                <a:ext cx="116208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7E4AED7C-7D40-4CEE-B4B5-A0ECA5CD79C0}"/>
                  </a:ext>
                </a:extLst>
              </p14:cNvPr>
              <p14:cNvContentPartPr/>
              <p14:nvPr/>
            </p14:nvContentPartPr>
            <p14:xfrm>
              <a:off x="8797149" y="898825"/>
              <a:ext cx="330840" cy="16776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7E4AED7C-7D40-4CEE-B4B5-A0ECA5CD79C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779509" y="880825"/>
                <a:ext cx="36648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73A8E148-8D4C-4E9E-A451-0C64B2626681}"/>
                  </a:ext>
                </a:extLst>
              </p14:cNvPr>
              <p14:cNvContentPartPr/>
              <p14:nvPr/>
            </p14:nvContentPartPr>
            <p14:xfrm>
              <a:off x="7599069" y="791185"/>
              <a:ext cx="852480" cy="31572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73A8E148-8D4C-4E9E-A451-0C64B262668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581069" y="773545"/>
                <a:ext cx="888120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EEFD89F0-940B-4042-86D4-6DDC240AE2AB}"/>
                  </a:ext>
                </a:extLst>
              </p14:cNvPr>
              <p14:cNvContentPartPr/>
              <p14:nvPr/>
            </p14:nvContentPartPr>
            <p14:xfrm>
              <a:off x="5856669" y="796585"/>
              <a:ext cx="1395720" cy="35316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EEFD89F0-940B-4042-86D4-6DDC240AE2A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839029" y="778945"/>
                <a:ext cx="1431360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B63B26F8-EA0D-4239-9267-34F94D4E63F4}"/>
                  </a:ext>
                </a:extLst>
              </p14:cNvPr>
              <p14:cNvContentPartPr/>
              <p14:nvPr/>
            </p14:nvContentPartPr>
            <p14:xfrm>
              <a:off x="5827509" y="1260985"/>
              <a:ext cx="390600" cy="24840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B63B26F8-EA0D-4239-9267-34F94D4E63F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809869" y="1243345"/>
                <a:ext cx="426240" cy="28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453B4DA9-0CE9-46FA-8823-A24193D1947C}"/>
                  </a:ext>
                </a:extLst>
              </p14:cNvPr>
              <p14:cNvContentPartPr/>
              <p14:nvPr/>
            </p14:nvContentPartPr>
            <p14:xfrm>
              <a:off x="6496749" y="1203385"/>
              <a:ext cx="701640" cy="27468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453B4DA9-0CE9-46FA-8823-A24193D1947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479109" y="1185385"/>
                <a:ext cx="73728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53D93970-0FE4-469B-A00F-C40A4611658E}"/>
                  </a:ext>
                </a:extLst>
              </p14:cNvPr>
              <p14:cNvContentPartPr/>
              <p14:nvPr/>
            </p14:nvContentPartPr>
            <p14:xfrm>
              <a:off x="7548309" y="1210585"/>
              <a:ext cx="912600" cy="23364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53D93970-0FE4-469B-A00F-C40A4611658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530309" y="1192585"/>
                <a:ext cx="94824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510C71F2-19B6-41C2-BF89-0DDBEC99D9E3}"/>
                  </a:ext>
                </a:extLst>
              </p14:cNvPr>
              <p14:cNvContentPartPr/>
              <p14:nvPr/>
            </p14:nvContentPartPr>
            <p14:xfrm>
              <a:off x="8821629" y="1197265"/>
              <a:ext cx="1097280" cy="27468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510C71F2-19B6-41C2-BF89-0DDBEC99D9E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803629" y="1179625"/>
                <a:ext cx="113292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61BDDCCB-6918-412D-A733-08F79F4317E3}"/>
                  </a:ext>
                </a:extLst>
              </p14:cNvPr>
              <p14:cNvContentPartPr/>
              <p14:nvPr/>
            </p14:nvContentPartPr>
            <p14:xfrm>
              <a:off x="9112869" y="5520145"/>
              <a:ext cx="193680" cy="15156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61BDDCCB-6918-412D-A733-08F79F4317E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094869" y="5502505"/>
                <a:ext cx="22932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14EC0950-8505-4EFC-9177-0EE60D54F695}"/>
                  </a:ext>
                </a:extLst>
              </p14:cNvPr>
              <p14:cNvContentPartPr/>
              <p14:nvPr/>
            </p14:nvContentPartPr>
            <p14:xfrm>
              <a:off x="8727309" y="5452465"/>
              <a:ext cx="317520" cy="22320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14EC0950-8505-4EFC-9177-0EE60D54F69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709309" y="5434825"/>
                <a:ext cx="35316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A56036E7-606A-4956-8B1E-23D36C5DD855}"/>
                  </a:ext>
                </a:extLst>
              </p14:cNvPr>
              <p14:cNvContentPartPr/>
              <p14:nvPr/>
            </p14:nvContentPartPr>
            <p14:xfrm>
              <a:off x="1876869" y="4621225"/>
              <a:ext cx="261360" cy="22896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A56036E7-606A-4956-8B1E-23D36C5DD85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859229" y="4603585"/>
                <a:ext cx="29700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1C7C2A15-5F0B-482C-92F8-1CEA79844215}"/>
                  </a:ext>
                </a:extLst>
              </p14:cNvPr>
              <p14:cNvContentPartPr/>
              <p14:nvPr/>
            </p14:nvContentPartPr>
            <p14:xfrm>
              <a:off x="2962989" y="5013265"/>
              <a:ext cx="416880" cy="15228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1C7C2A15-5F0B-482C-92F8-1CEA7984421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944989" y="4995625"/>
                <a:ext cx="45252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666FD8AB-FE70-4883-8A6D-D78599446C79}"/>
                  </a:ext>
                </a:extLst>
              </p14:cNvPr>
              <p14:cNvContentPartPr/>
              <p14:nvPr/>
            </p14:nvContentPartPr>
            <p14:xfrm>
              <a:off x="1837989" y="4954585"/>
              <a:ext cx="869040" cy="30096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666FD8AB-FE70-4883-8A6D-D78599446C7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819989" y="4936945"/>
                <a:ext cx="90468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4220AA30-5500-45A2-89A3-6990608CEDC9}"/>
                  </a:ext>
                </a:extLst>
              </p14:cNvPr>
              <p14:cNvContentPartPr/>
              <p14:nvPr/>
            </p14:nvContentPartPr>
            <p14:xfrm>
              <a:off x="837189" y="4983385"/>
              <a:ext cx="790920" cy="25308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4220AA30-5500-45A2-89A3-6990608CEDC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19189" y="4965745"/>
                <a:ext cx="82656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A5EAFF7D-FFE2-47D4-9E72-19120F5154B0}"/>
                  </a:ext>
                </a:extLst>
              </p14:cNvPr>
              <p14:cNvContentPartPr/>
              <p14:nvPr/>
            </p14:nvContentPartPr>
            <p14:xfrm>
              <a:off x="2344149" y="4545625"/>
              <a:ext cx="632520" cy="31356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A5EAFF7D-FFE2-47D4-9E72-19120F5154B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326509" y="4527985"/>
                <a:ext cx="668160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E05AAA8C-8AEE-4E90-880C-44E727E50F10}"/>
                  </a:ext>
                </a:extLst>
              </p14:cNvPr>
              <p14:cNvContentPartPr/>
              <p14:nvPr/>
            </p14:nvContentPartPr>
            <p14:xfrm>
              <a:off x="596349" y="4244665"/>
              <a:ext cx="1079280" cy="62460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E05AAA8C-8AEE-4E90-880C-44E727E50F1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78349" y="4226675"/>
                <a:ext cx="1114920" cy="6602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41803FB4-4E96-4354-9F68-B3CAD37DA413}"/>
                  </a:ext>
                </a:extLst>
              </p14:cNvPr>
              <p14:cNvContentPartPr/>
              <p14:nvPr/>
            </p14:nvContentPartPr>
            <p14:xfrm>
              <a:off x="3070269" y="5366785"/>
              <a:ext cx="389160" cy="27720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41803FB4-4E96-4354-9F68-B3CAD37DA41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052286" y="5348785"/>
                <a:ext cx="424767" cy="3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D0D083D1-A74B-412F-B2BF-974727359802}"/>
                  </a:ext>
                </a:extLst>
              </p14:cNvPr>
              <p14:cNvContentPartPr/>
              <p14:nvPr/>
            </p14:nvContentPartPr>
            <p14:xfrm>
              <a:off x="2348469" y="5368225"/>
              <a:ext cx="540000" cy="28224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D0D083D1-A74B-412F-B2BF-97472735980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330469" y="5350225"/>
                <a:ext cx="575640" cy="3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216C7513-3641-43A3-A0F5-075FCDF3DB04}"/>
                  </a:ext>
                </a:extLst>
              </p14:cNvPr>
              <p14:cNvContentPartPr/>
              <p14:nvPr/>
            </p14:nvContentPartPr>
            <p14:xfrm>
              <a:off x="1660149" y="5405665"/>
              <a:ext cx="412200" cy="25344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216C7513-3641-43A3-A0F5-075FCDF3DB0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642165" y="5388000"/>
                <a:ext cx="447809" cy="2891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42943049-BC07-458E-8316-E438BE17754A}"/>
                  </a:ext>
                </a:extLst>
              </p14:cNvPr>
              <p14:cNvContentPartPr/>
              <p14:nvPr/>
            </p14:nvContentPartPr>
            <p14:xfrm>
              <a:off x="1005669" y="5353825"/>
              <a:ext cx="437040" cy="29124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42943049-BC07-458E-8316-E438BE17754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87669" y="5335847"/>
                <a:ext cx="472680" cy="3268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15DF10A1-49F6-421D-A93F-8E9C375A8F73}"/>
                  </a:ext>
                </a:extLst>
              </p14:cNvPr>
              <p14:cNvContentPartPr/>
              <p14:nvPr/>
            </p14:nvContentPartPr>
            <p14:xfrm>
              <a:off x="8238789" y="2819785"/>
              <a:ext cx="1478160" cy="242784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15DF10A1-49F6-421D-A93F-8E9C375A8F7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221149" y="2801788"/>
                <a:ext cx="1513800" cy="24634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2A7766BC-C6E5-424C-943D-9EEA43B96728}"/>
                  </a:ext>
                </a:extLst>
              </p14:cNvPr>
              <p14:cNvContentPartPr/>
              <p14:nvPr/>
            </p14:nvContentPartPr>
            <p14:xfrm>
              <a:off x="572229" y="6001825"/>
              <a:ext cx="156600" cy="1404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2A7766BC-C6E5-424C-943D-9EEA43B9672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54589" y="5984185"/>
                <a:ext cx="19224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DD6DE821-7E04-4852-9DA8-6BA30DE6B804}"/>
                  </a:ext>
                </a:extLst>
              </p14:cNvPr>
              <p14:cNvContentPartPr/>
              <p14:nvPr/>
            </p14:nvContentPartPr>
            <p14:xfrm>
              <a:off x="1053549" y="5837665"/>
              <a:ext cx="284760" cy="1368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DD6DE821-7E04-4852-9DA8-6BA30DE6B80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35909" y="5819665"/>
                <a:ext cx="32040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2484728C-06B2-4022-A4E1-71BE6B13C701}"/>
                  </a:ext>
                </a:extLst>
              </p14:cNvPr>
              <p14:cNvContentPartPr/>
              <p14:nvPr/>
            </p14:nvContentPartPr>
            <p14:xfrm>
              <a:off x="928269" y="5919025"/>
              <a:ext cx="372600" cy="22932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2484728C-06B2-4022-A4E1-71BE6B13C701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10629" y="5901053"/>
                <a:ext cx="408240" cy="2649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F998E759-5594-477E-97AE-8D3BE0FC15CF}"/>
                  </a:ext>
                </a:extLst>
              </p14:cNvPr>
              <p14:cNvContentPartPr/>
              <p14:nvPr/>
            </p14:nvContentPartPr>
            <p14:xfrm>
              <a:off x="2498589" y="5812105"/>
              <a:ext cx="342360" cy="25308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F998E759-5594-477E-97AE-8D3BE0FC15C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480949" y="5794105"/>
                <a:ext cx="37800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F9C8A12F-5A8F-4077-B832-AB896181AE02}"/>
                  </a:ext>
                </a:extLst>
              </p14:cNvPr>
              <p14:cNvContentPartPr/>
              <p14:nvPr/>
            </p14:nvContentPartPr>
            <p14:xfrm>
              <a:off x="947709" y="6203425"/>
              <a:ext cx="1463400" cy="28908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F9C8A12F-5A8F-4077-B832-AB896181AE0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30069" y="6185425"/>
                <a:ext cx="1499040" cy="32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58" name="Cerneală 157">
                <a:extLst>
                  <a:ext uri="{FF2B5EF4-FFF2-40B4-BE49-F238E27FC236}">
                    <a16:creationId xmlns:a16="http://schemas.microsoft.com/office/drawing/2014/main" id="{40FE2F38-80AF-4D4F-8D2E-8E8C2A4E4AC9}"/>
                  </a:ext>
                </a:extLst>
              </p14:cNvPr>
              <p14:cNvContentPartPr/>
              <p14:nvPr/>
            </p14:nvContentPartPr>
            <p14:xfrm>
              <a:off x="1597509" y="5764585"/>
              <a:ext cx="663480" cy="328680"/>
            </p14:xfrm>
          </p:contentPart>
        </mc:Choice>
        <mc:Fallback xmlns="">
          <p:pic>
            <p:nvPicPr>
              <p:cNvPr id="158" name="Cerneală 157">
                <a:extLst>
                  <a:ext uri="{FF2B5EF4-FFF2-40B4-BE49-F238E27FC236}">
                    <a16:creationId xmlns:a16="http://schemas.microsoft.com/office/drawing/2014/main" id="{40FE2F38-80AF-4D4F-8D2E-8E8C2A4E4AC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579499" y="5746926"/>
                <a:ext cx="699139" cy="3643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77" name="Cerneală 176">
                <a:extLst>
                  <a:ext uri="{FF2B5EF4-FFF2-40B4-BE49-F238E27FC236}">
                    <a16:creationId xmlns:a16="http://schemas.microsoft.com/office/drawing/2014/main" id="{1143CBFE-CC7A-4FB8-83E5-238AE627735C}"/>
                  </a:ext>
                </a:extLst>
              </p14:cNvPr>
              <p14:cNvContentPartPr/>
              <p14:nvPr/>
            </p14:nvContentPartPr>
            <p14:xfrm>
              <a:off x="10654389" y="5678905"/>
              <a:ext cx="1218600" cy="374040"/>
            </p14:xfrm>
          </p:contentPart>
        </mc:Choice>
        <mc:Fallback xmlns="">
          <p:pic>
            <p:nvPicPr>
              <p:cNvPr id="177" name="Cerneală 176">
                <a:extLst>
                  <a:ext uri="{FF2B5EF4-FFF2-40B4-BE49-F238E27FC236}">
                    <a16:creationId xmlns:a16="http://schemas.microsoft.com/office/drawing/2014/main" id="{1143CBFE-CC7A-4FB8-83E5-238AE627735C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636744" y="5661265"/>
                <a:ext cx="1254251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ED70982B-428E-4340-AFAF-7A0B54FE8E33}"/>
                  </a:ext>
                </a:extLst>
              </p14:cNvPr>
              <p14:cNvContentPartPr/>
              <p14:nvPr/>
            </p14:nvContentPartPr>
            <p14:xfrm>
              <a:off x="6187869" y="5986705"/>
              <a:ext cx="1295280" cy="46692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ED70982B-428E-4340-AFAF-7A0B54FE8E33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170229" y="5968705"/>
                <a:ext cx="1330920" cy="50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85" name="Cerneală 184">
                <a:extLst>
                  <a:ext uri="{FF2B5EF4-FFF2-40B4-BE49-F238E27FC236}">
                    <a16:creationId xmlns:a16="http://schemas.microsoft.com/office/drawing/2014/main" id="{FD6971FB-DFBB-45F6-8A45-A973F777E3A1}"/>
                  </a:ext>
                </a:extLst>
              </p14:cNvPr>
              <p14:cNvContentPartPr/>
              <p14:nvPr/>
            </p14:nvContentPartPr>
            <p14:xfrm>
              <a:off x="7805709" y="5816425"/>
              <a:ext cx="2543400" cy="939600"/>
            </p14:xfrm>
          </p:contentPart>
        </mc:Choice>
        <mc:Fallback xmlns="">
          <p:pic>
            <p:nvPicPr>
              <p:cNvPr id="185" name="Cerneală 184">
                <a:extLst>
                  <a:ext uri="{FF2B5EF4-FFF2-40B4-BE49-F238E27FC236}">
                    <a16:creationId xmlns:a16="http://schemas.microsoft.com/office/drawing/2014/main" id="{FD6971FB-DFBB-45F6-8A45-A973F777E3A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787709" y="5798785"/>
                <a:ext cx="2579040" cy="97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6189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A8257961-83D0-4570-8FA3-3BCA0ABD19F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99" y="411513"/>
            <a:ext cx="10424046" cy="585209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6" name="Cerneală 265">
                <a:extLst>
                  <a:ext uri="{FF2B5EF4-FFF2-40B4-BE49-F238E27FC236}">
                    <a16:creationId xmlns:a16="http://schemas.microsoft.com/office/drawing/2014/main" id="{7B7203DA-1CCB-4BEF-9A87-18771A6BCBA0}"/>
                  </a:ext>
                </a:extLst>
              </p14:cNvPr>
              <p14:cNvContentPartPr/>
              <p14:nvPr/>
            </p14:nvContentPartPr>
            <p14:xfrm>
              <a:off x="523989" y="67225"/>
              <a:ext cx="11495880" cy="6675120"/>
            </p14:xfrm>
          </p:contentPart>
        </mc:Choice>
        <mc:Fallback xmlns="">
          <p:pic>
            <p:nvPicPr>
              <p:cNvPr id="266" name="Cerneală 265">
                <a:extLst>
                  <a:ext uri="{FF2B5EF4-FFF2-40B4-BE49-F238E27FC236}">
                    <a16:creationId xmlns:a16="http://schemas.microsoft.com/office/drawing/2014/main" id="{7B7203DA-1CCB-4BEF-9A87-18771A6BCBA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6349" y="49585"/>
                <a:ext cx="11531520" cy="671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47070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>
            <a:extLst>
              <a:ext uri="{FF2B5EF4-FFF2-40B4-BE49-F238E27FC236}">
                <a16:creationId xmlns:a16="http://schemas.microsoft.com/office/drawing/2014/main" id="{03B71EEE-B3CC-4D20-A347-6FBF1803664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04" y="320074"/>
            <a:ext cx="11704192" cy="6126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B0845BE2-8FF2-48B8-B065-DAA74FA36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99" y="502952"/>
            <a:ext cx="2329844" cy="130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834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ine 9" descr="afis1">
            <a:extLst>
              <a:ext uri="{FF2B5EF4-FFF2-40B4-BE49-F238E27FC236}">
                <a16:creationId xmlns:a16="http://schemas.microsoft.com/office/drawing/2014/main" id="{EFF5EE76-8F18-41AA-87F3-B10475C14D8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38" y="1874537"/>
            <a:ext cx="8046632" cy="42061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3302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iect 2">
            <a:extLst>
              <a:ext uri="{FF2B5EF4-FFF2-40B4-BE49-F238E27FC236}">
                <a16:creationId xmlns:a16="http://schemas.microsoft.com/office/drawing/2014/main" id="{5D83AC27-6DE3-4D86-A189-BA1C9F615D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6337436"/>
              </p:ext>
            </p:extLst>
          </p:nvPr>
        </p:nvGraphicFramePr>
        <p:xfrm>
          <a:off x="976052" y="777492"/>
          <a:ext cx="181591" cy="31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3" name="Imagine bitmap" r:id="rId3" imgW="114467" imgH="190426" progId="Paint.Picture">
                  <p:embed/>
                </p:oleObj>
              </mc:Choice>
              <mc:Fallback>
                <p:oleObj name="Imagine bitmap" r:id="rId3" imgW="114467" imgH="190426" progId="Paint.Picture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6052" y="777492"/>
                        <a:ext cx="181591" cy="3158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iect 3">
            <a:extLst>
              <a:ext uri="{FF2B5EF4-FFF2-40B4-BE49-F238E27FC236}">
                <a16:creationId xmlns:a16="http://schemas.microsoft.com/office/drawing/2014/main" id="{5DC0B029-B6DB-4B45-9010-28EBC79297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7478355"/>
              </p:ext>
            </p:extLst>
          </p:nvPr>
        </p:nvGraphicFramePr>
        <p:xfrm>
          <a:off x="976052" y="777492"/>
          <a:ext cx="181591" cy="31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4" name="Imagine bitmap" r:id="rId5" imgW="114467" imgH="190426" progId="Paint.Picture">
                  <p:embed/>
                </p:oleObj>
              </mc:Choice>
              <mc:Fallback>
                <p:oleObj name="Imagine bitmap" r:id="rId5" imgW="114467" imgH="190426" progId="Paint.Picture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6052" y="777492"/>
                        <a:ext cx="181591" cy="3158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iect 4">
            <a:extLst>
              <a:ext uri="{FF2B5EF4-FFF2-40B4-BE49-F238E27FC236}">
                <a16:creationId xmlns:a16="http://schemas.microsoft.com/office/drawing/2014/main" id="{2F5ADB14-669E-4864-9EBD-1AE0FC1130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7252429"/>
              </p:ext>
            </p:extLst>
          </p:nvPr>
        </p:nvGraphicFramePr>
        <p:xfrm>
          <a:off x="1017588" y="852488"/>
          <a:ext cx="82550" cy="150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5" name="Imagine bitmap" r:id="rId7" imgW="52560" imgH="90360" progId="Paint.Picture">
                  <p:embed/>
                </p:oleObj>
              </mc:Choice>
              <mc:Fallback>
                <p:oleObj name="Imagine bitmap" r:id="rId7" imgW="52560" imgH="90360" progId="Paint.Picture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7588" y="852488"/>
                        <a:ext cx="82550" cy="1508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Imagine 18">
            <a:extLst>
              <a:ext uri="{FF2B5EF4-FFF2-40B4-BE49-F238E27FC236}">
                <a16:creationId xmlns:a16="http://schemas.microsoft.com/office/drawing/2014/main" id="{5605ABA1-C38B-4D90-8C0F-3A6DA28252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3904" y="137196"/>
            <a:ext cx="3063743" cy="644648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8FD6C130-F7DF-44D8-AF0C-B951841048BD}"/>
                  </a:ext>
                </a:extLst>
              </p14:cNvPr>
              <p14:cNvContentPartPr/>
              <p14:nvPr/>
            </p14:nvContentPartPr>
            <p14:xfrm>
              <a:off x="5789349" y="384025"/>
              <a:ext cx="12600" cy="216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8FD6C130-F7DF-44D8-AF0C-B951841048B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771709" y="366025"/>
                <a:ext cx="482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B331E54E-11AD-4E19-9DAB-6CAFD850B9BC}"/>
                  </a:ext>
                </a:extLst>
              </p14:cNvPr>
              <p14:cNvContentPartPr/>
              <p14:nvPr/>
            </p14:nvContentPartPr>
            <p14:xfrm>
              <a:off x="9667989" y="296185"/>
              <a:ext cx="137880" cy="20988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B331E54E-11AD-4E19-9DAB-6CAFD850B9B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649989" y="278545"/>
                <a:ext cx="17352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4802CD82-4E78-4927-8ECB-7652283518AE}"/>
                  </a:ext>
                </a:extLst>
              </p14:cNvPr>
              <p14:cNvContentPartPr/>
              <p14:nvPr/>
            </p14:nvContentPartPr>
            <p14:xfrm>
              <a:off x="9929349" y="304465"/>
              <a:ext cx="95400" cy="4284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4802CD82-4E78-4927-8ECB-7652283518A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911349" y="286825"/>
                <a:ext cx="13104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B6AD2A30-873A-47E8-96F9-4A91BF1ADB9A}"/>
                  </a:ext>
                </a:extLst>
              </p14:cNvPr>
              <p14:cNvContentPartPr/>
              <p14:nvPr/>
            </p14:nvContentPartPr>
            <p14:xfrm>
              <a:off x="9940509" y="462145"/>
              <a:ext cx="59400" cy="5796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B6AD2A30-873A-47E8-96F9-4A91BF1ADB9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922869" y="444145"/>
                <a:ext cx="9504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6AAC3BE8-8861-4F99-B1D5-DB2F43F83A37}"/>
                  </a:ext>
                </a:extLst>
              </p14:cNvPr>
              <p14:cNvContentPartPr/>
              <p14:nvPr/>
            </p14:nvContentPartPr>
            <p14:xfrm>
              <a:off x="10178829" y="265225"/>
              <a:ext cx="205920" cy="25848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6AAC3BE8-8861-4F99-B1D5-DB2F43F83A3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160829" y="247585"/>
                <a:ext cx="24156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84DB41CB-C34C-439D-80BC-61D9E9E948A0}"/>
                  </a:ext>
                </a:extLst>
              </p14:cNvPr>
              <p14:cNvContentPartPr/>
              <p14:nvPr/>
            </p14:nvContentPartPr>
            <p14:xfrm>
              <a:off x="10526949" y="498865"/>
              <a:ext cx="3960" cy="5004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84DB41CB-C34C-439D-80BC-61D9E9E948A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509309" y="480865"/>
                <a:ext cx="3960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0BB208E9-CCFC-4FA1-B64D-4EB7CAF7B306}"/>
                  </a:ext>
                </a:extLst>
              </p14:cNvPr>
              <p14:cNvContentPartPr/>
              <p14:nvPr/>
            </p14:nvContentPartPr>
            <p14:xfrm>
              <a:off x="9280269" y="303025"/>
              <a:ext cx="183240" cy="19512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0BB208E9-CCFC-4FA1-B64D-4EB7CAF7B30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262269" y="285025"/>
                <a:ext cx="21888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740E471B-84D2-4DEF-B287-72977257D988}"/>
                  </a:ext>
                </a:extLst>
              </p14:cNvPr>
              <p14:cNvContentPartPr/>
              <p14:nvPr/>
            </p14:nvContentPartPr>
            <p14:xfrm>
              <a:off x="8754309" y="292225"/>
              <a:ext cx="417240" cy="20592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740E471B-84D2-4DEF-B287-72977257D98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736325" y="274225"/>
                <a:ext cx="452849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B17B207C-19C6-4968-943F-3617BF7F8E50}"/>
                  </a:ext>
                </a:extLst>
              </p14:cNvPr>
              <p14:cNvContentPartPr/>
              <p14:nvPr/>
            </p14:nvContentPartPr>
            <p14:xfrm>
              <a:off x="7516989" y="358465"/>
              <a:ext cx="406440" cy="24624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B17B207C-19C6-4968-943F-3617BF7F8E5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499333" y="340465"/>
                <a:ext cx="442112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7CEF955B-72EE-4936-8774-A78FE90C691F}"/>
                  </a:ext>
                </a:extLst>
              </p14:cNvPr>
              <p14:cNvContentPartPr/>
              <p14:nvPr/>
            </p14:nvContentPartPr>
            <p14:xfrm>
              <a:off x="5961069" y="227065"/>
              <a:ext cx="934200" cy="36036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7CEF955B-72EE-4936-8774-A78FE90C691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943422" y="209065"/>
                <a:ext cx="969854" cy="39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8EE976A2-EA12-4676-85D8-20A4482D0384}"/>
                  </a:ext>
                </a:extLst>
              </p14:cNvPr>
              <p14:cNvContentPartPr/>
              <p14:nvPr/>
            </p14:nvContentPartPr>
            <p14:xfrm>
              <a:off x="5163669" y="447745"/>
              <a:ext cx="671040" cy="12492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8EE976A2-EA12-4676-85D8-20A4482D038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146020" y="430105"/>
                <a:ext cx="706699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BBD0A5B4-17B7-44F6-8E55-54085004DA53}"/>
                  </a:ext>
                </a:extLst>
              </p14:cNvPr>
              <p14:cNvContentPartPr/>
              <p14:nvPr/>
            </p14:nvContentPartPr>
            <p14:xfrm>
              <a:off x="4755069" y="355585"/>
              <a:ext cx="129960" cy="28152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BBD0A5B4-17B7-44F6-8E55-54085004DA5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737069" y="337922"/>
                <a:ext cx="165600" cy="3172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184CEE7A-6993-4011-9729-09724B5E2615}"/>
                  </a:ext>
                </a:extLst>
              </p14:cNvPr>
              <p14:cNvContentPartPr/>
              <p14:nvPr/>
            </p14:nvContentPartPr>
            <p14:xfrm>
              <a:off x="3613869" y="288265"/>
              <a:ext cx="681840" cy="29484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184CEE7A-6993-4011-9729-09724B5E261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596220" y="270625"/>
                <a:ext cx="717499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160D2F50-D86B-497E-BEDE-E0330672C5DF}"/>
                  </a:ext>
                </a:extLst>
              </p14:cNvPr>
              <p14:cNvContentPartPr/>
              <p14:nvPr/>
            </p14:nvContentPartPr>
            <p14:xfrm>
              <a:off x="1225989" y="9265"/>
              <a:ext cx="148320" cy="47196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160D2F50-D86B-497E-BEDE-E0330672C5D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207989" y="-8375"/>
                <a:ext cx="183960" cy="50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44D4366F-7E0C-4DD0-BCBE-5FE8035BFA3D}"/>
                  </a:ext>
                </a:extLst>
              </p14:cNvPr>
              <p14:cNvContentPartPr/>
              <p14:nvPr/>
            </p14:nvContentPartPr>
            <p14:xfrm>
              <a:off x="220869" y="2001695"/>
              <a:ext cx="1153080" cy="6264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44D4366F-7E0C-4DD0-BCBE-5FE8035BFA3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03229" y="1984055"/>
                <a:ext cx="118872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4DA3A2EA-3F84-4A03-81FA-0CB4A0F5C74C}"/>
                  </a:ext>
                </a:extLst>
              </p14:cNvPr>
              <p14:cNvContentPartPr/>
              <p14:nvPr/>
            </p14:nvContentPartPr>
            <p14:xfrm>
              <a:off x="318069" y="3443855"/>
              <a:ext cx="957240" cy="3996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4DA3A2EA-3F84-4A03-81FA-0CB4A0F5C74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00069" y="3425855"/>
                <a:ext cx="99288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23F25FE9-B243-4825-A37C-D659CEAC55C2}"/>
                  </a:ext>
                </a:extLst>
              </p14:cNvPr>
              <p14:cNvContentPartPr/>
              <p14:nvPr/>
            </p14:nvContentPartPr>
            <p14:xfrm>
              <a:off x="243904" y="4892024"/>
              <a:ext cx="1194120" cy="1521360"/>
            </p14:xfrm>
          </p:contentPart>
        </mc:Choice>
        <mc:Fallback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23F25FE9-B243-4825-A37C-D659CEAC55C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25904" y="4874028"/>
                <a:ext cx="1229760" cy="15569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C3D2B68C-8BE5-4340-8D5B-A12E414E1613}"/>
                  </a:ext>
                </a:extLst>
              </p14:cNvPr>
              <p14:cNvContentPartPr/>
              <p14:nvPr/>
            </p14:nvContentPartPr>
            <p14:xfrm>
              <a:off x="5399829" y="4859375"/>
              <a:ext cx="1292400" cy="27216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C3D2B68C-8BE5-4340-8D5B-A12E414E161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381829" y="4841399"/>
                <a:ext cx="1328040" cy="3077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F68DA21B-4BBA-43CE-906A-ACFD568B3FBA}"/>
                  </a:ext>
                </a:extLst>
              </p14:cNvPr>
              <p14:cNvContentPartPr/>
              <p14:nvPr/>
            </p14:nvContentPartPr>
            <p14:xfrm>
              <a:off x="6313869" y="5381375"/>
              <a:ext cx="526680" cy="16704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F68DA21B-4BBA-43CE-906A-ACFD568B3FB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296229" y="5363375"/>
                <a:ext cx="56232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2A04689A-B955-45FA-BD43-804790C29D3C}"/>
                  </a:ext>
                </a:extLst>
              </p14:cNvPr>
              <p14:cNvContentPartPr/>
              <p14:nvPr/>
            </p14:nvContentPartPr>
            <p14:xfrm>
              <a:off x="5447349" y="5356175"/>
              <a:ext cx="652320" cy="280440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2A04689A-B955-45FA-BD43-804790C29D3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429699" y="5338175"/>
                <a:ext cx="68798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72BE3FB0-2B4D-4A77-A232-73218FFE84A0}"/>
                  </a:ext>
                </a:extLst>
              </p14:cNvPr>
              <p14:cNvContentPartPr/>
              <p14:nvPr/>
            </p14:nvContentPartPr>
            <p14:xfrm>
              <a:off x="9422829" y="5161415"/>
              <a:ext cx="352800" cy="29556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72BE3FB0-2B4D-4A77-A232-73218FFE84A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405189" y="5143775"/>
                <a:ext cx="38844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87" name="Cerneală 186">
                <a:extLst>
                  <a:ext uri="{FF2B5EF4-FFF2-40B4-BE49-F238E27FC236}">
                    <a16:creationId xmlns:a16="http://schemas.microsoft.com/office/drawing/2014/main" id="{59D11BDA-7C02-4826-8912-23BEB9F76FC2}"/>
                  </a:ext>
                </a:extLst>
              </p14:cNvPr>
              <p14:cNvContentPartPr/>
              <p14:nvPr/>
            </p14:nvContentPartPr>
            <p14:xfrm>
              <a:off x="11118789" y="5116055"/>
              <a:ext cx="367200" cy="301320"/>
            </p14:xfrm>
          </p:contentPart>
        </mc:Choice>
        <mc:Fallback xmlns="">
          <p:pic>
            <p:nvPicPr>
              <p:cNvPr id="187" name="Cerneală 186">
                <a:extLst>
                  <a:ext uri="{FF2B5EF4-FFF2-40B4-BE49-F238E27FC236}">
                    <a16:creationId xmlns:a16="http://schemas.microsoft.com/office/drawing/2014/main" id="{59D11BDA-7C02-4826-8912-23BEB9F76FC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1101149" y="5098055"/>
                <a:ext cx="40284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90" name="Cerneală 189">
                <a:extLst>
                  <a:ext uri="{FF2B5EF4-FFF2-40B4-BE49-F238E27FC236}">
                    <a16:creationId xmlns:a16="http://schemas.microsoft.com/office/drawing/2014/main" id="{C4528F2E-F55B-4315-A42E-01B24ABD1741}"/>
                  </a:ext>
                </a:extLst>
              </p14:cNvPr>
              <p14:cNvContentPartPr/>
              <p14:nvPr/>
            </p14:nvContentPartPr>
            <p14:xfrm>
              <a:off x="9504909" y="5593775"/>
              <a:ext cx="713160" cy="321840"/>
            </p14:xfrm>
          </p:contentPart>
        </mc:Choice>
        <mc:Fallback xmlns="">
          <p:pic>
            <p:nvPicPr>
              <p:cNvPr id="190" name="Cerneală 189">
                <a:extLst>
                  <a:ext uri="{FF2B5EF4-FFF2-40B4-BE49-F238E27FC236}">
                    <a16:creationId xmlns:a16="http://schemas.microsoft.com/office/drawing/2014/main" id="{C4528F2E-F55B-4315-A42E-01B24ABD174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487269" y="5576135"/>
                <a:ext cx="74880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91" name="Cerneală 190">
                <a:extLst>
                  <a:ext uri="{FF2B5EF4-FFF2-40B4-BE49-F238E27FC236}">
                    <a16:creationId xmlns:a16="http://schemas.microsoft.com/office/drawing/2014/main" id="{99264E83-2966-4600-A3C6-2A5A44EB953E}"/>
                  </a:ext>
                </a:extLst>
              </p14:cNvPr>
              <p14:cNvContentPartPr/>
              <p14:nvPr/>
            </p14:nvContentPartPr>
            <p14:xfrm>
              <a:off x="10024389" y="5031455"/>
              <a:ext cx="703440" cy="370800"/>
            </p14:xfrm>
          </p:contentPart>
        </mc:Choice>
        <mc:Fallback xmlns="">
          <p:pic>
            <p:nvPicPr>
              <p:cNvPr id="191" name="Cerneală 190">
                <a:extLst>
                  <a:ext uri="{FF2B5EF4-FFF2-40B4-BE49-F238E27FC236}">
                    <a16:creationId xmlns:a16="http://schemas.microsoft.com/office/drawing/2014/main" id="{99264E83-2966-4600-A3C6-2A5A44EB953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006389" y="5013815"/>
                <a:ext cx="73908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B767EFDB-5843-46B0-84E5-456E8AF4E0FE}"/>
                  </a:ext>
                </a:extLst>
              </p14:cNvPr>
              <p14:cNvContentPartPr/>
              <p14:nvPr/>
            </p14:nvContentPartPr>
            <p14:xfrm>
              <a:off x="8618949" y="5336735"/>
              <a:ext cx="299880" cy="18720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B767EFDB-5843-46B0-84E5-456E8AF4E0F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601309" y="5319095"/>
                <a:ext cx="33552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93" name="Cerneală 192">
                <a:extLst>
                  <a:ext uri="{FF2B5EF4-FFF2-40B4-BE49-F238E27FC236}">
                    <a16:creationId xmlns:a16="http://schemas.microsoft.com/office/drawing/2014/main" id="{92D4BA19-7996-4622-BEAB-736DDB992306}"/>
                  </a:ext>
                </a:extLst>
              </p14:cNvPr>
              <p14:cNvContentPartPr/>
              <p14:nvPr/>
            </p14:nvContentPartPr>
            <p14:xfrm>
              <a:off x="7107669" y="5242415"/>
              <a:ext cx="1123200" cy="293760"/>
            </p14:xfrm>
          </p:contentPart>
        </mc:Choice>
        <mc:Fallback xmlns="">
          <p:pic>
            <p:nvPicPr>
              <p:cNvPr id="193" name="Cerneală 192">
                <a:extLst>
                  <a:ext uri="{FF2B5EF4-FFF2-40B4-BE49-F238E27FC236}">
                    <a16:creationId xmlns:a16="http://schemas.microsoft.com/office/drawing/2014/main" id="{92D4BA19-7996-4622-BEAB-736DDB99230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090023" y="5224415"/>
                <a:ext cx="1158851" cy="3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94" name="Cerneală 193">
                <a:extLst>
                  <a:ext uri="{FF2B5EF4-FFF2-40B4-BE49-F238E27FC236}">
                    <a16:creationId xmlns:a16="http://schemas.microsoft.com/office/drawing/2014/main" id="{D8BA79DE-F80D-4DCC-9553-D2A41FD27B65}"/>
                  </a:ext>
                </a:extLst>
              </p14:cNvPr>
              <p14:cNvContentPartPr/>
              <p14:nvPr/>
            </p14:nvContentPartPr>
            <p14:xfrm>
              <a:off x="4326309" y="6155015"/>
              <a:ext cx="360" cy="360"/>
            </p14:xfrm>
          </p:contentPart>
        </mc:Choice>
        <mc:Fallback xmlns="">
          <p:pic>
            <p:nvPicPr>
              <p:cNvPr id="194" name="Cerneală 193">
                <a:extLst>
                  <a:ext uri="{FF2B5EF4-FFF2-40B4-BE49-F238E27FC236}">
                    <a16:creationId xmlns:a16="http://schemas.microsoft.com/office/drawing/2014/main" id="{D8BA79DE-F80D-4DCC-9553-D2A41FD27B6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308309" y="613701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96" name="Cerneală 195">
                <a:extLst>
                  <a:ext uri="{FF2B5EF4-FFF2-40B4-BE49-F238E27FC236}">
                    <a16:creationId xmlns:a16="http://schemas.microsoft.com/office/drawing/2014/main" id="{D3B933DE-EF06-474D-8BA7-961C8A1FBFFE}"/>
                  </a:ext>
                </a:extLst>
              </p14:cNvPr>
              <p14:cNvContentPartPr/>
              <p14:nvPr/>
            </p14:nvContentPartPr>
            <p14:xfrm>
              <a:off x="10129149" y="1194575"/>
              <a:ext cx="147240" cy="160920"/>
            </p14:xfrm>
          </p:contentPart>
        </mc:Choice>
        <mc:Fallback xmlns="">
          <p:pic>
            <p:nvPicPr>
              <p:cNvPr id="196" name="Cerneală 195">
                <a:extLst>
                  <a:ext uri="{FF2B5EF4-FFF2-40B4-BE49-F238E27FC236}">
                    <a16:creationId xmlns:a16="http://schemas.microsoft.com/office/drawing/2014/main" id="{D3B933DE-EF06-474D-8BA7-961C8A1FBFF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0111149" y="1176575"/>
                <a:ext cx="18288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97" name="Cerneală 196">
                <a:extLst>
                  <a:ext uri="{FF2B5EF4-FFF2-40B4-BE49-F238E27FC236}">
                    <a16:creationId xmlns:a16="http://schemas.microsoft.com/office/drawing/2014/main" id="{59BBBF5F-A659-43B0-B937-D9C110952803}"/>
                  </a:ext>
                </a:extLst>
              </p14:cNvPr>
              <p14:cNvContentPartPr/>
              <p14:nvPr/>
            </p14:nvContentPartPr>
            <p14:xfrm>
              <a:off x="10385109" y="1232015"/>
              <a:ext cx="123480" cy="9360"/>
            </p14:xfrm>
          </p:contentPart>
        </mc:Choice>
        <mc:Fallback xmlns="">
          <p:pic>
            <p:nvPicPr>
              <p:cNvPr id="197" name="Cerneală 196">
                <a:extLst>
                  <a:ext uri="{FF2B5EF4-FFF2-40B4-BE49-F238E27FC236}">
                    <a16:creationId xmlns:a16="http://schemas.microsoft.com/office/drawing/2014/main" id="{59BBBF5F-A659-43B0-B937-D9C11095280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367469" y="1214375"/>
                <a:ext cx="1591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98" name="Cerneală 197">
                <a:extLst>
                  <a:ext uri="{FF2B5EF4-FFF2-40B4-BE49-F238E27FC236}">
                    <a16:creationId xmlns:a16="http://schemas.microsoft.com/office/drawing/2014/main" id="{26BF16C8-D2BA-4E24-A74E-03DA94DB7BB9}"/>
                  </a:ext>
                </a:extLst>
              </p14:cNvPr>
              <p14:cNvContentPartPr/>
              <p14:nvPr/>
            </p14:nvContentPartPr>
            <p14:xfrm>
              <a:off x="10404549" y="1313735"/>
              <a:ext cx="155160" cy="4680"/>
            </p14:xfrm>
          </p:contentPart>
        </mc:Choice>
        <mc:Fallback xmlns="">
          <p:pic>
            <p:nvPicPr>
              <p:cNvPr id="198" name="Cerneală 197">
                <a:extLst>
                  <a:ext uri="{FF2B5EF4-FFF2-40B4-BE49-F238E27FC236}">
                    <a16:creationId xmlns:a16="http://schemas.microsoft.com/office/drawing/2014/main" id="{26BF16C8-D2BA-4E24-A74E-03DA94DB7BB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386549" y="1295735"/>
                <a:ext cx="19080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99" name="Cerneală 198">
                <a:extLst>
                  <a:ext uri="{FF2B5EF4-FFF2-40B4-BE49-F238E27FC236}">
                    <a16:creationId xmlns:a16="http://schemas.microsoft.com/office/drawing/2014/main" id="{936E0E97-8428-4B36-8356-7D57B3F16668}"/>
                  </a:ext>
                </a:extLst>
              </p14:cNvPr>
              <p14:cNvContentPartPr/>
              <p14:nvPr/>
            </p14:nvContentPartPr>
            <p14:xfrm>
              <a:off x="10662309" y="1205735"/>
              <a:ext cx="141480" cy="122040"/>
            </p14:xfrm>
          </p:contentPart>
        </mc:Choice>
        <mc:Fallback xmlns="">
          <p:pic>
            <p:nvPicPr>
              <p:cNvPr id="199" name="Cerneală 198">
                <a:extLst>
                  <a:ext uri="{FF2B5EF4-FFF2-40B4-BE49-F238E27FC236}">
                    <a16:creationId xmlns:a16="http://schemas.microsoft.com/office/drawing/2014/main" id="{936E0E97-8428-4B36-8356-7D57B3F1666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644309" y="1187735"/>
                <a:ext cx="17712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06" name="Cerneală 205">
                <a:extLst>
                  <a:ext uri="{FF2B5EF4-FFF2-40B4-BE49-F238E27FC236}">
                    <a16:creationId xmlns:a16="http://schemas.microsoft.com/office/drawing/2014/main" id="{D1933907-0BAC-4142-B377-D749642DE9A0}"/>
                  </a:ext>
                </a:extLst>
              </p14:cNvPr>
              <p14:cNvContentPartPr/>
              <p14:nvPr/>
            </p14:nvContentPartPr>
            <p14:xfrm>
              <a:off x="11097549" y="1698575"/>
              <a:ext cx="12240" cy="14760"/>
            </p14:xfrm>
          </p:contentPart>
        </mc:Choice>
        <mc:Fallback xmlns="">
          <p:pic>
            <p:nvPicPr>
              <p:cNvPr id="206" name="Cerneală 205">
                <a:extLst>
                  <a:ext uri="{FF2B5EF4-FFF2-40B4-BE49-F238E27FC236}">
                    <a16:creationId xmlns:a16="http://schemas.microsoft.com/office/drawing/2014/main" id="{D1933907-0BAC-4142-B377-D749642DE9A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1079549" y="1680575"/>
                <a:ext cx="4788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07" name="Cerneală 206">
                <a:extLst>
                  <a:ext uri="{FF2B5EF4-FFF2-40B4-BE49-F238E27FC236}">
                    <a16:creationId xmlns:a16="http://schemas.microsoft.com/office/drawing/2014/main" id="{C9FE86A3-6A15-4889-AA78-A77AC482B4DB}"/>
                  </a:ext>
                </a:extLst>
              </p14:cNvPr>
              <p14:cNvContentPartPr/>
              <p14:nvPr/>
            </p14:nvContentPartPr>
            <p14:xfrm>
              <a:off x="10175589" y="1532255"/>
              <a:ext cx="808200" cy="191880"/>
            </p14:xfrm>
          </p:contentPart>
        </mc:Choice>
        <mc:Fallback xmlns="">
          <p:pic>
            <p:nvPicPr>
              <p:cNvPr id="207" name="Cerneală 206">
                <a:extLst>
                  <a:ext uri="{FF2B5EF4-FFF2-40B4-BE49-F238E27FC236}">
                    <a16:creationId xmlns:a16="http://schemas.microsoft.com/office/drawing/2014/main" id="{C9FE86A3-6A15-4889-AA78-A77AC482B4D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157949" y="1514615"/>
                <a:ext cx="84384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97" name="Cerneală 296">
                <a:extLst>
                  <a:ext uri="{FF2B5EF4-FFF2-40B4-BE49-F238E27FC236}">
                    <a16:creationId xmlns:a16="http://schemas.microsoft.com/office/drawing/2014/main" id="{17EE1293-587E-40E4-920D-24B4DF23E30C}"/>
                  </a:ext>
                </a:extLst>
              </p14:cNvPr>
              <p14:cNvContentPartPr/>
              <p14:nvPr/>
            </p14:nvContentPartPr>
            <p14:xfrm>
              <a:off x="3685869" y="886225"/>
              <a:ext cx="4914000" cy="3853630"/>
            </p14:xfrm>
          </p:contentPart>
        </mc:Choice>
        <mc:Fallback xmlns="">
          <p:pic>
            <p:nvPicPr>
              <p:cNvPr id="297" name="Cerneală 296">
                <a:extLst>
                  <a:ext uri="{FF2B5EF4-FFF2-40B4-BE49-F238E27FC236}">
                    <a16:creationId xmlns:a16="http://schemas.microsoft.com/office/drawing/2014/main" id="{17EE1293-587E-40E4-920D-24B4DF23E30C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668229" y="868586"/>
                <a:ext cx="4949640" cy="38892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301" name="Cerneală 300">
                <a:extLst>
                  <a:ext uri="{FF2B5EF4-FFF2-40B4-BE49-F238E27FC236}">
                    <a16:creationId xmlns:a16="http://schemas.microsoft.com/office/drawing/2014/main" id="{802B9A8E-AC4B-4410-8FE5-7D69B2C02376}"/>
                  </a:ext>
                </a:extLst>
              </p14:cNvPr>
              <p14:cNvContentPartPr/>
              <p14:nvPr/>
            </p14:nvContentPartPr>
            <p14:xfrm>
              <a:off x="9041229" y="2035175"/>
              <a:ext cx="1561680" cy="2408400"/>
            </p14:xfrm>
          </p:contentPart>
        </mc:Choice>
        <mc:Fallback xmlns="">
          <p:pic>
            <p:nvPicPr>
              <p:cNvPr id="301" name="Cerneală 300">
                <a:extLst>
                  <a:ext uri="{FF2B5EF4-FFF2-40B4-BE49-F238E27FC236}">
                    <a16:creationId xmlns:a16="http://schemas.microsoft.com/office/drawing/2014/main" id="{802B9A8E-AC4B-4410-8FE5-7D69B2C0237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023589" y="2017175"/>
                <a:ext cx="1597320" cy="244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17917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299BDD51-62D4-41FC-AB18-4E33B0D70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137196"/>
            <a:ext cx="3063743" cy="644648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0C2B2DD3-4539-4BFC-9657-B2A64134E5C4}"/>
                  </a:ext>
                </a:extLst>
              </p14:cNvPr>
              <p14:cNvContentPartPr/>
              <p14:nvPr/>
            </p14:nvContentPartPr>
            <p14:xfrm>
              <a:off x="3857949" y="3872425"/>
              <a:ext cx="747720" cy="19512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0C2B2DD3-4539-4BFC-9657-B2A64134E5C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40309" y="3854785"/>
                <a:ext cx="78336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C7910E92-7E01-4EFE-B8EB-DDC55C6D6DA7}"/>
                  </a:ext>
                </a:extLst>
              </p14:cNvPr>
              <p14:cNvContentPartPr/>
              <p14:nvPr/>
            </p14:nvContentPartPr>
            <p14:xfrm>
              <a:off x="6833349" y="3850105"/>
              <a:ext cx="540000" cy="29016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C7910E92-7E01-4EFE-B8EB-DDC55C6D6DA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15697" y="3832105"/>
                <a:ext cx="575664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B95C47D9-9B55-4EE9-B2EB-C0F70E02575B}"/>
                  </a:ext>
                </a:extLst>
              </p14:cNvPr>
              <p14:cNvContentPartPr/>
              <p14:nvPr/>
            </p14:nvContentPartPr>
            <p14:xfrm>
              <a:off x="6011109" y="3895825"/>
              <a:ext cx="483480" cy="20844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B95C47D9-9B55-4EE9-B2EB-C0F70E02575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93109" y="3877825"/>
                <a:ext cx="51912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F43A7EC7-224C-49C1-ABD8-C0F25262117A}"/>
                  </a:ext>
                </a:extLst>
              </p14:cNvPr>
              <p14:cNvContentPartPr/>
              <p14:nvPr/>
            </p14:nvContentPartPr>
            <p14:xfrm>
              <a:off x="5308029" y="3931825"/>
              <a:ext cx="388440" cy="24228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F43A7EC7-224C-49C1-ABD8-C0F25262117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90389" y="3913825"/>
                <a:ext cx="42408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98CA38FD-7FAF-4ECC-8FA6-4A91E26BFD95}"/>
                  </a:ext>
                </a:extLst>
              </p14:cNvPr>
              <p14:cNvContentPartPr/>
              <p14:nvPr/>
            </p14:nvContentPartPr>
            <p14:xfrm>
              <a:off x="3902589" y="4213345"/>
              <a:ext cx="913680" cy="21888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98CA38FD-7FAF-4ECC-8FA6-4A91E26BFD9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884589" y="4195345"/>
                <a:ext cx="94932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17763DAC-E6A9-4C4B-A0A0-1D3E9848AC10}"/>
                  </a:ext>
                </a:extLst>
              </p14:cNvPr>
              <p14:cNvContentPartPr/>
              <p14:nvPr/>
            </p14:nvContentPartPr>
            <p14:xfrm>
              <a:off x="9172629" y="618745"/>
              <a:ext cx="285120" cy="47340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17763DAC-E6A9-4C4B-A0A0-1D3E9848AC1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154989" y="600745"/>
                <a:ext cx="320760" cy="50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EF7E3DB5-D54E-45C2-BE2C-2CB4D2E0C0D3}"/>
                  </a:ext>
                </a:extLst>
              </p14:cNvPr>
              <p14:cNvContentPartPr/>
              <p14:nvPr/>
            </p14:nvContentPartPr>
            <p14:xfrm>
              <a:off x="9601029" y="793705"/>
              <a:ext cx="106560" cy="504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EF7E3DB5-D54E-45C2-BE2C-2CB4D2E0C0D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583029" y="775705"/>
                <a:ext cx="1422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309C2AF5-EB28-4227-AF7A-3ADD3C0C9601}"/>
                  </a:ext>
                </a:extLst>
              </p14:cNvPr>
              <p14:cNvContentPartPr/>
              <p14:nvPr/>
            </p14:nvContentPartPr>
            <p14:xfrm>
              <a:off x="9634869" y="889825"/>
              <a:ext cx="118080" cy="324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309C2AF5-EB28-4227-AF7A-3ADD3C0C960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616869" y="872185"/>
                <a:ext cx="15372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28" name="Cerneală 127">
                <a:extLst>
                  <a:ext uri="{FF2B5EF4-FFF2-40B4-BE49-F238E27FC236}">
                    <a16:creationId xmlns:a16="http://schemas.microsoft.com/office/drawing/2014/main" id="{325717D5-0692-4353-9E76-0B669E5BDBD7}"/>
                  </a:ext>
                </a:extLst>
              </p14:cNvPr>
              <p14:cNvContentPartPr/>
              <p14:nvPr/>
            </p14:nvContentPartPr>
            <p14:xfrm>
              <a:off x="9851229" y="567265"/>
              <a:ext cx="375840" cy="5760"/>
            </p14:xfrm>
          </p:contentPart>
        </mc:Choice>
        <mc:Fallback xmlns="">
          <p:pic>
            <p:nvPicPr>
              <p:cNvPr id="128" name="Cerneală 127">
                <a:extLst>
                  <a:ext uri="{FF2B5EF4-FFF2-40B4-BE49-F238E27FC236}">
                    <a16:creationId xmlns:a16="http://schemas.microsoft.com/office/drawing/2014/main" id="{325717D5-0692-4353-9E76-0B669E5BDBD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833229" y="549265"/>
                <a:ext cx="41148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CC53A5EB-8463-4497-A41D-AD11C3A8AB3D}"/>
                  </a:ext>
                </a:extLst>
              </p14:cNvPr>
              <p14:cNvContentPartPr/>
              <p14:nvPr/>
            </p14:nvContentPartPr>
            <p14:xfrm>
              <a:off x="9721269" y="1371505"/>
              <a:ext cx="104760" cy="1872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CC53A5EB-8463-4497-A41D-AD11C3A8AB3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703629" y="1353505"/>
                <a:ext cx="14040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C19B88A0-8D7D-434E-8F94-CED4299C1D11}"/>
                  </a:ext>
                </a:extLst>
              </p14:cNvPr>
              <p14:cNvContentPartPr/>
              <p14:nvPr/>
            </p14:nvContentPartPr>
            <p14:xfrm>
              <a:off x="9702189" y="1484905"/>
              <a:ext cx="139680" cy="1224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C19B88A0-8D7D-434E-8F94-CED4299C1D11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684189" y="1466905"/>
                <a:ext cx="1753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1C33051D-843D-4766-92BC-4EC49C217FF6}"/>
                  </a:ext>
                </a:extLst>
              </p14:cNvPr>
              <p14:cNvContentPartPr/>
              <p14:nvPr/>
            </p14:nvContentPartPr>
            <p14:xfrm>
              <a:off x="9211149" y="1207345"/>
              <a:ext cx="374760" cy="42876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1C33051D-843D-4766-92BC-4EC49C217FF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193509" y="1189690"/>
                <a:ext cx="410400" cy="4644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125EF7CE-395B-4DF2-869B-90A8BF6B0CA3}"/>
                  </a:ext>
                </a:extLst>
              </p14:cNvPr>
              <p14:cNvContentPartPr/>
              <p14:nvPr/>
            </p14:nvContentPartPr>
            <p14:xfrm>
              <a:off x="9923229" y="717025"/>
              <a:ext cx="164880" cy="23292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125EF7CE-395B-4DF2-869B-90A8BF6B0CA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905229" y="699025"/>
                <a:ext cx="20052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3664B6FF-29DC-4F61-964F-2E51A3D3C797}"/>
                  </a:ext>
                </a:extLst>
              </p14:cNvPr>
              <p14:cNvContentPartPr/>
              <p14:nvPr/>
            </p14:nvContentPartPr>
            <p14:xfrm>
              <a:off x="10085589" y="1250185"/>
              <a:ext cx="200520" cy="31824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3664B6FF-29DC-4F61-964F-2E51A3D3C79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067589" y="1232545"/>
                <a:ext cx="23616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48" name="Cerneală 147">
                <a:extLst>
                  <a:ext uri="{FF2B5EF4-FFF2-40B4-BE49-F238E27FC236}">
                    <a16:creationId xmlns:a16="http://schemas.microsoft.com/office/drawing/2014/main" id="{B3FFCE60-7E41-468C-A74E-90CA055E598C}"/>
                  </a:ext>
                </a:extLst>
              </p14:cNvPr>
              <p14:cNvContentPartPr/>
              <p14:nvPr/>
            </p14:nvContentPartPr>
            <p14:xfrm>
              <a:off x="3508029" y="290425"/>
              <a:ext cx="5146200" cy="3159720"/>
            </p14:xfrm>
          </p:contentPart>
        </mc:Choice>
        <mc:Fallback xmlns="">
          <p:pic>
            <p:nvPicPr>
              <p:cNvPr id="148" name="Cerneală 147">
                <a:extLst>
                  <a:ext uri="{FF2B5EF4-FFF2-40B4-BE49-F238E27FC236}">
                    <a16:creationId xmlns:a16="http://schemas.microsoft.com/office/drawing/2014/main" id="{B3FFCE60-7E41-468C-A74E-90CA055E598C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490388" y="272785"/>
                <a:ext cx="5181842" cy="319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CB5F338A-C580-47E3-9322-70E781645A33}"/>
                  </a:ext>
                </a:extLst>
              </p14:cNvPr>
              <p14:cNvContentPartPr/>
              <p14:nvPr/>
            </p14:nvContentPartPr>
            <p14:xfrm>
              <a:off x="9764469" y="2468785"/>
              <a:ext cx="215280" cy="102240"/>
            </p14:xfrm>
          </p:contentPart>
        </mc:Choice>
        <mc:Fallback xmlns=""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CB5F338A-C580-47E3-9322-70E781645A33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746829" y="2450785"/>
                <a:ext cx="25092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62" name="Cerneală 161">
                <a:extLst>
                  <a:ext uri="{FF2B5EF4-FFF2-40B4-BE49-F238E27FC236}">
                    <a16:creationId xmlns:a16="http://schemas.microsoft.com/office/drawing/2014/main" id="{8D33032C-A748-4E0A-B880-FC20DE24D9DC}"/>
                  </a:ext>
                </a:extLst>
              </p14:cNvPr>
              <p14:cNvContentPartPr/>
              <p14:nvPr/>
            </p14:nvContentPartPr>
            <p14:xfrm>
              <a:off x="10080189" y="2449345"/>
              <a:ext cx="176760" cy="141840"/>
            </p14:xfrm>
          </p:contentPart>
        </mc:Choice>
        <mc:Fallback xmlns="">
          <p:pic>
            <p:nvPicPr>
              <p:cNvPr id="162" name="Cerneală 161">
                <a:extLst>
                  <a:ext uri="{FF2B5EF4-FFF2-40B4-BE49-F238E27FC236}">
                    <a16:creationId xmlns:a16="http://schemas.microsoft.com/office/drawing/2014/main" id="{8D33032C-A748-4E0A-B880-FC20DE24D9DC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0062549" y="2431705"/>
                <a:ext cx="21240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63" name="Cerneală 162">
                <a:extLst>
                  <a:ext uri="{FF2B5EF4-FFF2-40B4-BE49-F238E27FC236}">
                    <a16:creationId xmlns:a16="http://schemas.microsoft.com/office/drawing/2014/main" id="{CC9EAD55-3C4F-4B44-B760-F1741C67BF82}"/>
                  </a:ext>
                </a:extLst>
              </p14:cNvPr>
              <p14:cNvContentPartPr/>
              <p14:nvPr/>
            </p14:nvContentPartPr>
            <p14:xfrm>
              <a:off x="10385109" y="2562745"/>
              <a:ext cx="44280" cy="26640"/>
            </p14:xfrm>
          </p:contentPart>
        </mc:Choice>
        <mc:Fallback xmlns="">
          <p:pic>
            <p:nvPicPr>
              <p:cNvPr id="163" name="Cerneală 162">
                <a:extLst>
                  <a:ext uri="{FF2B5EF4-FFF2-40B4-BE49-F238E27FC236}">
                    <a16:creationId xmlns:a16="http://schemas.microsoft.com/office/drawing/2014/main" id="{CC9EAD55-3C4F-4B44-B760-F1741C67BF82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367469" y="2545105"/>
                <a:ext cx="7992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5B489161-3763-48CD-835F-9D87962B80E5}"/>
                  </a:ext>
                </a:extLst>
              </p14:cNvPr>
              <p14:cNvContentPartPr/>
              <p14:nvPr/>
            </p14:nvContentPartPr>
            <p14:xfrm>
              <a:off x="9235269" y="2295985"/>
              <a:ext cx="350640" cy="43272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5B489161-3763-48CD-835F-9D87962B80E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217629" y="2278345"/>
                <a:ext cx="386280" cy="46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C70F1FA3-C2A1-4EBB-950C-82D5E629AE7F}"/>
                  </a:ext>
                </a:extLst>
              </p14:cNvPr>
              <p14:cNvContentPartPr/>
              <p14:nvPr/>
            </p14:nvContentPartPr>
            <p14:xfrm>
              <a:off x="9706869" y="1853185"/>
              <a:ext cx="529920" cy="18720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C70F1FA3-C2A1-4EBB-950C-82D5E629AE7F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688869" y="1835545"/>
                <a:ext cx="56556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66" name="Cerneală 165">
                <a:extLst>
                  <a:ext uri="{FF2B5EF4-FFF2-40B4-BE49-F238E27FC236}">
                    <a16:creationId xmlns:a16="http://schemas.microsoft.com/office/drawing/2014/main" id="{C339C6C7-84AB-41FE-A5C4-75F5D1026BFF}"/>
                  </a:ext>
                </a:extLst>
              </p14:cNvPr>
              <p14:cNvContentPartPr/>
              <p14:nvPr/>
            </p14:nvContentPartPr>
            <p14:xfrm>
              <a:off x="9273789" y="1795225"/>
              <a:ext cx="308160" cy="345960"/>
            </p14:xfrm>
          </p:contentPart>
        </mc:Choice>
        <mc:Fallback xmlns="">
          <p:pic>
            <p:nvPicPr>
              <p:cNvPr id="166" name="Cerneală 165">
                <a:extLst>
                  <a:ext uri="{FF2B5EF4-FFF2-40B4-BE49-F238E27FC236}">
                    <a16:creationId xmlns:a16="http://schemas.microsoft.com/office/drawing/2014/main" id="{C339C6C7-84AB-41FE-A5C4-75F5D1026BFF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256149" y="1777225"/>
                <a:ext cx="34380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24" name="Cerneală 223">
                <a:extLst>
                  <a:ext uri="{FF2B5EF4-FFF2-40B4-BE49-F238E27FC236}">
                    <a16:creationId xmlns:a16="http://schemas.microsoft.com/office/drawing/2014/main" id="{3ACE18F1-E3CD-4CEF-AA30-51A8A146DD58}"/>
                  </a:ext>
                </a:extLst>
              </p14:cNvPr>
              <p14:cNvContentPartPr/>
              <p14:nvPr/>
            </p14:nvContentPartPr>
            <p14:xfrm>
              <a:off x="6363189" y="4470745"/>
              <a:ext cx="201600" cy="301680"/>
            </p14:xfrm>
          </p:contentPart>
        </mc:Choice>
        <mc:Fallback xmlns="">
          <p:pic>
            <p:nvPicPr>
              <p:cNvPr id="224" name="Cerneală 223">
                <a:extLst>
                  <a:ext uri="{FF2B5EF4-FFF2-40B4-BE49-F238E27FC236}">
                    <a16:creationId xmlns:a16="http://schemas.microsoft.com/office/drawing/2014/main" id="{3ACE18F1-E3CD-4CEF-AA30-51A8A146DD58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345549" y="4452745"/>
                <a:ext cx="237240" cy="33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82" name="Cerneală 281">
                <a:extLst>
                  <a:ext uri="{FF2B5EF4-FFF2-40B4-BE49-F238E27FC236}">
                    <a16:creationId xmlns:a16="http://schemas.microsoft.com/office/drawing/2014/main" id="{73889CCE-0434-44E2-9966-1F12F0B47856}"/>
                  </a:ext>
                </a:extLst>
              </p14:cNvPr>
              <p14:cNvContentPartPr/>
              <p14:nvPr/>
            </p14:nvContentPartPr>
            <p14:xfrm>
              <a:off x="6714549" y="4437985"/>
              <a:ext cx="5164200" cy="2223360"/>
            </p14:xfrm>
          </p:contentPart>
        </mc:Choice>
        <mc:Fallback xmlns="">
          <p:pic>
            <p:nvPicPr>
              <p:cNvPr id="282" name="Cerneală 281">
                <a:extLst>
                  <a:ext uri="{FF2B5EF4-FFF2-40B4-BE49-F238E27FC236}">
                    <a16:creationId xmlns:a16="http://schemas.microsoft.com/office/drawing/2014/main" id="{73889CCE-0434-44E2-9966-1F12F0B47856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696549" y="4420345"/>
                <a:ext cx="5199840" cy="225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33903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C557333D-89A6-4203-84C1-7C985958CD01}"/>
                  </a:ext>
                </a:extLst>
              </p14:cNvPr>
              <p14:cNvContentPartPr/>
              <p14:nvPr/>
            </p14:nvContentPartPr>
            <p14:xfrm>
              <a:off x="6837669" y="1563745"/>
              <a:ext cx="303480" cy="34740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C557333D-89A6-4203-84C1-7C985958CD0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20029" y="1546105"/>
                <a:ext cx="33912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4AF4E3B4-5DFC-4996-97BE-6FBF517DA70A}"/>
                  </a:ext>
                </a:extLst>
              </p14:cNvPr>
              <p14:cNvContentPartPr/>
              <p14:nvPr/>
            </p14:nvContentPartPr>
            <p14:xfrm>
              <a:off x="7177149" y="1651225"/>
              <a:ext cx="311400" cy="22680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4AF4E3B4-5DFC-4996-97BE-6FBF517DA70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59149" y="1633585"/>
                <a:ext cx="34704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0C0BC86C-3613-42E1-8471-50B465E18D3B}"/>
                  </a:ext>
                </a:extLst>
              </p14:cNvPr>
              <p14:cNvContentPartPr/>
              <p14:nvPr/>
            </p14:nvContentPartPr>
            <p14:xfrm>
              <a:off x="7541109" y="1621705"/>
              <a:ext cx="20520" cy="26388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0C0BC86C-3613-42E1-8471-50B465E18D3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23109" y="1603705"/>
                <a:ext cx="5616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21C9879F-EEBA-4DCD-AC91-7523D6A1AC42}"/>
                  </a:ext>
                </a:extLst>
              </p14:cNvPr>
              <p14:cNvContentPartPr/>
              <p14:nvPr/>
            </p14:nvContentPartPr>
            <p14:xfrm>
              <a:off x="7565229" y="1578505"/>
              <a:ext cx="250200" cy="37512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21C9879F-EEBA-4DCD-AC91-7523D6A1AC4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547229" y="1560505"/>
                <a:ext cx="285840" cy="41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AC9FDDB4-51B9-4A55-AFDC-1B9067B351FC}"/>
                  </a:ext>
                </a:extLst>
              </p14:cNvPr>
              <p14:cNvContentPartPr/>
              <p14:nvPr/>
            </p14:nvContentPartPr>
            <p14:xfrm>
              <a:off x="8044749" y="1414705"/>
              <a:ext cx="151200" cy="64728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AC9FDDB4-51B9-4A55-AFDC-1B9067B351F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026749" y="1396705"/>
                <a:ext cx="186840" cy="68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4CA94AA1-B65C-4C4B-8439-2E95A2D23B9E}"/>
                  </a:ext>
                </a:extLst>
              </p14:cNvPr>
              <p14:cNvContentPartPr/>
              <p14:nvPr/>
            </p14:nvContentPartPr>
            <p14:xfrm>
              <a:off x="8214669" y="1695505"/>
              <a:ext cx="274680" cy="34668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4CA94AA1-B65C-4C4B-8439-2E95A2D23B9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197029" y="1677865"/>
                <a:ext cx="310320" cy="3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F610C822-26BC-45C6-BB5A-199FBA4424A1}"/>
                  </a:ext>
                </a:extLst>
              </p14:cNvPr>
              <p14:cNvContentPartPr/>
              <p14:nvPr/>
            </p14:nvContentPartPr>
            <p14:xfrm>
              <a:off x="8306109" y="1821145"/>
              <a:ext cx="284400" cy="3204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F610C822-26BC-45C6-BB5A-199FBA4424A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88469" y="1803505"/>
                <a:ext cx="32004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540EFBAA-0B59-4227-B7DC-8AD8DF683149}"/>
                  </a:ext>
                </a:extLst>
              </p14:cNvPr>
              <p14:cNvContentPartPr/>
              <p14:nvPr/>
            </p14:nvContentPartPr>
            <p14:xfrm>
              <a:off x="9052389" y="1446025"/>
              <a:ext cx="1796760" cy="75636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540EFBAA-0B59-4227-B7DC-8AD8DF68314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034389" y="1428385"/>
                <a:ext cx="1832400" cy="79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C7C17AB6-54B3-4728-AE8C-299B26466DC8}"/>
                  </a:ext>
                </a:extLst>
              </p14:cNvPr>
              <p14:cNvContentPartPr/>
              <p14:nvPr/>
            </p14:nvContentPartPr>
            <p14:xfrm>
              <a:off x="1178829" y="933025"/>
              <a:ext cx="4856040" cy="175644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C7C17AB6-54B3-4728-AE8C-299B26466DC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60830" y="915385"/>
                <a:ext cx="4891677" cy="179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D3D24A48-6A58-4B85-B50C-D12213640DCE}"/>
                  </a:ext>
                </a:extLst>
              </p14:cNvPr>
              <p14:cNvContentPartPr/>
              <p14:nvPr/>
            </p14:nvContentPartPr>
            <p14:xfrm>
              <a:off x="3907629" y="3286705"/>
              <a:ext cx="249480" cy="1260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D3D24A48-6A58-4B85-B50C-D12213640DC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889629" y="3269065"/>
                <a:ext cx="28512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70D5AFAE-E4A9-4092-814A-9B755832361E}"/>
                  </a:ext>
                </a:extLst>
              </p14:cNvPr>
              <p14:cNvContentPartPr/>
              <p14:nvPr/>
            </p14:nvContentPartPr>
            <p14:xfrm>
              <a:off x="8806869" y="2966665"/>
              <a:ext cx="246960" cy="29736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70D5AFAE-E4A9-4092-814A-9B755832361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788869" y="2948665"/>
                <a:ext cx="28260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0CCAF7A7-666C-4DF2-83B9-7B356B04EF3B}"/>
                  </a:ext>
                </a:extLst>
              </p14:cNvPr>
              <p14:cNvContentPartPr/>
              <p14:nvPr/>
            </p14:nvContentPartPr>
            <p14:xfrm>
              <a:off x="9375309" y="2813305"/>
              <a:ext cx="664920" cy="65268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0CCAF7A7-666C-4DF2-83B9-7B356B04EF3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357669" y="2795305"/>
                <a:ext cx="700560" cy="68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FFC8A1AA-5AAA-465D-B843-8392FDBB6874}"/>
                  </a:ext>
                </a:extLst>
              </p14:cNvPr>
              <p14:cNvContentPartPr/>
              <p14:nvPr/>
            </p14:nvContentPartPr>
            <p14:xfrm>
              <a:off x="10505709" y="2847145"/>
              <a:ext cx="1233000" cy="56664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FFC8A1AA-5AAA-465D-B843-8392FDBB687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487709" y="2829505"/>
                <a:ext cx="1268640" cy="60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41748677-B286-4E62-A36E-C2E55D318CBE}"/>
                  </a:ext>
                </a:extLst>
              </p14:cNvPr>
              <p14:cNvContentPartPr/>
              <p14:nvPr/>
            </p14:nvContentPartPr>
            <p14:xfrm>
              <a:off x="7194789" y="2960545"/>
              <a:ext cx="1293120" cy="30456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41748677-B286-4E62-A36E-C2E55D318CB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176789" y="2942545"/>
                <a:ext cx="1328760" cy="34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830260B4-EDC4-4499-ACAA-FD7F5658781A}"/>
                  </a:ext>
                </a:extLst>
              </p14:cNvPr>
              <p14:cNvContentPartPr/>
              <p14:nvPr/>
            </p14:nvContentPartPr>
            <p14:xfrm>
              <a:off x="3941469" y="4359865"/>
              <a:ext cx="261360" cy="756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830260B4-EDC4-4499-ACAA-FD7F5658781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923469" y="4342225"/>
                <a:ext cx="29700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D1D5A541-4D7D-407C-AB8B-D8E91DF33FC4}"/>
                  </a:ext>
                </a:extLst>
              </p14:cNvPr>
              <p14:cNvContentPartPr/>
              <p14:nvPr/>
            </p14:nvContentPartPr>
            <p14:xfrm>
              <a:off x="4463109" y="3089785"/>
              <a:ext cx="2373480" cy="71280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D1D5A541-4D7D-407C-AB8B-D8E91DF33FC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445472" y="3071785"/>
                <a:ext cx="2409115" cy="74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AE5DC1BE-2E3A-4360-A264-493E49E1D328}"/>
                  </a:ext>
                </a:extLst>
              </p14:cNvPr>
              <p14:cNvContentPartPr/>
              <p14:nvPr/>
            </p14:nvContentPartPr>
            <p14:xfrm>
              <a:off x="7023789" y="4229545"/>
              <a:ext cx="640440" cy="16992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AE5DC1BE-2E3A-4360-A264-493E49E1D32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005789" y="4211905"/>
                <a:ext cx="67608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4B5394E7-D942-4A00-B888-00C65653EEF4}"/>
                  </a:ext>
                </a:extLst>
              </p14:cNvPr>
              <p14:cNvContentPartPr/>
              <p14:nvPr/>
            </p14:nvContentPartPr>
            <p14:xfrm>
              <a:off x="8326989" y="3959545"/>
              <a:ext cx="1326240" cy="44604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4B5394E7-D942-4A00-B888-00C65653EEF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309349" y="3941905"/>
                <a:ext cx="1361880" cy="48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F0D9730A-B76B-4E9F-9AEE-0DCE25015786}"/>
                  </a:ext>
                </a:extLst>
              </p14:cNvPr>
              <p14:cNvContentPartPr/>
              <p14:nvPr/>
            </p14:nvContentPartPr>
            <p14:xfrm>
              <a:off x="5628429" y="4221625"/>
              <a:ext cx="339120" cy="24516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F0D9730A-B76B-4E9F-9AEE-0DCE2501578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610429" y="4203651"/>
                <a:ext cx="374760" cy="2807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8210B712-F3BA-48F6-A254-E3424A31B6A2}"/>
                  </a:ext>
                </a:extLst>
              </p14:cNvPr>
              <p14:cNvContentPartPr/>
              <p14:nvPr/>
            </p14:nvContentPartPr>
            <p14:xfrm>
              <a:off x="4720869" y="4181305"/>
              <a:ext cx="698760" cy="28332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8210B712-F3BA-48F6-A254-E3424A31B6A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703229" y="4163665"/>
                <a:ext cx="73440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42845216-411B-44B4-B897-1E1929B81AA0}"/>
                  </a:ext>
                </a:extLst>
              </p14:cNvPr>
              <p14:cNvContentPartPr/>
              <p14:nvPr/>
            </p14:nvContentPartPr>
            <p14:xfrm>
              <a:off x="6506469" y="4823545"/>
              <a:ext cx="512280" cy="58536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42845216-411B-44B4-B897-1E1929B81AA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488829" y="4805534"/>
                <a:ext cx="547920" cy="6210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002DF307-502E-4492-87E2-3C46054A70BE}"/>
                  </a:ext>
                </a:extLst>
              </p14:cNvPr>
              <p14:cNvContentPartPr/>
              <p14:nvPr/>
            </p14:nvContentPartPr>
            <p14:xfrm>
              <a:off x="6159789" y="4203625"/>
              <a:ext cx="294120" cy="28692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002DF307-502E-4492-87E2-3C46054A70B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141767" y="4185963"/>
                <a:ext cx="329804" cy="3226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886D4EB7-C93B-4C30-9C69-B690EA5AE794}"/>
                  </a:ext>
                </a:extLst>
              </p14:cNvPr>
              <p14:cNvContentPartPr/>
              <p14:nvPr/>
            </p14:nvContentPartPr>
            <p14:xfrm>
              <a:off x="4172229" y="5596825"/>
              <a:ext cx="360" cy="36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886D4EB7-C93B-4C30-9C69-B690EA5AE79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154589" y="5579185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97" name="Imagine 96">
            <a:extLst>
              <a:ext uri="{FF2B5EF4-FFF2-40B4-BE49-F238E27FC236}">
                <a16:creationId xmlns:a16="http://schemas.microsoft.com/office/drawing/2014/main" id="{68A3DB5B-1603-4A34-9861-B954772D9F22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243904" y="2423171"/>
            <a:ext cx="3840438" cy="717157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88184544-5973-4E83-9102-4D52E6551267}"/>
                  </a:ext>
                </a:extLst>
              </p14:cNvPr>
              <p14:cNvContentPartPr/>
              <p14:nvPr/>
            </p14:nvContentPartPr>
            <p14:xfrm>
              <a:off x="8059869" y="5298688"/>
              <a:ext cx="6480" cy="324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88184544-5973-4E83-9102-4D52E6551267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042229" y="5280688"/>
                <a:ext cx="4212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5475DA31-4795-4463-A561-F89E75166251}"/>
                  </a:ext>
                </a:extLst>
              </p14:cNvPr>
              <p14:cNvContentPartPr/>
              <p14:nvPr/>
            </p14:nvContentPartPr>
            <p14:xfrm>
              <a:off x="7175349" y="4922488"/>
              <a:ext cx="720720" cy="363657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5475DA31-4795-4463-A561-F89E75166251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157700" y="4904845"/>
                <a:ext cx="756378" cy="3993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9135C052-CD93-4A3C-BD01-8B84F081C8C8}"/>
                  </a:ext>
                </a:extLst>
              </p14:cNvPr>
              <p14:cNvContentPartPr/>
              <p14:nvPr/>
            </p14:nvContentPartPr>
            <p14:xfrm>
              <a:off x="740709" y="3387808"/>
              <a:ext cx="360" cy="36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9135C052-CD93-4A3C-BD01-8B84F081C8C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23069" y="3370168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D08092DB-9664-44B3-B74F-17D86F088F75}"/>
                  </a:ext>
                </a:extLst>
              </p14:cNvPr>
              <p14:cNvContentPartPr/>
              <p14:nvPr/>
            </p14:nvContentPartPr>
            <p14:xfrm>
              <a:off x="904509" y="3483928"/>
              <a:ext cx="360" cy="36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D08092DB-9664-44B3-B74F-17D86F088F7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86509" y="3466288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0F4DA63A-F98D-48AD-B05B-A80CD9C26829}"/>
                  </a:ext>
                </a:extLst>
              </p14:cNvPr>
              <p14:cNvContentPartPr/>
              <p14:nvPr/>
            </p14:nvContentPartPr>
            <p14:xfrm>
              <a:off x="71829" y="2006488"/>
              <a:ext cx="462600" cy="111708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0F4DA63A-F98D-48AD-B05B-A80CD9C26829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3815" y="1988848"/>
                <a:ext cx="498268" cy="11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76632BC2-8846-4488-8D06-0019A6A98BB1}"/>
                  </a:ext>
                </a:extLst>
              </p14:cNvPr>
              <p14:cNvContentPartPr/>
              <p14:nvPr/>
            </p14:nvContentPartPr>
            <p14:xfrm>
              <a:off x="307629" y="3248128"/>
              <a:ext cx="160560" cy="166248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76632BC2-8846-4488-8D06-0019A6A98BB1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289629" y="3230488"/>
                <a:ext cx="196200" cy="169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198F1AB8-EB54-4CB9-8A42-43EAC6DD8F5E}"/>
                  </a:ext>
                </a:extLst>
              </p14:cNvPr>
              <p14:cNvContentPartPr/>
              <p14:nvPr/>
            </p14:nvContentPartPr>
            <p14:xfrm>
              <a:off x="832509" y="5005648"/>
              <a:ext cx="174600" cy="78588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198F1AB8-EB54-4CB9-8A42-43EAC6DD8F5E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814509" y="4988008"/>
                <a:ext cx="210240" cy="82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A0CA1031-988E-4E03-A113-DA0CCFC5565F}"/>
                  </a:ext>
                </a:extLst>
              </p14:cNvPr>
              <p14:cNvContentPartPr/>
              <p14:nvPr/>
            </p14:nvContentPartPr>
            <p14:xfrm>
              <a:off x="944829" y="4171168"/>
              <a:ext cx="572040" cy="28440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A0CA1031-988E-4E03-A113-DA0CCFC5565F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926829" y="4153528"/>
                <a:ext cx="607680" cy="32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33E8A0AC-2C3D-4348-AA3B-E775B872E324}"/>
                  </a:ext>
                </a:extLst>
              </p14:cNvPr>
              <p14:cNvContentPartPr/>
              <p14:nvPr/>
            </p14:nvContentPartPr>
            <p14:xfrm>
              <a:off x="928269" y="3748888"/>
              <a:ext cx="650880" cy="31860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33E8A0AC-2C3D-4348-AA3B-E775B872E324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910629" y="3730908"/>
                <a:ext cx="686520" cy="35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A10AABEC-5DC7-4FCF-A796-2147094824FE}"/>
                  </a:ext>
                </a:extLst>
              </p14:cNvPr>
              <p14:cNvContentPartPr/>
              <p14:nvPr/>
            </p14:nvContentPartPr>
            <p14:xfrm>
              <a:off x="1139589" y="5098528"/>
              <a:ext cx="1162080" cy="37944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A10AABEC-5DC7-4FCF-A796-2147094824FE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121589" y="5080888"/>
                <a:ext cx="119772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4FD2B0D6-6ABD-4259-9618-84D4DEE5F3D6}"/>
                  </a:ext>
                </a:extLst>
              </p14:cNvPr>
              <p14:cNvContentPartPr/>
              <p14:nvPr/>
            </p14:nvContentPartPr>
            <p14:xfrm>
              <a:off x="1780389" y="3046168"/>
              <a:ext cx="1580400" cy="46980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4FD2B0D6-6ABD-4259-9618-84D4DEE5F3D6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762749" y="3028168"/>
                <a:ext cx="1616040" cy="50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E9D55F10-F2C4-467C-88E9-F69719096BA4}"/>
                  </a:ext>
                </a:extLst>
              </p14:cNvPr>
              <p14:cNvContentPartPr/>
              <p14:nvPr/>
            </p14:nvContentPartPr>
            <p14:xfrm>
              <a:off x="1385829" y="6174208"/>
              <a:ext cx="12960" cy="2628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E9D55F10-F2C4-467C-88E9-F69719096BA4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367829" y="6156568"/>
                <a:ext cx="4860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C3360658-0791-42FC-AA60-7CA7EC1B3F70}"/>
                  </a:ext>
                </a:extLst>
              </p14:cNvPr>
              <p14:cNvContentPartPr/>
              <p14:nvPr/>
            </p14:nvContentPartPr>
            <p14:xfrm>
              <a:off x="1827189" y="6174208"/>
              <a:ext cx="53280" cy="4608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C3360658-0791-42FC-AA60-7CA7EC1B3F70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809549" y="6156568"/>
                <a:ext cx="8892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F46789C7-A41A-41F6-8359-082C8773D760}"/>
                  </a:ext>
                </a:extLst>
              </p14:cNvPr>
              <p14:cNvContentPartPr/>
              <p14:nvPr/>
            </p14:nvContentPartPr>
            <p14:xfrm>
              <a:off x="3007629" y="6088168"/>
              <a:ext cx="367200" cy="30708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F46789C7-A41A-41F6-8359-082C8773D760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2989629" y="6070528"/>
                <a:ext cx="402840" cy="34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CF1ECAA0-3661-404D-B94F-410065647C02}"/>
                  </a:ext>
                </a:extLst>
              </p14:cNvPr>
              <p14:cNvContentPartPr/>
              <p14:nvPr/>
            </p14:nvContentPartPr>
            <p14:xfrm>
              <a:off x="3739149" y="6212728"/>
              <a:ext cx="546480" cy="16740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CF1ECAA0-3661-404D-B94F-410065647C02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3721149" y="6195088"/>
                <a:ext cx="58212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CA57EBAD-21D7-4D25-9A1D-A9D1EA675335}"/>
                  </a:ext>
                </a:extLst>
              </p14:cNvPr>
              <p14:cNvContentPartPr/>
              <p14:nvPr/>
            </p14:nvContentPartPr>
            <p14:xfrm>
              <a:off x="5394789" y="6032368"/>
              <a:ext cx="1444680" cy="55260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CA57EBAD-21D7-4D25-9A1D-A9D1EA675335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5376789" y="6014728"/>
                <a:ext cx="1480320" cy="58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58" name="Cerneală 157">
                <a:extLst>
                  <a:ext uri="{FF2B5EF4-FFF2-40B4-BE49-F238E27FC236}">
                    <a16:creationId xmlns:a16="http://schemas.microsoft.com/office/drawing/2014/main" id="{BA50EB4B-A626-40A1-A9FB-E59A0726BA98}"/>
                  </a:ext>
                </a:extLst>
              </p14:cNvPr>
              <p14:cNvContentPartPr/>
              <p14:nvPr/>
            </p14:nvContentPartPr>
            <p14:xfrm>
              <a:off x="4557429" y="6092488"/>
              <a:ext cx="634680" cy="307800"/>
            </p14:xfrm>
          </p:contentPart>
        </mc:Choice>
        <mc:Fallback xmlns="">
          <p:pic>
            <p:nvPicPr>
              <p:cNvPr id="158" name="Cerneală 157">
                <a:extLst>
                  <a:ext uri="{FF2B5EF4-FFF2-40B4-BE49-F238E27FC236}">
                    <a16:creationId xmlns:a16="http://schemas.microsoft.com/office/drawing/2014/main" id="{BA50EB4B-A626-40A1-A9FB-E59A0726BA98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4539429" y="6074848"/>
                <a:ext cx="670320" cy="34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59" name="Cerneală 158">
                <a:extLst>
                  <a:ext uri="{FF2B5EF4-FFF2-40B4-BE49-F238E27FC236}">
                    <a16:creationId xmlns:a16="http://schemas.microsoft.com/office/drawing/2014/main" id="{246EF287-6D86-4BA2-B7FC-AA75EB553BED}"/>
                  </a:ext>
                </a:extLst>
              </p14:cNvPr>
              <p14:cNvContentPartPr/>
              <p14:nvPr/>
            </p14:nvContentPartPr>
            <p14:xfrm>
              <a:off x="1404909" y="6297328"/>
              <a:ext cx="1241280" cy="165960"/>
            </p14:xfrm>
          </p:contentPart>
        </mc:Choice>
        <mc:Fallback xmlns="">
          <p:pic>
            <p:nvPicPr>
              <p:cNvPr id="159" name="Cerneală 158">
                <a:extLst>
                  <a:ext uri="{FF2B5EF4-FFF2-40B4-BE49-F238E27FC236}">
                    <a16:creationId xmlns:a16="http://schemas.microsoft.com/office/drawing/2014/main" id="{246EF287-6D86-4BA2-B7FC-AA75EB553BED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387269" y="6279688"/>
                <a:ext cx="1276920" cy="20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7265364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4309</TotalTime>
  <Words>0</Words>
  <Application>Microsoft Office PowerPoint</Application>
  <PresentationFormat>Ecran lat</PresentationFormat>
  <Paragraphs>0</Paragraphs>
  <Slides>20</Slides>
  <Notes>0</Notes>
  <HiddenSlides>0</HiddenSlides>
  <MMClips>0</MMClips>
  <ScaleCrop>false</ScaleCrop>
  <HeadingPairs>
    <vt:vector size="8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Servere OLE încorporate</vt:lpstr>
      </vt:variant>
      <vt:variant>
        <vt:i4>2</vt:i4>
      </vt:variant>
      <vt:variant>
        <vt:lpstr>Titluri diapozitive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Temă Office</vt:lpstr>
      <vt:lpstr>Bitmap Image</vt:lpstr>
      <vt:lpstr>Imagine bitmap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Ionel Bostan</dc:creator>
  <cp:lastModifiedBy>Ionel Bostan</cp:lastModifiedBy>
  <cp:revision>229</cp:revision>
  <dcterms:created xsi:type="dcterms:W3CDTF">2020-09-24T15:20:51Z</dcterms:created>
  <dcterms:modified xsi:type="dcterms:W3CDTF">2024-11-12T11:51:50Z</dcterms:modified>
</cp:coreProperties>
</file>