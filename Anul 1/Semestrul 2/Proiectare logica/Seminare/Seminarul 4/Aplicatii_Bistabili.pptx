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8" r:id="rId2"/>
    <p:sldId id="317" r:id="rId3"/>
    <p:sldId id="319" r:id="rId4"/>
    <p:sldId id="320" r:id="rId5"/>
    <p:sldId id="321" r:id="rId6"/>
    <p:sldId id="323" r:id="rId7"/>
    <p:sldId id="322" r:id="rId8"/>
    <p:sldId id="324" r:id="rId9"/>
    <p:sldId id="326" r:id="rId10"/>
    <p:sldId id="325" r:id="rId11"/>
    <p:sldId id="327" r:id="rId12"/>
    <p:sldId id="328" r:id="rId13"/>
    <p:sldId id="318" r:id="rId14"/>
    <p:sldId id="329" r:id="rId15"/>
    <p:sldId id="330" r:id="rId1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</a:t>
            </a:r>
            <a:r>
              <a:rPr lang="en-US" sz="3600" b="1" dirty="0">
                <a:solidFill>
                  <a:srgbClr val="FF0000"/>
                </a:solidFill>
              </a:rPr>
              <a:t>Seminar </a:t>
            </a:r>
            <a:r>
              <a:rPr lang="ro-RO" sz="3600" b="1" dirty="0">
                <a:solidFill>
                  <a:srgbClr val="FF0000"/>
                </a:solidFill>
              </a:rPr>
              <a:t>4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C1</a:t>
            </a:r>
            <a:r>
              <a:rPr lang="en-US" sz="3600" b="1" dirty="0">
                <a:solidFill>
                  <a:srgbClr val="FF0000"/>
                </a:solidFill>
              </a:rPr>
              <a:t> – </a:t>
            </a:r>
            <a:r>
              <a:rPr lang="en-US" sz="3600" b="1" dirty="0" err="1">
                <a:solidFill>
                  <a:srgbClr val="FF0000"/>
                </a:solidFill>
              </a:rPr>
              <a:t>grupa</a:t>
            </a:r>
            <a:r>
              <a:rPr lang="en-US" sz="3600" b="1" dirty="0">
                <a:solidFill>
                  <a:srgbClr val="FF0000"/>
                </a:solidFill>
              </a:rPr>
              <a:t> 1</a:t>
            </a:r>
            <a:endParaRPr lang="ro-RO" sz="3600" b="1" dirty="0">
              <a:solidFill>
                <a:srgbClr val="FF0000"/>
              </a:solidFill>
            </a:endParaRP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7         11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>
                <a:solidFill>
                  <a:srgbClr val="0000FF"/>
                </a:solidFill>
              </a:rPr>
              <a:t> 2025             </a:t>
            </a:r>
            <a:r>
              <a:rPr lang="ro-RO" sz="3200" b="1" dirty="0">
                <a:solidFill>
                  <a:srgbClr val="0000FF"/>
                </a:solidFill>
              </a:rPr>
              <a:t>08:00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0:00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9440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>
                <a:solidFill>
                  <a:srgbClr val="0000FF"/>
                </a:solidFill>
              </a:rPr>
              <a:t>Aplicații cu bistabili 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Tipuri de bistabili (recapitulare) </a:t>
            </a:r>
          </a:p>
          <a:p>
            <a:pPr marL="571500" indent="-5715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Mod de lucru</a:t>
            </a: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Aplicații</a:t>
            </a:r>
          </a:p>
          <a:p>
            <a:pPr marL="571500" indent="-571500">
              <a:buFontTx/>
              <a:buChar char="-"/>
            </a:pPr>
            <a:endParaRPr lang="ro-RO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12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756FB5DC-57BD-42BD-9B0F-CFA96263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868708"/>
            <a:ext cx="10566986" cy="5787864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AD769AD9-9829-44C5-A459-51C357DA430C}"/>
              </a:ext>
            </a:extLst>
          </p:cNvPr>
          <p:cNvSpPr/>
          <p:nvPr/>
        </p:nvSpPr>
        <p:spPr>
          <a:xfrm>
            <a:off x="243904" y="45757"/>
            <a:ext cx="1978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D </a:t>
            </a:r>
          </a:p>
        </p:txBody>
      </p:sp>
    </p:spTree>
    <p:extLst>
      <p:ext uri="{BB962C8B-B14F-4D97-AF65-F5344CB8AC3E}">
        <p14:creationId xmlns:p14="http://schemas.microsoft.com/office/powerpoint/2010/main" val="409554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665B0EA-53B0-4A73-8FE6-F9282D0A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11503512" cy="5835601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0E52C9B7-CC53-42E0-A606-3ED74507E002}"/>
              </a:ext>
            </a:extLst>
          </p:cNvPr>
          <p:cNvSpPr/>
          <p:nvPr/>
        </p:nvSpPr>
        <p:spPr>
          <a:xfrm>
            <a:off x="243904" y="45757"/>
            <a:ext cx="1978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D </a:t>
            </a:r>
          </a:p>
        </p:txBody>
      </p:sp>
    </p:spTree>
    <p:extLst>
      <p:ext uri="{BB962C8B-B14F-4D97-AF65-F5344CB8AC3E}">
        <p14:creationId xmlns:p14="http://schemas.microsoft.com/office/powerpoint/2010/main" val="124948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BA56A4C9-297D-4070-89D8-8DF8CFC2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685830"/>
            <a:ext cx="11436453" cy="6070249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7AC05664-0421-4294-A0CB-37ACB38B73CC}"/>
              </a:ext>
            </a:extLst>
          </p:cNvPr>
          <p:cNvSpPr/>
          <p:nvPr/>
        </p:nvSpPr>
        <p:spPr>
          <a:xfrm>
            <a:off x="243904" y="45757"/>
            <a:ext cx="1978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D </a:t>
            </a:r>
          </a:p>
        </p:txBody>
      </p:sp>
    </p:spTree>
    <p:extLst>
      <p:ext uri="{BB962C8B-B14F-4D97-AF65-F5344CB8AC3E}">
        <p14:creationId xmlns:p14="http://schemas.microsoft.com/office/powerpoint/2010/main" val="49696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4E0A4FE-C1C3-4A56-874C-965D49B1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399462" cy="5886329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B260DD0A-5743-4EB9-998C-2C6F93CB6B97}"/>
              </a:ext>
            </a:extLst>
          </p:cNvPr>
          <p:cNvSpPr/>
          <p:nvPr/>
        </p:nvSpPr>
        <p:spPr>
          <a:xfrm>
            <a:off x="243904" y="45757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T </a:t>
            </a:r>
          </a:p>
        </p:txBody>
      </p:sp>
    </p:spTree>
    <p:extLst>
      <p:ext uri="{BB962C8B-B14F-4D97-AF65-F5344CB8AC3E}">
        <p14:creationId xmlns:p14="http://schemas.microsoft.com/office/powerpoint/2010/main" val="249153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7C70BC0-B887-4A67-A35F-1918924DF1A2}"/>
              </a:ext>
            </a:extLst>
          </p:cNvPr>
          <p:cNvSpPr/>
          <p:nvPr/>
        </p:nvSpPr>
        <p:spPr>
          <a:xfrm>
            <a:off x="243904" y="45757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T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11E45C4-1783-4310-996F-AD107A54C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10850828" cy="546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2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7C70BC0-B887-4A67-A35F-1918924DF1A2}"/>
              </a:ext>
            </a:extLst>
          </p:cNvPr>
          <p:cNvSpPr/>
          <p:nvPr/>
        </p:nvSpPr>
        <p:spPr>
          <a:xfrm>
            <a:off x="243904" y="45757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JK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491798D-0B01-4E95-B752-748DE97F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1153869" cy="564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00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7C70BC0-B887-4A67-A35F-1918924DF1A2}"/>
              </a:ext>
            </a:extLst>
          </p:cNvPr>
          <p:cNvSpPr/>
          <p:nvPr/>
        </p:nvSpPr>
        <p:spPr>
          <a:xfrm>
            <a:off x="243904" y="45757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JK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52B5715-EDF6-4952-8141-294C4E777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11490901" cy="550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6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7C70BC0-B887-4A67-A35F-1918924DF1A2}"/>
              </a:ext>
            </a:extLst>
          </p:cNvPr>
          <p:cNvSpPr/>
          <p:nvPr/>
        </p:nvSpPr>
        <p:spPr>
          <a:xfrm>
            <a:off x="243904" y="45757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Bistabilul de tip JK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514B681-0D61-495A-A17B-D95AB2251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10850828" cy="57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2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C3FF63F5-C26E-4915-B10B-44D140E8D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45" y="137196"/>
            <a:ext cx="8839123" cy="6585497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969070B1-2EC8-48F5-90FC-6D11C15EA80F}"/>
              </a:ext>
            </a:extLst>
          </p:cNvPr>
          <p:cNvSpPr/>
          <p:nvPr/>
        </p:nvSpPr>
        <p:spPr>
          <a:xfrm>
            <a:off x="243904" y="45757"/>
            <a:ext cx="1011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Aplicații </a:t>
            </a:r>
          </a:p>
        </p:txBody>
      </p:sp>
    </p:spTree>
    <p:extLst>
      <p:ext uri="{BB962C8B-B14F-4D97-AF65-F5344CB8AC3E}">
        <p14:creationId xmlns:p14="http://schemas.microsoft.com/office/powerpoint/2010/main" val="409149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969070B1-2EC8-48F5-90FC-6D11C15EA80F}"/>
              </a:ext>
            </a:extLst>
          </p:cNvPr>
          <p:cNvSpPr/>
          <p:nvPr/>
        </p:nvSpPr>
        <p:spPr>
          <a:xfrm>
            <a:off x="243904" y="45757"/>
            <a:ext cx="1011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Aplicații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D4D8F08B-5501-4589-947C-29470711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611" y="137196"/>
            <a:ext cx="8707821" cy="62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42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969070B1-2EC8-48F5-90FC-6D11C15EA80F}"/>
              </a:ext>
            </a:extLst>
          </p:cNvPr>
          <p:cNvSpPr/>
          <p:nvPr/>
        </p:nvSpPr>
        <p:spPr>
          <a:xfrm>
            <a:off x="243904" y="45757"/>
            <a:ext cx="1011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Aplicații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A54A59E9-0A1B-409A-947A-184B864BF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72" y="411513"/>
            <a:ext cx="966787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0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3D33F23-22A4-4C70-8AA2-24B0002C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411513"/>
            <a:ext cx="9324975" cy="130492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E79C7CCB-FE17-43CD-8661-D0BAECC9A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1783098"/>
            <a:ext cx="9477375" cy="16668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9EA9DFB8-717E-4C43-A397-894C943E7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0" y="3611878"/>
            <a:ext cx="9210675" cy="13811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3E769ACB-5874-48C8-90BA-03C77A398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60" y="5257780"/>
            <a:ext cx="86010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55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B01CD46-C465-4328-B105-8A5C9DC52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320074"/>
            <a:ext cx="8820150" cy="23145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6A4D2D9-76B2-4634-A9F3-28A4BF490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2880366"/>
            <a:ext cx="94297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07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5207</TotalTime>
  <Words>88</Words>
  <Application>Microsoft Office PowerPoint</Application>
  <PresentationFormat>Ecran lat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232</cp:revision>
  <dcterms:created xsi:type="dcterms:W3CDTF">2020-09-24T15:20:51Z</dcterms:created>
  <dcterms:modified xsi:type="dcterms:W3CDTF">2025-11-25T20:12:01Z</dcterms:modified>
</cp:coreProperties>
</file>